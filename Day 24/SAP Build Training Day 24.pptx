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494" r:id="rId3"/>
    <p:sldId id="265" r:id="rId4"/>
    <p:sldId id="519" r:id="rId5"/>
    <p:sldId id="565" r:id="rId6"/>
    <p:sldId id="566" r:id="rId7"/>
    <p:sldId id="564" r:id="rId8"/>
    <p:sldId id="567" r:id="rId9"/>
    <p:sldId id="310" r:id="rId10"/>
    <p:sldId id="531" r:id="rId11"/>
    <p:sldId id="537" r:id="rId12"/>
    <p:sldId id="495" r:id="rId13"/>
    <p:sldId id="496" r:id="rId14"/>
    <p:sldId id="497" r:id="rId15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6753"/>
    <a:srgbClr val="1B4134"/>
    <a:srgbClr val="FFFFFF"/>
    <a:srgbClr val="222222"/>
    <a:srgbClr val="76B8B5"/>
    <a:srgbClr val="90B6DD"/>
    <a:srgbClr val="057CFF"/>
    <a:srgbClr val="4649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55" autoAdjust="0"/>
    <p:restoredTop sz="96236" autoAdjust="0"/>
  </p:normalViewPr>
  <p:slideViewPr>
    <p:cSldViewPr>
      <p:cViewPr varScale="1">
        <p:scale>
          <a:sx n="130" d="100"/>
          <a:sy n="130" d="100"/>
        </p:scale>
        <p:origin x="736" y="300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7" d="100"/>
          <a:sy n="67" d="100"/>
        </p:scale>
        <p:origin x="-3186" y="-9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CD1819-8EAB-4094-BBB1-E11C3AABA846}" type="datetimeFigureOut">
              <a:rPr lang="en-US" smtClean="0"/>
              <a:t>8/17/2025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A62D1B-AC76-4092-A22E-9E6DF2EB6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5343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14T13:39:48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76A73D-237B-4034-AB8C-962174A8D351}" type="datetimeFigureOut">
              <a:rPr lang="en-US" smtClean="0"/>
              <a:t>8/17/2025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123B04-A11E-4ECA-8C2F-B25EF2142B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142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123B04-A11E-4ECA-8C2F-B25EF2142BD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2589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6B8D726-D0BC-B240-A677-46F99704B74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3823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276600" y="1123950"/>
            <a:ext cx="5257800" cy="5334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n-US" sz="3600" dirty="0"/>
            </a:lvl1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76600" y="1657350"/>
            <a:ext cx="5257800" cy="914400"/>
          </a:xfrm>
        </p:spPr>
        <p:txBody>
          <a:bodyPr/>
          <a:lstStyle>
            <a:lvl1pPr marL="0" indent="0" algn="r">
              <a:buNone/>
              <a:defRPr>
                <a:solidFill>
                  <a:schemeClr val="bg1">
                    <a:lumMod val="50000"/>
                  </a:schemeClr>
                </a:solidFill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A5CE939-B381-3A45-13A6-F58CC000B48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7414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572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E9035D6-1EB0-67FD-788E-258B941A5B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</p:spPr>
        <p:txBody>
          <a:bodyPr anchor="t"/>
          <a:lstStyle>
            <a:lvl1pPr algn="l">
              <a:defRPr sz="3200" b="1" cap="none"/>
            </a:lvl1pPr>
          </a:lstStyle>
          <a:p>
            <a:r>
              <a:rPr lang="en-US"/>
              <a:t>Click to edit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286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19859E39-C1F4-F452-A609-81C93B9864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7150"/>
            <a:ext cx="8229600" cy="609601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40386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8"/>
          <p:cNvSpPr>
            <a:spLocks noGrp="1"/>
          </p:cNvSpPr>
          <p:nvPr>
            <p:ph sz="quarter" idx="14"/>
          </p:nvPr>
        </p:nvSpPr>
        <p:spPr>
          <a:xfrm>
            <a:off x="4648200" y="971550"/>
            <a:ext cx="4038600" cy="3657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361F23F3-4276-7AC6-FA37-CDC6351B9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quarter" idx="14"/>
          </p:nvPr>
        </p:nvSpPr>
        <p:spPr>
          <a:xfrm>
            <a:off x="32385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8"/>
          <p:cNvSpPr>
            <a:spLocks noGrp="1"/>
          </p:cNvSpPr>
          <p:nvPr>
            <p:ph sz="quarter" idx="15"/>
          </p:nvPr>
        </p:nvSpPr>
        <p:spPr>
          <a:xfrm>
            <a:off x="60198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5FDBF0D3-6CF9-4440-94E9-AA4A7421695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675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quarter" idx="14"/>
          </p:nvPr>
        </p:nvSpPr>
        <p:spPr>
          <a:xfrm>
            <a:off x="32385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CB3935A3-C998-9B3D-079E-B7BC7E8C2A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502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166577" y="2095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6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547D5447-D822-E114-D105-30608DBB5E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57150"/>
            <a:ext cx="493786" cy="48771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524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Picture 4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FC459EA-C247-C5E7-6491-AEF2B5F94E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819150"/>
            <a:ext cx="3008313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819150"/>
            <a:ext cx="5111750" cy="377547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733550"/>
            <a:ext cx="3008313" cy="286107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40C7AE83-204E-A484-7237-A7EA3EBC4D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895349"/>
            <a:ext cx="5486400" cy="265033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23DAEE89-C03B-1705-0782-CE3B90349A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FDBE062A-C013-A203-17DC-F9C61DBF2E3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6629400" y="1047749"/>
            <a:ext cx="2057400" cy="3546873"/>
          </a:xfrm>
          <a:prstGeom prst="rect">
            <a:avLst/>
          </a:prstGeom>
        </p:spPr>
        <p:txBody>
          <a:bodyPr vert="eaVert"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047749"/>
            <a:ext cx="6019800" cy="35468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CA6DBE16-F08A-6A41-329C-56621EE536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blipFill dpi="0" rotWithShape="1">
          <a:blip r:embed="rId3">
            <a:lum/>
          </a:blip>
          <a:srcRect/>
          <a:stretch>
            <a:fillRect b="-2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200" y="1352550"/>
            <a:ext cx="8229600" cy="1295400"/>
          </a:xfrm>
          <a:prstGeom prst="rect">
            <a:avLst/>
          </a:prstGeom>
        </p:spPr>
        <p:txBody>
          <a:bodyPr/>
          <a:lstStyle>
            <a:lvl1pPr algn="l">
              <a:defRPr sz="6000" b="1">
                <a:gradFill flip="none" rotWithShape="1">
                  <a:gsLst>
                    <a:gs pos="0">
                      <a:srgbClr val="0070C0"/>
                    </a:gs>
                    <a:gs pos="100000">
                      <a:srgbClr val="00B0F0"/>
                    </a:gs>
                  </a:gsLst>
                  <a:lin ang="16200000" scaled="1"/>
                  <a:tileRect/>
                </a:gradFill>
                <a:effectLst/>
              </a:defRPr>
            </a:lvl1pPr>
          </a:lstStyle>
          <a:p>
            <a:r>
              <a:rPr lang="en-US"/>
              <a:t>Thank You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200" y="2647950"/>
            <a:ext cx="8229600" cy="9144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Contact Information</a:t>
            </a:r>
            <a:endParaRPr lang="en-US" dirty="0"/>
          </a:p>
        </p:txBody>
      </p:sp>
      <p:pic>
        <p:nvPicPr>
          <p:cNvPr id="4" name="Picture 3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624E307F-BC23-D6AD-3DDE-45757A637AC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0627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6949" indent="0">
              <a:buNone/>
              <a:defRPr sz="2799"/>
            </a:lvl2pPr>
            <a:lvl3pPr marL="913897" indent="0">
              <a:buNone/>
              <a:defRPr sz="2399"/>
            </a:lvl3pPr>
            <a:lvl4pPr marL="1370846" indent="0">
              <a:buNone/>
              <a:defRPr sz="1999"/>
            </a:lvl4pPr>
            <a:lvl5pPr marL="1827795" indent="0">
              <a:buNone/>
              <a:defRPr sz="1999"/>
            </a:lvl5pPr>
            <a:lvl6pPr marL="2284743" indent="0">
              <a:buNone/>
              <a:defRPr sz="1999"/>
            </a:lvl6pPr>
            <a:lvl7pPr marL="2741692" indent="0">
              <a:buNone/>
              <a:defRPr sz="1999"/>
            </a:lvl7pPr>
            <a:lvl8pPr marL="3198640" indent="0">
              <a:buNone/>
              <a:defRPr sz="1999"/>
            </a:lvl8pPr>
            <a:lvl9pPr marL="3655589" indent="0">
              <a:buNone/>
              <a:defRPr sz="1999"/>
            </a:lvl9pPr>
          </a:lstStyle>
          <a:p>
            <a:r>
              <a:rPr lang="en-US" altLang="ko-KR" dirty="0"/>
              <a:t>Insert Your Image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34808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E11C3564-CF67-FE45-A9E2-4B3C230C88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9144000" cy="257175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788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279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971550"/>
            <a:ext cx="8229600" cy="36230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0CB006-912F-44E1-9560-9CBFEBE946EF}" type="datetime4">
              <a:rPr lang="en-US" smtClean="0"/>
              <a:t>August 17,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50" r:id="rId2"/>
    <p:sldLayoutId id="2147483651" r:id="rId3"/>
    <p:sldLayoutId id="2147483652" r:id="rId4"/>
    <p:sldLayoutId id="2147483672" r:id="rId5"/>
    <p:sldLayoutId id="214748367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75" r:id="rId13"/>
    <p:sldLayoutId id="2147483687" r:id="rId14"/>
    <p:sldLayoutId id="2147483688" r:id="rId15"/>
  </p:sldLayoutIdLst>
  <p:hf hdr="0"/>
  <p:txStyles>
    <p:titleStyle>
      <a:lvl1pPr algn="l" defTabSz="914400" rtl="0" eaLnBrk="1" latinLnBrk="0" hangingPunct="1">
        <a:spcBef>
          <a:spcPct val="0"/>
        </a:spcBef>
        <a:buNone/>
        <a:defRPr lang="en-US" sz="2800" b="1" kern="1200" dirty="0">
          <a:gradFill flip="none" rotWithShape="1">
            <a:gsLst>
              <a:gs pos="0">
                <a:srgbClr val="26588D"/>
              </a:gs>
              <a:gs pos="100000">
                <a:srgbClr val="4197C6"/>
              </a:gs>
            </a:gsLst>
            <a:lin ang="16200000" scaled="1"/>
            <a:tileRect/>
          </a:gradFill>
          <a:latin typeface="Arial" pitchFamily="34" charset="0"/>
          <a:ea typeface="+mj-ea"/>
          <a:cs typeface="Arial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xels.com/de-de/foto/mann-zeigt-laptop-computer-2182981/" TargetMode="External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pexels.com/video/call-center-agents-talking-to-customers-while-using-cellphone-and-laptop-7682761/" TargetMode="External"/><Relationship Id="rId4" Type="http://schemas.openxmlformats.org/officeDocument/2006/relationships/image" Target="../media/image14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help.sap.com/docs/build-process-automation/sap-build-process-automation/configure-sap-build-process-automation-destinations" TargetMode="Externa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witter.com/" TargetMode="External"/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7.png"/><Relationship Id="rId4" Type="http://schemas.openxmlformats.org/officeDocument/2006/relationships/hyperlink" Target="http://www.dribbble.com/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3" Type="http://schemas.openxmlformats.org/officeDocument/2006/relationships/image" Target="../media/image16.jpeg"/><Relationship Id="rId7" Type="http://schemas.openxmlformats.org/officeDocument/2006/relationships/image" Target="../media/image20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9.tiff"/><Relationship Id="rId5" Type="http://schemas.openxmlformats.org/officeDocument/2006/relationships/image" Target="../media/image18.tiff"/><Relationship Id="rId4" Type="http://schemas.openxmlformats.org/officeDocument/2006/relationships/image" Target="../media/image17.tiff"/><Relationship Id="rId9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52550"/>
            <a:ext cx="8229600" cy="12954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PH" sz="3600" dirty="0"/>
              <a:t>SAP Build Training for Corporate Professionals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495550"/>
            <a:ext cx="8229600" cy="914400"/>
          </a:xfrm>
        </p:spPr>
        <p:txBody>
          <a:bodyPr>
            <a:normAutofit/>
          </a:bodyPr>
          <a:lstStyle/>
          <a:p>
            <a:r>
              <a:rPr lang="en-PH" sz="3600" b="1">
                <a:solidFill>
                  <a:srgbClr val="00B050"/>
                </a:solidFill>
                <a:latin typeface="Cooper Black" panose="0208090404030B020404" pitchFamily="18" charset="0"/>
              </a:rPr>
              <a:t>www.anubhavtrainings.com</a:t>
            </a:r>
            <a:endParaRPr lang="en-PH" sz="3600" b="1" dirty="0">
              <a:solidFill>
                <a:srgbClr val="00B050"/>
              </a:solidFill>
              <a:latin typeface="Cooper Black" panose="0208090404030B020404" pitchFamily="18" charset="0"/>
            </a:endParaRPr>
          </a:p>
        </p:txBody>
      </p:sp>
      <p:sp>
        <p:nvSpPr>
          <p:cNvPr id="4" name="Google Shape;500;p1">
            <a:extLst>
              <a:ext uri="{FF2B5EF4-FFF2-40B4-BE49-F238E27FC236}">
                <a16:creationId xmlns:a16="http://schemas.microsoft.com/office/drawing/2014/main" id="{A035E2B0-75D9-4BCC-1173-8F7FB8C99C8A}"/>
              </a:ext>
            </a:extLst>
          </p:cNvPr>
          <p:cNvSpPr txBox="1"/>
          <p:nvPr/>
        </p:nvSpPr>
        <p:spPr>
          <a:xfrm>
            <a:off x="609600" y="496005"/>
            <a:ext cx="1828800" cy="646290"/>
          </a:xfrm>
          <a:prstGeom prst="rect">
            <a:avLst/>
          </a:prstGeom>
          <a:gradFill>
            <a:gsLst>
              <a:gs pos="0">
                <a:srgbClr val="F3FCFF"/>
              </a:gs>
              <a:gs pos="35000">
                <a:srgbClr val="F6FCFF"/>
              </a:gs>
              <a:gs pos="100000">
                <a:srgbClr val="FBFFFF"/>
              </a:gs>
            </a:gsLst>
            <a:lin ang="16200000" scaled="0"/>
          </a:gra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gradFill flip="none" rotWithShape="1">
                  <a:gsLst>
                    <a:gs pos="0">
                      <a:srgbClr val="0070C0"/>
                    </a:gs>
                    <a:gs pos="100000">
                      <a:srgbClr val="00B0F0"/>
                    </a:gs>
                  </a:gsLst>
                  <a:lin ang="16200000" scaled="1"/>
                  <a:tileRect/>
                </a:gradFill>
                <a:latin typeface="Arial" pitchFamily="34" charset="0"/>
                <a:ea typeface="+mj-ea"/>
                <a:cs typeface="Arial" pitchFamily="34" charset="0"/>
                <a:sym typeface="Corben"/>
              </a:rPr>
              <a:t>DAY-24</a:t>
            </a:r>
          </a:p>
        </p:txBody>
      </p:sp>
      <p:pic>
        <p:nvPicPr>
          <p:cNvPr id="6" name="Google Shape;497;p1">
            <a:extLst>
              <a:ext uri="{FF2B5EF4-FFF2-40B4-BE49-F238E27FC236}">
                <a16:creationId xmlns:a16="http://schemas.microsoft.com/office/drawing/2014/main" id="{503397FB-5BCD-D008-7827-9E43E26D9D1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10400" y="3181350"/>
            <a:ext cx="1733995" cy="165618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38087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/>
          <p:cNvPicPr>
            <a:picLocks noGrp="1" noChangeAspect="1"/>
          </p:cNvPicPr>
          <p:nvPr>
            <p:ph type="pic" idx="1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solidFill>
            <a:schemeClr val="bg1">
              <a:lumMod val="95000"/>
            </a:schemeClr>
          </a:solidFill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1D1380-BC28-F74F-8866-BD4C0AD42595}"/>
              </a:ext>
            </a:extLst>
          </p:cNvPr>
          <p:cNvSpPr/>
          <p:nvPr/>
        </p:nvSpPr>
        <p:spPr>
          <a:xfrm>
            <a:off x="2382" y="-10043"/>
            <a:ext cx="9139238" cy="5691851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82" y="2392863"/>
            <a:ext cx="9139238" cy="1882229"/>
          </a:xfrm>
          <a:prstGeom prst="rect">
            <a:avLst/>
          </a:prstGeom>
          <a:gradFill flip="none" rotWithShape="1">
            <a:gsLst>
              <a:gs pos="13000">
                <a:srgbClr val="25B6C2">
                  <a:alpha val="50000"/>
                </a:srgbClr>
              </a:gs>
              <a:gs pos="100000">
                <a:srgbClr val="0692DB">
                  <a:alpha val="50000"/>
                </a:srgb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ko-KR" altLang="en-US" sz="134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82" y="2522237"/>
            <a:ext cx="9139238" cy="1595821"/>
          </a:xfrm>
          <a:prstGeom prst="rect">
            <a:avLst/>
          </a:prstGeom>
          <a:gradFill flip="none" rotWithShape="1">
            <a:gsLst>
              <a:gs pos="13000">
                <a:srgbClr val="25B6C2"/>
              </a:gs>
              <a:gs pos="100000">
                <a:srgbClr val="0692DB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ko-KR" altLang="en-US" sz="134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2881727" y="2577435"/>
            <a:ext cx="3380548" cy="50770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685457">
              <a:defRPr/>
            </a:pPr>
            <a:r>
              <a:rPr lang="en-IN" sz="2699" b="1" dirty="0">
                <a:solidFill>
                  <a:srgbClr val="FFFFFF"/>
                </a:solidFill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DISCLAIMER</a:t>
            </a:r>
            <a:endParaRPr lang="en-US" sz="2474" spc="113" dirty="0">
              <a:solidFill>
                <a:srgbClr val="FFFFFF"/>
              </a:solidFill>
              <a:latin typeface="Arial" panose="020B0604020202020204" pitchFamily="34" charset="0"/>
              <a:ea typeface="Lato Medium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332706" y="3044889"/>
            <a:ext cx="8478590" cy="92294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685457">
              <a:defRPr/>
            </a:pPr>
            <a:r>
              <a:rPr lang="en-IN" sz="1799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training content and delivery of this presentation is confidential, and cannot be recorded, or copied and distributed to any third party, without the written consent of Anubhav Trainings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3806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/>
          <p:cNvCxnSpPr/>
          <p:nvPr/>
        </p:nvCxnSpPr>
        <p:spPr>
          <a:xfrm>
            <a:off x="609600" y="2190750"/>
            <a:ext cx="7924800" cy="158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219200" y="1733550"/>
            <a:ext cx="6705600" cy="933450"/>
            <a:chOff x="914400" y="2190750"/>
            <a:chExt cx="6705600" cy="933450"/>
          </a:xfrm>
          <a:solidFill>
            <a:srgbClr val="0563B8"/>
          </a:solidFill>
        </p:grpSpPr>
        <p:sp>
          <p:nvSpPr>
            <p:cNvPr id="4" name="Oval 3"/>
            <p:cNvSpPr/>
            <p:nvPr/>
          </p:nvSpPr>
          <p:spPr>
            <a:xfrm>
              <a:off x="91440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/>
            <p:cNvSpPr/>
            <p:nvPr/>
          </p:nvSpPr>
          <p:spPr>
            <a:xfrm>
              <a:off x="283845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/>
            <p:cNvSpPr/>
            <p:nvPr/>
          </p:nvSpPr>
          <p:spPr>
            <a:xfrm>
              <a:off x="476250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/>
            <p:cNvSpPr/>
            <p:nvPr/>
          </p:nvSpPr>
          <p:spPr>
            <a:xfrm>
              <a:off x="668655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6705600" y="2929176"/>
            <a:ext cx="1600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Deploy Build Process for approval</a:t>
            </a:r>
            <a:endParaRPr lang="en-US" sz="105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28" name="Group 27"/>
          <p:cNvGrpSpPr/>
          <p:nvPr/>
        </p:nvGrpSpPr>
        <p:grpSpPr>
          <a:xfrm>
            <a:off x="1457325" y="1952625"/>
            <a:ext cx="443206" cy="484863"/>
            <a:chOff x="1981201" y="1547809"/>
            <a:chExt cx="443206" cy="484863"/>
          </a:xfrm>
          <a:solidFill>
            <a:schemeClr val="bg1"/>
          </a:solidFill>
        </p:grpSpPr>
        <p:sp>
          <p:nvSpPr>
            <p:cNvPr id="1030" name="Freeform 6"/>
            <p:cNvSpPr>
              <a:spLocks noEditPoints="1"/>
            </p:cNvSpPr>
            <p:nvPr/>
          </p:nvSpPr>
          <p:spPr bwMode="auto">
            <a:xfrm>
              <a:off x="2085003" y="1547809"/>
              <a:ext cx="339404" cy="340770"/>
            </a:xfrm>
            <a:custGeom>
              <a:avLst/>
              <a:gdLst/>
              <a:ahLst/>
              <a:cxnLst>
                <a:cxn ang="0">
                  <a:pos x="219" y="91"/>
                </a:cxn>
                <a:cxn ang="0">
                  <a:pos x="166" y="110"/>
                </a:cxn>
                <a:cxn ang="0">
                  <a:pos x="123" y="147"/>
                </a:cxn>
                <a:cxn ang="0">
                  <a:pos x="96" y="197"/>
                </a:cxn>
                <a:cxn ang="0">
                  <a:pos x="87" y="251"/>
                </a:cxn>
                <a:cxn ang="0">
                  <a:pos x="97" y="306"/>
                </a:cxn>
                <a:cxn ang="0">
                  <a:pos x="126" y="354"/>
                </a:cxn>
                <a:cxn ang="0">
                  <a:pos x="170" y="390"/>
                </a:cxn>
                <a:cxn ang="0">
                  <a:pos x="223" y="410"/>
                </a:cxn>
                <a:cxn ang="0">
                  <a:pos x="279" y="408"/>
                </a:cxn>
                <a:cxn ang="0">
                  <a:pos x="330" y="389"/>
                </a:cxn>
                <a:cxn ang="0">
                  <a:pos x="373" y="352"/>
                </a:cxn>
                <a:cxn ang="0">
                  <a:pos x="401" y="301"/>
                </a:cxn>
                <a:cxn ang="0">
                  <a:pos x="409" y="247"/>
                </a:cxn>
                <a:cxn ang="0">
                  <a:pos x="399" y="193"/>
                </a:cxn>
                <a:cxn ang="0">
                  <a:pos x="370" y="145"/>
                </a:cxn>
                <a:cxn ang="0">
                  <a:pos x="326" y="108"/>
                </a:cxn>
                <a:cxn ang="0">
                  <a:pos x="274" y="90"/>
                </a:cxn>
                <a:cxn ang="0">
                  <a:pos x="241" y="0"/>
                </a:cxn>
                <a:cxn ang="0">
                  <a:pos x="310" y="8"/>
                </a:cxn>
                <a:cxn ang="0">
                  <a:pos x="376" y="35"/>
                </a:cxn>
                <a:cxn ang="0">
                  <a:pos x="433" y="82"/>
                </a:cxn>
                <a:cxn ang="0">
                  <a:pos x="472" y="141"/>
                </a:cxn>
                <a:cxn ang="0">
                  <a:pos x="494" y="207"/>
                </a:cxn>
                <a:cxn ang="0">
                  <a:pos x="495" y="278"/>
                </a:cxn>
                <a:cxn ang="0">
                  <a:pos x="478" y="345"/>
                </a:cxn>
                <a:cxn ang="0">
                  <a:pos x="441" y="407"/>
                </a:cxn>
                <a:cxn ang="0">
                  <a:pos x="387" y="456"/>
                </a:cxn>
                <a:cxn ang="0">
                  <a:pos x="324" y="487"/>
                </a:cxn>
                <a:cxn ang="0">
                  <a:pos x="256" y="499"/>
                </a:cxn>
                <a:cxn ang="0">
                  <a:pos x="187" y="491"/>
                </a:cxn>
                <a:cxn ang="0">
                  <a:pos x="121" y="464"/>
                </a:cxn>
                <a:cxn ang="0">
                  <a:pos x="64" y="418"/>
                </a:cxn>
                <a:cxn ang="0">
                  <a:pos x="25" y="358"/>
                </a:cxn>
                <a:cxn ang="0">
                  <a:pos x="3" y="292"/>
                </a:cxn>
                <a:cxn ang="0">
                  <a:pos x="2" y="222"/>
                </a:cxn>
                <a:cxn ang="0">
                  <a:pos x="19" y="155"/>
                </a:cxn>
                <a:cxn ang="0">
                  <a:pos x="56" y="92"/>
                </a:cxn>
                <a:cxn ang="0">
                  <a:pos x="110" y="43"/>
                </a:cxn>
                <a:cxn ang="0">
                  <a:pos x="173" y="13"/>
                </a:cxn>
                <a:cxn ang="0">
                  <a:pos x="241" y="0"/>
                </a:cxn>
              </a:cxnLst>
              <a:rect l="0" t="0" r="r" b="b"/>
              <a:pathLst>
                <a:path w="497" h="499">
                  <a:moveTo>
                    <a:pt x="246" y="88"/>
                  </a:moveTo>
                  <a:lnTo>
                    <a:pt x="219" y="91"/>
                  </a:lnTo>
                  <a:lnTo>
                    <a:pt x="192" y="98"/>
                  </a:lnTo>
                  <a:lnTo>
                    <a:pt x="166" y="110"/>
                  </a:lnTo>
                  <a:lnTo>
                    <a:pt x="144" y="126"/>
                  </a:lnTo>
                  <a:lnTo>
                    <a:pt x="123" y="147"/>
                  </a:lnTo>
                  <a:lnTo>
                    <a:pt x="107" y="171"/>
                  </a:lnTo>
                  <a:lnTo>
                    <a:pt x="96" y="197"/>
                  </a:lnTo>
                  <a:lnTo>
                    <a:pt x="89" y="224"/>
                  </a:lnTo>
                  <a:lnTo>
                    <a:pt x="87" y="251"/>
                  </a:lnTo>
                  <a:lnTo>
                    <a:pt x="90" y="280"/>
                  </a:lnTo>
                  <a:lnTo>
                    <a:pt x="97" y="306"/>
                  </a:lnTo>
                  <a:lnTo>
                    <a:pt x="110" y="331"/>
                  </a:lnTo>
                  <a:lnTo>
                    <a:pt x="126" y="354"/>
                  </a:lnTo>
                  <a:lnTo>
                    <a:pt x="146" y="374"/>
                  </a:lnTo>
                  <a:lnTo>
                    <a:pt x="170" y="390"/>
                  </a:lnTo>
                  <a:lnTo>
                    <a:pt x="196" y="403"/>
                  </a:lnTo>
                  <a:lnTo>
                    <a:pt x="223" y="410"/>
                  </a:lnTo>
                  <a:lnTo>
                    <a:pt x="250" y="411"/>
                  </a:lnTo>
                  <a:lnTo>
                    <a:pt x="279" y="408"/>
                  </a:lnTo>
                  <a:lnTo>
                    <a:pt x="305" y="400"/>
                  </a:lnTo>
                  <a:lnTo>
                    <a:pt x="330" y="389"/>
                  </a:lnTo>
                  <a:lnTo>
                    <a:pt x="352" y="372"/>
                  </a:lnTo>
                  <a:lnTo>
                    <a:pt x="373" y="352"/>
                  </a:lnTo>
                  <a:lnTo>
                    <a:pt x="388" y="328"/>
                  </a:lnTo>
                  <a:lnTo>
                    <a:pt x="401" y="301"/>
                  </a:lnTo>
                  <a:lnTo>
                    <a:pt x="408" y="275"/>
                  </a:lnTo>
                  <a:lnTo>
                    <a:pt x="409" y="247"/>
                  </a:lnTo>
                  <a:lnTo>
                    <a:pt x="407" y="220"/>
                  </a:lnTo>
                  <a:lnTo>
                    <a:pt x="399" y="193"/>
                  </a:lnTo>
                  <a:lnTo>
                    <a:pt x="387" y="167"/>
                  </a:lnTo>
                  <a:lnTo>
                    <a:pt x="370" y="145"/>
                  </a:lnTo>
                  <a:lnTo>
                    <a:pt x="350" y="124"/>
                  </a:lnTo>
                  <a:lnTo>
                    <a:pt x="326" y="108"/>
                  </a:lnTo>
                  <a:lnTo>
                    <a:pt x="300" y="97"/>
                  </a:lnTo>
                  <a:lnTo>
                    <a:pt x="274" y="90"/>
                  </a:lnTo>
                  <a:lnTo>
                    <a:pt x="246" y="88"/>
                  </a:lnTo>
                  <a:close/>
                  <a:moveTo>
                    <a:pt x="241" y="0"/>
                  </a:moveTo>
                  <a:lnTo>
                    <a:pt x="276" y="2"/>
                  </a:lnTo>
                  <a:lnTo>
                    <a:pt x="310" y="8"/>
                  </a:lnTo>
                  <a:lnTo>
                    <a:pt x="343" y="19"/>
                  </a:lnTo>
                  <a:lnTo>
                    <a:pt x="376" y="35"/>
                  </a:lnTo>
                  <a:lnTo>
                    <a:pt x="405" y="57"/>
                  </a:lnTo>
                  <a:lnTo>
                    <a:pt x="433" y="82"/>
                  </a:lnTo>
                  <a:lnTo>
                    <a:pt x="454" y="110"/>
                  </a:lnTo>
                  <a:lnTo>
                    <a:pt x="472" y="141"/>
                  </a:lnTo>
                  <a:lnTo>
                    <a:pt x="485" y="174"/>
                  </a:lnTo>
                  <a:lnTo>
                    <a:pt x="494" y="207"/>
                  </a:lnTo>
                  <a:lnTo>
                    <a:pt x="497" y="242"/>
                  </a:lnTo>
                  <a:lnTo>
                    <a:pt x="495" y="278"/>
                  </a:lnTo>
                  <a:lnTo>
                    <a:pt x="489" y="312"/>
                  </a:lnTo>
                  <a:lnTo>
                    <a:pt x="478" y="345"/>
                  </a:lnTo>
                  <a:lnTo>
                    <a:pt x="462" y="378"/>
                  </a:lnTo>
                  <a:lnTo>
                    <a:pt x="441" y="407"/>
                  </a:lnTo>
                  <a:lnTo>
                    <a:pt x="416" y="435"/>
                  </a:lnTo>
                  <a:lnTo>
                    <a:pt x="387" y="456"/>
                  </a:lnTo>
                  <a:lnTo>
                    <a:pt x="357" y="474"/>
                  </a:lnTo>
                  <a:lnTo>
                    <a:pt x="324" y="487"/>
                  </a:lnTo>
                  <a:lnTo>
                    <a:pt x="291" y="496"/>
                  </a:lnTo>
                  <a:lnTo>
                    <a:pt x="256" y="499"/>
                  </a:lnTo>
                  <a:lnTo>
                    <a:pt x="221" y="497"/>
                  </a:lnTo>
                  <a:lnTo>
                    <a:pt x="187" y="491"/>
                  </a:lnTo>
                  <a:lnTo>
                    <a:pt x="154" y="480"/>
                  </a:lnTo>
                  <a:lnTo>
                    <a:pt x="121" y="464"/>
                  </a:lnTo>
                  <a:lnTo>
                    <a:pt x="92" y="443"/>
                  </a:lnTo>
                  <a:lnTo>
                    <a:pt x="64" y="418"/>
                  </a:lnTo>
                  <a:lnTo>
                    <a:pt x="43" y="389"/>
                  </a:lnTo>
                  <a:lnTo>
                    <a:pt x="25" y="358"/>
                  </a:lnTo>
                  <a:lnTo>
                    <a:pt x="12" y="325"/>
                  </a:lnTo>
                  <a:lnTo>
                    <a:pt x="3" y="292"/>
                  </a:lnTo>
                  <a:lnTo>
                    <a:pt x="0" y="257"/>
                  </a:lnTo>
                  <a:lnTo>
                    <a:pt x="2" y="222"/>
                  </a:lnTo>
                  <a:lnTo>
                    <a:pt x="8" y="188"/>
                  </a:lnTo>
                  <a:lnTo>
                    <a:pt x="19" y="155"/>
                  </a:lnTo>
                  <a:lnTo>
                    <a:pt x="35" y="122"/>
                  </a:lnTo>
                  <a:lnTo>
                    <a:pt x="56" y="92"/>
                  </a:lnTo>
                  <a:lnTo>
                    <a:pt x="81" y="65"/>
                  </a:lnTo>
                  <a:lnTo>
                    <a:pt x="110" y="43"/>
                  </a:lnTo>
                  <a:lnTo>
                    <a:pt x="140" y="25"/>
                  </a:lnTo>
                  <a:lnTo>
                    <a:pt x="173" y="13"/>
                  </a:lnTo>
                  <a:lnTo>
                    <a:pt x="206" y="3"/>
                  </a:lnTo>
                  <a:lnTo>
                    <a:pt x="24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1" name="Freeform 7"/>
            <p:cNvSpPr>
              <a:spLocks/>
            </p:cNvSpPr>
            <p:nvPr/>
          </p:nvSpPr>
          <p:spPr bwMode="auto">
            <a:xfrm>
              <a:off x="1981201" y="1803216"/>
              <a:ext cx="204872" cy="229456"/>
            </a:xfrm>
            <a:custGeom>
              <a:avLst/>
              <a:gdLst/>
              <a:ahLst/>
              <a:cxnLst>
                <a:cxn ang="0">
                  <a:pos x="221" y="0"/>
                </a:cxn>
                <a:cxn ang="0">
                  <a:pos x="232" y="4"/>
                </a:cxn>
                <a:cxn ang="0">
                  <a:pos x="242" y="11"/>
                </a:cxn>
                <a:cxn ang="0">
                  <a:pos x="287" y="47"/>
                </a:cxn>
                <a:cxn ang="0">
                  <a:pos x="295" y="56"/>
                </a:cxn>
                <a:cxn ang="0">
                  <a:pos x="299" y="66"/>
                </a:cxn>
                <a:cxn ang="0">
                  <a:pos x="300" y="78"/>
                </a:cxn>
                <a:cxn ang="0">
                  <a:pos x="298" y="89"/>
                </a:cxn>
                <a:cxn ang="0">
                  <a:pos x="292" y="99"/>
                </a:cxn>
                <a:cxn ang="0">
                  <a:pos x="111" y="322"/>
                </a:cxn>
                <a:cxn ang="0">
                  <a:pos x="100" y="331"/>
                </a:cxn>
                <a:cxn ang="0">
                  <a:pos x="85" y="336"/>
                </a:cxn>
                <a:cxn ang="0">
                  <a:pos x="71" y="335"/>
                </a:cxn>
                <a:cxn ang="0">
                  <a:pos x="58" y="328"/>
                </a:cxn>
                <a:cxn ang="0">
                  <a:pos x="14" y="292"/>
                </a:cxn>
                <a:cxn ang="0">
                  <a:pos x="5" y="280"/>
                </a:cxn>
                <a:cxn ang="0">
                  <a:pos x="0" y="265"/>
                </a:cxn>
                <a:cxn ang="0">
                  <a:pos x="1" y="252"/>
                </a:cxn>
                <a:cxn ang="0">
                  <a:pos x="8" y="238"/>
                </a:cxn>
                <a:cxn ang="0">
                  <a:pos x="190" y="15"/>
                </a:cxn>
                <a:cxn ang="0">
                  <a:pos x="199" y="7"/>
                </a:cxn>
                <a:cxn ang="0">
                  <a:pos x="210" y="3"/>
                </a:cxn>
                <a:cxn ang="0">
                  <a:pos x="221" y="0"/>
                </a:cxn>
              </a:cxnLst>
              <a:rect l="0" t="0" r="r" b="b"/>
              <a:pathLst>
                <a:path w="300" h="336">
                  <a:moveTo>
                    <a:pt x="221" y="0"/>
                  </a:moveTo>
                  <a:lnTo>
                    <a:pt x="232" y="4"/>
                  </a:lnTo>
                  <a:lnTo>
                    <a:pt x="242" y="11"/>
                  </a:lnTo>
                  <a:lnTo>
                    <a:pt x="287" y="47"/>
                  </a:lnTo>
                  <a:lnTo>
                    <a:pt x="295" y="56"/>
                  </a:lnTo>
                  <a:lnTo>
                    <a:pt x="299" y="66"/>
                  </a:lnTo>
                  <a:lnTo>
                    <a:pt x="300" y="78"/>
                  </a:lnTo>
                  <a:lnTo>
                    <a:pt x="298" y="89"/>
                  </a:lnTo>
                  <a:lnTo>
                    <a:pt x="292" y="99"/>
                  </a:lnTo>
                  <a:lnTo>
                    <a:pt x="111" y="322"/>
                  </a:lnTo>
                  <a:lnTo>
                    <a:pt x="100" y="331"/>
                  </a:lnTo>
                  <a:lnTo>
                    <a:pt x="85" y="336"/>
                  </a:lnTo>
                  <a:lnTo>
                    <a:pt x="71" y="335"/>
                  </a:lnTo>
                  <a:lnTo>
                    <a:pt x="58" y="328"/>
                  </a:lnTo>
                  <a:lnTo>
                    <a:pt x="14" y="292"/>
                  </a:lnTo>
                  <a:lnTo>
                    <a:pt x="5" y="280"/>
                  </a:lnTo>
                  <a:lnTo>
                    <a:pt x="0" y="265"/>
                  </a:lnTo>
                  <a:lnTo>
                    <a:pt x="1" y="252"/>
                  </a:lnTo>
                  <a:lnTo>
                    <a:pt x="8" y="238"/>
                  </a:lnTo>
                  <a:lnTo>
                    <a:pt x="190" y="15"/>
                  </a:lnTo>
                  <a:lnTo>
                    <a:pt x="199" y="7"/>
                  </a:lnTo>
                  <a:lnTo>
                    <a:pt x="210" y="3"/>
                  </a:lnTo>
                  <a:lnTo>
                    <a:pt x="22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3362325" y="1924050"/>
            <a:ext cx="482814" cy="544275"/>
            <a:chOff x="2698251" y="1515030"/>
            <a:chExt cx="482814" cy="544275"/>
          </a:xfrm>
          <a:solidFill>
            <a:schemeClr val="bg1"/>
          </a:solidFill>
        </p:grpSpPr>
        <p:sp>
          <p:nvSpPr>
            <p:cNvPr id="1032" name="Freeform 8"/>
            <p:cNvSpPr>
              <a:spLocks noEditPoints="1"/>
            </p:cNvSpPr>
            <p:nvPr/>
          </p:nvSpPr>
          <p:spPr bwMode="auto">
            <a:xfrm>
              <a:off x="2698251" y="1575125"/>
              <a:ext cx="482814" cy="484180"/>
            </a:xfrm>
            <a:custGeom>
              <a:avLst/>
              <a:gdLst/>
              <a:ahLst/>
              <a:cxnLst>
                <a:cxn ang="0">
                  <a:pos x="79" y="78"/>
                </a:cxn>
                <a:cxn ang="0">
                  <a:pos x="79" y="631"/>
                </a:cxn>
                <a:cxn ang="0">
                  <a:pos x="629" y="631"/>
                </a:cxn>
                <a:cxn ang="0">
                  <a:pos x="629" y="78"/>
                </a:cxn>
                <a:cxn ang="0">
                  <a:pos x="79" y="78"/>
                </a:cxn>
                <a:cxn ang="0">
                  <a:pos x="71" y="0"/>
                </a:cxn>
                <a:cxn ang="0">
                  <a:pos x="637" y="0"/>
                </a:cxn>
                <a:cxn ang="0">
                  <a:pos x="655" y="2"/>
                </a:cxn>
                <a:cxn ang="0">
                  <a:pos x="672" y="10"/>
                </a:cxn>
                <a:cxn ang="0">
                  <a:pos x="687" y="20"/>
                </a:cxn>
                <a:cxn ang="0">
                  <a:pos x="697" y="35"/>
                </a:cxn>
                <a:cxn ang="0">
                  <a:pos x="705" y="52"/>
                </a:cxn>
                <a:cxn ang="0">
                  <a:pos x="707" y="70"/>
                </a:cxn>
                <a:cxn ang="0">
                  <a:pos x="707" y="638"/>
                </a:cxn>
                <a:cxn ang="0">
                  <a:pos x="705" y="657"/>
                </a:cxn>
                <a:cxn ang="0">
                  <a:pos x="697" y="674"/>
                </a:cxn>
                <a:cxn ang="0">
                  <a:pos x="687" y="688"/>
                </a:cxn>
                <a:cxn ang="0">
                  <a:pos x="672" y="699"/>
                </a:cxn>
                <a:cxn ang="0">
                  <a:pos x="655" y="706"/>
                </a:cxn>
                <a:cxn ang="0">
                  <a:pos x="637" y="709"/>
                </a:cxn>
                <a:cxn ang="0">
                  <a:pos x="71" y="709"/>
                </a:cxn>
                <a:cxn ang="0">
                  <a:pos x="53" y="706"/>
                </a:cxn>
                <a:cxn ang="0">
                  <a:pos x="36" y="699"/>
                </a:cxn>
                <a:cxn ang="0">
                  <a:pos x="21" y="688"/>
                </a:cxn>
                <a:cxn ang="0">
                  <a:pos x="11" y="674"/>
                </a:cxn>
                <a:cxn ang="0">
                  <a:pos x="3" y="657"/>
                </a:cxn>
                <a:cxn ang="0">
                  <a:pos x="0" y="638"/>
                </a:cxn>
                <a:cxn ang="0">
                  <a:pos x="0" y="70"/>
                </a:cxn>
                <a:cxn ang="0">
                  <a:pos x="3" y="52"/>
                </a:cxn>
                <a:cxn ang="0">
                  <a:pos x="11" y="35"/>
                </a:cxn>
                <a:cxn ang="0">
                  <a:pos x="21" y="20"/>
                </a:cxn>
                <a:cxn ang="0">
                  <a:pos x="36" y="10"/>
                </a:cxn>
                <a:cxn ang="0">
                  <a:pos x="53" y="2"/>
                </a:cxn>
                <a:cxn ang="0">
                  <a:pos x="71" y="0"/>
                </a:cxn>
              </a:cxnLst>
              <a:rect l="0" t="0" r="r" b="b"/>
              <a:pathLst>
                <a:path w="707" h="709">
                  <a:moveTo>
                    <a:pt x="79" y="78"/>
                  </a:moveTo>
                  <a:lnTo>
                    <a:pt x="79" y="631"/>
                  </a:lnTo>
                  <a:lnTo>
                    <a:pt x="629" y="631"/>
                  </a:lnTo>
                  <a:lnTo>
                    <a:pt x="629" y="78"/>
                  </a:lnTo>
                  <a:lnTo>
                    <a:pt x="79" y="78"/>
                  </a:lnTo>
                  <a:close/>
                  <a:moveTo>
                    <a:pt x="71" y="0"/>
                  </a:moveTo>
                  <a:lnTo>
                    <a:pt x="637" y="0"/>
                  </a:lnTo>
                  <a:lnTo>
                    <a:pt x="655" y="2"/>
                  </a:lnTo>
                  <a:lnTo>
                    <a:pt x="672" y="10"/>
                  </a:lnTo>
                  <a:lnTo>
                    <a:pt x="687" y="20"/>
                  </a:lnTo>
                  <a:lnTo>
                    <a:pt x="697" y="35"/>
                  </a:lnTo>
                  <a:lnTo>
                    <a:pt x="705" y="52"/>
                  </a:lnTo>
                  <a:lnTo>
                    <a:pt x="707" y="70"/>
                  </a:lnTo>
                  <a:lnTo>
                    <a:pt x="707" y="638"/>
                  </a:lnTo>
                  <a:lnTo>
                    <a:pt x="705" y="657"/>
                  </a:lnTo>
                  <a:lnTo>
                    <a:pt x="697" y="674"/>
                  </a:lnTo>
                  <a:lnTo>
                    <a:pt x="687" y="688"/>
                  </a:lnTo>
                  <a:lnTo>
                    <a:pt x="672" y="699"/>
                  </a:lnTo>
                  <a:lnTo>
                    <a:pt x="655" y="706"/>
                  </a:lnTo>
                  <a:lnTo>
                    <a:pt x="637" y="709"/>
                  </a:lnTo>
                  <a:lnTo>
                    <a:pt x="71" y="709"/>
                  </a:lnTo>
                  <a:lnTo>
                    <a:pt x="53" y="706"/>
                  </a:lnTo>
                  <a:lnTo>
                    <a:pt x="36" y="699"/>
                  </a:lnTo>
                  <a:lnTo>
                    <a:pt x="21" y="688"/>
                  </a:lnTo>
                  <a:lnTo>
                    <a:pt x="11" y="674"/>
                  </a:lnTo>
                  <a:lnTo>
                    <a:pt x="3" y="657"/>
                  </a:lnTo>
                  <a:lnTo>
                    <a:pt x="0" y="638"/>
                  </a:lnTo>
                  <a:lnTo>
                    <a:pt x="0" y="70"/>
                  </a:lnTo>
                  <a:lnTo>
                    <a:pt x="3" y="52"/>
                  </a:lnTo>
                  <a:lnTo>
                    <a:pt x="11" y="35"/>
                  </a:lnTo>
                  <a:lnTo>
                    <a:pt x="21" y="20"/>
                  </a:lnTo>
                  <a:lnTo>
                    <a:pt x="36" y="10"/>
                  </a:lnTo>
                  <a:lnTo>
                    <a:pt x="53" y="2"/>
                  </a:lnTo>
                  <a:lnTo>
                    <a:pt x="7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3" name="Freeform 9"/>
            <p:cNvSpPr>
              <a:spLocks/>
            </p:cNvSpPr>
            <p:nvPr/>
          </p:nvSpPr>
          <p:spPr bwMode="auto">
            <a:xfrm>
              <a:off x="2817077" y="1515030"/>
              <a:ext cx="55998" cy="172775"/>
            </a:xfrm>
            <a:custGeom>
              <a:avLst/>
              <a:gdLst/>
              <a:ahLst/>
              <a:cxnLst>
                <a:cxn ang="0">
                  <a:pos x="31" y="0"/>
                </a:cxn>
                <a:cxn ang="0">
                  <a:pos x="51" y="0"/>
                </a:cxn>
                <a:cxn ang="0">
                  <a:pos x="63" y="3"/>
                </a:cxn>
                <a:cxn ang="0">
                  <a:pos x="73" y="9"/>
                </a:cxn>
                <a:cxn ang="0">
                  <a:pos x="80" y="20"/>
                </a:cxn>
                <a:cxn ang="0">
                  <a:pos x="82" y="32"/>
                </a:cxn>
                <a:cxn ang="0">
                  <a:pos x="82" y="222"/>
                </a:cxn>
                <a:cxn ang="0">
                  <a:pos x="80" y="235"/>
                </a:cxn>
                <a:cxn ang="0">
                  <a:pos x="73" y="244"/>
                </a:cxn>
                <a:cxn ang="0">
                  <a:pos x="63" y="251"/>
                </a:cxn>
                <a:cxn ang="0">
                  <a:pos x="51" y="253"/>
                </a:cxn>
                <a:cxn ang="0">
                  <a:pos x="31" y="253"/>
                </a:cxn>
                <a:cxn ang="0">
                  <a:pos x="19" y="251"/>
                </a:cxn>
                <a:cxn ang="0">
                  <a:pos x="9" y="244"/>
                </a:cxn>
                <a:cxn ang="0">
                  <a:pos x="2" y="235"/>
                </a:cxn>
                <a:cxn ang="0">
                  <a:pos x="0" y="222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9" y="3"/>
                </a:cxn>
                <a:cxn ang="0">
                  <a:pos x="31" y="0"/>
                </a:cxn>
              </a:cxnLst>
              <a:rect l="0" t="0" r="r" b="b"/>
              <a:pathLst>
                <a:path w="82" h="253">
                  <a:moveTo>
                    <a:pt x="31" y="0"/>
                  </a:moveTo>
                  <a:lnTo>
                    <a:pt x="51" y="0"/>
                  </a:lnTo>
                  <a:lnTo>
                    <a:pt x="63" y="3"/>
                  </a:lnTo>
                  <a:lnTo>
                    <a:pt x="73" y="9"/>
                  </a:lnTo>
                  <a:lnTo>
                    <a:pt x="80" y="20"/>
                  </a:lnTo>
                  <a:lnTo>
                    <a:pt x="82" y="32"/>
                  </a:lnTo>
                  <a:lnTo>
                    <a:pt x="82" y="222"/>
                  </a:lnTo>
                  <a:lnTo>
                    <a:pt x="80" y="235"/>
                  </a:lnTo>
                  <a:lnTo>
                    <a:pt x="73" y="244"/>
                  </a:lnTo>
                  <a:lnTo>
                    <a:pt x="63" y="251"/>
                  </a:lnTo>
                  <a:lnTo>
                    <a:pt x="51" y="253"/>
                  </a:lnTo>
                  <a:lnTo>
                    <a:pt x="31" y="253"/>
                  </a:lnTo>
                  <a:lnTo>
                    <a:pt x="19" y="251"/>
                  </a:lnTo>
                  <a:lnTo>
                    <a:pt x="9" y="244"/>
                  </a:lnTo>
                  <a:lnTo>
                    <a:pt x="2" y="235"/>
                  </a:lnTo>
                  <a:lnTo>
                    <a:pt x="0" y="222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9" y="3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4" name="Freeform 10"/>
            <p:cNvSpPr>
              <a:spLocks/>
            </p:cNvSpPr>
            <p:nvPr/>
          </p:nvSpPr>
          <p:spPr bwMode="auto">
            <a:xfrm>
              <a:off x="3004876" y="1515030"/>
              <a:ext cx="55998" cy="172775"/>
            </a:xfrm>
            <a:custGeom>
              <a:avLst/>
              <a:gdLst/>
              <a:ahLst/>
              <a:cxnLst>
                <a:cxn ang="0">
                  <a:pos x="32" y="0"/>
                </a:cxn>
                <a:cxn ang="0">
                  <a:pos x="51" y="0"/>
                </a:cxn>
                <a:cxn ang="0">
                  <a:pos x="64" y="3"/>
                </a:cxn>
                <a:cxn ang="0">
                  <a:pos x="73" y="9"/>
                </a:cxn>
                <a:cxn ang="0">
                  <a:pos x="79" y="20"/>
                </a:cxn>
                <a:cxn ang="0">
                  <a:pos x="82" y="32"/>
                </a:cxn>
                <a:cxn ang="0">
                  <a:pos x="82" y="222"/>
                </a:cxn>
                <a:cxn ang="0">
                  <a:pos x="79" y="235"/>
                </a:cxn>
                <a:cxn ang="0">
                  <a:pos x="73" y="244"/>
                </a:cxn>
                <a:cxn ang="0">
                  <a:pos x="64" y="251"/>
                </a:cxn>
                <a:cxn ang="0">
                  <a:pos x="51" y="253"/>
                </a:cxn>
                <a:cxn ang="0">
                  <a:pos x="32" y="253"/>
                </a:cxn>
                <a:cxn ang="0">
                  <a:pos x="19" y="251"/>
                </a:cxn>
                <a:cxn ang="0">
                  <a:pos x="9" y="244"/>
                </a:cxn>
                <a:cxn ang="0">
                  <a:pos x="2" y="235"/>
                </a:cxn>
                <a:cxn ang="0">
                  <a:pos x="0" y="222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9" y="3"/>
                </a:cxn>
                <a:cxn ang="0">
                  <a:pos x="32" y="0"/>
                </a:cxn>
              </a:cxnLst>
              <a:rect l="0" t="0" r="r" b="b"/>
              <a:pathLst>
                <a:path w="82" h="253">
                  <a:moveTo>
                    <a:pt x="32" y="0"/>
                  </a:moveTo>
                  <a:lnTo>
                    <a:pt x="51" y="0"/>
                  </a:lnTo>
                  <a:lnTo>
                    <a:pt x="64" y="3"/>
                  </a:lnTo>
                  <a:lnTo>
                    <a:pt x="73" y="9"/>
                  </a:lnTo>
                  <a:lnTo>
                    <a:pt x="79" y="20"/>
                  </a:lnTo>
                  <a:lnTo>
                    <a:pt x="82" y="32"/>
                  </a:lnTo>
                  <a:lnTo>
                    <a:pt x="82" y="222"/>
                  </a:lnTo>
                  <a:lnTo>
                    <a:pt x="79" y="235"/>
                  </a:lnTo>
                  <a:lnTo>
                    <a:pt x="73" y="244"/>
                  </a:lnTo>
                  <a:lnTo>
                    <a:pt x="64" y="251"/>
                  </a:lnTo>
                  <a:lnTo>
                    <a:pt x="51" y="253"/>
                  </a:lnTo>
                  <a:lnTo>
                    <a:pt x="32" y="253"/>
                  </a:lnTo>
                  <a:lnTo>
                    <a:pt x="19" y="251"/>
                  </a:lnTo>
                  <a:lnTo>
                    <a:pt x="9" y="244"/>
                  </a:lnTo>
                  <a:lnTo>
                    <a:pt x="2" y="235"/>
                  </a:lnTo>
                  <a:lnTo>
                    <a:pt x="0" y="222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9" y="3"/>
                  </a:lnTo>
                  <a:lnTo>
                    <a:pt x="3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5" name="Freeform 11"/>
            <p:cNvSpPr>
              <a:spLocks/>
            </p:cNvSpPr>
            <p:nvPr/>
          </p:nvSpPr>
          <p:spPr bwMode="auto">
            <a:xfrm>
              <a:off x="2811614" y="1741754"/>
              <a:ext cx="258821" cy="48486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3"/>
                </a:cxn>
                <a:cxn ang="0">
                  <a:pos x="370" y="10"/>
                </a:cxn>
                <a:cxn ang="0">
                  <a:pos x="377" y="20"/>
                </a:cxn>
                <a:cxn ang="0">
                  <a:pos x="379" y="32"/>
                </a:cxn>
                <a:cxn ang="0">
                  <a:pos x="379" y="39"/>
                </a:cxn>
                <a:cxn ang="0">
                  <a:pos x="377" y="52"/>
                </a:cxn>
                <a:cxn ang="0">
                  <a:pos x="370" y="62"/>
                </a:cxn>
                <a:cxn ang="0">
                  <a:pos x="360" y="69"/>
                </a:cxn>
                <a:cxn ang="0">
                  <a:pos x="348" y="71"/>
                </a:cxn>
                <a:cxn ang="0">
                  <a:pos x="30" y="71"/>
                </a:cxn>
                <a:cxn ang="0">
                  <a:pos x="18" y="69"/>
                </a:cxn>
                <a:cxn ang="0">
                  <a:pos x="9" y="62"/>
                </a:cxn>
                <a:cxn ang="0">
                  <a:pos x="2" y="52"/>
                </a:cxn>
                <a:cxn ang="0">
                  <a:pos x="0" y="39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10"/>
                </a:cxn>
                <a:cxn ang="0">
                  <a:pos x="18" y="3"/>
                </a:cxn>
                <a:cxn ang="0">
                  <a:pos x="30" y="0"/>
                </a:cxn>
              </a:cxnLst>
              <a:rect l="0" t="0" r="r" b="b"/>
              <a:pathLst>
                <a:path w="379" h="71">
                  <a:moveTo>
                    <a:pt x="30" y="0"/>
                  </a:moveTo>
                  <a:lnTo>
                    <a:pt x="348" y="0"/>
                  </a:lnTo>
                  <a:lnTo>
                    <a:pt x="360" y="3"/>
                  </a:lnTo>
                  <a:lnTo>
                    <a:pt x="370" y="10"/>
                  </a:lnTo>
                  <a:lnTo>
                    <a:pt x="377" y="20"/>
                  </a:lnTo>
                  <a:lnTo>
                    <a:pt x="379" y="32"/>
                  </a:lnTo>
                  <a:lnTo>
                    <a:pt x="379" y="39"/>
                  </a:lnTo>
                  <a:lnTo>
                    <a:pt x="377" y="52"/>
                  </a:lnTo>
                  <a:lnTo>
                    <a:pt x="370" y="62"/>
                  </a:lnTo>
                  <a:lnTo>
                    <a:pt x="360" y="69"/>
                  </a:lnTo>
                  <a:lnTo>
                    <a:pt x="348" y="71"/>
                  </a:lnTo>
                  <a:lnTo>
                    <a:pt x="30" y="71"/>
                  </a:lnTo>
                  <a:lnTo>
                    <a:pt x="18" y="69"/>
                  </a:lnTo>
                  <a:lnTo>
                    <a:pt x="9" y="62"/>
                  </a:lnTo>
                  <a:lnTo>
                    <a:pt x="2" y="52"/>
                  </a:lnTo>
                  <a:lnTo>
                    <a:pt x="0" y="39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10"/>
                  </a:lnTo>
                  <a:lnTo>
                    <a:pt x="18" y="3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6" name="Freeform 12"/>
            <p:cNvSpPr>
              <a:spLocks/>
            </p:cNvSpPr>
            <p:nvPr/>
          </p:nvSpPr>
          <p:spPr bwMode="auto">
            <a:xfrm>
              <a:off x="2811614" y="1814142"/>
              <a:ext cx="258821" cy="48486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3"/>
                </a:cxn>
                <a:cxn ang="0">
                  <a:pos x="370" y="9"/>
                </a:cxn>
                <a:cxn ang="0">
                  <a:pos x="377" y="20"/>
                </a:cxn>
                <a:cxn ang="0">
                  <a:pos x="379" y="32"/>
                </a:cxn>
                <a:cxn ang="0">
                  <a:pos x="379" y="39"/>
                </a:cxn>
                <a:cxn ang="0">
                  <a:pos x="377" y="51"/>
                </a:cxn>
                <a:cxn ang="0">
                  <a:pos x="370" y="62"/>
                </a:cxn>
                <a:cxn ang="0">
                  <a:pos x="360" y="68"/>
                </a:cxn>
                <a:cxn ang="0">
                  <a:pos x="348" y="71"/>
                </a:cxn>
                <a:cxn ang="0">
                  <a:pos x="30" y="71"/>
                </a:cxn>
                <a:cxn ang="0">
                  <a:pos x="18" y="68"/>
                </a:cxn>
                <a:cxn ang="0">
                  <a:pos x="9" y="62"/>
                </a:cxn>
                <a:cxn ang="0">
                  <a:pos x="2" y="51"/>
                </a:cxn>
                <a:cxn ang="0">
                  <a:pos x="0" y="39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8" y="3"/>
                </a:cxn>
                <a:cxn ang="0">
                  <a:pos x="30" y="0"/>
                </a:cxn>
              </a:cxnLst>
              <a:rect l="0" t="0" r="r" b="b"/>
              <a:pathLst>
                <a:path w="379" h="71">
                  <a:moveTo>
                    <a:pt x="30" y="0"/>
                  </a:moveTo>
                  <a:lnTo>
                    <a:pt x="348" y="0"/>
                  </a:lnTo>
                  <a:lnTo>
                    <a:pt x="360" y="3"/>
                  </a:lnTo>
                  <a:lnTo>
                    <a:pt x="370" y="9"/>
                  </a:lnTo>
                  <a:lnTo>
                    <a:pt x="377" y="20"/>
                  </a:lnTo>
                  <a:lnTo>
                    <a:pt x="379" y="32"/>
                  </a:lnTo>
                  <a:lnTo>
                    <a:pt x="379" y="39"/>
                  </a:lnTo>
                  <a:lnTo>
                    <a:pt x="377" y="51"/>
                  </a:lnTo>
                  <a:lnTo>
                    <a:pt x="370" y="62"/>
                  </a:lnTo>
                  <a:lnTo>
                    <a:pt x="360" y="68"/>
                  </a:lnTo>
                  <a:lnTo>
                    <a:pt x="348" y="71"/>
                  </a:lnTo>
                  <a:lnTo>
                    <a:pt x="30" y="71"/>
                  </a:lnTo>
                  <a:lnTo>
                    <a:pt x="18" y="68"/>
                  </a:lnTo>
                  <a:lnTo>
                    <a:pt x="9" y="62"/>
                  </a:lnTo>
                  <a:lnTo>
                    <a:pt x="2" y="51"/>
                  </a:lnTo>
                  <a:lnTo>
                    <a:pt x="0" y="39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8" y="3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7" name="Freeform 13"/>
            <p:cNvSpPr>
              <a:spLocks/>
            </p:cNvSpPr>
            <p:nvPr/>
          </p:nvSpPr>
          <p:spPr bwMode="auto">
            <a:xfrm>
              <a:off x="2811614" y="1890628"/>
              <a:ext cx="258821" cy="47803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2"/>
                </a:cxn>
                <a:cxn ang="0">
                  <a:pos x="370" y="9"/>
                </a:cxn>
                <a:cxn ang="0">
                  <a:pos x="377" y="19"/>
                </a:cxn>
                <a:cxn ang="0">
                  <a:pos x="379" y="32"/>
                </a:cxn>
                <a:cxn ang="0">
                  <a:pos x="379" y="38"/>
                </a:cxn>
                <a:cxn ang="0">
                  <a:pos x="377" y="51"/>
                </a:cxn>
                <a:cxn ang="0">
                  <a:pos x="370" y="61"/>
                </a:cxn>
                <a:cxn ang="0">
                  <a:pos x="360" y="68"/>
                </a:cxn>
                <a:cxn ang="0">
                  <a:pos x="348" y="70"/>
                </a:cxn>
                <a:cxn ang="0">
                  <a:pos x="30" y="70"/>
                </a:cxn>
                <a:cxn ang="0">
                  <a:pos x="18" y="68"/>
                </a:cxn>
                <a:cxn ang="0">
                  <a:pos x="9" y="61"/>
                </a:cxn>
                <a:cxn ang="0">
                  <a:pos x="2" y="51"/>
                </a:cxn>
                <a:cxn ang="0">
                  <a:pos x="0" y="38"/>
                </a:cxn>
                <a:cxn ang="0">
                  <a:pos x="0" y="32"/>
                </a:cxn>
                <a:cxn ang="0">
                  <a:pos x="2" y="19"/>
                </a:cxn>
                <a:cxn ang="0">
                  <a:pos x="9" y="9"/>
                </a:cxn>
                <a:cxn ang="0">
                  <a:pos x="18" y="2"/>
                </a:cxn>
                <a:cxn ang="0">
                  <a:pos x="30" y="0"/>
                </a:cxn>
              </a:cxnLst>
              <a:rect l="0" t="0" r="r" b="b"/>
              <a:pathLst>
                <a:path w="379" h="70">
                  <a:moveTo>
                    <a:pt x="30" y="0"/>
                  </a:moveTo>
                  <a:lnTo>
                    <a:pt x="348" y="0"/>
                  </a:lnTo>
                  <a:lnTo>
                    <a:pt x="360" y="2"/>
                  </a:lnTo>
                  <a:lnTo>
                    <a:pt x="370" y="9"/>
                  </a:lnTo>
                  <a:lnTo>
                    <a:pt x="377" y="19"/>
                  </a:lnTo>
                  <a:lnTo>
                    <a:pt x="379" y="32"/>
                  </a:lnTo>
                  <a:lnTo>
                    <a:pt x="379" y="38"/>
                  </a:lnTo>
                  <a:lnTo>
                    <a:pt x="377" y="51"/>
                  </a:lnTo>
                  <a:lnTo>
                    <a:pt x="370" y="61"/>
                  </a:lnTo>
                  <a:lnTo>
                    <a:pt x="360" y="68"/>
                  </a:lnTo>
                  <a:lnTo>
                    <a:pt x="348" y="70"/>
                  </a:lnTo>
                  <a:lnTo>
                    <a:pt x="30" y="70"/>
                  </a:lnTo>
                  <a:lnTo>
                    <a:pt x="18" y="68"/>
                  </a:lnTo>
                  <a:lnTo>
                    <a:pt x="9" y="61"/>
                  </a:lnTo>
                  <a:lnTo>
                    <a:pt x="2" y="51"/>
                  </a:lnTo>
                  <a:lnTo>
                    <a:pt x="0" y="38"/>
                  </a:lnTo>
                  <a:lnTo>
                    <a:pt x="0" y="32"/>
                  </a:lnTo>
                  <a:lnTo>
                    <a:pt x="2" y="19"/>
                  </a:lnTo>
                  <a:lnTo>
                    <a:pt x="9" y="9"/>
                  </a:lnTo>
                  <a:lnTo>
                    <a:pt x="18" y="2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5276850" y="1990725"/>
            <a:ext cx="515593" cy="493740"/>
            <a:chOff x="3359303" y="1601759"/>
            <a:chExt cx="515593" cy="493740"/>
          </a:xfrm>
          <a:solidFill>
            <a:schemeClr val="bg1"/>
          </a:solidFill>
        </p:grpSpPr>
        <p:sp>
          <p:nvSpPr>
            <p:cNvPr id="1038" name="Freeform 14"/>
            <p:cNvSpPr>
              <a:spLocks noEditPoints="1"/>
            </p:cNvSpPr>
            <p:nvPr/>
          </p:nvSpPr>
          <p:spPr bwMode="auto">
            <a:xfrm>
              <a:off x="3359303" y="1601759"/>
              <a:ext cx="515593" cy="376964"/>
            </a:xfrm>
            <a:custGeom>
              <a:avLst/>
              <a:gdLst/>
              <a:ahLst/>
              <a:cxnLst>
                <a:cxn ang="0">
                  <a:pos x="69" y="72"/>
                </a:cxn>
                <a:cxn ang="0">
                  <a:pos x="69" y="477"/>
                </a:cxn>
                <a:cxn ang="0">
                  <a:pos x="683" y="477"/>
                </a:cxn>
                <a:cxn ang="0">
                  <a:pos x="683" y="72"/>
                </a:cxn>
                <a:cxn ang="0">
                  <a:pos x="69" y="72"/>
                </a:cxn>
                <a:cxn ang="0">
                  <a:pos x="32" y="0"/>
                </a:cxn>
                <a:cxn ang="0">
                  <a:pos x="723" y="0"/>
                </a:cxn>
                <a:cxn ang="0">
                  <a:pos x="735" y="2"/>
                </a:cxn>
                <a:cxn ang="0">
                  <a:pos x="746" y="9"/>
                </a:cxn>
                <a:cxn ang="0">
                  <a:pos x="752" y="19"/>
                </a:cxn>
                <a:cxn ang="0">
                  <a:pos x="755" y="31"/>
                </a:cxn>
                <a:cxn ang="0">
                  <a:pos x="755" y="521"/>
                </a:cxn>
                <a:cxn ang="0">
                  <a:pos x="752" y="533"/>
                </a:cxn>
                <a:cxn ang="0">
                  <a:pos x="746" y="543"/>
                </a:cxn>
                <a:cxn ang="0">
                  <a:pos x="735" y="550"/>
                </a:cxn>
                <a:cxn ang="0">
                  <a:pos x="723" y="552"/>
                </a:cxn>
                <a:cxn ang="0">
                  <a:pos x="32" y="552"/>
                </a:cxn>
                <a:cxn ang="0">
                  <a:pos x="19" y="550"/>
                </a:cxn>
                <a:cxn ang="0">
                  <a:pos x="9" y="543"/>
                </a:cxn>
                <a:cxn ang="0">
                  <a:pos x="2" y="533"/>
                </a:cxn>
                <a:cxn ang="0">
                  <a:pos x="0" y="521"/>
                </a:cxn>
                <a:cxn ang="0">
                  <a:pos x="0" y="31"/>
                </a:cxn>
                <a:cxn ang="0">
                  <a:pos x="2" y="19"/>
                </a:cxn>
                <a:cxn ang="0">
                  <a:pos x="9" y="9"/>
                </a:cxn>
                <a:cxn ang="0">
                  <a:pos x="19" y="2"/>
                </a:cxn>
                <a:cxn ang="0">
                  <a:pos x="32" y="0"/>
                </a:cxn>
              </a:cxnLst>
              <a:rect l="0" t="0" r="r" b="b"/>
              <a:pathLst>
                <a:path w="755" h="552">
                  <a:moveTo>
                    <a:pt x="69" y="72"/>
                  </a:moveTo>
                  <a:lnTo>
                    <a:pt x="69" y="477"/>
                  </a:lnTo>
                  <a:lnTo>
                    <a:pt x="683" y="477"/>
                  </a:lnTo>
                  <a:lnTo>
                    <a:pt x="683" y="72"/>
                  </a:lnTo>
                  <a:lnTo>
                    <a:pt x="69" y="72"/>
                  </a:lnTo>
                  <a:close/>
                  <a:moveTo>
                    <a:pt x="32" y="0"/>
                  </a:moveTo>
                  <a:lnTo>
                    <a:pt x="723" y="0"/>
                  </a:lnTo>
                  <a:lnTo>
                    <a:pt x="735" y="2"/>
                  </a:lnTo>
                  <a:lnTo>
                    <a:pt x="746" y="9"/>
                  </a:lnTo>
                  <a:lnTo>
                    <a:pt x="752" y="19"/>
                  </a:lnTo>
                  <a:lnTo>
                    <a:pt x="755" y="31"/>
                  </a:lnTo>
                  <a:lnTo>
                    <a:pt x="755" y="521"/>
                  </a:lnTo>
                  <a:lnTo>
                    <a:pt x="752" y="533"/>
                  </a:lnTo>
                  <a:lnTo>
                    <a:pt x="746" y="543"/>
                  </a:lnTo>
                  <a:lnTo>
                    <a:pt x="735" y="550"/>
                  </a:lnTo>
                  <a:lnTo>
                    <a:pt x="723" y="552"/>
                  </a:lnTo>
                  <a:lnTo>
                    <a:pt x="32" y="552"/>
                  </a:lnTo>
                  <a:lnTo>
                    <a:pt x="19" y="550"/>
                  </a:lnTo>
                  <a:lnTo>
                    <a:pt x="9" y="543"/>
                  </a:lnTo>
                  <a:lnTo>
                    <a:pt x="2" y="533"/>
                  </a:lnTo>
                  <a:lnTo>
                    <a:pt x="0" y="521"/>
                  </a:lnTo>
                  <a:lnTo>
                    <a:pt x="0" y="31"/>
                  </a:lnTo>
                  <a:lnTo>
                    <a:pt x="2" y="19"/>
                  </a:lnTo>
                  <a:lnTo>
                    <a:pt x="9" y="9"/>
                  </a:lnTo>
                  <a:lnTo>
                    <a:pt x="19" y="2"/>
                  </a:lnTo>
                  <a:lnTo>
                    <a:pt x="3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9" name="Freeform 15"/>
            <p:cNvSpPr>
              <a:spLocks/>
            </p:cNvSpPr>
            <p:nvPr/>
          </p:nvSpPr>
          <p:spPr bwMode="auto">
            <a:xfrm>
              <a:off x="3489055" y="2012185"/>
              <a:ext cx="255406" cy="8331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374" y="0"/>
                </a:cxn>
                <a:cxn ang="0">
                  <a:pos x="358" y="30"/>
                </a:cxn>
                <a:cxn ang="0">
                  <a:pos x="338" y="56"/>
                </a:cxn>
                <a:cxn ang="0">
                  <a:pos x="314" y="79"/>
                </a:cxn>
                <a:cxn ang="0">
                  <a:pos x="286" y="97"/>
                </a:cxn>
                <a:cxn ang="0">
                  <a:pos x="255" y="111"/>
                </a:cxn>
                <a:cxn ang="0">
                  <a:pos x="223" y="119"/>
                </a:cxn>
                <a:cxn ang="0">
                  <a:pos x="187" y="122"/>
                </a:cxn>
                <a:cxn ang="0">
                  <a:pos x="152" y="119"/>
                </a:cxn>
                <a:cxn ang="0">
                  <a:pos x="119" y="111"/>
                </a:cxn>
                <a:cxn ang="0">
                  <a:pos x="89" y="97"/>
                </a:cxn>
                <a:cxn ang="0">
                  <a:pos x="60" y="79"/>
                </a:cxn>
                <a:cxn ang="0">
                  <a:pos x="37" y="56"/>
                </a:cxn>
                <a:cxn ang="0">
                  <a:pos x="16" y="30"/>
                </a:cxn>
                <a:cxn ang="0">
                  <a:pos x="0" y="0"/>
                </a:cxn>
              </a:cxnLst>
              <a:rect l="0" t="0" r="r" b="b"/>
              <a:pathLst>
                <a:path w="374" h="122">
                  <a:moveTo>
                    <a:pt x="0" y="0"/>
                  </a:moveTo>
                  <a:lnTo>
                    <a:pt x="374" y="0"/>
                  </a:lnTo>
                  <a:lnTo>
                    <a:pt x="358" y="30"/>
                  </a:lnTo>
                  <a:lnTo>
                    <a:pt x="338" y="56"/>
                  </a:lnTo>
                  <a:lnTo>
                    <a:pt x="314" y="79"/>
                  </a:lnTo>
                  <a:lnTo>
                    <a:pt x="286" y="97"/>
                  </a:lnTo>
                  <a:lnTo>
                    <a:pt x="255" y="111"/>
                  </a:lnTo>
                  <a:lnTo>
                    <a:pt x="223" y="119"/>
                  </a:lnTo>
                  <a:lnTo>
                    <a:pt x="187" y="122"/>
                  </a:lnTo>
                  <a:lnTo>
                    <a:pt x="152" y="119"/>
                  </a:lnTo>
                  <a:lnTo>
                    <a:pt x="119" y="111"/>
                  </a:lnTo>
                  <a:lnTo>
                    <a:pt x="89" y="97"/>
                  </a:lnTo>
                  <a:lnTo>
                    <a:pt x="60" y="79"/>
                  </a:lnTo>
                  <a:lnTo>
                    <a:pt x="37" y="56"/>
                  </a:lnTo>
                  <a:lnTo>
                    <a:pt x="16" y="3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040" name="Freeform 16"/>
          <p:cNvSpPr>
            <a:spLocks/>
          </p:cNvSpPr>
          <p:nvPr/>
        </p:nvSpPr>
        <p:spPr bwMode="auto">
          <a:xfrm>
            <a:off x="7229475" y="2066925"/>
            <a:ext cx="463693" cy="288869"/>
          </a:xfrm>
          <a:custGeom>
            <a:avLst/>
            <a:gdLst/>
            <a:ahLst/>
            <a:cxnLst>
              <a:cxn ang="0">
                <a:pos x="418" y="0"/>
              </a:cxn>
              <a:cxn ang="0">
                <a:pos x="679" y="0"/>
              </a:cxn>
              <a:cxn ang="0">
                <a:pos x="679" y="257"/>
              </a:cxn>
              <a:cxn ang="0">
                <a:pos x="614" y="192"/>
              </a:cxn>
              <a:cxn ang="0">
                <a:pos x="387" y="423"/>
              </a:cxn>
              <a:cxn ang="0">
                <a:pos x="257" y="293"/>
              </a:cxn>
              <a:cxn ang="0">
                <a:pos x="127" y="423"/>
              </a:cxn>
              <a:cxn ang="0">
                <a:pos x="0" y="290"/>
              </a:cxn>
              <a:cxn ang="0">
                <a:pos x="257" y="34"/>
              </a:cxn>
              <a:cxn ang="0">
                <a:pos x="387" y="162"/>
              </a:cxn>
              <a:cxn ang="0">
                <a:pos x="482" y="68"/>
              </a:cxn>
              <a:cxn ang="0">
                <a:pos x="418" y="0"/>
              </a:cxn>
            </a:cxnLst>
            <a:rect l="0" t="0" r="r" b="b"/>
            <a:pathLst>
              <a:path w="679" h="423">
                <a:moveTo>
                  <a:pt x="418" y="0"/>
                </a:moveTo>
                <a:lnTo>
                  <a:pt x="679" y="0"/>
                </a:lnTo>
                <a:lnTo>
                  <a:pt x="679" y="257"/>
                </a:lnTo>
                <a:lnTo>
                  <a:pt x="614" y="192"/>
                </a:lnTo>
                <a:lnTo>
                  <a:pt x="387" y="423"/>
                </a:lnTo>
                <a:lnTo>
                  <a:pt x="257" y="293"/>
                </a:lnTo>
                <a:lnTo>
                  <a:pt x="127" y="423"/>
                </a:lnTo>
                <a:lnTo>
                  <a:pt x="0" y="290"/>
                </a:lnTo>
                <a:lnTo>
                  <a:pt x="257" y="34"/>
                </a:lnTo>
                <a:lnTo>
                  <a:pt x="387" y="162"/>
                </a:lnTo>
                <a:lnTo>
                  <a:pt x="482" y="68"/>
                </a:lnTo>
                <a:lnTo>
                  <a:pt x="418" y="0"/>
                </a:lnTo>
                <a:close/>
              </a:path>
            </a:pathLst>
          </a:custGeom>
          <a:solidFill>
            <a:schemeClr val="bg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724400" y="2929176"/>
            <a:ext cx="160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Update total value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809875" y="2929176"/>
            <a:ext cx="1600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Add items to cart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85825" y="2929176"/>
            <a:ext cx="160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Create Cart Order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2325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63B7F-D73C-B314-685F-FE5912A65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5BAD24-F3AE-4B53-2ADD-4DAA33640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F6C8C1-160D-9728-CAB8-063F64A79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F9AD0A5-FBCE-4FE0-50ED-4BD18899F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US" sz="2500">
                <a:latin typeface="Cooper Black" panose="0208090404030B020404" pitchFamily="18" charset="0"/>
              </a:rPr>
              <a:t>Scenario – Shopping cart App</a:t>
            </a:r>
            <a:endParaRPr lang="en-IN" sz="2500" dirty="0">
              <a:latin typeface="Cooper Black" panose="0208090404030B0204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3CBDE5-5451-80AE-5C54-56D7560461F2}"/>
              </a:ext>
            </a:extLst>
          </p:cNvPr>
          <p:cNvSpPr txBox="1"/>
          <p:nvPr/>
        </p:nvSpPr>
        <p:spPr>
          <a:xfrm>
            <a:off x="152400" y="1078139"/>
            <a:ext cx="8763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/>
              <a:t>🧑‍💼 Persona: Alex Taylor – Procurement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 Age:</a:t>
            </a:r>
            <a:r>
              <a:rPr lang="en-US" sz="1400" dirty="0"/>
              <a:t> 34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 Location:</a:t>
            </a:r>
            <a:r>
              <a:rPr lang="en-US" sz="1400" dirty="0"/>
              <a:t> Chicago, USA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 Industry:</a:t>
            </a:r>
            <a:r>
              <a:rPr lang="en-US" sz="1400" dirty="0"/>
              <a:t> Manufacturing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 Role:</a:t>
            </a:r>
            <a:r>
              <a:rPr lang="en-US" sz="1400" dirty="0"/>
              <a:t> Manages procurement for factory suppliers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 Goals:</a:t>
            </a:r>
            <a:endParaRPr lang="en-US" sz="1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Quickly find suppliers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Ensure availability to take orders based on size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anage</a:t>
            </a:r>
            <a:r>
              <a:rPr lang="en-US" sz="1400" dirty="0"/>
              <a:t> suppliers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D09F02-65AB-62F5-1542-AD95FB99E009}"/>
              </a:ext>
            </a:extLst>
          </p:cNvPr>
          <p:cNvSpPr txBox="1"/>
          <p:nvPr/>
        </p:nvSpPr>
        <p:spPr>
          <a:xfrm>
            <a:off x="152400" y="3260853"/>
            <a:ext cx="457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/>
              <a:t>🎯 Objective</a:t>
            </a:r>
          </a:p>
          <a:p>
            <a:pPr>
              <a:buNone/>
            </a:pPr>
            <a:r>
              <a:rPr lang="en-US" sz="1400" dirty="0"/>
              <a:t>Design a user-friendly </a:t>
            </a:r>
            <a:r>
              <a:rPr lang="en-US" sz="1400" b="1" dirty="0"/>
              <a:t>mobile app</a:t>
            </a:r>
            <a:r>
              <a:rPr lang="en-US" sz="1400" dirty="0"/>
              <a:t> that allows Alex to: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 Browse available products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 View detailed product information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 Add items to a shopping cart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 Place and track orders</a:t>
            </a:r>
          </a:p>
        </p:txBody>
      </p:sp>
      <p:pic>
        <p:nvPicPr>
          <p:cNvPr id="10" name="Picture 2" descr="Man manager administrator consultant avatar Vector Image">
            <a:extLst>
              <a:ext uri="{FF2B5EF4-FFF2-40B4-BE49-F238E27FC236}">
                <a16:creationId xmlns:a16="http://schemas.microsoft.com/office/drawing/2014/main" id="{091F9B7B-6874-8056-E5A6-614891E5D0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18" t="8000" r="11483" b="18500"/>
          <a:stretch/>
        </p:blipFill>
        <p:spPr bwMode="auto">
          <a:xfrm>
            <a:off x="5334000" y="1041902"/>
            <a:ext cx="3295298" cy="3364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9181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68C5792-CB50-4C7B-3319-E5ACE75FF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4ECD1A-7943-932D-C4D0-E9AB00014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CAF9590-C5CC-3874-704D-03193AAFB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Empty Cart create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E3EEC6-AB17-66E2-6125-B54829A87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9136"/>
            <a:ext cx="9144000" cy="3345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486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E7E89-A28A-5197-2A96-2A7D3ABDF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B5C528A-1385-65D9-87F3-E0A7C4209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3A0950-5573-6ADF-9EEE-1AB42AA9C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F251B99-2D39-E52E-A63A-585095938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Add to Cart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E0D116-6611-4A85-A6CB-78D0FE736C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200150"/>
            <a:ext cx="8467089" cy="34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189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1E1E4C6-DA8B-09E9-5620-E8770B6FA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3DA45B-5846-467C-26B7-6ED60C794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96803AF-8B29-B3E3-A72B-4E29B7394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Create Cart Payload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DF2752-6382-7904-082F-BF6D1CEE04F4}"/>
              </a:ext>
            </a:extLst>
          </p:cNvPr>
          <p:cNvSpPr txBox="1"/>
          <p:nvPr/>
        </p:nvSpPr>
        <p:spPr>
          <a:xfrm>
            <a:off x="181739" y="1123950"/>
            <a:ext cx="4572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{ "product": </a:t>
            </a:r>
            <a:r>
              <a:rPr lang="en-IN" dirty="0" err="1"/>
              <a:t>data.singleProductSelected.Name</a:t>
            </a:r>
            <a:r>
              <a:rPr lang="en-IN" dirty="0"/>
              <a:t>,            "quantity": </a:t>
            </a:r>
            <a:r>
              <a:rPr lang="en-IN" dirty="0" err="1"/>
              <a:t>pageVars.quantity</a:t>
            </a:r>
            <a:r>
              <a:rPr lang="en-IN" dirty="0"/>
              <a:t>,            "price": </a:t>
            </a:r>
            <a:r>
              <a:rPr lang="en-IN" dirty="0" err="1"/>
              <a:t>data.singleProductSelected.Price</a:t>
            </a:r>
            <a:r>
              <a:rPr lang="en-IN" dirty="0"/>
              <a:t>,            "total": NUMBER( </a:t>
            </a:r>
            <a:r>
              <a:rPr lang="en-IN" dirty="0" err="1"/>
              <a:t>pageVars.quantity</a:t>
            </a:r>
            <a:r>
              <a:rPr lang="en-IN" dirty="0"/>
              <a:t> * </a:t>
            </a:r>
            <a:r>
              <a:rPr lang="en-IN" dirty="0" err="1"/>
              <a:t>data.singleProductSelected.Price</a:t>
            </a:r>
            <a:r>
              <a:rPr lang="en-IN" dirty="0"/>
              <a:t>),            "</a:t>
            </a:r>
            <a:r>
              <a:rPr lang="en-IN" dirty="0" err="1"/>
              <a:t>currency_code</a:t>
            </a:r>
            <a:r>
              <a:rPr lang="en-IN" dirty="0"/>
              <a:t>": "USD",            "</a:t>
            </a:r>
            <a:r>
              <a:rPr lang="en-IN" dirty="0" err="1"/>
              <a:t>order_ID</a:t>
            </a:r>
            <a:r>
              <a:rPr lang="en-IN" dirty="0"/>
              <a:t>": </a:t>
            </a:r>
            <a:r>
              <a:rPr lang="en-IN" dirty="0" err="1"/>
              <a:t>appVars.orderId</a:t>
            </a:r>
            <a:r>
              <a:rPr lang="en-IN" dirty="0"/>
              <a:t>        }</a:t>
            </a:r>
          </a:p>
        </p:txBody>
      </p:sp>
    </p:spTree>
    <p:extLst>
      <p:ext uri="{BB962C8B-B14F-4D97-AF65-F5344CB8AC3E}">
        <p14:creationId xmlns:p14="http://schemas.microsoft.com/office/powerpoint/2010/main" val="20644735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5942810-6591-948C-6380-A2DBA5DE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306CDE-70A8-47C8-83E0-A0596D55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819D3ED-3DB5-FA97-AAEF-36B137402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Add a new Cart Screen to view cart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723AB3-CDBF-E694-DE53-0018C23CAE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819150"/>
            <a:ext cx="5603690" cy="28971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97B48A-7CF0-31CD-DD19-29104AEAD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1452" y="3105150"/>
            <a:ext cx="4797315" cy="1543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577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49A91-9CCE-D194-2F1E-488EA18BA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CFD143-0DF2-50BD-4070-A16162164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0BDB00-DC60-80E6-04F5-6B41F4B87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B825DE-D275-21D9-5079-6B46978EE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Scenario</a:t>
            </a:r>
          </a:p>
        </p:txBody>
      </p:sp>
      <p:pic>
        <p:nvPicPr>
          <p:cNvPr id="6" name="Picture 5" descr="A person pointing at a computer&#10;&#10;Description automatically generated">
            <a:extLst>
              <a:ext uri="{FF2B5EF4-FFF2-40B4-BE49-F238E27FC236}">
                <a16:creationId xmlns:a16="http://schemas.microsoft.com/office/drawing/2014/main" id="{6E25B006-F379-0963-9334-A18A5839D0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36075" y="971550"/>
            <a:ext cx="2126125" cy="1450219"/>
          </a:xfrm>
          <a:prstGeom prst="rect">
            <a:avLst/>
          </a:prstGeom>
        </p:spPr>
      </p:pic>
      <p:pic>
        <p:nvPicPr>
          <p:cNvPr id="8" name="Picture 7" descr="A person wearing a headset and looking at a computer&#10;&#10;Description automatically generated">
            <a:extLst>
              <a:ext uri="{FF2B5EF4-FFF2-40B4-BE49-F238E27FC236}">
                <a16:creationId xmlns:a16="http://schemas.microsoft.com/office/drawing/2014/main" id="{CB379A3E-C337-0EF8-8937-7E680FAEC84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507864" y="715798"/>
            <a:ext cx="1309939" cy="148060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0B23B1-780E-AEA9-725D-C38C97CD7437}"/>
              </a:ext>
            </a:extLst>
          </p:cNvPr>
          <p:cNvSpPr txBox="1"/>
          <p:nvPr/>
        </p:nvSpPr>
        <p:spPr>
          <a:xfrm>
            <a:off x="236075" y="2495550"/>
            <a:ext cx="21261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Sales Representative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C4F5F70-E8AA-D171-1092-2DDD578A9EA1}"/>
              </a:ext>
            </a:extLst>
          </p:cNvPr>
          <p:cNvSpPr/>
          <p:nvPr/>
        </p:nvSpPr>
        <p:spPr>
          <a:xfrm>
            <a:off x="2895600" y="959497"/>
            <a:ext cx="990600" cy="1447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Sales Order</a:t>
            </a:r>
          </a:p>
          <a:p>
            <a:pPr algn="ctr"/>
            <a:r>
              <a:rPr lang="en-IN" dirty="0"/>
              <a:t>(Build Apps)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60C656-96C5-CE72-3EDC-1CC0227806E4}"/>
              </a:ext>
            </a:extLst>
          </p:cNvPr>
          <p:cNvSpPr/>
          <p:nvPr/>
        </p:nvSpPr>
        <p:spPr>
          <a:xfrm>
            <a:off x="2061137" y="3368119"/>
            <a:ext cx="2126125" cy="685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S/4HANA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5B757AC3-0308-30BC-D283-5E6B2149DF90}"/>
              </a:ext>
            </a:extLst>
          </p:cNvPr>
          <p:cNvSpPr/>
          <p:nvPr/>
        </p:nvSpPr>
        <p:spPr>
          <a:xfrm>
            <a:off x="2362200" y="1428750"/>
            <a:ext cx="533400" cy="5232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91E64308-056C-8A45-3AEB-755540EBA7AE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 rot="5400000">
            <a:off x="2777139" y="2754358"/>
            <a:ext cx="960822" cy="2667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BA555106-A687-82CC-4F6D-60C560D2878C}"/>
              </a:ext>
            </a:extLst>
          </p:cNvPr>
          <p:cNvSpPr/>
          <p:nvPr/>
        </p:nvSpPr>
        <p:spPr>
          <a:xfrm>
            <a:off x="4876800" y="590550"/>
            <a:ext cx="2478665" cy="3886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r>
              <a:rPr lang="en-IN" dirty="0"/>
              <a:t>Build Process Automation</a:t>
            </a:r>
          </a:p>
          <a:p>
            <a:pPr algn="ctr"/>
            <a:r>
              <a:rPr lang="en-IN" dirty="0"/>
              <a:t>BTP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7E1720-8547-A044-6E7F-012864CA47ED}"/>
              </a:ext>
            </a:extLst>
          </p:cNvPr>
          <p:cNvSpPr/>
          <p:nvPr/>
        </p:nvSpPr>
        <p:spPr>
          <a:xfrm>
            <a:off x="5811332" y="1151300"/>
            <a:ext cx="609600" cy="304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900" dirty="0"/>
              <a:t>approval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80BC323-2446-FCDE-0A01-2D53BF1587D0}"/>
              </a:ext>
            </a:extLst>
          </p:cNvPr>
          <p:cNvSpPr/>
          <p:nvPr/>
        </p:nvSpPr>
        <p:spPr>
          <a:xfrm>
            <a:off x="5963732" y="710148"/>
            <a:ext cx="304800" cy="24711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46BD2C-AAF6-0157-E21E-E70F9BA07118}"/>
              </a:ext>
            </a:extLst>
          </p:cNvPr>
          <p:cNvSpPr/>
          <p:nvPr/>
        </p:nvSpPr>
        <p:spPr>
          <a:xfrm>
            <a:off x="5177872" y="1712635"/>
            <a:ext cx="609600" cy="304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dirty="0"/>
              <a:t>app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01E0D3B-5331-316A-F69D-5422BF9C3919}"/>
              </a:ext>
            </a:extLst>
          </p:cNvPr>
          <p:cNvSpPr/>
          <p:nvPr/>
        </p:nvSpPr>
        <p:spPr>
          <a:xfrm>
            <a:off x="6473272" y="1706883"/>
            <a:ext cx="609600" cy="304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 err="1"/>
              <a:t>rej</a:t>
            </a:r>
            <a:endParaRPr lang="en-IN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E1B94AD-D938-4137-CC3B-99DA10F556CF}"/>
              </a:ext>
            </a:extLst>
          </p:cNvPr>
          <p:cNvSpPr/>
          <p:nvPr/>
        </p:nvSpPr>
        <p:spPr>
          <a:xfrm>
            <a:off x="6019800" y="2564607"/>
            <a:ext cx="248732" cy="23574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D5996196-E1BE-078D-5F96-3F59DC91C490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 flipV="1">
            <a:off x="4187262" y="2533650"/>
            <a:ext cx="689538" cy="117736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1EA5F03-E228-AA1C-C8FC-18F680677EAB}"/>
              </a:ext>
            </a:extLst>
          </p:cNvPr>
          <p:cNvCxnSpPr>
            <a:stCxn id="10" idx="3"/>
          </p:cNvCxnSpPr>
          <p:nvPr/>
        </p:nvCxnSpPr>
        <p:spPr>
          <a:xfrm>
            <a:off x="3886200" y="1683397"/>
            <a:ext cx="1020631" cy="234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B04F91E-5EE1-3BA7-4F20-44FE53A88135}"/>
              </a:ext>
            </a:extLst>
          </p:cNvPr>
          <p:cNvCxnSpPr>
            <a:cxnSpLocks/>
            <a:stCxn id="17" idx="4"/>
            <a:endCxn id="16" idx="0"/>
          </p:cNvCxnSpPr>
          <p:nvPr/>
        </p:nvCxnSpPr>
        <p:spPr>
          <a:xfrm>
            <a:off x="6116132" y="957264"/>
            <a:ext cx="0" cy="194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CA563B2D-746A-9D23-D5DC-C1435D02EC5F}"/>
              </a:ext>
            </a:extLst>
          </p:cNvPr>
          <p:cNvCxnSpPr>
            <a:stCxn id="16" idx="2"/>
            <a:endCxn id="18" idx="0"/>
          </p:cNvCxnSpPr>
          <p:nvPr/>
        </p:nvCxnSpPr>
        <p:spPr>
          <a:xfrm rot="5400000">
            <a:off x="5671135" y="1267637"/>
            <a:ext cx="256535" cy="633460"/>
          </a:xfrm>
          <a:prstGeom prst="bentConnector3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0A87D117-BA17-069E-3F18-06FFA0282869}"/>
              </a:ext>
            </a:extLst>
          </p:cNvPr>
          <p:cNvCxnSpPr>
            <a:cxnSpLocks/>
            <a:stCxn id="16" idx="2"/>
            <a:endCxn id="19" idx="0"/>
          </p:cNvCxnSpPr>
          <p:nvPr/>
        </p:nvCxnSpPr>
        <p:spPr>
          <a:xfrm rot="16200000" flipH="1">
            <a:off x="6321711" y="1250521"/>
            <a:ext cx="250783" cy="66194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B4980469-6E05-7BC4-7D0D-3A22DF25AE8B}"/>
              </a:ext>
            </a:extLst>
          </p:cNvPr>
          <p:cNvCxnSpPr>
            <a:stCxn id="18" idx="2"/>
            <a:endCxn id="20" idx="0"/>
          </p:cNvCxnSpPr>
          <p:nvPr/>
        </p:nvCxnSpPr>
        <p:spPr>
          <a:xfrm rot="16200000" flipH="1">
            <a:off x="5539833" y="1960274"/>
            <a:ext cx="547172" cy="66149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96177CBC-1AF7-4F6D-159F-83A1D15F3CD5}"/>
              </a:ext>
            </a:extLst>
          </p:cNvPr>
          <p:cNvCxnSpPr>
            <a:cxnSpLocks/>
            <a:stCxn id="19" idx="2"/>
            <a:endCxn id="20" idx="0"/>
          </p:cNvCxnSpPr>
          <p:nvPr/>
        </p:nvCxnSpPr>
        <p:spPr>
          <a:xfrm rot="5400000">
            <a:off x="6184657" y="1971192"/>
            <a:ext cx="552924" cy="63390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98FB7C25-1FE6-1EB8-C456-F0EB8B3C060F}"/>
              </a:ext>
            </a:extLst>
          </p:cNvPr>
          <p:cNvSpPr txBox="1"/>
          <p:nvPr/>
        </p:nvSpPr>
        <p:spPr>
          <a:xfrm>
            <a:off x="7712159" y="2225873"/>
            <a:ext cx="990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Manager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E6C033-B265-371B-F138-560681CD348C}"/>
              </a:ext>
            </a:extLst>
          </p:cNvPr>
          <p:cNvSpPr txBox="1"/>
          <p:nvPr/>
        </p:nvSpPr>
        <p:spPr>
          <a:xfrm>
            <a:off x="4038600" y="1456099"/>
            <a:ext cx="7821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 dirty="0"/>
              <a:t>&lt;data&gt;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3E11A3-A380-7F42-2D6A-966159D8F8B9}"/>
              </a:ext>
            </a:extLst>
          </p:cNvPr>
          <p:cNvSpPr txBox="1"/>
          <p:nvPr/>
        </p:nvSpPr>
        <p:spPr>
          <a:xfrm>
            <a:off x="4114600" y="2349403"/>
            <a:ext cx="7821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b="1" dirty="0"/>
              <a:t>&lt;data&gt;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0F370C-B5D8-27DE-1196-039DDEAEF283}"/>
              </a:ext>
            </a:extLst>
          </p:cNvPr>
          <p:cNvSpPr/>
          <p:nvPr/>
        </p:nvSpPr>
        <p:spPr>
          <a:xfrm>
            <a:off x="7620000" y="2800350"/>
            <a:ext cx="1219200" cy="990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Build </a:t>
            </a:r>
            <a:r>
              <a:rPr lang="en-IN" dirty="0" err="1"/>
              <a:t>workzone</a:t>
            </a:r>
            <a:endParaRPr lang="en-IN" dirty="0"/>
          </a:p>
          <a:p>
            <a:pPr algn="ctr"/>
            <a:r>
              <a:rPr lang="en-IN" dirty="0"/>
              <a:t>My Inbox</a:t>
            </a:r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8D1C4534-5D93-6752-6081-B2FD57165929}"/>
              </a:ext>
            </a:extLst>
          </p:cNvPr>
          <p:cNvCxnSpPr>
            <a:stCxn id="2" idx="2"/>
          </p:cNvCxnSpPr>
          <p:nvPr/>
        </p:nvCxnSpPr>
        <p:spPr>
          <a:xfrm rot="5400000">
            <a:off x="7661049" y="3485367"/>
            <a:ext cx="262969" cy="87413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2604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28174-CDFA-8C93-44DE-9D26D4881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0293B4-D16C-6B44-34A2-5791214A3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A628F-50F7-5410-6868-C9F572B7B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24F3A64-CE1A-D036-09F0-4A36790CC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Scenario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568780-1AAC-B5C6-5A6B-0A098D05DC10}"/>
              </a:ext>
            </a:extLst>
          </p:cNvPr>
          <p:cNvSpPr txBox="1"/>
          <p:nvPr/>
        </p:nvSpPr>
        <p:spPr>
          <a:xfrm>
            <a:off x="152400" y="971549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  <a:hlinkClick r:id="rId2"/>
              </a:rPr>
              <a:t>https://help.sap.com/docs/build-process-automation/sap-build-process-automation/configure-sap-build-process-automation-destinations</a:t>
            </a:r>
            <a:endParaRPr lang="en-US" sz="1400" b="0" i="0" dirty="0">
              <a:effectLst/>
            </a:endParaRPr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61519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5D2C93-0120-CCFC-9609-5065A85D5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7B24C2-E0A7-CEBF-F7A8-383001851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26B177-165E-9165-72C4-FD0C520A2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B080056-AF3B-2DD1-1233-CD37BCC6426B}"/>
                  </a:ext>
                </a:extLst>
              </p14:cNvPr>
              <p14:cNvContentPartPr/>
              <p14:nvPr/>
            </p14:nvContentPartPr>
            <p14:xfrm>
              <a:off x="1315357" y="-14658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B080056-AF3B-2DD1-1233-CD37BCC6426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06357" y="-23658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20877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lowchart: Connector 4"/>
          <p:cNvSpPr/>
          <p:nvPr/>
        </p:nvSpPr>
        <p:spPr>
          <a:xfrm>
            <a:off x="4355976" y="21622"/>
            <a:ext cx="4168026" cy="4101362"/>
          </a:xfrm>
          <a:prstGeom prst="flowChartConnector">
            <a:avLst/>
          </a:prstGeom>
          <a:gradFill flip="none" rotWithShape="1">
            <a:gsLst>
              <a:gs pos="0">
                <a:srgbClr val="55E96E"/>
              </a:gs>
              <a:gs pos="46000">
                <a:srgbClr val="0AEC25"/>
              </a:gs>
              <a:gs pos="100000">
                <a:srgbClr val="00B050"/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6" name="Picture Placeholder 11">
            <a:extLst>
              <a:ext uri="{FF2B5EF4-FFF2-40B4-BE49-F238E27FC236}">
                <a16:creationId xmlns:a16="http://schemas.microsoft.com/office/drawing/2014/main" id="{420F5850-2D59-4C25-ADFF-E9013C5A6A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49" y="10551"/>
            <a:ext cx="5088657" cy="4690760"/>
          </a:xfrm>
          <a:custGeom>
            <a:avLst/>
            <a:gdLst>
              <a:gd name="connsiteX0" fmla="*/ 0 w 7654699"/>
              <a:gd name="connsiteY0" fmla="*/ 0 h 5678805"/>
              <a:gd name="connsiteX1" fmla="*/ 7654699 w 7654699"/>
              <a:gd name="connsiteY1" fmla="*/ 0 h 5678805"/>
              <a:gd name="connsiteX2" fmla="*/ 7654699 w 7654699"/>
              <a:gd name="connsiteY2" fmla="*/ 0 h 5678805"/>
              <a:gd name="connsiteX3" fmla="*/ 7654699 w 7654699"/>
              <a:gd name="connsiteY3" fmla="*/ 4808982 h 5678805"/>
              <a:gd name="connsiteX4" fmla="*/ 6784876 w 7654699"/>
              <a:gd name="connsiteY4" fmla="*/ 5678805 h 5678805"/>
              <a:gd name="connsiteX5" fmla="*/ 869823 w 7654699"/>
              <a:gd name="connsiteY5" fmla="*/ 5678805 h 5678805"/>
              <a:gd name="connsiteX6" fmla="*/ 0 w 7654699"/>
              <a:gd name="connsiteY6" fmla="*/ 4808982 h 5678805"/>
              <a:gd name="connsiteX7" fmla="*/ 0 w 7654699"/>
              <a:gd name="connsiteY7" fmla="*/ 0 h 5678805"/>
              <a:gd name="connsiteX8" fmla="*/ 0 w 7654699"/>
              <a:gd name="connsiteY8" fmla="*/ 0 h 5678805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9" fmla="*/ 0 w 7654699"/>
              <a:gd name="connsiteY9" fmla="*/ 6717 h 5685522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0" fmla="*/ 0 w 7654699"/>
              <a:gd name="connsiteY0" fmla="*/ 4815699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0" fmla="*/ 776254 w 7561130"/>
              <a:gd name="connsiteY0" fmla="*/ 5685522 h 5685522"/>
              <a:gd name="connsiteX1" fmla="*/ 807946 w 7561130"/>
              <a:gd name="connsiteY1" fmla="*/ 0 h 5685522"/>
              <a:gd name="connsiteX2" fmla="*/ 7561130 w 7561130"/>
              <a:gd name="connsiteY2" fmla="*/ 6717 h 5685522"/>
              <a:gd name="connsiteX3" fmla="*/ 7561130 w 7561130"/>
              <a:gd name="connsiteY3" fmla="*/ 6717 h 5685522"/>
              <a:gd name="connsiteX4" fmla="*/ 7561130 w 7561130"/>
              <a:gd name="connsiteY4" fmla="*/ 4815699 h 5685522"/>
              <a:gd name="connsiteX5" fmla="*/ 6691307 w 7561130"/>
              <a:gd name="connsiteY5" fmla="*/ 5685522 h 5685522"/>
              <a:gd name="connsiteX6" fmla="*/ 776254 w 7561130"/>
              <a:gd name="connsiteY6" fmla="*/ 5685522 h 5685522"/>
              <a:gd name="connsiteX0" fmla="*/ 0 w 6784876"/>
              <a:gd name="connsiteY0" fmla="*/ 5685522 h 5685522"/>
              <a:gd name="connsiteX1" fmla="*/ 31692 w 6784876"/>
              <a:gd name="connsiteY1" fmla="*/ 0 h 5685522"/>
              <a:gd name="connsiteX2" fmla="*/ 6784876 w 6784876"/>
              <a:gd name="connsiteY2" fmla="*/ 6717 h 5685522"/>
              <a:gd name="connsiteX3" fmla="*/ 6784876 w 6784876"/>
              <a:gd name="connsiteY3" fmla="*/ 6717 h 5685522"/>
              <a:gd name="connsiteX4" fmla="*/ 6784876 w 6784876"/>
              <a:gd name="connsiteY4" fmla="*/ 4815699 h 5685522"/>
              <a:gd name="connsiteX5" fmla="*/ 5915053 w 6784876"/>
              <a:gd name="connsiteY5" fmla="*/ 5685522 h 5685522"/>
              <a:gd name="connsiteX6" fmla="*/ 0 w 6784876"/>
              <a:gd name="connsiteY6" fmla="*/ 5685522 h 5685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84876" h="5685522">
                <a:moveTo>
                  <a:pt x="0" y="5685522"/>
                </a:moveTo>
                <a:lnTo>
                  <a:pt x="31692" y="0"/>
                </a:lnTo>
                <a:lnTo>
                  <a:pt x="6784876" y="6717"/>
                </a:lnTo>
                <a:lnTo>
                  <a:pt x="6784876" y="6717"/>
                </a:lnTo>
                <a:lnTo>
                  <a:pt x="6784876" y="4815699"/>
                </a:lnTo>
                <a:cubicBezTo>
                  <a:pt x="6784876" y="5296089"/>
                  <a:pt x="6395443" y="5685522"/>
                  <a:pt x="5915053" y="5685522"/>
                </a:cubicBezTo>
                <a:lnTo>
                  <a:pt x="0" y="5685522"/>
                </a:lnTo>
                <a:close/>
              </a:path>
            </a:pathLst>
          </a:custGeom>
        </p:spPr>
      </p:pic>
      <p:sp>
        <p:nvSpPr>
          <p:cNvPr id="7" name="Rectangle: Rounded Corners 3">
            <a:extLst>
              <a:ext uri="{FF2B5EF4-FFF2-40B4-BE49-F238E27FC236}">
                <a16:creationId xmlns:a16="http://schemas.microsoft.com/office/drawing/2014/main" id="{4DCA9A03-C201-42B6-AF8D-AB31333C8852}"/>
              </a:ext>
            </a:extLst>
          </p:cNvPr>
          <p:cNvSpPr/>
          <p:nvPr/>
        </p:nvSpPr>
        <p:spPr>
          <a:xfrm>
            <a:off x="4550245" y="735546"/>
            <a:ext cx="3973757" cy="2082201"/>
          </a:xfrm>
          <a:prstGeom prst="roundRect">
            <a:avLst>
              <a:gd name="adj" fmla="val 8835"/>
            </a:avLst>
          </a:pr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3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09D3EC-7881-4341-8189-469046CA259E}"/>
              </a:ext>
            </a:extLst>
          </p:cNvPr>
          <p:cNvSpPr txBox="1"/>
          <p:nvPr/>
        </p:nvSpPr>
        <p:spPr>
          <a:xfrm>
            <a:off x="4981951" y="1042138"/>
            <a:ext cx="3179963" cy="461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3000" b="1" dirty="0">
                <a:solidFill>
                  <a:srgbClr val="75C042"/>
                </a:solidFill>
              </a:rPr>
              <a:t>What We </a:t>
            </a:r>
            <a:r>
              <a:rPr lang="en-IN" sz="3000" b="1" dirty="0">
                <a:solidFill>
                  <a:srgbClr val="55E96E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Did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CBE2D0-9475-4BE8-AC62-B9A03DC275C3}"/>
              </a:ext>
            </a:extLst>
          </p:cNvPr>
          <p:cNvSpPr txBox="1"/>
          <p:nvPr/>
        </p:nvSpPr>
        <p:spPr>
          <a:xfrm>
            <a:off x="4981951" y="1610639"/>
            <a:ext cx="3179963" cy="4616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3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Let’s Summarize</a:t>
            </a:r>
            <a:endParaRPr lang="en-US" sz="30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BADDFA3-0336-41F5-81AE-B9456B828C2C}"/>
              </a:ext>
            </a:extLst>
          </p:cNvPr>
          <p:cNvGrpSpPr/>
          <p:nvPr/>
        </p:nvGrpSpPr>
        <p:grpSpPr>
          <a:xfrm>
            <a:off x="4999393" y="2370854"/>
            <a:ext cx="463016" cy="82493"/>
            <a:chOff x="6006451" y="5603130"/>
            <a:chExt cx="617354" cy="109990"/>
          </a:xfrm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EF42471A-33F9-4E04-8306-66A59FCEE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6451" y="5603130"/>
              <a:ext cx="109992" cy="109990"/>
            </a:xfrm>
            <a:prstGeom prst="rect">
              <a:avLst/>
            </a:prstGeom>
            <a:solidFill>
              <a:srgbClr val="00B050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C99CB4F6-0149-49F4-8A24-BEB708A29F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0132" y="5603130"/>
              <a:ext cx="109992" cy="109990"/>
            </a:xfrm>
            <a:prstGeom prst="rect">
              <a:avLst/>
            </a:prstGeom>
            <a:solidFill>
              <a:srgbClr val="75C04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  <p:sp>
          <p:nvSpPr>
            <p:cNvPr id="13" name="Rectangle 5">
              <a:extLst>
                <a:ext uri="{FF2B5EF4-FFF2-40B4-BE49-F238E27FC236}">
                  <a16:creationId xmlns:a16="http://schemas.microsoft.com/office/drawing/2014/main" id="{8BED369E-8B8A-45FD-8B5A-703CE09C29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3813" y="5603130"/>
              <a:ext cx="109992" cy="109990"/>
            </a:xfrm>
            <a:prstGeom prst="rect">
              <a:avLst/>
            </a:prstGeom>
            <a:solidFill>
              <a:srgbClr val="0AEC25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</p:grpSp>
      <p:sp>
        <p:nvSpPr>
          <p:cNvPr id="14" name="Google Shape;845;p16"/>
          <p:cNvSpPr/>
          <p:nvPr/>
        </p:nvSpPr>
        <p:spPr>
          <a:xfrm>
            <a:off x="1190" y="0"/>
            <a:ext cx="1494765" cy="736929"/>
          </a:xfrm>
          <a:custGeom>
            <a:avLst/>
            <a:gdLst/>
            <a:ahLst/>
            <a:cxnLst/>
            <a:rect l="l" t="t" r="r" b="b"/>
            <a:pathLst>
              <a:path w="1993020" h="1803466" extrusionOk="0">
                <a:moveTo>
                  <a:pt x="0" y="0"/>
                </a:moveTo>
                <a:lnTo>
                  <a:pt x="1993020" y="0"/>
                </a:lnTo>
                <a:lnTo>
                  <a:pt x="1229306" y="1803466"/>
                </a:lnTo>
                <a:lnTo>
                  <a:pt x="0" y="1803466"/>
                </a:lnTo>
                <a:lnTo>
                  <a:pt x="0" y="0"/>
                </a:lnTo>
                <a:close/>
              </a:path>
            </a:pathLst>
          </a:custGeom>
          <a:solidFill>
            <a:srgbClr val="75C042"/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 defTabSz="685800">
              <a:buClr>
                <a:srgbClr val="000000"/>
              </a:buClr>
              <a:defRPr/>
            </a:pPr>
            <a:endParaRPr sz="1350" kern="0">
              <a:solidFill>
                <a:srgbClr val="75C04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552;p2"/>
          <p:cNvSpPr txBox="1"/>
          <p:nvPr/>
        </p:nvSpPr>
        <p:spPr>
          <a:xfrm>
            <a:off x="7108178" y="4873864"/>
            <a:ext cx="2251926" cy="253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en-US" sz="1200" dirty="0">
                <a:solidFill>
                  <a:srgbClr val="75C042"/>
                </a:solidFill>
                <a:latin typeface="Cambria" panose="02040503050406030204" pitchFamily="18" charset="0"/>
                <a:ea typeface="Cambria" panose="02040503050406030204" pitchFamily="18" charset="0"/>
                <a:cs typeface="Corben"/>
                <a:sym typeface="Corben"/>
              </a:rPr>
              <a:t>www.anubhavtrainings.com</a:t>
            </a:r>
            <a:endParaRPr sz="1200" dirty="0">
              <a:solidFill>
                <a:srgbClr val="75C042"/>
              </a:solidFill>
              <a:latin typeface="Cambria" panose="02040503050406030204" pitchFamily="18" charset="0"/>
              <a:ea typeface="Cambria" panose="02040503050406030204" pitchFamily="18" charset="0"/>
              <a:cs typeface="Corben"/>
              <a:sym typeface="Corben"/>
            </a:endParaRPr>
          </a:p>
        </p:txBody>
      </p:sp>
      <p:pic>
        <p:nvPicPr>
          <p:cNvPr id="17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613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/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BB0BAE-F023-4B67-BE79-3E1A8ACA9361}"/>
              </a:ext>
            </a:extLst>
          </p:cNvPr>
          <p:cNvSpPr txBox="1"/>
          <p:nvPr/>
        </p:nvSpPr>
        <p:spPr>
          <a:xfrm>
            <a:off x="946764" y="2580648"/>
            <a:ext cx="4187536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4500" b="1" dirty="0">
                <a:solidFill>
                  <a:srgbClr val="75C042"/>
                </a:solidFill>
              </a:rPr>
              <a:t>Thank</a:t>
            </a:r>
            <a:r>
              <a:rPr lang="en-IN" sz="4500" b="1" dirty="0">
                <a:solidFill>
                  <a:schemeClr val="accent1"/>
                </a:solidFill>
              </a:rPr>
              <a:t> </a:t>
            </a:r>
            <a:r>
              <a:rPr lang="en-IN" sz="4500" b="1" dirty="0">
                <a:solidFill>
                  <a:srgbClr val="75C042"/>
                </a:solidFill>
              </a:rPr>
              <a:t>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D57203-1FF5-432E-8E3E-4DFC442AA54C}"/>
              </a:ext>
            </a:extLst>
          </p:cNvPr>
          <p:cNvSpPr txBox="1"/>
          <p:nvPr/>
        </p:nvSpPr>
        <p:spPr>
          <a:xfrm>
            <a:off x="946764" y="3435846"/>
            <a:ext cx="4187536" cy="69249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4500" b="1" dirty="0">
                <a:solidFill>
                  <a:srgbClr val="75C042"/>
                </a:solidFill>
              </a:rPr>
              <a:t>End of </a:t>
            </a:r>
            <a:r>
              <a:rPr lang="en-US" sz="4050" b="1" kern="0">
                <a:solidFill>
                  <a:srgbClr val="75C042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Day 23</a:t>
            </a:r>
            <a:endParaRPr lang="en-US" sz="4050" b="1" dirty="0">
              <a:solidFill>
                <a:srgbClr val="75C042"/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8CF33A-90E6-4EA2-B3D7-0B26F42FF079}"/>
              </a:ext>
            </a:extLst>
          </p:cNvPr>
          <p:cNvGrpSpPr/>
          <p:nvPr/>
        </p:nvGrpSpPr>
        <p:grpSpPr>
          <a:xfrm>
            <a:off x="946763" y="4247149"/>
            <a:ext cx="983696" cy="278476"/>
            <a:chOff x="1162522" y="5662865"/>
            <a:chExt cx="1311594" cy="37130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21818D1-4413-4BFC-80DF-9BAF80F237AF}"/>
                </a:ext>
              </a:extLst>
            </p:cNvPr>
            <p:cNvSpPr/>
            <p:nvPr/>
          </p:nvSpPr>
          <p:spPr>
            <a:xfrm>
              <a:off x="1162522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6" name="Shape">
              <a:hlinkClick r:id="rId2"/>
              <a:extLst>
                <a:ext uri="{FF2B5EF4-FFF2-40B4-BE49-F238E27FC236}">
                  <a16:creationId xmlns:a16="http://schemas.microsoft.com/office/drawing/2014/main" id="{EDFC2025-1ECF-4924-AE38-C781400903DF}"/>
                </a:ext>
              </a:extLst>
            </p:cNvPr>
            <p:cNvSpPr/>
            <p:nvPr/>
          </p:nvSpPr>
          <p:spPr>
            <a:xfrm>
              <a:off x="1296648" y="5763560"/>
              <a:ext cx="85868" cy="1842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72" y="7078"/>
                  </a:moveTo>
                  <a:lnTo>
                    <a:pt x="14372" y="5216"/>
                  </a:lnTo>
                  <a:cubicBezTo>
                    <a:pt x="14372" y="4937"/>
                    <a:pt x="14400" y="4721"/>
                    <a:pt x="14456" y="4568"/>
                  </a:cubicBezTo>
                  <a:cubicBezTo>
                    <a:pt x="14512" y="4415"/>
                    <a:pt x="14639" y="4264"/>
                    <a:pt x="14836" y="4115"/>
                  </a:cubicBezTo>
                  <a:cubicBezTo>
                    <a:pt x="15033" y="3967"/>
                    <a:pt x="15352" y="3864"/>
                    <a:pt x="15793" y="3808"/>
                  </a:cubicBezTo>
                  <a:cubicBezTo>
                    <a:pt x="16233" y="3751"/>
                    <a:pt x="16819" y="3722"/>
                    <a:pt x="17551" y="3722"/>
                  </a:cubicBezTo>
                  <a:lnTo>
                    <a:pt x="21544" y="3722"/>
                  </a:lnTo>
                  <a:lnTo>
                    <a:pt x="21544" y="0"/>
                  </a:lnTo>
                  <a:lnTo>
                    <a:pt x="15160" y="0"/>
                  </a:lnTo>
                  <a:cubicBezTo>
                    <a:pt x="11466" y="0"/>
                    <a:pt x="8813" y="409"/>
                    <a:pt x="7200" y="1225"/>
                  </a:cubicBezTo>
                  <a:cubicBezTo>
                    <a:pt x="5588" y="2042"/>
                    <a:pt x="4782" y="3246"/>
                    <a:pt x="4782" y="4836"/>
                  </a:cubicBezTo>
                  <a:lnTo>
                    <a:pt x="4782" y="7077"/>
                  </a:lnTo>
                  <a:lnTo>
                    <a:pt x="0" y="7077"/>
                  </a:lnTo>
                  <a:lnTo>
                    <a:pt x="0" y="10800"/>
                  </a:lnTo>
                  <a:lnTo>
                    <a:pt x="4781" y="10800"/>
                  </a:lnTo>
                  <a:lnTo>
                    <a:pt x="4781" y="21600"/>
                  </a:lnTo>
                  <a:lnTo>
                    <a:pt x="14372" y="21600"/>
                  </a:lnTo>
                  <a:lnTo>
                    <a:pt x="14372" y="10800"/>
                  </a:lnTo>
                  <a:lnTo>
                    <a:pt x="20756" y="10800"/>
                  </a:lnTo>
                  <a:lnTo>
                    <a:pt x="21600" y="7078"/>
                  </a:lnTo>
                  <a:cubicBezTo>
                    <a:pt x="21600" y="7078"/>
                    <a:pt x="14372" y="7078"/>
                    <a:pt x="14372" y="7078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C594A17-950B-4231-AA93-6E8DB90F8098}"/>
                </a:ext>
              </a:extLst>
            </p:cNvPr>
            <p:cNvSpPr/>
            <p:nvPr/>
          </p:nvSpPr>
          <p:spPr>
            <a:xfrm>
              <a:off x="1632668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8" name="Shape">
              <a:hlinkClick r:id="rId3"/>
              <a:extLst>
                <a:ext uri="{FF2B5EF4-FFF2-40B4-BE49-F238E27FC236}">
                  <a16:creationId xmlns:a16="http://schemas.microsoft.com/office/drawing/2014/main" id="{C70A3C55-CE25-4C0F-9537-824AEA080D1D}"/>
                </a:ext>
              </a:extLst>
            </p:cNvPr>
            <p:cNvSpPr/>
            <p:nvPr/>
          </p:nvSpPr>
          <p:spPr>
            <a:xfrm>
              <a:off x="1716213" y="5774232"/>
              <a:ext cx="200503" cy="1629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557"/>
                  </a:moveTo>
                  <a:cubicBezTo>
                    <a:pt x="20797" y="2991"/>
                    <a:pt x="19941" y="3278"/>
                    <a:pt x="19048" y="3418"/>
                  </a:cubicBezTo>
                  <a:cubicBezTo>
                    <a:pt x="19966" y="2743"/>
                    <a:pt x="20667" y="1683"/>
                    <a:pt x="20997" y="405"/>
                  </a:cubicBezTo>
                  <a:cubicBezTo>
                    <a:pt x="20141" y="1034"/>
                    <a:pt x="19196" y="1477"/>
                    <a:pt x="18188" y="1725"/>
                  </a:cubicBezTo>
                  <a:cubicBezTo>
                    <a:pt x="17376" y="660"/>
                    <a:pt x="16217" y="0"/>
                    <a:pt x="14954" y="0"/>
                  </a:cubicBezTo>
                  <a:cubicBezTo>
                    <a:pt x="12502" y="0"/>
                    <a:pt x="10529" y="2449"/>
                    <a:pt x="10529" y="5451"/>
                  </a:cubicBezTo>
                  <a:cubicBezTo>
                    <a:pt x="10529" y="5883"/>
                    <a:pt x="10558" y="6299"/>
                    <a:pt x="10631" y="6694"/>
                  </a:cubicBezTo>
                  <a:cubicBezTo>
                    <a:pt x="6950" y="6473"/>
                    <a:pt x="3692" y="4302"/>
                    <a:pt x="1504" y="994"/>
                  </a:cubicBezTo>
                  <a:cubicBezTo>
                    <a:pt x="1122" y="1809"/>
                    <a:pt x="898" y="2743"/>
                    <a:pt x="898" y="3748"/>
                  </a:cubicBezTo>
                  <a:cubicBezTo>
                    <a:pt x="898" y="5636"/>
                    <a:pt x="1687" y="7309"/>
                    <a:pt x="2865" y="8278"/>
                  </a:cubicBezTo>
                  <a:cubicBezTo>
                    <a:pt x="2153" y="8261"/>
                    <a:pt x="1455" y="8007"/>
                    <a:pt x="864" y="7606"/>
                  </a:cubicBezTo>
                  <a:cubicBezTo>
                    <a:pt x="864" y="7623"/>
                    <a:pt x="864" y="7645"/>
                    <a:pt x="864" y="7666"/>
                  </a:cubicBezTo>
                  <a:cubicBezTo>
                    <a:pt x="864" y="10315"/>
                    <a:pt x="2399" y="12515"/>
                    <a:pt x="4412" y="13022"/>
                  </a:cubicBezTo>
                  <a:cubicBezTo>
                    <a:pt x="4051" y="13143"/>
                    <a:pt x="3658" y="13201"/>
                    <a:pt x="3251" y="13201"/>
                  </a:cubicBezTo>
                  <a:cubicBezTo>
                    <a:pt x="2967" y="13201"/>
                    <a:pt x="2681" y="13181"/>
                    <a:pt x="2412" y="13108"/>
                  </a:cubicBezTo>
                  <a:cubicBezTo>
                    <a:pt x="2986" y="15266"/>
                    <a:pt x="4614" y="16853"/>
                    <a:pt x="6550" y="16905"/>
                  </a:cubicBezTo>
                  <a:cubicBezTo>
                    <a:pt x="5044" y="18355"/>
                    <a:pt x="3131" y="19229"/>
                    <a:pt x="1060" y="19229"/>
                  </a:cubicBezTo>
                  <a:cubicBezTo>
                    <a:pt x="697" y="19229"/>
                    <a:pt x="348" y="19209"/>
                    <a:pt x="0" y="19154"/>
                  </a:cubicBezTo>
                  <a:cubicBezTo>
                    <a:pt x="1962" y="20711"/>
                    <a:pt x="4286" y="21600"/>
                    <a:pt x="6793" y="21600"/>
                  </a:cubicBezTo>
                  <a:cubicBezTo>
                    <a:pt x="14942" y="21600"/>
                    <a:pt x="19397" y="13292"/>
                    <a:pt x="19397" y="6091"/>
                  </a:cubicBezTo>
                  <a:cubicBezTo>
                    <a:pt x="19397" y="5850"/>
                    <a:pt x="19390" y="5618"/>
                    <a:pt x="19380" y="5387"/>
                  </a:cubicBezTo>
                  <a:cubicBezTo>
                    <a:pt x="20259" y="4619"/>
                    <a:pt x="20998" y="3660"/>
                    <a:pt x="21600" y="2557"/>
                  </a:cubicBezTo>
                  <a:cubicBezTo>
                    <a:pt x="21600" y="2557"/>
                    <a:pt x="21600" y="2557"/>
                    <a:pt x="21600" y="2557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F389CA4-9215-4DA8-BFFA-FA4329B49979}"/>
                </a:ext>
              </a:extLst>
            </p:cNvPr>
            <p:cNvSpPr/>
            <p:nvPr/>
          </p:nvSpPr>
          <p:spPr>
            <a:xfrm>
              <a:off x="2102815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10" name="Shape">
              <a:hlinkClick r:id="rId4"/>
              <a:extLst>
                <a:ext uri="{FF2B5EF4-FFF2-40B4-BE49-F238E27FC236}">
                  <a16:creationId xmlns:a16="http://schemas.microsoft.com/office/drawing/2014/main" id="{F0CB12D6-F0DA-4BB6-B2C7-4BE43A29C51F}"/>
                </a:ext>
              </a:extLst>
            </p:cNvPr>
            <p:cNvSpPr/>
            <p:nvPr/>
          </p:nvSpPr>
          <p:spPr>
            <a:xfrm>
              <a:off x="2189003" y="5751342"/>
              <a:ext cx="202748" cy="20274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427" y="11280"/>
                  </a:moveTo>
                  <a:cubicBezTo>
                    <a:pt x="17712" y="10975"/>
                    <a:pt x="15821" y="11022"/>
                    <a:pt x="13768" y="11419"/>
                  </a:cubicBezTo>
                  <a:cubicBezTo>
                    <a:pt x="13571" y="10725"/>
                    <a:pt x="13362" y="10071"/>
                    <a:pt x="13146" y="9456"/>
                  </a:cubicBezTo>
                  <a:cubicBezTo>
                    <a:pt x="15173" y="8681"/>
                    <a:pt x="16814" y="7539"/>
                    <a:pt x="18018" y="6057"/>
                  </a:cubicBezTo>
                  <a:cubicBezTo>
                    <a:pt x="18916" y="7419"/>
                    <a:pt x="19440" y="9050"/>
                    <a:pt x="19440" y="10800"/>
                  </a:cubicBezTo>
                  <a:cubicBezTo>
                    <a:pt x="19440" y="10961"/>
                    <a:pt x="19435" y="11121"/>
                    <a:pt x="19427" y="11280"/>
                  </a:cubicBezTo>
                  <a:cubicBezTo>
                    <a:pt x="19427" y="11280"/>
                    <a:pt x="19427" y="11280"/>
                    <a:pt x="19427" y="11280"/>
                  </a:cubicBezTo>
                  <a:close/>
                  <a:moveTo>
                    <a:pt x="15025" y="18334"/>
                  </a:moveTo>
                  <a:cubicBezTo>
                    <a:pt x="14873" y="16593"/>
                    <a:pt x="14617" y="14987"/>
                    <a:pt x="14296" y="13522"/>
                  </a:cubicBezTo>
                  <a:cubicBezTo>
                    <a:pt x="15886" y="13225"/>
                    <a:pt x="17507" y="13137"/>
                    <a:pt x="19038" y="13406"/>
                  </a:cubicBezTo>
                  <a:cubicBezTo>
                    <a:pt x="18371" y="15511"/>
                    <a:pt x="16918" y="17268"/>
                    <a:pt x="15025" y="18334"/>
                  </a:cubicBezTo>
                  <a:cubicBezTo>
                    <a:pt x="15025" y="18334"/>
                    <a:pt x="15025" y="18334"/>
                    <a:pt x="15025" y="18334"/>
                  </a:cubicBezTo>
                  <a:close/>
                  <a:moveTo>
                    <a:pt x="10800" y="19440"/>
                  </a:moveTo>
                  <a:cubicBezTo>
                    <a:pt x="8577" y="19440"/>
                    <a:pt x="6548" y="18596"/>
                    <a:pt x="5015" y="17212"/>
                  </a:cubicBezTo>
                  <a:cubicBezTo>
                    <a:pt x="6456" y="16365"/>
                    <a:pt x="9162" y="14922"/>
                    <a:pt x="12199" y="14029"/>
                  </a:cubicBezTo>
                  <a:cubicBezTo>
                    <a:pt x="12538" y="15587"/>
                    <a:pt x="12795" y="17303"/>
                    <a:pt x="12924" y="19176"/>
                  </a:cubicBezTo>
                  <a:cubicBezTo>
                    <a:pt x="12244" y="19348"/>
                    <a:pt x="11533" y="19440"/>
                    <a:pt x="10800" y="19440"/>
                  </a:cubicBezTo>
                  <a:cubicBezTo>
                    <a:pt x="10800" y="19440"/>
                    <a:pt x="10800" y="19440"/>
                    <a:pt x="10800" y="19440"/>
                  </a:cubicBezTo>
                  <a:close/>
                  <a:moveTo>
                    <a:pt x="2160" y="10800"/>
                  </a:moveTo>
                  <a:cubicBezTo>
                    <a:pt x="2160" y="10677"/>
                    <a:pt x="2163" y="10555"/>
                    <a:pt x="2168" y="10434"/>
                  </a:cubicBezTo>
                  <a:cubicBezTo>
                    <a:pt x="3029" y="10541"/>
                    <a:pt x="4305" y="10658"/>
                    <a:pt x="5793" y="10658"/>
                  </a:cubicBezTo>
                  <a:cubicBezTo>
                    <a:pt x="6514" y="10658"/>
                    <a:pt x="7284" y="10631"/>
                    <a:pt x="8081" y="10562"/>
                  </a:cubicBezTo>
                  <a:cubicBezTo>
                    <a:pt x="9142" y="10470"/>
                    <a:pt x="10142" y="10310"/>
                    <a:pt x="11081" y="10088"/>
                  </a:cubicBezTo>
                  <a:cubicBezTo>
                    <a:pt x="11287" y="10669"/>
                    <a:pt x="11485" y="11281"/>
                    <a:pt x="11671" y="11928"/>
                  </a:cubicBezTo>
                  <a:cubicBezTo>
                    <a:pt x="10698" y="12211"/>
                    <a:pt x="9693" y="12565"/>
                    <a:pt x="8656" y="12990"/>
                  </a:cubicBezTo>
                  <a:cubicBezTo>
                    <a:pt x="6423" y="13906"/>
                    <a:pt x="4601" y="14931"/>
                    <a:pt x="3585" y="15547"/>
                  </a:cubicBezTo>
                  <a:cubicBezTo>
                    <a:pt x="2685" y="14184"/>
                    <a:pt x="2160" y="12552"/>
                    <a:pt x="2160" y="10800"/>
                  </a:cubicBezTo>
                  <a:cubicBezTo>
                    <a:pt x="2160" y="10800"/>
                    <a:pt x="2160" y="10800"/>
                    <a:pt x="2160" y="10800"/>
                  </a:cubicBezTo>
                  <a:close/>
                  <a:moveTo>
                    <a:pt x="7253" y="2922"/>
                  </a:moveTo>
                  <a:cubicBezTo>
                    <a:pt x="7897" y="3727"/>
                    <a:pt x="9119" y="5437"/>
                    <a:pt x="10273" y="8054"/>
                  </a:cubicBezTo>
                  <a:cubicBezTo>
                    <a:pt x="7243" y="8704"/>
                    <a:pt x="4136" y="8489"/>
                    <a:pt x="2530" y="8298"/>
                  </a:cubicBezTo>
                  <a:cubicBezTo>
                    <a:pt x="3257" y="5901"/>
                    <a:pt x="4998" y="3941"/>
                    <a:pt x="7253" y="2922"/>
                  </a:cubicBezTo>
                  <a:cubicBezTo>
                    <a:pt x="7253" y="2922"/>
                    <a:pt x="7253" y="2922"/>
                    <a:pt x="7253" y="2922"/>
                  </a:cubicBezTo>
                  <a:close/>
                  <a:moveTo>
                    <a:pt x="10800" y="2160"/>
                  </a:moveTo>
                  <a:cubicBezTo>
                    <a:pt x="13021" y="2160"/>
                    <a:pt x="15049" y="3003"/>
                    <a:pt x="16581" y="4385"/>
                  </a:cubicBezTo>
                  <a:cubicBezTo>
                    <a:pt x="15509" y="5855"/>
                    <a:pt x="14008" y="6822"/>
                    <a:pt x="12365" y="7445"/>
                  </a:cubicBezTo>
                  <a:cubicBezTo>
                    <a:pt x="12091" y="6806"/>
                    <a:pt x="11817" y="6226"/>
                    <a:pt x="11555" y="5709"/>
                  </a:cubicBezTo>
                  <a:cubicBezTo>
                    <a:pt x="10795" y="4211"/>
                    <a:pt x="10048" y="3064"/>
                    <a:pt x="9466" y="2263"/>
                  </a:cubicBezTo>
                  <a:cubicBezTo>
                    <a:pt x="9901" y="2195"/>
                    <a:pt x="10346" y="2160"/>
                    <a:pt x="10800" y="2160"/>
                  </a:cubicBezTo>
                  <a:cubicBezTo>
                    <a:pt x="10800" y="2160"/>
                    <a:pt x="10800" y="2160"/>
                    <a:pt x="10800" y="2160"/>
                  </a:cubicBezTo>
                  <a:close/>
                  <a:moveTo>
                    <a:pt x="18834" y="3590"/>
                  </a:moveTo>
                  <a:lnTo>
                    <a:pt x="18682" y="3425"/>
                  </a:lnTo>
                  <a:cubicBezTo>
                    <a:pt x="16710" y="1318"/>
                    <a:pt x="13906" y="0"/>
                    <a:pt x="10800" y="0"/>
                  </a:cubicBezTo>
                  <a:cubicBezTo>
                    <a:pt x="9564" y="0"/>
                    <a:pt x="8376" y="209"/>
                    <a:pt x="7269" y="593"/>
                  </a:cubicBezTo>
                  <a:lnTo>
                    <a:pt x="7157" y="633"/>
                  </a:lnTo>
                  <a:cubicBezTo>
                    <a:pt x="3542" y="1932"/>
                    <a:pt x="814" y="5108"/>
                    <a:pt x="154" y="8980"/>
                  </a:cubicBezTo>
                  <a:cubicBezTo>
                    <a:pt x="153" y="8984"/>
                    <a:pt x="152" y="8988"/>
                    <a:pt x="152" y="8991"/>
                  </a:cubicBezTo>
                  <a:cubicBezTo>
                    <a:pt x="149" y="9004"/>
                    <a:pt x="148" y="9016"/>
                    <a:pt x="146" y="9028"/>
                  </a:cubicBezTo>
                  <a:cubicBezTo>
                    <a:pt x="51" y="9605"/>
                    <a:pt x="0" y="10197"/>
                    <a:pt x="0" y="10800"/>
                  </a:cubicBezTo>
                  <a:cubicBezTo>
                    <a:pt x="0" y="13375"/>
                    <a:pt x="906" y="15741"/>
                    <a:pt x="2416" y="17599"/>
                  </a:cubicBezTo>
                  <a:cubicBezTo>
                    <a:pt x="2417" y="17600"/>
                    <a:pt x="2541" y="17751"/>
                    <a:pt x="2541" y="17751"/>
                  </a:cubicBezTo>
                  <a:cubicBezTo>
                    <a:pt x="4524" y="20103"/>
                    <a:pt x="7490" y="21600"/>
                    <a:pt x="10800" y="21600"/>
                  </a:cubicBezTo>
                  <a:cubicBezTo>
                    <a:pt x="12051" y="21600"/>
                    <a:pt x="13252" y="21385"/>
                    <a:pt x="14370" y="20993"/>
                  </a:cubicBezTo>
                  <a:cubicBezTo>
                    <a:pt x="14400" y="20983"/>
                    <a:pt x="14429" y="20974"/>
                    <a:pt x="14457" y="20962"/>
                  </a:cubicBezTo>
                  <a:cubicBezTo>
                    <a:pt x="18004" y="19681"/>
                    <a:pt x="20694" y="16594"/>
                    <a:pt x="21411" y="12816"/>
                  </a:cubicBezTo>
                  <a:cubicBezTo>
                    <a:pt x="21412" y="12806"/>
                    <a:pt x="21414" y="12797"/>
                    <a:pt x="21416" y="12788"/>
                  </a:cubicBezTo>
                  <a:cubicBezTo>
                    <a:pt x="21536" y="12143"/>
                    <a:pt x="21600" y="11479"/>
                    <a:pt x="21600" y="10800"/>
                  </a:cubicBezTo>
                  <a:cubicBezTo>
                    <a:pt x="21600" y="8032"/>
                    <a:pt x="20553" y="5503"/>
                    <a:pt x="18834" y="3590"/>
                  </a:cubicBezTo>
                  <a:cubicBezTo>
                    <a:pt x="18834" y="3590"/>
                    <a:pt x="18834" y="3590"/>
                    <a:pt x="18834" y="359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E739AA3-A794-9F54-6A5A-CA2C7ED598BB}"/>
              </a:ext>
            </a:extLst>
          </p:cNvPr>
          <p:cNvSpPr/>
          <p:nvPr/>
        </p:nvSpPr>
        <p:spPr>
          <a:xfrm>
            <a:off x="976712" y="1704281"/>
            <a:ext cx="3973328" cy="73975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www.anubhavtrainings.com</a:t>
            </a:r>
          </a:p>
        </p:txBody>
      </p:sp>
      <p:sp>
        <p:nvSpPr>
          <p:cNvPr id="12" name="Right Triangle 11"/>
          <p:cNvSpPr/>
          <p:nvPr/>
        </p:nvSpPr>
        <p:spPr>
          <a:xfrm rot="19603165">
            <a:off x="296953" y="-1026843"/>
            <a:ext cx="3143465" cy="2053685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  <p:sp>
        <p:nvSpPr>
          <p:cNvPr id="13" name="Right Triangle 12"/>
          <p:cNvSpPr/>
          <p:nvPr/>
        </p:nvSpPr>
        <p:spPr>
          <a:xfrm rot="16200000">
            <a:off x="5156848" y="1159118"/>
            <a:ext cx="3538845" cy="4433079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  <p:sp>
        <p:nvSpPr>
          <p:cNvPr id="14" name="Minus 13"/>
          <p:cNvSpPr/>
          <p:nvPr/>
        </p:nvSpPr>
        <p:spPr>
          <a:xfrm rot="19276189">
            <a:off x="3207527" y="3117933"/>
            <a:ext cx="7398364" cy="354149"/>
          </a:xfrm>
          <a:prstGeom prst="mathMinus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Google Shape;552;p2"/>
          <p:cNvSpPr txBox="1"/>
          <p:nvPr/>
        </p:nvSpPr>
        <p:spPr>
          <a:xfrm>
            <a:off x="7108178" y="4873864"/>
            <a:ext cx="2251926" cy="253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en-US" sz="1200" dirty="0">
                <a:latin typeface="Cambria" panose="02040503050406030204" pitchFamily="18" charset="0"/>
                <a:ea typeface="Cambria" panose="02040503050406030204" pitchFamily="18" charset="0"/>
                <a:cs typeface="Corben"/>
                <a:sym typeface="Corben"/>
              </a:rPr>
              <a:t>www.anubhavtrainings.com</a:t>
            </a:r>
            <a:endParaRPr sz="1200" dirty="0">
              <a:latin typeface="Cambria" panose="02040503050406030204" pitchFamily="18" charset="0"/>
              <a:ea typeface="Cambria" panose="02040503050406030204" pitchFamily="18" charset="0"/>
              <a:cs typeface="Corben"/>
              <a:sym typeface="Corben"/>
            </a:endParaRP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3997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>
            <a:extLst>
              <a:ext uri="{FF2B5EF4-FFF2-40B4-BE49-F238E27FC236}">
                <a16:creationId xmlns:a16="http://schemas.microsoft.com/office/drawing/2014/main" id="{EAF14BF4-9A45-8B4E-AA65-A815CC72E5A3}"/>
              </a:ext>
            </a:extLst>
          </p:cNvPr>
          <p:cNvSpPr/>
          <p:nvPr/>
        </p:nvSpPr>
        <p:spPr>
          <a:xfrm flipH="1">
            <a:off x="2273307" y="1754585"/>
            <a:ext cx="6869499" cy="3388245"/>
          </a:xfrm>
          <a:prstGeom prst="rtTriangle">
            <a:avLst/>
          </a:pr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901FB9E-D5D8-0E42-9064-309ADD0ECF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1" y="670"/>
            <a:ext cx="9141619" cy="3657500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F6EAF-BDD9-FA40-9881-470C78C0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81" y="670"/>
            <a:ext cx="9139239" cy="36575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D8E97E7-E23C-4E4A-A0AF-1C43E32D5148}"/>
              </a:ext>
            </a:extLst>
          </p:cNvPr>
          <p:cNvSpPr/>
          <p:nvPr/>
        </p:nvSpPr>
        <p:spPr>
          <a:xfrm>
            <a:off x="3572" y="-7047"/>
            <a:ext cx="9138048" cy="3665216"/>
          </a:xfrm>
          <a:prstGeom prst="rect">
            <a:avLst/>
          </a:prstGeom>
          <a:gradFill>
            <a:gsLst>
              <a:gs pos="89000">
                <a:schemeClr val="accent4">
                  <a:lumMod val="75000"/>
                  <a:alpha val="96000"/>
                </a:schemeClr>
              </a:gs>
              <a:gs pos="29000">
                <a:schemeClr val="tx2">
                  <a:alpha val="84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en-US" sz="1349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FFC3F4-1A5C-6446-9CE3-98CE002CFF5F}"/>
              </a:ext>
            </a:extLst>
          </p:cNvPr>
          <p:cNvSpPr/>
          <p:nvPr/>
        </p:nvSpPr>
        <p:spPr>
          <a:xfrm>
            <a:off x="264117" y="4494008"/>
            <a:ext cx="2665023" cy="507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457">
              <a:defRPr/>
            </a:pPr>
            <a:r>
              <a:rPr lang="en-US" sz="1349" b="1" dirty="0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 us today!</a:t>
            </a:r>
          </a:p>
          <a:p>
            <a:pPr defTabSz="685457">
              <a:defRPr/>
            </a:pPr>
            <a:r>
              <a:rPr lang="en-US" sz="1349" dirty="0">
                <a:solidFill>
                  <a:srgbClr val="44546A"/>
                </a:solidFill>
                <a:latin typeface="Arial" panose="020B0604020202020204"/>
              </a:rPr>
              <a:t>https://anubhavtrainings.com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6134855" y="2194523"/>
            <a:ext cx="2422082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IN" sz="900" spc="38" dirty="0">
                <a:solidFill>
                  <a:srgbClr val="FFFFFF">
                    <a:lumMod val="9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build the workforce of the future.</a:t>
            </a:r>
            <a:endParaRPr lang="en-US" sz="900" spc="38" dirty="0">
              <a:solidFill>
                <a:srgbClr val="FFFFFF">
                  <a:lumMod val="9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EED0AA-D6A0-854A-9888-8400B6D1FE48}"/>
              </a:ext>
            </a:extLst>
          </p:cNvPr>
          <p:cNvSpPr/>
          <p:nvPr/>
        </p:nvSpPr>
        <p:spPr>
          <a:xfrm>
            <a:off x="917449" y="233539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250+ 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Corporate Clients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FBD6F02-53D0-BF4D-BF2A-4BD3E0AC1D30}"/>
              </a:ext>
            </a:extLst>
          </p:cNvPr>
          <p:cNvSpPr/>
          <p:nvPr/>
        </p:nvSpPr>
        <p:spPr>
          <a:xfrm>
            <a:off x="2120049" y="233539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30,000+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Learners Trained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EFFD71-D9A6-F843-8D97-4553654A0BAE}"/>
              </a:ext>
            </a:extLst>
          </p:cNvPr>
          <p:cNvSpPr/>
          <p:nvPr/>
        </p:nvSpPr>
        <p:spPr>
          <a:xfrm>
            <a:off x="3372763" y="233362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25000+ 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Learners Placed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BB1580-5754-8F41-9AD0-21D8AE6FD29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8537" y="1709881"/>
            <a:ext cx="480044" cy="48004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5C330F-D3B3-C54E-A760-411AF08F906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55339" y="1704574"/>
            <a:ext cx="503946" cy="503946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475582" y="519175"/>
            <a:ext cx="4928219" cy="8767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We’re committed to empower you to be</a:t>
            </a:r>
          </a:p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0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#FutureReady </a:t>
            </a:r>
          </a:p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 powerful training solutions.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9B88429-5E3E-E649-B2EC-6D73DF20380B}"/>
              </a:ext>
            </a:extLst>
          </p:cNvPr>
          <p:cNvSpPr/>
          <p:nvPr/>
        </p:nvSpPr>
        <p:spPr>
          <a:xfrm>
            <a:off x="264118" y="3748874"/>
            <a:ext cx="2925418" cy="6923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595">
              <a:defRPr/>
            </a:pPr>
            <a:r>
              <a:rPr lang="en-US" sz="1499" b="1" spc="75" dirty="0">
                <a:solidFill>
                  <a:srgbClr val="F97700"/>
                </a:solidFill>
                <a:latin typeface="Arial" panose="020B0604020202020204"/>
              </a:rPr>
              <a:t>FREE WEBINARS </a:t>
            </a:r>
          </a:p>
          <a:p>
            <a:pPr defTabSz="685595">
              <a:defRPr/>
            </a:pPr>
            <a:r>
              <a:rPr lang="en-US" sz="1200" i="1" dirty="0">
                <a:solidFill>
                  <a:srgbClr val="F97700"/>
                </a:solidFill>
                <a:latin typeface="Arial" panose="020B0604020202020204"/>
              </a:rPr>
              <a:t>Sign up for free webinars with industry experts every fortnight!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2992D5F-5E6B-654B-9458-11A35BA426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14780" y="1646020"/>
            <a:ext cx="638899" cy="638899"/>
          </a:xfrm>
          <a:prstGeom prst="rect">
            <a:avLst/>
          </a:prstGeom>
        </p:spPr>
      </p:pic>
      <p:grpSp>
        <p:nvGrpSpPr>
          <p:cNvPr id="8" name="Group 13">
            <a:extLst>
              <a:ext uri="{FF2B5EF4-FFF2-40B4-BE49-F238E27FC236}">
                <a16:creationId xmlns:a16="http://schemas.microsoft.com/office/drawing/2014/main" id="{C4CE162D-F9BF-9140-A233-D39001B36CFD}"/>
              </a:ext>
            </a:extLst>
          </p:cNvPr>
          <p:cNvGrpSpPr/>
          <p:nvPr/>
        </p:nvGrpSpPr>
        <p:grpSpPr>
          <a:xfrm>
            <a:off x="4889390" y="2526841"/>
            <a:ext cx="4208388" cy="2535645"/>
            <a:chOff x="4482563" y="4980191"/>
            <a:chExt cx="3128574" cy="184139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C3C8DA-341B-5A4B-82D2-EE674B9C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82563" y="4980191"/>
              <a:ext cx="3128574" cy="18413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68CD41-8EF3-B443-924E-319DE8B168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906220" y="5127342"/>
              <a:ext cx="2275190" cy="149832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4C82462-A6A9-9F40-B874-C2786492A285}"/>
              </a:ext>
            </a:extLst>
          </p:cNvPr>
          <p:cNvSpPr/>
          <p:nvPr/>
        </p:nvSpPr>
        <p:spPr>
          <a:xfrm>
            <a:off x="3370618" y="4181066"/>
            <a:ext cx="1647176" cy="4105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D41E04-1B35-BD4F-8B37-C6CC88C6B995}"/>
              </a:ext>
            </a:extLst>
          </p:cNvPr>
          <p:cNvSpPr/>
          <p:nvPr/>
        </p:nvSpPr>
        <p:spPr>
          <a:xfrm>
            <a:off x="3300992" y="4117750"/>
            <a:ext cx="1647176" cy="4105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 dirty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9D7C5-0368-6645-B73F-D51BF9C01567}"/>
              </a:ext>
            </a:extLst>
          </p:cNvPr>
          <p:cNvSpPr/>
          <p:nvPr/>
        </p:nvSpPr>
        <p:spPr>
          <a:xfrm>
            <a:off x="3603418" y="4192723"/>
            <a:ext cx="1146468" cy="2999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85595">
              <a:defRPr/>
            </a:pPr>
            <a:r>
              <a:rPr lang="en-US" sz="1349" b="1" dirty="0">
                <a:solidFill>
                  <a:srgbClr val="44546A"/>
                </a:solidFill>
                <a:latin typeface="Arial" panose="020B0604020202020204"/>
              </a:rPr>
              <a:t>Enroll Now!</a:t>
            </a:r>
            <a:endParaRPr lang="en-US" sz="1349" b="1" dirty="0">
              <a:solidFill>
                <a:srgbClr val="000000"/>
              </a:solidFill>
              <a:latin typeface="Arial" panose="020B0604020202020204"/>
            </a:endParaRPr>
          </a:p>
        </p:txBody>
      </p:sp>
      <p:pic>
        <p:nvPicPr>
          <p:cNvPr id="24" name="Picture 4">
            <a:extLst>
              <a:ext uri="{FF2B5EF4-FFF2-40B4-BE49-F238E27FC236}">
                <a16:creationId xmlns:a16="http://schemas.microsoft.com/office/drawing/2014/main" id="{42A5B84E-0F13-E020-C1B3-A338EB416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2869" y="333098"/>
            <a:ext cx="1742621" cy="1721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5602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2535</TotalTime>
  <Words>408</Words>
  <Application>Microsoft Office PowerPoint</Application>
  <PresentationFormat>On-screen Show (16:9)</PresentationFormat>
  <Paragraphs>100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Cambria</vt:lpstr>
      <vt:lpstr>Cooper Black</vt:lpstr>
      <vt:lpstr>Segoe UI</vt:lpstr>
      <vt:lpstr>Segoe UI Light</vt:lpstr>
      <vt:lpstr>Office Theme</vt:lpstr>
      <vt:lpstr>SAP Build Training for Corporate Professionals</vt:lpstr>
      <vt:lpstr>PowerPoint Presentation</vt:lpstr>
      <vt:lpstr>Agenda</vt:lpstr>
      <vt:lpstr>Scenario – Shopping cart App</vt:lpstr>
      <vt:lpstr>Empty Cart create</vt:lpstr>
      <vt:lpstr>Add to Cart</vt:lpstr>
      <vt:lpstr>Create Cart Payload</vt:lpstr>
      <vt:lpstr>Add a new Cart Screen to view cart</vt:lpstr>
      <vt:lpstr>Scenario</vt:lpstr>
      <vt:lpstr>Scenario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Anubhav Oberoy</cp:lastModifiedBy>
  <cp:revision>153</cp:revision>
  <dcterms:created xsi:type="dcterms:W3CDTF">2013-12-05T19:37:13Z</dcterms:created>
  <dcterms:modified xsi:type="dcterms:W3CDTF">2025-08-17T14:46:54Z</dcterms:modified>
</cp:coreProperties>
</file>