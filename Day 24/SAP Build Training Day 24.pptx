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94" r:id="rId3"/>
    <p:sldId id="265" r:id="rId4"/>
    <p:sldId id="519" r:id="rId5"/>
    <p:sldId id="568" r:id="rId6"/>
    <p:sldId id="565" r:id="rId7"/>
    <p:sldId id="566" r:id="rId8"/>
    <p:sldId id="564" r:id="rId9"/>
    <p:sldId id="567" r:id="rId10"/>
    <p:sldId id="310" r:id="rId11"/>
    <p:sldId id="531" r:id="rId12"/>
    <p:sldId id="537" r:id="rId13"/>
    <p:sldId id="495" r:id="rId14"/>
    <p:sldId id="496" r:id="rId15"/>
    <p:sldId id="497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3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37 24575,'1'0'0,"0"0"0,0 0 0,0 0 0,0-1 0,0 1 0,0 0 0,0-1 0,0 1 0,-1-1 0,1 1 0,0-1 0,0 1 0,0-1 0,-1 0 0,1 1 0,0-1 0,-1 0 0,1 0 0,-1 0 0,1 1 0,-1-1 0,1 0 0,-1 0 0,1 0 0,-1-1 0,1 2 0,-1-1 0,0 0 0,0 1 0,0-1 0,1 1 0,-1-1 0,0 0 0,0 1 0,0-1 0,0 1 0,0-1 0,0 0 0,0 1 0,-1-1 0,1 1 0,0-1 0,0 0 0,0 1 0,-1-1 0,1 1 0,0-1 0,0 1 0,-1-1 0,1 1 0,0-1 0,-1 1 0,1-1 0,-1 1 0,1-1 0,-1 1 0,1 0 0,-1-1 0,1 1 0,-1 0 0,1-1 0,-1 1 0,1 0 0,-1 0 0,0-1 0,0 1 0,-4 0 0,1-1 0,0 1 0,-1 1 0,1-1 0,-1 1 0,1-1 0,0 1 0,0 0 0,-1 1 0,1-1 0,0 1 0,-7 3 0,0 1 0,0 1 0,1 0 0,-13 10 0,17-12 0,0 0 0,1 1 0,0 0 0,0 0 0,0 0 0,1 0 0,0 1 0,0 0 0,0-1 0,1 2 0,0-1 0,1 0 0,-3 13 0,4-16 0,0 1 0,1-1 0,0 0 0,0 0 0,0 1 0,0-1 0,1 0 0,0 0 0,0 0 0,0 0 0,0 0 0,1 0 0,-1 0 0,1 0 0,0 0 0,0-1 0,1 1 0,-1-1 0,1 1 0,-1-1 0,1 0 0,0 0 0,0 0 0,1 0 0,-1-1 0,5 3 0,0 0 0,1-2 0,-1 1 0,1-1 0,0-1 0,0 0 0,0 0 0,0 0 0,0-1 0,0-1 0,0 1 0,0-2 0,1 1 0,-1-1 0,0-1 0,0 1 0,0-1 0,-1-1 0,11-4 0,-13 5 0,0-1 0,0 1 0,-1-1 0,0-1 0,1 1 0,-1-1 0,0 0 0,-1 0 0,1 0 0,-1-1 0,0 0 0,5-5 0,-7 6 0,0 0 0,0 0 0,0-1 0,-1 1 0,1 0 0,-1-1 0,0 1 0,0 0 0,0-1 0,-1 0 0,0 1 0,0-1 0,0 1 0,0-1 0,-1 1 0,0-1 0,1 1 0,-3-6 0,1 6-136,1 0-1,-1 0 1,1 0-1,-1 1 1,0-1-1,-1 1 1,1-1-1,0 1 0,-7-6 1,-1 0-6690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3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49 24575,'-5'-12'0,"-5"-16"0,13 20 0,10 8 0,-6 4 0,1 0 0,0 0 0,-1 0 0,0 1 0,0 0 0,-1 0 0,1 1 0,-1 0 0,9 10 0,-4-2 0,0 0 0,-1 0 0,13 27 0,-21-38 0,0 1 0,-1 0 0,1-1 0,-1 1 0,0 0 0,-1 0 0,1 0 0,0 0 0,-1 0 0,0 0 0,0 0 0,0-1 0,-1 1 0,1 0 0,-2 6 0,1-8 0,0 0 0,0-1 0,0 1 0,0 0 0,0 0 0,0-1 0,0 1 0,-1-1 0,1 1 0,0-1 0,-1 0 0,0 1 0,1-1 0,-1 0 0,0 0 0,1 0 0,-1 0 0,0 0 0,0-1 0,0 1 0,0 0 0,0-1 0,0 1 0,1-1 0,-1 0 0,0 0 0,0 0 0,-1 0 0,1 0 0,1 0 0,-5-1 0,2 0 0,0 1 0,-1-1 0,1-1 0,0 1 0,0 0 0,0-1 0,0 0 0,0 0 0,0 0 0,1 0 0,-1-1 0,1 0 0,-1 1 0,1-1 0,0-1 0,-5-5 0,6 6 0,1 1 0,-1-1 0,1 1 0,0-1 0,0 0 0,0 1 0,0-1 0,0 0 0,0 0 0,1 0 0,-1 0 0,1 0 0,0 1 0,0-1 0,0 0 0,0 0 0,1 0 0,-1 0 0,1 0 0,0 0 0,0 0 0,0 1 0,0-1 0,0 0 0,3-4 0,1 0 31,1 0 0,0 0 0,0 0 0,0 1 0,1 0 0,0 0 0,0 1 0,1 0 1,-1 0-1,11-4 0,0 0-458,0 1 0,1 1 1,28-6-1,-21 7-6399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262 245 24575,'-1'-1'0,"1"0"0,-1-1 0,1 1 0,-1 0 0,0 0 0,1-1 0,-1 1 0,0 0 0,0 0 0,0 0 0,0 0 0,0 0 0,0 0 0,0 0 0,-2-1 0,-21-13 0,23 15 0,-8-6 0,-1 2 0,1-1 0,-1 2 0,0-1 0,0 1 0,-1 1 0,1 0 0,0 0 0,-1 1 0,-15 0 0,22 1 0,0 0 0,0 0 0,1 1 0,-1-1 0,0 1 0,0 0 0,0 0 0,0 1 0,1-1 0,-1 1 0,0 0 0,1 0 0,0 0 0,-1 0 0,1 0 0,0 1 0,0 0 0,0-1 0,0 1 0,1 0 0,-1 1 0,1-1 0,0 0 0,0 1 0,0-1 0,0 1 0,1-1 0,-1 1 0,1 0 0,-1 5 0,1-4 0,0-1 0,0 1 0,1-1 0,-1 1 0,1 0 0,0-1 0,1 1 0,-1 0 0,1-1 0,0 1 0,0-1 0,0 1 0,1-1 0,-1 0 0,4 7 0,-3-8 0,1 0 0,-1-1 0,0 1 0,1 0 0,-1-1 0,1 1 0,0-1 0,0 0 0,0 0 0,0 0 0,0 0 0,0 0 0,1-1 0,-1 0 0,1 1 0,-1-1 0,1 0 0,-1-1 0,1 1 0,4 0 0,-1-1 0,0 1 0,1-1 0,-1-1 0,0 1 0,0-1 0,1-1 0,-1 1 0,0-1 0,0 0 0,0-1 0,0 1 0,-1-2 0,1 1 0,-1-1 0,0 1 0,0-2 0,0 1 0,0-1 0,-1 0 0,0 0 0,0 0 0,0-1 0,-1 0 0,1 0 0,5-11 0,-1-1 0,-1 0 0,0-1 0,-2 0 0,0 0 0,-1 0 0,-1-1 0,-1 0 0,1-25 0,-2 30 0,-1 8 0,-1 0 0,1 0 0,-1 1 0,-1-1 0,1 0 0,-1 0 0,-2-8 0,3 15 0,0 0 0,0-1 0,0 1 0,0 0 0,0 0 0,0 0 0,0 0 0,0 0 0,0 0 0,0 0 0,0-1 0,0 1 0,0 0 0,0 0 0,0 0 0,0 0 0,0 0 0,0 0 0,0 0 0,0 0 0,0-1 0,0 1 0,-1 0 0,1 0 0,0 0 0,0 0 0,0 0 0,0 0 0,0 0 0,0 0 0,0 0 0,0 0 0,0 0 0,-1 0 0,1 0 0,0 0 0,0 0 0,0 0 0,0 0 0,0 0 0,0 0 0,0 0 0,-1 0 0,1 0 0,0 0 0,0 0 0,0 0 0,0 0 0,0 0 0,0 0 0,-1 0 0,-2 8 0,-1 11 0,-23 267-1365,26-266-5461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94 24575,'-7'0'0,"-20"0"0,26 0 0,1-1 0,-1 1 0,0 0 0,1 0 0,-1 0 0,0 1 0,1-1 0,-1 0 0,1 0 0,-1 0 0,0 0 0,1 1 0,-1-1 0,0 0 0,1 0 0,-1 1 0,1-1 0,-1 0 0,1 1 0,-1-1 0,1 1 0,-1-1 0,1 1 0,0-1 0,-1 1 0,1-1 0,-1 2 0,1-1 0,0-1 0,1 1 0,-1 0 0,0 0 0,1 0 0,-1 0 0,1-1 0,-1 1 0,1 0 0,-1 0 0,1-1 0,0 1 0,-1 0 0,1-1 0,0 1 0,-1-1 0,1 1 0,0-1 0,0 1 0,1 0 0,21 10 0,-18-9 0,0 0 0,1 1 0,-1-1 0,1-1 0,0 1 0,0-1 0,0 0 0,0-1 0,0 1 0,0-1 0,0-1 0,10 0 0,-14 0 0,0 1 0,0-1 0,0 1 0,0-1 0,0 0 0,0 0 0,-1 1 0,1-1 0,0-1 0,0 1 0,-1 0 0,1 0 0,-1-1 0,1 1 0,-1 0 0,0-1 0,1 0 0,-1 1 0,0-1 0,0 0 0,0 0 0,0 1 0,-1-1 0,1 0 0,0 0 0,-1 0 0,1 0 0,-1 0 0,0 0 0,1 0 0,-1 0 0,0 0 0,0 0 0,0 0 0,-1 0 0,1 0 0,-2-4 0,1 2 0,0 0 0,-1-1 0,0 1 0,1 0 0,-2 0 0,1 1 0,0-1 0,-1 0 0,0 1 0,0 0 0,0-1 0,0 1 0,0 0 0,-1 0 0,1 1 0,-1-1 0,0 1 0,0 0 0,0 0 0,0 0 0,0 0 0,-8-1 0,7 1 0,1 1 0,0 0 0,-1 0 0,1 0 0,-1 1 0,1-1 0,0 1 0,-1 0 0,1 1 0,-1-1 0,1 1 0,-1 0 0,1 0 0,0 0 0,0 0 0,-1 1 0,1 0 0,0 0 0,0 0 0,0 0 0,1 0 0,-7 6 0,7-5 16,0 1-1,1-1 1,-1 1-1,1 0 1,-1 0-1,1 0 1,0 1-1,1-1 1,-1 0-1,1 1 1,0-1-1,0 1 1,0-1-1,1 1 1,-1 0-1,1-1 1,0 1 0,0-1-1,1 1 1,0 0-1,1 5 1,0-3-148,0 0 1,0 0 0,1-1-1,0 1 1,0-1 0,1 0 0,0 0-1,0 0 1,0 0 0,1-1 0,0 0-1,10 10 1,5-1-6695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44 24575,'-26'-35'0,"70"77"0,-35-32 0,0 0 0,-1 1 0,0 0 0,-1 0 0,0 1 0,-1-1 0,0 2 0,6 21 0,-11-32 0,-1-1 0,1 0 0,-1 0 0,0 1 0,0-1 0,1 1 0,-1-1 0,0 0 0,0 1 0,0-1 0,-1 0 0,1 1 0,0-1 0,0 0 0,-1 1 0,1-1 0,-1 0 0,1 0 0,-1 0 0,0 1 0,1-1 0,-1 0 0,0 0 0,0 0 0,0 0 0,0 0 0,0 0 0,0 0 0,0 0 0,0-1 0,0 1 0,0 0 0,0 0 0,0-1 0,-3 2 0,2-2 0,1 0 0,-1 0 0,0 0 0,0 0 0,1 0 0,-1 0 0,0 0 0,1-1 0,-1 1 0,0 0 0,1-1 0,-1 0 0,0 1 0,1-1 0,-1 0 0,1 0 0,-1 0 0,1 0 0,0 0 0,-1 0 0,1 0 0,0 0 0,0-1 0,0 1 0,0 0 0,0-1 0,0 1 0,-1-2 0,0-2 13,0 1 1,0-1-1,0 0 0,1 0 0,-1 0 0,1 1 0,1-1 0,-1 0 0,1 0 1,-1 0-1,1-1 0,1 1 0,-1 0 0,1 0 0,0 1 0,0-1 0,0 0 1,1 0-1,0 0 0,0 1 0,0-1 0,0 1 0,1-1 0,-1 1 0,6-6 1,-3 4-109,0 1 0,-1 0 0,2 0 0,-1 0 1,0 1-1,1-1 0,0 1 0,0 1 0,0-1 0,1 1 1,-1 0-1,1 1 0,-1-1 0,1 1 0,0 1 1,0-1-1,12 0 0,-6 2-6731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24575,'0'-3'0,"0"3"0,0 2 0,0 4 0,0 5 0,0 6 0,0 4 0,0 4 0,0 3 0,0 3 0,0 0 0,0 0 0,0-1 0,0-1 0,0-6-8191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273 297 24575,'-2'-1'0,"0"0"0,0 0 0,0-1 0,0 1 0,0-1 0,1 1 0,-1-1 0,0 1 0,1-1 0,-3-2 0,-2-3 0,-4-2 0,-1-2 0,-1 1 0,1 0 0,-2 0 0,1 2 0,-15-8 0,24 14 0,0 1 0,0 0 0,0-1 0,0 2 0,0-1 0,-1 0 0,1 0 0,0 1 0,0 0 0,-1 0 0,1 0 0,0 0 0,0 0 0,0 0 0,-1 1 0,1 0 0,0-1 0,0 1 0,0 1 0,0-1 0,0 0 0,0 1 0,0-1 0,0 1 0,1 0 0,-1 0 0,1 0 0,-1 0 0,-3 5 0,0 0 0,0 1 0,0 1 0,1-1 0,0 1 0,1-1 0,-1 1 0,2 1 0,-1-1 0,2 0 0,-1 1 0,-1 14 0,3-19 0,1 0 0,0 0 0,0 0 0,0 0 0,0 0 0,1 0 0,0 0 0,0 0 0,1-1 0,-1 1 0,3 4 0,-2-6 0,0 1 0,0-1 0,0 0 0,0-1 0,0 1 0,1 0 0,0-1 0,-1 1 0,1-1 0,0 0 0,0 0 0,0 0 0,0 0 0,1-1 0,-1 1 0,6 1 0,-4-2 0,-1 1 0,1-1 0,1 0 0,-1-1 0,0 1 0,0-1 0,0 0 0,0 0 0,0-1 0,0 0 0,0 1 0,0-2 0,0 1 0,7-3 0,-5 1 0,1-1 0,-1 0 0,0-1 0,0 0 0,0 0 0,0 0 0,-1-1 0,7-7 0,-2 0 0,0-1 0,-1 0 0,-1-1 0,0 0 0,-1 0 0,-1-1 0,12-32 0,-14 28 0,0 0 0,-2 0 0,3-31 0,-6 42 0,0 0 0,0-1 0,-1 1 0,0 0 0,-1 0 0,0 0 0,0 0 0,-1 0 0,0 0 0,-4-9 0,6 17 0,1 0 0,-1 0 0,0 0 0,1 0 0,-1-1 0,0 1 0,1 0 0,-1 0 0,0 0 0,0 0 0,0 1 0,0-1 0,0 0 0,0 0 0,0 0 0,-1 1 0,0-1 0,2 1 0,-1 0 0,1 0 0,-1 0 0,1 0 0,-1 0 0,1 0 0,-1 1 0,1-1 0,-1 0 0,1 0 0,-1 1 0,1-1 0,-1 0 0,1 1 0,0-1 0,-1 0 0,1 1 0,0-1 0,-1 0 0,1 1 0,0-1 0,-1 1 0,1-1 0,0 1 0,0-1 0,0 1 0,-1 0 0,-1 5 0,1 0 0,-1 0 0,1 0 0,0 0 0,0 9 0,2 29 29,2 1 0,2 0 0,15 58 0,-2-7-1510,-13-62-5345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24575,'115'10'0,"1609"32"-2993,-1706-42 3007,515-15-435,-511 13 469,0-1 0,-1-1 0,34-9-1,-36 2 662,-18 11-729,-1-1 0,0 1 0,1 0 0,-1-1 0,0 1 0,0-1 0,1 1 0,-1 0 0,0-1 0,0 1 0,0-1 0,0 1 0,0-1 0,0 1 0,0-1 0,0 1 0,0 0 0,0-1 0,0 1 0,0-1 0,0 1 0,0-1 0,0 1 0,0-1 0,0 1 0,0 0 0,-1-1 0,1 1 0,0-1 0,0 1 0,-1 0 0,1-1 0,0 1 0,0-1 0,-1 1-1,0-1 1,-14-11-4930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291 206 24575,'2'-43'0,"-1"26"0,-1 0 0,0 0 0,-1 0 0,-6-33 0,6 47 0,0 1 0,-1-1 0,1 0 0,-1 1 0,1-1 0,-1 1 0,0 0 0,0 0 0,0-1 0,0 1 0,-1 0 0,1 1 0,0-1 0,-1 0 0,1 1 0,-1-1 0,0 1 0,1 0 0,-1 0 0,0 0 0,0 0 0,0 0 0,0 1 0,0-1 0,1 1 0,-6 0 0,-1-1 0,0 1 0,-1 0 0,1 1 0,0 0 0,0 0 0,-1 1 0,-9 3 0,10-1 0,0 0 0,0 0 0,1 1 0,-1 0 0,1 1 0,0-1 0,1 2 0,-1-1 0,1 1 0,1 0 0,-1 0 0,1 1 0,-7 11 0,10-15 0,1 0 0,-1 1 0,1-1 0,0 1 0,0 0 0,0-1 0,1 1 0,0 0 0,0 0 0,0 0 0,0 0 0,1 0 0,0 0 0,0 0 0,0 1 0,1-1 0,0 0 0,0 0 0,0 0 0,0-1 0,1 1 0,0 0 0,0 0 0,0-1 0,1 1 0,-1-1 0,4 5 0,-2-4 0,0-1 0,1 0 0,-1 0 0,1 0 0,0-1 0,0 1 0,0-1 0,0 0 0,0 0 0,1-1 0,-1 0 0,1 0 0,0 0 0,-1 0 0,1-1 0,0 0 0,0-1 0,0 1 0,0-1 0,0 0 0,0 0 0,0-1 0,0 0 0,0 0 0,11-3 0,-9 1 0,1 0 0,-1 0 0,1-1 0,-1 0 0,0 0 0,-1-1 0,1 0 0,-1 0 0,0-1 0,0 0 0,-1 0 0,1-1 0,-1 0 0,-1 0 0,1 0 0,6-14 0,-9 15 0,0-1 0,0 0 0,-1 0 0,0 0 0,0 0 0,-1 0 0,0-1 0,0 1 0,-1 0 0,0 0 0,0-1 0,-1 1 0,-2-12 0,3 19 0,0 0 0,0 0 0,0 0 0,0-1 0,0 1 0,0 0 0,0 0 0,0 0 0,0-1 0,0 1 0,0 0 0,0 0 0,0 0 0,0 0 0,0-1 0,0 1 0,0 0 0,0 0 0,0 0 0,0 0 0,0-1 0,-1 1 0,1 0 0,0 0 0,0 0 0,0 0 0,0 0 0,0 0 0,0-1 0,-1 1 0,1 0 0,0 0 0,0 0 0,0 0 0,0 0 0,-1 0 0,1 0 0,0 0 0,0 0 0,0 0 0,-1 0 0,1 0 0,0 0 0,0 0 0,0 0 0,-1 0 0,1 0 0,0 0 0,0 0 0,-5 11 0,2 18 0,1 0 0,4 40 0,-1-60 0,0-1 0,0 0 0,1 0 0,0 0 0,0 0 0,1 0 0,0-1 0,1 1 0,7 12 0,-10-18 0,0-1 0,0 0 0,1 1 0,-1-1 0,0 0 0,0 1 0,1-1 0,-1 0 0,1 0 0,-1 0 0,1 0 0,-1-1 0,1 1 0,0 0 0,-1 0 0,1-1 0,0 0 0,0 1 0,-1-1 0,5 1 0,-3-2 0,0 1 0,0-1 0,0 1 0,0-1 0,0 0 0,0 0 0,-1 0 0,1-1 0,0 1 0,-1-1 0,4-2 0,4-4 0,0 0 0,0-1 0,-1 0 0,12-17 0,-17 22 0,-1 0 0,0-1 0,0 1 0,-1 0 0,1-1 0,-1 0 0,0 1 0,0-1 0,-1 0 0,0 0 0,1 0 0,-1 0 0,0-7 0,-1 12 0,0 0 0,0 1 0,0-1 0,0 0 0,0 0 0,0 0 0,0 0 0,0 0 0,-1 0 0,1 0 0,0 0 0,0 0 0,0 0 0,0 1 0,0-1 0,0 0 0,0 0 0,0 0 0,0 0 0,0 0 0,-1 0 0,1 0 0,0 0 0,0 0 0,0 0 0,0 0 0,0 0 0,0 0 0,0 0 0,0 0 0,-1 0 0,1 0 0,0 0 0,0 0 0,0 0 0,0 0 0,0 0 0,0 0 0,0 0 0,0 0 0,-1 0 0,1 0 0,0 0 0,0 0 0,0 0 0,0 0 0,0 0 0,0-1 0,0 1 0,0 0 0,0 0 0,0 0 0,0 0 0,0 0 0,-1 0 0,-3 10 0,1 9 0,0 0 0,2 0 0,0 1 0,1-1 0,1 1 0,1-1 0,0 0 0,2 0 0,0 0 0,1 0 0,10 23 0,-14-40 0,0 0 0,0 0 0,0 0 0,0 0 0,0-1 0,0 1 0,0 0 0,1 0 0,1 1 0,-3-3 0,0 0 0,0 0 0,0 0 0,0 0 0,0 0 0,0 0 0,0 0 0,1 0 0,-1 1 0,0-1 0,0 0 0,0 0 0,0 0 0,0 0 0,0 0 0,0 0 0,0 0 0,1 0 0,-1 0 0,0 0 0,0 0 0,0 0 0,0 0 0,0 0 0,0 0 0,0 0 0,1 0 0,-1 0 0,0 0 0,0 0 0,0 0 0,0 0 0,0-1 0,0 1 0,0 0 0,0 0 0,0 0 0,1 0 0,-1 0 0,0 0 0,0 0 0,0 0 0,0 0 0,0 0 0,0 0 0,0-1 0,0 1 0,0 0 0,0 0 0,0-14 0,-10-24 0,-22-60 0,0-1 0,28 87 0,1-1 0,1 0 0,0 0 0,1 1 0,0-1 0,2-20 0,-1 30 0,0 0 0,0 0 0,1 0 0,0 0 0,0 0 0,-1 0 0,2 0 0,-1 1 0,0-1 0,1 0 0,-1 1 0,1-1 0,0 1 0,-1-1 0,1 1 0,0 0 0,1 0 0,-1 0 0,0 0 0,1 0 0,-1 0 0,1 1 0,-1-1 0,1 1 0,0-1 0,0 1 0,0 0 0,-1 0 0,1 1 0,0-1 0,0 1 0,0-1 0,4 1 0,-2 0 0,-1 0 0,0 0 0,1 1 0,-1-1 0,0 1 0,1 0 0,-1 0 0,0 1 0,0-1 0,0 1 0,0 0 0,0 0 0,0 0 0,-1 0 0,1 1 0,-1 0 0,1 0 0,-1 0 0,5 6 0,-6-7 0,0 1 0,-1-1 0,0 0 0,1 1 0,-1-1 0,0 1 0,0-1 0,0 1 0,-1 0 0,1-1 0,-1 1 0,1 0 0,-1-1 0,0 1 0,0 0 0,0-1 0,0 1 0,-1 0 0,1 0 0,-1-1 0,1 1 0,-1-1 0,0 1 0,0-1 0,0 1 0,-1-1 0,1 1 0,-1-1 0,1 0 0,-1 0 0,1 0 0,-4 3 0,-8 6-151,0 0-1,0-1 0,-1-1 0,0 0 1,-1-1-1,0-1 0,0 0 1,-28 7-1,25-7-6674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7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24575,'2'0'0,"0"1"0,0-1 0,-1 1 0,1-1 0,0 1 0,0 0 0,0 0 0,-1 0 0,1 0 0,0 0 0,-1 1 0,1-1 0,-1 0 0,1 1 0,-1-1 0,0 1 0,0 0 0,1-1 0,-1 1 0,0 0 0,-1 0 0,1-1 0,0 1 0,0 0 0,0 3 0,3 8 0,0 0 0,2 19 0,-5-28 0,3 18 0,0 0 0,0 0 0,-2 0 0,0 36 0,-5-43 0,3-15 0,0 0 0,0 0 0,0 0 0,0 1 0,-1-1 0,1 0 0,0 0 0,0 0 0,0 0 0,0 0 0,0 0 0,0 0 0,0 0 0,0 0 0,-1 0 0,1 0 0,0 0 0,0 0 0,0 0 0,0 0 0,0 0 0,0 0 0,0 0 0,0 0 0,-1 0 0,1 0 0,0 0 0,0 0 0,0 0 0,0 0 0,0 0 0,0 0 0,0 0 0,0 0 0,-1 0 0,1 0 0,0 0 0,0 0 0,0-1 0,0 1 0,0 0 0,0 0 0,0 0 0,0 0 0,0 0 0,0 0 0,0 0 0,0 0 0,0 0 0,0-1 0,-1 1 0,1 0 0,0 0 0,-1-2 0,0-1 0,0 1 0,0-1 0,1 0 0,-1 1 0,1-1 0,-1-4 0,-2-61 0,2 0 0,10-73 0,-7 127 0,1 0 0,0 0 0,6-17 0,-7 27 0,-1 1 0,1-1 0,0 0 0,0 0 0,0 1 0,0-1 0,1 1 0,-1-1 0,1 1 0,0 0 0,0 0 0,0 0 0,1 1 0,-1-1 0,5-2 0,-7 4 0,0 1 0,0-1 0,1 1 0,-1-1 0,0 1 0,0 0 0,1 0 0,-1-1 0,0 1 0,1 0 0,-1 0 0,0 0 0,1 0 0,-1 1 0,0-1 0,1 0 0,-1 0 0,0 1 0,1-1 0,-1 1 0,2 0 0,-1 1 0,0-1 0,0 1 0,0-1 0,0 1 0,-1 0 0,1 0 0,-1 0 0,1 0 0,-1 0 0,3 4 0,-1 2 0,0-1 0,-1 0 0,1 1 0,-1 0 0,-1-1 0,2 12 0,-3-14 16,1 0-1,-1 0 1,-1 0-1,1 1 1,-1-1-1,1-1 1,-2 1-1,1 0 1,0 0-1,-1 0 1,0 0-1,0-1 1,0 1-1,-1-1 1,1 0-1,-1 0 1,0 1 0,-1-2-1,1 1 1,-1 0-1,-4 3 1,1-2-159,0-1 1,0 0 0,0 0 0,-1 0-1,0-1 1,0 0 0,0-1 0,0 0 0,0 0-1,0-1 1,-16 1 0,-3 0-6684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11 24575,'-1'-1'0,"0"0"0,-1 0 0,1 0 0,-1 0 0,0 0 0,1 0 0,-1 0 0,0 1 0,1-1 0,-1 1 0,0-1 0,0 1 0,0 0 0,1 0 0,-1 0 0,0 0 0,0 0 0,0 0 0,1 0 0,-1 0 0,0 1 0,0-1 0,1 1 0,-1 0 0,0-1 0,1 1 0,-1 0 0,0 0 0,1 0 0,-1 0 0,-1 2 0,-4 1 0,1 1 0,0 0 0,1 0 0,-1 0 0,1 1 0,-5 7 0,1 1 0,1 1 0,0 0 0,1 0 0,1 1 0,1 0 0,0 0 0,1 0 0,0 0 0,2 1 0,-1 18 0,1-10 0,2 0 0,1 1 0,1-1 0,1 0 0,1 0 0,9 25 0,-8-31-97,2 0-1,1 0 1,0-1-1,1-1 1,1 1-1,1-1 1,0-1-1,1 0 1,1-1-1,0 0 1,1-1-1,1 0 0,27 19 1,3-5-6729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12 24575,'2'-1'0,"-1"0"0,0 0 0,0 0 0,1 0 0,-1 0 0,1 0 0,-1 1 0,1-1 0,-1 0 0,1 1 0,-1-1 0,1 1 0,-1 0 0,1-1 0,0 1 0,-1 0 0,1 0 0,0 0 0,-1 0 0,1 0 0,1 1 0,1 0 0,-1 0 0,1 0 0,-1 1 0,0-1 0,0 1 0,0 0 0,0 0 0,0 0 0,4 4 0,1 2 0,0 0 0,-1 1 0,0 0 0,0 0 0,7 13 0,-6-5 0,0 1 0,0 0 0,-2 0 0,-1 1 0,0-1 0,-1 1 0,-1 1 0,0-1 0,-2 0 0,0 1 0,-2-1 0,-4 33 0,3-41 0,0 1 0,-1-1 0,-1 0 0,0 0 0,0 0 0,-1 0 0,0-1 0,-1 1 0,-12 15 0,11-19 0,1 0 0,-1-1 0,0 1 0,0-1 0,-1-1 0,1 1 0,-1-1 0,-1-1 0,1 1 0,-1-2 0,1 1 0,-1-1 0,-12 3 0,14-5-124,0 0 0,1 0 0,-1 0 0,0-1 0,0 0 0,1-1-1,-1 1 1,0-1 0,0-1 0,-11-3 0,-3-3-6702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59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30 24575,'0'1'0,"0"-1"0,1 0 0,-1 0 0,1 0 0,-1 0 0,1 0 0,-1 0 0,0 0 0,1 0 0,-1 0 0,1 0 0,-1 0 0,1 0 0,-1 0 0,1 0 0,-1 0 0,0 0 0,1 0 0,-1-1 0,1 1 0,-1 0 0,0 0 0,1 0 0,-1-1 0,0 1 0,1 0 0,-1-1 0,0 1 0,1 0 0,-1-1 0,0 1 0,0 0 0,1-1 0,-1 1 0,0 0 0,0-1 0,0 1 0,0-1 0,1 1 0,-1-1 0,0 1 0,0 0 0,0-1 0,0 1 0,0-1 0,-1 0 0,1 0 0,-1 0 0,1 0 0,-1 0 0,1 1 0,-1-1 0,0 0 0,1 1 0,-1-1 0,0 0 0,0 1 0,0-1 0,1 1 0,-1-1 0,0 1 0,0-1 0,0 1 0,0 0 0,0-1 0,-1 1 0,-14-3 0,-1 1 0,1 1 0,-1 0 0,1 1 0,0 1 0,-1 0 0,-24 6 0,5 1 0,1 2 0,-45 18 0,69-23 0,0 0 0,1 0 0,-1 1 0,-17 14 0,26-19 0,0 1 0,0 0 0,1-1 0,-1 1 0,0 0 0,1 0 0,-1 0 0,1 1 0,0-1 0,0 0 0,0 0 0,-2 5 0,3-5 0,0 0 0,0-1 0,0 1 0,0-1 0,0 1 0,1-1 0,-1 1 0,0-1 0,1 1 0,-1-1 0,1 1 0,-1-1 0,1 1 0,0-1 0,0 0 0,-1 1 0,1-1 0,0 0 0,0 0 0,0 0 0,1 0 0,-1 0 0,1 2 0,6 2 0,-1 0 0,1 0 0,0-1 0,0 1 0,0-2 0,1 1 0,14 3 0,69 12 0,-75-16 0,74 11 0,0-5 0,1-3 0,0-5 0,0-3 0,158-25 0,-247 26 0,108-22 0,-98 19 0,0 0 0,-1 0 0,1-1 0,-1-1 0,-1 0 0,15-10 0,-25 16 0,1-1 0,-1 0 0,0 0 0,0 0 0,1 0 0,-1 0 0,0-1 0,0 1 0,0 0 0,0 0 0,0-1 0,0 1 0,-1-1 0,1 1 0,0-1 0,-1 1 0,1-1 0,-1 1 0,1-1 0,-1 1 0,0-1 0,0-2 0,0 2 0,0 1 0,-1-1 0,0 0 0,1 0 0,-1 1 0,0-1 0,0 0 0,0 1 0,0-1 0,0 1 0,-1-1 0,1 1 0,0-1 0,-1 1 0,1 0 0,-2-1 0,-6-5 0,-1 2 0,0-1 0,0 1 0,0 1 0,-13-4 0,-25-6 0,0 2 0,-1 2 0,-78-5 0,-152 7 0,276 8 0,-18 0 0,-3-1 0,1 1 0,0 1 0,0 1 0,0 1 0,-39 10 0,45-3 342,16-9-372,1-1 1,0 0-1,0 0 1,0 0-1,-1 1 1,1-1 0,0 0-1,0 0 1,0 1-1,0-1 1,-1 0-1,1 1 1,0-1 0,0 0-1,0 0 1,0 1-1,0-1 1,0 0 0,0 1-1,0-1 1,0 0-1,0 0 1,0 1-1,0-1 1,0 0 0,0 1-1,0-1 1,0 0-1,0 0 1,1 1-1,-1-1 1,0 0 0,0 1-1,0-1 1,0 0-1,1 0 1,-1 0-1,0 1 1,0-1 0,0 0-1,1 0 1,-1 0-1,0 1 1,0-1-1,1 0 1,-1 0 0,0 0-1,0 0 1,1 0-1,-1 0 1,0 1-1,1-1 1,-1 0 0,0 0-1,1 0 1,-1 0-1,1 0 1,7 2-6797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24575,'-4'5'0,"1"0"0,-1-1 0,1 1 0,0 0 0,1 1 0,-1-1 0,1 1 0,0-1 0,-1 7 0,-10 55 0,9-38 0,-54 345 0,51-349 0,5-20 0,0 0 0,1 0 0,0 1 0,0-1 0,0 0 0,0 1 0,1-1 0,0 0 0,1 7 0,-1-11 0,1 0 0,-1 0 0,1 0 0,-1 0 0,1 0 0,0 0 0,-1 0 0,1 0 0,0-1 0,0 1 0,-1 0 0,1 0 0,0-1 0,0 1 0,0-1 0,0 1 0,0-1 0,0 1 0,0-1 0,0 0 0,0 1 0,0-1 0,0 0 0,0 0 0,2 0 0,32 1 0,-25-1 0,657 19 0,-263-1 0,-386-18 0,-9 1 0,0 0 0,-1-1 0,1 0 0,0-1 0,-1 0 0,1-1 0,11-3 0,-19 5 0,-1 0 0,1 0 0,-1 0 0,1 0 0,0 0 0,-1-1 0,1 1 0,-1 0 0,1 0 0,-1-1 0,1 1 0,-1 0 0,1-1 0,-1 1 0,1 0 0,-1-1 0,0 1 0,1-1 0,-1 1 0,0-1 0,1 1 0,-1-1 0,0 1 0,1-1 0,-1 1 0,0-1 0,0 0 0,0 1 0,0-1 0,1 1 0,-1-1 0,0 0 0,-1 0 0,1 0 0,-1-1 0,0 1 0,1 0 0,-1 0 0,0 0 0,0 0 0,0 1 0,0-1 0,0 0 0,0 0 0,0 0 0,0 1 0,-1-1 0,-39-18 0,39 19 0,0 0 0,0-1 0,-1 0 0,1 1 0,0-1 0,0 0 0,0 0 0,0 0 0,0-1 0,0 1 0,0 0 0,1-1 0,-1 1 0,0-1 0,1 0 0,-1 1 0,1-1 0,-2-3 0,2 2 0,0 0 0,1 0 0,0 0 0,-1 0 0,1 0 0,0 0 0,0 0 0,1-1 0,-1 1 0,1 0 0,0 0 0,0 0 0,1-3 0,8-33 0,-2-1 0,-2 0 0,2-49 0,-10-121 0,2 199 0,-1 0 0,-1 0 0,1 0 0,-2 0 0,-4-14 0,6 23 0,0-1 0,0 1 0,0 0 0,0 0 0,0 0 0,-1 1 0,1-1 0,-1 0 0,1 0 0,-1 1 0,1-1 0,-1 1 0,0-1 0,-2 0 0,2 1 0,1 1 0,-1-1 0,1 1 0,-1-1 0,0 1 0,1 0 0,-1 0 0,1 0 0,-1 0 0,0 0 0,1 0 0,-1 1 0,0-1 0,1 0 0,-1 1 0,1 0 0,-1-1 0,1 1 0,-1 0 0,1-1 0,0 1 0,-3 2 0,-1 1-80,0 1 0,0 0-1,0 0 1,1 0 0,-1 1-1,1 0 1,0 0 0,1 0-1,0 0 1,0 0 0,0 1 0,0-1-1,1 1 1,1 0 0,-1 0-1,0 9 1,-2 8-6746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1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420 367 24575,'1'0'0,"0"0"0,0-1 0,0 1 0,0 0 0,0-1 0,0 1 0,0-1 0,0 1 0,-1-1 0,1 1 0,0-1 0,0 0 0,-1 1 0,1-1 0,0 0 0,-1 0 0,1 0 0,0 1 0,-1-1 0,1 0 0,-1 0 0,0 0 0,1 0 0,-1 0 0,0 0 0,1 0 0,-1 0 0,0-2 0,1 1 0,-1 0 0,0 0 0,1-1 0,-1 1 0,0 0 0,0-1 0,0 1 0,-1 0 0,1 0 0,0-1 0,-2-2 0,0 2 0,0 0 0,-1 0 0,1 0 0,-1 0 0,0 0 0,0 1 0,0-1 0,0 1 0,0 0 0,0 0 0,-1 0 0,1 0 0,-1 1 0,1-1 0,-1 1 0,0 0 0,1 0 0,-1 1 0,-5-2 0,-5 1 0,0 0 0,-1 0 0,-26 3 0,24 0 0,-1 1 0,1 0 0,0 2 0,0 0 0,0 0 0,1 2 0,0 0 0,0 1 0,1 1 0,-27 18 0,36-22 0,0 0 0,-1 1 0,2 0 0,-1 0 0,1 0 0,0 1 0,0-1 0,0 1 0,1 0 0,0 1 0,1-1 0,0 1 0,0-1 0,0 1 0,1 0 0,0 0 0,1 0 0,-1 1 0,2-1 0,-1 0 0,1 0 0,1 1 0,-1-1 0,1 0 0,2 8 0,1-3 0,0-1 0,1 0 0,1 0 0,-1-1 0,2 1 0,0-1 0,0-1 0,1 1 0,0-1 0,0 0 0,1-1 0,1 0 0,18 13 0,-18-14 0,1-1 0,0 0 0,0-1 0,1 0 0,0-1 0,0 0 0,0 0 0,0-2 0,1 1 0,-1-2 0,1 0 0,0 0 0,23-1 0,-35-1 0,1 0 0,-1 0 0,0 0 0,0 0 0,0 0 0,0-1 0,1 1 0,-1-1 0,0 1 0,0 0 0,0-1 0,0 0 0,1 0 0,-1 1 0,-1-1 0,0 1 0,0 0 0,0 0 0,1-1 0,-1 1 0,0 0 0,0 0 0,0-1 0,0 1 0,0 0 0,0-1 0,1 1 0,-1 0 0,0-1 0,0 1 0,0 0 0,0-1 0,0 1 0,0 0 0,0-1 0,0 1 0,0 0 0,0 0 0,-1-1 0,1 1 0,0 0 0,0-1 0,0 1 0,0-1 0,-1 0 0,0 0 0,0 1 0,0-1 0,0 0 0,0 0 0,0 0 0,0 0 0,0 1 0,0-1 0,-1 1 0,1-1 0,0 1 0,0-1 0,0 1 0,-1-1 0,1 1 0,0 0 0,-1 0 0,1 0 0,0 0 0,-1 0 0,-1 0 0,-1 1 0,0 0 0,0-1 0,0 2 0,0-1 0,0 0 0,0 1 0,0 0 0,0 0 0,0 0 0,1 1 0,-1-1 0,1 1 0,0 0 0,0-1 0,0 2 0,0-1 0,0 0 0,0 0 0,1 1 0,0 0 0,0-1 0,0 1 0,-2 4 0,2-2 0,0 0 0,0-1 0,0 1 0,1 0 0,0 0 0,0 1 0,0-1 0,1 0 0,0 0 0,0 0 0,0 0 0,1 0 0,0 0 0,0 0 0,4 9 0,-1-6 0,0-1 0,1 0 0,0 0 0,0-1 0,1 1 0,0-1 0,1 0 0,-1-1 0,1 0 0,14 10 0,2-1 0,0-1 0,36 16 0,-8-8 0,1-3 0,96 23 0,-66-25 0,98 6 0,-160-21 0,1-1 0,-1-1 0,1 0 0,-1-2 0,22-4 0,-37 5 0,0-1 0,0 1 0,0-1 0,0 0 0,-1 0 0,1 0 0,-1-1 0,0 0 0,1 0 0,-1 0 0,4-5 0,-5 6 0,-1-1 0,0 0 0,0 0 0,-1 0 0,1 0 0,-1 0 0,1-1 0,-1 1 0,0 0 0,0-1 0,0 1 0,-1-1 0,1 1 0,-1-1 0,0 1 0,0-1 0,0 1 0,-1-5 0,1 6 0,-1 0 0,1 0 0,-1 0 0,0 0 0,1 0 0,-1 0 0,0 0 0,0 0 0,0 0 0,0 1 0,-1-1 0,1 0 0,0 1 0,-2-2 0,2 2 0,1 1 0,0 0 0,0 0 0,-1 0 0,1-1 0,0 1 0,-1 0 0,1 0 0,0 0 0,0 0 0,-1 0 0,1 0 0,0-1 0,-1 1 0,1 0 0,0 0 0,-1 0 0,1 0 0,-1 0 0,1 0 0,0 0 0,-1 0 0,1 0 0,0 1 0,-1-1 0,1 0 0,0 0 0,0 0 0,-1 0 0,1 1 0,-1-1 0,0 1 0,1 0 0,-1 0 0,0 0 0,1 0 0,0 0 0,-1 0 0,1 0 0,-1 0 0,1 0 0,0 1 0,0-1 0,0 0 0,0 2 0,-1 5 0,2 0 0,-1 0 0,1 0 0,0-1 0,1 1 0,0 0 0,0-1 0,1 1 0,-1-1 0,2 0 0,-1 0 0,1 0 0,0 0 0,0 0 0,6 5 0,0 0 0,0-1 0,1 0 0,0 0 0,0-1 0,1-1 0,25 15 0,-10-10 0,1-1 0,0-2 0,1-1 0,0-1 0,0-1 0,1-2 0,0-1 0,35 1 0,-10-4 0,1-2 0,-1-3 0,87-15 0,-110 12 0,-1-1 0,0-1 0,-1-2 0,0-1 0,0-2 0,-1 0 0,27-19 0,-41 22 0,0 0 0,-1-1 0,0-1 0,-1 0 0,-1-1 0,0 0 0,0-1 0,-1 0 0,-1-1 0,-1 0 0,0 0 0,-1-1 0,0-1 0,5-17 0,-8 16 0,0-1 0,-1 1 0,-1-1 0,-1 0 0,-1 1 0,0-1 0,-1 0 0,-1 0 0,-1 0 0,-1 0 0,-1 1 0,-6-22 0,8 36 0,1 0 0,-1 0 0,0 0 0,0 0 0,-1 1 0,1-1 0,-1 1 0,1-1 0,-1 1 0,0 0 0,-1 0 0,1 0 0,0 1 0,-1-1 0,0 1 0,1 0 0,-5-2 0,6 3 0,-1 0 0,1 1 0,0-1 0,0 1 0,-1-1 0,1 1 0,0 0 0,0 0 0,-1 0 0,1 0 0,0 1 0,0-1 0,-1 1 0,1-1 0,0 1 0,0 0 0,0-1 0,0 1 0,0 0 0,0 1 0,0-1 0,0 0 0,0 1 0,0-1 0,1 1 0,-1-1 0,0 1 0,1 0 0,-1-1 0,1 1 0,0 0 0,0 0 0,-2 3 0,2-2 0,-1-1 0,1 0 0,0 1 0,0-1 0,0 1 0,0-1 0,0 1 0,0 0 0,1-1 0,-1 1 0,1 0 0,0 0 0,0-1 0,0 1 0,0 0 0,0 0 0,0-1 0,1 1 0,0 0 0,-1-1 0,1 1 0,0 0 0,0-1 0,0 1 0,1-1 0,-1 0 0,1 1 0,-1-1 0,1 0 0,0 0 0,0 0 0,0 0 0,0 0 0,0 0 0,0-1 0,0 1 0,4 1 0,2 1 0,-1 0 0,1 0 0,0-1 0,0 0 0,0-1 0,0 0 0,0 0 0,1-1 0,-1 1 0,1-2 0,9 0 0,-5-1 0,-1 0 0,0-1 0,0-1 0,0 0 0,0 0 0,0-1 0,-1-1 0,0 0 0,0-1 0,0 0 0,0 0 0,-1-1 0,0 0 0,15-16 0,-19 17 0,1-2 0,-1 1 0,-1 0 0,1-1 0,-1 0 0,-1-1 0,0 1 0,0-1 0,0 1 0,-1-1 0,0 0 0,-1-1 0,0 1 0,-1 0 0,1-1 0,-2 1 0,1-1 0,-2 1 0,-1-17 0,-2 10 0,0 0 0,-1 0 0,0 0 0,-2 1 0,0 0 0,0 0 0,-2 0 0,1 1 0,-2 1 0,0-1 0,-1 2 0,0-1 0,-19-15 0,5 7 0,-1 0 0,0 2 0,-2 1 0,0 2 0,-58-26 0,43 25 0,-2 2 0,1 2 0,-2 2 0,1 2 0,-2 1 0,1 3 0,-1 2 0,-89 6 0,122-2 0,1 1 0,-26 7 0,36-8 0,0 0 0,0 0 0,0 0 0,0 0 0,0 1 0,0-1 0,0 1 0,1 0 0,-1 0 0,0 0 0,1 0 0,0 1 0,-1-1 0,1 0 0,0 1 0,0 0 0,-2 4 0,4-6 0,-1 1 0,1-1 0,0 0 0,0 0 0,0 1 0,0-1 0,0 0 0,0 1 0,0-1 0,0 0 0,0 0 0,1 1 0,-1-1 0,1 0 0,-1 0 0,0 1 0,1-1 0,0 0 0,-1 0 0,1 0 0,0 0 0,0 0 0,0 0 0,-1 0 0,1 0 0,0 0 0,0 0 0,0-1 0,0 1 0,1 0 0,-1-1 0,0 1 0,0-1 0,0 1 0,1-1 0,-1 1 0,0-1 0,3 1 0,-2-1 0,-1 1 0,1-1 0,0 1 0,0-1 0,0 0 0,0 1 0,0-1 0,0 0 0,0 0 0,-1 0 0,1-1 0,0 1 0,0 0 0,0-1 0,0 1 0,0-1 0,-1 0 0,1 1 0,0-1 0,-1 0 0,1 0 0,0 0 0,-1 0 0,1-1 0,-1 1 0,1 0 0,1-3 0,-2 2 0,-1 0 0,1 0 0,0 0 0,0 0 0,-1 0 0,1 0 0,-1 0 0,0 0 0,0-1 0,0 1 0,0 0 0,0 0 0,0 0 0,0 0 0,-1-1 0,1 1 0,-1 0 0,0 0 0,1 0 0,-1 0 0,0 0 0,0 0 0,0 0 0,0 0 0,-1 1 0,1-1 0,-1 0 0,1 1 0,-1-1 0,-3-2 0,-4-4 0,-1 1 0,0 0 0,0 0 0,-13-5 0,-20-9 0,-1 3 0,0 1 0,-1 2 0,-88-17 0,78 24 0,1 1 0,-1 3 0,-107 7 0,132-1 0,0 2 0,0 1 0,1 1 0,0 2 0,0 1 0,-37 16 0,55-19 0,0 0 0,1 1 0,-1 0 0,1 0 0,1 1 0,-1 0 0,-13 17 0,17-17 0,0-1 0,1 2 0,0-1 0,1 0 0,0 1 0,0 0 0,1 0 0,0 0 0,0 0 0,1 1 0,-1 10 0,3 14 0,0-33 0,0 0 0,1 0 0,-1 0 0,0 0 0,0 0 0,0 0 0,1 0 0,-1 0 0,0 0 0,1 0 0,-1-1 0,1 1 0,-1 0 0,1 0 0,-1 0 0,1 0 0,0-1 0,-1 1 0,1 0 0,0-1 0,0 1 0,-1 0 0,1-1 0,0 1 0,0-1 0,0 1 0,0-1 0,0 1 0,1-1 0,-1 0 0,-1 0 0,1 0 0,0 0 0,-1-1 0,1 1 0,-1 0 0,1-1 0,0 1 0,-1 0 0,1-1 0,-1 1 0,1-1 0,-1 1 0,1-1 0,-1 1 0,1-1 0,-1 1 0,1-1 0,-1 1 0,0-1 0,1 1 0,-1-1 0,0 0 0,0 1 0,1-1 0,-1 0 0,0 1 0,0-1 0,0 0 0,0 1 0,0-1 0,0 0 0,0 1 0,0-1 0,0 0 0,0 1 0,0-1 0,-1 0 0,1 1 0,0-2 0,-9-28 0,5 23 0,-1-1 0,-1 1 0,0 0 0,0 0 0,0 1 0,0 0 0,-1 0 0,0 0 0,-1 1 0,1 0 0,-1 0 0,0 1 0,0 0 0,0 1 0,-1-1 0,1 2 0,-1-1 0,0 1 0,0 0 0,0 1 0,-14-1 0,6 2 0,1 0 0,0 2 0,0-1 0,-1 2 0,1 0 0,1 1 0,-1 0 0,0 2 0,1 0 0,0 0 0,-16 11 0,16-9 0,1 2 0,0 0 0,1 1 0,0 0 0,-18 22 0,27-29 0,1 1 0,-1 0 0,1-1 0,0 2 0,1-1 0,-1 0 0,1 0 0,0 1 0,-1 5 0,2-8 0,1 1 0,0-1 0,0 0 0,0 0 0,0 1 0,0-1 0,0 0 0,1 0 0,0 1 0,0-1 0,0 0 0,0 0 0,0 0 0,0 0 0,1 0 0,-1-1 0,4 4 0,-1-1-136,0 0-1,0-1 1,1 0-1,0 0 1,0 0-1,0 0 1,0-1-1,1 0 0,9 4 1,22 9-6690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24575,'-1'0'0,"-1"0"0,1 1 0,-1-1 0,1 0 0,-1 1 0,1-1 0,-1 1 0,1 0 0,0-1 0,-1 1 0,1 0 0,0 0 0,0 0 0,0 0 0,-1 0 0,1 0 0,0 0 0,0 0 0,1 0 0,-1 1 0,0-1 0,0 0 0,0 1 0,1-1 0,-1 0 0,1 1 0,-1 2 0,-2 6 0,1-1 0,0 1 0,-1 12 0,1-4 0,-45 200 0,7-36 0,-35 134-1365,69-299-5461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22 24575,'-2'-2'0,"0"0"0,0 0 0,0 0 0,-1 0 0,1 1 0,0-1 0,-1 1 0,1 0 0,-1 0 0,1 0 0,-1 0 0,0 0 0,0 0 0,1 1 0,-1-1 0,0 1 0,0 0 0,-3 0 0,2 0 0,-1 1 0,1 0 0,0 0 0,-1 0 0,1 1 0,0-1 0,0 1 0,0 0 0,0 1 0,-5 3 0,-5 5 0,1 1 0,0 0 0,1 1 0,-16 22 0,-3 7-682,-27 47-1,50-74-6143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24575,'0'-2'0,"2"-4"0,3-2 0,1-3 0,2 1 0,2 2 0,1 7 0,1 6 0,1 7 0,1 6 0,0 4 0,0 6 0,-1 4 0,4 5 0,-1 2 0,1 2 0,-3-7-8191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1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50 24575,'0'-1'0,"0"0"0,-1 0 0,1 1 0,0-1 0,-1 0 0,0 0 0,1 0 0,-1 0 0,1 0 0,-1 0 0,0 1 0,0-1 0,1 0 0,-1 1 0,0-1 0,0 0 0,0 1 0,-1-1 0,-17-9 0,10 5 0,0 2 0,1-1 0,-1 1 0,0 1 0,-1 0 0,1 0 0,0 0 0,-1 1 0,1 1 0,-1 0 0,1 0 0,-1 1 0,1 0 0,0 0 0,-1 1 0,1 1 0,0-1 0,0 1 0,0 1 0,1 0 0,-1 0 0,1 1 0,-13 9 0,9-5 0,0 0 0,2 0 0,-1 1 0,1 1 0,-14 18 0,20-23 0,0 0 0,0 0 0,0 0 0,1 1 0,0 0 0,0 0 0,1-1 0,0 2 0,0-1 0,0 0 0,1 0 0,0 15 0,1-19 0,0 0 0,0 0 0,1 0 0,-1 0 0,1-1 0,0 1 0,0 0 0,0 0 0,0-1 0,0 1 0,1 0 0,-1-1 0,1 1 0,0-1 0,-1 0 0,1 1 0,3 1 0,-1-1 0,-1 0 0,1-1 0,0 0 0,0 0 0,0 0 0,0 0 0,0-1 0,1 1 0,-1-1 0,6 1 0,4 0 0,-1-1 0,0-1 0,1 0 0,-1-1 0,0 0 0,22-6 0,-22 4-170,-1-1-1,1 0 0,-1-1 1,0 0-1,-1-1 0,0 0 1,11-8-1,-6 2-6655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14 24575,'-2'-1'0,"0"-1"0,0 1 0,0-1 0,-1 1 0,1 0 0,-1 0 0,1 0 0,-1 0 0,1 0 0,-1 1 0,0-1 0,1 1 0,-1 0 0,0 0 0,1 0 0,-1 0 0,0 0 0,-3 1 0,-2 0 0,1 0 0,-1 1 0,0 1 0,-13 5 0,13-5 0,0 2 0,0-1 0,1 1 0,0 0 0,0 0 0,0 1 0,1 0 0,-7 7 0,10-8 0,-1-1 0,1 0 0,0 1 0,0-1 0,1 1 0,0 0 0,-1 0 0,2 0 0,-1 0 0,0 0 0,1 0 0,0 1 0,1-1 0,-1 8 0,1-11 0,0-1 0,0 1 0,0-1 0,0 1 0,0-1 0,0 1 0,1-1 0,-1 1 0,1-1 0,-1 0 0,1 1 0,0-1 0,-1 0 0,1 1 0,0-1 0,0 0 0,0 0 0,0 0 0,0 1 0,0-1 0,0 0 0,3 1 0,-2-1 0,1 0 0,-1 0 0,1 0 0,-1 0 0,1-1 0,0 1 0,-1-1 0,1 0 0,0 0 0,-1 0 0,6 0 0,3-2 0,0 0 0,0-1 0,0 0 0,19-9 0,-18 6 0,0 0 0,20-16 0,-28 20 0,-1-1 0,1 0 0,-1 0 0,1 0 0,-1-1 0,0 1 0,0-1 0,4-7 0,-10 24 86,0-1-1,1 0 0,-1 17 1,3-24-208,0-1 0,0 0 0,0 1 0,1-1 0,-1 1 0,1-1 0,0 0 0,1 0 0,-1 1 1,1-1-1,-1 0 0,1 0 0,3 4 0,3 2-6704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16 161 24575,'0'-25'0,"0"42"0,1 42 0,0-29 0,0-1 0,-2 1 0,-1-1 0,-9 43 0,7-120 0,4 4 0,-1-4 0,6-50 0,-3 86 0,-1-1 0,2 1 0,0-1 0,0 1 0,1 0 0,1 0 0,0 0 0,13-21 0,-17 30 0,1 1 0,0 0 0,-1-1 0,1 1 0,0 0 0,0 0 0,0 1 0,0-1 0,0 0 0,1 1 0,-1-1 0,0 1 0,1 0 0,-1-1 0,1 1 0,-1 0 0,1 1 0,0-1 0,-1 0 0,4 0 0,-3 2 0,1-1 0,-1 0 0,1 1 0,-1 0 0,0 0 0,0 0 0,1 0 0,-1 0 0,0 1 0,0-1 0,0 1 0,-1 0 0,1 0 0,3 2 0,1 3 0,0 0 0,0 0 0,0 1 0,-1-1 0,-1 1 0,1 1 0,-1-1 0,-1 1 0,1 0 0,3 12 0,-7-19 8,0 0 1,-1 0-1,1 1 0,-1-1 0,0 0 0,1 0 0,-1 0 0,0 0 0,0 0 1,0 1-1,-1-1 0,1 0 0,0 0 0,-1 0 0,1 0 0,-1 0 0,0 0 1,0 0-1,0 0 0,-2 3 0,1-3 4,0 0 0,0 0 0,0 0 1,-1 0-1,1-1 0,0 1 0,-1-1 0,1 0 1,-1 0-1,0 1 0,1-2 0,-1 1 0,-5 1 1,-4-1-257,0 0 0,0 0 0,-1-1 0,1-1 1,0 0-1,-14-4 0,-4-1-6582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48 24575,'4'-13'0,"2"-9"0,-6 21 0,0 1 0,0-1 0,0 1 0,0-1 0,0 1 0,0-1 0,0 1 0,0-1 0,-1 1 0,1-1 0,0 1 0,0-1 0,0 1 0,-1-1 0,1 1 0,0 0 0,-1-1 0,1 1 0,0 0 0,-1-1 0,1 1 0,0 0 0,-1-1 0,1 1 0,-1 0 0,1-1 0,0 1 0,-1 0 0,1 0 0,-1 0 0,1 0 0,-1-1 0,1 1 0,-1 0 0,1 0 0,-1 0 0,1 0 0,-1 0 0,0 0 0,-2 1 0,0-1 0,1 0 0,-1 1 0,0 0 0,1 0 0,-1-1 0,1 1 0,-1 1 0,1-1 0,-1 0 0,1 1 0,0-1 0,0 1 0,-4 3 0,-28 31 0,29-30 0,-22 26 0,2 0 0,2 2 0,-22 41 0,43-72-195,0 1 0,0-1 0,1 1 0,0 0 0,0-1 0,-1 7 0,2-1-6631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24575,'28'-78'0,"-28"78"0,0 0 0,0-1 0,0 1 0,0 0 0,1-1 0,-1 1 0,0 0 0,0-1 0,0 1 0,0 0 0,1 0 0,-1-1 0,0 1 0,0 0 0,1 0 0,-1-1 0,0 1 0,0 0 0,1 0 0,-1 0 0,0-1 0,0 1 0,1 0 0,-1 0 0,0 0 0,1 0 0,-1 0 0,0 0 0,1 0 0,-1 0 0,0 0 0,1 0 0,-1 0 0,1 0 0,-1 0 0,0 0 0,1 0 0,-1 0 0,1 0 0,10 13 0,3 21 0,-6-6 0,-2 0 0,0 1 0,-2-1 0,0 35 0,-4-59-195,0 1 0,0-1 0,0 1 0,-1 0 0,0-1 0,-2 6 0,-2 4-6631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5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961 28 24575,'0'-1'0,"0"-1"0,0 1 0,0 0 0,0 0 0,0 0 0,0 0 0,0 0 0,0-1 0,-1 1 0,1 0 0,0 0 0,-1 0 0,1 0 0,-1 0 0,1 0 0,-1 0 0,1 0 0,-1 0 0,0 0 0,0 0 0,1 0 0,-1 0 0,0 1 0,-1-2 0,1 2 0,-1 0 0,1 0 0,0 0 0,0 0 0,0 0 0,0 0 0,0 1 0,0-1 0,0 0 0,0 1 0,-1-1 0,1 1 0,0-1 0,0 1 0,1 0 0,-1-1 0,0 1 0,0 0 0,0-1 0,0 1 0,1 0 0,-1 0 0,0 0 0,1 0 0,-2 2 0,-8 11 0,0 1 0,1 0 0,1 1 0,0 0 0,-6 19 0,-23 88 0,31-99 0,-38 183 0,-4 13 0,-135 270 0,164-447 0,-147 399 0,44-107 0,98-264 0,3 2 0,-17 117 0,26-130 0,-6 24 0,-5-2 0,-33 83 0,13-61-1365,39-92-5461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24575,'-1'0'0,"0"0"0,-1 0 0,1 1 0,0-1 0,0 1 0,0-1 0,0 1 0,0-1 0,0 1 0,0-1 0,0 1 0,0 0 0,0 0 0,0-1 0,0 1 0,0 0 0,1 0 0,-1 0 0,0 0 0,1 0 0,-1 0 0,0 0 0,1 0 0,0 0 0,-1 0 0,1 0 0,-1 1 0,1-1 0,0 0 0,0 0 0,0 0 0,0 2 0,-1 2 0,1 1 0,0-1 0,0 0 0,0 0 0,2 10 0,28 80 0,-19-64 0,12 60 0,-23-89 0,1 0 0,-1 0 0,0-1 0,1 1 0,-1 0 0,1 0 0,-1-1 0,1 1 0,0 0 0,0-1 0,0 1 0,-1-1 0,2 1 0,-1-1 0,0 1 0,0-1 0,0 0 0,1 1 0,2 1 0,-2-2 0,0-1 0,1 1 0,-1-1 0,0 0 0,1 1 0,-1-1 0,0 0 0,0-1 0,1 1 0,-1 0 0,0 0 0,1-1 0,-1 0 0,0 1 0,3-2 0,52-19-682,59-29-1,-104 44-6143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284 159 24575,'3'-3'0,"0"0"0,-1 0 0,1 0 0,-1 0 0,0-1 0,0 1 0,0-1 0,-1 1 0,1-1 0,-1 0 0,0 0 0,0 0 0,0 0 0,-1 0 0,1 0 0,-1 1 0,0-1 0,0 0 0,0 0 0,-1 0 0,1 0 0,-1 0 0,0 0 0,0 0 0,-1 0 0,1 1 0,-1-1 0,1 0 0,-1 1 0,0-1 0,-1 1 0,1 0 0,0 0 0,-1 0 0,0 0 0,0 0 0,0 1 0,0-1 0,0 1 0,0 0 0,-1-1 0,-4-1 0,1 2 0,0 0 0,0 0 0,0 0 0,-1 1 0,1 0 0,0 0 0,-1 1 0,1 0 0,0 1 0,-1-1 0,1 1 0,0 1 0,0-1 0,0 1 0,0 0 0,0 1 0,0 0 0,0 0 0,-11 8 0,10-7 0,0 2 0,1-1 0,-1 1 0,1 0 0,1 0 0,-1 1 0,1 0 0,0 0 0,0 1 0,1-1 0,0 1 0,1 0 0,0 1 0,0-1 0,-4 13 0,7-18 0,1 1 0,-1-1 0,0 1 0,1-1 0,0 1 0,0-1 0,0 1 0,0 0 0,0-1 0,1 1 0,0-1 0,-1 1 0,1-1 0,1 0 0,-1 1 0,0-1 0,1 0 0,0 0 0,-1 0 0,1 0 0,1 0 0,-1 0 0,0 0 0,1-1 0,-1 1 0,1-1 0,0 0 0,0 1 0,0-1 0,0-1 0,0 1 0,0 0 0,0-1 0,5 2 0,-1-1 0,1 1 0,-1-1 0,1-1 0,-1 1 0,1-1 0,0-1 0,0 1 0,0-2 0,-1 1 0,1-1 0,0 0 0,-1 0 0,1-1 0,14-5 0,-15 4 0,0-1 0,0 0 0,0-1 0,-1 0 0,1 0 0,-1 0 0,0 0 0,-1-1 0,1 0 0,-1-1 0,0 1 0,4-8 0,-3 3 0,0-1 0,-1 1 0,0-1 0,0-1 0,-1 1 0,3-22 0,-9 45 0,-2 4 0,2 1 0,-2 16 0,3-28 0,1 0 0,0-1 0,0 1 0,0-1 0,1 1 0,-1 0 0,1-1 0,0 1 0,0-1 0,0 1 0,0-1 0,1 0 0,-1 1 0,1-1 0,0 0 0,3 5 0,-4-7 0,0 0 0,0-1 0,0 1 0,-1 0 0,1 0 0,0 0 0,0-1 0,0 1 0,1-1 0,-1 1 0,0 0 0,0-1 0,0 0 0,0 1 0,0-1 0,1 0 0,-1 0 0,0 1 0,0-1 0,0 0 0,1 0 0,-1-1 0,0 1 0,0 0 0,1 0 0,-1 0 0,0-1 0,0 1 0,0-1 0,0 1 0,0-1 0,0 1 0,0-1 0,1 0 0,-2 1 0,1-1 0,0 0 0,0 0 0,0 0 0,1-1 0,3-4 0,0-1 0,0 0 0,-1 0 0,6-14 0,-4 8 0,-5 13 0,-1 0 0,0 0 0,0-1 0,0 1 0,0 0 0,0-1 0,0 1 0,0 0 0,0 0 0,1-1 0,-1 1 0,0 0 0,0 0 0,0-1 0,1 1 0,-1 0 0,0 0 0,0 0 0,1-1 0,-1 1 0,0 0 0,0 0 0,1 0 0,-1 0 0,0 0 0,1-1 0,-1 1 0,0 0 0,0 0 0,1 0 0,-1 0 0,1 0 0,3 10 0,-2 19 0,-2-27 0,-2 39 0,-10 67 0,-1 24 0,13-132 0,0 0 0,0 0 0,0 0 0,0 0 0,0 0 0,1 0 0,-1 0 0,0 0 0,0 0 0,0 0 0,0 0 0,0 0 0,0 0 0,0 0 0,0 0 0,1 0 0,-1 0 0,0 0 0,0 0 0,0 0 0,0 0 0,0 0 0,0 0 0,0 0 0,0 1 0,1-1 0,-1 0 0,0 0 0,0 0 0,0 0 0,0 0 0,0 0 0,0 0 0,0 0 0,0 0 0,0 0 0,0 0 0,0 1 0,0-1 0,0 0 0,0 0 0,0 0 0,0 0 0,0 0 0,0 0 0,0 0 0,0 0 0,0 1 0,0-1 0,0 0 0,0 0 0,0 0 0,0 0 0,0 0 0,0 0 0,0 0 0,0 0 0,0 1 0,0-1 0,0 0 0,0 0 0,0 0 0,0 0 0,0 0 0,0 0 0,6-11 0,6-17 0,15-78 0,8-25 0,-30 116 0,1 1 0,0-1 0,1 2 0,1-1 0,0 1 0,16-19 0,-22 30 0,0-1 0,0 1 0,1-1 0,-1 1 0,1 0 0,0 0 0,0 0 0,0 0 0,0 1 0,0-1 0,0 1 0,6-2 0,-8 2 0,1 1 0,-1 0 0,1 0 0,-1 0 0,1 0 0,-1 1 0,1-1 0,-1 0 0,1 0 0,-1 1 0,0-1 0,1 1 0,-1-1 0,0 1 0,1 0 0,-1 0 0,0-1 0,0 1 0,1 0 0,-1 0 0,0 0 0,0 0 0,0 0 0,0 1 0,-1-1 0,1 0 0,0 0 0,0 1 0,-1-1 0,1 0 0,0 2 0,2 3 0,-1-1 0,0 1 0,0 0 0,0-1 0,0 1 0,-1 0 0,0 0 0,-1 0 0,1 11 0,-1-15 0,-1 0 0,1 0 0,-1 0 0,1 0 0,-1 0 0,0 0 0,1 0 0,-1-1 0,0 1 0,0 0 0,-1 0 0,1-1 0,0 1 0,0 0 0,-1-1 0,1 0 0,-1 1 0,0-1 0,1 0 0,-1 0 0,0 1 0,0-2 0,1 1 0,-1 0 0,0 0 0,0 0 0,0-1 0,0 1 0,0-1 0,0 0 0,-3 1 0,-1 0-85,0-1 0,0 1-1,1-1 1,-1 0 0,0 0-1,0-1 1,0 1 0,0-1-1,1-1 1,-1 1 0,0-1-1,1 0 1,-1 0 0,1-1-1,-9-5 1,4 0-6741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7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24575,'7'-1'0,"0"1"0,-1 1 0,1-1 0,-1 1 0,1 0 0,-1 1 0,7 2 0,-10-3 0,-1 0 0,0 0 0,0 0 0,0 1 0,0-1 0,-1 1 0,1-1 0,0 1 0,-1 0 0,1 0 0,-1 0 0,1 0 0,-1 0 0,0 0 0,0 0 0,0 0 0,0 0 0,0 1 0,0-1 0,-1 0 0,1 1 0,-1-1 0,1 3 0,-1 3 0,0 1 0,0-1 0,0 1 0,-1-1 0,-1 1 0,1-1 0,-1 0 0,-5 11 0,-28 62 0,25-62-1365,1-3-5461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0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29 24575,'-2'-2'0,"-4"-3"0,-2-1 0,-3 0 0,4 2 0,4 2 0,6 0 0,4 1 0,3 1 0,3 0 0,-1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24575,'2'-2'0,"0"-1"0,-1 1 0,1-1 0,-1 0 0,1 0 0,-1 0 0,0 1 0,1-6 0,5-10 0,-7 18 0,0 0 0,0 0 0,0 0 0,0 1 0,0-1 0,0 0 0,0 0 0,0 0 0,0 0 0,0 0 0,0 0 0,0 0 0,0 0 0,0 0 0,0 0 0,0 0 0,0 0 0,0 0 0,0 1 0,0-1 0,1 0 0,-1 0 0,0 0 0,0 0 0,0 0 0,0 0 0,0 0 0,0 0 0,0 0 0,0 0 0,0 0 0,0 0 0,0 0 0,0 0 0,0 0 0,0 0 0,0 0 0,0 0 0,1 0 0,-1 0 0,0 0 0,0 0 0,0 0 0,0 0 0,0 0 0,0 0 0,0 0 0,0 0 0,0 0 0,0 0 0,0 0 0,0 0 0,1 0 0,-1 0 0,0 0 0,0 0 0,0 0 0,0 0 0,0 0 0,0 0 0,0 0 0,0 0 0,0 0 0,0 0 0,0 0 0,0-1 0,2 13 0,0 13 0,-11 230-1365,6-225-5461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22 141 24575,'-1'-39'0,"-1"27"0,2 1 0,0-1 0,0 0 0,1 0 0,4-21 0,-5 33 0,0-1 0,0 1 0,0-1 0,0 1 0,1-1 0,-1 1 0,0-1 0,0 1 0,0 0 0,0-1 0,1 1 0,-1-1 0,0 1 0,1 0 0,-1-1 0,0 1 0,1 0 0,-1-1 0,0 1 0,1 0 0,-1 0 0,0-1 0,1 1 0,-1 0 0,1 0 0,-1 0 0,1-1 0,-1 1 0,1 0 0,10 8 0,6 19 0,-8-7 0,-2-7 0,0 1 0,0 0 0,-2 1 0,0-1 0,0 1 0,-2 0 0,1 0 0,0 23 0,-4-36 14,0 1-1,0-1 1,-1 0-1,1 0 1,-1 1-1,1-1 1,-1 0-1,0 0 1,0 0-1,0 0 1,0 0-1,0 0 1,0 0-1,-1 0 1,1 0-1,-1 0 1,1-1-1,-1 1 1,0-1-1,1 1 1,-1-1-1,0 0 1,-2 2-1,-5 1-170,1 0 0,-1-1-1,0 0 1,-13 2-1,5 0-744,2-1-5924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24575,'-3'0'0,"0"0"0,0 1 0,0-1 0,1 1 0,-1-1 0,0 1 0,0 0 0,1 0 0,-1 0 0,1 0 0,-1 1 0,1-1 0,-1 0 0,1 1 0,0 0 0,-2 2 0,0-1 0,1 1 0,0 0 0,0 0 0,0 0 0,1 0 0,0 1 0,-1-1 0,-1 9 0,1-4 0,0 0 0,1 0 0,1 1 0,0-1 0,0 1 0,1-1 0,0 1 0,0-1 0,3 14 0,-2-20 0,-1 0 0,1 0 0,0 0 0,0-1 0,0 1 0,0 0 0,1 0 0,-1-1 0,1 1 0,-1 0 0,1-1 0,0 0 0,0 1 0,0-1 0,0 0 0,1 0 0,-1 0 0,0 0 0,1-1 0,0 1 0,-1 0 0,1-1 0,0 0 0,0 0 0,0 0 0,0 0 0,0 0 0,0-1 0,0 1 0,0-1 0,0 0 0,0 0 0,0 0 0,5-1 0,-4 1 0,0-1 0,0 0 0,0 0 0,0 0 0,0-1 0,0 0 0,-1 1 0,1-1 0,0 0 0,-1-1 0,0 1 0,1-1 0,-1 1 0,0-1 0,0 0 0,-1 0 0,1-1 0,-1 1 0,1 0 0,-1-1 0,0 0 0,0 1 0,-1-1 0,1 0 0,1-6 0,-2 4 29,0 0-1,0 1 1,-1-1-1,0 0 0,0 0 1,0 0-1,-1 1 1,0-1-1,0 0 1,-1 0-1,-2-8 1,2 11-119,1-1 0,-1 1 0,0-1 0,0 1 0,0 0 1,0 0-1,0 0 0,-1 0 0,1 0 0,-1 1 1,0-1-1,0 1 0,0-1 0,0 1 0,0 0 0,-1 0 1,1 1-1,-5-3 0,-7 0-6736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24575,'-13'0'0,"0"0"0,-1 1 0,1 0 0,0 1 0,-26 7 0,36-8 0,0 0 0,1 0 0,-1 1 0,0-1 0,1 1 0,-1-1 0,1 1 0,0 0 0,0 0 0,-1 0 0,1 0 0,0 0 0,1 1 0,-1-1 0,0 0 0,1 1 0,-1 0 0,1-1 0,0 1 0,0 0 0,0 0 0,0-1 0,0 1 0,1 0 0,-1 0 0,1 0 0,0 0 0,0 0 0,0 0 0,0 0 0,0 0 0,1 0 0,0 4 0,0-2 0,1 0 0,-1 0 0,1 0 0,0 0 0,0 0 0,0 0 0,0 0 0,1-1 0,0 1 0,0-1 0,0 0 0,1 0 0,-1 0 0,1 0 0,0-1 0,0 1 0,6 3 0,6 2 0,0 0 0,1-1 0,29 9 0,6 4 0,-50-21 0,-1 1 0,1-1 0,-1 1 0,0 0 0,1-1 0,-1 1 0,0 0 0,0 0 0,1 0 0,-1 0 0,0 0 0,0 0 0,0 0 0,0 1 0,0-1 0,-1 0 0,1 1 0,0-1 0,0 0 0,-1 1 0,1-1 0,-1 1 0,1-1 0,-1 2 0,0-1 0,0-1 0,-1 1 0,1-1 0,-1 1 0,1-1 0,-1 1 0,0-1 0,0 0 0,1 1 0,-1-1 0,0 0 0,0 1 0,0-1 0,0 0 0,-1 0 0,1 0 0,0 0 0,0 0 0,-1 0 0,1 0 0,0-1 0,-1 1 0,-1 0 0,-9 5-124,-1-2 0,1 0 0,-1 0 0,0-1 0,0-1 0,-1 0-1,1-1 1,0 0 0,-1-1 0,-24-3 0,17 0-6702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6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24575,'3'0'0,"2"0"0,3 0 0,5 0 0,3 0 0,2 0 0,4 0 0,2 0 0,0 0 0,-3 0 0,-1 3 0,-6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1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24575,'-2'0'0,"-3"0"0,-1 2 0,0 3 0,2 4 0,2 4 0,0 4 0,4 5 0,1 3 0,0 3 0,-1 5 0,0 1 0,2 2 0,-1-1 0,1-6-8191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1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32 24575,'1'-1'0,"-1"0"0,1 0 0,-1 0 0,1 0 0,0 0 0,-1 0 0,1 0 0,0 0 0,0 0 0,0 1 0,0-1 0,0 0 0,0 0 0,0 1 0,0-1 0,0 1 0,0-1 0,0 1 0,1-1 0,-1 1 0,2-1 0,25-6 0,-37 12 0,0 1 0,1-1 0,0 2 0,0-1 0,0 1 0,1 1 0,0-1 0,1 1 0,-1 0 0,-8 15 0,13-18 0,-1-1 0,1 0 0,0 0 0,0 1 0,1-1 0,-1 1 0,1 0 0,0-1 0,0 1 0,0 0 0,1 0 0,0-1 0,0 8 0,1-9 0,0 1 0,0-1 0,0 0 0,1 0 0,-1 0 0,1 0 0,-1 0 0,1-1 0,0 1 0,0 0 0,0-1 0,1 0 0,-1 1 0,1-1 0,-1 0 0,1 0 0,0 0 0,-1-1 0,1 1 0,0-1 0,0 1 0,6 1 0,1-1 0,-1 1 0,1-2 0,-1 1 0,1-1 0,0 0 0,-1-1 0,1-1 0,0 1 0,0-1 0,-1-1 0,1 0 0,-1 0 0,1-1 0,-1 0 0,0-1 0,11-6 0,-14 7 0,0 0 0,0-1 0,0 0 0,-1 0 0,1-1 0,-1 1 0,0-1 0,-1 0 0,1 0 0,5-10 0,-7 11 0,-1-1 0,0 1 0,-1 0 0,1 0 0,-1-1 0,0 1 0,0-1 0,0 1 0,0-1 0,-1 0 0,0 1 0,0-1 0,0 0 0,-1 1 0,1-1 0,-4-8 0,3 10 19,0-1 0,0 1 0,0 0 0,-1 0 0,1 0 0,-1 0 0,0 0 0,0 0 0,0 1 0,0-1 0,-1 1 0,1-1 0,-1 1 0,1 0 0,-1 0 0,0 0 0,-5-3 0,2 2-233,-1 1 1,1 0 0,0 0-1,-1 0 1,0 1 0,1 0-1,-15 0 1,0 1-6613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18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24575,'-5'2'0,"10"2"0,10 3 0,11-1 0,1-1 0,0-1 0,34 1 0,0 0 0,-54-4 0,363 28 0,-365-29 342,-13 0-2049,-2 0-5119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1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85 24575,'0'0'0,"-1"0"0,1 0 0,-1 0 0,0 0 0,1 0 0,-1 0 0,0 0 0,1 0 0,-1 0 0,0 0 0,1-1 0,-1 1 0,1 0 0,-1 0 0,0-1 0,1 1 0,-1 0 0,1-1 0,-1 1 0,1-1 0,-1 1 0,1-1 0,-1 1 0,1-1 0,0 1 0,-1-1 0,1 1 0,-1-1 0,1 1 0,0-1 0,0 1 0,-1-1 0,1 0 0,0 1 0,0-1 0,0 0 0,0 1 0,0-1 0,0 0 0,0 1 0,0-1 0,0 0 0,0 1 0,0-1 0,0 0 0,1-2 0,0 1 0,-1 0 0,1 0 0,0 0 0,0-1 0,0 1 0,0 0 0,0 0 0,1 1 0,-1-1 0,3-3 0,2 1 0,0 0 0,0 0 0,0 0 0,1 1 0,-1 0 0,1 0 0,-1 1 0,1 0 0,0 0 0,0 1 0,8-1 0,5 0 0,1 0 0,33 4 0,-51-2 0,0 0 0,-1 0 0,1 1 0,0-1 0,-1 1 0,1 0 0,-1 0 0,1 0 0,-1 0 0,1 0 0,-1 0 0,1 1 0,-1-1 0,0 1 0,0 0 0,0-1 0,0 1 0,3 4 0,-4-5 0,-1 1 0,1 0 0,0-1 0,-1 1 0,1 0 0,-1-1 0,0 1 0,1 0 0,-1-1 0,0 1 0,0 0 0,0 0 0,0-1 0,-1 1 0,1 0 0,0-1 0,-1 1 0,1 0 0,-1-1 0,1 1 0,-1 0 0,0-1 0,0 1 0,0-1 0,0 1 0,0-1 0,0 0 0,0 1 0,-3 1 0,-4 5 0,-1 0 0,0-1 0,-1 0 0,-12 7 0,13-9 0,0 0 0,1 1 0,0 0 0,1 0 0,-1 1 0,-9 10 0,17-16 0,0 0 0,-1-1 0,1 1 0,-1-1 0,1 1 0,0 0 0,-1-1 0,1 1 0,0 0 0,0 0 0,0-1 0,-1 1 0,1 0 0,0 0 0,0-1 0,0 1 0,0 0 0,0-1 0,1 1 0,-1 0 0,0 0 0,0-1 0,0 1 0,1 0 0,-1-1 0,0 1 0,0 0 0,1-1 0,-1 1 0,1 0 0,-1-1 0,1 1 0,-1-1 0,1 1 0,-1-1 0,1 1 0,-1-1 0,1 1 0,0-1 0,0 1 0,34 15 0,-23-11 0,-3-1 0,-1 0 0,1 0 0,-1 1 0,0 0 0,0 0 0,-1 1 0,1 0 0,-1 1 0,9 10 0,-16-17 0,1 1 0,-1-1 0,0 1 0,1-1 0,-1 1 0,0 0 0,1-1 0,-1 1 0,0-1 0,0 1 0,0 0 0,0-1 0,1 1 0,-1-1 0,0 1 0,0 0 0,0-1 0,0 1 0,0 0 0,0-1 0,-1 1 0,1 0 0,0-1 0,0 1 0,0-1 0,0 1 0,-1 0 0,1-1 0,-1 2 0,0-1 0,0 0 0,-1 0 0,1 0 0,0 0 0,-1-1 0,1 1 0,0 0 0,-1 0 0,1-1 0,-1 1 0,-2 0 0,-5 1 0,1-1 0,-1 0 0,-10 0 0,-97-2-1365,98 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1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28 24575,'0'-1'0,"0"0"0,-1 0 0,1 0 0,-1 0 0,1 0 0,-1 0 0,0 0 0,1 0 0,-1 0 0,0 0 0,0 0 0,0 1 0,1-1 0,-1 0 0,0 0 0,0 1 0,0-1 0,0 1 0,0-1 0,0 1 0,0-1 0,-1 1 0,1 0 0,-1-1 0,-29-6 0,27 6 0,0 1 0,0 0 0,0 0 0,1 0 0,-1 1 0,0-1 0,0 1 0,0 0 0,1 0 0,-1 0 0,0 0 0,-5 4 0,8-5 0,0 1 0,0 0 0,0-1 0,0 1 0,0 0 0,1 0 0,-1 0 0,0-1 0,1 1 0,-1 0 0,0 0 0,1 0 0,-1 0 0,1 0 0,-1 0 0,1 0 0,0 0 0,-1 0 0,1 2 0,0-2 0,0 1 0,0 0 0,1 0 0,-1-1 0,1 1 0,-1 0 0,1 0 0,-1-1 0,1 1 0,0-1 0,0 1 0,0-1 0,-1 1 0,2-1 0,1 3 0,3 2 0,0 0 0,1 0 0,-1-1 0,1 0 0,14 8 0,-13-9 0,-1 0 0,0 1 0,0 0 0,-1 0 0,10 10 0,-15-14 0,0 0 0,-1-1 0,1 1 0,0 0 0,-1 0 0,1-1 0,-1 1 0,1 0 0,-1 0 0,1 0 0,-1 0 0,0 0 0,1-1 0,-1 1 0,0 0 0,0 0 0,0 0 0,0 0 0,1 0 0,-1 0 0,0 0 0,-1 0 0,1 0 0,0 0 0,0 0 0,0 0 0,-1 0 0,1 0 0,0 0 0,-1 0 0,1-1 0,-1 1 0,1 0 0,-1 0 0,1 0 0,-1-1 0,1 1 0,-1 0 0,0 0 0,0-1 0,1 1 0,-1-1 0,0 1 0,0-1 0,0 1 0,0-1 0,1 1 0,-1-1 0,0 0 0,-1 1 0,-5 2 0,-1-1 0,1 0 0,0 0 0,-16 1 0,-37 0-1365,33-3-5461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84 24575,'1'0'0,"-1"-1"0,1 0 0,-1 0 0,1 1 0,0-1 0,-1 0 0,1 1 0,0-1 0,0 1 0,-1-1 0,1 1 0,0-1 0,0 1 0,0-1 0,0 1 0,0 0 0,0 0 0,0-1 0,-1 1 0,3 0 0,-3 0 0,1 1 0,-1-1 0,1 1 0,-1-1 0,0 1 0,1-1 0,-1 1 0,0-1 0,0 1 0,1-1 0,-1 1 0,0 0 0,0-1 0,0 1 0,0-1 0,1 1 0,-1 0 0,0-1 0,0 1 0,0-1 0,0 1 0,-1 0 0,1 0 0,-9 46 0,8-43 0,-16 77 0,2 1 0,5 1 0,0 156 0,10-228 0,0 1 0,1-1 0,1 1 0,0-1 0,0 0 0,6 16 0,-6-23 0,-1-1 0,1 1 0,0-1 0,0 0 0,0 1 0,1-1 0,-1 0 0,1 0 0,-1-1 0,1 1 0,0 0 0,0-1 0,0 0 0,1 0 0,-1 0 0,0 0 0,1 0 0,-1-1 0,1 1 0,0-1 0,-1 0 0,7 1 0,10 0 0,0-2 0,0 0 0,0-1 0,0-1 0,28-6 0,22-1 0,293 2 0,1 31 0,-167-9 0,224 8 0,-421-23 0,1 0 0,-1 0 0,0 0 0,1 0 0,-1 0 0,1 0 0,-1 1 0,1-1 0,-1-1 0,1 1 0,-1 0 0,1 0 0,-1 0 0,1 0 0,-1 0 0,1 0 0,-1 0 0,0-1 0,1 1 0,-1 0 0,1 0 0,-1-1 0,1 1 0,-7-8 0,-26-13 0,22 15 0,5 3 0,0-1 0,0 0 0,0-1 0,1 1 0,0-1 0,0 1 0,0-1 0,0-1 0,1 1 0,0 0 0,-4-11 0,3 6 0,2 1 0,-1 0 0,1-1 0,1 1 0,0-1 0,0-18 0,4-5 0,1 0 0,1 1 0,16-49 0,-13 50 0,5-19 0,0 5 0,-2-2 0,-2 0 0,4-59 0,-13 101 0,1 1 0,-2-1 0,1 0 0,-1 0 0,1 0 0,-1 1 0,-1-1 0,1 0 0,0 1 0,-1-1 0,0 1 0,0 0 0,-1-1 0,1 1 0,-1 0 0,0 0 0,0 1 0,0-1 0,-1 1 0,1-1 0,-1 1 0,0 0 0,1 0 0,-2 1 0,1-1 0,0 1 0,0 0 0,-1 0 0,1 0 0,-1 1 0,1-1 0,-1 1 0,0 0 0,-6 0 0,-410 1 0,180 2 0,162-2 0,-491 12 0,570-12 7,-15 2 326,15-2-373,0 0 0,-1 0 1,1 0-1,0 0 1,0 0-1,-1 0 0,1 0 1,0 0-1,0 0 0,-1 0 1,1 0-1,0 0 0,0 0 1,0 0-1,-1 0 0,1 0 1,0 0-1,0 0 0,-1 1 1,1-1-1,0 0 1,0 0-1,0 0 0,0 0 1,-1 0-1,1 1 0,0-1 1,0 0-1,0 0 0,0 0 1,0 1-1,-1-1 0,1 0 1,0 0-1,0 0 0,0 1 1,0-1-1,0 0 1,0 0-1,0 1 0,0-1 1,0 0-1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24575,'-1'1'0,"-1"-1"0,0 0 0,1 1 0,-1-1 0,0 1 0,1 0 0,-1 0 0,1-1 0,-1 1 0,1 0 0,-1 0 0,-2 3 0,4-4 0,0 0 0,-1 0 0,1 1 0,-1-1 0,1 0 0,0 1 0,0-1 0,-1 0 0,1 1 0,0-1 0,0 0 0,-1 1 0,1-1 0,0 1 0,0-1 0,0 0 0,0 1 0,-1-1 0,1 1 0,0-1 0,0 1 0,0-1 0,0 1 0,0-1 0,0 0 0,0 1 0,0-1 0,0 1 0,1-1 0,-1 1 0,0-1 0,0 1 0,0-1 0,0 0 0,1 1 0,-1-1 0,0 1 0,0-1 0,1 0 0,-1 1 0,0-1 0,1 0 0,-1 0 0,0 1 0,1-1 0,-1 0 0,0 1 0,1-1 0,-1 0 0,1 0 0,-1 0 0,1 1 0,13 4 0,0-1 0,0 0 0,0-1 0,0-1 0,0 0 0,22 0 0,-3 1 0,547 35 0,-549-37 0,-9 1 0,0-1 0,43-5 0,-65 4 0,1 0 0,0 0 0,0 0 0,-1 0 0,1 0 0,0 0 0,-1 0 0,1-1 0,0 1 0,-1 0 0,1-1 0,0 1 0,-1 0 0,1-1 0,-1 1 0,1-1 0,0 0 0,-5-6 0,-20-3 0,10 7-1365,0 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2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24575,'5'-4'0,"9"-8"0,-13 12 0,-1 0 0,1 0 0,0 0 0,-1 0 0,1 0 0,-1 0 0,1 0 0,0 0 0,-1 1 0,1-1 0,-1 0 0,1 0 0,-1 0 0,1 1 0,-1-1 0,1 0 0,-1 1 0,1-1 0,-1 0 0,1 1 0,-1-1 0,1 1 0,-1-1 0,0 1 0,1-1 0,-1 1 0,0-1 0,1 1 0,-1-1 0,0 1 0,1 0 0,3 8 0,-1 0 0,1 0 0,-2 0 0,1 1 0,-1-1 0,0 0 0,0 16 0,-3 73 0,0-55 0,1-32 142,-3 27-1649,0-29-5319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77 24575,'0'-5'0,"0"-3"0,0-3 0,0-2 0,-2 1 0,-1 1 0,2 1 0,4 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3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12 300 24575,'-1'0'0,"1"1"0,-1-1 0,0 0 0,1 0 0,-1 1 0,1-1 0,-1 0 0,1 1 0,-1-1 0,1 1 0,-1-1 0,1 1 0,-1-1 0,1 1 0,-1-1 0,1 1 0,0-1 0,-1 1 0,1-1 0,0 1 0,0 0 0,-1-1 0,1 1 0,0 0 0,0-1 0,0 1 0,0 0 0,0-1 0,0 1 0,0-1 0,0 1 0,0 0 0,0-1 0,0 2 0,3 25 0,-3-26 0,21 97 0,-11-55 0,8 76 0,-29-168 0,7-14 0,6-98 0,1 121 0,2-1 0,2 1 0,17-58 0,-20 86 0,0 1 0,1 0 0,0 0 0,1 1 0,0 0 0,11-15 0,-15 23 0,0 0 0,0-1 0,0 1 0,1 0 0,-1 1 0,0-1 0,1 0 0,0 1 0,-1-1 0,1 1 0,0 0 0,-1 0 0,5-1 0,-4 2 0,-1-1 0,0 1 0,0 0 0,1 1 0,-1-1 0,0 0 0,1 1 0,-1-1 0,0 1 0,0 0 0,0 0 0,0 0 0,0 0 0,0 0 0,0 0 0,0 0 0,0 1 0,0-1 0,3 4 0,1 2 29,1 1-1,-1 0 1,0 1-1,-1-1 0,0 1 1,0 0-1,-1 0 1,0 1-1,0-1 1,-1 1-1,3 17 1,0 6-598,-2 0 0,0 40 0,-3-40-6257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3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24575,'-2'0'0,"-4"0"0,0 2 0,4 1 0,3 0 0,7-1 0,6 0 0,9-1 0,6-1 0,3 1 0,4-1 0,1 0 0,0-1 0,-6 1-8191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29 24575,'1'0'0,"-1"0"0,0-1 0,1 1 0,-1 0 0,1 0 0,-1 0 0,0-1 0,1 1 0,-1 0 0,0 0 0,1-1 0,-1 1 0,0 0 0,1-1 0,-1 1 0,0 0 0,0-1 0,1 1 0,-1-1 0,0 1 0,0 0 0,0-1 0,0 1 0,0-1 0,1 1 0,-1 0 0,0-1 0,0 1 0,0-1 0,0 1 0,0-1 0,0 1 0,0-1 0,0 1 0,-1 0 0,1-1 0,0 1 0,0-1 0,0 1 0,0-1 0,-1 1 0,1 0 0,0-1 0,0 1 0,-1 0 0,1-1 0,0 1 0,0 0 0,-1-1 0,1 1 0,0 0 0,-1 0 0,1-1 0,-1 1 0,1 0 0,0 0 0,-1 0 0,1-1 0,-1 1 0,1 0 0,-1 0 0,1 0 0,0 0 0,-1 0 0,1 0 0,-1 0 0,0 0 0,-3 1 0,0 0 0,0 0 0,0 0 0,0 0 0,0 1 0,0 0 0,0 0 0,0 0 0,1 0 0,-1 1 0,1-1 0,-1 1 0,1 0 0,0 0 0,0 0 0,1 0 0,-4 5 0,1-2 0,0 1 0,1 1 0,-1-1 0,2 1 0,-1-1 0,1 1 0,-4 15 0,6-19 0,0 1 0,1 0 0,-1-1 0,1 1 0,0 0 0,1-1 0,-1 1 0,1 0 0,0-1 0,0 1 0,0-1 0,1 1 0,0-1 0,-1 1 0,2-1 0,-1 0 0,4 5 0,-4-7 0,0 1 0,0-1 0,0 0 0,0 1 0,1-1 0,-1 0 0,1 0 0,0-1 0,0 1 0,-1 0 0,1-1 0,0 0 0,0 0 0,0 0 0,1 0 0,-1 0 0,0 0 0,0-1 0,0 0 0,1 1 0,-1-1 0,0 0 0,0-1 0,0 1 0,6-2 0,-2 0 0,-1 0 0,1-1 0,0 0 0,-1 0 0,0 0 0,0-1 0,0 0 0,0 0 0,-1-1 0,1 1 0,-1-1 0,0 0 0,0-1 0,-1 1 0,0-1 0,0 0 0,0 0 0,4-10 0,-6 12 0,-1 0 0,1 0 0,-1 0 0,0 0 0,0 0 0,0 0 0,0 0 0,-1-1 0,0 1 0,0 0 0,0 0 0,0 0 0,-1 0 0,1-1 0,-1 1 0,0 0 0,0 0 0,-1 0 0,1 0 0,-1 1 0,0-1 0,0 0 0,0 1 0,-1-1 0,1 1 0,-1-1 0,0 1 0,0 0 0,0 1 0,0-1 0,0 0 0,-5-2 0,3 2 57,0 0 0,-1 0 0,1 0 0,0 1 0,-11-3 0,13 4-171,1 1 0,-1-1 0,0 1 0,1 0 1,-1 0-1,0 0 0,0 0 0,1 0 1,-1 0-1,0 1 0,0-1 0,1 1 1,-1 0-1,-3 1 0,-4 4-6712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24575,'2'-10'0,"11"15"0,-5 0 0,0 1 0,-1 0 0,1 0 0,-1 1 0,-1 0 0,1 0 0,-1 1 0,7 11 0,-10-14 0,0 0 0,0 0 0,0 0 0,-1 1 0,0-1 0,0 1 0,0-1 0,-1 1 0,0 0 0,0 0 0,0 0 0,-1 0 0,0-1 0,-1 12 0,1-15 0,0 0 0,-1 0 0,0 0 0,1 0 0,-1 0 0,0 0 0,0 0 0,0 0 0,0-1 0,0 1 0,0 0 0,-1-1 0,1 1 0,0-1 0,-1 0 0,0 1 0,1-1 0,-1 0 0,0 0 0,1 0 0,-1 0 0,0 0 0,0 0 0,0 0 0,0-1 0,0 1 0,-2 0 0,3-1 0,-1 0 0,0 0 0,1 0 0,-1 0 0,1-1 0,-1 1 0,0 0 0,1-1 0,-1 1 0,1-1 0,-1 0 0,1 1 0,-1-1 0,1 0 0,0 0 0,-1 0 0,1 0 0,0 0 0,0 0 0,-1 0 0,1 0 0,0-1 0,0 1 0,0 0 0,0-1 0,1 1 0,-1 0 0,0-1 0,1 1 0,-1-1 0,1 0 0,-1 1 0,1-4 0,-1 0 19,0 1 0,1-1 0,0 0 0,0 1 0,1-1 0,-1 0 0,1 0 0,0 1 0,0-1 0,1 1 0,-1-1 0,1 1 0,0 0 0,0-1 0,1 1 0,-1 0 0,5-6 0,3-1-361,-1 0 1,2 0 0,-1 1-1,17-12 1,-9 8-6485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166 238 24575,'0'-4'0,"-1"0"0,0 1 0,1-1 0,-1 0 0,0 0 0,-1 0 0,1 1 0,-1-1 0,0 1 0,0-1 0,0 1 0,0-1 0,0 1 0,-1 0 0,1 0 0,-4-3 0,4 5 0,0-1 0,0 0 0,0 1 0,0-1 0,0 1 0,0 0 0,0 0 0,0 0 0,0 0 0,-1 0 0,1 0 0,0 0 0,-1 1 0,1-1 0,0 1 0,-1 0 0,1 0 0,-1 0 0,1 0 0,-1 0 0,1 0 0,0 1 0,-1-1 0,1 1 0,-1-1 0,-3 3 0,1 0 0,0 1 0,-1 0 0,1 0 0,1 1 0,-1-1 0,1 1 0,0 0 0,0 0 0,0 1 0,1-1 0,-1 1 0,2-1 0,-1 1 0,0 0 0,-2 12 0,4-16 0,0 1 0,1-1 0,-1 1 0,1-1 0,-1 1 0,1-1 0,0 1 0,0-1 0,0 1 0,0-1 0,1 1 0,-1-1 0,1 1 0,-1-1 0,1 1 0,0-1 0,0 1 0,0-1 0,0 0 0,0 0 0,1 0 0,-1 1 0,1-1 0,-1 0 0,1-1 0,0 1 0,0 0 0,0 0 0,0-1 0,0 1 0,0-1 0,0 0 0,0 1 0,1-1 0,-1 0 0,0-1 0,1 1 0,-1 0 0,1-1 0,-1 1 0,5 0 0,-2-1 0,0 1 0,0 0 0,0-1 0,0 0 0,0 0 0,0-1 0,0 1 0,0-1 0,0 0 0,0-1 0,0 1 0,-1-1 0,1 0 0,0 0 0,-1 0 0,1-1 0,7-5 0,-8 4 0,0 0 0,-1-1 0,1 1 0,-1-1 0,0 1 0,0-1 0,0 0 0,0 0 0,-1-1 0,0 1 0,0 0 0,-1-1 0,0 1 0,0-1 0,1-10 0,1-16 0,-3-49 0,-1 68 0,0-1 0,-1 0 0,-1 1 0,0-1 0,-1 1 0,-5-14 0,9 27 0,0 0 0,0 1 0,0-1 0,0 0 0,0 0 0,-1 0 0,1 0 0,0 0 0,0 0 0,0 1 0,0-1 0,0 0 0,0 0 0,0 0 0,0 0 0,0 0 0,0 0 0,-1 0 0,1 0 0,0 0 0,0 1 0,0-1 0,0 0 0,0 0 0,0 0 0,-1 0 0,1 0 0,0 0 0,0 0 0,0 0 0,0 0 0,0 0 0,0 0 0,-1 0 0,1 0 0,0 0 0,0 0 0,0 0 0,0 0 0,0 0 0,-1 0 0,1 0 0,0 0 0,0 0 0,0 0 0,0-1 0,0 1 0,0 0 0,0 0 0,-1 0 0,1 0 0,0 0 0,0 0 0,-2 14 0,2 10 86,0-1-1,2 1 0,7 40 1,-6-49-300,0-1 1,2 0 0,0 0-1,0-1 1,1 0 0,1 1-1,10 15 1,-8-18-6613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24575,'2'2'0,"1"3"0,0 4 0,2 4 0,-1 2 0,3 4 0,-1 0 0,-2 2 0,2 0 0,-1-2 0,0-2 0,-3 0 0,0-3 0,-1-2-8191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 24575,'0'-2'0,"-2"-3"0,-3-1 0,-1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31 24575,'1'0'0,"-1"0"0,1 0 0,-1 0 0,1 0 0,-1 0 0,1 0 0,-1 0 0,1 0 0,-1 0 0,1 0 0,-1 0 0,1 0 0,-1 0 0,1 0 0,-1-1 0,0 1 0,1 0 0,-1 0 0,1-1 0,-1 1 0,1 0 0,-1 0 0,0-1 0,1 1 0,-1 0 0,0-1 0,1 1 0,-1-1 0,0 1 0,0 0 0,1-1 0,-1 1 0,0-1 0,0 1 0,0-1 0,1 1 0,-1-1 0,0 1 0,0-1 0,0 1 0,0-1 0,0 0 0,0 1 0,-1-1 0,1 0 0,0 0 0,-1 1 0,1-1 0,0 0 0,-1 0 0,1 1 0,-1-1 0,0 0 0,1 1 0,-1-1 0,1 1 0,-1-1 0,0 1 0,1-1 0,-1 1 0,0 0 0,0-1 0,1 1 0,-1 0 0,0-1 0,0 1 0,1 0 0,-2 0 0,-14-3 0,0 2 0,-31 0 0,42 1 0,0 0 0,0 0 0,1 1 0,-1 0 0,0 0 0,0 0 0,1 1 0,-1-1 0,1 1 0,-1 0 0,1 1 0,0-1 0,-8 6 0,11-7 0,0 0 0,0 0 0,1 0 0,-1 1 0,0-1 0,1 0 0,-1 0 0,0 0 0,1 0 0,0 1 0,-1-1 0,1 0 0,0 0 0,-1 1 0,1-1 0,0 0 0,0 1 0,0-1 0,0 0 0,0 1 0,0-1 0,1 0 0,-1 1 0,0-1 0,1 0 0,-1 0 0,1 1 0,-1-1 0,1 0 0,0 0 0,-1 0 0,1 0 0,0 0 0,0 0 0,0 0 0,0 0 0,0 0 0,0 0 0,0 0 0,2 1 0,3 3 0,1 0 0,0-1 0,1 1 0,14 6 0,40 10 0,-45-16 0,1 1 0,-1 0 0,19 11 0,-35-16 0,0-1 0,1 1 0,-1-1 0,0 1 0,0 0 0,0-1 0,0 1 0,0 0 0,0 0 0,0 0 0,0 0 0,0 0 0,-1 0 0,1 0 0,0 0 0,-1 0 0,1 0 0,0 0 0,-1 1 0,1-1 0,-1 0 0,0 0 0,1 3 0,-1-3 0,-1 1 0,1-1 0,-1 0 0,1 0 0,-1 1 0,0-1 0,0 0 0,1 0 0,-1 0 0,0 0 0,0 0 0,0 0 0,0 0 0,0 0 0,0 0 0,0-1 0,0 1 0,-2 1 0,-6 2 0,1 0 0,-1 0 0,0-1 0,-1 0 0,-9 2 0,2-1 114,1-2 0,-28 2 0,41-4-189,0 0 1,0 0 0,0 0 0,0 0 0,0 0-1,0-1 1,0 1 0,0-1 0,0 0 0,0 0-1,0 0 1,0 0 0,1-1 0,-1 1 0,1-1-1,-1 1 1,1-1 0,-1 0 0,1 0 0,0 0-1,0 0 1,-3-5 0,0-3-6752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24575,'3'-2'0,"5"7"0,5 6 0,-7-6 0,0 0 0,0 0 0,0-1 0,0 0 0,0 0 0,1-1 0,0 0 0,7 3 0,-12-5 0,1 0 0,-1 0 0,0 0 0,1-1 0,-1 1 0,1-1 0,-1 0 0,1 1 0,-1-1 0,0 0 0,1 0 0,-1-1 0,1 1 0,-1 0 0,1-1 0,-1 0 0,0 1 0,1-1 0,-1 0 0,0 0 0,0 0 0,1-1 0,-1 1 0,0 0 0,0-1 0,-1 0 0,5-3 0,-5 3 0,0 0 0,0 0 0,0 0 0,0 0 0,0 0 0,0 0 0,0 0 0,-1 0 0,1-1 0,-1 1 0,0 0 0,0 0 0,0-1 0,0 1 0,0 0 0,0-4 0,-1 1 0,-1 1 0,1-1 0,-1 1 0,1-1 0,-1 1 0,-1 0 0,-4-8 0,3 6 0,0 1 0,0 0 0,-1 0 0,1 0 0,-1 0 0,-1 1 0,1 0 0,0 0 0,-1 0 0,0 1 0,-9-5 0,13 8 0,0-1 0,0 0 0,0 1 0,0 0 0,0-1 0,0 1 0,0 0 0,0 0 0,0 0 0,0 0 0,0 0 0,0 1 0,1-1 0,-1 1 0,0-1 0,0 1 0,0-1 0,0 1 0,0 0 0,0 0 0,-2 2 0,2-1 0,-1 1 0,1-1 0,0 1 0,-1 0 0,1 0 0,1 0 0,-1 0 0,0 0 0,1 0 0,0 0 0,-2 6 0,1-1 0,0 0 0,0 0 0,1 0 0,1 1 0,-1-1 0,1 0 0,1 0 0,-1 1 0,1-1 0,3 8 0,-3-10-76,1-1 1,1 1-1,-1-1 0,1 0 0,0 0 0,0 0 0,0 0 0,1 0 1,-1-1-1,1 1 0,0-1 0,1 0 0,-1-1 0,1 1 1,-1-1-1,1 0 0,7 4 0,6 0-6750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37 24575,'-10'-15'0,"9"14"0,1 0 0,-1-1 0,1 1 0,-1-1 0,0 1 0,0 0 0,0 0 0,0-1 0,0 1 0,0 0 0,0 0 0,0 0 0,-1 0 0,1 0 0,0 0 0,-1 1 0,1-1 0,-3-1 0,4 2 0,-1 1 0,1-1 0,0 0 0,-1 1 0,1-1 0,0 0 0,0 1 0,0-1 0,-1 0 0,1 1 0,0-1 0,0 0 0,0 1 0,0-1 0,0 0 0,0 1 0,0-1 0,0 1 0,0-1 0,0 0 0,0 1 0,0-1 0,0 1 0,0-1 0,0 0 0,0 1 0,0-1 0,0 0 0,1 1 0,-1-1 0,0 0 0,1 1 0,4 17 0,-4-15 0,11 35 0,-7-19 0,14 31 0,-9-76 0,-7 15 0,0 2 0,1-1 0,0 1 0,9-15 0,-12 21 0,1 1 0,-1 0 0,1 0 0,0 0 0,0 0 0,0 0 0,0 0 0,4-2 0,-5 4 0,0-1 0,0 1 0,0-1 0,0 1 0,0-1 0,0 1 0,0 0 0,1 0 0,-1 0 0,0-1 0,0 1 0,0 0 0,0 1 0,0-1 0,1 0 0,-1 0 0,0 0 0,0 1 0,0-1 0,0 0 0,1 1 0,0 1 0,0-1 0,0 1 0,0 0 0,0-1 0,-1 1 0,1 0 0,-1 0 0,1 0 0,-1 0 0,0 0 0,1 1 0,-1-1 0,0 0 0,-1 1 0,1-1 0,0 0 0,0 4 0,5 42 0,-5-11 0,0-42 0,0 0 0,1 0 0,-1 1 0,1-1 0,0 1 0,1 0 0,-1-1 0,1 1 0,0 0 0,0 0 0,4-4 0,-5 6 0,0-1 0,0 1 0,0-1 0,1 1 0,-1 0 0,1 0 0,0 0 0,-1 0 0,1 0 0,0 1 0,0-1 0,0 1 0,0 0 0,0 0 0,1 0 0,-1 0 0,0 1 0,0-1 0,6 1 0,-8 0 0,1 0 0,-1 1 0,0-1 0,1 0 0,-1 1 0,0-1 0,0 1 0,1 0 0,-1 0 0,0-1 0,0 1 0,0 0 0,0 0 0,0 0 0,0 0 0,0 0 0,0 0 0,0 0 0,-1 0 0,2 2 0,0 0 0,-1 1 0,0-1 0,0 1 0,0 0 0,0-1 0,0 1 0,0 5 0,-1 2 0,0-1 0,-1 1 0,0 0 0,-4 15 0,2-12-1365,0-2-5461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24575,'1'-3'0,"0"0"0,-1 0 0,1 0 0,0 0 0,1 0 0,-1 0 0,1 1 0,-1-1 0,1 0 0,0 1 0,0-1 0,2-2 0,-4 5 0,1 0 0,-1 0 0,0 0 0,0 0 0,0 0 0,0 0 0,0 0 0,0 0 0,0 0 0,0 0 0,0 0 0,0 0 0,1-1 0,-1 1 0,0 0 0,0 0 0,0 0 0,0 0 0,0 0 0,0 0 0,0 0 0,0 0 0,1 0 0,-1 0 0,0 0 0,0 0 0,0 0 0,0 0 0,0 1 0,0-1 0,0 0 0,0 0 0,0 0 0,1 0 0,-1 0 0,0 0 0,0 0 0,0 0 0,0 0 0,0 0 0,0 0 0,0 0 0,0 0 0,0 1 0,0-1 0,0 0 0,0 0 0,0 0 0,0 0 0,0 0 0,1 0 0,0 9 0,-1 9 0,-5 8 0,-4 48 0,9-67 0,-1 1 0,2-1 0,-1 0 0,1 1 0,0-1 0,1 0 0,3 12 0,-2-31 0,-2-11 0,-3 3 0,-2-7 0,2 1 0,3-48 0,-1 67 0,1 1 0,0-1 0,0 0 0,1 1 0,-1-1 0,2 1 0,-1-1 0,1 1 0,0 0 0,0 0 0,0 0 0,1 0 0,0 1 0,0-1 0,1 1 0,5-5 0,-7 8 0,0-1 0,0 1 0,0 0 0,1 1 0,-1-1 0,0 1 0,1-1 0,-1 1 0,1 0 0,-1 0 0,1 1 0,0-1 0,-1 1 0,1 0 0,5 0 0,-7 0 0,-1 0 0,1 0 0,-1 1 0,1-1 0,-1 1 0,1-1 0,-1 1 0,1 0 0,-1-1 0,0 1 0,0 0 0,1 0 0,-1 0 0,0 0 0,0 0 0,0 0 0,0 0 0,0 0 0,0 0 0,0 1 0,0-1 0,-1 0 0,1 1 0,0-1 0,-1 1 0,1-1 0,-1 0 0,1 1 0,-1-1 0,0 1 0,0-1 0,0 1 0,0-1 0,0 1 0,0 0 0,0-1 0,0 1 0,-1 2 0,0 1-68,-1 0 0,0 0-1,0 0 1,0 0 0,0 0 0,-1-1-1,0 1 1,0-1 0,0 0 0,-1 1-1,1-1 1,-1-1 0,0 1 0,0 0-1,0-1 1,0 0 0,-1 0-1,0 0 1,-5 2 0,0 0-6758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24575,'3'-2'0,"2"-4"0,1-2 0,-1 2 0,-3 4 0,-2 6 0,-2 5 0,1 7 0,-3 5 0,0 4 0,0 1 0,1 5 0,1 0 0,1 0 0,1-2 0,-1-3 0,1-4-8191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3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78 24575,'-2'-9'0,"1"8"0,1 1 0,0 0 0,0-1 0,0 1 0,-1 0 0,1-1 0,0 1 0,0 0 0,0-1 0,0 1 0,0 0 0,-1-1 0,1 1 0,0-1 0,0 1 0,0 0 0,0-1 0,0 1 0,0 0 0,0-1 0,1 1 0,-1-1 0,0 1 0,0 0 0,0-1 0,0 1 0,0 0 0,0-1 0,1 1 0,-1 0 0,0-1 0,0 1 0,1 0 0,-1 0 0,0-1 0,0 1 0,1 0 0,-1 0 0,0-1 0,1 1 0,-1 0 0,0 0 0,1 0 0,-1 0 0,0-1 0,1 1 0,-1 0 0,1 0 0,-1 0 0,0 0 0,1 0 0,-1 0 0,1 0 0,10-2 0,1 0 0,0 0 0,0 1 0,0 1 0,-1 0 0,15 2 0,-16-1 0,0 0 0,1 0 0,-1-1 0,1-1 0,-1 0 0,0 0 0,1-1 0,15-5 0,-25 7 0,0 0 0,-1-1 0,1 1 0,0 0 0,-1 0 0,1 0 0,0-1 0,-1 1 0,1 0 0,0-1 0,-1 1 0,1-1 0,0 1 0,-1-1 0,1 1 0,-1-1 0,1 1 0,-1-1 0,1 0 0,-1 1 0,0-1 0,1 0 0,-1 1 0,0-1 0,1 0 0,-1 1 0,0-1 0,0 0 0,0 1 0,1-1 0,-1 0 0,0 0 0,0 1 0,0-1 0,0 0 0,-1 0 0,1 1 0,0-1 0,0 0 0,0 0 0,0 1 0,-1-1 0,1 0 0,0 1 0,-1-1 0,1 0 0,-1 1 0,1-1 0,0 0 0,-2 0 0,2 0 0,-1 0 0,0 1 0,0-1 0,0 0 0,0 1 0,0-1 0,0 0 0,0 1 0,0-1 0,0 1 0,0-1 0,0 1 0,0 0 0,0-1 0,0 1 0,0 0 0,0 0 0,0 0 0,-1 0 0,1 0 0,0 0 0,0 0 0,0 0 0,0 0 0,0 1 0,0-1 0,0 0 0,0 1 0,-1-1 0,0 2 0,1-1 0,0 0 0,0 0 0,1 0 0,-1 0 0,0 0 0,1 1 0,-1-1 0,0 0 0,1 0 0,0 1 0,-1-1 0,1 0 0,0 1 0,0-1 0,-1 0 0,1 1 0,0-1 0,0 1 0,1-1 0,-1 0 0,0 1 0,0-1 0,1 0 0,-1 1 0,1-1 0,-1 0 0,1 0 0,1 3 0,2 5 0,1-1 0,11 16 0,-11-18 0,-2-1 0,0-1 0,1 1 0,0-1 0,0 0 0,1 0 0,-1 0 0,1 0 0,-1-1 0,1 0 0,0 0 0,6 3 0,-8-6 0,-1 1 0,0 0 0,0-1 0,0 1 0,1-1 0,-1 0 0,0 0 0,0 0 0,1 0 0,-1 0 0,0 0 0,0-1 0,1 1 0,-1-1 0,0 1 0,0-1 0,0 0 0,0 0 0,0 0 0,0 0 0,0 0 0,0-1 0,0 1 0,0-1 0,-1 1 0,1-1 0,-1 1 0,1-1 0,-1 0 0,1 0 0,0-2 0,1-1 0,0 0 0,-1 1 0,0-1 0,0 0 0,0 0 0,-1-1 0,0 1 0,0 0 0,0 0 0,0-1 0,-1-9 0,-4 22 0,-1 8 0,-4 51 0,2 1 0,3 110 0,3-61 0,1-110 0,0-1 0,-1 1 0,0-1 0,0 1 0,0-1 0,-4 11 0,5-15 0,-1 0 0,1 0 0,-1 0 0,1-1 0,-1 1 0,0 0 0,1 0 0,-1 0 0,0-1 0,1 1 0,-1 0 0,0-1 0,0 1 0,0 0 0,0-1 0,0 1 0,0-1 0,0 1 0,1-1 0,-1 0 0,0 1 0,0-1 0,0 0 0,-1 0 0,1 0 0,0 0 0,0 0 0,0 0 0,0 0 0,0 0 0,0 0 0,0 0 0,0-1 0,0 1 0,0 0 0,0-1 0,0 1 0,0-1 0,0 1 0,1-1 0,-1 1 0,0-1 0,0 1 0,0-2 0,-5-2 0,1 0 0,0-1 0,0 1 0,1-1 0,0 0 0,0 0 0,0-1 0,0 1 0,1-1 0,0 0 0,-3-7 0,0-2 0,1 0 0,0 0 0,-4-25 0,7 31 0,1 0 0,0 0 0,1 0 0,0 0 0,1 0 0,-1 0 0,2 0 0,-1 0 0,1 0 0,1 0 0,-1 1 0,8-17 0,-6 20 0,-1-1 0,1 0 0,0 1 0,0 0 0,1 0 0,-1 0 0,1 1 0,0-1 0,1 1 0,-1 1 0,1-1 0,-1 1 0,1-1 0,0 2 0,0-1 0,0 1 0,1 0 0,7-2 0,0 1-170,0 1-1,0 1 0,0 0 1,0 1-1,0 0 0,0 1 1,18 4-1,-11-1-6655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70 24575,'28'382'0,"-2"-50"0,-26-246 0,-4 1 0,-3-1 0,-33 146 0,34-204 0,1 1 0,-4 53 0,9-74 0,0 1 0,0-1 0,1 0 0,0 1 0,1-1 0,0 0 0,0 0 0,0 0 0,1 0 0,0-1 0,1 1 0,0-1 0,0 1 0,9 10 0,-10-15 0,0-1 0,0 1 0,0-1 0,0 0 0,1 0 0,-1 0 0,1 0 0,0 0 0,-1-1 0,1 1 0,0-1 0,7 1 0,51 4 0,-52-5 0,330 1 0,-45-1 0,820 65 0,-675-25 0,66 5 0,1-24 0,-397-16 0,14 0 0,-122-6 0,0 1 0,-1-1 0,1 0 0,0-1 0,-1 1 0,1 0 0,0 0 0,-1-1 0,1 1 0,-1-1 0,1 1 0,-1-1 0,1 0 0,-1 1 0,1-1 0,-1 0 0,1 0 0,-1 0 0,0 0 0,0 0 0,1 0 0,-1-1 0,0 1 0,0 0 0,0-1 0,-1 1 0,1-1 0,0 1 0,0-1 0,-1 1 0,1-1 0,-1 1 0,1-1 0,-1 0 0,0 1 0,1-1 0,-1 1 0,0-1 0,0 0 0,0 1 0,-1-3 0,0-7 0,-1 0 0,-1 0 0,0 0 0,-9-21 0,7 19 0,-29-74 0,15 41 0,2 0 0,2-1 0,-14-74 0,24 78 0,2 0 0,2-46 0,14-87 0,-1-14 0,-11-116 0,-2 144 0,-6 92 0,4 49 0,-1-29 0,5 47 0,-2 0 0,1 0 0,0-1 0,0 1 0,-1 0 0,0 0 0,0 0 0,0 0 0,0 0 0,0 0 0,0 1 0,-1-1 0,0 0 0,1 0 0,-1 1 0,0-1 0,0 1 0,0 0 0,-1 0 0,1-1 0,0 1 0,-1 1 0,1-1 0,-1 0 0,0 1 0,0-1 0,0 1 0,1 0 0,-1 0 0,0 0 0,-5-1 0,-8-1 0,-1 1 0,0 0 0,0 1 0,-29 3 0,17-2 0,-493-9 0,484 8 0,-545-13 0,-24 12 0,29 1 0,281-13 0,182 9 0,-117-3 0,164 7 0,-59 3 0,46 11 0,80-13 0,-1 1 0,0-1 0,1 1 0,-1 0 0,1-1 0,-1 1 0,1 0 0,0 0 0,-1 0 0,1 0 0,0 0 0,-1 0 0,1 0 0,0 1 0,0-1 0,0 0 0,0 1 0,0-1 0,0 1 0,1-1 0,-1 1 0,0-1 0,1 1 0,-1-1 0,1 1 0,0 0 0,-1-1 0,1 1 0,0 2 0,-1 7 0,1 1 0,0 0 0,2 15 0,0-5 0,-2 2 174,-1-18-314,0 0 0,1-1 0,0 1 0,1 0 0,-1 0 1,1 0-1,0 0 0,1-1 0,-1 1 0,3 5 0,2-2-6686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25 24575,'0'0'0,"0"0"0,-1 0 0,1 0 0,0 0 0,0-1 0,0 1 0,0 0 0,0 0 0,-1 0 0,1 0 0,0 0 0,0 0 0,0-1 0,0 1 0,0 0 0,0 0 0,0 0 0,-1 0 0,1 0 0,0-1 0,0 1 0,0 0 0,0 0 0,0 0 0,0-1 0,0 1 0,0 0 0,0 0 0,0 0 0,0 0 0,0-1 0,0 1 0,0 0 0,0 0 0,0 0 0,0-1 0,0 1 0,1 0 0,-1 0 0,8-1 0,11 5 0,-13-1 0,-1 0 0,0 0 0,-1 0 0,1 1 0,0 0 0,-1 0 0,0 0 0,0 0 0,0 0 0,-1 1 0,1 0 0,-1 0 0,3 5 0,-6-8 0,1 1 0,0-1 0,0 0 0,-1 1 0,1-1 0,-1 0 0,0 1 0,0-1 0,0 0 0,0 1 0,0-1 0,0 1 0,-1-1 0,1 0 0,-1 1 0,0-1 0,1 0 0,-1 0 0,0 1 0,0-1 0,-1 0 0,1 0 0,0 0 0,-1 0 0,1-1 0,-1 1 0,1 0 0,-1 0 0,0-1 0,0 1 0,0-1 0,0 0 0,-4 2 0,0 1 0,-1-1 0,1 0 0,-1-1 0,0 0 0,0 0 0,0 0 0,0-1 0,0 0 0,-10 0 0,14 0 0,0-1 0,0 0 0,0 0 0,-1 0 0,1 0 0,0-1 0,0 1 0,0-1 0,0 0 0,0 0 0,0 0 0,0 0 0,0-1 0,0 1 0,0-1 0,1 1 0,-1-1 0,1 0 0,-1 0 0,1 0 0,0-1 0,0 1 0,-3-4 0,5 5 0,-1 0 0,0-1 0,1 1 0,0 0 0,-1-1 0,1 1 0,0 0 0,0-1 0,0 1 0,-1-1 0,2 1 0,-1-1 0,0 1 0,0 0 0,0-1 0,1 1 0,-1-1 0,0 1 0,2-2 0,-1 0 0,1 0 0,0-1 0,0 1 0,0 0 0,1 0 0,-1 1 0,4-4 0,4-2 0,-1 0 0,1 1 0,16-8 0,-14 8 0,-6 3 0,0 0 0,1 1 0,-1-1 0,1 1 0,0 1 0,0-1 0,0 1 0,0 0 0,0 1 0,8-1 0,-14 2 0,-1 0 0,1 0 0,0 0 0,-1 0 0,1 0 0,0 0 0,-1 0 0,1 1 0,0-1 0,-1 0 0,1 1 0,-1-1 0,1 0 0,0 1 0,-1-1 0,1 0 0,-1 1 0,1-1 0,-1 1 0,1-1 0,-1 1 0,0 0 0,1-1 0,-1 1 0,0-1 0,1 1 0,-1 0 0,0 1 0,1 0 0,-1-1 0,0 1 0,0-1 0,0 1 0,0 0 0,0-1 0,-1 1 0,1 0 0,0-1 0,-1 2 0,-2 3 0,1 1 0,-1-2 0,0 1 0,-6 9 0,4-9 0,-1 0 0,1 0 0,-1-1 0,-1 1 0,1-1 0,-1-1 0,1 1 0,-13 5 0,16-8 0,-1-1 0,1 1 0,-1-1 0,1 0 0,-1 1 0,0-2 0,1 1 0,-1 0 0,0-1 0,0 1 0,1-1 0,-1 0 0,0-1 0,0 1 0,1-1 0,-1 1 0,0-1 0,0 0 0,1 0 0,-6-3 0,8 3 0,-1 0 0,0-1 0,0 1 0,0 0 0,1-1 0,-1 0 0,1 1 0,-1-1 0,1 0 0,0 0 0,0 1 0,0-1 0,0 0 0,0 0 0,0 0 0,0-1 0,1 1 0,-1 0 0,1 0 0,-1 0 0,1 0 0,0-1 0,0 1 0,0 0 0,0 0 0,0 0 0,0-1 0,1 1 0,-1 0 0,1 0 0,0 0 0,-1 0 0,1 0 0,0 0 0,0 0 0,2-3 0,0 0 0,0 0 0,1 0 0,-1 0 0,1 0 0,0 0 0,1 1 0,-1 0 0,1 0 0,0 0 0,0 1 0,0-1 0,6-2 0,-9 5-39,0 0 0,0 0 0,0 0 0,0 0 0,1 0 0,-1 1 0,0-1 0,0 1 0,1-1 0,-1 1 0,0 0 0,1 0 0,-1 0 0,0 0 0,1 1 0,-1-1 0,0 1 0,1-1 0,-1 1 0,0 0 0,0 0 0,0-1 0,0 2 0,0-1 0,0 0 0,0 0 0,0 1 0,0-1 0,0 1 0,-1-1 0,1 1 0,-1 0 0,1 0 0,1 3 0,4 9-6787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5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120 101 24575,'0'-2'0,"0"0"0,0 0 0,0 0 0,0 0 0,0 0 0,1 0 0,-1 0 0,1 0 0,-1-1 0,1 2 0,0-1 0,0 0 0,0 0 0,0 0 0,0 0 0,0 0 0,1 1 0,-1-1 0,1 1 0,-1-1 0,1 1 0,-1-1 0,1 1 0,0 0 0,0 0 0,0 0 0,2-1 0,2 0 0,-1 0 0,1 1 0,0 0 0,0 0 0,0 1 0,0 0 0,0 0 0,0 0 0,5 1 0,-8-1 0,-1 1 0,0-1 0,1 1 0,-1-1 0,0 1 0,0 0 0,1 0 0,-1 0 0,0 0 0,0 0 0,0 0 0,0 1 0,-1-1 0,1 1 0,0-1 0,0 1 0,-1 0 0,1 0 0,-1 0 0,0-1 0,1 1 0,-1 1 0,0-1 0,0 0 0,0 0 0,1 4 0,-2-4 0,0 0 0,0 0 0,1 0 0,-1 0 0,-1-1 0,1 1 0,0 0 0,0 0 0,-1 0 0,1 0 0,-1-1 0,1 1 0,-1 0 0,0-1 0,0 1 0,0 0 0,0-1 0,0 1 0,0-1 0,0 1 0,0-1 0,-1 0 0,1 1 0,0-1 0,-1 0 0,1 0 0,-1 0 0,0 0 0,1 0 0,-1 0 0,0-1 0,1 1 0,-1 0 0,-2-1 0,-1 2 0,-1-1 0,0 0 0,0 0 0,0-1 0,0 1 0,1-1 0,-1-1 0,0 1 0,0-1 0,0 0 0,1 0 0,-1-1 0,0 0 0,1 0 0,0 0 0,-8-4 0,10 4 0,1 1 0,0-1 0,0 1 0,-1-1 0,1 0 0,0 0 0,0 0 0,1 0 0,-1 0 0,0 0 0,1-1 0,-1 1 0,1-1 0,0 1 0,0-1 0,0 1 0,0-1 0,0 0 0,1 1 0,-1-1 0,1 0 0,-1 1 0,1-1 0,0 0 0,0 0 0,0 1 0,1-1 0,-1 0 0,1 0 0,-1 1 0,1-1 0,0 0 0,0 1 0,0-1 0,1 1 0,1-3 0,-3 3 0,1 0 0,0 0 0,1 0 0,-1 0 0,0 0 0,1 0 0,-1 0 0,1 0 0,-1 1 0,1-1 0,0 1 0,0-1 0,-1 1 0,1 0 0,0-1 0,0 1 0,1 0 0,-1 1 0,0-1 0,0 0 0,4 0 0,-4 1 0,0 0 0,0 0 0,1 1 0,-1-1 0,0 1 0,0-1 0,0 1 0,0 0 0,-1 0 0,1 0 0,0 0 0,0 0 0,0 0 0,-1 1 0,1-1 0,-1 1 0,1-1 0,-1 1 0,1-1 0,-1 1 0,0 0 0,0 0 0,2 3 0,-1-1 0,1 1 0,-1-1 0,0 1 0,-1-1 0,1 1 0,-1 0 0,0 0 0,0 0 0,0 0 0,-1 0 0,1 0 0,-2 5 0,1-7 0,0-1 0,-1 0 0,1 0 0,-1 0 0,1 0 0,-1 0 0,0 0 0,0 0 0,0 0 0,0-1 0,0 1 0,0 0 0,0 0 0,-1-1 0,1 1 0,-1-1 0,1 1 0,-1-1 0,0 0 0,1 1 0,-1-1 0,0 0 0,0 0 0,0 0 0,0-1 0,0 1 0,0 0 0,0-1 0,0 1 0,-3-1 0,-6 2 0,1-1 0,-1-1 0,0 0 0,1-1 0,-18-2 0,23 2 0,1 0 0,-1 0 0,1 0 0,0 0 0,-1-1 0,1 0 0,0 0 0,0 0 0,0 0 0,1 0 0,-1-1 0,0 0 0,1 0 0,0 0 0,-6-7 0,8 10 0,0-1 0,1 0 0,-1 0 0,1 0 0,-1 0 0,1 0 0,-1 0 0,1 0 0,0-1 0,-1 1 0,1 0 0,0 0 0,0 0 0,0 0 0,0 0 0,0 0 0,0 0 0,0-1 0,0 1 0,1 0 0,-1 0 0,0 0 0,1-2 0,0 2 0,0-1 0,1 1 0,-1 0 0,0-1 0,0 1 0,1 0 0,-1 0 0,1 0 0,-1 0 0,1 0 0,-1 0 0,1 0 0,2-1 0,2 0 0,-1 0 0,1 1 0,0 0 0,0-1 0,1 2 0,-1-1 0,11 1 0,-9 1-151,0 0-1,0 1 0,0 0 0,0 0 1,0 0-1,0 1 0,0 1 1,12 7-1,-8-2-6674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83 24575,'-3'0'0,"0"0"0,0 0 0,1 0 0,-1 0 0,0-1 0,0 1 0,1-1 0,-1 0 0,0 0 0,1 0 0,-1 0 0,-3-2 0,7 2 0,0 1 0,0-1 0,1 0 0,-1 0 0,0 1 0,0-1 0,1 1 0,-1-1 0,0 1 0,1 0 0,-1-1 0,0 1 0,2 0 0,39-6 0,-1 2 0,62 1 0,-26 2 0,176-7 0,254-15 0,-501 23 0,14-2 0,0 0 0,34-9 0,-55 11 0,1 0 0,0 0 0,0 0 0,0 0 0,0 0 0,0 0 0,0 0 0,0 0 0,0 0 0,0 0 0,0 0 0,0 0 0,0 0 0,-1 0 0,1 0 0,0 0 0,0 0 0,0 0 0,0 0 0,0 0 0,0-1 0,0 1 0,0 0 0,0 0 0,0 0 0,0 0 0,0 0 0,0 0 0,0 0 0,0 0 0,0 0 0,0 0 0,0 0 0,0 0 0,0-1 0,0 1 0,0 0 0,0 0 0,0 0 0,0 0 0,0 0 0,0 0 0,0 0 0,0 0 0,0 0 0,0-1 0,-17-1 0,-20 0 0,14 2-1365,3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24575,'0'-1'0,"0"-1"0,0 1 0,0-1 0,0 1 0,0-1 0,0 1 0,1-1 0,-1 1 0,0 0 0,1-1 0,-1 1 0,1-1 0,0 1 0,0 0 0,-1 0 0,1-1 0,0 1 0,0 0 0,0 0 0,0 0 0,2-2 0,-3 3 0,1 0 0,-1 0 0,1 0 0,-1 0 0,1-1 0,-1 1 0,1 0 0,-1 0 0,1 0 0,-1 0 0,1 0 0,0 0 0,-1 0 0,1 0 0,-1 1 0,1-1 0,-1 0 0,1 0 0,-1 0 0,1 0 0,-1 1 0,0-1 0,1 1 0,1 0 0,-1 0 0,0 0 0,0 0 0,1 1 0,-1-1 0,0 0 0,0 1 0,0-1 0,-1 1 0,2 2 0,3 11 0,0 1 0,-2 0 0,0 0 0,0 1 0,-2-1 0,0 27 0,1 0 0,5 64 0,7 257 0,-15-348 0,-1 0 0,-1 0 0,0 0 0,-1-1 0,0 1 0,-9 18 0,61-52 0,-25 12 0,-1 0 0,1 1 0,32-2 0,74 2 0,-97 4 0,462 6-636,2 20-558,-213-9 673,462 29-64,189 8 315,-932-52 270,111 0 141,-111-1-96,-1 1 1,0-1-1,0 0 0,0 0 0,0 0 0,1 0 0,-1 0 0,0-1 0,0 1 0,0 0 0,0-1 0,0 1 0,0 0 0,1-1 0,-1 1 0,0-1 0,0 0 0,1 0 0,-3 0-44,0 0 0,0 0-1,0 1 1,0-1 0,0 0-1,0 1 1,0-1-1,-1 1 1,1-1 0,0 1-1,0 0 1,0-1 0,0 1-1,-1 0 1,0 0-1,-25-5-5992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8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24575,'15'-1'0,"0"-1"0,25-5 0,11-1 0,645-15-643,-583 22 505,1057 32-20,-506-7 160,-508-17 357,51 0 219,-216-7-578,0 0 0,0 1 0,0 0 0,1 0 0,-1 1 0,-11 4 0,17-5 0,1 0 0,-1 0 0,1 0 0,0 0 0,0 1 0,0-1 0,-1 1 0,1-1 0,0 1 0,1 0 0,-1 0 0,0 0 0,0 0 0,1 0 0,0 0 0,-1 0 0,1 1 0,0-1 0,0 0 0,0 1 0,0-1 0,0 1 0,1-1 0,-1 1 0,1 0 0,-1 2 0,1 77 0,16 125 0,-8-136 0,-2 1 0,-7 110 0,-3-150 0,-12 40 0,10-49 0,1 0 0,1 1 0,-1 42 0,5-63-1365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63 24575,'23'-20'0,"-19"18"0,0-1 0,0 0 0,-1 0 0,1 0 0,-1 0 0,0-1 0,0 1 0,4-6 0,-7 8 0,0 1 0,0 0 0,0 0 0,0 0 0,0-1 0,0 1 0,1 0 0,-1-1 0,0 1 0,0 0 0,0 0 0,0-1 0,0 1 0,0 0 0,0 0 0,0-1 0,0 1 0,-1 0 0,1 0 0,0-1 0,0 1 0,0 0 0,0 0 0,0-1 0,0 1 0,0 0 0,-1 0 0,1-1 0,0 1 0,0 0 0,0 0 0,-1 0 0,1 0 0,0-1 0,0 1 0,0 0 0,-1 0 0,1 0 0,0 0 0,0 0 0,-1 0 0,1-1 0,0 1 0,0 0 0,-1 0 0,1 0 0,0 0 0,0 0 0,-1 0 0,1 0 0,0 0 0,-1 0 0,1 0 0,0 0 0,-1 1 0,-16 1 0,4 3 0,1 0 0,0 0 0,0 1 0,0 1 0,0 0 0,1 0 0,1 1 0,-1 0 0,1 1 0,-17 20 0,20-21 0,0 1 0,0 0 0,1 0 0,0 0 0,1 1 0,0 0 0,1 0 0,0 0 0,0 1 0,1-1 0,0 1 0,1 0 0,-1 19 0,3-24 17,0 0-1,1 1 0,0-1 0,0 0 1,1 0-1,-1 0 0,1-1 0,1 1 1,-1 0-1,1-1 0,0 1 0,0-1 1,1 0-1,-1 0 0,1 0 0,0-1 1,1 1-1,-1-1 0,1 0 0,7 5 1,0-1-231,0-1 1,1 0 0,0-1-1,0 0 1,0-1 0,0-1-1,26 5 1,-1-3-6613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65 24575,'0'0'0,"-1"0"0,1 0 0,0 0 0,-1 0 0,1 0 0,0 0 0,-1 0 0,1 0 0,0 0 0,0 0 0,-1 0 0,1 0 0,0 0 0,-1 0 0,1 0 0,0 0 0,0-1 0,-1 1 0,1 0 0,0 0 0,0 0 0,-1-1 0,1 1 0,0 0 0,0 0 0,0-1 0,0 1 0,-1 0 0,1 0 0,0-1 0,0 1 0,0 0 0,0 0 0,0-1 0,0 1 0,0 0 0,0-1 0,-1 1 0,1 0 0,0-1 0,0 1 0,0 0 0,1 0 0,-1-1 0,0 1 0,0 0 0,0-1 0,0 1 0,0 0 0,0-1 0,1 0 0,-1 1 0,0-1 0,1 0 0,-1 0 0,1 0 0,-1 0 0,1 1 0,-1-1 0,1 0 0,0 1 0,-1-1 0,1 0 0,0 1 0,-1-1 0,1 1 0,1-1 0,3-1 0,-1 1 0,1 1 0,0-1 0,-1 1 0,1-1 0,0 1 0,0 1 0,0-1 0,-1 1 0,1 0 0,0 0 0,-1 0 0,1 0 0,-1 1 0,1 0 0,-1 0 0,0 0 0,1 0 0,-1 1 0,-1 0 0,6 4 0,-1-1 0,0 1 0,-1-1 0,0 2 0,0-1 0,-1 1 0,0 0 0,0 1 0,-1-1 0,6 12 0,-10-16 0,1 0 0,-1 1 0,0-1 0,0 1 0,0-1 0,0 1 0,-1 0 0,0-1 0,0 1 0,0 0 0,0-1 0,-1 1 0,0-1 0,-2 9 0,2-10 0,-1 0 0,1 0 0,-1 0 0,1 0 0,-1 0 0,0-1 0,0 1 0,0-1 0,0 1 0,0-1 0,-1 0 0,1 1 0,-1-1 0,0 0 0,1-1 0,-1 1 0,0-1 0,0 1 0,0-1 0,0 0 0,-6 2 0,8-3 0,-1 1 0,1-1 0,0 0 0,-1 0 0,1 0 0,0 0 0,-1 0 0,1 0 0,-1 0 0,1 0 0,0 0 0,0 0 0,-1-1 0,1 1 0,0-1 0,-1 1 0,1-1 0,0 1 0,0-1 0,0 0 0,0 1 0,-1-1 0,1 0 0,0 0 0,0 0 0,1 0 0,-1 0 0,0 0 0,0 0 0,0 0 0,1 0 0,-1-1 0,0 1 0,1 0 0,-1 0 0,1-2 0,-1 0 0,0 0 0,1 0 0,-1-1 0,1 1 0,0 0 0,0 0 0,0 0 0,1-1 0,-1 1 0,1 0 0,-1 0 0,1 0 0,0 0 0,3-5 0,8-12-136,1 0-1,0 1 1,2 1-1,0 0 1,1 1-1,1 1 1,0 0-1,2 1 0,36-23 1,-39 29-6690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49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95 24575,'-3'0'0,"-1"0"0,-1 0 0,0 0 0,1 0 0,-1-1 0,0 0 0,-8-2 0,10 0 0,10 1 0,11 2 0,27 11 0,4 1 0,-45-11 0,0-1 0,-1 1 0,1-1 0,-1 0 0,1 0 0,0-1 0,-1 1 0,1-1 0,-1 0 0,7-2 0,-8 2 0,0 0 0,0 0 0,0 0 0,0-1 0,-1 1 0,1-1 0,-1 1 0,1-1 0,-1 1 0,1-1 0,-1 0 0,0 0 0,0 0 0,0 0 0,0 0 0,0 0 0,0 0 0,0 0 0,-1 0 0,1 0 0,-1 0 0,0 0 0,1 0 0,-1-1 0,0 1 0,0 0 0,-1-3 0,1 2 0,-1 1 0,1 0 0,0-1 0,-1 1 0,0 0 0,0 0 0,1-1 0,-1 1 0,-1 0 0,1 0 0,0 0 0,0 0 0,-1 0 0,1 1 0,-1-1 0,0 0 0,1 1 0,-1-1 0,0 1 0,0-1 0,0 1 0,0 0 0,0 0 0,0 0 0,-4-1 0,1 1 0,0 0 0,0 1 0,-1 0 0,1 0 0,-1 0 0,1 0 0,0 1 0,0 0 0,-1 0 0,1 1 0,0-1 0,0 1 0,0 0 0,0 1 0,1-1 0,-1 1 0,0 0 0,1 0 0,0 0 0,0 1 0,0-1 0,0 1 0,0 0 0,1 0 0,0 0 0,-5 9 0,5-10 0,1 1 0,0 0 0,0 0 0,0 0 0,0 0 0,1 0 0,-1 0 0,1 0 0,0 1 0,0-1 0,1 0 0,-1 1 0,1-1 0,0 1 0,0-1 0,1 0 0,-1 1 0,1-1 0,0 0 0,0 1 0,0-1 0,1 0 0,-1 0 0,1 0 0,0 0 0,0 0 0,1 0 0,-1-1 0,1 1 0,0-1 0,0 1 0,5 3 0,-1-2-151,0 0-1,1 0 0,0-1 0,0 0 1,0-1-1,0 1 0,0-2 1,18 4-1,5 0-6674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5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144 100 24575,'0'-5'0,"1"1"0,0 0 0,0-1 0,1 1 0,-1 0 0,3-5 0,6-19 0,-9 27 0,-1-1 0,0 1 0,0 0 0,0-1 0,0 1 0,1 0 0,-2 0 0,1-1 0,0 1 0,0 0 0,0-1 0,-1 1 0,1 0 0,0 0 0,-1-1 0,1 1 0,-2-1 0,1 1 0,0-1 0,0 1 0,-1 0 0,1 0 0,-1 0 0,1 0 0,-1 0 0,1 1 0,-1-1 0,0 0 0,1 1 0,-1-1 0,0 1 0,0 0 0,1-1 0,-1 1 0,0 0 0,0 0 0,1 0 0,-1 0 0,0 1 0,0-1 0,1 0 0,-1 1 0,0-1 0,1 1 0,-4 1 0,-1 0 0,-1 1 0,1 0 0,-1 0 0,1 1 0,-9 6 0,6-2 0,1-1 0,1 1 0,0 0 0,0 0 0,-7 12 0,12-17 0,0 1 0,0-1 0,1 0 0,-1 1 0,1 0 0,0-1 0,0 1 0,-1 5 0,2-7 0,0-1 0,0 1 0,0-1 0,0 1 0,1 0 0,-1-1 0,0 1 0,1-1 0,-1 1 0,1-1 0,-1 1 0,1-1 0,0 1 0,0-1 0,0 0 0,-1 1 0,1-1 0,1 0 0,-1 0 0,1 2 0,5 0 0,-1 0 0,0 0 0,1 0 0,0-1 0,-1 0 0,1-1 0,0 1 0,0-1 0,14 0 0,-14-1 0,-5 1 0,0-1 0,0 0 0,0 0 0,0 0 0,0 0 0,0 0 0,0-1 0,0 1 0,0-1 0,0 1 0,0-1 0,0 0 0,0 0 0,0 0 0,0 0 0,0 0 0,-1 0 0,1 0 0,0-1 0,-1 1 0,1 0 0,-1-1 0,2-2 0,10-8 0,-13 12 0,0 0 0,0 0 0,0 1 0,0-1 0,0 0 0,0 0 0,0 0 0,0 0 0,0 1 0,0-1 0,0 0 0,0 0 0,0 0 0,0 0 0,0 1 0,0-1 0,1 0 0,-1 0 0,0 0 0,0 0 0,0 0 0,0 1 0,0-1 0,0 0 0,1 0 0,-1 0 0,0 0 0,0 0 0,0 0 0,0 0 0,1 0 0,-1 0 0,0 1 0,0-1 0,0 0 0,0 0 0,1 0 0,-1 0 0,0 0 0,0 0 0,0 0 0,0 0 0,1 0 0,-1 0 0,0 0 0,0-1 0,0 1 0,0 0 0,1 0 0,-1 0 0,0 0 0,0 0 0,0 0 0,0 0 0,0 0 0,1 0 0,-1-1 0,0 1 0,0 0 0,0 0 0,0 0 0,0 0 0,1 0 0,-1-1 0,0 1 0,0 0 0,0 0 0,0 0 0,0 0 0,1 0 0,-1 0 0,0 0 0,0 0 0,0 0 0,0-1 0,1 1 0,-1 0 0,0 0 0,0 0 0,0 0 0,1 0 0,-1 0 0,0 0 0,0 0 0,0 0 0,0 0 0,1 1 0,-1-1 0,0 0 0,0 0 0,0 0 0,0 0 0,1 0 0,-1 0 0,0 0 0,0 0 0,0 0 0,0 1 0,0-1 0,1 0 0,-1 0 0,0 0 0,0 0 0,0 0 0,0 1 0,0-1 0,0 0 0,0 0 0,0 0 0,0 0 0,1 1 0,-1-1 0,0 0 0,0 0 0,0 0 0,0 0 0,0 1 0,0-1 0,0 0 0,13-11 0,1-1 0,-2 0 0,1-1 0,-2 0 0,0-1 0,18-29 0,-27 92 0,-1-38-105,0-1 0,0 1 0,1 0 0,1-1 0,0 1 0,0-1 0,1 0 0,0 0 0,0 0 0,2 0 0,-1-1 0,14 17 0,-10-17-6721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5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87 24575,'-7'-29'0,"6"27"0,0 0 0,1-1 0,-1 1 0,0 0 0,1 0 0,-1 0 0,1 0 0,-1-1 0,1 1 0,0 0 0,0-1 0,0 1 0,1 0 0,-1 0 0,0-1 0,1 1 0,-1 0 0,1 0 0,0 0 0,0 0 0,0 0 0,2-4 0,-3 6 0,0-1 0,0 1 0,1 0 0,-1 0 0,0 0 0,0-1 0,0 1 0,0 0 0,1 0 0,-1 0 0,0 0 0,0-1 0,0 1 0,1 0 0,-1 0 0,0 0 0,0 0 0,1 0 0,-1 0 0,0 0 0,0 0 0,1 0 0,-1 0 0,0-1 0,0 1 0,1 0 0,-1 1 0,0-1 0,0 0 0,1 0 0,-1 0 0,0 0 0,0 0 0,0 0 0,1 0 0,-1 0 0,0 0 0,0 0 0,1 1 0,6 11 0,0 16 0,-7-27 0,6 53-2,-2 0 0,-5 82 1,0-56-1359,1-63-5466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3:5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24575,'0'-1'0,"0"0"0,0 1 0,1-1 0,-1 1 0,0-1 0,0 1 0,1-1 0,-1 1 0,0-1 0,1 1 0,-1-1 0,1 1 0,-1-1 0,1 1 0,-1 0 0,1-1 0,-1 1 0,1 0 0,-1-1 0,1 1 0,-1 0 0,1 0 0,-1 0 0,1-1 0,0 1 0,-1 0 0,2 0 0,21-3 0,-17 3 0,36-6 0,-1-1 0,0-2 0,76-27 0,-114 35 0,0-1 0,0 0 0,0 1 0,0-1 0,-1 0 0,1 0 0,-1 0 0,0-1 0,1 1 0,-1 0 0,0-1 0,0 0 0,-1 1 0,1-1 0,0 0 0,-1 0 0,2-5 0,-2 6 0,-1 1 0,0-1 0,1 0 0,-1 0 0,0 1 0,0-1 0,0 0 0,0 0 0,0 1 0,0-1 0,-1 0 0,1 0 0,-1 1 0,1-1 0,-1 0 0,1 1 0,-1-1 0,0 0 0,0 1 0,0-1 0,0 1 0,0 0 0,0-1 0,0 1 0,-1 0 0,1-1 0,0 1 0,-1 0 0,1 0 0,-1 0 0,1 0 0,-1 1 0,-1-2 0,1 2 0,1-1 0,-1 1 0,1-1 0,-1 1 0,0 0 0,1 0 0,-1 0 0,0 0 0,1 0 0,-1 0 0,0 0 0,1 0 0,-1 1 0,1-1 0,-1 1 0,0-1 0,1 1 0,-1 0 0,1-1 0,-1 1 0,1 0 0,0 0 0,-1 0 0,1 0 0,0 0 0,0 0 0,0 1 0,0-1 0,0 0 0,0 1 0,0-1 0,-1 3 0,-2 2 0,0 1 0,0 0 0,1 0 0,0 0 0,-4 12 0,4-6 43,0 0 0,1-1-1,0 1 1,1 0 0,1 0-1,0 0 1,3 24 0,-3-32-109,1-1 0,0 1 1,0-1-1,1 0 0,-1 0 1,1 1-1,0-1 0,0 0 1,0 0-1,1-1 1,-1 1-1,1 0 0,0-1 1,0 0-1,0 1 0,1-1 1,-1 0-1,1-1 0,-1 1 1,1-1-1,0 0 1,0 1-1,0-2 0,0 1 1,8 2-1,5 0-6760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24575,'2'0'0,"0"0"0,-1 0 0,1 0 0,0 1 0,0-1 0,-1 1 0,1-1 0,0 1 0,-1-1 0,1 1 0,-1 0 0,1 0 0,-1 0 0,1 0 0,-1 0 0,0 0 0,1 0 0,-1 1 0,0-1 0,0 0 0,0 1 0,0-1 0,0 1 0,0-1 0,0 1 0,-1-1 0,1 1 0,0 0 0,-1-1 0,0 1 0,1 2 0,-1-4 0,-1 1 0,1 0 0,-1 0 0,0-1 0,1 1 0,-1 0 0,0-1 0,1 1 0,-1 0 0,0-1 0,0 1 0,0-1 0,0 0 0,1 1 0,-1-1 0,0 0 0,0 1 0,0-1 0,0 0 0,0 0 0,0 0 0,0 0 0,0 0 0,-1 0 0,-25 2 0,26-2 0,1 0 0,-1 0 0,1 0 0,-1 0 0,1 0 0,-1 0 0,1 0 0,-1 0 0,1 0 0,-1 0 0,1 0 0,-1-1 0,1 1 0,-1 0 0,1 0 0,-1-1 0,1 1 0,0 0 0,-1-1 0,1 1 0,0 0 0,-1-1 0,1 1 0,0-1 0,-1 1 0,1-1 0,0 1 0,0 0 0,-1-1 0,1 1 0,0-1 0,0 1 0,0-1 0,0 1 0,-1-1 0,1 1 0,0-1 0,0 1 0,0-1 0,0 0 0,0 1 0,1-1 0,-1 1 0,0-1 0,0 1 0,0-1 0,0 1 0,0-1 0,1 1 0,-1 0 0,0-1 0,1 1 0,-1-1 0,0 1 0,0-1 0,1 1 0,-1 0 0,1-1 0,-1 1 0,0 0 0,1-1 0,-1 1 0,1 0 0,-1 0 0,1-1 0,-1 1 0,1 0 0,0-1 0,-1 1 0,1 0 0,-1-1 0,1 1 0,-1 0 0,1-1 0,-1 1 0,1 0 0,-1-1 0,1 1 0,-1 0 0,1 0 0,-1 0 0,1 0 0,-1-1 0,1 1 0,-1 0 0,1 0 0,0 0 0,-1 0 0,1 0 0,-1 0 0,1 0 0,-1 1 0,1-1 0,0 0 0,-1 0 0,1 0 0,-1 1 0,1-1 0,-1 0 0,1 0 0,-1 1 0,1-1 0,-1 0 0,0 1 0,1-1 0,-1 1 0,1-1 0,-1 0 0,0 1 0,1-1 0,-1 1 0,0-1 0,0 1 0,1-1 0,-1 1 0,0 0 0,0-1 0,0 1 0,1-1 0,-1 1 0,0-1 0,0 1 0,0-1 0,0 1 0,0 0 0,0-1 0,-1 1 0,1-1 0,0 1 0,0-1 0,0 1 0,-1 0 0,1 1 0,-1 0 0,0-1 0,1 1 0,-1 0 0,0-1 0,0 1 0,0-1 0,0 1 0,0-1 0,0 0 0,-1 1 0,1-1 0,0 0 0,-1 0 0,1 0 0,-1 0 0,1 0 0,-1 0 0,0 0 0,1-1 0,-1 1 0,0-1 0,1 1 0,-1-1 0,0 1 0,0-1 0,1 0 0,-1 0 0,0 0 0,0 0 0,0 0 0,-1-1 0,2 1 0,0 0 0,-1 0 0,1 0 0,0 0 0,0 0 0,0 0 0,0 0 0,0-1 0,0 1 0,0 0 0,0-1 0,0 1 0,0-1 0,0 1 0,0-1 0,0 1 0,0-1 0,1 0 0,-1 1 0,0-1 0,0 0 0,1 0 0,-1 0 0,0 0 0,1 1 0,-1-1 0,1 0 0,-1 0 0,1 0 0,0 0 0,-1 0 0,1 0 0,0 0 0,-1 0 0,1-1 0,0 1 0,0 0 0,0 0 0,0 0 0,0 0 0,0 0 0,1 0 0,-1 0 0,0 0 0,0 0 0,1 0 0,-1 0 0,1 0 0,-1 0 0,1 0 0,-1 0 0,1 0 0,1-1 0,-1 0 0,1 0 0,0 0 0,0 0 0,0 0 0,0 0 0,0 1 0,0-1 0,0 1 0,0-1 0,1 1 0,-1 0 0,1 0 0,3-1 0,-5 2 0,-1-1 0,1 1 0,0 0 0,-1 0 0,1 0 0,0 0 0,-1 0 0,1 0 0,0 0 0,-1 0 0,1 0 0,0 0 0,-1 0 0,1 0 0,0 0 0,-1 0 0,1 1 0,0-1 0,-1 0 0,1 0 0,-1 1 0,1-1 0,0 0 0,-1 1 0,1-1 0,-1 1 0,1-1 0,-1 1 0,1-1 0,-1 1 0,0-1 0,1 1 0,-1-1 0,0 1 0,1 0 0,-1-1 0,0 1 0,0 0 0,1-1 0,-1 1 0,0 0 0,0-1 0,0 1 0,0 0 0,0-1 0,0 1 0,0 0 0,0-1 0,0 1 0,0 0 0,-1-1 0,1 1 0,0 0 0,0-1 0,-1 2 0,0 1 0,0 0 0,0-1 0,-1 1 0,1 0 0,-1 0 0,1-1 0,-1 1 0,0-1 0,0 1 0,0-1 0,0 0 0,-1 0 0,1 0 0,-1 0 0,1 0 0,-1-1 0,0 1 0,-3 1 0,-2 1 0,0 0 0,0-1 0,0 0 0,-1-1 0,-11 3 0,19-5 0,1 0 0,-1 0 0,1 0 0,-1 1 0,0-1 0,1 0 0,-1 0 0,0 0 0,1 0 0,-1 0 0,0 0 0,1 0 0,-1 0 0,0-1 0,1 1 0,-1 0 0,1 0 0,-1 0 0,0-1 0,1 1 0,-1 0 0,1-1 0,-1 1 0,1 0 0,-1-1 0,1 1 0,-1-1 0,1 1 0,-1-1 0,0 0 0,1 0 0,0 0 0,0-1 0,0 1 0,0 0 0,0 0 0,0-1 0,0 1 0,1 0 0,-1 0 0,0 0 0,1 0 0,-1 0 0,1-1 0,0-1 0,3-4 0,1 1 0,-1-1 0,11-11 0,-13 16 0,0 0 0,1 0 0,-1 0 0,0 0 0,1 1 0,-1-1 0,1 1 0,0-1 0,0 1 0,-1 0 0,1 0 0,0 0 0,0 1 0,0-1 0,0 1 0,0-1 0,0 1 0,0 0 0,3 0 0,-4 1 0,0-1 0,0 1 0,0 0 0,0-1 0,0 1 0,0 0 0,-1 0 0,1 0 0,0 0 0,-1 1 0,1-1 0,-1 0 0,1 1 0,-1-1 0,0 1 0,0 0 0,1-1 0,-1 1 0,0 0 0,0-1 0,-1 1 0,1 0 0,0 0 0,-1 0 0,1 0 0,-1 0 0,1 0 0,-1 0 0,0 3 0,0-3 0,0 1 0,0-1 0,0 0 0,-1 1 0,1-1 0,-1 0 0,1 0 0,-1 1 0,0-1 0,0 0 0,0 0 0,0 0 0,0 0 0,0 0 0,-1 0 0,1 0 0,-1 0 0,1-1 0,-1 1 0,0-1 0,0 1 0,1-1 0,-1 1 0,0-1 0,0 0 0,0 0 0,-1 0 0,1 0 0,0 0 0,-4 0 0,2 0 0,1 0 0,-1 0 0,0 0 0,1 0 0,-1-1 0,0 0 0,0 1 0,1-2 0,-1 1 0,0 0 0,1-1 0,-1 1 0,0-1 0,1 0 0,-1-1 0,1 1 0,-1 0 0,-5-4 0,8 4 9,1 1-1,-1 0 0,1-1 1,-1 1-1,1-1 0,-1 1 1,1-1-1,0 1 0,-1-1 1,1 1-1,0-1 0,-1 1 0,1-1 1,0 1-1,0-1 0,-1 0 1,1 1-1,0-1 0,0 1 1,0-1-1,0 0 0,0 1 1,0-1-1,0 0 0,0 1 1,0-1-1,0 1 0,0-1 1,0 0-1,1 1 0,-1-1 1,0 1-1,0-1 0,1 0 1,-1 1-1,0-1 0,1 1 1,-1-1-1,0 1 0,2-1 1,-1-1-223,1 0 1,0 0 0,1 0-1,-1 1 1,0-1 0,0 1-1,6-3 1,3 0-6613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24575,'0'-1'0,"1"0"0,-1 0 0,0 0 0,1 0 0,-1 0 0,1 0 0,-1 0 0,1 0 0,0 1 0,-1-1 0,1 0 0,0 0 0,0 1 0,-1-1 0,1 0 0,0 1 0,0-1 0,0 1 0,0-1 0,0 1 0,-1 0 0,1-1 0,0 1 0,2-1 0,25-5 0,36-1 0,1 2 0,-1 4 0,1 2 0,-1 3 0,0 3 0,0 2 0,74 22 0,-113-24 0,0 1 0,0 1 0,-1 1 0,0 1 0,-1 1 0,0 1 0,38 29 0,-50-33 0,-1 1 0,1 0 0,-1 0 0,-1 1 0,0 1 0,-1-1 0,0 2 0,0-1 0,-2 1 0,1 0 0,-2 0 0,0 1 0,0-1 0,-1 1 0,3 23 0,-3 3 0,-1-13 0,1 0 0,10 37 0,-11-55 0,0-1 0,0 1 0,1-1 0,0 0 0,1 0 0,-1-1 0,2 1 0,-1-1 0,1 0 0,0-1 0,9 9 0,9 6 0,1-2 0,0 0 0,1-2 0,1 0 0,0-2 0,38 14 0,-39-22-341,1-1 0,-1-2-1,53 3 1,-67-7-6485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24575,'1'13'0,"1"1"0,0-1 0,6 21 0,4 22 0,-9-17 0,-2 0 0,-5 56 0,-19 76 0,12-97 0,8-57 0,1 0 0,0 0 0,1 0 0,1 1 0,1-1 0,4 27 0,-4-41 0,0 0 0,1-1 0,-1 1 0,1 0 0,-1 0 0,1-1 0,0 1 0,0-1 0,0 1 0,1-1 0,-1 0 0,0 0 0,1 0 0,0 0 0,-1 0 0,1-1 0,0 1 0,0-1 0,0 0 0,0 1 0,0-2 0,0 1 0,5 1 0,7 0 0,1 0 0,0 0 0,24-2 0,-27-1 0,1467-1 0,-1461 3 0,-9-1 0,0 1 0,0-2 0,0 1 0,0-1 0,0-1 0,0 0 0,15-5 0,-24 7 6,-1 0 0,1 0 0,-1 0 0,0-1-1,1 1 1,-1 0 0,1 0 0,-1-1 0,0 1 0,1 0-1,-1-1 1,0 1 0,1 0 0,-1-1 0,0 1-1,0 0 1,1-1 0,-1 1 0,0-1 0,0 1 0,0-1-1,0 1 1,0-1 0,1 1 0,-1 0 0,0-1 0,0 1-1,0-1 1,0 1 0,0-1 0,0 1 0,0-1 0,-1 1-1,1-1 1,0 1 0,0-1 0,0 1 0,0 0-1,-1-1 1,1 1 0,0-1 0,0 1 0,-1 0 0,1-1-1,0 1 1,0 0 0,-1-1 0,1 1 0,-1 0 0,1-1-1,0 1 1,-1 0 0,1 0 0,-1-1 0,1 1 0,0 0-1,-1 0 1,-27-17-1266,26 16 817,-14-6-6383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6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43 24575,'-19'-12'0,"17"12"0,1-1 0,-1 0 0,0 0 0,0 0 0,0 0 0,1 0 0,-1-1 0,1 1 0,-1 0 0,1-1 0,-1 1 0,-1-3 0,3 3 0,0 1 0,0 0 0,0 0 0,0-1 0,0 1 0,0 0 0,0-1 0,0 1 0,0 0 0,0 0 0,0-1 0,0 1 0,0 0 0,0 0 0,0-1 0,0 1 0,0 0 0,0 0 0,0-1 0,1 1 0,-1 0 0,0 0 0,0-1 0,0 1 0,0 0 0,1 0 0,-1 0 0,0-1 0,0 1 0,0 0 0,1 0 0,-1 0 0,0 0 0,0 0 0,1-1 0,-1 1 0,0 0 0,0 0 0,1 0 0,-1 0 0,0 0 0,0 0 0,1 0 0,14-3 0,-14 3 0,50-2 0,1 3 0,68 9 0,-38-3 0,1201 56-550,-548-33 467,-620-19 716,-115-11-633,1 1 0,-1-1 0,0 0 0,0 0 0,0 1 0,1-1 0,-1 0 0,0 0 0,0 1 0,0-1 0,0 0 0,0 1 0,0-1 0,0 0 0,1 1 0,-1-1 0,0 0 0,0 1 0,0-1 0,0 0 0,0 1 0,-1-1 0,1 0 0,0 1 0,0-1 0,0 0 0,0 1 0,0-1 0,0 0 0,0 1 0,-1-1 0,-6 19 0,2-6 0,-3 40 0,2-1 0,3 108 0,-5 42 0,5-171 0,1-14 0,1-1 0,-2 1 0,0-1 0,-10 28 0,11-41 0,1 0 0,-1 0 0,0-1 0,0 1 0,0 0 0,0-1 0,0 0 0,0 1 0,-1-1 0,1 0 0,-1 0 0,0 0 0,1-1 0,-1 1 0,0-1 0,0 1 0,0-1 0,0 0 0,-1 0 0,-4 0 0,-6 2 0,-1-2 0,1 0 0,-21-1 0,17 0 0,-739-40-1365,692 34-5461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7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66 24575,'5'-3'0,"0"-1"0,-1 0 0,1 1 0,1 0 0,-1 0 0,11-4 0,-11 5 0,0 0 0,-1 0 0,1-1 0,0 1 0,-1-1 0,0 0 0,1-1 0,5-5 0,-10 9 0,0 0 0,0 0 0,0 0 0,0 0 0,1 0 0,-1-1 0,0 1 0,0 0 0,0 0 0,0 0 0,0 0 0,0 0 0,0-1 0,0 1 0,0 0 0,1 0 0,-1 0 0,0 0 0,0-1 0,0 1 0,0 0 0,0 0 0,0 0 0,0-1 0,0 1 0,0 0 0,0 0 0,0 0 0,0 0 0,0-1 0,-1 1 0,1 0 0,0 0 0,0 0 0,0 0 0,0-1 0,0 1 0,0 0 0,0 0 0,0 0 0,0 0 0,-1 0 0,1 0 0,0-1 0,0 1 0,0 0 0,0 0 0,-1 0 0,-11-2 0,-15 5 0,18-1 0,-7 1 0,1 1 0,-19 8 0,31-11 0,0 0 0,0 0 0,1 0 0,-1 1 0,1-1 0,-1 1 0,1 0 0,-1-1 0,1 1 0,0 0 0,0 1 0,0-1 0,0 0 0,0 0 0,1 1 0,-1-1 0,1 1 0,-1 0 0,0 3 0,2-4 0,0 0 0,0-1 0,0 1 0,0 0 0,1 0 0,-1 0 0,0 0 0,1 0 0,0-1 0,-1 1 0,1 0 0,0-1 0,0 1 0,0 0 0,0-1 0,0 1 0,1-1 0,-1 1 0,0-1 0,1 0 0,-1 0 0,1 0 0,-1 1 0,4 0 0,5 5 0,1-1 0,17 7 0,-25-11 0,70 27 0,-44-19 0,52 27 0,-80-36 0,0-1 0,1 1 0,-1-1 0,0 1 0,0 0 0,0-1 0,0 1 0,0 0 0,0 0 0,0 0 0,0 0 0,0-1 0,-1 1 0,1 0 0,0 1 0,-1-1 0,1 0 0,0 0 0,-1 0 0,0 0 0,1 2 0,-1-2 0,0-1 0,-1 1 0,1 0 0,0 0 0,-1-1 0,1 1 0,-1 0 0,1-1 0,-1 1 0,0 0 0,1-1 0,-1 1 0,1-1 0,-1 1 0,0-1 0,0 1 0,1-1 0,-1 1 0,0-1 0,0 0 0,1 1 0,-3-1 0,-6 3 0,-1-1 0,0 0 0,-18 2 0,9-3-341,0 0 0,0-1-1,-26-3 1,29 0-6485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24575,'0'-47'0,"0"47"0,0 0 0,0 0 0,0 0 0,0 0 0,0 0 0,0 0 0,0 0 0,0 0 0,0-1 0,0 1 0,0 0 0,0 0 0,0 0 0,0 0 0,1 0 0,-1 0 0,0 0 0,0 0 0,0-1 0,0 1 0,0 0 0,0 0 0,0 0 0,0 0 0,0 0 0,0 0 0,0 0 0,0 0 0,0 0 0,1 0 0,-1 0 0,0 0 0,0 0 0,0 0 0,0 0 0,0-1 0,0 1 0,0 0 0,0 0 0,1 0 0,-1 0 0,0 0 0,0 0 0,0 0 0,0 0 0,0 0 0,0 0 0,0 1 0,0-1 0,1 0 0,-1 0 0,0 0 0,0 0 0,0 0 0,0 0 0,0 0 0,0 0 0,7 8 0,3 10 0,-2 5 0,-1 1 0,-1 0 0,-1 0 0,-1 0 0,-1 0 0,-1 1 0,-1 0 0,-4 37 0,3-49 0,4-19 0,8-12 0,-4 8 0,2 1 0,-1-1 0,1 2 0,16-12 0,-20 16 0,0 0 0,1 1 0,-1-1 0,1 1 0,0 1 0,-1-1 0,1 1 0,0 1 0,13-3 0,-18 4 13,-1 0 0,1 0-1,0 0 1,-1 0-1,1 0 1,0 1 0,-1-1-1,1 0 1,0 1 0,-1-1-1,1 1 1,-1 0 0,1-1-1,-1 1 1,1 0 0,-1 0-1,1 0 1,-1 0-1,0 0 1,0 0 0,1 1-1,-1-1 1,0 0 0,0 1-1,0-1 1,0 2 0,1 1-203,0 0 0,-1 0 1,0 0-1,0 0 0,0 1 1,0-1-1,-1 0 1,1 9-1,-1-1-6636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4:14:2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38 24575,'-1'-2'0,"1"1"0,-1-1 0,1 0 0,-1 1 0,0-1 0,0 0 0,0 1 0,0-1 0,0 1 0,0-1 0,0 1 0,0 0 0,-1 0 0,1-1 0,0 1 0,-1 0 0,1 0 0,-1 0 0,1 0 0,-1 1 0,0-1 0,1 0 0,-1 1 0,0-1 0,1 1 0,-1-1 0,-2 1 0,-2-2 0,0 1 0,0 0 0,0 0 0,-1 0 0,1 1 0,-11 1 0,13 0 0,0 0 0,0 0 0,0 0 0,0 0 0,0 1 0,1-1 0,-1 1 0,0 0 0,1 1 0,0-1 0,-1 0 0,1 1 0,0 0 0,0 0 0,1 0 0,-4 3 0,5-4 0,0 0 0,0-1 0,1 1 0,-1 0 0,0 0 0,1-1 0,-1 1 0,1 0 0,-1 0 0,1 0 0,0 0 0,0 0 0,0 0 0,0-1 0,0 1 0,0 0 0,0 0 0,1 0 0,-1 0 0,1 0 0,0-1 0,-1 1 0,1 0 0,0 0 0,0-1 0,0 1 0,0-1 0,0 1 0,0-1 0,1 1 0,-1-1 0,0 0 0,1 1 0,-1-1 0,3 2 0,1 0 0,1 0 0,-1 0 0,1-1 0,-1 0 0,1 0 0,0 0 0,0 0 0,0-1 0,0 0 0,10 1 0,-12-2 0,-1 0 0,1 0 0,0-1 0,0 1 0,0-1 0,0 0 0,0 0 0,3-1 0,-5 1 0,0 1 0,-1-1 0,1 0 0,-1 0 0,0 0 0,1 0 0,-1 0 0,0 0 0,1 0 0,-1-1 0,0 1 0,0 0 0,0-1 0,0 1 0,0-1 0,-1 1 0,1-1 0,1-2 0,-2 3 0,1-1 0,-1 0 0,0 1 0,0-1 0,0 0 0,0 1 0,0-1 0,0 0 0,0 1 0,0-1 0,-1 0 0,1 1 0,0-1 0,-1 1 0,0-1 0,1 1 0,-1-1 0,0 1 0,-1-3 0,-23-23 0,8 11 0,17 16 0,0-1 0,0 1 0,0 0 0,0 0 0,0-1 0,0 1 0,0 0 0,0 0 0,0-1 0,0 1 0,0 0 0,0 0 0,0 0 0,0-1 0,0 1 0,0 0 0,0 0 0,0-1 0,0 1 0,1 0 0,-1 0 0,0 0 0,0 0 0,0-1 0,0 1 0,0 0 0,1 0 0,-1 0 0,0 0 0,0-1 0,0 1 0,1 0 0,-1 0 0,0 0 0,0 0 0,0 0 0,1 0 0,-1 0 0,0 0 0,0 0 0,1 0 0,-1 0 0,0 0 0,0 0 0,1 0 0,-1 0 0,0 0 0,0 0 0,0 0 0,1 0 0,-1 0 0,0 0 0,1 0 0,17 0 0,-17 0 0,53 0 0,64 3 0,-117-3 0,-1-1 0,1 2 0,0-1 0,-1 0 0,1 0 0,0 0 0,-1 0 0,1 0 0,0 0 0,-1 1 0,1-1 0,0 0 0,-1 1 0,1-1 0,-1 0 0,1 1 0,-1-1 0,1 1 0,-1-1 0,1 1 0,-1-1 0,1 1 0,-1-1 0,1 1 0,-1-1 0,0 1 0,0-1 0,1 1 0,-1 0 0,0-1 0,0 1 0,1 0 0,-1-1 0,0 1 0,0 0 0,0-1 0,0 1 0,0 0 0,0-1 0,0 1 0,0 0 0,0-1 0,-1 2 0,-1 4 0,1 0 0,-2 0 0,1 0 0,-4 7 0,-4 10 0,9-21 0,1-1 0,-1 1 0,1 0 0,0-1 0,-1 1 0,1 0 0,0 0 0,0-1 0,0 1 0,0 0 0,1 0 0,-1-1 0,0 1 0,1 0 0,-1-1 0,1 1 0,0-1 0,-1 1 0,1 0 0,0-1 0,0 1 0,0-1 0,0 0 0,0 1 0,0-1 0,1 0 0,-1 0 0,0 0 0,1 1 0,-1-1 0,3 1 0,-1-1 0,0 0 0,0 0 0,0-1 0,0 1 0,0-1 0,0 0 0,0 0 0,1 0 0,-1 0 0,0 0 0,0 0 0,0-1 0,0 0 0,0 0 0,0 0 0,0 0 0,3-1 0,9-6 0,-1 0 0,-1 0 0,0-1 0,0-1 0,0 0 0,16-18 0,-29 27 0,1 1 0,-1-1 0,0 0 0,1 1 0,-1-1 0,1 1 0,-1-1 0,1 1 0,-1-1 0,1 1 0,-1 0 0,1-1 0,0 1 0,-1 0 0,1-1 0,-1 1 0,1 0 0,0 0 0,-1-1 0,1 1 0,0 0 0,-1 0 0,1 0 0,0 0 0,0 0 0,-1 0 0,1 0 0,0 0 0,-1 0 0,1 0 0,0 1 0,-1-1 0,1 0 0,0 0 0,-1 1 0,1-1 0,-1 0 0,1 1 0,1 0 0,0 2 0,0 0 0,-1 0 0,1 0 0,0 1 0,-1-1 0,2 7 0,6 11 0,-8-18 0,1 0 0,-1-1 0,1 1 0,0-1 0,0 1 0,0-1 0,0 0 0,0 0 0,0 0 0,1 0 0,-1 0 0,1-1 0,-1 1 0,1-1 0,0 1 0,-1-1 0,1 0 0,0 0 0,0 0 0,0 0 0,0-1 0,0 1 0,3-1 0,0 0 0,0-1 0,0 0 0,-1 0 0,1-1 0,-1 0 0,1 0 0,-1 0 0,0 0 0,0-1 0,0 0 0,7-5 0,-7 5 0,0-1 0,0 0 0,0 0 0,-1-1 0,1 0 0,6-9 0,-10 13 0,0 0 0,0 0 0,-1 0 0,1 0 0,-1-1 0,1 1 0,0 0 0,-1 0 0,0-1 0,1 1 0,-1 0 0,0-1 0,0 1 0,0 0 0,0-1 0,0 1 0,0 0 0,0-1 0,0 1 0,0 0 0,-1-1 0,1 1 0,0 0 0,-1 0 0,1-1 0,-1 1 0,0 0 0,1 0 0,-1 0 0,0 0 0,0 0 0,0-1 0,0 2 0,0-1 0,0 0 0,0 0 0,0 0 0,-1-1 0,-5-1-277,1 0 0,-1 0 0,-13-4 0,19 6 20,-21-6-6569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0.2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1010 149 24575,'0'-3'0,"0"1"0,0-1 0,0 0 0,0 1 0,-1-1 0,1 1 0,-1-1 0,1 1 0,-1 0 0,0-1 0,0 1 0,0 0 0,0-1 0,0 1 0,-1 0 0,1 0 0,-1 0 0,1 0 0,-1 0 0,0 0 0,0 1 0,1-1 0,-1 0 0,-1 1 0,1 0 0,0-1 0,0 1 0,0 0 0,-1 0 0,1 0 0,0 1 0,-1-1 0,1 0 0,-1 1 0,1 0 0,-1-1 0,1 1 0,-1 0 0,-2 1 0,-11-1 0,1 2 0,-1 0 0,1 1 0,-29 9 0,15-3 0,1 2 0,0 0 0,0 2 0,1 1 0,1 1 0,0 1 0,2 2 0,0 0 0,0 2 0,2 0 0,1 1 0,0 2 0,2 0 0,-29 44 0,7 0 0,-47 107 0,-16 80 0,71-170 0,25-63 0,-107 294 0,101-266 0,1 1 0,3 1 0,2 0 0,-2 75 0,11-96 0,1 0 0,2 0 0,1 0 0,1-1 0,2 0 0,1 0 0,1-1 0,1 0 0,1-1 0,31 48 0,-2-14 0,3-1 0,2-3 0,67 64 0,-84-91 0,2-2 0,1-1 0,1-1 0,2-2 0,0-1 0,1-2 0,1-2 0,1-1 0,1-2 0,0-1 0,1-3 0,61 12 0,-8-10 0,0-5 0,1-3 0,0-5 0,0-4 0,0-4 0,-1-4 0,115-29 0,-161 29 0,0-3 0,-1-2 0,87-42 0,-107 44 0,-1-2 0,-1 0 0,0-2 0,-1 0 0,-1-2 0,-1 0 0,35-44 0,-25 20 0,-2-1 0,-2-2 0,-2 0 0,20-53 0,-20 33 0,-3 0 0,20-110 0,-33 116 0,-3 1 0,-2-1 0,-3 1 0,-3-1 0,-3 1 0,-2-1 0,-27-109 0,12 94 0,-3 1 0,-3 2 0,-3 1 0,-3 1 0,-70-107 0,72 133 0,-1 1 0,-2 2 0,-1 1 0,-3 2 0,-84-66 0,83 76 0,-1 3 0,-2 1 0,0 2 0,-2 2 0,0 2 0,-89-25 0,85 32 0,0 2 0,-85-6 0,108 15 0,0 1 0,-1 1 0,1 2 0,0 0 0,0 2 0,-48 15 0,43-8 211,19-7-605,-1 0 0,0-1 0,-26 5 0,28-8-6432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2:05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2335 257 24575,'0'-3'0,"-1"0"0,1 0 0,-1 0 0,0 0 0,0 0 0,-1 0 0,1 1 0,0-1 0,-1 0 0,0 1 0,0-1 0,1 1 0,-1 0 0,-1-1 0,1 1 0,0 0 0,-1 0 0,1 0 0,-1 1 0,1-1 0,-5-1 0,-9-6 0,0 1 0,-25-7 0,32 11 0,-88-28 0,0 4 0,-2 5 0,-1 4 0,-160-10 0,170 25-41,-1 4 0,1 3 0,0 5 0,1 4 0,0 3 0,-139 44 0,167-38 2,2 2-1,0 4 1,2 1-1,-56 39 1,72-38 24,1 0 0,1 3 0,2 1 0,2 2 0,-55 69 0,70-77 14,0 2 0,2 0 0,1 1 0,1 1 0,2 0 0,1 2 1,1-1-1,-11 55 0,20-69 2,1 1 1,0-1 0,2 1 0,0-1-1,1 1 1,1 0 0,6 26 0,-4-30 7,0 0 0,2-1 0,0 1 0,0-1 0,1 0 0,1-1 0,1 0 0,0 0 0,19 21 0,-10-16 25,1-1 1,1-2-1,0 0 1,1 0 0,0-2-1,1-1 1,1-1-1,43 16 1,-12-10 21,0-3-1,107 15 1,-35-16-463,0-6-1,145-11 0,252-55-815,-68-42 1223,-356 70 0,-2-3 0,139-71 0,-190 80-89,-1-2 0,-2-1-1,0-3 1,47-43-1,-72 57 78,-1-1-1,0-1 1,-1 0-1,-1-1 1,0-1-1,-2 0 1,-1 0-1,0-2 1,-2 1-1,14-46 1,-20 54 39,-2 0 1,1-1 0,-2 1 0,0-1-1,-1 1 1,0-1 0,-1 1-1,-1-1 1,0 1 0,-1-1-1,-1 1 1,0 0 0,-1 1 0,0-1-1,-13-22 1,6 17 16,-1 0 1,0 1-1,-1 1 0,-1 0 1,-1 1-1,0 0 0,-1 2 1,-1 0-1,-31-19 0,0 6-42,-1 2-1,-1 2 0,-1 2 1,0 3-1,-77-16 1,-2 8 2,-148-9 0,90 22-509,-354 23-1,405 2-4547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24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874 81 24575,'30'-22'0,"-28"21"0,-1-1 0,1 1 0,-1-1 0,1 0 0,-1 1 0,0-1 0,0 0 0,0 0 0,0 0 0,0 0 0,0 0 0,0 0 0,-1 0 0,2-3 0,-3 4 0,1 0 0,0 0 0,0 0 0,-1 0 0,1 0 0,0 1 0,-1-1 0,1 0 0,-1 0 0,1 0 0,-1 0 0,1 1 0,-1-1 0,0 0 0,1 0 0,-1 1 0,0-1 0,0 1 0,0-1 0,1 0 0,-1 1 0,0 0 0,0-1 0,0 1 0,0-1 0,0 1 0,-1 0 0,-29-7 0,30 7 0,-20-2 0,-1 1 0,0 1 0,1 1 0,-1 1 0,1 1 0,-1 1 0,-37 12 0,10 1 0,0 2 0,-51 29 0,53-23 0,1 3 0,2 1 0,-61 52 0,80-59 0,1 1 0,2 1 0,0 1 0,2 0 0,1 2 0,-30 54 0,43-69 0,0 1 0,0 0 0,2 0 0,-1 1 0,2-1 0,0 1 0,0 0 0,2 0 0,-1 0 0,2 0 0,0 0 0,1 0 0,0 0 0,1 0 0,0 0 0,1-1 0,1 1 0,0-1 0,1 0 0,0 0 0,1 0 0,1-1 0,0 1 0,0-2 0,2 1 0,-1-1 0,17 16 0,-3-6 0,1-1 0,1-1 0,1-1 0,1-1 0,0-2 0,1 0 0,1-2 0,0-1 0,1-1 0,0-1 0,31 5 0,-6-4 0,1-2 0,0-2 0,0-3 0,0-3 0,70-6 0,-79 1 0,-1-3 0,0-2 0,0-1 0,-1-3 0,0-1 0,-1-3 0,-1-1 0,61-36 0,-74 36 0,0-1 0,-2-2 0,0-1 0,-1-1 0,-2-1 0,0-1 0,-2-1 0,0-1 0,-2-1 0,-2-1 0,0-1 0,14-32 0,-25 45 0,-1 0 0,0 0 0,-1 0 0,-1-1 0,-1 0 0,0 0 0,0-32 0,-3 39 0,-1-1 0,0 1 0,-1 0 0,0-1 0,-1 1 0,0 0 0,0 0 0,-2 1 0,1-1 0,-1 1 0,-1 0 0,0 0 0,-9-12 0,0 6 0,1 2 0,-2-1 0,0 2 0,0 0 0,-1 1 0,-1 1 0,0 0 0,-1 2 0,-35-14 0,1 4 0,-1 3 0,-78-14 0,62 20-682,-92-4-1,104 13-6143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25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7 24575,'0'-2'0,"2"-2"0,1 4 0,0 3 0,0 3 0,-2 6 0,0 6 0,0 5 0,-3 7 0,-1 5 0,0 3 0,-2 3 0,0 1 0,0 0 0,2-3 0,1-2 0,1-4 0,1-7-8191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25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24575,'0'7'0,"1"0"0,0 0 0,0 0 0,0-1 0,1 1 0,0-1 0,0 1 0,1-1 0,0 0 0,0 1 0,0-2 0,8 11 0,-9-13 0,0 0 0,0-1 0,1 0 0,-1 1 0,1-1 0,-1 0 0,1 0 0,0-1 0,0 1 0,0 0 0,0-1 0,0 0 0,0 0 0,0 0 0,1 0 0,-1 0 0,0-1 0,1 1 0,-1-1 0,0 0 0,1 0 0,-1 0 0,0 0 0,1-1 0,-1 1 0,0-1 0,0 0 0,1 0 0,4-2 0,11-6 0,-1 0 0,0 0 0,0-2 0,-1 0 0,18-16 0,-35 25 171,-7 5 0,-11 7-1878,1-1-5119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3.4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188 11 24575,'0'-1'0,"-1"1"0,1-1 0,0 0 0,-1 1 0,1-1 0,-1 1 0,1-1 0,-1 1 0,1-1 0,-1 1 0,1-1 0,-1 1 0,1 0 0,-1-1 0,1 1 0,-1 0 0,0-1 0,1 1 0,-1 0 0,0 0 0,1 0 0,-1-1 0,0 1 0,1 0 0,-1 0 0,0 0 0,0 0 0,-21 0 0,16 1 0,0 0 0,0 1 0,0 0 0,0 0 0,0 0 0,0 1 0,1 0 0,-1 0 0,1 1 0,0-1 0,0 1 0,0 0 0,0 1 0,1-1 0,0 1 0,0 0 0,0 0 0,0 0 0,-3 6 0,1 1 0,-1 0 0,2 0 0,-1 0 0,2 1 0,0 0 0,0 0 0,-3 26 0,6-34 0,1 0 0,0 0 0,0 0 0,0 0 0,1 0 0,-1 0 0,1 0 0,0 0 0,1 0 0,-1 0 0,1 0 0,0 0 0,0-1 0,1 1 0,-1-1 0,1 0 0,0 0 0,0 0 0,0 0 0,1 0 0,6 6 0,-5-7 0,1 1 0,-1-1 0,1 0 0,-1-1 0,1 1 0,0-1 0,0 0 0,0 0 0,0-1 0,0 0 0,0 0 0,0 0 0,0-1 0,1 0 0,-1 0 0,0-1 0,9-1 0,-6 0 0,-1 0 0,0-1 0,0 0 0,0 0 0,-1-1 0,1 0 0,-1 0 0,0 0 0,0-1 0,0-1 0,-1 1 0,1-1 0,-1 0 0,-1 0 0,1-1 0,-1 1 0,4-9 0,-6 11 0,0-1 0,-1 0 0,1 0 0,-1 0 0,-1-1 0,1 1 0,-1 0 0,0-1 0,0 1 0,0-1 0,-1 1 0,0-1 0,0 1 0,0-1 0,-1 1 0,1-1 0,-1 1 0,-1-1 0,1 1 0,-1 0 0,0 0 0,0 0 0,-1 0 0,1 0 0,-1 0 0,-6-8 0,3 7 27,0-1-1,-1 1 0,0 1 0,1-1 1,-2 1-1,1 0 0,-1 1 0,1-1 1,-1 2-1,-1-1 0,1 1 0,-9-2 1,5 2-217,0 0 0,0 1 1,0 0-1,0 1 0,0 1 1,-1 0-1,1 0 1,-14 3-1,9 1-6636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3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30 24575,'0'0'0,"-1"0"0,1 0 0,0 0 0,-1 0 0,1-1 0,-1 1 0,1 0 0,0 0 0,-1-1 0,1 1 0,0 0 0,-1-1 0,1 1 0,0 0 0,0-1 0,-1 1 0,1 0 0,0-1 0,0 1 0,-1 0 0,1-1 0,0 1 0,0-1 0,0 1 0,0-1 0,0 1 0,0 0 0,0-1 0,0 1 0,0-1 0,0 1 0,0-1 0,0 1 0,0-1 0,0 1 0,0 0 0,0-1 0,0 1 0,1-1 0,-1 1 0,0 0 0,0-1 0,0 1 0,1-1 0,-1 1 0,0 0 0,0-1 0,1 1 0,-1 0 0,0 0 0,1-1 0,-1 1 0,1 0 0,-1 0 0,0-1 0,1 1 0,-1 0 0,1 0 0,-1 0 0,0 0 0,1 0 0,-1-1 0,1 1 0,-1 0 0,1 0 0,0 0 0,1 1 0,1 0 0,0-1 0,0 1 0,-1 0 0,1 0 0,0 1 0,-1-1 0,0 1 0,1-1 0,-1 1 0,0 0 0,1-1 0,-1 1 0,0 1 0,2 2 0,28 39 0,-28-37 0,4 4 0,-1 0 0,0 1 0,-1 0 0,0 0 0,-1 1 0,-1 0 0,0-1 0,4 21 0,-8-33 0,0 1 0,0 0 0,0 0 0,1 0 0,-1 0 0,0 0 0,0 0 0,0 0 0,0 0 0,-1 0 0,1-1 0,0 1 0,0 0 0,0 0 0,-1 0 0,1 0 0,-1 0 0,1-1 0,0 1 0,-1 0 0,1 0 0,-1 0 0,0-1 0,1 1 0,-1 0 0,0-1 0,1 1 0,-1-1 0,0 1 0,0-1 0,1 1 0,-1-1 0,-1 1 0,1-1 0,0 0 0,0 0 0,0-1 0,0 1 0,0 0 0,0 0 0,0-1 0,0 1 0,0-1 0,1 1 0,-1-1 0,0 1 0,0-1 0,0 1 0,0-1 0,1 0 0,-1 1 0,0-1 0,1 0 0,-1 0 0,1 0 0,-1 1 0,1-1 0,-1 0 0,1 0 0,-1 0 0,1 0 0,0 0 0,0 0 0,-1-1 0,0-4 19,0 0 0,0 0 0,1-1 0,0 1 0,0 0 0,0 0 0,1 0 0,0 0 0,0-1 0,1 1 0,-1 1 0,1-1 0,1 0 0,-1 0 0,1 1 0,0-1 0,7-9 0,0 0-361,2 1 1,-1 0 0,2 0-1,24-21 1,-21 23-6485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4.3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234 267 24575,'0'-3'0,"-1"0"0,0 0 0,1 1 0,-1-1 0,0 0 0,0 0 0,-1 1 0,1-1 0,0 1 0,-1-1 0,0 1 0,1-1 0,-1 1 0,0 0 0,0 0 0,0 0 0,-1 0 0,-3-3 0,0 1 0,0 0 0,0 1 0,0 0 0,0 0 0,-1 0 0,-11-3 0,12 5 0,0 0 0,0 1 0,0-1 0,0 2 0,0-1 0,0 0 0,0 1 0,1 0 0,-1 1 0,0-1 0,0 1 0,1 0 0,-1 0 0,1 1 0,0 0 0,0 0 0,0 0 0,0 0 0,-5 6 0,7-7 0,1 0 0,-1 1 0,1 0 0,-1-1 0,1 1 0,0 0 0,0 0 0,1 0 0,-1 0 0,0 0 0,1 0 0,0 1 0,0-1 0,0 0 0,0 1 0,0-1 0,1 1 0,0-1 0,0 1 0,0-1 0,0 1 0,0-1 0,0 1 0,1-1 0,0 1 0,0-1 0,0 1 0,0-1 0,0 0 0,1 0 0,-1 1 0,1-1 0,2 3 0,-1-3 0,0 1 0,-1-1 0,1 0 0,0 0 0,1 0 0,-1 0 0,0 0 0,1-1 0,0 0 0,-1 0 0,1 0 0,0 0 0,0 0 0,0-1 0,0 0 0,1 1 0,-1-2 0,0 1 0,0 0 0,1-1 0,-1 0 0,0 0 0,1 0 0,-1 0 0,0-1 0,0 0 0,7-2 0,-3 1 0,0 0 0,-1-1 0,1-1 0,-1 1 0,0-1 0,0 0 0,0-1 0,0 1 0,-1-1 0,1-1 0,-1 1 0,-1-1 0,11-13 0,-9 8 0,0-2 0,0 1 0,-1-1 0,-1 0 0,0 0 0,-1 0 0,0-1 0,-1 0 0,-1 1 0,0-1 0,-1 0 0,0 0 0,-1 0 0,-1 0 0,0 0 0,-1 0 0,-7-27 0,9 40 0,-1-1 0,1 0 0,-1 0 0,0 0 0,1 1 0,-1-1 0,0 0 0,0 1 0,0-1 0,-1 1 0,1-1 0,0 1 0,0-1 0,-1 1 0,1 0 0,-1 0 0,1 0 0,-1 0 0,0 0 0,1 0 0,-1 0 0,-2-1 0,2 3 0,1-1 0,-1 0 0,1 0 0,-1 0 0,1 1 0,-1-1 0,1 1 0,-1-1 0,1 1 0,0-1 0,-1 1 0,1 0 0,0 0 0,-1 0 0,1 0 0,0 0 0,0 0 0,0 0 0,0 0 0,0 0 0,0 0 0,0 1 0,0-1 0,0 0 0,1 1 0,-1-1 0,0 3 0,-3 5 0,1 0 0,0 0 0,1 1 0,0-1 0,0 1 0,1-1 0,0 1 0,1 0 0,0-1 0,1 1 0,0 0 0,3 15 0,2 1 0,1-1 0,1-1 0,16 37 0,11 4-1365,-20-40-5461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4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23 24575,'0'-2'0,"0"0"0,-1 0 0,1 1 0,0-1 0,-1 0 0,1 0 0,-1 1 0,0-1 0,-1-3 0,-2 4 0,1 13 0,2 179 192,2-99-1749,-1-78-5269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4.8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22 24575,'0'-3'0,"-2"-2"0,-4-1 0,-2 0 0,0 5 0,1 3 0,-1 7 0,2 7 0,1 4 0,2 7 0,4 4 0,1 5 0,3 4 0,0 0 0,3 0 0,-1-1 0,-2-5 0,-1-8-8191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5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1 193 24575,'0'-1'0,"1"1"0,-1-1 0,0 0 0,1 1 0,-1-1 0,1 1 0,0-1 0,-1 1 0,1-1 0,-1 1 0,1-1 0,0 1 0,-1 0 0,1-1 0,0 1 0,-1 0 0,1-1 0,0 1 0,0 0 0,-1 0 0,1 0 0,1 0 0,23-5 0,-19 4 0,40-5 0,60-1 0,13-1 0,-100 6 0,1-1 0,-1-2 0,37-12 0,-54 16 0,1 0 0,-1 0 0,0 0 0,0 0 0,1 0 0,-1 0 0,0-1 0,0 1 0,0-1 0,-1 1 0,1-1 0,0 0 0,0 0 0,-1 0 0,1 0 0,-1 0 0,0 0 0,0 0 0,0-1 0,0 1 0,0 0 0,0-1 0,0 1 0,-1-1 0,1 1 0,-1 0 0,0-1 0,0 1 0,0-5 0,0 4 0,-1-1 0,0 1 0,0 0 0,0 0 0,-1-1 0,1 1 0,-1 0 0,0 0 0,0 0 0,0 0 0,0 1 0,0-1 0,-1 0 0,1 1 0,-1 0 0,1-1 0,-1 1 0,0 0 0,0 0 0,-6-2 0,7 3 0,0-1 0,0 1 0,0 0 0,-1 0 0,1 1 0,0-1 0,0 0 0,-1 1 0,1-1 0,-1 1 0,1 0 0,0 0 0,-1 0 0,1 0 0,-1 0 0,1 0 0,0 1 0,-1-1 0,1 1 0,0-1 0,-1 1 0,1 0 0,0 0 0,0 0 0,0 0 0,0 1 0,0-1 0,0 1 0,0-1 0,0 1 0,1-1 0,-1 1 0,0 0 0,1 0 0,0 0 0,-1 0 0,1 0 0,0 0 0,-2 5 0,0 0 0,1 0 0,0 1 0,0-1 0,0 1 0,1-1 0,0 1 0,1 0 0,0 0 0,0-1 0,0 1 0,3 10 0,-1-6-114,1-1 1,0-1-1,1 1 0,0 0 0,1-1 1,0 0-1,0 0 0,1 0 0,1-1 1,-1 0-1,13 13 0,-5-8-6712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35.9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93 24575,'-1'-6'0,"0"0"0,0 0 0,0 0 0,-1 0 0,0 0 0,-3-7 0,-6-17 0,46 155 0,-21-55 0,-14-70 0,0 0 0,0 0 0,0 0 0,0 0 0,0 0 0,0 0 0,0 0 0,0 0 0,0 0 0,0 0 0,0 1 0,0-1 0,0 0 0,0 0 0,1 0 0,-1 0 0,0 0 0,0 0 0,0 0 0,0 0 0,0 0 0,0 0 0,0 0 0,0 0 0,0 0 0,0 0 0,0 0 0,0 0 0,0 0 0,0 0 0,1 0 0,-1 0 0,0 0 0,0 0 0,0 0 0,0 0 0,0 0 0,0 0 0,0 0 0,0 0 0,0 0 0,0 0 0,0 0 0,0 0 0,1 0 0,-1 0 0,0 0 0,0 0 0,0 0 0,0 0 0,0 0 0,0 0 0,0 0 0,0 0 0,0 0 0,0 0 0,0 0 0,0 0 0,0 0 0,0 0 0,0 0 0,0-1 0,0 1 0,1 0 0,-1 0 0,0 0 0,0 0 0,5-9 0,6-17 0,-9 23 0,0-3 0,34-74 0,-30 70 0,0-1 0,0 1 0,1 1 0,1-1 0,10-10 0,-17 19 0,0-1 0,0 1 0,0 0 0,1 0 0,-1 0 0,0 0 0,1 0 0,-1 0 0,1 0 0,-1 1 0,1-1 0,0 0 0,-1 1 0,1-1 0,-1 1 0,1 0 0,0 0 0,1-1 0,-1 2 0,-1-1 0,0 0 0,0 1 0,-1-1 0,1 1 0,0-1 0,0 1 0,0-1 0,0 1 0,0 0 0,0-1 0,-1 1 0,1 0 0,0 0 0,-1 0 0,1-1 0,0 1 0,-1 0 0,1 0 0,-1 0 0,1 1 0,1 5 0,0 0 0,0 0 0,-1 0 0,1 0 0,-2 0 0,1 14 0,-3 69 0,6-100 0,2 1 0,-1 0 0,1 0 0,1 0 0,0 1 0,13-13 0,-18 19 0,12-11 0,27-19 0,-38 29 0,1 1 0,-1 0 0,1 0 0,0 0 0,0 0 0,0 0 0,0 1 0,0 0 0,0 0 0,0 0 0,0 0 0,1 1 0,7 0 0,-10 0 0,1 1 0,-1-1 0,0 1 0,0 0 0,0 0 0,0 0 0,0 0 0,0 0 0,0 0 0,0 1 0,0-1 0,-1 1 0,1-1 0,-1 1 0,1 0 0,-1-1 0,1 1 0,-1 0 0,0 0 0,0 0 0,0 0 0,0 0 0,1 3 0,2 7 0,-1-1 0,0 1 0,1 15 0,0-4 0,-4-20 25,3 16 284,-3-18-362,0-1 0,0 1 0,0-1 0,0 1 0,0 0 0,-1-1 0,1 1-1,0-1 1,0 1 0,0-1 0,0 1 0,-1-1 0,1 1 0,0-1 0,-1 1 0,1-1 0,0 0-1,-1 1 1,1-1 0,0 1 0,-1-1 0,1 0 0,-1 1 0,1-1 0,-1 0 0,1 0-1,-1 1 1,1-1 0,-1 0 0,1 0 0,-1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44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24575,'2'22'0,"0"0"0,1 0 0,1 0 0,1 0 0,1 0 0,0-1 0,15 28 0,78 137 0,-97-183 0,49 82 0,-3 3 0,57 148 0,-74-145 0,44 119 0,-51-153 0,49 86 0,-42-93 0,1-1 0,3-2 0,2-2 0,1-1 0,3-2 0,1-2 0,2-1 0,1-3 0,3-1 0,70 39 0,322 138 0,-6-3 0,-335-155 0,-2 5 0,155 124 0,-160-103 0,83 94 0,-134-127 0,-1 2 0,-3 1 0,57 105 0,-49-65 0,-4 3 0,-4 1 0,-4 2 0,23 118 0,-40-135 0,-5 0 0,-2 1 0,-5 0 0,-2 0 0,-18 144 0,-23 25 0,-117 402 0,123-543 0,-68 242 0,30 7 0,55-192 0,6 1 0,23 301 0,-1-322 0,47 429 0,-39-449 0,5-1 0,64 187 0,-69-257 0,3-2 0,1 0 0,3-2 0,2-1 0,3-1 0,1-2 0,2-1 0,2-2 0,2-1 0,47 39 0,-25-31 0,93 59 0,-111-83 0,2-2 0,0-1 0,62 20 0,-77-34 0,1-1 0,0-2 0,39 4 0,98-2 0,-45-4 0,132 22 0,-254-25-65,-1-1 0,1 0 0,0 0 0,-1 0 0,1 0 0,0 0 0,0 0 0,-1 0 0,1 0 0,0 0 0,-1 0 0,1 0 0,0 0 0,-1 0 0,1 0 0,0-1 0,0 1 0,-1 0 0,1-1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44.3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24575,'0'0'0,"0"0"0,-1 0 0,1 0 0,0 0 0,-1 0 0,1 0 0,0 0 0,-1 1 0,1-1 0,0 0 0,-1 0 0,1 0 0,0 0 0,-1 0 0,1 0 0,0 0 0,0 1 0,-1-1 0,1 0 0,0 0 0,0 0 0,-1 1 0,1-1 0,0 0 0,0 0 0,0 1 0,-1-1 0,1 0 0,0 1 0,0-1 0,0 0 0,0 0 0,0 1 0,0 0 0,2 12 0,12 12 0,10 4 0,35 34 0,13 16 0,-63-68 0,-1 0 0,0 1 0,-1 0 0,-1 1 0,9 22 0,-13-32 0,-1 0 0,0 1 0,0-1 0,-1 0 0,1 0 0,-1 1 0,0-1 0,1 0 0,-1 1 0,-1-1 0,1 1 0,0-1 0,-1 0 0,0 0 0,0 1 0,0-1 0,0 0 0,0 0 0,-1 0 0,-2 5 0,0-4 0,1-1 0,-1 1 0,1-1 0,-1 1 0,0-1 0,0 0 0,-1-1 0,1 1 0,0-1 0,-1 0 0,0 0 0,0 0 0,-5 1 0,-2 0-341,-1-1 0,1 0-1,-26 1 1,0-3-6485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46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65 24575,'1'-1'0,"0"0"0,0 0 0,0 0 0,0 0 0,0 0 0,0 0 0,-1 0 0,1 0 0,0 0 0,0 0 0,-1-1 0,1 1 0,-1 0 0,1 0 0,-1-1 0,0 1 0,0 0 0,1-1 0,-1 1 0,0 0 0,0-1 0,0 1 0,0 0 0,0-1 0,-1 1 0,1 0 0,0-1 0,-1 1 0,1 0 0,-1 0 0,1-1 0,-1 1 0,0 0 0,1 0 0,-1 0 0,0 0 0,0 0 0,0 0 0,-2-2 0,2 1 0,-1 1 0,0-1 0,0 1 0,0 0 0,0-1 0,0 1 0,-1 0 0,1 0 0,0 1 0,-1-1 0,1 0 0,0 1 0,-1 0 0,1-1 0,0 1 0,-1 0 0,1 0 0,-1 0 0,1 0 0,0 1 0,-5 0 0,2 1 0,1 0 0,0 0 0,0 0 0,0 1 0,0-1 0,0 1 0,0 0 0,1 0 0,-1 0 0,1 1 0,0-1 0,0 1 0,0 0 0,1 0 0,-1 0 0,1 0 0,0 0 0,0 0 0,0 1 0,1-1 0,0 1 0,-2 8 0,2-6 0,0-1 0,1 0 0,0 1 0,0-1 0,1 0 0,0 1 0,0-1 0,0 0 0,1 0 0,0 0 0,0 0 0,0 0 0,1 0 0,0 0 0,0-1 0,6 9 0,34 30 0,-33-35 0,1 1 0,-2 0 0,10 13 0,-19-22 0,1-1 0,-1 1 0,1 0 0,-1 0 0,1-1 0,-1 1 0,1 0 0,-1 0 0,1 0 0,-1 0 0,0 0 0,0 0 0,0 0 0,1 0 0,-1 0 0,0 0 0,0 0 0,0 0 0,0 0 0,0-1 0,-1 1 0,1 0 0,0 0 0,0 0 0,-1 1 0,0-1 0,0 0 0,0 0 0,0 0 0,0 0 0,0 0 0,-1 0 0,1 0 0,0 0 0,0-1 0,-1 1 0,1 0 0,0-1 0,-1 1 0,-2 0 0,-5 0 0,-1 1 0,1-1 0,-18-1 0,26 0 0,-10 0 0,6 1 0,1-1 0,0 0 0,-1 0 0,1 0 0,-1-1 0,1 1 0,0-1 0,-1 0 0,-7-4 0,12 5 0,0 0 0,0 0 0,0 0 0,0 0 0,-1 0 0,1 0 0,0 0 0,0 0 0,0 0 0,0 0 0,0 0 0,0 0 0,0 0 0,0-1 0,0 1 0,0 0 0,0 0 0,0 0 0,0 0 0,0 0 0,0 0 0,0 0 0,0 0 0,0 0 0,0 0 0,0 0 0,0 0 0,0-1 0,0 1 0,0 0 0,0 0 0,0 0 0,0 0 0,0 0 0,0 0 0,0 0 0,0 0 0,0 0 0,0 0 0,0 0 0,0 0 0,0 0 0,0-1 0,0 1 0,0 0 0,0 0 0,0 0 0,0 0 0,1 0 0,-1 0 0,0 0 0,0 0 0,0 0 0,0 0 0,0 0 0,0 0 0,0 0 0,0 0 0,0 0 0,0 0 0,9-3 0,9 1 0,-11 1 0,0 1 0,1 0 0,-1 1 0,0-1 0,1 2 0,-1-1 0,0 1 0,0 0 0,0 0 0,0 1 0,10 5 0,-12-5 0,0 1 0,0 0 0,0 0 0,-1 0 0,1 1 0,-1 0 0,0 0 0,0 0 0,-1 0 0,1 0 0,-1 1 0,0-1 0,3 12 0,-3-8 56,-1 0 0,0 0-1,2 17 1,-1 1-1644,0-15-5238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47.9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 24575,'2'-1'0,"0"1"0,1-1 0,-1 0 0,0 0 0,0 0 0,0 0 0,1 0 0,-1 0 0,2-2 0,12-6 0,-7 6 0,0 1 0,0 1 0,1 0 0,-1 0 0,0 0 0,0 1 0,1 1 0,-1 0 0,0 0 0,16 4 0,-20-4 0,-1 1 0,1-1 0,0 1 0,-1 0 0,0 0 0,1 0 0,-1 0 0,0 1 0,0-1 0,0 1 0,-1 0 0,1 1 0,-1-1 0,0 1 0,1-1 0,-1 1 0,-1 0 0,1 0 0,-1 0 0,0 0 0,1 1 0,1 5 0,-4-7 0,0 0 0,0-1 0,1 1 0,-2-1 0,1 1 0,0 0 0,0-1 0,-1 1 0,1-1 0,-1 1 0,0-1 0,0 1 0,0-1 0,0 0 0,0 0 0,-1 1 0,1-1 0,-4 3 0,-3 6 0,-1-2 0,-16 14 0,6-5 0,12-12 0,1 0 0,1 0 0,-1 0 0,1 0 0,-6 10 0,10-16 0,1 1 0,-1 0 0,1 0 0,-1-1 0,1 1 0,0 0 0,-1 0 0,1 0 0,0 0 0,0-1 0,0 1 0,0 0 0,-1 0 0,1 0 0,0 0 0,0 0 0,0-1 0,1 1 0,-1 0 0,0 0 0,0 0 0,0 0 0,1 0 0,-1-1 0,0 1 0,1 0 0,-1 0 0,1-1 0,-1 1 0,1 0 0,-1-1 0,1 1 0,-1 0 0,1-1 0,0 1 0,-1-1 0,1 1 0,0-1 0,0 1 0,-1-1 0,1 1 0,0-1 0,0 0 0,0 0 0,0 1 0,-1-1 0,1 0 0,0 0 0,1 0 0,46 6 0,-40-6 0,1 1 0,-1 0 0,0 0 0,1 1 0,10 4 0,-18-6 0,0 0 0,-1 0 0,1 0 0,-1 1 0,1-1 0,-1 0 0,1 0 0,-1 1 0,1-1 0,-1 0 0,1 1 0,-1-1 0,0 1 0,1-1 0,-1 0 0,0 1 0,1-1 0,-1 1 0,0-1 0,1 1 0,-1-1 0,0 1 0,0-1 0,0 1 0,1-1 0,-1 1 0,0 0 0,0-1 0,0 1 0,0-1 0,0 1 0,0-1 0,0 1 0,0 0 0,0-1 0,0 1 0,-1-1 0,1 1 0,0-1 0,0 1 0,0-1 0,-1 1 0,1-1 0,0 1 0,0-1 0,-1 1 0,1-1 0,-1 1 0,1-1 0,0 0 0,-1 1 0,1-1 0,-2 1 0,-30 23 0,24-18 0,5-4 0,1-1 0,-1 1 0,0 1 0,1-1 0,0 0 0,-1 1 0,1-1 0,0 1 0,0 0 0,1 0 0,-1 0 0,1-1 0,-1 2 0,1-1 0,0 0 0,0 0 0,0 0 0,0 5 0,1-1 0,0-1 0,0 1 0,1-1 0,0 0 0,0 1 0,1-1 0,0 0 0,4 10 0,-5-15 4,7 27 333,-8-27-383,0-1-1,1 1 1,-1 0 0,0-1 0,0 1 0,0 0 0,0-1 0,0 1 0,0 0 0,0-1 0,0 1-1,-1 0 1,1-1 0,0 1 0,0 0 0,0-1 0,-1 1 0,1 0 0,0-1 0,-1 1 0,1-1-1,-1 1 1,1-1 0,0 1 0,-1-1 0,1 1 0,-1-1 0,1 1 0,-1-1 0,0 1 0,1-1-1,-1 0 1,1 1 0,-1-1 0,0 0 0,0 1 0,-8-1-6780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49.8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24575,'9'1'0,"-1"1"0,0-1 0,0 2 0,0-1 0,0 1 0,9 4 0,11 4 0,-6-4 0,-1 2 0,0 0 0,0 2 0,-1 0 0,-1 1 0,0 1 0,32 27 0,-38-27 0,0 0 0,-1 0 0,-1 1 0,0 1 0,-1 0 0,0 0 0,-1 1 0,-1 0 0,0 1 0,6 24 0,-5-11 0,1 0 0,17 34 0,-21-52 0,1-1 0,-1 0 0,2-1 0,0 1 0,0-1 0,1-1 0,0 0 0,13 11 0,3-3 0,0 0 0,1-2 0,0-1 0,1-1 0,55 18 0,152 28 0,-111-31 0,273 62 0,6-34 0,-351-52 0,72 2 0,-111-6 0,0-1 0,0 0 0,1-1 0,-1-1 0,0 0 0,0 0 0,18-9 0,-29 11-97,0 1-1,0-1 1,0 1-1,0-1 1,0 1-1,0-1 1,0 0-1,0 0 1,0 1-1,0-1 1,0 0-1,-1 0 0,2-2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0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24575,'39'29'0,"-7"-9"0,54 44 0,-76-55 0,0 1 0,0 0 0,0 1 0,-2-1 0,1 2 0,-1-1 0,-1 1 0,7 16 0,-13-26 0,0 1 0,0-1 0,0 1 0,0-1 0,-1 1 0,1 0 0,-1-1 0,0 1 0,1 0 0,-1-1 0,-1 1 0,1 0 0,0-1 0,-1 1 0,1-1 0,-1 1 0,0-1 0,-1 3 0,0-1 0,0-1 0,0 0 0,0 0 0,-1 0 0,1 0 0,-1 0 0,0 0 0,0-1 0,0 1 0,0-1 0,-4 2 0,-7 3 0,-1 0 0,0-1 0,0 0 0,-28 5 0,-32 3-1365,43-10-5461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1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27 24575,'1'-10'0,"-1"0"0,-15 4 0,11 6 0,-1-1 0,1 1 0,0 0 0,0 1 0,-1-1 0,1 1 0,0-1 0,0 1 0,0 0 0,0 1 0,0-1 0,0 1 0,0 0 0,0 0 0,0 0 0,1 0 0,-1 1 0,-4 3 0,3-1 0,1 0 0,-1 0 0,1 0 0,0 0 0,0 1 0,0-1 0,1 1 0,0 0 0,0 0 0,0 1 0,-1 7 0,2-10 0,1 1 0,0-1 0,1 1 0,-1-1 0,1 1 0,0-1 0,0 1 0,0 0 0,0-1 0,1 1 0,0-1 0,0 1 0,0-1 0,1 0 0,2 8 0,-1-9 0,-1 0 0,0 0 0,0 0 0,1-1 0,0 1 0,-1-1 0,1 1 0,0-1 0,0 0 0,0 0 0,0 0 0,1-1 0,-1 1 0,0-1 0,1 0 0,-1 0 0,1 0 0,0 0 0,-1-1 0,1 1 0,-1-1 0,7 0 0,-5 0 0,0 0 0,0 0 0,0 0 0,0-1 0,0 0 0,0 0 0,0 0 0,-1-1 0,1 0 0,0 0 0,-1 0 0,1 0 0,-1-1 0,1 1 0,-1-1 0,0 0 0,0 0 0,6-8 0,-7 7 0,-1 1 0,1-1 0,-1 0 0,0 1 0,0-1 0,-1 0 0,1 0 0,-1-1 0,0 1 0,0 0 0,0 0 0,-1-1 0,0 1 0,1 0 0,-1 0 0,-1-1 0,1 1 0,-1 0 0,0-1 0,0 1 0,0 0 0,-2-6 0,0 3 57,0 0 0,-1 0 0,1 1 0,-1-1 0,-6-6 0,8 10-171,0 1 0,0-1 0,-1 1 0,1 0 1,-1-1-1,1 1 0,-1 0 0,0 1 1,1-1-1,-1 0 0,0 1 0,0 0 1,0 0-1,-4-2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1.9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17 24575,'0'0'0,"0"-1"0,0 1 0,-1 0 0,1-1 0,0 1 0,0-1 0,0 1 0,0-1 0,0 1 0,-1-1 0,1 1 0,0-1 0,0 1 0,0 0 0,0-1 0,0 1 0,1-1 0,-1 1 0,0-1 0,0 1 0,0-1 0,0 1 0,0-1 0,1 1 0,-1 0 0,0-1 0,0 1 0,0-1 0,1 1 0,-1 0 0,0-1 0,1 1 0,-1 0 0,0-1 0,1 1 0,-1 0 0,1 0 0,-1-1 0,0 1 0,1 0 0,-1 0 0,1 0 0,-1 0 0,1-1 0,-1 1 0,1 0 0,-1 0 0,0 0 0,1 0 0,-1 0 0,1 0 0,-1 0 0,1 0 0,-1 0 0,1 0 0,-1 1 0,1-1 0,-1 0 0,0 0 0,1 0 0,-1 0 0,1 1 0,4 2 0,0-1 0,0 1 0,-1 0 0,1 0 0,-1 0 0,0 1 0,0-1 0,0 1 0,0 0 0,-1 0 0,1 1 0,-1-1 0,0 1 0,-1 0 0,1-1 0,2 9 0,1 2 0,-1-1 0,0 1 0,-2 0 0,4 25 0,-6-34 0,-1 1 0,0-1 0,-1 0 0,1 1 0,-1-1 0,-3 11 0,4-16 0,0 0 0,-1 0 0,1 0 0,0 0 0,0 0 0,-1 0 0,1 0 0,-1 0 0,1 0 0,0 0 0,-1 0 0,0 0 0,1-1 0,-1 1 0,0 0 0,1 0 0,-1-1 0,0 1 0,0 0 0,0-1 0,1 1 0,-1-1 0,0 1 0,0-1 0,0 1 0,0-1 0,0 0 0,0 1 0,0-1 0,0 0 0,0 0 0,0 0 0,0 0 0,0 0 0,0 0 0,0 0 0,0 0 0,0 0 0,0 0 0,0 0 0,0-1 0,0 1 0,0-1 0,0 1 0,0 0 0,0-1 0,0 0 0,0 1 0,-1-2 0,0 1 0,1-1 0,-1 1 0,1-1 0,-1 0 0,1 0 0,0 1 0,-1-1 0,1 0 0,0 0 0,0 0 0,1 0 0,-1 0 0,0-1 0,1 1 0,-1 0 0,1 0 0,0 0 0,-1-1 0,1 1 0,0 0 0,1 0 0,-1 0 0,0-1 0,0 1 0,1 0 0,0 0 0,-1 0 0,2-3 0,3-7 0,-1 0 0,2 0 0,9-15 0,-15 27 0,6-11-124,1 1 0,0 0 0,0 1 0,1-1 0,1 1 0,0 1-1,0 0 1,0 0 0,1 1 0,14-8 0,-8 7-6702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2.3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127 142 24575,'0'0'0,"0"0"0,0 0 0,0 0 0,0-1 0,0 1 0,0 0 0,0 0 0,1 0 0,-1 0 0,0 0 0,0 0 0,0 0 0,0 0 0,0 0 0,0 0 0,0 0 0,1-1 0,-1 1 0,0 0 0,0 0 0,0 0 0,0 0 0,0 0 0,1 0 0,-1 0 0,0 0 0,0 0 0,0 0 0,0 0 0,0 0 0,0 1 0,1-1 0,-1 0 0,0 0 0,0 0 0,0 0 0,0 0 0,0 0 0,0 0 0,0 0 0,1 0 0,-1 0 0,0 0 0,0 1 0,0-1 0,0 0 0,0 0 0,0 0 0,0 0 0,0 0 0,0 0 0,0 0 0,0 1 0,0-1 0,0 0 0,0 0 0,1 0 0,-1 0 0,0 1 0,0-2 0,1 0 0,-1 0 0,0 0 0,1 1 0,-1-1 0,0 0 0,1 0 0,-1 0 0,0 0 0,0 0 0,1 1 0,-1-1 0,0 0 0,0 0 0,0 0 0,-1-1 0,1 0 0,0 1 0,-1-1 0,1 0 0,-1 1 0,1-1 0,-1 0 0,0 1 0,1-1 0,-1 1 0,0-1 0,0 1 0,0 0 0,0-1 0,-1 1 0,1 0 0,0 0 0,0-1 0,-1 1 0,1 0 0,-1 1 0,1-1 0,-1 0 0,1 0 0,-1 0 0,0 1 0,1-1 0,-1 1 0,0 0 0,1-1 0,-1 1 0,0 0 0,0 0 0,1 0 0,-1 0 0,0 0 0,1 0 0,-1 1 0,-2 0 0,-1 0 0,1 0 0,0 1 0,-1 0 0,1 0 0,0 0 0,0 0 0,0 1 0,1-1 0,-1 1 0,1 0 0,-1 0 0,1 0 0,-6 7 0,6-4 0,0 0 0,0 0 0,0 0 0,1 0 0,0 0 0,0 1 0,0-1 0,1 1 0,-1 9 0,1-14 0,1 0 0,0 0 0,0 0 0,0 1 0,0-1 0,0 0 0,1 0 0,-1 0 0,0 0 0,1 0 0,0 0 0,-1 0 0,1 0 0,0 0 0,0 0 0,0 0 0,0 0 0,1 0 0,-1-1 0,0 1 0,1 0 0,-1-1 0,1 1 0,0-1 0,-1 0 0,1 0 0,0 1 0,0-1 0,0 0 0,0 0 0,3 1 0,0-1 0,0 0 0,0-1 0,0 1 0,0-1 0,0 0 0,0 0 0,0 0 0,0-1 0,0 1 0,0-1 0,0-1 0,0 1 0,0-1 0,-1 0 0,1 0 0,-1 0 0,1 0 0,-1-1 0,0 0 0,0 0 0,0 0 0,0 0 0,0-1 0,-1 1 0,6-8 0,-3 2 0,0 1 0,-1-1 0,1-1 0,-2 1 0,1-1 0,-2 1 0,1-1 0,-1-1 0,-1 1 0,1 0 0,0-15 0,-3 18 0,2-38 0,-2 43 0,-1 0 0,1 0 0,0 0 0,0 0 0,-1 0 0,1 0 0,-1 1 0,1-1 0,-1 0 0,0 0 0,0 0 0,0 1 0,0-1 0,0 0 0,0 1 0,0-1 0,-1 1 0,-1-2 0,3 2 0,-1 1 0,1 0 0,-1 0 0,1 0 0,0 0 0,-1 0 0,1 0 0,-1 0 0,1 0 0,0 0 0,-1 0 0,1 1 0,-1-1 0,1 0 0,0 0 0,-1 0 0,1 0 0,-1 1 0,1-1 0,0 0 0,-1 0 0,1 1 0,0-1 0,-1 0 0,1 1 0,0-1 0,0 0 0,-1 1 0,1-1 0,0 0 0,0 1 0,0-1 0,-1 1 0,1-1 0,0 0 0,0 1 0,0-1 0,0 1 0,0-1 0,0 0 0,0 1 0,0-1 0,0 1 0,0-1 0,0 1 0,0-1 0,-2 24 0,2-6-114,1 0 1,1 0-1,1 0 0,0 0 0,2-1 1,0 1-1,0-1 0,2 0 0,0-1 1,1 1-1,12 17 0,-8-18-6712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2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18 24575,'0'-2'0,"0"-4"0,-2 0 0,-2 3 0,-1 2 0,0 4 0,-2 3 0,0 5 0,0 4 0,0 3 0,2 1 0,-1 2 0,1 0 0,1 1 0,1-1 0,1-2 0,4-2 0,1-3-8191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3.1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166 211 24575,'2'-2'0,"1"-1"0,-1 0 0,0 1 0,0-1 0,0 0 0,0-1 0,0 1 0,-1 0 0,1 0 0,-1-1 0,0 1 0,0-1 0,-1 1 0,1-1 0,0 1 0,-1-6 0,0 7 0,0-1 0,0 1 0,0-1 0,-1 1 0,1-1 0,-1 1 0,0-1 0,0 1 0,0 0 0,0-1 0,0 1 0,0 0 0,0 0 0,-1 0 0,1-1 0,-1 2 0,1-1 0,-1 0 0,0 0 0,0 0 0,0 1 0,0-1 0,-3-1 0,-3-1 0,-1 0 0,0 1 0,0 0 0,-1 0 0,1 1 0,0 0 0,-1 1 0,-11-1 0,17 2 0,1 0 0,-1 1 0,1-1 0,-1 1 0,1-1 0,0 1 0,-1 0 0,1 0 0,0 0 0,-1 1 0,-3 2 0,5-3 0,0 1 0,1-1 0,-1 0 0,1 1 0,-1 0 0,1-1 0,0 1 0,-1 0 0,1 0 0,0 0 0,0 0 0,0 0 0,1 0 0,-1 0 0,0 0 0,1 0 0,0 0 0,-1 0 0,1 5 0,0-5 0,0 0 0,0 0 0,0 0 0,0 0 0,1 0 0,-1 0 0,1 0 0,-1 0 0,1 0 0,0 0 0,0 0 0,-1 0 0,1-1 0,1 1 0,-1 0 0,0-1 0,0 1 0,3 2 0,0-1 0,-1 0 0,1-1 0,0 1 0,0-1 0,0 0 0,0 0 0,0 0 0,6 1 0,0 0 0,1-1 0,-1 0 0,1 0 0,-1-1 0,1-1 0,17-1 0,-22 1 0,-1-1 0,0-1 0,0 1 0,0-1 0,0 0 0,0 0 0,0 0 0,0-1 0,-1 1 0,1-1 0,-1 0 0,0-1 0,0 1 0,0-1 0,0 0 0,-1 0 0,1 0 0,-1 0 0,0 0 0,4-8 0,0-3 0,0 0 0,-2-1 0,1 1 0,-2-1 0,4-22 0,-7 23 0,-1 15 0,0 0 0,0 0 0,0 0 0,0 0 0,0 0 0,0 0 0,0 0 0,-1 0 0,1 0 0,0 0 0,0 0 0,0 0 0,0-1 0,0 1 0,0 0 0,0 0 0,-1 0 0,1 0 0,0 0 0,0 0 0,0 0 0,0 0 0,0 0 0,0 0 0,0 0 0,-1 1 0,1-1 0,0 0 0,0 0 0,0 0 0,0 0 0,0 0 0,0 0 0,0 0 0,-1 0 0,1 0 0,0 0 0,0 0 0,0 0 0,0 0 0,0 1 0,0-1 0,0 0 0,0 0 0,0 0 0,0 0 0,0 0 0,0 0 0,0 1 0,-13 23 0,9-13 43,2 0 0,-1 0-1,1 1 1,1-1 0,0 1-1,0-1 1,2 13 0,-1-19-125,1-1 1,0 1 0,-1-1 0,1 1-1,1-1 1,-1 1 0,1-1-1,0 0 1,0 0 0,0 0 0,0 0-1,1 0 1,-1 0 0,1-1 0,0 1-1,0-1 1,1 1 0,-1-1 0,1-1-1,5 5 1,6 1-6745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3.2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24575,'0'-2'0,"0"-4"0,0-2 0,2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3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 24575,'-3'4'0,"0"5"0,1 2 0,-3 2 0,0 1 0,1 1 0,4-3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3.8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97 24575,'17'-1'0,"0"-1"0,-1 0 0,27-8 0,1-1 0,388-58-1365,-424 68-5461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5.3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2449 55 24575,'-133'-22'0,"0"5"0,0 7 0,-1 5 0,-249 23 0,138 14 0,-412 109 0,650-139 0,-268 81 0,236-69 0,0 2 0,1 2 0,2 2 0,-64 43 0,90-55 0,0 1 0,0 0 0,1 0 0,0 1 0,0 0 0,-13 20 0,20-26 0,-1 1 0,1-1 0,0 1 0,0-1 0,1 1 0,-1 0 0,1-1 0,0 1 0,0 0 0,1 0 0,-1 0 0,1 0 0,0 0 0,0 0 0,1 0 0,0-1 0,0 1 0,0 0 0,0 0 0,1 0 0,2 5 0,1-1 0,0 0 0,1-1 0,0 0 0,1 0 0,0 0 0,0-1 0,0 0 0,1 0 0,14 9 0,6 2 0,52 24 0,8-3 0,136 40 0,101 4 0,347 25-329,-501-95 164,338-18 1,-432-2 164,140-31 0,-186 30 0,0-1 0,0-2 0,-2-1 0,1-1 0,-2-1 0,0-2 0,31-23 0,-47 30 21,0-1 1,-1-1 0,0 0 0,-1 0 0,0-1 0,-1 0 0,0-1 0,-1 0 0,-1-1 0,0 1 0,-1-1 0,0-1 0,-1 1 0,5-24 0,-7 24-3,-1 1 1,-1-1-1,-1 1 0,0-1 1,0 0-1,-1 1 1,-1-1-1,0 1 0,-1-1 1,-1 1-1,0 0 0,0 0 1,-2 1-1,1-1 1,-2 1-1,-11-18 0,3 11-19,0 1 0,-1 1 0,0 1 0,-1 0 0,-1 2 0,-1-1 0,0 2 0,-1 1 0,0 0 0,-28-11 0,-13-1 0,-1 2 0,-90-20 0,25 15 0,-1 5 0,-1 6 0,-1 6 0,-173 7 0,152 18-1365,97-6-5461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6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24575,'34'2'0,"40"7"0,-3 1 0,80 4 282,109 13-1929,-239-24-5179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56.5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24575,'5'2'0,"6"2"0,8-1 0,7-1 0,10 0 0,9-1 0,11-1 0,10 0 0,-6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0.1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189 1 24575,'0'0'0,"1"0"0,0 0 0,0 0 0,0 0 0,-1 0 0,1 0 0,0 0 0,0 0 0,-1 0 0,1 0 0,0 1 0,0-1 0,-1 0 0,1 0 0,0 1 0,-1-1 0,1 0 0,0 1 0,-1-1 0,1 1 0,0-1 0,-1 1 0,1-1 0,-1 1 0,1 0 0,-1 0 0,0 0 0,0 0 0,0 0 0,0 0 0,0-1 0,0 1 0,0 0 0,0 0 0,-1 0 0,1 0 0,0-1 0,-1 1 0,1 0 0,0 0 0,-1-1 0,1 1 0,-1 0 0,0 0 0,-32 31 0,31-30 0,-22 19 0,0 0 0,-24 31 0,39-41 0,0 1 0,0 0 0,1 1 0,1 0 0,0 0 0,1 0 0,-5 15 0,10-25 0,0 1 0,0-1 0,1 0 0,-1 1 0,1-1 0,-1 0 0,1 1 0,0-1 0,0 1 0,1-1 0,-1 0 0,1 1 0,0-1 0,-1 0 0,2 0 0,-1 1 0,0-1 0,3 4 0,-2-4 0,0 0 0,1 0 0,-1-1 0,1 1 0,0-1 0,0 0 0,0 0 0,0 0 0,0 0 0,0 0 0,1-1 0,-1 1 0,0-1 0,1 0 0,-1 0 0,1 0 0,4 0 0,5 0 0,0 0 0,1-1 0,-1 0 0,0-1 0,1 0 0,-1-1 0,0-1 0,0 0 0,-1-1 0,25-10 0,-29 11 0,-1 0 0,0-1 0,0 0 0,0-1 0,0 1 0,-1-1 0,0 0 0,0-1 0,0 1 0,0-1 0,-1 0 0,0-1 0,0 1 0,-1-1 0,0 0 0,0 0 0,-1-1 0,0 1 0,3-10 0,-5 14 0,0 0 0,-1-1 0,0 1 0,1-1 0,-1 1 0,0 0 0,-1-1 0,1 1 0,0-1 0,-1 1 0,0 0 0,0-1 0,0 1 0,0 0 0,-1 0 0,-2-6 0,1 5 0,0 1 0,0-1 0,0 1 0,-1 0 0,1 0 0,-1 0 0,0 0 0,0 1 0,1-1 0,-2 1 0,-5-2 0,1 0 0,-1 1 0,1 0 0,-1 1 0,0 0 0,0 1 0,0 0 0,0 1 0,0 0 0,0 0 0,-19 4 0,27-4 34,1 0-127,0 0 0,0 0-1,0 1 1,0-1 0,0 0-1,0 1 1,0-1 0,0 1 0,0-1-1,0 1 1,0-1 0,0 1 0,0-1-1,-1 2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0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78 24575,'0'0'0,"-1"0"0,0-1 0,0 1 0,0 0 0,0-1 0,0 1 0,0 0 0,0-1 0,0 1 0,1-1 0,-1 0 0,0 1 0,0-1 0,1 0 0,-1 1 0,0-1 0,1 0 0,-1 0 0,1 1 0,-1-1 0,1 0 0,-1 0 0,1 0 0,0 0 0,-1 0 0,1 0 0,0 0 0,0 0 0,0 0 0,-1 0 0,1 1 0,0-1 0,0 0 0,1 0 0,-1 0 0,0 0 0,0 0 0,0 0 0,1 0 0,-1 0 0,0 0 0,1 0 0,-1 0 0,1 0 0,-1 1 0,1-1 0,-1 0 0,1 0 0,0 1 0,-1-1 0,1 0 0,0 1 0,1-2 0,2 0 0,-1 0 0,1 0 0,0 1 0,0 0 0,0-1 0,0 2 0,0-1 0,0 0 0,0 1 0,0-1 0,1 1 0,-1 1 0,0-1 0,0 0 0,0 1 0,0 0 0,0 0 0,0 0 0,0 0 0,0 1 0,0 0 0,-1-1 0,1 1 0,-1 1 0,1-1 0,5 5 0,-3-2 0,0 0 0,0 1 0,0-1 0,-1 1 0,1 0 0,-1 1 0,-1-1 0,0 1 0,0 0 0,0 0 0,0 0 0,-1 1 0,2 7 0,-4-9 0,0-1 0,-1 1 0,0 0 0,0-1 0,0 1 0,-1 0 0,0-1 0,0 1 0,0-1 0,-1 1 0,0-1 0,0 0 0,0 1 0,0-1 0,-5 6 0,5-8 0,0 0 0,0 0 0,0 0 0,0 0 0,0-1 0,-1 1 0,0-1 0,1 0 0,-1 1 0,0-1 0,0 0 0,0-1 0,0 1 0,0 0 0,-1-1 0,1 0 0,0 0 0,-1 0 0,1 0 0,-1 0 0,1-1 0,-1 0 0,1 1 0,-1-1 0,-4-1 0,6 1 0,1 0 0,0 0 0,0 0 0,-1-1 0,1 1 0,0 0 0,0-1 0,0 1 0,-1-1 0,1 1 0,0-1 0,0 0 0,0 0 0,0 1 0,0-1 0,0 0 0,0 0 0,0 0 0,1 0 0,-1 0 0,0 0 0,0 0 0,0-2 0,0 1 0,1 0 0,0 0 0,-1 0 0,1 0 0,0-1 0,0 1 0,1 0 0,-1 0 0,0 0 0,1 0 0,-1 0 0,1 0 0,1-2 0,2-7 0,2 1 0,0-1 0,13-17 0,-18 27 0,13-17-136,0 0-1,1 2 1,1 0-1,1 1 1,0 0-1,1 2 1,0 0-1,1 1 0,32-15 1,-30 18-6690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1.0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179 335 24575,'1'-1'0,"0"1"0,0 0 0,0-1 0,0 1 0,0-1 0,0 1 0,0-1 0,0 0 0,0 1 0,0-1 0,0 0 0,-1 0 0,1 1 0,0-1 0,-1 0 0,1 0 0,0 0 0,-1 0 0,1 0 0,-1 0 0,1 0 0,-1 0 0,0 0 0,1-2 0,4-27 0,-5 29 0,0 0 0,0 0 0,0-1 0,0 1 0,-1 0 0,1 0 0,0-1 0,-1 1 0,1 0 0,-1 0 0,1 0 0,-1-1 0,1 1 0,-1 0 0,0 0 0,0 0 0,0 0 0,1 0 0,-1 0 0,0 1 0,0-1 0,0 0 0,0 0 0,-3-1 0,2 2 0,0-1 0,0 1 0,0 0 0,-1-1 0,1 1 0,0 0 0,0 0 0,-1 1 0,1-1 0,0 0 0,0 1 0,0-1 0,-3 2 0,-5 2 0,1 0 0,-1 1 0,1 0 0,-17 12 0,15-8 0,-1 1 0,2 0 0,-1 0 0,-9 14 0,17-21 0,0 1 0,1-1 0,0 1 0,-1-1 0,1 1 0,1 0 0,-1 0 0,1 0 0,-1 0 0,1 0 0,0 0 0,1 0 0,-1 1 0,1-1 0,-1 0 0,1 0 0,1 1 0,0 7 0,0-11 0,-1 0 0,1 0 0,-1 1 0,1-1 0,-1 0 0,1 0 0,0 0 0,0 0 0,0 0 0,0 0 0,0 0 0,0 0 0,0 0 0,0 0 0,0 0 0,0-1 0,0 1 0,0 0 0,1-1 0,-1 1 0,0-1 0,1 0 0,-1 1 0,0-1 0,1 0 0,-1 0 0,0 1 0,1-1 0,-1 0 0,0 0 0,1-1 0,-1 1 0,0 0 0,3-1 0,2 0 0,0-1 0,0 0 0,0 0 0,0 0 0,0-1 0,6-3 0,1-3 0,0-1 0,-1 0 0,0 0 0,-1-2 0,0 1 0,-1-1 0,0-1 0,-1 0 0,0 0 0,-1-1 0,-1 0 0,0 0 0,5-17 0,7-23 0,-4 0 0,12-69 0,-24 105 0,-2 12 0,-3 10 0,-23 84 0,5 1 0,-10 98 0,29-182 20,0-2-113,1 1 1,-1 0 0,1 0-1,0-1 1,0 1 0,0 0-1,1-1 1,-1 1 0,1 0 0,0-1-1,0 1 1,0 0 0,0-1-1,3 5 1,5 2-6734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1.5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12 24575,'0'-3'0,"0"-2"0,-3 1 0,-2 4 0,-1 7 0,-1 6 0,-3 7 0,-1 5 0,1 4 0,0 2 0,2 2 0,2 0 0,2-3 0,1-2 0,2-4 0,4-3 0,2-3 0,2-5-8191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2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138 207 24575,'12'-15'0,"-2"2"0,-12 10 0,-8 5 0,-5 2 0,0 1 0,0 0 0,0 1 0,-16 10 0,27-14 0,0 0 0,1 0 0,-1 1 0,0-1 0,1 1 0,0 0 0,0 0 0,0 0 0,0 0 0,0 0 0,1 1 0,-1 0 0,1-1 0,0 1 0,0 0 0,0 0 0,0 0 0,1 0 0,0 0 0,-1 6 0,1-8 0,1 0 0,0 0 0,0 0 0,1 0 0,-1 0 0,0 0 0,1 0 0,-1 0 0,1 0 0,-1 0 0,1 0 0,0 0 0,0 0 0,0-1 0,0 1 0,0 0 0,0 0 0,1-1 0,-1 1 0,1-1 0,-1 0 0,1 1 0,-1-1 0,1 0 0,0 0 0,-1 0 0,1 0 0,0 0 0,0 0 0,0 0 0,0-1 0,0 1 0,0-1 0,0 1 0,3-1 0,0 1 0,1-1 0,0 0 0,0 0 0,0 0 0,-1-1 0,1 0 0,0 0 0,-1 0 0,1-1 0,0 0 0,7-4 0,-1-1 0,0-1 0,0 0 0,-1-1 0,0-1 0,-1 0 0,0 0 0,0-1 0,-1 0 0,13-22 0,-6 7 0,-2-1 0,-1-1 0,15-43 0,-25 64 0,5-20 0,-8 26 0,1 0 0,-1-1 0,0 1 0,0 0 0,0-1 0,0 1 0,0 0 0,0-1 0,0 1 0,0 0 0,0 0 0,0-1 0,-1 1 0,1 0 0,-1-1 0,0 0 0,1 2 0,-1 0 0,1-1 0,-1 1 0,1 0 0,-1 0 0,1 0 0,-1 0 0,1 0 0,-1 0 0,1 0 0,-1 0 0,0 0 0,1 0 0,0 1 0,-1-1 0,1 0 0,-1 0 0,1 0 0,-1 1 0,1-1 0,-1 0 0,1 0 0,-1 1 0,1-1 0,0 0 0,-1 1 0,1-1 0,0 1 0,-1-1 0,1 0 0,0 1 0,0-1 0,-1 1 0,1 0 0,-14 18 0,14-19 0,-10 18 0,1 0 0,0 0 0,2 1 0,0 0 0,1 0 0,-5 29 0,5-14 0,2 0 0,0 69 0,6-77-1365,1-5-5461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2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0 24575,'-2'3'0,"-4"0"0,-2 0 0,-3-1 0,-1 0 0,3-1 0,6 0 0,5-1 0,5-3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2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1 24575,'-5'2'0,"-3"3"0,-4 1 0,-1 2 0,2 1 0,4 0 0,9-2 0,7-3 0,9-1 0,6-1 0,8-4 0,4-1 0,-3 0-8191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3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 79 24575,'0'0'0,"-1"0"0,0 1 0,0-1 0,0 0 0,1 0 0,-1 0 0,0-1 0,0 1 0,0 0 0,1 0 0,-1 0 0,0 0 0,0-1 0,1 1 0,-1 0 0,0-1 0,0 1 0,1-1 0,-1 1 0,1-1 0,-1 1 0,0-1 0,1 1 0,-1-2 0,1 2 0,-1-1 0,1 0 0,0 0 0,0 0 0,0 1 0,0-1 0,1 0 0,-1 0 0,0 1 0,0-1 0,0 0 0,1 0 0,-1 1 0,0-1 0,0 0 0,1 1 0,-1-1 0,1 0 0,0 0 0,2-3 0,1 0 0,-1 0 0,1 0 0,0 1 0,0-1 0,5-3 0,-2 3 0,1 1 0,0-1 0,-1 1 0,1 0 0,0 1 0,0 0 0,0 0 0,1 0 0,15 0 0,-21 2 0,0 0 0,0 0 0,0 1 0,0-1 0,0 1 0,0-1 0,0 1 0,0 0 0,0 0 0,0 0 0,-1 1 0,1-1 0,0 1 0,-1-1 0,1 1 0,-1 0 0,0 0 0,1 0 0,-1 0 0,0 1 0,0-1 0,0 0 0,-1 1 0,1-1 0,0 1 0,-1 0 0,0 0 0,0-1 0,0 1 0,1 4 0,-1-1 0,0 1 0,0-1 0,-1 1 0,0 0 0,0-1 0,-1 1 0,0-1 0,0 1 0,0-1 0,-1 1 0,0-1 0,0 0 0,-1 0 0,0 0 0,0 0 0,-7 10 0,0-1 0,0-1 0,-2 0 0,1-1 0,-2 0 0,-14 11 0,12-12 0,1-1 0,-1-1 0,-1-1 0,0 0 0,0-1 0,-1-1 0,0 0 0,0-1 0,-26 5 0,31-10 0,16-5 0,19-5 0,-1 3-124,0 1 0,1 1 0,-1 1 0,1 1 0,0 1 0,0 1-1,-1 1 1,1 1 0,-1 1 0,43 12 0,-52-11-6702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4.1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33 24575,'-1'-1'0,"0"-1"0,0 1 0,0-1 0,0 0 0,0 1 0,0-1 0,0 0 0,1 0 0,-1 0 0,1 0 0,-1 1 0,0-4 0,0-3 0,-10 44 0,10-24 0,0 1 0,1-1 0,0 1 0,1 0 0,0-1 0,1 1 0,0-1 0,1 0 0,0 0 0,11 23 0,-13-31 22,1 0-1,-1 0 0,0 0 1,0 0-1,0 0 0,-1 0 1,1 1-1,-1-1 0,0 0 1,0 0-1,-1 0 0,1 1 1,-1-1-1,0 0 0,-2 7 1,2-9-88,0 1 0,-1-1 1,1 0-1,-1 0 0,0 0 1,1 0-1,-1 0 0,0 0 1,0 0-1,0-1 1,0 1-1,-1-1 0,1 1 1,0-1-1,-1 0 0,1 0 1,0 0-1,-1 0 0,0 0 1,1-1-1,-1 1 1,1-1-1,-1 0 0,0 0 1,-5 0-1,-7-1-6760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4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24575,'0'-3'0,"2"0"0,4 0 0,2 1 0,5 0 0,2 1 0,4 0 0,3 1 0,2 2 0,2 2 0,1-1 0,-2-1 0,-5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4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24575,'0'2'0,"3"1"0,2 0 0,3 0 0,5-1 0,3-1 0,2-1 0,4 0 0,0 0 0,-4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5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67 24575,'-2'-14'0,"2"13"0,-1 0 0,1 0 0,0 0 0,-1 0 0,1 0 0,0 0 0,0 0 0,0 0 0,0 0 0,0 0 0,0 0 0,0 0 0,0 0 0,1 0 0,-1 0 0,0 0 0,0 0 0,1 0 0,-1 0 0,1 1 0,-1-1 0,1 0 0,-1 0 0,1 0 0,0 0 0,-1 1 0,1-1 0,0 0 0,3-2 0,-1 0 0,1 1 0,-1-1 0,1 1 0,0 0 0,0 0 0,0 1 0,0-1 0,0 1 0,0 0 0,1 0 0,-1 0 0,0 0 0,1 1 0,6 0 0,-6 0 0,0 0 0,1 0 0,-1 1 0,0 0 0,1 0 0,-1 0 0,0 1 0,0-1 0,0 1 0,0 1 0,0-1 0,6 5 0,-10-7 0,0 1 0,0 0 0,0 0 0,1 0 0,-1 0 0,0 0 0,0 0 0,0 0 0,0 1 0,-1-1 0,1 0 0,0 0 0,0 1 0,-1-1 0,1 1 0,-1-1 0,1 0 0,-1 1 0,0-1 0,0 1 0,1-1 0,-1 1 0,0-1 0,0 1 0,0-1 0,-1 1 0,1-1 0,0 1 0,0-1 0,-1 1 0,1-1 0,-1 0 0,1 1 0,-1-1 0,0 0 0,0 1 0,1-1 0,-1 0 0,0 0 0,0 0 0,-2 2 0,-5 5 0,0 0 0,-1-1 0,0 0 0,-14 9 0,11-9 0,2 0 0,6-5 0,0 1 0,0-1 0,0 1 0,1 0 0,0 0 0,-1 0 0,-2 4 0,5-6 0,1 0 0,-1 0 0,1 0 0,0 0 0,-1 0 0,1 0 0,0 1 0,0-1 0,0 0 0,0 0 0,0 0 0,0 0 0,0 0 0,0 0 0,0 1 0,0-1 0,0 0 0,1 0 0,-1 0 0,0 0 0,1 0 0,-1 0 0,1 0 0,0 0 0,-1 0 0,1 0 0,0 0 0,-1-1 0,1 1 0,0 0 0,0 0 0,0-1 0,0 1 0,1 1 0,19 14 0,-10-8 0,-1 1 0,12 11 0,-20-18 0,-1 0 0,1-1 0,-1 1 0,1 0 0,-1 0 0,1 0 0,-1 1 0,0-1 0,0 0 0,0 0 0,0 1 0,-1-1 0,1 0 0,-1 1 0,1-1 0,-1 1 0,0-1 0,0 3 0,0-3 0,-1-1 0,0 1 0,1-1 0,-1 0 0,0 1 0,1-1 0,-1 0 0,0 1 0,0-1 0,0 0 0,0 0 0,-1 0 0,1 0 0,0 0 0,0 0 0,-1 0 0,1 0 0,0-1 0,-1 1 0,1 0 0,-1-1 0,-2 2 0,-38 7 0,35-8 0,-4 1-114,-1 0 1,1-1-1,0 0 0,-1-1 0,1-1 1,-1 0-1,1 0 0,0-1 0,0 0 1,-1-1-1,-14-6 0,11 2-6712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5.4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35 24575,'1'0'0,"0"0"0,0-1 0,0 1 0,0-1 0,0 1 0,-1-1 0,1 1 0,0-1 0,0 1 0,0-1 0,-1 0 0,1 0 0,0 1 0,-1-1 0,1 0 0,0 0 0,-1 0 0,1 0 0,-1 0 0,1 0 0,-1 0 0,0 0 0,0 0 0,1 0 0,-1-1 0,0 2 0,0-1 0,1 1 0,-1 0 0,0-1 0,0 1 0,0-1 0,0 1 0,0-1 0,0 1 0,0 0 0,0-1 0,0 1 0,0-1 0,0 1 0,0-1 0,-1 1 0,1 0 0,0-1 0,0 1 0,0-1 0,0 1 0,-1 0 0,1-1 0,0 1 0,0 0 0,-1-1 0,1 1 0,0 0 0,-1-1 0,1 1 0,0 0 0,-1-1 0,1 1 0,-1 0 0,1 0 0,0 0 0,-1 0 0,1-1 0,-1 1 0,1 0 0,0 0 0,-1 0 0,1 0 0,-1 0 0,1 0 0,-1 0 0,1 0 0,-1 0 0,1 0 0,0 0 0,-1 0 0,1 0 0,-1 1 0,1-1 0,0 0 0,-1 0 0,1 0 0,-1 1 0,1-1 0,0 0 0,-1 1 0,-4 2 0,0-1 0,0 1 0,1 1 0,-1-1 0,1 1 0,0-1 0,0 1 0,0 1 0,0-1 0,-4 8 0,-1 1 0,1 1 0,-10 21 0,14-25 0,1-1 0,0 1 0,0-1 0,1 1 0,0 0 0,1 0 0,0 0 0,1 0 0,0 0 0,0 0 0,1 0 0,3 14 0,-3-20 0,0 1 0,0-1 0,1 0 0,-1 0 0,1 0 0,0 0 0,0 0 0,0-1 0,1 1 0,0-1 0,-1 1 0,1-1 0,0 0 0,0 0 0,1 0 0,-1 0 0,1-1 0,-1 1 0,1-1 0,0 0 0,0 0 0,0 0 0,0-1 0,0 0 0,1 1 0,-1-1 0,0-1 0,0 1 0,1-1 0,6 1 0,-8-1 0,0 0 0,-1-1 0,1 1 0,0 0 0,-1-1 0,1 0 0,0 0 0,-1 1 0,1-1 0,-1-1 0,1 1 0,-1 0 0,0-1 0,0 1 0,1-1 0,-1 0 0,0 1 0,0-1 0,-1 0 0,1 0 0,0 0 0,-1-1 0,1 1 0,-1 0 0,2-5 0,-2 6 0,-1-1 0,1 0 0,-1 0 0,1 1 0,-1-1 0,0 0 0,0 0 0,0 1 0,0-1 0,0 0 0,-1 0 0,1 1 0,0-1 0,-1 0 0,0 0 0,1 1 0,-1-1 0,0 0 0,0 1 0,1-1 0,-1 1 0,0-1 0,-1 1 0,1 0 0,0-1 0,0 1 0,-1 0 0,1 0 0,0 0 0,-1 0 0,1 0 0,-1 0 0,0 0 0,1 0 0,-1 1 0,0-1 0,1 1 0,-4-1 0,0-1-59,1 1 0,-1 0-1,0 0 1,1 0-1,-1 1 1,0 0 0,0 0-1,1 0 1,-1 0 0,0 1-1,1 0 1,-1 0 0,0 0-1,1 0 1,-1 1-1,1 0 1,0 0 0,0 0-1,-1 0 1,1 1 0,1 0-1,-7 4 1,1 3-6767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6.5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68 24575,'0'-11'0,"0"-21"0,0 31 0,0-1 0,0 1 0,0 0 0,-1-1 0,1 1 0,0-1 0,-1 1 0,0 0 0,1-1 0,-1 1 0,0 0 0,1-1 0,-1 1 0,0 0 0,0 0 0,-1-1 0,1 1 0,1 1 0,0 0 0,0 0 0,-1 0 0,1 0 0,0 0 0,-1 0 0,1-1 0,0 1 0,0 0 0,-1 0 0,1 0 0,0 0 0,-1 0 0,1 0 0,0 0 0,-1 0 0,1 1 0,0-1 0,-1 0 0,1 0 0,0 0 0,0 0 0,-1 0 0,1 0 0,0 1 0,0-1 0,-1 0 0,1 0 0,0 0 0,0 1 0,-1-1 0,1 0 0,0 0 0,0 1 0,0-1 0,0 0 0,-1 0 0,1 1 0,0-1 0,0 0 0,0 1 0,0-1 0,0 0 0,0 0 0,0 1 0,0 0 0,-5 18 0,5-16 0,-39 228 0,36-219 0,1-3 0,6-17 0,0 1 0,0 0 0,0 0 0,1 0 0,-1 1 0,1-1 0,1 1 0,-1 0 0,1 1 0,0-1 0,8-4 0,-14 10 0,1-1 0,-1 1 0,0 0 0,1 0 0,-1-1 0,1 1 0,0 0 0,-1 0 0,1-1 0,-1 1 0,1 0 0,-1 0 0,1 0 0,-1 0 0,1 0 0,0 0 0,-1 0 0,1 0 0,-1 0 0,1 0 0,-1 0 0,1 0 0,-1 0 0,1 1 0,0-1 0,-1 0 0,1 0 0,-1 0 0,1 1 0,-1-1 0,1 0 0,-1 1 0,0-1 0,1 1 0,-1-1 0,1 0 0,-1 1 0,0-1 0,1 1 0,-1-1 0,1 1 0,8 29 0,-8-28 0,-1 1 0,1-1 0,-1 0 0,1 0 0,0 0 0,-1 0 0,1 0 0,0 0 0,0 0 0,2 2 0,-2-4 0,-1 0 0,1 1 0,0-1 0,-1 0 0,1 0 0,0 0 0,0 0 0,-1 0 0,1 0 0,0 0 0,-1 0 0,1 0 0,0 0 0,0 0 0,-1 0 0,1-1 0,0 1 0,-1 0 0,1-1 0,0 1 0,-1 0 0,1-1 0,-1 1 0,1-1 0,-1 1 0,1-1 0,-1 1 0,1-1 0,-1 1 0,1-1 0,0 0 0,16-24 0,-14 20 0,2-2 0,-1 0 0,-1 0 0,1-1 0,-1 0 0,-1 1 0,1-1 0,-1 0 0,1-16 0,-1-2 0,-1-37 0,-2 44 0,0 7 0,-3 16 0,-2 21 0,4-6 0,1 1 0,1-1 0,1 1 0,0-1 0,1 0 0,1 1 0,1-1 0,1 0 0,1-1 0,10 24 0,-8-27-1365,1-4-5461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7.1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60 24575,'-1'-5'0,"0"0"0,-1 0 0,1 0 0,-1 1 0,0-1 0,0 1 0,-1-1 0,1 1 0,-1 0 0,0 0 0,-4-5 0,14 52 0,-1-10 0,-1 0 0,-1 0 0,-2 50 0,-2-63 0,-2 0 0,-1 0 0,0 0 0,-2-1 0,0 1 0,-1-1 0,-9 19 0,10-27 0,5-14 0,9-18 0,-2 9 0,6-10 0,0 1 0,20-23 0,-29 39 0,0 0 0,1 1 0,0-1 0,0 1 0,0 0 0,0 0 0,1 1 0,-1-1 0,1 1 0,0 1 0,0-1 0,0 1 0,11-3 0,-14 5 0,-1-1 0,1 1 0,0 0 0,-1 0 0,1 1 0,0-1 0,-1 0 0,1 1 0,0 0 0,-1 0 0,1-1 0,-1 1 0,1 1 0,-1-1 0,0 0 0,1 1 0,2 2 0,-1-1 0,0 1 0,-1-1 0,0 1 0,0 0 0,0-1 0,0 2 0,0-1 0,-1 0 0,4 8 0,-5-7 0,1-1 0,-1 1 0,1 0 0,-1 0 0,-1-1 0,1 1 0,-1 0 0,0 0 0,0 8 0,-1-10 0,1 0 0,-1-1 0,1 1 0,-1 0 0,0-1 0,0 1 0,0-1 0,0 1 0,-1-1 0,1 0 0,-1 1 0,1-1 0,-1 0 0,0 0 0,0 0 0,0 0 0,-3 2 0,-1-1 0,0 0 0,0 0 0,-1-1 0,1 1 0,-1-1 0,1-1 0,-1 0 0,0 0 0,1 0 0,-1 0 0,0-1 0,-9-1 0,9 1 0,-1-1 0,1 0 0,0 0 0,0-1 0,1 0 0,-1 0 0,0 0 0,1-1 0,-1 0 0,1-1 0,-10-6 0,4-2-1365,4 0-5461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7.4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 82 24575,'1'0'0,"1"0"0,-1 0 0,1 0 0,-1 0 0,1 0 0,-1-1 0,1 1 0,-1 0 0,0-1 0,1 1 0,-1-1 0,0 1 0,1-1 0,-1 0 0,0 0 0,1 0 0,-1 1 0,0-1 0,0 0 0,0 0 0,0-1 0,0 1 0,0 0 0,0 0 0,-1 0 0,1-1 0,0 1 0,-1 0 0,1-1 0,-1 1 0,1 0 0,-1-1 0,1 1 0,-1-1 0,0-2 0,0 2 0,0 0 0,0 0 0,0 1 0,-1-1 0,1 0 0,-1 0 0,1 0 0,-1 0 0,0 0 0,1 1 0,-1-1 0,0 0 0,0 1 0,0-1 0,-1 1 0,1-1 0,0 1 0,0-1 0,-1 1 0,1 0 0,-1-1 0,1 1 0,-1 0 0,0 0 0,1 0 0,-1 1 0,-3-2 0,2 1 0,0 0 0,0 0 0,0 0 0,-1 1 0,1-1 0,0 1 0,0 0 0,-1 0 0,1 0 0,0 0 0,-1 1 0,1-1 0,0 1 0,0 0 0,-1 0 0,1 0 0,-5 3 0,3-1 0,1 0 0,1 0 0,-1 0 0,0 0 0,1 1 0,-1-1 0,1 1 0,0 0 0,0 0 0,1 0 0,-3 6 0,1-3 0,0 1 0,1 0 0,1 0 0,-1 0 0,1 0 0,1 0 0,0 1 0,0-1 0,0 0 0,1 1 0,0-1 0,1 0 0,0 1 0,2 8 0,-2-11-49,1-1 1,0 1-1,0-1 0,1 0 0,-1 0 1,1 0-1,0 0 0,0 0 0,1-1 1,-1 0-1,1 1 0,0-1 0,1 0 1,-1-1-1,0 1 0,1-1 0,0 0 1,0 0-1,0 0 0,0-1 0,0 0 1,1 0-1,-1 0 0,1-1 0,-1 1 0,1-1 1,7 0-1,8 0-6777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7.9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164 254 24575,'2'-22'0,"-1"19"0,0-1 0,-1 1 0,1 0 0,-1 0 0,0-1 0,0 1 0,0 0 0,-1-5 0,1 7 0,-1 0 0,0 0 0,1 0 0,-1 1 0,1-1 0,-1 0 0,0 0 0,1 1 0,-1-1 0,0 0 0,0 1 0,0-1 0,0 1 0,0-1 0,1 1 0,-1-1 0,0 1 0,0-1 0,0 1 0,0 0 0,0 0 0,0 0 0,0-1 0,0 1 0,-1 0 0,1 0 0,0 0 0,0 1 0,0-1 0,0 0 0,0 0 0,-1 1 0,-6 1 0,1 0 0,-1 0 0,1 1 0,0 0 0,0 0 0,0 1 0,0 0 0,1 0 0,-1 1 0,1 0 0,0 0 0,0 0 0,1 1 0,0 0 0,0 0 0,0 0 0,1 0 0,0 1 0,0 0 0,0 0 0,1 0 0,0 0 0,-2 8 0,5-13 0,-1 1 0,1-1 0,0 0 0,0 0 0,0 1 0,0-1 0,0 0 0,1 0 0,-1 1 0,1-1 0,-1 0 0,1 0 0,0 0 0,0 0 0,0 0 0,0 0 0,0 0 0,0 0 0,0 0 0,1 0 0,-1-1 0,1 1 0,-1-1 0,1 1 0,0-1 0,0 1 0,-1-1 0,1 0 0,0 0 0,0 0 0,0 0 0,0 0 0,1 0 0,-1-1 0,0 1 0,4 0 0,-1 0 0,0 0 0,0-1 0,1 0 0,-1 0 0,0 0 0,0 0 0,0-1 0,0 0 0,0 0 0,0 0 0,0-1 0,0 0 0,0 0 0,0 0 0,6-4 0,-4 0 0,0 0 0,-1 0 0,1-1 0,-1 0 0,-1 0 0,1 0 0,-1-1 0,0 0 0,6-14 0,2-10 0,11-42 0,-14 43 0,5-20 0,14-36 0,-39 123 0,-7 70 0,17-98 0,-4 22 0,1 1 0,2 0 0,1 0 0,5 44 0,0-57-1365,2-4-5461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8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24575,'0'-3'0,"2"0"0,6 0 0,3 1 0,5 0 0,4 1 0,3 1 0,3 2 0,-1 1 0,-3 0 0,-2-1 0,-8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8.7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24575,'2'0'0,"4"0"0,2 2 0,3 1 0,3 0 0,7-1 0,7 2 0,5 0 0,5 0 0,4-2 0,2 0 0,1-1 0,-1-1 0,-5 0 0,-5 0 0,-12-2 0,-13-2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19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24575,'3'0'0,"2"0"0,3 2 0,3 1 0,4 0 0,3 1 0,5 1 0,2-1 0,1-1 0,1-1 0,1-1 0,0-1 0,-4 0-8191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21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41 24575,'0'0'0,"0"0"0,0 0 0,0 0 0,-1 0 0,1 0 0,0-1 0,0 1 0,0 0 0,0 0 0,0 0 0,-1 0 0,1 0 0,0 0 0,0 0 0,0 0 0,0-1 0,0 1 0,0 0 0,0 0 0,0 0 0,0 0 0,0 0 0,0-1 0,-1 1 0,1 0 0,0 0 0,0 0 0,0 0 0,0-1 0,0 1 0,0 0 0,0 0 0,0 0 0,0 0 0,0 0 0,1-1 0,-1 1 0,0 0 0,0 0 0,0 0 0,0 0 0,0-1 0,0 1 0,0 0 0,0 0 0,0 0 0,0 0 0,0 0 0,1 0 0,-1 0 0,0-1 0,0 1 0,0 0 0,0 0 0,0 0 0,1 0 0,-1 0 0,0 0 0,0 0 0,9-9 0,-4 6 0,0 0 0,0 1 0,1 0 0,-1 0 0,1 0 0,-1 0 0,1 1 0,6-1 0,51-2 0,-44 3 0,825 4-777,-550 4 333,57 0-184,584 3-834,-910-10 1483,12 0 201,-1-2 0,45-7-1,-80 9-156,0 0 0,1 0 0,-1 0 0,0-1 0,1 1 0,-1 0 0,0-1 0,0 1 0,0-1 0,1 0 0,-1 1 0,0-1 0,2-1 0,-4 2-75,1-1 0,0 1 0,-1-1 0,1 1 1,0-1-1,-1 1 0,1 0 0,0-1 1,-1 1-1,1 0 0,-1-1 0,1 1 0,-1 0 1,1-1-1,-1 1 0,1 0 0,-1 0 1,1 0-1,-1-1 0,1 1 0,-1 0 1,1 0-1,-1 0 0,1 0 0,-1 0 0,1 0 1,-1 0-1,1 0 0,-1 0 0,-20-2-6172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1:22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 24575,'1'0'0,"-1"-1"0,0 1 0,1-1 0,-1 1 0,1-1 0,-1 1 0,1-1 0,-1 1 0,1-1 0,-1 1 0,1-1 0,0 1 0,-1 0 0,1-1 0,0 1 0,-1 0 0,1 0 0,0 0 0,-1-1 0,1 1 0,0 0 0,-1 0 0,1 0 0,0 0 0,-1 0 0,1 0 0,0 0 0,0 0 0,-1 1 0,1-1 0,0 0 0,-1 0 0,1 0 0,0 1 0,-1-1 0,1 0 0,-1 1 0,1-1 0,-1 1 0,1-1 0,0 1 0,-1-1 0,0 1 0,1-1 0,-1 1 0,1-1 0,-1 1 0,1-1 0,-1 1 0,0 0 0,1 0 0,1 4 0,-1-1 0,1 1 0,-1-1 0,0 1 0,0 0 0,1 5 0,3 181 0,0-3 0,1-125-341,3 0 0,3 0-1,23 68 1,-20-87-6485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05:02:18.5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1525 420 24575,'6'-6'0,"0"0"0,-1-1 0,0 0 0,0 0 0,0 0 0,-1-1 0,4-8 0,-7 13 0,0 0 0,0 0 0,0 0 0,0 0 0,0 0 0,-1-1 0,1 1 0,-1 0 0,0 0 0,0-1 0,0 1 0,0 0 0,-1-1 0,0 1 0,1 0 0,-1 0 0,0 0 0,0 0 0,-1 0 0,-2-6 0,-5-3 0,-1 1 0,0 1 0,0-1 0,-1 2 0,-1-1 0,1 1 0,-1 1 0,-1 0 0,0 1 0,0 1 0,-21-9 0,-5 2 0,-1 1 0,-75-12 0,47 16 0,0 3 0,0 2 0,0 4 0,0 3 0,-103 19 0,130-15 0,0 1 0,0 2 0,-46 19 0,69-23 0,1 2 0,0 0 0,0 0 0,1 2 0,0 0 0,1 1 0,0 1 0,1 0 0,-15 17 0,7-2 0,1 0 0,1 1 0,2 1 0,-25 54 0,37-70 0,1 0 0,0 0 0,1 1 0,1-1 0,0 1 0,1 0 0,0 0 0,1 0 0,1 0 0,0 0 0,1 0 0,1 0 0,6 23 0,-4-25 0,2 0 0,0 0 0,0-1 0,1 0 0,1 0 0,0 0 0,0-1 0,1 0 0,1-1 0,19 17 0,-4-6 0,1-2 0,1-1 0,46 24 0,-15-15 0,0-3 0,103 29 0,129 11 0,-206-48 0,141 7 0,-184-22 0,0-2 0,0-1 0,-1-3 0,1-1 0,63-19 0,-70 15 0,0-3 0,-1 0 0,46-28 0,-59 29 0,-2 0 0,1-2 0,-2-1 0,0 0 0,0-1 0,22-29 0,-19 18 0,-1-1 0,-1-1 0,24-53 0,-33 59 0,0 0 0,-2-1 0,0 1 0,-1-2 0,3-43 0,-8 59 0,-1 0 0,-1 0 0,0 0 0,0 0 0,0 1 0,-1-1 0,-1 0 0,1 1 0,-8-16 0,3 12 0,0 0 0,0 0 0,-2 1 0,1 0 0,-17-17 0,-5 1 0,-2 1 0,-1 2 0,-46-27 0,12 11 0,-2 3 0,-1 3 0,-2 4 0,-1 2 0,-113-27 0,139 47 0,1 2 0,-1 2 0,-1 1 0,1 3 0,-72 9 0,-232 54 0,313-54 0,0 1 0,1 2 0,1 2 0,-37 18 0,52-21 0,0 2 0,1-1 0,1 2 0,0 1 0,1 0 0,0 2 0,-27 32 0,31-32 0,1 1 0,1 0 0,1 1 0,0 0 0,-8 22 0,15-30 0,1 0 0,0 0 0,1 0 0,0 1 0,0-1 0,1 0 0,1 1 0,0-1 0,1 1 0,0-1 0,4 18 0,1-8 0,1 0 0,1 0 0,0-1 0,2 0 0,0-1 0,1 0 0,2-1 0,-1 0 0,2-1 0,0 0 0,29 25 0,-3-8 0,1-1 0,1-3 0,84 46 0,-21-21 0,215 80 0,-258-115 0,1-2 0,1-3 0,0-3 0,1-3 0,73 1 0,-89-11 0,-1-3 0,0-2 0,0-2 0,-1-2 0,0-2 0,72-29 0,-88 28 0,0-2 0,-1-1 0,-1-1 0,0-2 0,-2-1 0,0 0 0,-1-3 0,-1 0 0,-1-1 0,-2-1 0,0-1 0,25-41 0,-38 53 0,8-10 0,-1-2 0,-1 1 0,20-52 0,-32 69 0,0 0 0,-1 0 0,0 0 0,-1 0 0,0 0 0,0 0 0,-1 0 0,0-1 0,0 1 0,-1 0 0,0 0 0,0-1 0,-1 1 0,0 0 0,-1 0 0,0 1 0,0-1 0,-7-12 0,1 6 0,-1 1 0,0 1 0,0-1 0,-21-17 0,-54-39 0,63 52 0,-42-29 0,-2 2 0,-78-37 0,-152-50 0,212 102 0,0 3 0,-140-25 0,166 43 0,-1 2 0,0 2 0,0 4 0,-109 12 0,75 4 0,2 5 0,0 4 0,-141 58 0,201-69-341,0 1 0,0 2-1,-28 21 1,29-17-6485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4T13:39:4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image" Target="../media/image19.png"/><Relationship Id="rId42" Type="http://schemas.openxmlformats.org/officeDocument/2006/relationships/customXml" Target="../ink/ink20.xml"/><Relationship Id="rId63" Type="http://schemas.openxmlformats.org/officeDocument/2006/relationships/image" Target="../media/image40.png"/><Relationship Id="rId84" Type="http://schemas.openxmlformats.org/officeDocument/2006/relationships/customXml" Target="../ink/ink41.xml"/><Relationship Id="rId138" Type="http://schemas.openxmlformats.org/officeDocument/2006/relationships/image" Target="../media/image77.png"/><Relationship Id="rId159" Type="http://schemas.openxmlformats.org/officeDocument/2006/relationships/customXml" Target="../ink/ink79.xml"/><Relationship Id="rId170" Type="http://schemas.openxmlformats.org/officeDocument/2006/relationships/image" Target="../media/image93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21.png"/><Relationship Id="rId247" Type="http://schemas.openxmlformats.org/officeDocument/2006/relationships/customXml" Target="../ink/ink123.xml"/><Relationship Id="rId107" Type="http://schemas.openxmlformats.org/officeDocument/2006/relationships/image" Target="../media/image62.png"/><Relationship Id="rId11" Type="http://schemas.openxmlformats.org/officeDocument/2006/relationships/image" Target="../media/image14.png"/><Relationship Id="rId32" Type="http://schemas.openxmlformats.org/officeDocument/2006/relationships/customXml" Target="../ink/ink15.xml"/><Relationship Id="rId53" Type="http://schemas.openxmlformats.org/officeDocument/2006/relationships/image" Target="../media/image35.png"/><Relationship Id="rId74" Type="http://schemas.openxmlformats.org/officeDocument/2006/relationships/customXml" Target="../ink/ink36.xml"/><Relationship Id="rId128" Type="http://schemas.openxmlformats.org/officeDocument/2006/relationships/image" Target="../media/image72.png"/><Relationship Id="rId149" Type="http://schemas.openxmlformats.org/officeDocument/2006/relationships/customXml" Target="../ink/ink74.xml"/><Relationship Id="rId5" Type="http://schemas.openxmlformats.org/officeDocument/2006/relationships/image" Target="../media/image11.png"/><Relationship Id="rId95" Type="http://schemas.openxmlformats.org/officeDocument/2006/relationships/image" Target="../media/image56.png"/><Relationship Id="rId160" Type="http://schemas.openxmlformats.org/officeDocument/2006/relationships/image" Target="../media/image88.png"/><Relationship Id="rId181" Type="http://schemas.openxmlformats.org/officeDocument/2006/relationships/customXml" Target="../ink/ink90.xml"/><Relationship Id="rId216" Type="http://schemas.openxmlformats.org/officeDocument/2006/relationships/image" Target="../media/image116.png"/><Relationship Id="rId237" Type="http://schemas.openxmlformats.org/officeDocument/2006/relationships/customXml" Target="../ink/ink118.xml"/><Relationship Id="rId22" Type="http://schemas.openxmlformats.org/officeDocument/2006/relationships/customXml" Target="../ink/ink10.xml"/><Relationship Id="rId43" Type="http://schemas.openxmlformats.org/officeDocument/2006/relationships/image" Target="../media/image30.png"/><Relationship Id="rId64" Type="http://schemas.openxmlformats.org/officeDocument/2006/relationships/customXml" Target="../ink/ink31.xml"/><Relationship Id="rId118" Type="http://schemas.openxmlformats.org/officeDocument/2006/relationships/image" Target="../media/image67.png"/><Relationship Id="rId139" Type="http://schemas.openxmlformats.org/officeDocument/2006/relationships/customXml" Target="../ink/ink69.xml"/><Relationship Id="rId85" Type="http://schemas.openxmlformats.org/officeDocument/2006/relationships/image" Target="../media/image51.png"/><Relationship Id="rId150" Type="http://schemas.openxmlformats.org/officeDocument/2006/relationships/image" Target="../media/image83.png"/><Relationship Id="rId171" Type="http://schemas.openxmlformats.org/officeDocument/2006/relationships/customXml" Target="../ink/ink85.xml"/><Relationship Id="rId192" Type="http://schemas.openxmlformats.org/officeDocument/2006/relationships/image" Target="../media/image104.png"/><Relationship Id="rId206" Type="http://schemas.openxmlformats.org/officeDocument/2006/relationships/image" Target="../media/image111.png"/><Relationship Id="rId227" Type="http://schemas.openxmlformats.org/officeDocument/2006/relationships/customXml" Target="../ink/ink113.xml"/><Relationship Id="rId248" Type="http://schemas.openxmlformats.org/officeDocument/2006/relationships/image" Target="../media/image132.png"/><Relationship Id="rId12" Type="http://schemas.openxmlformats.org/officeDocument/2006/relationships/customXml" Target="../ink/ink5.xml"/><Relationship Id="rId33" Type="http://schemas.openxmlformats.org/officeDocument/2006/relationships/image" Target="../media/image25.png"/><Relationship Id="rId108" Type="http://schemas.openxmlformats.org/officeDocument/2006/relationships/customXml" Target="../ink/ink53.xml"/><Relationship Id="rId129" Type="http://schemas.openxmlformats.org/officeDocument/2006/relationships/customXml" Target="../ink/ink64.xml"/><Relationship Id="rId54" Type="http://schemas.openxmlformats.org/officeDocument/2006/relationships/customXml" Target="../ink/ink26.xml"/><Relationship Id="rId75" Type="http://schemas.openxmlformats.org/officeDocument/2006/relationships/image" Target="../media/image46.png"/><Relationship Id="rId96" Type="http://schemas.openxmlformats.org/officeDocument/2006/relationships/customXml" Target="../ink/ink47.xml"/><Relationship Id="rId140" Type="http://schemas.openxmlformats.org/officeDocument/2006/relationships/image" Target="../media/image78.png"/><Relationship Id="rId161" Type="http://schemas.openxmlformats.org/officeDocument/2006/relationships/customXml" Target="../ink/ink80.xml"/><Relationship Id="rId182" Type="http://schemas.openxmlformats.org/officeDocument/2006/relationships/image" Target="../media/image99.png"/><Relationship Id="rId217" Type="http://schemas.openxmlformats.org/officeDocument/2006/relationships/customXml" Target="../ink/ink108.xml"/><Relationship Id="rId6" Type="http://schemas.openxmlformats.org/officeDocument/2006/relationships/customXml" Target="../ink/ink2.xml"/><Relationship Id="rId238" Type="http://schemas.openxmlformats.org/officeDocument/2006/relationships/image" Target="../media/image127.png"/><Relationship Id="rId23" Type="http://schemas.openxmlformats.org/officeDocument/2006/relationships/image" Target="../media/image20.png"/><Relationship Id="rId119" Type="http://schemas.openxmlformats.org/officeDocument/2006/relationships/customXml" Target="../ink/ink59.xml"/><Relationship Id="rId44" Type="http://schemas.openxmlformats.org/officeDocument/2006/relationships/customXml" Target="../ink/ink21.xml"/><Relationship Id="rId65" Type="http://schemas.openxmlformats.org/officeDocument/2006/relationships/image" Target="../media/image41.png"/><Relationship Id="rId86" Type="http://schemas.openxmlformats.org/officeDocument/2006/relationships/customXml" Target="../ink/ink42.xml"/><Relationship Id="rId130" Type="http://schemas.openxmlformats.org/officeDocument/2006/relationships/image" Target="../media/image73.png"/><Relationship Id="rId151" Type="http://schemas.openxmlformats.org/officeDocument/2006/relationships/customXml" Target="../ink/ink75.xml"/><Relationship Id="rId172" Type="http://schemas.openxmlformats.org/officeDocument/2006/relationships/image" Target="../media/image94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22.png"/><Relationship Id="rId249" Type="http://schemas.openxmlformats.org/officeDocument/2006/relationships/customXml" Target="../ink/ink124.xml"/><Relationship Id="rId13" Type="http://schemas.openxmlformats.org/officeDocument/2006/relationships/image" Target="../media/image15.png"/><Relationship Id="rId109" Type="http://schemas.openxmlformats.org/officeDocument/2006/relationships/image" Target="../media/image63.png"/><Relationship Id="rId34" Type="http://schemas.openxmlformats.org/officeDocument/2006/relationships/customXml" Target="../ink/ink16.xml"/><Relationship Id="rId55" Type="http://schemas.openxmlformats.org/officeDocument/2006/relationships/image" Target="../media/image36.png"/><Relationship Id="rId76" Type="http://schemas.openxmlformats.org/officeDocument/2006/relationships/customXml" Target="../ink/ink37.xml"/><Relationship Id="rId97" Type="http://schemas.openxmlformats.org/officeDocument/2006/relationships/image" Target="../media/image57.png"/><Relationship Id="rId120" Type="http://schemas.openxmlformats.org/officeDocument/2006/relationships/image" Target="../media/image68.png"/><Relationship Id="rId141" Type="http://schemas.openxmlformats.org/officeDocument/2006/relationships/customXml" Target="../ink/ink70.xml"/><Relationship Id="rId7" Type="http://schemas.openxmlformats.org/officeDocument/2006/relationships/image" Target="../media/image12.png"/><Relationship Id="rId162" Type="http://schemas.openxmlformats.org/officeDocument/2006/relationships/image" Target="../media/image89.png"/><Relationship Id="rId183" Type="http://schemas.openxmlformats.org/officeDocument/2006/relationships/customXml" Target="../ink/ink91.xml"/><Relationship Id="rId218" Type="http://schemas.openxmlformats.org/officeDocument/2006/relationships/image" Target="../media/image117.png"/><Relationship Id="rId239" Type="http://schemas.openxmlformats.org/officeDocument/2006/relationships/customXml" Target="../ink/ink119.xml"/><Relationship Id="rId250" Type="http://schemas.openxmlformats.org/officeDocument/2006/relationships/image" Target="../media/image133.png"/><Relationship Id="rId24" Type="http://schemas.openxmlformats.org/officeDocument/2006/relationships/customXml" Target="../ink/ink11.xml"/><Relationship Id="rId45" Type="http://schemas.openxmlformats.org/officeDocument/2006/relationships/image" Target="../media/image31.png"/><Relationship Id="rId66" Type="http://schemas.openxmlformats.org/officeDocument/2006/relationships/customXml" Target="../ink/ink32.xml"/><Relationship Id="rId87" Type="http://schemas.openxmlformats.org/officeDocument/2006/relationships/image" Target="../media/image52.png"/><Relationship Id="rId110" Type="http://schemas.openxmlformats.org/officeDocument/2006/relationships/customXml" Target="../ink/ink54.xml"/><Relationship Id="rId131" Type="http://schemas.openxmlformats.org/officeDocument/2006/relationships/customXml" Target="../ink/ink65.xml"/><Relationship Id="rId152" Type="http://schemas.openxmlformats.org/officeDocument/2006/relationships/image" Target="../media/image84.png"/><Relationship Id="rId173" Type="http://schemas.openxmlformats.org/officeDocument/2006/relationships/customXml" Target="../ink/ink86.xml"/><Relationship Id="rId194" Type="http://schemas.openxmlformats.org/officeDocument/2006/relationships/image" Target="../media/image105.png"/><Relationship Id="rId208" Type="http://schemas.openxmlformats.org/officeDocument/2006/relationships/image" Target="../media/image112.png"/><Relationship Id="rId229" Type="http://schemas.openxmlformats.org/officeDocument/2006/relationships/customXml" Target="../ink/ink114.xml"/><Relationship Id="rId240" Type="http://schemas.openxmlformats.org/officeDocument/2006/relationships/image" Target="../media/image128.png"/><Relationship Id="rId14" Type="http://schemas.openxmlformats.org/officeDocument/2006/relationships/customXml" Target="../ink/ink6.xml"/><Relationship Id="rId35" Type="http://schemas.openxmlformats.org/officeDocument/2006/relationships/image" Target="../media/image26.png"/><Relationship Id="rId56" Type="http://schemas.openxmlformats.org/officeDocument/2006/relationships/customXml" Target="../ink/ink27.xml"/><Relationship Id="rId77" Type="http://schemas.openxmlformats.org/officeDocument/2006/relationships/image" Target="../media/image47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98" Type="http://schemas.openxmlformats.org/officeDocument/2006/relationships/customXml" Target="../ink/ink48.xml"/><Relationship Id="rId121" Type="http://schemas.openxmlformats.org/officeDocument/2006/relationships/customXml" Target="../ink/ink60.xml"/><Relationship Id="rId142" Type="http://schemas.openxmlformats.org/officeDocument/2006/relationships/image" Target="../media/image79.png"/><Relationship Id="rId163" Type="http://schemas.openxmlformats.org/officeDocument/2006/relationships/customXml" Target="../ink/ink81.xml"/><Relationship Id="rId184" Type="http://schemas.openxmlformats.org/officeDocument/2006/relationships/image" Target="../media/image100.png"/><Relationship Id="rId219" Type="http://schemas.openxmlformats.org/officeDocument/2006/relationships/customXml" Target="../ink/ink109.xml"/><Relationship Id="rId230" Type="http://schemas.openxmlformats.org/officeDocument/2006/relationships/image" Target="../media/image123.png"/><Relationship Id="rId251" Type="http://schemas.openxmlformats.org/officeDocument/2006/relationships/customXml" Target="../ink/ink125.xml"/><Relationship Id="rId25" Type="http://schemas.openxmlformats.org/officeDocument/2006/relationships/image" Target="../media/image21.png"/><Relationship Id="rId46" Type="http://schemas.openxmlformats.org/officeDocument/2006/relationships/customXml" Target="../ink/ink22.xml"/><Relationship Id="rId67" Type="http://schemas.openxmlformats.org/officeDocument/2006/relationships/image" Target="../media/image42.png"/><Relationship Id="rId88" Type="http://schemas.openxmlformats.org/officeDocument/2006/relationships/customXml" Target="../ink/ink43.xml"/><Relationship Id="rId111" Type="http://schemas.openxmlformats.org/officeDocument/2006/relationships/image" Target="../media/image64.png"/><Relationship Id="rId132" Type="http://schemas.openxmlformats.org/officeDocument/2006/relationships/image" Target="../media/image74.png"/><Relationship Id="rId153" Type="http://schemas.openxmlformats.org/officeDocument/2006/relationships/customXml" Target="../ink/ink76.xml"/><Relationship Id="rId174" Type="http://schemas.openxmlformats.org/officeDocument/2006/relationships/image" Target="../media/image95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8.png"/><Relationship Id="rId241" Type="http://schemas.openxmlformats.org/officeDocument/2006/relationships/customXml" Target="../ink/ink120.xml"/><Relationship Id="rId15" Type="http://schemas.openxmlformats.org/officeDocument/2006/relationships/image" Target="../media/image16.png"/><Relationship Id="rId36" Type="http://schemas.openxmlformats.org/officeDocument/2006/relationships/customXml" Target="../ink/ink17.xml"/><Relationship Id="rId57" Type="http://schemas.openxmlformats.org/officeDocument/2006/relationships/image" Target="../media/image37.png"/><Relationship Id="rId78" Type="http://schemas.openxmlformats.org/officeDocument/2006/relationships/customXml" Target="../ink/ink38.xml"/><Relationship Id="rId99" Type="http://schemas.openxmlformats.org/officeDocument/2006/relationships/image" Target="../media/image58.png"/><Relationship Id="rId101" Type="http://schemas.openxmlformats.org/officeDocument/2006/relationships/image" Target="../media/image59.png"/><Relationship Id="rId122" Type="http://schemas.openxmlformats.org/officeDocument/2006/relationships/image" Target="../media/image69.png"/><Relationship Id="rId143" Type="http://schemas.openxmlformats.org/officeDocument/2006/relationships/customXml" Target="../ink/ink71.xml"/><Relationship Id="rId164" Type="http://schemas.openxmlformats.org/officeDocument/2006/relationships/image" Target="../media/image90.png"/><Relationship Id="rId185" Type="http://schemas.openxmlformats.org/officeDocument/2006/relationships/customXml" Target="../ink/ink92.xml"/><Relationship Id="rId9" Type="http://schemas.openxmlformats.org/officeDocument/2006/relationships/image" Target="../media/image13.png"/><Relationship Id="rId210" Type="http://schemas.openxmlformats.org/officeDocument/2006/relationships/image" Target="../media/image113.png"/><Relationship Id="rId26" Type="http://schemas.openxmlformats.org/officeDocument/2006/relationships/customXml" Target="../ink/ink12.xml"/><Relationship Id="rId231" Type="http://schemas.openxmlformats.org/officeDocument/2006/relationships/customXml" Target="../ink/ink115.xml"/><Relationship Id="rId252" Type="http://schemas.openxmlformats.org/officeDocument/2006/relationships/image" Target="../media/image134.png"/><Relationship Id="rId47" Type="http://schemas.openxmlformats.org/officeDocument/2006/relationships/image" Target="../media/image32.png"/><Relationship Id="rId68" Type="http://schemas.openxmlformats.org/officeDocument/2006/relationships/customXml" Target="../ink/ink33.xml"/><Relationship Id="rId89" Type="http://schemas.openxmlformats.org/officeDocument/2006/relationships/image" Target="../media/image53.png"/><Relationship Id="rId112" Type="http://schemas.openxmlformats.org/officeDocument/2006/relationships/customXml" Target="../ink/ink55.xml"/><Relationship Id="rId133" Type="http://schemas.openxmlformats.org/officeDocument/2006/relationships/customXml" Target="../ink/ink66.xml"/><Relationship Id="rId154" Type="http://schemas.openxmlformats.org/officeDocument/2006/relationships/image" Target="../media/image85.png"/><Relationship Id="rId175" Type="http://schemas.openxmlformats.org/officeDocument/2006/relationships/customXml" Target="../ink/ink87.xml"/><Relationship Id="rId196" Type="http://schemas.openxmlformats.org/officeDocument/2006/relationships/image" Target="../media/image106.png"/><Relationship Id="rId200" Type="http://schemas.openxmlformats.org/officeDocument/2006/relationships/image" Target="../media/image108.png"/><Relationship Id="rId16" Type="http://schemas.openxmlformats.org/officeDocument/2006/relationships/customXml" Target="../ink/ink7.xml"/><Relationship Id="rId221" Type="http://schemas.openxmlformats.org/officeDocument/2006/relationships/customXml" Target="../ink/ink110.xml"/><Relationship Id="rId242" Type="http://schemas.openxmlformats.org/officeDocument/2006/relationships/image" Target="../media/image129.png"/><Relationship Id="rId37" Type="http://schemas.openxmlformats.org/officeDocument/2006/relationships/image" Target="../media/image27.png"/><Relationship Id="rId58" Type="http://schemas.openxmlformats.org/officeDocument/2006/relationships/customXml" Target="../ink/ink28.xml"/><Relationship Id="rId79" Type="http://schemas.openxmlformats.org/officeDocument/2006/relationships/image" Target="../media/image48.png"/><Relationship Id="rId102" Type="http://schemas.openxmlformats.org/officeDocument/2006/relationships/customXml" Target="../ink/ink50.xml"/><Relationship Id="rId123" Type="http://schemas.openxmlformats.org/officeDocument/2006/relationships/customXml" Target="../ink/ink61.xml"/><Relationship Id="rId144" Type="http://schemas.openxmlformats.org/officeDocument/2006/relationships/image" Target="../media/image80.png"/><Relationship Id="rId90" Type="http://schemas.openxmlformats.org/officeDocument/2006/relationships/customXml" Target="../ink/ink44.xml"/><Relationship Id="rId165" Type="http://schemas.openxmlformats.org/officeDocument/2006/relationships/customXml" Target="../ink/ink82.xml"/><Relationship Id="rId186" Type="http://schemas.openxmlformats.org/officeDocument/2006/relationships/image" Target="../media/image101.png"/><Relationship Id="rId211" Type="http://schemas.openxmlformats.org/officeDocument/2006/relationships/customXml" Target="../ink/ink105.xml"/><Relationship Id="rId232" Type="http://schemas.openxmlformats.org/officeDocument/2006/relationships/image" Target="../media/image124.png"/><Relationship Id="rId253" Type="http://schemas.openxmlformats.org/officeDocument/2006/relationships/customXml" Target="../ink/ink126.xml"/><Relationship Id="rId27" Type="http://schemas.openxmlformats.org/officeDocument/2006/relationships/image" Target="../media/image22.png"/><Relationship Id="rId48" Type="http://schemas.openxmlformats.org/officeDocument/2006/relationships/customXml" Target="../ink/ink23.xml"/><Relationship Id="rId69" Type="http://schemas.openxmlformats.org/officeDocument/2006/relationships/image" Target="../media/image43.png"/><Relationship Id="rId113" Type="http://schemas.openxmlformats.org/officeDocument/2006/relationships/image" Target="../media/image65.png"/><Relationship Id="rId134" Type="http://schemas.openxmlformats.org/officeDocument/2006/relationships/image" Target="../media/image75.png"/><Relationship Id="rId80" Type="http://schemas.openxmlformats.org/officeDocument/2006/relationships/customXml" Target="../ink/ink39.xml"/><Relationship Id="rId155" Type="http://schemas.openxmlformats.org/officeDocument/2006/relationships/customXml" Target="../ink/ink77.xml"/><Relationship Id="rId176" Type="http://schemas.openxmlformats.org/officeDocument/2006/relationships/image" Target="../media/image96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9.png"/><Relationship Id="rId243" Type="http://schemas.openxmlformats.org/officeDocument/2006/relationships/customXml" Target="../ink/ink121.xml"/><Relationship Id="rId17" Type="http://schemas.openxmlformats.org/officeDocument/2006/relationships/image" Target="../media/image17.png"/><Relationship Id="rId38" Type="http://schemas.openxmlformats.org/officeDocument/2006/relationships/customXml" Target="../ink/ink18.xml"/><Relationship Id="rId59" Type="http://schemas.openxmlformats.org/officeDocument/2006/relationships/image" Target="../media/image38.png"/><Relationship Id="rId103" Type="http://schemas.openxmlformats.org/officeDocument/2006/relationships/image" Target="../media/image60.png"/><Relationship Id="rId124" Type="http://schemas.openxmlformats.org/officeDocument/2006/relationships/image" Target="../media/image70.png"/><Relationship Id="rId70" Type="http://schemas.openxmlformats.org/officeDocument/2006/relationships/customXml" Target="../ink/ink34.xml"/><Relationship Id="rId91" Type="http://schemas.openxmlformats.org/officeDocument/2006/relationships/image" Target="../media/image54.png"/><Relationship Id="rId145" Type="http://schemas.openxmlformats.org/officeDocument/2006/relationships/customXml" Target="../ink/ink72.xml"/><Relationship Id="rId166" Type="http://schemas.openxmlformats.org/officeDocument/2006/relationships/image" Target="../media/image91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4.png"/><Relationship Id="rId233" Type="http://schemas.openxmlformats.org/officeDocument/2006/relationships/customXml" Target="../ink/ink116.xml"/><Relationship Id="rId254" Type="http://schemas.openxmlformats.org/officeDocument/2006/relationships/image" Target="../media/image135.png"/><Relationship Id="rId28" Type="http://schemas.openxmlformats.org/officeDocument/2006/relationships/customXml" Target="../ink/ink13.xml"/><Relationship Id="rId49" Type="http://schemas.openxmlformats.org/officeDocument/2006/relationships/image" Target="../media/image33.png"/><Relationship Id="rId114" Type="http://schemas.openxmlformats.org/officeDocument/2006/relationships/customXml" Target="../ink/ink56.xml"/><Relationship Id="rId60" Type="http://schemas.openxmlformats.org/officeDocument/2006/relationships/customXml" Target="../ink/ink29.xml"/><Relationship Id="rId81" Type="http://schemas.openxmlformats.org/officeDocument/2006/relationships/image" Target="../media/image49.png"/><Relationship Id="rId135" Type="http://schemas.openxmlformats.org/officeDocument/2006/relationships/customXml" Target="../ink/ink67.xml"/><Relationship Id="rId156" Type="http://schemas.openxmlformats.org/officeDocument/2006/relationships/image" Target="../media/image86.png"/><Relationship Id="rId177" Type="http://schemas.openxmlformats.org/officeDocument/2006/relationships/customXml" Target="../ink/ink88.xml"/><Relationship Id="rId198" Type="http://schemas.openxmlformats.org/officeDocument/2006/relationships/image" Target="../media/image107.png"/><Relationship Id="rId202" Type="http://schemas.openxmlformats.org/officeDocument/2006/relationships/image" Target="../media/image109.png"/><Relationship Id="rId223" Type="http://schemas.openxmlformats.org/officeDocument/2006/relationships/customXml" Target="../ink/ink111.xml"/><Relationship Id="rId244" Type="http://schemas.openxmlformats.org/officeDocument/2006/relationships/image" Target="../media/image130.png"/><Relationship Id="rId18" Type="http://schemas.openxmlformats.org/officeDocument/2006/relationships/customXml" Target="../ink/ink8.xml"/><Relationship Id="rId39" Type="http://schemas.openxmlformats.org/officeDocument/2006/relationships/image" Target="../media/image28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customXml" Target="../ink/ink62.xml"/><Relationship Id="rId146" Type="http://schemas.openxmlformats.org/officeDocument/2006/relationships/image" Target="../media/image81.png"/><Relationship Id="rId167" Type="http://schemas.openxmlformats.org/officeDocument/2006/relationships/customXml" Target="../ink/ink83.xml"/><Relationship Id="rId188" Type="http://schemas.openxmlformats.org/officeDocument/2006/relationships/image" Target="../media/image102.png"/><Relationship Id="rId71" Type="http://schemas.openxmlformats.org/officeDocument/2006/relationships/image" Target="../media/image44.png"/><Relationship Id="rId92" Type="http://schemas.openxmlformats.org/officeDocument/2006/relationships/customXml" Target="../ink/ink45.xml"/><Relationship Id="rId213" Type="http://schemas.openxmlformats.org/officeDocument/2006/relationships/customXml" Target="../ink/ink106.xml"/><Relationship Id="rId234" Type="http://schemas.openxmlformats.org/officeDocument/2006/relationships/image" Target="../media/image125.png"/><Relationship Id="rId2" Type="http://schemas.openxmlformats.org/officeDocument/2006/relationships/image" Target="../media/image9.png"/><Relationship Id="rId29" Type="http://schemas.openxmlformats.org/officeDocument/2006/relationships/image" Target="../media/image23.png"/><Relationship Id="rId255" Type="http://schemas.openxmlformats.org/officeDocument/2006/relationships/customXml" Target="../ink/ink127.xml"/><Relationship Id="rId40" Type="http://schemas.openxmlformats.org/officeDocument/2006/relationships/customXml" Target="../ink/ink19.xml"/><Relationship Id="rId115" Type="http://schemas.openxmlformats.org/officeDocument/2006/relationships/image" Target="../media/image66.png"/><Relationship Id="rId136" Type="http://schemas.openxmlformats.org/officeDocument/2006/relationships/image" Target="../media/image76.png"/><Relationship Id="rId157" Type="http://schemas.openxmlformats.org/officeDocument/2006/relationships/customXml" Target="../ink/ink78.xml"/><Relationship Id="rId178" Type="http://schemas.openxmlformats.org/officeDocument/2006/relationships/image" Target="../media/image97.png"/><Relationship Id="rId61" Type="http://schemas.openxmlformats.org/officeDocument/2006/relationships/image" Target="../media/image39.png"/><Relationship Id="rId82" Type="http://schemas.openxmlformats.org/officeDocument/2006/relationships/customXml" Target="../ink/ink40.xml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image" Target="../media/image18.png"/><Relationship Id="rId224" Type="http://schemas.openxmlformats.org/officeDocument/2006/relationships/image" Target="../media/image120.png"/><Relationship Id="rId245" Type="http://schemas.openxmlformats.org/officeDocument/2006/relationships/customXml" Target="../ink/ink122.xml"/><Relationship Id="rId30" Type="http://schemas.openxmlformats.org/officeDocument/2006/relationships/customXml" Target="../ink/ink14.xml"/><Relationship Id="rId105" Type="http://schemas.openxmlformats.org/officeDocument/2006/relationships/image" Target="../media/image61.png"/><Relationship Id="rId126" Type="http://schemas.openxmlformats.org/officeDocument/2006/relationships/image" Target="../media/image71.png"/><Relationship Id="rId147" Type="http://schemas.openxmlformats.org/officeDocument/2006/relationships/customXml" Target="../ink/ink73.xml"/><Relationship Id="rId168" Type="http://schemas.openxmlformats.org/officeDocument/2006/relationships/image" Target="../media/image92.png"/><Relationship Id="rId51" Type="http://schemas.openxmlformats.org/officeDocument/2006/relationships/image" Target="../media/image34.png"/><Relationship Id="rId72" Type="http://schemas.openxmlformats.org/officeDocument/2006/relationships/customXml" Target="../ink/ink35.xml"/><Relationship Id="rId93" Type="http://schemas.openxmlformats.org/officeDocument/2006/relationships/image" Target="../media/image55.png"/><Relationship Id="rId189" Type="http://schemas.openxmlformats.org/officeDocument/2006/relationships/customXml" Target="../ink/ink94.xml"/><Relationship Id="rId3" Type="http://schemas.openxmlformats.org/officeDocument/2006/relationships/image" Target="../media/image10.png"/><Relationship Id="rId214" Type="http://schemas.openxmlformats.org/officeDocument/2006/relationships/image" Target="../media/image115.png"/><Relationship Id="rId235" Type="http://schemas.openxmlformats.org/officeDocument/2006/relationships/customXml" Target="../ink/ink117.xml"/><Relationship Id="rId256" Type="http://schemas.openxmlformats.org/officeDocument/2006/relationships/image" Target="../media/image136.png"/><Relationship Id="rId116" Type="http://schemas.openxmlformats.org/officeDocument/2006/relationships/customXml" Target="../ink/ink57.xml"/><Relationship Id="rId137" Type="http://schemas.openxmlformats.org/officeDocument/2006/relationships/customXml" Target="../ink/ink68.xml"/><Relationship Id="rId158" Type="http://schemas.openxmlformats.org/officeDocument/2006/relationships/image" Target="../media/image87.png"/><Relationship Id="rId20" Type="http://schemas.openxmlformats.org/officeDocument/2006/relationships/customXml" Target="../ink/ink9.xml"/><Relationship Id="rId41" Type="http://schemas.openxmlformats.org/officeDocument/2006/relationships/image" Target="../media/image29.png"/><Relationship Id="rId62" Type="http://schemas.openxmlformats.org/officeDocument/2006/relationships/customXml" Target="../ink/ink30.xml"/><Relationship Id="rId83" Type="http://schemas.openxmlformats.org/officeDocument/2006/relationships/image" Target="../media/image50.png"/><Relationship Id="rId179" Type="http://schemas.openxmlformats.org/officeDocument/2006/relationships/customXml" Target="../ink/ink89.xml"/><Relationship Id="rId190" Type="http://schemas.openxmlformats.org/officeDocument/2006/relationships/image" Target="../media/image103.png"/><Relationship Id="rId204" Type="http://schemas.openxmlformats.org/officeDocument/2006/relationships/image" Target="../media/image110.png"/><Relationship Id="rId225" Type="http://schemas.openxmlformats.org/officeDocument/2006/relationships/customXml" Target="../ink/ink112.xml"/><Relationship Id="rId246" Type="http://schemas.openxmlformats.org/officeDocument/2006/relationships/image" Target="../media/image131.png"/><Relationship Id="rId106" Type="http://schemas.openxmlformats.org/officeDocument/2006/relationships/customXml" Target="../ink/ink52.xml"/><Relationship Id="rId127" Type="http://schemas.openxmlformats.org/officeDocument/2006/relationships/customXml" Target="../ink/ink63.xml"/><Relationship Id="rId10" Type="http://schemas.openxmlformats.org/officeDocument/2006/relationships/customXml" Target="../ink/ink4.xml"/><Relationship Id="rId31" Type="http://schemas.openxmlformats.org/officeDocument/2006/relationships/image" Target="../media/image24.png"/><Relationship Id="rId52" Type="http://schemas.openxmlformats.org/officeDocument/2006/relationships/customXml" Target="../ink/ink25.xml"/><Relationship Id="rId73" Type="http://schemas.openxmlformats.org/officeDocument/2006/relationships/image" Target="../media/image45.png"/><Relationship Id="rId94" Type="http://schemas.openxmlformats.org/officeDocument/2006/relationships/customXml" Target="../ink/ink46.xml"/><Relationship Id="rId148" Type="http://schemas.openxmlformats.org/officeDocument/2006/relationships/image" Target="../media/image82.png"/><Relationship Id="rId169" Type="http://schemas.openxmlformats.org/officeDocument/2006/relationships/customXml" Target="../ink/ink84.xml"/><Relationship Id="rId4" Type="http://schemas.openxmlformats.org/officeDocument/2006/relationships/customXml" Target="../ink/ink1.xml"/><Relationship Id="rId180" Type="http://schemas.openxmlformats.org/officeDocument/2006/relationships/image" Target="../media/image98.png"/><Relationship Id="rId215" Type="http://schemas.openxmlformats.org/officeDocument/2006/relationships/customXml" Target="../ink/ink107.xml"/><Relationship Id="rId236" Type="http://schemas.openxmlformats.org/officeDocument/2006/relationships/image" Target="../media/image1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de-de/foto/mann-zeigt-laptop-computer-2182981/" TargetMode="External"/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pexels.com/video/call-center-agents-talking-to-customers-while-using-cellphone-and-laptop-7682761/" TargetMode="External"/><Relationship Id="rId4" Type="http://schemas.openxmlformats.org/officeDocument/2006/relationships/image" Target="../media/image14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p.com/docs/build-process-automation/sap-build-process-automation/configure-sap-build-process-automation-destination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customXml" Target="../ink/ink12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jpeg"/><Relationship Id="rId3" Type="http://schemas.openxmlformats.org/officeDocument/2006/relationships/image" Target="../media/image144.jpeg"/><Relationship Id="rId7" Type="http://schemas.openxmlformats.org/officeDocument/2006/relationships/image" Target="../media/image148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7.tiff"/><Relationship Id="rId5" Type="http://schemas.openxmlformats.org/officeDocument/2006/relationships/image" Target="../media/image146.tiff"/><Relationship Id="rId4" Type="http://schemas.openxmlformats.org/officeDocument/2006/relationships/image" Target="../media/image145.tiff"/><Relationship Id="rId9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DAY-24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Deploy Build Process for approval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Update total value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Add items to cart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Create Cart Order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3B7F-D73C-B314-685F-FE5912A6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BAD24-F3AE-4B53-2ADD-4DAA3364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6C8C1-160D-9728-CAB8-063F64A7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9AD0A5-FBCE-4FE0-50ED-4BD18899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US" sz="2500">
                <a:latin typeface="Cooper Black" panose="0208090404030B020404" pitchFamily="18" charset="0"/>
              </a:rPr>
              <a:t>Scenario – Shopping cart App</a:t>
            </a:r>
            <a:endParaRPr lang="en-IN" sz="2500" dirty="0"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CBDE5-5451-80AE-5C54-56D7560461F2}"/>
              </a:ext>
            </a:extLst>
          </p:cNvPr>
          <p:cNvSpPr txBox="1"/>
          <p:nvPr/>
        </p:nvSpPr>
        <p:spPr>
          <a:xfrm>
            <a:off x="152400" y="1078139"/>
            <a:ext cx="8763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🧑‍💼 Persona: Alex Taylor – Procurement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Age:</a:t>
            </a:r>
            <a:r>
              <a:rPr lang="en-US" sz="1400" dirty="0"/>
              <a:t> 34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Location:</a:t>
            </a:r>
            <a:r>
              <a:rPr lang="en-US" sz="1400" dirty="0"/>
              <a:t> Chicago, USA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Industry:</a:t>
            </a:r>
            <a:r>
              <a:rPr lang="en-US" sz="1400" dirty="0"/>
              <a:t> Manufacturing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Role:</a:t>
            </a:r>
            <a:r>
              <a:rPr lang="en-US" sz="1400" dirty="0"/>
              <a:t> Manages procurement for factory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Goals: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Quickly find suppliers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Ensure availability to take orders based on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anage</a:t>
            </a:r>
            <a:r>
              <a:rPr lang="en-US" sz="1400" dirty="0"/>
              <a:t> suppliers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09F02-65AB-62F5-1542-AD95FB99E009}"/>
              </a:ext>
            </a:extLst>
          </p:cNvPr>
          <p:cNvSpPr txBox="1"/>
          <p:nvPr/>
        </p:nvSpPr>
        <p:spPr>
          <a:xfrm>
            <a:off x="152400" y="3260853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🎯 Objective</a:t>
            </a:r>
          </a:p>
          <a:p>
            <a:pPr>
              <a:buNone/>
            </a:pPr>
            <a:r>
              <a:rPr lang="en-US" sz="1400" dirty="0"/>
              <a:t>Design a user-friendly </a:t>
            </a:r>
            <a:r>
              <a:rPr lang="en-US" sz="1400" b="1" dirty="0"/>
              <a:t>mobile app</a:t>
            </a:r>
            <a:r>
              <a:rPr lang="en-US" sz="1400" dirty="0"/>
              <a:t> that allows Alex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Browse available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View detailed product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Add items to a shopping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Place and track orders</a:t>
            </a:r>
          </a:p>
        </p:txBody>
      </p:sp>
      <p:pic>
        <p:nvPicPr>
          <p:cNvPr id="10" name="Picture 2" descr="Man manager administrator consultant avatar Vector Image">
            <a:extLst>
              <a:ext uri="{FF2B5EF4-FFF2-40B4-BE49-F238E27FC236}">
                <a16:creationId xmlns:a16="http://schemas.microsoft.com/office/drawing/2014/main" id="{091F9B7B-6874-8056-E5A6-614891E5D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8" t="8000" r="11483" b="18500"/>
          <a:stretch/>
        </p:blipFill>
        <p:spPr bwMode="auto">
          <a:xfrm>
            <a:off x="5334000" y="1041902"/>
            <a:ext cx="3295298" cy="336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18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2463EA-2795-F926-402D-5608EBE7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3F033B-9E2A-D36B-0C0F-8F8F6E1A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9590AA-A21C-4591-AABE-DF0824E3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FB717-55F8-6C1D-1431-8C50C4B19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09" y="1177865"/>
            <a:ext cx="2764982" cy="27877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C686E-A94E-BF29-E85A-BA059D67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5091"/>
            <a:ext cx="2305807" cy="28003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C1A646-5175-E423-0EC1-498D8DC8B35F}"/>
              </a:ext>
            </a:extLst>
          </p:cNvPr>
          <p:cNvCxnSpPr/>
          <p:nvPr/>
        </p:nvCxnSpPr>
        <p:spPr>
          <a:xfrm>
            <a:off x="3505200" y="2419350"/>
            <a:ext cx="2895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BCDF4F-AB42-2744-AE3C-67436F359A64}"/>
              </a:ext>
            </a:extLst>
          </p:cNvPr>
          <p:cNvGrpSpPr/>
          <p:nvPr/>
        </p:nvGrpSpPr>
        <p:grpSpPr>
          <a:xfrm>
            <a:off x="162630" y="3036342"/>
            <a:ext cx="949680" cy="248760"/>
            <a:chOff x="162630" y="3036342"/>
            <a:chExt cx="94968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668462-C8F4-A6E3-81E5-CB42CCAF42C2}"/>
                    </a:ext>
                  </a:extLst>
                </p14:cNvPr>
                <p14:cNvContentPartPr/>
                <p14:nvPr/>
              </p14:nvContentPartPr>
              <p14:xfrm>
                <a:off x="162630" y="3086742"/>
                <a:ext cx="112680" cy="100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668462-C8F4-A6E3-81E5-CB42CCAF42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3990" y="3077742"/>
                  <a:ext cx="130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6B589E-44EA-05E0-40CF-1DFB134CCE3D}"/>
                    </a:ext>
                  </a:extLst>
                </p14:cNvPr>
                <p14:cNvContentPartPr/>
                <p14:nvPr/>
              </p14:nvContentPartPr>
              <p14:xfrm>
                <a:off x="297630" y="3092142"/>
                <a:ext cx="87480" cy="86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6B589E-44EA-05E0-40CF-1DFB134CCE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8630" y="3083502"/>
                  <a:ext cx="105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70B040-55AC-5C9C-FF08-9A3DC97FA110}"/>
                    </a:ext>
                  </a:extLst>
                </p14:cNvPr>
                <p14:cNvContentPartPr/>
                <p14:nvPr/>
              </p14:nvContentPartPr>
              <p14:xfrm>
                <a:off x="419310" y="3036342"/>
                <a:ext cx="110160" cy="133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70B040-55AC-5C9C-FF08-9A3DC97FA1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0310" y="3027702"/>
                  <a:ext cx="127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69399E-64D9-2AE2-CB99-BB5AE1C6016B}"/>
                    </a:ext>
                  </a:extLst>
                </p14:cNvPr>
                <p14:cNvContentPartPr/>
                <p14:nvPr/>
              </p14:nvContentPartPr>
              <p14:xfrm>
                <a:off x="575550" y="3095742"/>
                <a:ext cx="75960" cy="82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69399E-64D9-2AE2-CB99-BB5AE1C601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6550" y="3086742"/>
                  <a:ext cx="93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3D81C0-7D5D-BE07-9B48-797EBC000853}"/>
                    </a:ext>
                  </a:extLst>
                </p14:cNvPr>
                <p14:cNvContentPartPr/>
                <p14:nvPr/>
              </p14:nvContentPartPr>
              <p14:xfrm>
                <a:off x="665550" y="3084222"/>
                <a:ext cx="72720" cy="78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3D81C0-7D5D-BE07-9B48-797EBC0008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6550" y="3075222"/>
                  <a:ext cx="90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1158DF8-63D1-1C66-2384-9B95E8E3634C}"/>
                    </a:ext>
                  </a:extLst>
                </p14:cNvPr>
                <p14:cNvContentPartPr/>
                <p14:nvPr/>
              </p14:nvContentPartPr>
              <p14:xfrm>
                <a:off x="777150" y="3069462"/>
                <a:ext cx="360" cy="10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1158DF8-63D1-1C66-2384-9B95E8E363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8510" y="3060822"/>
                  <a:ext cx="1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3B765B-596C-FA3D-4185-B6DA2AC91177}"/>
                    </a:ext>
                  </a:extLst>
                </p14:cNvPr>
                <p14:cNvContentPartPr/>
                <p14:nvPr/>
              </p14:nvContentPartPr>
              <p14:xfrm>
                <a:off x="825750" y="3037422"/>
                <a:ext cx="114120" cy="160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3B765B-596C-FA3D-4185-B6DA2AC911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110" y="3028782"/>
                  <a:ext cx="131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E827F8-B92A-AD19-E028-04FBF735483B}"/>
                    </a:ext>
                  </a:extLst>
                </p14:cNvPr>
                <p14:cNvContentPartPr/>
                <p14:nvPr/>
              </p14:nvContentPartPr>
              <p14:xfrm>
                <a:off x="200430" y="3257742"/>
                <a:ext cx="911880" cy="27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E827F8-B92A-AD19-E028-04FBF73548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1430" y="3248742"/>
                  <a:ext cx="9295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7DEF260-A27B-6FE3-5983-7C1A23A48C45}"/>
              </a:ext>
            </a:extLst>
          </p:cNvPr>
          <p:cNvGrpSpPr/>
          <p:nvPr/>
        </p:nvGrpSpPr>
        <p:grpSpPr>
          <a:xfrm>
            <a:off x="146430" y="2631702"/>
            <a:ext cx="556560" cy="261000"/>
            <a:chOff x="146430" y="2631702"/>
            <a:chExt cx="55656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71B995A-901F-0729-3054-1D5B1C9F398E}"/>
                    </a:ext>
                  </a:extLst>
                </p14:cNvPr>
                <p14:cNvContentPartPr/>
                <p14:nvPr/>
              </p14:nvContentPartPr>
              <p14:xfrm>
                <a:off x="276390" y="2669142"/>
                <a:ext cx="220320" cy="163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71B995A-901F-0729-3054-1D5B1C9F39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750" y="2660142"/>
                  <a:ext cx="237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0CB379-74F3-1131-56AC-84B4E74AE5EF}"/>
                    </a:ext>
                  </a:extLst>
                </p14:cNvPr>
                <p14:cNvContentPartPr/>
                <p14:nvPr/>
              </p14:nvContentPartPr>
              <p14:xfrm>
                <a:off x="522990" y="2670222"/>
                <a:ext cx="68760" cy="157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0CB379-74F3-1131-56AC-84B4E74AE5E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4350" y="2661222"/>
                  <a:ext cx="86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0D7D59-36D5-7D7D-6459-5CFC95E6CC39}"/>
                    </a:ext>
                  </a:extLst>
                </p14:cNvPr>
                <p14:cNvContentPartPr/>
                <p14:nvPr/>
              </p14:nvContentPartPr>
              <p14:xfrm>
                <a:off x="146430" y="2631702"/>
                <a:ext cx="88920" cy="261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0D7D59-36D5-7D7D-6459-5CFC95E6CC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7430" y="2623062"/>
                  <a:ext cx="106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FCBB00-8448-3255-8D8A-1AC4C3AC4877}"/>
                    </a:ext>
                  </a:extLst>
                </p14:cNvPr>
                <p14:cNvContentPartPr/>
                <p14:nvPr/>
              </p14:nvContentPartPr>
              <p14:xfrm>
                <a:off x="599310" y="2670222"/>
                <a:ext cx="103680" cy="203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FCBB00-8448-3255-8D8A-1AC4C3AC48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0670" y="2661582"/>
                  <a:ext cx="12132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C71FBE6-034B-9334-B2DD-A30F7E2A4ED0}"/>
                  </a:ext>
                </a:extLst>
              </p14:cNvPr>
              <p14:cNvContentPartPr/>
              <p14:nvPr/>
            </p14:nvContentPartPr>
            <p14:xfrm>
              <a:off x="4495590" y="1876422"/>
              <a:ext cx="412200" cy="91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C71FBE6-034B-9334-B2DD-A30F7E2A4E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86950" y="1867422"/>
                <a:ext cx="4298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814CFB7-BA13-36FA-9B15-F313E2251C63}"/>
                  </a:ext>
                </a:extLst>
              </p14:cNvPr>
              <p14:cNvContentPartPr/>
              <p14:nvPr/>
            </p14:nvContentPartPr>
            <p14:xfrm>
              <a:off x="4508910" y="1901982"/>
              <a:ext cx="451080" cy="2408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814CFB7-BA13-36FA-9B15-F313E2251C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00270" y="1892982"/>
                <a:ext cx="46872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4DF864F-6F4D-3973-B897-BBB827A0EED9}"/>
                  </a:ext>
                </a:extLst>
              </p14:cNvPr>
              <p14:cNvContentPartPr/>
              <p14:nvPr/>
            </p14:nvContentPartPr>
            <p14:xfrm>
              <a:off x="4019670" y="2395902"/>
              <a:ext cx="918720" cy="4942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4DF864F-6F4D-3973-B897-BBB827A0EED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10670" y="2386902"/>
                <a:ext cx="93636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417B44B-9DAA-2EEC-E3CF-3515BF1F300C}"/>
                  </a:ext>
                </a:extLst>
              </p14:cNvPr>
              <p14:cNvContentPartPr/>
              <p14:nvPr/>
            </p14:nvContentPartPr>
            <p14:xfrm>
              <a:off x="4618350" y="2175942"/>
              <a:ext cx="76320" cy="2991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417B44B-9DAA-2EEC-E3CF-3515BF1F300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09350" y="2166942"/>
                <a:ext cx="939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80F5F9C-8877-45CF-21F7-356B513516F8}"/>
                  </a:ext>
                </a:extLst>
              </p14:cNvPr>
              <p14:cNvContentPartPr/>
              <p14:nvPr/>
            </p14:nvContentPartPr>
            <p14:xfrm>
              <a:off x="4593510" y="2182782"/>
              <a:ext cx="101160" cy="90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80F5F9C-8877-45CF-21F7-356B513516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84870" y="2174142"/>
                <a:ext cx="1188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A6969DE-33BC-C780-1C06-F2CE518E336C}"/>
                  </a:ext>
                </a:extLst>
              </p14:cNvPr>
              <p14:cNvContentPartPr/>
              <p14:nvPr/>
            </p14:nvContentPartPr>
            <p14:xfrm>
              <a:off x="4669470" y="2183862"/>
              <a:ext cx="67320" cy="96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A6969DE-33BC-C780-1C06-F2CE518E336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60830" y="2174862"/>
                <a:ext cx="849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3B0E456-00DA-8819-385D-B4546744DD88}"/>
                  </a:ext>
                </a:extLst>
              </p14:cNvPr>
              <p14:cNvContentPartPr/>
              <p14:nvPr/>
            </p14:nvContentPartPr>
            <p14:xfrm>
              <a:off x="4269870" y="2563662"/>
              <a:ext cx="136080" cy="1076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3B0E456-00DA-8819-385D-B4546744DD8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1230" y="2555022"/>
                <a:ext cx="1537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C2A46AE-0653-3EBC-FADD-DC6C85598A3A}"/>
                  </a:ext>
                </a:extLst>
              </p14:cNvPr>
              <p14:cNvContentPartPr/>
              <p14:nvPr/>
            </p14:nvContentPartPr>
            <p14:xfrm>
              <a:off x="4404870" y="2576622"/>
              <a:ext cx="83160" cy="849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C2A46AE-0653-3EBC-FADD-DC6C85598A3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96230" y="2567982"/>
                <a:ext cx="1008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F11A55B-081E-4CAA-A552-D71FEFCBEC83}"/>
                  </a:ext>
                </a:extLst>
              </p14:cNvPr>
              <p14:cNvContentPartPr/>
              <p14:nvPr/>
            </p14:nvContentPartPr>
            <p14:xfrm>
              <a:off x="4551750" y="2572662"/>
              <a:ext cx="79200" cy="1447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F11A55B-081E-4CAA-A552-D71FEFCBEC8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42750" y="2563662"/>
                <a:ext cx="9684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53CA36B-C0F3-3028-C77D-FE726C6F42DD}"/>
              </a:ext>
            </a:extLst>
          </p:cNvPr>
          <p:cNvGrpSpPr/>
          <p:nvPr/>
        </p:nvGrpSpPr>
        <p:grpSpPr>
          <a:xfrm>
            <a:off x="3995550" y="2862822"/>
            <a:ext cx="737280" cy="1116360"/>
            <a:chOff x="3995550" y="2862822"/>
            <a:chExt cx="737280" cy="11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11F454-3214-1485-6DAC-230BC07F2EC3}"/>
                    </a:ext>
                  </a:extLst>
                </p14:cNvPr>
                <p14:cNvContentPartPr/>
                <p14:nvPr/>
              </p14:nvContentPartPr>
              <p14:xfrm>
                <a:off x="4304070" y="2862822"/>
                <a:ext cx="81360" cy="99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11F454-3214-1485-6DAC-230BC07F2E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95430" y="2853822"/>
                  <a:ext cx="99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3E47A95-94B6-213A-E2E8-25A4E51E5A47}"/>
                    </a:ext>
                  </a:extLst>
                </p14:cNvPr>
                <p14:cNvContentPartPr/>
                <p14:nvPr/>
              </p14:nvContentPartPr>
              <p14:xfrm>
                <a:off x="4381110" y="2879022"/>
                <a:ext cx="33840" cy="99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3E47A95-94B6-213A-E2E8-25A4E51E5A4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72470" y="2870382"/>
                  <a:ext cx="514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347D16E-24F6-83B4-5EC5-CB57F3391666}"/>
                    </a:ext>
                  </a:extLst>
                </p14:cNvPr>
                <p14:cNvContentPartPr/>
                <p14:nvPr/>
              </p14:nvContentPartPr>
              <p14:xfrm>
                <a:off x="4054950" y="2889822"/>
                <a:ext cx="345960" cy="1026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347D16E-24F6-83B4-5EC5-CB57F339166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46310" y="2881182"/>
                  <a:ext cx="363600" cy="10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7F56BB-A9C8-FB61-209F-6704DA71565D}"/>
                    </a:ext>
                  </a:extLst>
                </p14:cNvPr>
                <p14:cNvContentPartPr/>
                <p14:nvPr/>
              </p14:nvContentPartPr>
              <p14:xfrm>
                <a:off x="3995550" y="3862542"/>
                <a:ext cx="111600" cy="116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7F56BB-A9C8-FB61-209F-6704DA7156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86910" y="3853902"/>
                  <a:ext cx="1292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5DBAD8-B3C9-F490-0885-23167E6989FC}"/>
                    </a:ext>
                  </a:extLst>
                </p14:cNvPr>
                <p14:cNvContentPartPr/>
                <p14:nvPr/>
              </p14:nvContentPartPr>
              <p14:xfrm>
                <a:off x="4313070" y="3419382"/>
                <a:ext cx="224280" cy="169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5DBAD8-B3C9-F490-0885-23167E6989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04430" y="3410382"/>
                  <a:ext cx="241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5F9A712-78E7-3232-14CF-2AB9A6C14D73}"/>
                    </a:ext>
                  </a:extLst>
                </p14:cNvPr>
                <p14:cNvContentPartPr/>
                <p14:nvPr/>
              </p14:nvContentPartPr>
              <p14:xfrm>
                <a:off x="4571910" y="3447102"/>
                <a:ext cx="33480" cy="93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5F9A712-78E7-3232-14CF-2AB9A6C14D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62910" y="3438102"/>
                  <a:ext cx="51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86C011-5227-2DCF-9931-0B318E216FB8}"/>
                    </a:ext>
                  </a:extLst>
                </p14:cNvPr>
                <p14:cNvContentPartPr/>
                <p14:nvPr/>
              </p14:nvContentPartPr>
              <p14:xfrm>
                <a:off x="4607550" y="3392742"/>
                <a:ext cx="16560" cy="10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86C011-5227-2DCF-9931-0B318E216F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98550" y="3384102"/>
                  <a:ext cx="34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6EC5353-FAE6-4235-5D9F-8745AACED080}"/>
                    </a:ext>
                  </a:extLst>
                </p14:cNvPr>
                <p14:cNvContentPartPr/>
                <p14:nvPr/>
              </p14:nvContentPartPr>
              <p14:xfrm>
                <a:off x="4376070" y="3694422"/>
                <a:ext cx="10440" cy="116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6EC5353-FAE6-4235-5D9F-8745AACED0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67430" y="3685422"/>
                  <a:ext cx="28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F2C63E-9E5F-D76E-1989-4686C7E1D365}"/>
                    </a:ext>
                  </a:extLst>
                </p14:cNvPr>
                <p14:cNvContentPartPr/>
                <p14:nvPr/>
              </p14:nvContentPartPr>
              <p14:xfrm>
                <a:off x="4402710" y="3650862"/>
                <a:ext cx="42840" cy="102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F2C63E-9E5F-D76E-1989-4686C7E1D3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94070" y="3641862"/>
                  <a:ext cx="60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834753C-6835-F182-66EC-3B0601C01650}"/>
                    </a:ext>
                  </a:extLst>
                </p14:cNvPr>
                <p14:cNvContentPartPr/>
                <p14:nvPr/>
              </p14:nvContentPartPr>
              <p14:xfrm>
                <a:off x="4453470" y="3735822"/>
                <a:ext cx="60480" cy="83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834753C-6835-F182-66EC-3B0601C016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44830" y="3726822"/>
                  <a:ext cx="78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9BA8B3-D72D-8331-1F12-47AFFAAFD87C}"/>
                    </a:ext>
                  </a:extLst>
                </p14:cNvPr>
                <p14:cNvContentPartPr/>
                <p14:nvPr/>
              </p14:nvContentPartPr>
              <p14:xfrm>
                <a:off x="4536270" y="3710982"/>
                <a:ext cx="82800" cy="118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9BA8B3-D72D-8331-1F12-47AFFAAFD8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27630" y="3702342"/>
                  <a:ext cx="100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347C50F-2277-A218-3F3F-EC7C7961B841}"/>
                    </a:ext>
                  </a:extLst>
                </p14:cNvPr>
                <p14:cNvContentPartPr/>
                <p14:nvPr/>
              </p14:nvContentPartPr>
              <p14:xfrm>
                <a:off x="4664790" y="3711342"/>
                <a:ext cx="68040" cy="2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347C50F-2277-A218-3F3F-EC7C7961B8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55790" y="3702342"/>
                  <a:ext cx="85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74AEFD-8C96-C6FE-7E9C-75C01FF981BD}"/>
                    </a:ext>
                  </a:extLst>
                </p14:cNvPr>
                <p14:cNvContentPartPr/>
                <p14:nvPr/>
              </p14:nvContentPartPr>
              <p14:xfrm>
                <a:off x="4689270" y="3716022"/>
                <a:ext cx="10080" cy="104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74AEFD-8C96-C6FE-7E9C-75C01FF981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80270" y="3707382"/>
                  <a:ext cx="277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FD80795-F933-5EAF-928C-E7A53288D093}"/>
              </a:ext>
            </a:extLst>
          </p:cNvPr>
          <p:cNvGrpSpPr/>
          <p:nvPr/>
        </p:nvGrpSpPr>
        <p:grpSpPr>
          <a:xfrm>
            <a:off x="305550" y="4096902"/>
            <a:ext cx="5485320" cy="636480"/>
            <a:chOff x="305550" y="4096902"/>
            <a:chExt cx="5485320" cy="6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0E7360-BB5E-D8BF-4963-5CBA87F8A34D}"/>
                    </a:ext>
                  </a:extLst>
                </p14:cNvPr>
                <p14:cNvContentPartPr/>
                <p14:nvPr/>
              </p14:nvContentPartPr>
              <p14:xfrm>
                <a:off x="305550" y="4178982"/>
                <a:ext cx="110520" cy="84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0E7360-BB5E-D8BF-4963-5CBA87F8A3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6910" y="4170342"/>
                  <a:ext cx="128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BF78C0-A982-E74D-0967-8F9856C6CEE3}"/>
                    </a:ext>
                  </a:extLst>
                </p14:cNvPr>
                <p14:cNvContentPartPr/>
                <p14:nvPr/>
              </p14:nvContentPartPr>
              <p14:xfrm>
                <a:off x="413910" y="4219662"/>
                <a:ext cx="217800" cy="25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BF78C0-A982-E74D-0967-8F9856C6CE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4910" y="4211022"/>
                  <a:ext cx="235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A72DD4-38E9-2C7D-3387-8172033A3769}"/>
                    </a:ext>
                  </a:extLst>
                </p14:cNvPr>
                <p14:cNvContentPartPr/>
                <p14:nvPr/>
              </p14:nvContentPartPr>
              <p14:xfrm>
                <a:off x="717030" y="4174662"/>
                <a:ext cx="92520" cy="114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A72DD4-38E9-2C7D-3387-8172033A376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390" y="4165662"/>
                  <a:ext cx="110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846775-EE33-865E-0CEA-B46E68B4B764}"/>
                    </a:ext>
                  </a:extLst>
                </p14:cNvPr>
                <p14:cNvContentPartPr/>
                <p14:nvPr/>
              </p14:nvContentPartPr>
              <p14:xfrm>
                <a:off x="868950" y="4229382"/>
                <a:ext cx="56880" cy="69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846775-EE33-865E-0CEA-B46E68B4B7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0310" y="4220742"/>
                  <a:ext cx="74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FD4B3D-6E83-FFA2-1D62-2F5B082A98D1}"/>
                    </a:ext>
                  </a:extLst>
                </p14:cNvPr>
                <p14:cNvContentPartPr/>
                <p14:nvPr/>
              </p14:nvContentPartPr>
              <p14:xfrm>
                <a:off x="581670" y="4126062"/>
                <a:ext cx="597960" cy="29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FD4B3D-6E83-FFA2-1D62-2F5B082A98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3030" y="4117422"/>
                  <a:ext cx="615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CDDA4F-459B-C245-A6B4-314E8E590560}"/>
                    </a:ext>
                  </a:extLst>
                </p14:cNvPr>
                <p14:cNvContentPartPr/>
                <p14:nvPr/>
              </p14:nvContentPartPr>
              <p14:xfrm>
                <a:off x="1158390" y="4244142"/>
                <a:ext cx="321840" cy="35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CDDA4F-459B-C245-A6B4-314E8E59056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9390" y="4235142"/>
                  <a:ext cx="339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F04798D-577D-60FC-73BF-D8C55E5C79EA}"/>
                    </a:ext>
                  </a:extLst>
                </p14:cNvPr>
                <p14:cNvContentPartPr/>
                <p14:nvPr/>
              </p14:nvContentPartPr>
              <p14:xfrm>
                <a:off x="1574190" y="4252782"/>
                <a:ext cx="20880" cy="107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F04798D-577D-60FC-73BF-D8C55E5C79E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65550" y="4244142"/>
                  <a:ext cx="38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1AE897-9175-CCEA-88BE-FF14E23031ED}"/>
                    </a:ext>
                  </a:extLst>
                </p14:cNvPr>
                <p14:cNvContentPartPr/>
                <p14:nvPr/>
              </p14:nvContentPartPr>
              <p14:xfrm>
                <a:off x="1581750" y="4167822"/>
                <a:ext cx="2520" cy="27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1AE897-9175-CCEA-88BE-FF14E23031E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73110" y="4159182"/>
                  <a:ext cx="20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D53108-3B25-2021-627D-1A025C8160F8}"/>
                    </a:ext>
                  </a:extLst>
                </p14:cNvPr>
                <p14:cNvContentPartPr/>
                <p14:nvPr/>
              </p14:nvContentPartPr>
              <p14:xfrm>
                <a:off x="1643670" y="4146222"/>
                <a:ext cx="103320" cy="218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D53108-3B25-2021-627D-1A025C8160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35030" y="4137222"/>
                  <a:ext cx="120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1D6FB5-F27B-A659-1405-2C2ED591813E}"/>
                    </a:ext>
                  </a:extLst>
                </p14:cNvPr>
                <p14:cNvContentPartPr/>
                <p14:nvPr/>
              </p14:nvContentPartPr>
              <p14:xfrm>
                <a:off x="1646550" y="4278342"/>
                <a:ext cx="89640" cy="5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1D6FB5-F27B-A659-1405-2C2ED591813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37910" y="4269702"/>
                  <a:ext cx="10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59CC25-BE78-A23C-EF90-CB8EEAEDA05F}"/>
                    </a:ext>
                  </a:extLst>
                </p14:cNvPr>
                <p14:cNvContentPartPr/>
                <p14:nvPr/>
              </p14:nvContentPartPr>
              <p14:xfrm>
                <a:off x="1583910" y="4454022"/>
                <a:ext cx="78480" cy="87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59CC25-BE78-A23C-EF90-CB8EEAEDA0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74910" y="4445382"/>
                  <a:ext cx="96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FD1B7C-E4D2-1616-928D-CF6C3F831DDE}"/>
                    </a:ext>
                  </a:extLst>
                </p14:cNvPr>
                <p14:cNvContentPartPr/>
                <p14:nvPr/>
              </p14:nvContentPartPr>
              <p14:xfrm>
                <a:off x="1701630" y="4470582"/>
                <a:ext cx="49680" cy="75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FD1B7C-E4D2-1616-928D-CF6C3F831D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92630" y="4461582"/>
                  <a:ext cx="67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6FEF700-C0D9-5E64-F723-3E3235F74109}"/>
                    </a:ext>
                  </a:extLst>
                </p14:cNvPr>
                <p14:cNvContentPartPr/>
                <p14:nvPr/>
              </p14:nvContentPartPr>
              <p14:xfrm>
                <a:off x="1773990" y="4422702"/>
                <a:ext cx="84960" cy="121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6FEF700-C0D9-5E64-F723-3E3235F741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65350" y="4413702"/>
                  <a:ext cx="1026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F64EE3-F0C7-BD20-D02D-0A2210AD4656}"/>
                    </a:ext>
                  </a:extLst>
                </p14:cNvPr>
                <p14:cNvContentPartPr/>
                <p14:nvPr/>
              </p14:nvContentPartPr>
              <p14:xfrm>
                <a:off x="1941030" y="4469142"/>
                <a:ext cx="20160" cy="73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F64EE3-F0C7-BD20-D02D-0A2210AD46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32390" y="4460502"/>
                  <a:ext cx="37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6B26227-8BD7-6994-1069-EA162C1D11E5}"/>
                    </a:ext>
                  </a:extLst>
                </p14:cNvPr>
                <p14:cNvContentPartPr/>
                <p14:nvPr/>
              </p14:nvContentPartPr>
              <p14:xfrm>
                <a:off x="1960470" y="4414422"/>
                <a:ext cx="5400" cy="6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6B26227-8BD7-6994-1069-EA162C1D11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51830" y="4405422"/>
                  <a:ext cx="23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F52E30-1563-DF13-5322-02CF589F5284}"/>
                    </a:ext>
                  </a:extLst>
                </p14:cNvPr>
                <p14:cNvContentPartPr/>
                <p14:nvPr/>
              </p14:nvContentPartPr>
              <p14:xfrm>
                <a:off x="2000430" y="4463022"/>
                <a:ext cx="85320" cy="86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F52E30-1563-DF13-5322-02CF589F528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91430" y="4454382"/>
                  <a:ext cx="102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F33E15-2ED7-9B86-C113-D93BBC6CD19E}"/>
                    </a:ext>
                  </a:extLst>
                </p14:cNvPr>
                <p14:cNvContentPartPr/>
                <p14:nvPr/>
              </p14:nvContentPartPr>
              <p14:xfrm>
                <a:off x="2195190" y="4460502"/>
                <a:ext cx="60120" cy="86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F33E15-2ED7-9B86-C113-D93BBC6CD19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86550" y="4451862"/>
                  <a:ext cx="77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61A162-B623-75C5-3515-3E3B4C9A9303}"/>
                    </a:ext>
                  </a:extLst>
                </p14:cNvPr>
                <p14:cNvContentPartPr/>
                <p14:nvPr/>
              </p14:nvContentPartPr>
              <p14:xfrm>
                <a:off x="2280510" y="4470942"/>
                <a:ext cx="101880" cy="76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61A162-B623-75C5-3515-3E3B4C9A93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71870" y="4461942"/>
                  <a:ext cx="119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1452DB2-B0BE-7393-1952-31A46157360D}"/>
                    </a:ext>
                  </a:extLst>
                </p14:cNvPr>
                <p14:cNvContentPartPr/>
                <p14:nvPr/>
              </p14:nvContentPartPr>
              <p14:xfrm>
                <a:off x="2405790" y="4468422"/>
                <a:ext cx="57960" cy="11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1452DB2-B0BE-7393-1952-31A46157360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96790" y="4459782"/>
                  <a:ext cx="75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5F8260A-BBB9-E9A8-54FE-3F272F2046BF}"/>
                    </a:ext>
                  </a:extLst>
                </p14:cNvPr>
                <p14:cNvContentPartPr/>
                <p14:nvPr/>
              </p14:nvContentPartPr>
              <p14:xfrm>
                <a:off x="2498310" y="4441062"/>
                <a:ext cx="7920" cy="9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5F8260A-BBB9-E9A8-54FE-3F272F2046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89310" y="4432062"/>
                  <a:ext cx="25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DECED01-A153-E15A-E27A-0D5F1D2F3A4A}"/>
                    </a:ext>
                  </a:extLst>
                </p14:cNvPr>
                <p14:cNvContentPartPr/>
                <p14:nvPr/>
              </p14:nvContentPartPr>
              <p14:xfrm>
                <a:off x="2482110" y="4470582"/>
                <a:ext cx="172080" cy="20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DECED01-A153-E15A-E27A-0D5F1D2F3A4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73110" y="4461942"/>
                  <a:ext cx="189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03A3C9-2D38-D204-25DE-F9ED183857FC}"/>
                    </a:ext>
                  </a:extLst>
                </p14:cNvPr>
                <p14:cNvContentPartPr/>
                <p14:nvPr/>
              </p14:nvContentPartPr>
              <p14:xfrm>
                <a:off x="1509750" y="4096902"/>
                <a:ext cx="1312920" cy="63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03A3C9-2D38-D204-25DE-F9ED183857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00750" y="4088262"/>
                  <a:ext cx="13305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6E2960F-BC69-6096-D945-F1F28CC32704}"/>
                    </a:ext>
                  </a:extLst>
                </p14:cNvPr>
                <p14:cNvContentPartPr/>
                <p14:nvPr/>
              </p14:nvContentPartPr>
              <p14:xfrm>
                <a:off x="2821230" y="4415502"/>
                <a:ext cx="36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6E2960F-BC69-6096-D945-F1F28CC327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12590" y="44065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24B76C-C2C4-29EB-DB43-7E2F7A088288}"/>
                    </a:ext>
                  </a:extLst>
                </p14:cNvPr>
                <p14:cNvContentPartPr/>
                <p14:nvPr/>
              </p14:nvContentPartPr>
              <p14:xfrm>
                <a:off x="2745990" y="4269702"/>
                <a:ext cx="70920" cy="64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024B76C-C2C4-29EB-DB43-7E2F7A08828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737350" y="4260702"/>
                  <a:ext cx="88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5A4D90-C667-45FE-E4E6-7C3BD0444C00}"/>
                    </a:ext>
                  </a:extLst>
                </p14:cNvPr>
                <p14:cNvContentPartPr/>
                <p14:nvPr/>
              </p14:nvContentPartPr>
              <p14:xfrm>
                <a:off x="2753910" y="4559862"/>
                <a:ext cx="95040" cy="52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5A4D90-C667-45FE-E4E6-7C3BD0444C0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45270" y="4551222"/>
                  <a:ext cx="112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6EF6C1-AA2E-3962-51FB-9FFB80097216}"/>
                    </a:ext>
                  </a:extLst>
                </p14:cNvPr>
                <p14:cNvContentPartPr/>
                <p14:nvPr/>
              </p14:nvContentPartPr>
              <p14:xfrm>
                <a:off x="2783070" y="4273302"/>
                <a:ext cx="411480" cy="30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6EF6C1-AA2E-3962-51FB-9FFB8009721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74070" y="4264302"/>
                  <a:ext cx="429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7F7EEA-0B38-B64E-60B3-1C8A9861E5BC}"/>
                    </a:ext>
                  </a:extLst>
                </p14:cNvPr>
                <p14:cNvContentPartPr/>
                <p14:nvPr/>
              </p14:nvContentPartPr>
              <p14:xfrm>
                <a:off x="3231990" y="4144782"/>
                <a:ext cx="1251000" cy="324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7F7EEA-0B38-B64E-60B3-1C8A9861E5B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223350" y="4135782"/>
                  <a:ext cx="12686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6391C9B-2FDE-E1C7-F855-00B99108F7A2}"/>
                    </a:ext>
                  </a:extLst>
                </p14:cNvPr>
                <p14:cNvContentPartPr/>
                <p14:nvPr/>
              </p14:nvContentPartPr>
              <p14:xfrm>
                <a:off x="3212550" y="4117062"/>
                <a:ext cx="1126080" cy="35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6391C9B-2FDE-E1C7-F855-00B99108F7A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203550" y="4108062"/>
                  <a:ext cx="11437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37D427F-FBC7-061D-05C6-CF2BFEEFEBBA}"/>
                    </a:ext>
                  </a:extLst>
                </p14:cNvPr>
                <p14:cNvContentPartPr/>
                <p14:nvPr/>
              </p14:nvContentPartPr>
              <p14:xfrm>
                <a:off x="3276630" y="4187622"/>
                <a:ext cx="84600" cy="155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37D427F-FBC7-061D-05C6-CF2BFEEFEBB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67990" y="4178622"/>
                  <a:ext cx="102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017BF3-0FE2-3C82-DDFE-77152C7D57D0}"/>
                    </a:ext>
                  </a:extLst>
                </p14:cNvPr>
                <p14:cNvContentPartPr/>
                <p14:nvPr/>
              </p14:nvContentPartPr>
              <p14:xfrm>
                <a:off x="3400110" y="4235502"/>
                <a:ext cx="110520" cy="10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017BF3-0FE2-3C82-DDFE-77152C7D57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91110" y="4226502"/>
                  <a:ext cx="128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D669B0-DDF2-A4ED-9E94-E5F5534ECA7E}"/>
                    </a:ext>
                  </a:extLst>
                </p14:cNvPr>
                <p14:cNvContentPartPr/>
                <p14:nvPr/>
              </p14:nvContentPartPr>
              <p14:xfrm>
                <a:off x="3513510" y="4249182"/>
                <a:ext cx="69840" cy="88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D669B0-DDF2-A4ED-9E94-E5F5534ECA7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504510" y="4240542"/>
                  <a:ext cx="87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313C8A-7593-DEC5-3D9A-67185676D81B}"/>
                    </a:ext>
                  </a:extLst>
                </p14:cNvPr>
                <p14:cNvContentPartPr/>
                <p14:nvPr/>
              </p14:nvContentPartPr>
              <p14:xfrm>
                <a:off x="3615750" y="4257462"/>
                <a:ext cx="124560" cy="8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313C8A-7593-DEC5-3D9A-67185676D81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606750" y="4248462"/>
                  <a:ext cx="142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3B5741-E926-83CF-5FC2-E2501FEF59B0}"/>
                    </a:ext>
                  </a:extLst>
                </p14:cNvPr>
                <p14:cNvContentPartPr/>
                <p14:nvPr/>
              </p14:nvContentPartPr>
              <p14:xfrm>
                <a:off x="3765510" y="4217862"/>
                <a:ext cx="15480" cy="13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3B5741-E926-83CF-5FC2-E2501FEF59B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56510" y="4208862"/>
                  <a:ext cx="33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28C9E7B-0E2C-26E2-7807-2BDAB4D92CD6}"/>
                    </a:ext>
                  </a:extLst>
                </p14:cNvPr>
                <p14:cNvContentPartPr/>
                <p14:nvPr/>
              </p14:nvContentPartPr>
              <p14:xfrm>
                <a:off x="3764790" y="4246302"/>
                <a:ext cx="118080" cy="10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28C9E7B-0E2C-26E2-7807-2BDAB4D92CD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56150" y="4237662"/>
                  <a:ext cx="135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F675374-4557-04B2-DBC5-63699B585144}"/>
                    </a:ext>
                  </a:extLst>
                </p14:cNvPr>
                <p14:cNvContentPartPr/>
                <p14:nvPr/>
              </p14:nvContentPartPr>
              <p14:xfrm>
                <a:off x="4291110" y="4209942"/>
                <a:ext cx="60480" cy="40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F675374-4557-04B2-DBC5-63699B58514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82470" y="4201302"/>
                  <a:ext cx="78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13FDCDB-A16F-D328-7F3E-61DD905EF2D4}"/>
                    </a:ext>
                  </a:extLst>
                </p14:cNvPr>
                <p14:cNvContentPartPr/>
                <p14:nvPr/>
              </p14:nvContentPartPr>
              <p14:xfrm>
                <a:off x="4342230" y="4216062"/>
                <a:ext cx="528120" cy="287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13FDCDB-A16F-D328-7F3E-61DD905EF2D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33230" y="4207422"/>
                  <a:ext cx="545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6C7F12-6787-346C-BF9D-46561E50FAE2}"/>
                    </a:ext>
                  </a:extLst>
                </p14:cNvPr>
                <p14:cNvContentPartPr/>
                <p14:nvPr/>
              </p14:nvContentPartPr>
              <p14:xfrm>
                <a:off x="4917870" y="4415502"/>
                <a:ext cx="636480" cy="270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6C7F12-6787-346C-BF9D-46561E50FAE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908870" y="4406502"/>
                  <a:ext cx="654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B26DCE6-75DC-B14E-4872-62AD6889A412}"/>
                    </a:ext>
                  </a:extLst>
                </p14:cNvPr>
                <p14:cNvContentPartPr/>
                <p14:nvPr/>
              </p14:nvContentPartPr>
              <p14:xfrm>
                <a:off x="4903830" y="4390302"/>
                <a:ext cx="887040" cy="295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B26DCE6-75DC-B14E-4872-62AD6889A41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95190" y="4381302"/>
                  <a:ext cx="9046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779B01B-7639-4D2C-0AC8-15915F371B5C}"/>
                    </a:ext>
                  </a:extLst>
                </p14:cNvPr>
                <p14:cNvContentPartPr/>
                <p14:nvPr/>
              </p14:nvContentPartPr>
              <p14:xfrm>
                <a:off x="4993110" y="4479582"/>
                <a:ext cx="100800" cy="93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779B01B-7639-4D2C-0AC8-15915F371B5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984470" y="4470582"/>
                  <a:ext cx="118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DF5FD5-C14B-FE2B-538D-5862569D8D84}"/>
                    </a:ext>
                  </a:extLst>
                </p14:cNvPr>
                <p14:cNvContentPartPr/>
                <p14:nvPr/>
              </p14:nvContentPartPr>
              <p14:xfrm>
                <a:off x="5129550" y="4466262"/>
                <a:ext cx="94320" cy="106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DF5FD5-C14B-FE2B-538D-5862569D8D8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120550" y="4457262"/>
                  <a:ext cx="111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BC6D60A-1C94-A9CF-571D-34873053C694}"/>
                    </a:ext>
                  </a:extLst>
                </p14:cNvPr>
                <p14:cNvContentPartPr/>
                <p14:nvPr/>
              </p14:nvContentPartPr>
              <p14:xfrm>
                <a:off x="5272110" y="4538622"/>
                <a:ext cx="257040" cy="52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BC6D60A-1C94-A9CF-571D-34873053C69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63470" y="4529622"/>
                  <a:ext cx="27468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3362DAE-D286-9782-F29C-44F3EC3BCF05}"/>
                  </a:ext>
                </a:extLst>
              </p14:cNvPr>
              <p14:cNvContentPartPr/>
              <p14:nvPr/>
            </p14:nvContentPartPr>
            <p14:xfrm>
              <a:off x="6198750" y="2523342"/>
              <a:ext cx="901440" cy="9439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3362DAE-D286-9782-F29C-44F3EC3BCF0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190110" y="2514702"/>
                <a:ext cx="919080" cy="9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F40BFBC-5657-01E1-C51C-3676E81A2D0B}"/>
                  </a:ext>
                </a:extLst>
              </p14:cNvPr>
              <p14:cNvContentPartPr/>
              <p14:nvPr/>
            </p14:nvContentPartPr>
            <p14:xfrm>
              <a:off x="3824190" y="684822"/>
              <a:ext cx="1072080" cy="5194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F40BFBC-5657-01E1-C51C-3676E81A2D0B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3815550" y="675822"/>
                <a:ext cx="1089720" cy="53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B00434D-4BFD-54E6-148D-07C238B7370D}"/>
              </a:ext>
            </a:extLst>
          </p:cNvPr>
          <p:cNvGrpSpPr/>
          <p:nvPr/>
        </p:nvGrpSpPr>
        <p:grpSpPr>
          <a:xfrm>
            <a:off x="3799350" y="828102"/>
            <a:ext cx="4486680" cy="4174200"/>
            <a:chOff x="3799350" y="828102"/>
            <a:chExt cx="4486680" cy="417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1036BE5-43AF-9521-1D1D-912848E85FD6}"/>
                    </a:ext>
                  </a:extLst>
                </p14:cNvPr>
                <p14:cNvContentPartPr/>
                <p14:nvPr/>
              </p14:nvContentPartPr>
              <p14:xfrm>
                <a:off x="7274430" y="3491742"/>
                <a:ext cx="595800" cy="396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1036BE5-43AF-9521-1D1D-912848E85FD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65790" y="3482742"/>
                  <a:ext cx="6134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E61CEDA-6562-D656-73E2-050469F8487D}"/>
                    </a:ext>
                  </a:extLst>
                </p14:cNvPr>
                <p14:cNvContentPartPr/>
                <p14:nvPr/>
              </p14:nvContentPartPr>
              <p14:xfrm>
                <a:off x="7446510" y="3924102"/>
                <a:ext cx="10800" cy="153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E61CEDA-6562-D656-73E2-050469F8487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437870" y="3915462"/>
                  <a:ext cx="284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0B711C-063C-406C-2B01-287B0D21CACA}"/>
                    </a:ext>
                  </a:extLst>
                </p14:cNvPr>
                <p14:cNvContentPartPr/>
                <p14:nvPr/>
              </p14:nvContentPartPr>
              <p14:xfrm>
                <a:off x="7403310" y="4068102"/>
                <a:ext cx="91440" cy="45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0B711C-063C-406C-2B01-287B0D21CAC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94310" y="4059102"/>
                  <a:ext cx="109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9848AD-9530-5200-60A8-C89A27B5AC50}"/>
                    </a:ext>
                  </a:extLst>
                </p14:cNvPr>
                <p14:cNvContentPartPr/>
                <p14:nvPr/>
              </p14:nvContentPartPr>
              <p14:xfrm>
                <a:off x="6210990" y="4206342"/>
                <a:ext cx="110880" cy="121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9848AD-9530-5200-60A8-C89A27B5AC5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202350" y="4197702"/>
                  <a:ext cx="128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672B089-2303-35BB-495F-1D1DB91E4C4C}"/>
                    </a:ext>
                  </a:extLst>
                </p14:cNvPr>
                <p14:cNvContentPartPr/>
                <p14:nvPr/>
              </p14:nvContentPartPr>
              <p14:xfrm>
                <a:off x="6348870" y="4238382"/>
                <a:ext cx="84240" cy="87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672B089-2303-35BB-495F-1D1DB91E4C4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340230" y="4229742"/>
                  <a:ext cx="101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DBABAC3-05DA-07D9-A9EE-EABEC45CE935}"/>
                    </a:ext>
                  </a:extLst>
                </p14:cNvPr>
                <p14:cNvContentPartPr/>
                <p14:nvPr/>
              </p14:nvContentPartPr>
              <p14:xfrm>
                <a:off x="6463350" y="4187262"/>
                <a:ext cx="106560" cy="140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DBABAC3-05DA-07D9-A9EE-EABEC45CE93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454710" y="4178262"/>
                  <a:ext cx="124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B9A61D5-D6E2-114E-BD3C-8B0846F9AFA2}"/>
                    </a:ext>
                  </a:extLst>
                </p14:cNvPr>
                <p14:cNvContentPartPr/>
                <p14:nvPr/>
              </p14:nvContentPartPr>
              <p14:xfrm>
                <a:off x="6654510" y="4196982"/>
                <a:ext cx="5400" cy="111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B9A61D5-D6E2-114E-BD3C-8B0846F9AFA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45870" y="4188342"/>
                  <a:ext cx="23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64CBF0E-58E3-B2A1-5AA9-4B53199593EC}"/>
                    </a:ext>
                  </a:extLst>
                </p14:cNvPr>
                <p14:cNvContentPartPr/>
                <p14:nvPr/>
              </p14:nvContentPartPr>
              <p14:xfrm>
                <a:off x="6723990" y="4192662"/>
                <a:ext cx="19440" cy="129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64CBF0E-58E3-B2A1-5AA9-4B53199593E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714990" y="4184022"/>
                  <a:ext cx="37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AD7575-724C-D861-DBC5-B3B6E2407780}"/>
                    </a:ext>
                  </a:extLst>
                </p14:cNvPr>
                <p14:cNvContentPartPr/>
                <p14:nvPr/>
              </p14:nvContentPartPr>
              <p14:xfrm>
                <a:off x="6659550" y="4218942"/>
                <a:ext cx="170640" cy="103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BAD7575-724C-D861-DBC5-B3B6E240778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50910" y="4210302"/>
                  <a:ext cx="188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5D5736E-B33B-4B46-3E8D-B11DC0E57B9A}"/>
                    </a:ext>
                  </a:extLst>
                </p14:cNvPr>
                <p14:cNvContentPartPr/>
                <p14:nvPr/>
              </p14:nvContentPartPr>
              <p14:xfrm>
                <a:off x="6876270" y="4245222"/>
                <a:ext cx="162720" cy="75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5D5736E-B33B-4B46-3E8D-B11DC0E57B9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867270" y="4236222"/>
                  <a:ext cx="180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F1C3219-94A6-2B46-25E0-519F341E3208}"/>
                    </a:ext>
                  </a:extLst>
                </p14:cNvPr>
                <p14:cNvContentPartPr/>
                <p14:nvPr/>
              </p14:nvContentPartPr>
              <p14:xfrm>
                <a:off x="4415310" y="1173342"/>
                <a:ext cx="1606680" cy="3234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F1C3219-94A6-2B46-25E0-519F341E320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406310" y="1164702"/>
                  <a:ext cx="1624320" cy="32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F06785D-B781-B1B8-551D-B47D5C661684}"/>
                    </a:ext>
                  </a:extLst>
                </p14:cNvPr>
                <p14:cNvContentPartPr/>
                <p14:nvPr/>
              </p14:nvContentPartPr>
              <p14:xfrm>
                <a:off x="6001470" y="4327302"/>
                <a:ext cx="83520" cy="156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F06785D-B781-B1B8-551D-B47D5C66168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992830" y="4318302"/>
                  <a:ext cx="101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91AF6A2-4F58-CB45-A047-8EF138EECFE4}"/>
                    </a:ext>
                  </a:extLst>
                </p14:cNvPr>
                <p14:cNvContentPartPr/>
                <p14:nvPr/>
              </p14:nvContentPartPr>
              <p14:xfrm>
                <a:off x="7113150" y="4191582"/>
                <a:ext cx="72720" cy="18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91AF6A2-4F58-CB45-A047-8EF138EECFE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04510" y="4182942"/>
                  <a:ext cx="90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A81920-CD35-5E08-FBA2-B70FE2FAF275}"/>
                    </a:ext>
                  </a:extLst>
                </p14:cNvPr>
                <p14:cNvContentPartPr/>
                <p14:nvPr/>
              </p14:nvContentPartPr>
              <p14:xfrm>
                <a:off x="6943230" y="4815822"/>
                <a:ext cx="93960" cy="185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A81920-CD35-5E08-FBA2-B70FE2FAF27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34590" y="4806822"/>
                  <a:ext cx="111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845663D-9FBB-2EC6-0904-0B7A83C8B4DE}"/>
                    </a:ext>
                  </a:extLst>
                </p14:cNvPr>
                <p14:cNvContentPartPr/>
                <p14:nvPr/>
              </p14:nvContentPartPr>
              <p14:xfrm>
                <a:off x="6073110" y="4434942"/>
                <a:ext cx="794160" cy="326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845663D-9FBB-2EC6-0904-0B7A83C8B4D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064110" y="4425942"/>
                  <a:ext cx="8118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C3135F-D0D1-E493-F91D-01590D5E6081}"/>
                    </a:ext>
                  </a:extLst>
                </p14:cNvPr>
                <p14:cNvContentPartPr/>
                <p14:nvPr/>
              </p14:nvContentPartPr>
              <p14:xfrm>
                <a:off x="6806430" y="4689102"/>
                <a:ext cx="90360" cy="132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C3135F-D0D1-E493-F91D-01590D5E608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797790" y="4680102"/>
                  <a:ext cx="108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F1009A1-6626-8B0F-5DAB-E14F9DBD5302}"/>
                    </a:ext>
                  </a:extLst>
                </p14:cNvPr>
                <p14:cNvContentPartPr/>
                <p14:nvPr/>
              </p14:nvContentPartPr>
              <p14:xfrm>
                <a:off x="7105950" y="4694142"/>
                <a:ext cx="73440" cy="79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F1009A1-6626-8B0F-5DAB-E14F9DBD530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097310" y="4685142"/>
                  <a:ext cx="91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081F639-07EA-9DD7-F137-2ACD244B4A9B}"/>
                    </a:ext>
                  </a:extLst>
                </p14:cNvPr>
                <p14:cNvContentPartPr/>
                <p14:nvPr/>
              </p14:nvContentPartPr>
              <p14:xfrm>
                <a:off x="7216470" y="4693062"/>
                <a:ext cx="72720" cy="90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081F639-07EA-9DD7-F137-2ACD244B4A9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207470" y="4684062"/>
                  <a:ext cx="90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D50E790-41AB-9098-0BA1-DFEE1BC1458B}"/>
                    </a:ext>
                  </a:extLst>
                </p14:cNvPr>
                <p14:cNvContentPartPr/>
                <p14:nvPr/>
              </p14:nvContentPartPr>
              <p14:xfrm>
                <a:off x="7318350" y="4662822"/>
                <a:ext cx="93600" cy="100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D50E790-41AB-9098-0BA1-DFEE1BC1458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09710" y="4653822"/>
                  <a:ext cx="111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4F99B36-7B39-D254-5EFA-80F201A1A359}"/>
                    </a:ext>
                  </a:extLst>
                </p14:cNvPr>
                <p14:cNvContentPartPr/>
                <p14:nvPr/>
              </p14:nvContentPartPr>
              <p14:xfrm>
                <a:off x="7486110" y="4692702"/>
                <a:ext cx="25200" cy="748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4F99B36-7B39-D254-5EFA-80F201A1A35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477110" y="4683702"/>
                  <a:ext cx="42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5F3E3B0-EF04-EB29-DBF6-08C8333B5B5B}"/>
                    </a:ext>
                  </a:extLst>
                </p14:cNvPr>
                <p14:cNvContentPartPr/>
                <p14:nvPr/>
              </p14:nvContentPartPr>
              <p14:xfrm>
                <a:off x="7553790" y="4696302"/>
                <a:ext cx="113760" cy="80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5F3E3B0-EF04-EB29-DBF6-08C8333B5B5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545150" y="4687302"/>
                  <a:ext cx="131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9C62821-F37C-5E77-058F-68C5EB34D5B2}"/>
                    </a:ext>
                  </a:extLst>
                </p14:cNvPr>
                <p14:cNvContentPartPr/>
                <p14:nvPr/>
              </p14:nvContentPartPr>
              <p14:xfrm>
                <a:off x="7803990" y="4699902"/>
                <a:ext cx="1080" cy="9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9C62821-F37C-5E77-058F-68C5EB34D5B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95350" y="4691262"/>
                  <a:ext cx="1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5AAC075-E0AE-28A8-993A-933D3AAB003A}"/>
                    </a:ext>
                  </a:extLst>
                </p14:cNvPr>
                <p14:cNvContentPartPr/>
                <p14:nvPr/>
              </p14:nvContentPartPr>
              <p14:xfrm>
                <a:off x="7805790" y="4757502"/>
                <a:ext cx="8280" cy="28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5AAC075-E0AE-28A8-993A-933D3AAB003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797150" y="4748862"/>
                  <a:ext cx="25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115913E-65F2-9A85-72F4-7A9DF984C9A9}"/>
                    </a:ext>
                  </a:extLst>
                </p14:cNvPr>
                <p14:cNvContentPartPr/>
                <p14:nvPr/>
              </p14:nvContentPartPr>
              <p14:xfrm>
                <a:off x="8077950" y="4727622"/>
                <a:ext cx="208080" cy="35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115913E-65F2-9A85-72F4-7A9DF984C9A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068950" y="4718982"/>
                  <a:ext cx="225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3D347E-3970-90C3-11D0-63C2C766A272}"/>
                    </a:ext>
                  </a:extLst>
                </p14:cNvPr>
                <p14:cNvContentPartPr/>
                <p14:nvPr/>
              </p14:nvContentPartPr>
              <p14:xfrm>
                <a:off x="6061950" y="4058382"/>
                <a:ext cx="1040040" cy="386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3D347E-3970-90C3-11D0-63C2C766A27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052950" y="4049742"/>
                  <a:ext cx="10576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B762FE7-9AA8-25CB-96C9-15C2F3D8571B}"/>
                    </a:ext>
                  </a:extLst>
                </p14:cNvPr>
                <p14:cNvContentPartPr/>
                <p14:nvPr/>
              </p14:nvContentPartPr>
              <p14:xfrm>
                <a:off x="7266150" y="4835982"/>
                <a:ext cx="220680" cy="24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B762FE7-9AA8-25CB-96C9-15C2F3D8571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257510" y="4827342"/>
                  <a:ext cx="238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1E80CCB-629B-DB4F-6536-A1835B4457D4}"/>
                    </a:ext>
                  </a:extLst>
                </p14:cNvPr>
                <p14:cNvContentPartPr/>
                <p14:nvPr/>
              </p14:nvContentPartPr>
              <p14:xfrm>
                <a:off x="7256070" y="4894662"/>
                <a:ext cx="117000" cy="5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1E80CCB-629B-DB4F-6536-A1835B4457D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247430" y="4885662"/>
                  <a:ext cx="134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FE5AA69-298F-CFD4-BDB9-051CE17850B2}"/>
                    </a:ext>
                  </a:extLst>
                </p14:cNvPr>
                <p14:cNvContentPartPr/>
                <p14:nvPr/>
              </p14:nvContentPartPr>
              <p14:xfrm>
                <a:off x="3951630" y="909102"/>
                <a:ext cx="127440" cy="133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FE5AA69-298F-CFD4-BDB9-051CE17850B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942630" y="900462"/>
                  <a:ext cx="145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A103B8-EF6C-92DE-642E-B29CF2434F39}"/>
                    </a:ext>
                  </a:extLst>
                </p14:cNvPr>
                <p14:cNvContentPartPr/>
                <p14:nvPr/>
              </p14:nvContentPartPr>
              <p14:xfrm>
                <a:off x="4129830" y="925302"/>
                <a:ext cx="116640" cy="101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A103B8-EF6C-92DE-642E-B29CF2434F3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120830" y="916662"/>
                  <a:ext cx="134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FBC9A1F-9B34-6DCE-058E-6F5334ADC588}"/>
                    </a:ext>
                  </a:extLst>
                </p14:cNvPr>
                <p14:cNvContentPartPr/>
                <p14:nvPr/>
              </p14:nvContentPartPr>
              <p14:xfrm>
                <a:off x="4272750" y="867342"/>
                <a:ext cx="107640" cy="166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FBC9A1F-9B34-6DCE-058E-6F5334ADC58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263750" y="858342"/>
                  <a:ext cx="125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6E11383-320F-F4EC-8B5B-35A380D1C631}"/>
                    </a:ext>
                  </a:extLst>
                </p14:cNvPr>
                <p14:cNvContentPartPr/>
                <p14:nvPr/>
              </p14:nvContentPartPr>
              <p14:xfrm>
                <a:off x="4429350" y="910182"/>
                <a:ext cx="30240" cy="117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6E11383-320F-F4EC-8B5B-35A380D1C63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420350" y="901182"/>
                  <a:ext cx="47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52721C-AE87-63ED-4874-F0D65D8F0860}"/>
                    </a:ext>
                  </a:extLst>
                </p14:cNvPr>
                <p14:cNvContentPartPr/>
                <p14:nvPr/>
              </p14:nvContentPartPr>
              <p14:xfrm>
                <a:off x="4502790" y="898662"/>
                <a:ext cx="116640" cy="145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52721C-AE87-63ED-4874-F0D65D8F086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93790" y="889662"/>
                  <a:ext cx="134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6494E4F-4609-F481-CFC8-3B83572601AE}"/>
                    </a:ext>
                  </a:extLst>
                </p14:cNvPr>
                <p14:cNvContentPartPr/>
                <p14:nvPr/>
              </p14:nvContentPartPr>
              <p14:xfrm>
                <a:off x="4675590" y="938622"/>
                <a:ext cx="18720" cy="5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6494E4F-4609-F481-CFC8-3B83572601A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666950" y="929622"/>
                  <a:ext cx="36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81B43F-0E9B-52CE-E951-02ABFA7C039F}"/>
                    </a:ext>
                  </a:extLst>
                </p14:cNvPr>
                <p14:cNvContentPartPr/>
                <p14:nvPr/>
              </p14:nvContentPartPr>
              <p14:xfrm>
                <a:off x="4649670" y="987582"/>
                <a:ext cx="55440" cy="20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81B43F-0E9B-52CE-E951-02ABFA7C039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640670" y="978942"/>
                  <a:ext cx="73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8BA5C4-4630-E930-D484-7F2746272518}"/>
                    </a:ext>
                  </a:extLst>
                </p14:cNvPr>
                <p14:cNvContentPartPr/>
                <p14:nvPr/>
              </p14:nvContentPartPr>
              <p14:xfrm>
                <a:off x="4806270" y="905502"/>
                <a:ext cx="119160" cy="128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8BA5C4-4630-E930-D484-7F274627251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797270" y="896502"/>
                  <a:ext cx="136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5CF5DE8-CBCA-EB30-9C19-757704B896F3}"/>
                    </a:ext>
                  </a:extLst>
                </p14:cNvPr>
                <p14:cNvContentPartPr/>
                <p14:nvPr/>
              </p14:nvContentPartPr>
              <p14:xfrm>
                <a:off x="5005350" y="926742"/>
                <a:ext cx="29880" cy="10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5CF5DE8-CBCA-EB30-9C19-757704B896F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996350" y="917742"/>
                  <a:ext cx="47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665CB87-3533-7263-CA3F-B922B411E1E2}"/>
                    </a:ext>
                  </a:extLst>
                </p14:cNvPr>
                <p14:cNvContentPartPr/>
                <p14:nvPr/>
              </p14:nvContentPartPr>
              <p14:xfrm>
                <a:off x="5055750" y="899382"/>
                <a:ext cx="74880" cy="5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665CB87-3533-7263-CA3F-B922B411E1E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047110" y="890382"/>
                  <a:ext cx="92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0175DD-D48D-7DB6-6C71-3C547669980B}"/>
                    </a:ext>
                  </a:extLst>
                </p14:cNvPr>
                <p14:cNvContentPartPr/>
                <p14:nvPr/>
              </p14:nvContentPartPr>
              <p14:xfrm>
                <a:off x="5124510" y="967782"/>
                <a:ext cx="45360" cy="5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0175DD-D48D-7DB6-6C71-3C547669980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115510" y="959142"/>
                  <a:ext cx="63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EFE39C8-43E5-CA8A-E993-2D28A17F138D}"/>
                    </a:ext>
                  </a:extLst>
                </p14:cNvPr>
                <p14:cNvContentPartPr/>
                <p14:nvPr/>
              </p14:nvContentPartPr>
              <p14:xfrm>
                <a:off x="5236830" y="904782"/>
                <a:ext cx="98640" cy="121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EFE39C8-43E5-CA8A-E993-2D28A17F138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228190" y="896142"/>
                  <a:ext cx="116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6419FD-4467-C669-4C8C-B4C1A9ABDB7B}"/>
                    </a:ext>
                  </a:extLst>
                </p14:cNvPr>
                <p14:cNvContentPartPr/>
                <p14:nvPr/>
              </p14:nvContentPartPr>
              <p14:xfrm>
                <a:off x="5389470" y="896862"/>
                <a:ext cx="61200" cy="121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6419FD-4467-C669-4C8C-B4C1A9ABDB7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80830" y="888222"/>
                  <a:ext cx="78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4B72047-2563-B6E7-A644-775C490FA13E}"/>
                    </a:ext>
                  </a:extLst>
                </p14:cNvPr>
                <p14:cNvContentPartPr/>
                <p14:nvPr/>
              </p14:nvContentPartPr>
              <p14:xfrm>
                <a:off x="5553990" y="909462"/>
                <a:ext cx="79200" cy="110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4B72047-2563-B6E7-A644-775C490FA13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544990" y="900462"/>
                  <a:ext cx="96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F8980C3-3391-E337-6FBB-79EF8E90E4F9}"/>
                    </a:ext>
                  </a:extLst>
                </p14:cNvPr>
                <p14:cNvContentPartPr/>
                <p14:nvPr/>
              </p14:nvContentPartPr>
              <p14:xfrm>
                <a:off x="5678910" y="868422"/>
                <a:ext cx="90720" cy="150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F8980C3-3391-E337-6FBB-79EF8E90E4F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670270" y="859782"/>
                  <a:ext cx="108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7AB555-1A35-4C62-DAC8-711531F2F5E7}"/>
                    </a:ext>
                  </a:extLst>
                </p14:cNvPr>
                <p14:cNvContentPartPr/>
                <p14:nvPr/>
              </p14:nvContentPartPr>
              <p14:xfrm>
                <a:off x="5808870" y="938622"/>
                <a:ext cx="57600" cy="104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7AB555-1A35-4C62-DAC8-711531F2F5E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800230" y="929982"/>
                  <a:ext cx="75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D103B42-469E-39E4-7BA0-DA6CE5195353}"/>
                    </a:ext>
                  </a:extLst>
                </p14:cNvPr>
                <p14:cNvContentPartPr/>
                <p14:nvPr/>
              </p14:nvContentPartPr>
              <p14:xfrm>
                <a:off x="5906790" y="886782"/>
                <a:ext cx="104400" cy="137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D103B42-469E-39E4-7BA0-DA6CE519535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898150" y="878142"/>
                  <a:ext cx="122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9C7F02-19A4-463F-0F52-E35D4A51C15E}"/>
                    </a:ext>
                  </a:extLst>
                </p14:cNvPr>
                <p14:cNvContentPartPr/>
                <p14:nvPr/>
              </p14:nvContentPartPr>
              <p14:xfrm>
                <a:off x="6117030" y="967782"/>
                <a:ext cx="67320" cy="5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9C7F02-19A4-463F-0F52-E35D4A51C15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08390" y="959142"/>
                  <a:ext cx="84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63F88FC-6C49-1AA1-CDE1-7A8CE702DBC0}"/>
                    </a:ext>
                  </a:extLst>
                </p14:cNvPr>
                <p14:cNvContentPartPr/>
                <p14:nvPr/>
              </p14:nvContentPartPr>
              <p14:xfrm>
                <a:off x="6297750" y="977862"/>
                <a:ext cx="158760" cy="10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63F88FC-6C49-1AA1-CDE1-7A8CE702DBC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289110" y="969222"/>
                  <a:ext cx="176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3E57A1-107A-9FA5-2636-323C6EA287B1}"/>
                    </a:ext>
                  </a:extLst>
                </p14:cNvPr>
                <p14:cNvContentPartPr/>
                <p14:nvPr/>
              </p14:nvContentPartPr>
              <p14:xfrm>
                <a:off x="6610950" y="987582"/>
                <a:ext cx="86760" cy="10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3E57A1-107A-9FA5-2636-323C6EA287B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01950" y="978942"/>
                  <a:ext cx="104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181BBFA-E0FD-DE39-0B36-D6594BF9453D}"/>
                    </a:ext>
                  </a:extLst>
                </p14:cNvPr>
                <p14:cNvContentPartPr/>
                <p14:nvPr/>
              </p14:nvContentPartPr>
              <p14:xfrm>
                <a:off x="3896190" y="1129422"/>
                <a:ext cx="997560" cy="14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181BBFA-E0FD-DE39-0B36-D6594BF9453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887190" y="1120782"/>
                  <a:ext cx="1015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F2275C7-B173-DD1F-1E40-E3FFA836EBF1}"/>
                    </a:ext>
                  </a:extLst>
                </p14:cNvPr>
                <p14:cNvContentPartPr/>
                <p14:nvPr/>
              </p14:nvContentPartPr>
              <p14:xfrm>
                <a:off x="3799350" y="828102"/>
                <a:ext cx="46080" cy="285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F2275C7-B173-DD1F-1E40-E3FFA836EBF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790350" y="819102"/>
                  <a:ext cx="63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5C75E5C-3DA5-B23D-F0A2-D8A9EAFBE5E8}"/>
                    </a:ext>
                  </a:extLst>
                </p14:cNvPr>
                <p14:cNvContentPartPr/>
                <p14:nvPr/>
              </p14:nvContentPartPr>
              <p14:xfrm>
                <a:off x="7035030" y="4528182"/>
                <a:ext cx="812880" cy="474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5C75E5C-3DA5-B23D-F0A2-D8A9EAFBE5E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026390" y="4519542"/>
                  <a:ext cx="830520" cy="49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1943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8C5792-CB50-4C7B-3319-E5ACE75F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4ECD1A-7943-932D-C4D0-E9AB0001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AF9590-C5CC-3874-704D-03193AAF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Empty Cart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3EEC6-AB17-66E2-6125-B54829A8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136"/>
            <a:ext cx="9144000" cy="334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8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7E89-A28A-5197-2A96-2A7D3ABD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5C528A-1385-65D9-87F3-E0A7C420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3A0950-5573-6ADF-9EEE-1AB42AA9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251B99-2D39-E52E-A63A-58509593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to Cart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E0D116-6611-4A85-A6CB-78D0FE73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00150"/>
            <a:ext cx="8467089" cy="34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8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E1E4C6-DA8B-09E9-5620-E8770B6F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DA45B-5846-467C-26B7-6ED60C79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6803AF-8B29-B3E3-A72B-4E29B739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Cart Payload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F2752-6382-7904-082F-BF6D1CEE04F4}"/>
              </a:ext>
            </a:extLst>
          </p:cNvPr>
          <p:cNvSpPr txBox="1"/>
          <p:nvPr/>
        </p:nvSpPr>
        <p:spPr>
          <a:xfrm>
            <a:off x="181739" y="112395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 "product": </a:t>
            </a:r>
            <a:r>
              <a:rPr lang="en-IN" dirty="0" err="1"/>
              <a:t>data.singleProductSelected.Name</a:t>
            </a:r>
            <a:r>
              <a:rPr lang="en-IN" dirty="0"/>
              <a:t>,            "quantity": </a:t>
            </a:r>
            <a:r>
              <a:rPr lang="en-IN" dirty="0" err="1"/>
              <a:t>pageVars.quantity</a:t>
            </a:r>
            <a:r>
              <a:rPr lang="en-IN" dirty="0"/>
              <a:t>,            "price": </a:t>
            </a:r>
            <a:r>
              <a:rPr lang="en-IN" dirty="0" err="1"/>
              <a:t>data.singleProductSelected.Price</a:t>
            </a:r>
            <a:r>
              <a:rPr lang="en-IN" dirty="0"/>
              <a:t>,            "total": NUMBER( </a:t>
            </a:r>
            <a:r>
              <a:rPr lang="en-IN" dirty="0" err="1"/>
              <a:t>pageVars.quantity</a:t>
            </a:r>
            <a:r>
              <a:rPr lang="en-IN" dirty="0"/>
              <a:t> * </a:t>
            </a:r>
            <a:r>
              <a:rPr lang="en-IN" dirty="0" err="1"/>
              <a:t>data.singleProductSelected.Price</a:t>
            </a:r>
            <a:r>
              <a:rPr lang="en-IN" dirty="0"/>
              <a:t>),            "</a:t>
            </a:r>
            <a:r>
              <a:rPr lang="en-IN" dirty="0" err="1"/>
              <a:t>currency_code</a:t>
            </a:r>
            <a:r>
              <a:rPr lang="en-IN" dirty="0"/>
              <a:t>": "USD",            "</a:t>
            </a:r>
            <a:r>
              <a:rPr lang="en-IN" dirty="0" err="1"/>
              <a:t>order_ID</a:t>
            </a:r>
            <a:r>
              <a:rPr lang="en-IN" dirty="0"/>
              <a:t>": </a:t>
            </a:r>
            <a:r>
              <a:rPr lang="en-IN" dirty="0" err="1"/>
              <a:t>appVars.orderId</a:t>
            </a:r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06447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942810-6591-948C-6380-A2DBA5DE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06CDE-70A8-47C8-83E0-A0596D55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19D3ED-3DB5-FA97-AAEF-36B1374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a new Cart Screen to view cart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23AB3-CDBF-E694-DE53-0018C23C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19150"/>
            <a:ext cx="5603690" cy="2897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97B48A-7CF0-31CD-DD19-29104AEAD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452" y="3105150"/>
            <a:ext cx="4797315" cy="15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7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9A91-9CCE-D194-2F1E-488EA18B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FD143-0DF2-50BD-4070-A1616216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DB00-DC60-80E6-04F5-6B41F4B8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B825DE-D275-21D9-5079-6B46978E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Scenario</a:t>
            </a:r>
          </a:p>
        </p:txBody>
      </p:sp>
      <p:pic>
        <p:nvPicPr>
          <p:cNvPr id="6" name="Picture 5" descr="A person pointing at a computer&#10;&#10;Description automatically generated">
            <a:extLst>
              <a:ext uri="{FF2B5EF4-FFF2-40B4-BE49-F238E27FC236}">
                <a16:creationId xmlns:a16="http://schemas.microsoft.com/office/drawing/2014/main" id="{6E25B006-F379-0963-9334-A18A5839D0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6075" y="971550"/>
            <a:ext cx="2126125" cy="1450219"/>
          </a:xfrm>
          <a:prstGeom prst="rect">
            <a:avLst/>
          </a:prstGeom>
        </p:spPr>
      </p:pic>
      <p:pic>
        <p:nvPicPr>
          <p:cNvPr id="8" name="Picture 7" descr="A person wearing a headset and looking at a computer&#10;&#10;Description automatically generated">
            <a:extLst>
              <a:ext uri="{FF2B5EF4-FFF2-40B4-BE49-F238E27FC236}">
                <a16:creationId xmlns:a16="http://schemas.microsoft.com/office/drawing/2014/main" id="{CB379A3E-C337-0EF8-8937-7E680FAEC8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507864" y="715798"/>
            <a:ext cx="1309939" cy="1480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0B23B1-780E-AEA9-725D-C38C97CD7437}"/>
              </a:ext>
            </a:extLst>
          </p:cNvPr>
          <p:cNvSpPr txBox="1"/>
          <p:nvPr/>
        </p:nvSpPr>
        <p:spPr>
          <a:xfrm>
            <a:off x="236075" y="2495550"/>
            <a:ext cx="2126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Sales Representative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4F5F70-E8AA-D171-1092-2DDD578A9EA1}"/>
              </a:ext>
            </a:extLst>
          </p:cNvPr>
          <p:cNvSpPr/>
          <p:nvPr/>
        </p:nvSpPr>
        <p:spPr>
          <a:xfrm>
            <a:off x="2895600" y="959497"/>
            <a:ext cx="990600" cy="144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 Order</a:t>
            </a:r>
          </a:p>
          <a:p>
            <a:pPr algn="ctr"/>
            <a:r>
              <a:rPr lang="en-IN" dirty="0"/>
              <a:t>(Build Apps)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60C656-96C5-CE72-3EDC-1CC0227806E4}"/>
              </a:ext>
            </a:extLst>
          </p:cNvPr>
          <p:cNvSpPr/>
          <p:nvPr/>
        </p:nvSpPr>
        <p:spPr>
          <a:xfrm>
            <a:off x="2061137" y="3368119"/>
            <a:ext cx="2126125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S/4HANA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B757AC3-0308-30BC-D283-5E6B2149DF90}"/>
              </a:ext>
            </a:extLst>
          </p:cNvPr>
          <p:cNvSpPr/>
          <p:nvPr/>
        </p:nvSpPr>
        <p:spPr>
          <a:xfrm>
            <a:off x="2362200" y="1428750"/>
            <a:ext cx="533400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1E64308-056C-8A45-3AEB-755540EBA7A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2777139" y="2754358"/>
            <a:ext cx="960822" cy="266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A555106-A687-82CC-4F6D-60C560D2878C}"/>
              </a:ext>
            </a:extLst>
          </p:cNvPr>
          <p:cNvSpPr/>
          <p:nvPr/>
        </p:nvSpPr>
        <p:spPr>
          <a:xfrm>
            <a:off x="4876800" y="590550"/>
            <a:ext cx="2478665" cy="388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Build Process Automation</a:t>
            </a:r>
          </a:p>
          <a:p>
            <a:pPr algn="ctr"/>
            <a:r>
              <a:rPr lang="en-IN" dirty="0"/>
              <a:t>BTP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7E1720-8547-A044-6E7F-012864CA47ED}"/>
              </a:ext>
            </a:extLst>
          </p:cNvPr>
          <p:cNvSpPr/>
          <p:nvPr/>
        </p:nvSpPr>
        <p:spPr>
          <a:xfrm>
            <a:off x="5811332" y="1151300"/>
            <a:ext cx="6096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approval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0BC323-2446-FCDE-0A01-2D53BF1587D0}"/>
              </a:ext>
            </a:extLst>
          </p:cNvPr>
          <p:cNvSpPr/>
          <p:nvPr/>
        </p:nvSpPr>
        <p:spPr>
          <a:xfrm>
            <a:off x="5963732" y="710148"/>
            <a:ext cx="304800" cy="2471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6BD2C-AAF6-0157-E21E-E70F9BA07118}"/>
              </a:ext>
            </a:extLst>
          </p:cNvPr>
          <p:cNvSpPr/>
          <p:nvPr/>
        </p:nvSpPr>
        <p:spPr>
          <a:xfrm>
            <a:off x="5177872" y="1712635"/>
            <a:ext cx="6096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app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1E0D3B-5331-316A-F69D-5422BF9C3919}"/>
              </a:ext>
            </a:extLst>
          </p:cNvPr>
          <p:cNvSpPr/>
          <p:nvPr/>
        </p:nvSpPr>
        <p:spPr>
          <a:xfrm>
            <a:off x="6473272" y="1706883"/>
            <a:ext cx="6096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rej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1B94AD-D938-4137-CC3B-99DA10F556CF}"/>
              </a:ext>
            </a:extLst>
          </p:cNvPr>
          <p:cNvSpPr/>
          <p:nvPr/>
        </p:nvSpPr>
        <p:spPr>
          <a:xfrm>
            <a:off x="6019800" y="2564607"/>
            <a:ext cx="248732" cy="235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5996196-E1BE-078D-5F96-3F59DC91C490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4187262" y="2533650"/>
            <a:ext cx="689538" cy="11773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EA5F03-E228-AA1C-C8FC-18F680677EAB}"/>
              </a:ext>
            </a:extLst>
          </p:cNvPr>
          <p:cNvCxnSpPr>
            <a:stCxn id="10" idx="3"/>
          </p:cNvCxnSpPr>
          <p:nvPr/>
        </p:nvCxnSpPr>
        <p:spPr>
          <a:xfrm>
            <a:off x="3886200" y="1683397"/>
            <a:ext cx="1020631" cy="2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B04F91E-5EE1-3BA7-4F20-44FE53A88135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>
            <a:off x="6116132" y="957264"/>
            <a:ext cx="0" cy="19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A563B2D-746A-9D23-D5DC-C1435D02EC5F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rot="5400000">
            <a:off x="5671135" y="1267637"/>
            <a:ext cx="256535" cy="633460"/>
          </a:xfrm>
          <a:prstGeom prst="bentConnector3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A87D117-BA17-069E-3F18-06FFA0282869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16200000" flipH="1">
            <a:off x="6321711" y="1250521"/>
            <a:ext cx="250783" cy="6619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4980469-6E05-7BC4-7D0D-3A22DF25AE8B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16200000" flipH="1">
            <a:off x="5539833" y="1960274"/>
            <a:ext cx="547172" cy="6614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6177CBC-1AF7-4F6D-159F-83A1D15F3CD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rot="5400000">
            <a:off x="6184657" y="1971192"/>
            <a:ext cx="552924" cy="6339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8FB7C25-1FE6-1EB8-C456-F0EB8B3C060F}"/>
              </a:ext>
            </a:extLst>
          </p:cNvPr>
          <p:cNvSpPr txBox="1"/>
          <p:nvPr/>
        </p:nvSpPr>
        <p:spPr>
          <a:xfrm>
            <a:off x="7712159" y="222587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Manager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E6C033-B265-371B-F138-560681CD348C}"/>
              </a:ext>
            </a:extLst>
          </p:cNvPr>
          <p:cNvSpPr txBox="1"/>
          <p:nvPr/>
        </p:nvSpPr>
        <p:spPr>
          <a:xfrm>
            <a:off x="4038600" y="1456099"/>
            <a:ext cx="782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&lt;data&gt;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3E11A3-A380-7F42-2D6A-966159D8F8B9}"/>
              </a:ext>
            </a:extLst>
          </p:cNvPr>
          <p:cNvSpPr txBox="1"/>
          <p:nvPr/>
        </p:nvSpPr>
        <p:spPr>
          <a:xfrm>
            <a:off x="4114600" y="2349403"/>
            <a:ext cx="782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&lt;data&gt;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F370C-B5D8-27DE-1196-039DDEAEF283}"/>
              </a:ext>
            </a:extLst>
          </p:cNvPr>
          <p:cNvSpPr/>
          <p:nvPr/>
        </p:nvSpPr>
        <p:spPr>
          <a:xfrm>
            <a:off x="7620000" y="2800350"/>
            <a:ext cx="12192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Build </a:t>
            </a:r>
            <a:r>
              <a:rPr lang="en-IN" dirty="0" err="1"/>
              <a:t>workzone</a:t>
            </a:r>
            <a:endParaRPr lang="en-IN" dirty="0"/>
          </a:p>
          <a:p>
            <a:pPr algn="ctr"/>
            <a:r>
              <a:rPr lang="en-IN" dirty="0"/>
              <a:t>My Inbox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D1C4534-5D93-6752-6081-B2FD57165929}"/>
              </a:ext>
            </a:extLst>
          </p:cNvPr>
          <p:cNvCxnSpPr>
            <a:stCxn id="2" idx="2"/>
          </p:cNvCxnSpPr>
          <p:nvPr/>
        </p:nvCxnSpPr>
        <p:spPr>
          <a:xfrm rot="5400000">
            <a:off x="7661049" y="3485367"/>
            <a:ext cx="262969" cy="8741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60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8174-CDFA-8C93-44DE-9D26D4881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293B4-D16C-6B44-34A2-5791214A3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A628F-50F7-5410-6868-C9F572B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4F3A64-CE1A-D036-09F0-4A36790C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Scenario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568780-1AAC-B5C6-5A6B-0A098D05DC10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  <a:hlinkClick r:id="rId2"/>
              </a:rPr>
              <a:t>https://help.sap.com/docs/build-process-automation/sap-build-process-automation/configure-sap-build-process-automation-destinations</a:t>
            </a:r>
            <a:endParaRPr lang="en-US" sz="1400" b="0" i="0" dirty="0">
              <a:effectLst/>
            </a:endParaRP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6151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D2C93-0120-CCFC-9609-5065A85D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B24C2-E0A7-CEBF-F7A8-38300185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26B177-165E-9165-72C4-FD0C520A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14:cNvPr>
              <p14:cNvContentPartPr/>
              <p14:nvPr/>
            </p14:nvContentPartPr>
            <p14:xfrm>
              <a:off x="1315357" y="-1465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357" y="-2365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877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24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414</Words>
  <Application>Microsoft Office PowerPoint</Application>
  <PresentationFormat>On-screen Show (16:9)</PresentationFormat>
  <Paragraphs>102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Cooper Black</vt:lpstr>
      <vt:lpstr>Segoe UI</vt:lpstr>
      <vt:lpstr>Segoe UI Light</vt:lpstr>
      <vt:lpstr>Office Theme</vt:lpstr>
      <vt:lpstr>SAP Build Training for Corporate Professionals</vt:lpstr>
      <vt:lpstr>PowerPoint Presentation</vt:lpstr>
      <vt:lpstr>Agenda</vt:lpstr>
      <vt:lpstr>Scenario – Shopping cart App</vt:lpstr>
      <vt:lpstr>PowerPoint Presentation</vt:lpstr>
      <vt:lpstr>Empty Cart create</vt:lpstr>
      <vt:lpstr>Add to Cart</vt:lpstr>
      <vt:lpstr>Create Cart Payload</vt:lpstr>
      <vt:lpstr>Add a new Cart Screen to view cart</vt:lpstr>
      <vt:lpstr>Scenario</vt:lpstr>
      <vt:lpstr>Scenario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154</cp:revision>
  <dcterms:created xsi:type="dcterms:W3CDTF">2013-12-05T19:37:13Z</dcterms:created>
  <dcterms:modified xsi:type="dcterms:W3CDTF">2025-08-18T06:02:19Z</dcterms:modified>
</cp:coreProperties>
</file>