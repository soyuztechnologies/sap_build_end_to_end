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494" r:id="rId3"/>
    <p:sldId id="265" r:id="rId4"/>
    <p:sldId id="558" r:id="rId5"/>
    <p:sldId id="554" r:id="rId6"/>
    <p:sldId id="555" r:id="rId7"/>
    <p:sldId id="557" r:id="rId8"/>
    <p:sldId id="537" r:id="rId9"/>
    <p:sldId id="495" r:id="rId10"/>
    <p:sldId id="496" r:id="rId11"/>
    <p:sldId id="49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753"/>
    <a:srgbClr val="1B4134"/>
    <a:srgbClr val="FFFFFF"/>
    <a:srgbClr val="222222"/>
    <a:srgbClr val="76B8B5"/>
    <a:srgbClr val="90B6DD"/>
    <a:srgbClr val="057CFF"/>
    <a:srgbClr val="464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 autoAdjust="0"/>
    <p:restoredTop sz="96236" autoAdjust="0"/>
  </p:normalViewPr>
  <p:slideViewPr>
    <p:cSldViewPr>
      <p:cViewPr varScale="1">
        <p:scale>
          <a:sx n="130" d="100"/>
          <a:sy n="130" d="100"/>
        </p:scale>
        <p:origin x="73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8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1819-8EAB-4094-BBB1-E11C3AABA846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62D1B-AC76-4092-A22E-9E6DF2EB6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4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31 24575,'0'0'0,"0"0"0,0 0 0,1 0 0,-1 0 0,0 0 0,0 0 0,0 0 0,0 0 0,1 0 0,-1 0 0,0 0 0,0 0 0,0 0 0,1 0 0,-1 0 0,0 0 0,0 0 0,0 0 0,0 0 0,1 0 0,-1 0 0,0 0 0,0 0 0,0-1 0,0 1 0,1 0 0,-1 0 0,0 0 0,0 0 0,0 0 0,0-1 0,0 1 0,0 0 0,1 0 0,-1 0 0,0 0 0,0 0 0,0-1 0,0 1 0,0 0 0,0 0 0,0 0 0,0-1 0,0 1 0,0 0 0,0 0 0,0 0 0,0-1 0,0 1 0,0 0 0,0 0 0,0 0 0,0 0 0,0-1 0,0 1 0,0 0 0,0 0 0,0 0 0,-1 0 0,1-1 0,0 1 0,18 5 0,-15-2 0,-1-1 0,1 1 0,0 0 0,-1 1 0,0-1 0,1 0 0,-1 1 0,0-1 0,-1 1 0,1-1 0,-1 1 0,0 0 0,0 0 0,0 0 0,0 0 0,0 7 0,1 8 0,-2 1 0,-1 21 0,0-31 0,-11 166 0,-3 100 0,13-122 0,-34 244 0,4-234 0,11-63 0,-9 114 0,30-206 0,-1 0 0,2 0 0,-1 0 0,4 17 0,-3-24 0,-1-1 0,1 1 0,-1-1 0,1 1 0,0 0 0,-1-1 0,1 1 0,0-1 0,0 0 0,0 1 0,0-1 0,0 0 0,1 0 0,0 2 0,-1-3 0,1 1 0,-1-1 0,0 1 0,0-1 0,0 0 0,0 1 0,0-1 0,0 0 0,0 0 0,1 0 0,-1 0 0,0 0 0,0 0 0,0 0 0,0-1 0,0 1 0,0 0 0,1-1 0,-1 1 0,0-1 0,0 1 0,0-1 0,1 0 0,29-17 0,-17 9 0,1 0 0,0 1 0,28-9 0,2 5 0,1 1 0,0 3 0,71-4 0,143 9 0,-155 4 0,364 0-125,675-1-363,-635-14 480,34 0 119,-523 14 28,-13 0-93,1 1 1,0-1-1,0-1 1,-1 0-1,1 0 0,-1 0 1,11-4-1,-18 5-46,0 0 0,1 0 0,-1 0 0,0 0 0,0 0 0,1 0 0,-1 0 0,0 0 0,1-1 0,-1 1 0,0 0 0,0 0 0,1 0 0,-1 0 0,0-1 0,0 1 0,0 0 0,1 0 0,-1 0 0,0-1 0,0 1 0,0 0 0,0 0 0,0-1 0,1 1 0,-1 0 0,0 0 0,0-1 0,0 1 0,0 0 0,0-1 0,0 1 0,0 0 0,0 0 0,0-1 0,0 1 0,0 0 0,0-1 0,0 1 0,0 0 0,0 0 0,0-1 0,0 1 0,-1-1 0,-12-9 0,-22-5 0,28 12 0,1 2 0,1-1 0,-1 0 0,1-1 0,0 1 0,-9-6 0,14 7 0,-1 1 0,0-1 0,1 0 0,-1 1 0,0-1 0,1 0 0,-1 0 0,1 1 0,-1-1 0,1 0 0,0 0 0,-1 0 0,1 0 0,0 1 0,-1-1 0,1 0 0,0 0 0,0 0 0,0 0 0,0 0 0,0 0 0,0 0 0,0 0 0,0 0 0,0 0 0,0 0 0,1 1 0,-1-1 0,0 0 0,1 0 0,-1 0 0,0 0 0,1 0 0,-1 1 0,1-1 0,-1 0 0,1 0 0,0 1 0,-1-1 0,1 0 0,1 0 0,10-12 0,-1 1 0,-1-2 0,0 1 0,-1-1 0,-1-1 0,0 0 0,-1 0 0,0 0 0,4-18 0,-1-6 0,-2 0 0,-2-1 0,3-79 0,-17-124 0,0 85 0,8-5 0,-7-122 0,4 260 0,-2 1 0,0-1 0,-1 1 0,-2 0 0,-18-40 0,16 34 0,8 25 0,1-1 0,-1 1 0,0 0 0,-1 0 0,-3-8 0,5 12 0,-1-1 0,1 1 0,0-1 0,-1 1 0,1 0 0,-1 0 0,1-1 0,-1 1 0,0 0 0,0 0 0,1 1 0,-1-1 0,0 0 0,0 0 0,0 1 0,0-1 0,0 1 0,0 0 0,-3-1 0,-202 1 0,93 2 0,-84-2 0,-1150 18 0,1129-10 0,-238 12 0,2 21 0,426-38 0,-112 19 0,16-7 0,51-9 0,70-5 0,-6 1 0,0-1 0,1 0 0,-1-1 0,0 0 0,0 0 0,0-1 0,0 0 0,-13-4 0,23 5 19,-1 0-65,1 0 0,0 0 0,-1 0 0,1 0 0,0 0-1,0-1 1,-1 1 0,1 0 0,0 0 0,0 0 0,-1 0 0,1 0-1,0 0 1,0-1 0,0 1 0,-1 0 0,1 0 0,0 0 0,0-1-1,0 1 1,0 0 0,-1 0 0,1-1 0,0 1 0,0 0 0,0 0-1,0-1 1,0 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24517,'-19'27'0,"121"-27"0,-83-27 0,-121 27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4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24575,'0'0'0,"0"-1"0,0 1 0,0 0 0,0 0 0,0-1 0,0 1 0,0 0 0,0-1 0,0 1 0,0 0 0,0-1 0,0 1 0,1 0 0,-1 0 0,0-1 0,0 1 0,0 0 0,0-1 0,0 1 0,1 0 0,-1 0 0,0 0 0,0-1 0,1 1 0,-1 0 0,0 0 0,0 0 0,1-1 0,-1 1 0,0 0 0,0 0 0,1 0 0,-1 0 0,13 3 0,10 12 0,-21-14 0,31 22 0,1-2 0,72 35 0,84 19 0,-98-40 0,1228 527-1142,428 139 396,-1669-672 2516,-92-37-1737,1-1 1,0 0-1,-11-11 1,1 1-50,17 14 16,1 0 0,0 0 0,0-1 0,0 1 0,1-1 0,0 1 0,0-1 0,1 0 0,-1 0 0,-1-11 0,-15-29 0,13 36 0,-11-21 0,16 30 0,0-1 0,0 1 0,0 0 0,0-1 0,0 1 0,0 0 0,-1 0 0,1 0 0,0 0 0,-1 0 0,1 0 0,-1 0 0,1 0 0,-3-1 0,3 2 0,1 0 0,0 0 0,0 0 0,0 0 0,-1 0 0,1 0 0,0 0 0,0 0 0,0 0 0,-1 0 0,1 0 0,0 0 0,0 0 0,0 0 0,0 1 0,-1-1 0,1 0 0,0 0 0,0 0 0,0 0 0,0 0 0,-1 0 0,1 0 0,0 1 0,0-1 0,0 0 0,0 0 0,0 0 0,0 0 0,-1 1 0,1-1 0,0 0 0,0 0 0,0 0 0,0 1 0,0-1 0,0 0 0,0 0 0,0 0 0,0 1 0,0-1 0,2 13 0,6 12 0,1-8 0,1 0 0,0-1 0,1 0 0,1-1 0,0 0 0,1-1 0,17 14 0,11 15 0,-24-24 0,-16-18 0,0 0 0,-1 0 0,1 0 0,0 0 0,-1 0 0,1 0 0,0 0 0,-1 1 0,1-1 0,-1 0 0,0 0 0,1 0 0,-1 0 0,0 1 0,0-1 0,0 3 0,-2-4 0,0 0 0,0 1 0,-1-1 0,1 0 0,0 0 0,0-1 0,-1 1 0,1 0 0,0-1 0,0 1 0,0-1 0,0 0 0,-3-1 0,-3 0 0,-2 1 42,-1-1 0,0 1 0,1 1 0,-1 0 0,0 1 0,1 0 0,-19 4 0,-2 3-616,-37 16 1,52-18 19,-5 1-6272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0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24575,'-2'0'0,"-3"0"0,-4 0 0,-1 0 0,-3 0 0,0 3 0,-1 0 0,0 2 0,-1 0 0,4 2 0,0 0 0,0-2 0,0-1 0,1-2-8191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3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805 916 24575,'8'-94'0,"-1"8"0,-7 80 0,0 1 0,0-1 0,0 0 0,-1 0 0,0 0 0,0 1 0,-2-9 0,2 12 0,0 1 0,0-1 0,0 1 0,-1-1 0,1 0 0,0 1 0,-1 0 0,1-1 0,0 1 0,-1 0 0,0 0 0,1 0 0,-1 0 0,0 0 0,0 0 0,1 0 0,-1 1 0,0-1 0,0 1 0,0-1 0,0 1 0,0 0 0,0-1 0,0 1 0,-3 1 0,-9-1 0,0 0 0,0 2 0,0 0 0,0 1 0,0 0 0,-25 10 0,-78 39 0,111-48 0,-36 17 0,2 2 0,0 2 0,2 2 0,1 1 0,1 1 0,1 3 0,-33 39 0,46-45 0,2 0 0,2 1 0,0 1 0,1 0 0,2 1 0,1 1 0,2 1 0,1 0 0,1 0 0,-11 62 0,17-70 0,2 0 0,0 1 0,2-1 0,0 1 0,2-1 0,7 41 0,-7-53 0,1-2 0,0 1 0,1 0 0,0-1 0,0 1 0,1-1 0,0 0 0,1-1 0,0 1 0,0-1 0,1 0 0,0-1 0,0 0 0,1 0 0,0 0 0,0-1 0,16 9 0,-10-8 0,0-1 0,1 0 0,0-1 0,0 0 0,0-2 0,0 0 0,23 2 0,-4-3 0,0-2 0,44-5 0,-76 5 0,32-2 0,-34 2 0,0 0 0,0 0 0,0 0 0,0 0 0,1 0 0,-1 0 0,0 1 0,0-1 0,0 0 0,1 0 0,-1 0 0,0 0 0,0 0 0,0 0 0,0 0 0,0 0 0,1 0 0,-1 0 0,0 0 0,0 1 0,0-1 0,0 0 0,0 0 0,0 0 0,1 0 0,-1 0 0,0 1 0,0-1 0,0 0 0,0 0 0,0 0 0,0 0 0,0 1 0,0-1 0,0 0 0,0 0 0,0 0 0,0 0 0,0 1 0,0-1 0,0 0 0,0 0 0,0 1 0,-13 11 0,5-6 0,-50 33 0,3 3 0,-51 49 0,90-75 0,1 0 0,0 1 0,1 1 0,2 0 0,0 0 0,0 2 0,2-1 0,0 1 0,2 1 0,-11 35 0,16-43 0,1 0 0,0 1 0,1-1 0,0 1 0,1-1 0,1 1 0,0-1 0,0 1 0,2-1 0,0 0 0,0 1 0,1-1 0,1-1 0,0 1 0,1-1 0,0 0 0,0 0 0,2-1 0,-1 0 0,2 0 0,-1 0 0,1-1 0,1-1 0,0 0 0,0 0 0,1-1 0,0 0 0,17 9 0,-2-4 0,0-1 0,1-2 0,0 0 0,1-2 0,0-1 0,0-1 0,46 4 0,-13-7 0,0-2 0,95-11 0,-119 6 0,0-2 0,-1-1 0,0-2 0,0-2 0,-1-1 0,58-29 0,-88 38 0,-1 0 0,1 1 0,0 0 0,0 0 0,0 0 0,0 1 0,0 0 0,9-1 0,-11 2 0,0 0 0,0 0 0,1 1 0,-1 0 0,0-1 0,0 1 0,0 1 0,0-1 0,0 0 0,0 1 0,0-1 0,0 1 0,0 0 0,-1 0 0,3 2 0,94 85 0,21 16 0,-71-68-8,1-3 1,2-2-1,1-2 0,2-3 0,0-1 1,2-4-1,0-2 0,2-2 0,0-3 1,0-2-1,1-3 0,1-3 0,0-3 1,118-5-1,-92-9-71,0-4-1,-1-3 1,-1-4 0,0-4 0,-2-3 0,-1-4 0,115-63-1,-104 41 89,-2-3-1,-2-4 1,-4-4-1,-2-4 1,128-138-1,-195 190 3,23-28-33,-35 40 36,-1 1 1,-1 0-1,1-1 0,-1 1 0,0-1 0,0 0 1,0 1-1,2-10 0,-5 18 64,1-2-58,-1 0 1,1-1-1,-1 1 0,1 0 0,0 0 0,0 0 0,0 0 1,0 0-1,0 0 0,1-1 0,-1 1 0,0 0 0,1 0 0,0 0 1,-1-1-1,1 1 0,0 0 0,0-1 0,0 1 0,0 0 1,0-1-1,0 1 0,0-1 0,2 2 0,2 1-20,1 0 0,-1-1 0,0 0 0,1 0 0,-1 0 0,1-1 0,0 0 0,0 0 0,0 0 0,11 1 0,2-1 0,1 0 0,23-1 0,0-4 0,-1-1 0,0-2 0,80-23 0,-45 4 0,84-39 0,-121 46 0,0-2 0,-2-1 0,0-3 0,-1-1 0,59-53 0,-77 59 0,0 0 0,-2-1 0,0-1 0,-1-1 0,-2 0 0,0-1 0,-1-1 0,-1 0 0,-2-1 0,15-48 0,-20 50 0,0 0 0,-1-1 0,-2 0 0,0 0 0,-1 0 0,-2 0 0,0 0 0,-2 0 0,-1 0 0,-7-25 0,6 32 0,0 1 0,-1-1 0,-1 2 0,-1-1 0,0 1 0,-1 0 0,-1 1 0,0 0 0,-1 0 0,-1 1 0,0 1 0,0 0 0,-1 0 0,-26-16 0,14 13 0,-1 1 0,0 2 0,-1 1 0,-47-14 0,-118-17 0,70 17 0,81 17 0,-58-16 0,87 20 0,0 0 0,0 0 0,0-2 0,1 1 0,-17-12 0,27 17 0,1-1 0,-1 1 0,0-1 0,0 0 0,0 1 0,0-1 0,0 0 0,0 0 0,1 0 0,-1 1 0,0-1 0,1 0 0,-1 0 0,1 0 0,-1 0 0,1 0 0,-1 0 0,1 0 0,0 0 0,-1 0 0,1 0 0,0 0 0,0-1 0,0 1 0,0 0 0,0 0 0,0 0 0,0 0 0,0 0 0,0 0 0,0 0 0,1 0 0,-1 0 0,0-1 0,1 1 0,-1 0 0,1 1 0,-1-1 0,1 0 0,0 0 0,-1 0 0,1 0 0,0 0 0,1-1 0,4-3 0,0-1 0,1 1 0,0 0 0,14-7 0,-11 7 0,3-3 0,0 0 0,-1-1 0,0 0 0,0-1 0,-1-1 0,10-11 0,-18 19 0,-1 0 0,1 0 0,-1 0 0,0 0 0,0 0 0,-1-1 0,1 1 0,-1-1 0,0 0 0,0 1 0,0-1 0,0 0 0,0 1 0,-1-1 0,0 0 0,0 0 0,0 0 0,0 1 0,0-1 0,-1 0 0,0 0 0,1 1 0,-2-1 0,1 0 0,0 1 0,-1-1 0,1 1 0,-1-1 0,-3-3 0,-2-2 0,-1 0 0,0 0 0,0 1 0,0 0 0,-1 0 0,-1 1 0,1 1 0,-1-1 0,0 2 0,0-1 0,-1 1 0,-12-4 0,-10-2 0,-1 2 0,-61-10 0,-22 6 0,-2 6 0,-139 8 0,239 0 0,4-1 0,-1 0 0,1 1 0,-1 1 0,1 0 0,0 1 0,-18 6 0,33-9 0,0 0 0,0 0 0,0 0 0,-1 0 0,1 0 0,0 0 0,0 0 0,0 0 0,0 0 0,-1 0 0,1 0 0,0 0 0,0 0 0,0 0 0,0 0 0,0 0 0,-1 1 0,1-1 0,0 0 0,0 0 0,0 0 0,0 0 0,0 0 0,0 0 0,-1 0 0,1 1 0,0-1 0,0 0 0,0 0 0,0 0 0,0 0 0,0 0 0,0 1 0,0-1 0,0 0 0,0 0 0,0 0 0,0 0 0,0 1 0,0-1 0,0 0 0,0 0 0,0 0 0,0 0 0,0 1 0,0-1 0,0 0 0,0 0 0,0 0 0,0 0 0,11 4 0,16-1 0,-16-4 0,0 0 0,0 0 0,-1-1 0,1-1 0,-1 0 0,18-7 0,-24 9 0,-1-1 0,1 1 0,-1-1 0,1 0 0,-1 0 0,0 0 0,0 0 0,0-1 0,0 1 0,0-1 0,0 0 0,-1 1 0,1-1 0,-1-1 0,0 1 0,0 0 0,0 0 0,-1-1 0,1 1 0,-1-1 0,1 0 0,0-4 0,-2 5 0,0 0 0,-1 0 0,1 0 0,-1 0 0,1 0 0,-1 1 0,0-1 0,0 0 0,0 0 0,0 1 0,-1-1 0,1 1 0,-1-1 0,0 1 0,1 0 0,-1-1 0,0 1 0,0 0 0,-4-2 0,-4-5 0,-1 1 0,-21-13 0,30 20 0,-39-21 0,-87-34 0,-50-4 0,176 59 0,-181-53 0,-1 8 0,-272-32 0,405 72 0,0 2 0,-1 3 0,1 2 0,-59 8 0,89-6 0,0 1 0,1 1 0,-1 1 0,1 1 0,0 1 0,0 0 0,1 2 0,0 0 0,1 1 0,0 1 0,1 1 0,-26 24 0,22-16 0,1 2 0,2 0 0,0 1 0,2 1 0,0 1 0,2 0 0,1 1 0,1 0 0,1 1 0,1 0 0,-6 35 0,15-59 0,1 0 0,-1-1 0,1 1 0,0-1 0,0 1 0,1 0 0,-1-1 0,1 1 0,1 4 0,-1-7 0,-1 0 0,0 0 0,1 0 0,-1-1 0,1 1 0,-1 0 0,1-1 0,-1 1 0,1 0 0,-1-1 0,1 1 0,0-1 0,-1 1 0,1-1 0,0 1 0,-1-1 0,1 1 0,0-1 0,0 0 0,-1 1 0,1-1 0,0 0 0,0 0 0,0 0 0,0 0 0,-1 1 0,1-1 0,0 0 0,0 0 0,0-1 0,0 1 0,-1 0 0,1 0 0,0 0 0,0 0 0,0-1 0,0 1 0,-1 0 0,1-1 0,0 1 0,-1-1 0,1 1 0,0-1 0,1 0 0,2-2 0,1 0 0,-1-1 0,0 1 0,0-1 0,0 0 0,0 0 0,-1-1 0,0 1 0,1-1 0,-2 1 0,1-1 0,0 0 0,-1 0 0,0 0 0,0 0 0,-1-1 0,2-7 0,-2 8 0,0 0 0,-1 1 0,1-1 0,-1 0 0,0 1 0,-1-1 0,1 0 0,-1 1 0,0-1 0,0 1 0,0-1 0,-1 1 0,0 0 0,0-1 0,0 1 0,0 0 0,0 0 0,-1 0 0,0 0 0,0 1 0,-3-4 0,-2 0 0,0 2 0,-1-1 0,1 1 0,-1 0 0,0 1 0,-1 0 0,1 0 0,0 1 0,-1 0 0,0 1 0,0 0 0,-10 0 0,-13-1 0,-1 2 0,-42 3 0,17 3 0,0 2 0,0 2 0,1 4 0,-80 27 0,109-30 0,0 1 0,1 2 0,1 1 0,0 1 0,1 1 0,1 2 0,0 0 0,1 2 0,1 0 0,-27 32 0,36-34 49,1 1 0,1 0 0,1 1-1,0 0 1,1 0 0,-8 28 0,14-39-150,1 0 1,1 0-1,0 1 1,0-1 0,1 1-1,0 0 1,0-1-1,1 1 1,1 0 0,0-1-1,0 1 1,0 0 0,1-1-1,1 1 1,0-1-1,7 17 1,6-2-6726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3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97 192 24575,'-11'-6'0,"0"0"0,0 0 0,1-1 0,0 0 0,-11-11 0,21 18 0,-1 0 0,1 0 0,0-1 0,0 1 0,0 0 0,0 0 0,-1 0 0,1-1 0,0 1 0,0 0 0,0 0 0,-1 0 0,1 0 0,0-1 0,0 1 0,-1 0 0,1 0 0,0 0 0,0 0 0,-1 0 0,1 0 0,0 0 0,-1 0 0,1 0 0,0 0 0,0 0 0,-1 0 0,1 0 0,0 0 0,-1 0 0,1 0 0,0 0 0,-1 0 0,1 10 0,8 20 0,-7-27 0,63 221 0,-64-223 0,1 0 0,-1 0 0,0 0 0,1 0 0,-1 1 0,0-1 0,0 0 0,0 0 0,0 0 0,0 1 0,0-1 0,0 0 0,0 0 0,-1 2 0,1-3 0,-1 0 0,1 0 0,-1 0 0,1 0 0,-1 0 0,1 0 0,-1-1 0,1 1 0,0 0 0,-1 0 0,1-1 0,-1 1 0,1 0 0,0-1 0,-1 1 0,1 0 0,0-1 0,-1 1 0,1 0 0,0-1 0,0 1 0,-1-1 0,1 0 0,-23-34 0,13 12 0,0 1 0,2-1 0,-10-45 0,15 52 0,0-1 0,1 1 0,1-1 0,0 0 0,2 1 0,3-28 0,-3 39 0,0 0 0,0 0 0,1 0 0,0 0 0,0 0 0,0 0 0,0 0 0,1 1 0,0-1 0,0 1 0,0 0 0,0 0 0,1 0 0,0 0 0,0 1 0,0-1 0,0 1 0,0 0 0,1 0 0,-1 1 0,1-1 0,0 1 0,-1 0 0,1 0 0,0 1 0,0-1 0,1 1 0,7-1 0,-3 1 0,0 1 0,0 0 0,0 0 0,0 1 0,0 0 0,0 1 0,0 0 0,0 1 0,0 0 0,0 0 0,-1 1 0,0 0 0,18 11 0,-25-14 0,0 1 0,0-1 0,0 0 0,0 1 0,0 0 0,-1-1 0,1 1 0,0 0 0,-1 0 0,1 0 0,-1 0 0,0 0 0,0 0 0,1 1 0,-1-1 0,-1 0 0,1 1 0,0-1 0,-1 0 0,1 1 0,0 3 0,-2-3 0,1 0 0,-1 0 0,0 0 0,0 0 0,0 0 0,0 0 0,0 0 0,0 0 0,-1-1 0,0 1 0,1 0 0,-1-1 0,0 0 0,0 1 0,0-1 0,-1 0 0,-2 2 0,-12 10 0,-2-2 0,0 0 0,0-1 0,-28 12 0,26-13 0,20-10 0,1 0 0,-1 1 0,0-1 0,0 0 0,0 1 0,0-1 0,1 0 0,-1 1 0,0-1 0,1 1 0,-1 0 0,0-1 0,1 1 0,-1 0 0,0-1 0,1 1 0,-1 0 0,1-1 0,-1 1 0,1 0 0,-1 1 0,2-2 0,-1 1 0,0 0 0,0-1 0,1 1 0,-1-1 0,1 0 0,-1 1 0,0-1 0,1 1 0,-1-1 0,1 0 0,-1 1 0,1-1 0,-1 0 0,1 1 0,0-1 0,-1 0 0,1 0 0,-1 1 0,1-1 0,0 0 0,0 0 0,44 6 0,-43-6 0,28 1 0,-23-1 0,1 0 0,0 0 0,-1 0 0,1 1 0,-1 0 0,1 1 0,-1 0 0,0 0 0,1 0 0,9 6 0,-16-8 0,0 0 0,-1 1 0,1-1 0,0 1 0,-1-1 0,1 1 0,0-1 0,-1 1 0,1 0 0,-1-1 0,1 1 0,-1-1 0,1 1 0,-1 0 0,0 0 0,1-1 0,-1 1 0,0 0 0,1 0 0,-1-1 0,0 1 0,0 0 0,0 0 0,0 0 0,0 1 0,0-1 0,-1 1 0,1-1 0,-1 0 0,1 0 0,-1 0 0,0 1 0,0-1 0,0 0 0,1 0 0,-1 0 0,0 0 0,0 0 0,-2 1 0,-4 3 0,0-1 0,0 0 0,0-1 0,-8 4 0,-15 4-341,-1-1 0,0-2-1,-64 9 1,72-15-6485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39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19 24575,'31'-6'0,"49"-3"0,-40 6 0,-15 2 0,-22 4 0,-14 4 0,-49 19 0,33-16 0,1 1 0,-38 24 0,57-31 0,1 1 0,-1-1 0,1 2 0,0-1 0,0 1 0,1 0 0,0 0 0,0 0 0,0 1 0,1-1 0,0 1 0,0 1 0,-4 11 0,6-15 0,1 0 0,0-1 0,1 1 0,-1 0 0,1 0 0,-1 0 0,1-1 0,0 1 0,1 0 0,-1 0 0,1 0 0,-1-1 0,1 1 0,0 0 0,3 4 0,-2-3 0,1 0 0,0 0 0,0-1 0,0 1 0,1-1 0,-1 0 0,1 0 0,0 0 0,8 5 0,-1-1 0,1-1 0,0-1 0,0 0 0,1 0 0,-1-1 0,1-1 0,25 5 0,-24-6-227,0-2-1,1 1 1,-1-2-1,1 0 1,25-4-1,-9-2-6598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39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28 24575,'-7'0'0,"-7"-2"0,-6-1 0,-3 0 0,1-2 0,9 1 0,12 0 0,13 1 0,9 1 0,8 1 0,5 0 0,3 1 0,-2 0 0,-1 0 0,-6 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1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57 24575,'2'76'0,"6"39"0,-9 163 0,-4-220 0,-2-1 0,-2 0 0,-3-1 0,-35 101 0,41-142 0,-5 14 0,11-28 0,0-1 0,0 0 0,0 0 0,0 0 0,0 1 0,0-1 0,0 0 0,0 0 0,1 0 0,-1 1 0,0-1 0,0 0 0,0 0 0,0 0 0,0 1 0,0-1 0,1 0 0,-1 0 0,0 0 0,0 0 0,0 1 0,0-1 0,1 0 0,-1 0 0,0 0 0,0 0 0,0 0 0,1 0 0,-1 0 0,0 0 0,0 0 0,0 1 0,1-1 0,-1 0 0,0 0 0,0 0 0,1 0 0,-1 0 0,0 0 0,0 0 0,0-1 0,1 1 0,-1 0 0,0 0 0,0 0 0,1 0 0,-1 0 0,0 0 0,0 0 0,0 0 0,0 0 0,1-1 0,-1 1 0,0 0 0,18-8 0,-13 6 0,23-10 0,2 2 0,-1 0 0,1 3 0,1 0 0,47-3 0,160 2 0,-230 8 0,684 23 0,-364-7 0,-310-15 0,-12 0 0,0 0 0,0-1 0,-1 0 0,1 0 0,0-1 0,0 1 0,0-1 0,0 0 0,9-4 0,-14 5 0,-1 0 0,0 0 0,0 0 0,1 0 0,-1-1 0,0 1 0,0 0 0,0 0 0,1 0 0,-1 0 0,0-1 0,0 1 0,0 0 0,0 0 0,1 0 0,-1-1 0,0 1 0,0 0 0,0 0 0,0 0 0,0-1 0,0 1 0,0 0 0,0 0 0,1-1 0,-1 1 0,0 0 0,0 0 0,0-1 0,0 1 0,0 0 0,0 0 0,0-1 0,-1 1 0,1 0 0,0 0 0,0-1 0,-9-8 0,-17-6 0,23 13 0,-2 0 0,0-1 0,0 0 0,0 0 0,0-1 0,1 1 0,-1-1 0,1 0 0,-7-8 0,9 9 0,0-1 0,0 0 0,1 1 0,-1-1 0,1 0 0,-1 0 0,1 0 0,0 0 0,1 0 0,-1 0 0,1-1 0,0 1 0,0-4 0,3-33 0,8-43 0,2-22 0,-12 26 0,-3 1 0,-4 0 0,-30-148 0,36 227 0,-2-9 0,0 0 0,0 0 0,-1 0 0,-6-14 0,7 21 0,1 0 0,0 0 0,0 0 0,-1 0 0,1 0 0,-1 0 0,0 0 0,0 1 0,1-1 0,-1 1 0,0-1 0,0 1 0,-1 0 0,1 0 0,0-1 0,0 2 0,0-1 0,-1 0 0,1 0 0,-1 1 0,1-1 0,-4 1 0,-39-1 0,0 2 0,-55 8 0,13 0 0,28-5 0,-475 40 0,3 29 0,516-69 139,-19 3 7,32-7-264,1 0 1,-1 0-1,0 1 0,0-1 0,1-1 0,-1 1 0,0 0 0,0 0 0,1-1 0,-1 1 1,0 0-1,1-1 0,-4-1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13 24575,'-1'-1'0,"1"0"0,0 1 0,-1-1 0,1 0 0,-1 0 0,1 1 0,-1-1 0,0 0 0,1 1 0,-1-1 0,0 0 0,1 1 0,-1-1 0,0 1 0,0 0 0,1-1 0,-1 1 0,0-1 0,0 1 0,0 0 0,0 0 0,1-1 0,-1 1 0,0 0 0,0 0 0,0 0 0,0 0 0,0 0 0,-1 0 0,-28 2 0,8 6 0,0 0 0,0 2 0,1 1 0,0 1 0,1 0 0,-23 19 0,38-27 0,0 0 0,-1 0 0,2 0 0,-1 1 0,-8 10 0,13-14 0,-1 0 0,0 0 0,1 0 0,-1 0 0,1 0 0,-1 0 0,1 0 0,0 0 0,-1 0 0,1 0 0,0 0 0,0 0 0,-1 0 0,1 1 0,0-1 0,0 0 0,0 0 0,1 0 0,-1 0 0,0 0 0,0 0 0,1 1 0,-1-1 0,0 0 0,1 0 0,-1 0 0,1 0 0,-1 0 0,1 0 0,0 0 0,0 0 0,-1-1 0,1 1 0,0 0 0,0 0 0,0-1 0,0 1 0,-1 0 0,1-1 0,0 1 0,2 0 0,8 4 0,-1 0 0,1-1 0,0 0 0,0-1 0,1 0 0,-1-1 0,0 0 0,15 1 0,-1-2 0,1-2 0,42-4 0,-62 4 17,14-2-478,0 0 1,24-8-1,-27 5-6365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17 24575,'-1'-1'0,"0"-1"0,-1 1 0,1 0 0,-1-1 0,0 1 0,1 0 0,-1 0 0,0 0 0,0 0 0,0 0 0,0 0 0,0 1 0,0-1 0,0 1 0,-4-1 0,5 1 0,0 0 0,0 0 0,0 1 0,0-1 0,0 0 0,0 1 0,0-1 0,0 1 0,0-1 0,0 1 0,0 0 0,0-1 0,0 1 0,1 0 0,-1 0 0,0-1 0,0 1 0,1 0 0,-1 0 0,1 0 0,-1 0 0,1 0 0,-1 0 0,1 0 0,-1 0 0,1 0 0,0 0 0,0 0 0,-1 0 0,1 2 0,-7 41 0,2 1 0,0 56 0,2-28 0,2-48 0,-21 251 0,14-214 0,-3 0 0,-25 84 0,34-142 0,1-1 0,0 1 0,0 1 0,0-1 0,0 0 0,1 0 0,0 5 0,0-8 0,0 0 0,0 0 0,1-1 0,-1 1 0,0 0 0,1 0 0,-1 0 0,1-1 0,-1 1 0,1 0 0,-1-1 0,1 1 0,-1 0 0,1-1 0,0 1 0,0-1 0,-1 1 0,1-1 0,0 1 0,0-1 0,-1 1 0,1-1 0,0 0 0,0 0 0,0 1 0,0-1 0,-1 0 0,1 0 0,0 0 0,0 0 0,0 0 0,0 0 0,0 0 0,0 0 0,-1 0 0,1 0 0,0-1 0,1 1 0,71-11 0,22-2 0,822-3 0,-614 18 0,-183-1 0,136-2 0,-235-3 0,-15 1 0,-14-1 0,-14 2 106,1 0 1,-32 2-1,-19-2-1790,47 0-5142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24575,'0'-1'0,"0"0"0,1 0 0,-1-1 0,0 1 0,1 0 0,-1 0 0,1 0 0,-1-1 0,1 1 0,-1 0 0,1 0 0,0 0 0,0 0 0,0 0 0,-1 0 0,1 0 0,0 1 0,0-1 0,0 0 0,0 0 0,1 1 0,-1-1 0,0 1 0,0-1 0,0 1 0,0-1 0,1 1 0,-1 0 0,0-1 0,0 1 0,3 0 0,6-1 0,1 0 0,-1 0 0,11 2 0,-8-1 0,1194 13 0,-1089-13 0,72 2 0,-188-2 0,-1 0 0,0 0 0,0 0 0,1 0 0,-1 0 0,0 0 0,0 0 0,0 0 0,1 1 0,-1-1 0,0 1 0,0-1 0,0 1 0,0-1 0,0 1 0,0-1 0,0 1 0,0 0 0,0 0 0,0-1 0,0 1 0,0 0 0,0 0 0,-1 0 0,1 0 0,0 0 0,-1 0 0,1 0 0,-1 0 0,1 1 0,-1-1 0,1 0 0,-1 0 0,0 0 0,0 0 0,1 1 0,-1 0 0,-1 5 0,0-1 0,0 0 0,-1 0 0,1 0 0,-1 0 0,-4 7 0,-4 21 0,0 66 0,4 0 0,5 0 0,5 1 0,24 151 0,-22-206 0,10 52 0,-21-125-1365,-1 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58 24575,'0'-1'0,"0"-1"0,0 0 0,0 1 0,0-1 0,0 0 0,0 1 0,-1-1 0,1 0 0,-1 1 0,1-1 0,-1 0 0,0 1 0,1-1 0,-1 1 0,0 0 0,0-1 0,0 1 0,-2-2 0,2 2 0,-1 0 0,1 1 0,0-1 0,-1 0 0,1 1 0,-1 0 0,1-1 0,0 1 0,-1 0 0,1 0 0,-1-1 0,1 1 0,-1 0 0,1 1 0,-1-1 0,1 0 0,-1 0 0,1 1 0,-1-1 0,1 0 0,-3 2 0,-2 1 0,1 0 0,-1 0 0,0 1 0,1 0 0,0 0 0,0 0 0,0 1 0,0-1 0,1 1 0,0 0 0,0 1 0,0-1 0,1 1 0,0-1 0,0 1 0,0 0 0,0 0 0,1 1 0,0-1 0,1 0 0,-1 1 0,0 10 0,2-12 0,-1-1 0,1 1 0,0-1 0,1 1 0,-1-1 0,1 1 0,0-1 0,0 0 0,0 1 0,0-1 0,1 0 0,0 0 0,0 0 0,4 7 0,-4-8 0,1-1 0,0 1 0,0 0 0,0-1 0,0 1 0,0-1 0,0 0 0,1 0 0,-1 0 0,0-1 0,1 1 0,0-1 0,-1 0 0,1 0 0,0 0 0,0 0 0,0-1 0,-1 0 0,7 1 0,-1-2 0,0 1 0,0-1 0,0-1 0,-1 0 0,1 0 0,0 0 0,-1-1 0,1 0 0,-1-1 0,0 0 0,0-1 0,0 1 0,-1-1 0,11-9 0,-14 11 0,-1-1 0,0 1 0,1 0 0,-1-1 0,0 0 0,-1 1 0,1-1 0,-1 0 0,1-1 0,-1 1 0,-1 0 0,1 0 0,0-1 0,-1 1 0,0-1 0,0 0 0,0 1 0,-1-1 0,0 0 0,0 1 0,0-1 0,0 0 0,-1 1 0,0-1 0,1 0 0,-2 1 0,1-1 0,-1 1 0,-2-6 0,1 5 22,0 1-1,0-1 0,0 1 1,-1 0-1,1 0 0,-1 0 1,-1 0-1,1 1 0,0-1 1,-1 1-1,1 0 0,-1 0 1,0 1-1,0 0 0,-8-3 1,5 2-193,0 1 0,-1 0 1,1 0-1,0 1 0,0 0 1,-1 0-1,1 1 0,-1 0 1,-12 2-1,7 1-6655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6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5 113 24575,'0'0'0,"0"0"0,0-1 0,0 1 0,0 0 0,0 0 0,0 0 0,0 0 0,0 0 0,0 0 0,0-1 0,0 1 0,0 0 0,0 0 0,0 0 0,0 0 0,0 0 0,0 0 0,0-1 0,0 1 0,0 0 0,0 0 0,0 0 0,0 0 0,0 0 0,0 0 0,0-1 0,0 1 0,0 0 0,0 0 0,0 0 0,0 0 0,0 0 0,0 0 0,0 0 0,-1 0 0,1-1 0,0 1 0,0 0 0,0 0 0,0 0 0,0 0 0,0 0 0,0 0 0,-1 0 0,1 0 0,0 0 0,0 0 0,0 0 0,0 0 0,0 0 0,0 0 0,-1 0 0,1 0 0,0 0 0,0 0 0,0 0 0,0 0 0,0 0 0,0 0 0,-1 0 0,1 0 0,0 0 0,0 0 0,10-5 0,-3 4 0,0 1 0,-1 0 0,1 0 0,0 1 0,0 0 0,-1 0 0,1 0 0,-1 1 0,1 0 0,-1 1 0,0-1 0,9 6 0,-7-4 0,0 1 0,0 0 0,-1 0 0,0 1 0,0 0 0,0 0 0,-1 0 0,10 13 0,-14-16 0,-1-1 0,1 1 0,-1 0 0,1-1 0,-1 1 0,0 0 0,0 0 0,-1 0 0,1 0 0,-1 0 0,1 0 0,-1 0 0,0 0 0,0 0 0,0 0 0,0 0 0,-2 4 0,2-6 0,-1 1 0,1-1 0,-1 1 0,0-1 0,1 0 0,-1 0 0,0 1 0,0-1 0,0 0 0,0 0 0,0 0 0,0 0 0,-1 0 0,1 0 0,0 0 0,0 0 0,-1-1 0,1 1 0,0 0 0,-1-1 0,1 1 0,-1-1 0,1 0 0,-1 1 0,1-1 0,-1 0 0,1 0 0,-1 0 0,1 0 0,-1 0 0,1 0 0,-1 0 0,1-1 0,-1 1 0,1 0 0,-2-2 0,1 2 0,0 0 0,0-1 0,0 0 0,0 1 0,0-1 0,1 0 0,-1 0 0,0 0 0,0 0 0,1 0 0,-1 0 0,1 0 0,-1-1 0,1 1 0,-1-1 0,1 1 0,0-1 0,0 1 0,-2-4 0,2 2 0,0 0 0,0 0 0,1 0 0,-1 0 0,0 0 0,1 0 0,0 0 0,0 0 0,0 0 0,0 0 0,1-5 0,2-3 0,0 1 0,0-1 0,1 1 0,0 0 0,1 0 0,6-10 0,-6 11-97,1 0-1,0 0 1,0 1-1,0 0 1,1 0-1,1 0 1,0 1-1,0 0 1,0 0-1,0 1 1,1 0-1,0 1 0,17-8 1,-11 9-6729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250 284 24575,'-7'-1'0,"0"0"0,0-1 0,0 0 0,-13-5 0,3 2 0,4 1 0,-57-14 0,63 16 0,0 1 0,0 1 0,0-1 0,0 1 0,1 0 0,-1 1 0,0 0 0,-8 1 0,14-1 0,-1 0 0,1-1 0,-1 1 0,0 0 0,1 0 0,-1 0 0,1 0 0,0 0 0,-1 0 0,1 0 0,0 0 0,0 0 0,-1 1 0,1-1 0,0 1 0,0-1 0,1 1 0,-1-1 0,-1 4 0,1-2 0,0 1 0,0 0 0,0 0 0,0 0 0,1 0 0,0 0 0,0 0 0,0 7 0,1-7 0,-1 1 0,1-1 0,0 0 0,0 1 0,0-1 0,0 0 0,1 0 0,0 0 0,0 0 0,0 0 0,0 0 0,0 0 0,1-1 0,0 1 0,0-1 0,6 6 0,-5-7 0,-1-1 0,1 1 0,0-1 0,0 1 0,-1-1 0,1 0 0,0-1 0,0 1 0,0-1 0,0 1 0,0-1 0,0 0 0,0-1 0,1 1 0,-1-1 0,-1 0 0,1 0 0,0 0 0,0 0 0,0-1 0,-1 1 0,1-1 0,0 0 0,-1 0 0,0-1 0,1 1 0,-1-1 0,3-2 0,0-2 0,1 1 0,-1-1 0,0 0 0,0 0 0,-1 0 0,0-1 0,0 0 0,-1 0 0,0 0 0,-1 0 0,5-14 0,-4-2 0,-1 1 0,-1-1 0,-1 1 0,0-1 0,-2 0 0,-1 1 0,-1-1 0,-10-37 0,7 46 0,3 24 0,3 27 0,4 8 0,2 0 0,2-1 0,1 0 0,22 59 0,-21-78-1365,0-6-5461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79 106 24575,'-1'0'0,"-20"1"0,21-1 0,-1 0 0,0 0 0,1 0 0,-1 0 0,0 0 0,1 0 0,-1 0 0,0 0 0,1 0 0,-1 0 0,1 1 0,-1-1 0,1 0 0,-1 0 0,0 1 0,1-1 0,-1 1 0,1-1 0,-1 0 0,1 1 0,-1-1 0,1 1 0,0-1 0,-1 2 0,2-2 0,0 1 0,0 0 0,0-1 0,0 1 0,1-1 0,-1 1 0,0-1 0,0 0 0,1 0 0,-1 1 0,0-1 0,1 0 0,-1 0 0,3 0 0,-3 0 0,18 1 0,35-3 0,-49 1 0,0 1 0,-1-1 0,1 0 0,0 0 0,-1-1 0,1 1 0,-1-1 0,0 0 0,1 0 0,-1 0 0,0-1 0,0 1 0,4-5 0,-7 6 0,0 0 0,0 0 0,0 0 0,0 0 0,0 0 0,0-1 0,-1 1 0,1 0 0,0 0 0,-1 0 0,1-1 0,-1 1 0,0 0 0,1-1 0,-1 1 0,0 0 0,0-1 0,0 1 0,1 0 0,-2-1 0,1 1 0,0 0 0,0-1 0,-1-1 0,0 1 0,0-1 0,0 1 0,-1 0 0,1 0 0,-1 0 0,1 0 0,-1 0 0,0 0 0,0 0 0,1 1 0,-2-1 0,-1-1 0,-3-2 0,0 1 0,-1 0 0,0 1 0,1-1 0,-1 2 0,0-1 0,-9-1 0,13 3 0,0 1 0,-1-1 0,1 1 0,0 0 0,-1 0 0,1 1 0,0-1 0,0 1 0,-1 0 0,1 0 0,0 1 0,0-1 0,0 1 0,0-1 0,1 1 0,-1 1 0,0-1 0,1 0 0,-1 1 0,1 0 0,0 0 0,0 0 0,0 0 0,0 0 0,1 1 0,-1-1 0,1 1 0,0 0 0,0-1 0,0 1 0,0 0 0,1 0 0,0 0 0,-2 8 0,1-5 0,1 0 0,0 0 0,0 0 0,1 1 0,0-1 0,0 0 0,1 0 0,0 0 0,0 0 0,0 0 0,1 0 0,0 0 0,1 0 0,-1-1 0,1 1 0,0-1 0,1 0 0,0 0 0,0 0 0,8 9 0,-6-10-91,0 0 0,0 0 0,1-1 0,0 0 0,0 0 0,0-1 0,0 0 0,0 0 0,1 0 0,-1-1 0,1 0 0,0-1 0,0 0 0,12 0 0,12 0-6735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53 24575,'-2'0'0,"0"-1"0,0 1 0,0-1 0,0 0 0,0 0 0,0 1 0,0-1 0,0-1 0,0 1 0,-1-1 0,2 1 0,0 0 0,0 0 0,0 0 0,-1 0 0,1 0 0,0 0 0,0 1 0,-1-1 0,1 1 0,0-1 0,-1 1 0,1-1 0,0 1 0,-1 0 0,1-1 0,-1 1 0,1 0 0,-1 0 0,1 0 0,0 0 0,-1 1 0,-2-1 0,4 2 0,1-1 0,-1 0 0,0 0 0,1 0 0,-1 0 0,1 0 0,-1 1 0,1-1 0,-1 0 0,1 0 0,0 0 0,0 0 0,-1-1 0,1 1 0,0 0 0,0 0 0,1 1 0,-1-2 0,0 1 0,48 55 0,-45-51 0,0 1 0,0 0 0,-1 0 0,0 0 0,0 0 0,0 1 0,-1-1 0,3 12 0,-4-17 0,-1 1 0,0 0 0,0 0 0,0 0 0,0-1 0,0 1 0,0 0 0,0 0 0,-1-1 0,1 1 0,-1 0 0,1 0 0,-1-1 0,0 1 0,1 0 0,-1-1 0,0 1 0,0-1 0,0 1 0,0-1 0,0 0 0,-1 1 0,1-1 0,0 0 0,-1 0 0,1 0 0,-1 0 0,1 0 0,-1 0 0,1 0 0,-1-1 0,0 1 0,1 0 0,-1-1 0,0 1 0,0-1 0,-3 1 0,2-1 0,0 0 0,0 1 0,0-1 0,0 0 0,0-1 0,0 1 0,0 0 0,0-1 0,0 0 0,0 1 0,0-1 0,0 0 0,1-1 0,-1 1 0,0 0 0,1-1 0,-1 0 0,1 1 0,-1-1 0,1 0 0,0 0 0,-3-3 0,3 1 0,0 1 0,0-1 0,0 1 0,1-1 0,-1 0 0,1 0 0,0 0 0,0 0 0,0 0 0,0 0 0,1 0 0,0 0 0,0 0 0,0 0 0,0 0 0,0 0 0,1 0 0,0 0 0,0 0 0,0 0 0,0 0 0,1 0 0,-1 0 0,1 1 0,0-1 0,0 0 0,1 1 0,3-5 0,-1 1 0,1 0 0,1 1 0,-1-1 0,1 1 0,0 1 0,0-1 0,1 1 0,0 1 0,0-1 0,0 1 0,16-5 0,13-2-1365,-23 8-5461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5:48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15 24575,'0'-1'0,"0"0"0,-1 0 0,1 0 0,-1 1 0,1-1 0,-1 0 0,1 1 0,-1-1 0,0 0 0,1 1 0,-1-1 0,0 1 0,1-1 0,-1 1 0,0-1 0,0 1 0,1 0 0,-1-1 0,0 1 0,0 0 0,0 0 0,0 0 0,1-1 0,-1 1 0,0 0 0,0 0 0,-1 0 0,-29-2 0,27 2 0,-5 0 0,-1 1 0,0-1 0,1 2 0,-1-1 0,1 1 0,-11 4 0,18-6 0,0 1 0,0 0 0,0-1 0,0 1 0,0 0 0,0 0 0,0 0 0,0 1 0,0-1 0,0 0 0,1 1 0,-1-1 0,0 1 0,1-1 0,-1 1 0,1 0 0,0 0 0,0-1 0,-1 1 0,1 0 0,1 0 0,-1 0 0,0 0 0,0 1 0,1-1 0,-1 0 0,1 0 0,0 0 0,-1 0 0,1 1 0,0-1 0,1 3 0,0-1 0,0-1 0,0 1 0,1-1 0,0 1 0,-1-1 0,1 0 0,1 0 0,-1 0 0,0 0 0,1 0 0,-1 0 0,1-1 0,0 1 0,0-1 0,5 4 0,9 4 0,31 15 0,-30-16 0,-12-6 0,0 0 0,-1 1 0,1 0 0,8 7 0,-13-10 0,0-1 0,-1 1 0,1-1 0,0 1 0,-1-1 0,1 1 0,-1 0 0,1-1 0,0 1 0,-1 0 0,0-1 0,1 1 0,-1 0 0,1 0 0,-1-1 0,0 1 0,0 0 0,1 0 0,-1 0 0,0 0 0,0-1 0,0 1 0,0 0 0,0 0 0,0 0 0,0 0 0,0 0 0,-1-1 0,1 1 0,0 0 0,0 0 0,-1 0 0,1-1 0,0 1 0,-1 0 0,1 0 0,-1-1 0,1 1 0,-1 0 0,1-1 0,-1 1 0,0 0 0,1-1 0,-1 1 0,0-1 0,1 1 0,-1-1 0,0 0 0,-1 1 0,-5 3 0,-2 0 0,1-1 0,0 0 0,-1-1 0,1 0 0,-1 0 0,0-1 0,0 0 0,1 0 0,-17-2 0,9 0 0,1-1 0,-1 0 0,1-1 0,-1-1 0,-18-7 0,15 2-1365,4 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08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205 193 24575,'0'0'0,"0"-1"0,0 1 0,0-1 0,0 1 0,0 0 0,0-1 0,0 1 0,0-1 0,0 1 0,1 0 0,-1-1 0,0 1 0,0 0 0,1-1 0,-1 1 0,0 0 0,0-1 0,1 1 0,-1 0 0,0-1 0,1 1 0,-1 0 0,0 0 0,1 0 0,-1-1 0,0 1 0,1 0 0,-1 0 0,1 0 0,-1 0 0,0 0 0,1 0 0,-1 0 0,1 0 0,-1-1 0,1 2 0,-1-1 0,0 0 0,1 0 0,-1 0 0,1 0 0,-1 0 0,0 0 0,1 0 0,-1 0 0,1 1 0,-1-1 0,1 0 0,0 1 0,1-1 0,0 1 0,-1 0 0,0 0 0,1-1 0,-1 1 0,1 0 0,-1 0 0,0 0 0,0 0 0,3 3 0,-3-1 0,0 0 0,0-1 0,-1 1 0,1 0 0,-1 0 0,1 0 0,-1 1 0,0-1 0,0 0 0,0 0 0,-1 0 0,0 4 0,-11 43 0,6-29 0,-11 61 0,3 1 0,-4 143 0,22 170 0,7 499 0,-29-1 0,-18 596 0,35-1419 0,-35 591 0,-13-416 0,4-35 0,44-205 0,0 0 0,0 1 0,0-1 0,1 1 0,0 10 0,0-16 0,0 0 0,0 0 0,0 0 0,0 0 0,1 0 0,-1 0 0,0 0 0,1 0 0,-1 0 0,0 0 0,1 0 0,-1-1 0,1 1 0,0 0 0,-1 0 0,1 0 0,-1-1 0,1 1 0,0 0 0,0-1 0,-1 1 0,1-1 0,0 1 0,0-1 0,0 1 0,0-1 0,0 0 0,0 1 0,-1-1 0,1 0 0,0 0 0,0 1 0,0-1 0,0 0 0,0 0 0,0 0 0,0 0 0,2-1 0,10-1 0,1 0 0,0-2 0,14-5 0,-13 4 0,0 1 0,19-4 0,261-13 0,2 21 0,-138 1 0,1016-18-588,-356 6 588,84-3 0,-678 2 294,-155 5-147,81-18 0,-146 24-147,0 0 0,-1-1 0,1 1 0,-1-1 0,0 0 0,1 0 0,-1 0 0,0-1 0,0 0 0,-1 1 0,1-1 0,-1-1 0,1 1 0,-1 0 0,0-1 0,0 0 0,0 0 0,2-4 0,-2 1 0,0 0 0,0 0 0,-1 0 0,0-1 0,0 1 0,0-1 0,-1 0 0,-1 1 0,1-1 0,-1-8 0,-1-1 0,0 0 0,-1 0 0,-1 0 0,-7-27 0,2 14 0,1 1 0,2-1 0,2 0 0,-1-32 0,8-123 0,-2 142 0,22-974 0,-26 573 0,3-617 0,30 312 0,-7 289 0,-17 331 0,-1-172 0,-10 273 0,0 1 0,-16-50 0,-5-24 0,17 54 0,-1-5 0,-3-70 0,12 101 0,0 7 0,0 0 0,-1 0 0,0 0 0,-1 0 0,-1 0 0,-5-16 0,6 26 0,0-5 0,-1 1 0,-1 0 0,1 1 0,-11-15 0,13 19 0,-1 1 0,0 0 0,0 0 0,0 1 0,0-1 0,0 0 0,-1 1 0,1-1 0,0 1 0,-1 0 0,1 0 0,-1 0 0,0 0 0,1 0 0,-1 0 0,0 1 0,1-1 0,-1 1 0,-4 0 0,-116 2 0,-149 22 0,17 1 0,-1340 22 0,1014-29 0,135 26 0,369-33 0,2-1 0,-93 2 0,87-11 0,4 0 0,0-3 0,-78-12 0,125 8 0,16 3 0,0 1 0,0 0 0,-16 0 0,27 3 342,6-1-2049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0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 24575,'2'-10'0,"2"15"0,2 18 0,-5 48 0,-2 0 0,-14 88 0,7-79 0,7-76-114,1 0 1,-1 0-1,1-1 0,0 1 0,0 0 1,1 0-1,-1-1 0,1 1 0,0 0 1,0-1-1,1 5 0,4 1-6712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0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24575,'-2'0'0,"-4"0"0,0 2 0,1 3 0,1 3 0,1 3 0,2 4 0,0 3 0,1 3 0,0 0 0,2 3 0,2 1 0,1 1 0,1 1 0,-2-2 0,0-3 0,-2-3 0,-1-4-8191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0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92 24575,'-1'0'0,"1"0"0,-1 0 0,0 0 0,0 0 0,0 0 0,1-1 0,-1 1 0,0 0 0,0 0 0,1-1 0,-1 1 0,0 0 0,0-1 0,1 1 0,-1-1 0,1 1 0,-1-1 0,0 1 0,1-1 0,-1 0 0,1 1 0,-1-1 0,1 0 0,-1 1 0,1-1 0,0 0 0,-1 0 0,1 1 0,0-1 0,0 0 0,-1 0 0,1 1 0,0-1 0,0 0 0,0 0 0,0 0 0,0-1 0,0 1 0,0-1 0,0 0 0,1 0 0,-1 0 0,0 1 0,1-1 0,-1 0 0,1 0 0,0 1 0,-1-1 0,1 0 0,0 1 0,0-1 0,0 1 0,2-3 0,3-1 0,0 1 0,0 0 0,0 1 0,1-1 0,0 1 0,-1 0 0,1 1 0,0 0 0,0 0 0,8-1 0,3 0 0,-1 1 0,1 1 0,17 1 0,-18 0 0,-2 2 0,1 0 0,0 1 0,0 1 0,18 6 0,-28-8 0,0 1 0,1 0 0,-1 0 0,-1 1 0,1 0 0,8 6 0,-12-7 0,1-1 0,-1 1 0,1 0 0,-1-1 0,0 1 0,0 0 0,-1 0 0,1 0 0,-1 1 0,1-1 0,-1 0 0,0 0 0,1 6 0,-2-5 0,0 0 0,0 0 0,0-1 0,-1 1 0,1 0 0,-1 0 0,0-1 0,0 1 0,0 0 0,-1-1 0,1 1 0,-1-1 0,0 0 0,0 1 0,0-1 0,-1 0 0,1 0 0,-1 0 0,1-1 0,-1 1 0,0-1 0,-3 3 0,-7 5 0,0-1 0,0-1 0,-29 14 0,19-11-195,-1-1 0,0-1 0,-1-1 0,1-2 0,-2 0 0,-26 2 0,34-7-6631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0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24575,'-1'-8'0,"1"-5"0,0 13 0,1 0 0,-1 0 0,1 0 0,-1-1 0,1 1 0,-1 0 0,1 0 0,-1 0 0,1 0 0,-1 0 0,1 0 0,-1 0 0,1 0 0,-1 0 0,1 0 0,-1 0 0,1 0 0,-1 0 0,1 0 0,-1 1 0,0-1 0,1 0 0,-1 0 0,1 1 0,-1-1 0,1 0 0,-1 0 0,0 1 0,1-1 0,-1 0 0,1 1 0,8 5 0,0 1 0,-1 0 0,1 0 0,-1 1 0,-1 0 0,0 0 0,9 14 0,40 68 0,-50-79 0,1 4 0,-5-11 0,0 0 0,0 1 0,1-1 0,-1 0 0,1-1 0,-1 1 0,1 0 0,6 5 0,-8-9 0,-1 0 0,0 0 0,0 1 0,1-1 0,-1 0 0,1 0 0,-1 0 0,0 0 0,1 0 0,-1 1 0,0-1 0,1 0 0,-1 0 0,1 0 0,-1 0 0,0 0 0,1 0 0,-1 0 0,0 0 0,1 0 0,-1 0 0,1-1 0,-1 1 0,0 0 0,1 0 0,-1 0 0,0 0 0,1-1 0,-1 1 0,1 0 0,7-13 0,1-21 0,-8 31 0,8-46 0,-6 24 0,2 1 0,14-44 0,-19 68-36,0 0 0,0 0 0,0-1 1,0 1-1,0 0 0,0-1 0,0 1 0,0 0 0,0 0 0,0-1 0,0 1 0,0 0 0,0 0 0,1-1 0,-1 1 0,0 0 0,0 0 1,0 0-1,0-1 0,1 1 0,-1 0 0,0 0 0,0 0 0,1-1 0,-1 1 0,0 0 0,0 0 0,0 0 0,1 0 0,-1 0 0,0 0 1,1 0-1,-1 0 0,0-1 0,0 1 0,1 0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1328 29 24575,'0'-1'0,"0"0"0,0 0 0,0 0 0,-1-1 0,1 1 0,0 0 0,-1 0 0,1 0 0,-1 0 0,1 0 0,-1 0 0,0 0 0,1 0 0,-1 0 0,0 0 0,0 0 0,0 0 0,1 1 0,-1-1 0,0 0 0,0 1 0,0-1 0,0 0 0,0 1 0,-1-1 0,1 1 0,0 0 0,0-1 0,0 1 0,0 0 0,-2-1 0,-6 0 0,1 0 0,-1 1 0,-12 0 0,10 0 0,-210 13 0,49 0 0,-111-11 0,-165 11 0,440-12 0,1-1 0,0 1 0,0 0 0,-1 0 0,1 1 0,-11 3 0,16-4 0,1 0 0,-1 0 0,0 0 0,1 0 0,-1 0 0,1 0 0,0 0 0,-1 1 0,1-1 0,0 0 0,0 1 0,0-1 0,0 1 0,0 0 0,0-1 0,0 1 0,1 0 0,-1-1 0,0 1 0,1 0 0,0 0 0,-1-1 0,1 1 0,0 0 0,0 0 0,0 3 0,-1 37 0,-1 0 0,-8 43 0,3-49 0,2-11 0,1 0 0,1-1 0,2 1 0,1 34 0,0-53 0,0-1 0,1 1 0,0-1 0,1 1 0,-1-1 0,1 1 0,0-1 0,0 0 0,1 0 0,-1 0 0,1 0 0,0 0 0,0-1 0,1 1 0,0-1 0,-1 0 0,1 0 0,1 0 0,-1 0 0,1-1 0,-1 0 0,1 0 0,0 0 0,10 4 0,0-3 0,1 0 0,-1-2 0,1 0 0,0 0 0,0-1 0,0-1 0,16-2 0,4 1 0,494-13 0,-3-31 0,-390 23 0,-113 16 0,0-1 0,-1-1 0,37-17 0,-52 21 0,-1 0 0,0 1 0,0-1 0,12-9 0,-17 11 0,0 0 0,-1 1 0,1-1 0,0 0 0,-1 0 0,1 0 0,-1-1 0,0 1 0,0 0 0,0 0 0,0-1 0,0 1 0,0 0 0,-1-1 0,1 1 0,-1-4 0,2-13 0,-1 0 0,-2 0 0,0 0 0,0 0 0,-2 0 0,0 0 0,-2 1 0,0-1 0,-1 1 0,-14-30 0,15 39 0,0 0 0,0 1 0,-1-1 0,0 1 0,0 1 0,-1-1 0,0 1 0,-1 0 0,0 1 0,0 0 0,0 0 0,0 1 0,-1-1 0,0 2 0,0 0 0,0 0 0,-1 0 0,1 1 0,-1 1 0,0 0 0,-19-2 0,5 3 0,0 2 0,-1 1 0,1 1 0,-36 9 0,-13 2 0,-35-4-1365,81-9-5461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37 24575,'0'-1'0,"-1"-1"0,1 1 0,-1-1 0,1 1 0,-1 0 0,1-1 0,-1 1 0,0 0 0,0-1 0,0 1 0,0 0 0,0 0 0,0 0 0,0 0 0,0 0 0,0 0 0,-1 0 0,1 0 0,0 0 0,-1 1 0,1-1 0,0 1 0,-3-2 0,-2 0 0,0 0 0,1 0 0,-1 1 0,-10-2 0,6 3 0,0 1 0,0 0 0,0 0 0,0 1 0,0 0 0,0 1 0,0 0 0,1 1 0,-1 0 0,1 0 0,0 1 0,0 0 0,1 0 0,-1 1 0,1 0 0,-12 13 0,13-12 0,0 0 0,1 1 0,0-1 0,0 1 0,1 1 0,0-1 0,-7 18 0,10-20 0,0 0 0,0 0 0,1 0 0,-1 0 0,2 0 0,-1 0 0,1 0 0,0 0 0,0 1 0,0-1 0,1 0 0,3 12 0,-3-14 0,0 1 0,1 0 0,0-1 0,0 0 0,1 1 0,-1-1 0,1 0 0,0 0 0,0 0 0,0 0 0,1-1 0,-1 1 0,1-1 0,0 0 0,5 3 0,-2-2 0,0 0 0,0-1 0,0 0 0,1 0 0,-1-1 0,1 0 0,0-1 0,13 2 0,-1-2 0,0-1 0,-1-1 0,1-1 0,-1-1 0,0 0 0,35-12 0,-25 6 0,-1-3 0,30-15 0,-46 21 0,-1-1 0,0 0 0,-1-1 0,0 0 0,0 0 0,0-1 0,12-16 0,-21 23 0,1 1 0,-1-1 0,1-1 0,-1 1 0,0 0 0,0 0 0,0 0 0,0-1 0,0 1 0,-1 0 0,1-1 0,-1 1 0,1-1 0,-1 1 0,0-1 0,0 1 0,0-1 0,0 1 0,-1-1 0,1 1 0,-1 0 0,1-1 0,-1 1 0,0 0 0,0-1 0,0 1 0,0 0 0,0 0 0,0 0 0,-1 0 0,-2-4 0,1 3 0,0 0 0,0 1 0,0 0 0,0-1 0,0 1 0,-1 0 0,1 0 0,-1 1 0,1-1 0,-1 1 0,0 0 0,1 0 0,-1 0 0,0 0 0,0 1 0,0-1 0,0 1 0,1 0 0,-1 0 0,-4 1 0,6-1 0,1 1 0,-1-1 0,1 0 0,0 1 0,-1-1 0,1 1 0,-1 0 0,1-1 0,0 1 0,-1 0 0,1 0 0,0 0 0,0 0 0,0 0 0,0 0 0,0 0 0,0 0 0,0 0 0,0 1 0,0-1 0,-1 2 0,1 0 0,0 1 0,0-1 0,0 0 0,1 0 0,-1 1 0,1-1 0,-1 1 0,1-1 0,1 5 0,-1 0 0,1-1 0,1 0 0,-1 1 0,1-1 0,0 0 0,1 0 0,0 0 0,5 9 0,-5-12 0,0-1 0,1 1 0,-1-1 0,1 0 0,0 1 0,0-2 0,0 1 0,0 0 0,1-1 0,-1 0 0,0 0 0,1 0 0,0-1 0,-1 1 0,1-1 0,0 0 0,0 0 0,0-1 0,0 0 0,0 1 0,0-2 0,6 0 0,-7 1 0,1 0 0,-1-1 0,1 0 0,-1 0 0,1 0 0,-1-1 0,0 1 0,0-1 0,0 0 0,0 0 0,0 0 0,0-1 0,0 1 0,-1-1 0,1 0 0,-1 0 0,0 0 0,0-1 0,0 1 0,0-1 0,-1 0 0,1 1 0,-1-1 0,2-6 0,-3 8 0,0-1 0,-1 1 0,1 0 0,-1 0 0,0-1 0,1 1 0,-1 0 0,0-1 0,-1 1 0,1 0 0,0-1 0,-1 1 0,1 0 0,-1-1 0,0 1 0,1 0 0,-3-4 0,0 2 0,1 1 0,-1-1 0,0 1 0,0 0 0,0 0 0,0 0 0,0 1 0,-8-6 0,-1 1 0,0 1 0,-1 0 0,0 1 0,-15-4 0,20 6 0,9 3 0,31 1 0,186-1 0,-220 0 0,1 0 0,-1 1 0,0-1 0,1 0 0,-1 0 0,1 1 0,-1-1 0,1 1 0,-1 0 0,1-1 0,-1 1 0,1 0 0,-1 0 0,1 0 0,0 0 0,0 0 0,-1 0 0,1 0 0,0 0 0,0 0 0,0 1 0,0-1 0,0 0 0,0 1 0,1-1 0,-1 1 0,0-1 0,1 1 0,-1-1 0,1 1 0,-1 2 0,1-2 0,0 1 0,0-1 0,1 1 0,-1-1 0,1 1 0,-1-1 0,1 0 0,0 1 0,0-1 0,0 0 0,0 1 0,0-1 0,1 0 0,-1 0 0,1 0 0,-1 0 0,1 0 0,0 0 0,3 2 0,3 2 0,-1-2 0,0 1 0,1-1 0,0 0 0,0-1 0,0 0 0,0 0 0,1-1 0,-1 0 0,1 0 0,16 0 0,-18-1 0,0-1 0,0 0 0,0 0 0,0-1 0,0 0 0,0 0 0,0-1 0,0 0 0,0 0 0,-1 0 0,1-1 0,-1 0 0,0-1 0,1 1 0,5-5 0,-10 5 0,0 1 0,0 0 0,0-1 0,-1 1 0,1-1 0,-1 0 0,1 1 0,-1-1 0,0 0 0,0 0 0,0 0 0,0 0 0,-1 0 0,1 0 0,-1 0 0,0 0 0,0 0 0,0 0 0,0 0 0,0 0 0,-1 0 0,1 0 0,-3-6 0,2 4 0,-1-1 0,0 1 0,0 0 0,0-1 0,-1 1 0,0 0 0,0 1 0,0-1 0,-1 0 0,1 1 0,-9-8 0,12 12 0,-1-1 0,1 0 0,-1 1 0,1-1 0,-1 1 0,0-1 0,1 1 0,-1-1 0,0 1 0,1 0 0,-1-1 0,0 1 0,0 0 0,0 0 0,1-1 0,-1 1 0,0 0 0,0 0 0,0 0 0,1 0 0,-1 0 0,0 0 0,0 0 0,0 0 0,1 0 0,-1 0 0,0 1 0,-1-1 0,1 1 0,1 0 0,-1 0 0,0 0 0,1 0 0,-1 0 0,0 1 0,1-1 0,-1 0 0,1 0 0,0 0 0,-1 0 0,1 1 0,0-1 0,0 0 0,0 0 0,0 2 0,0 5 0,0-1 0,0 1 0,1-1 0,3 15 0,0-12-124,-1-1 0,1 0 0,0 0 0,1 0 0,0-1 0,0 1-1,1-1 1,0 0 0,1-1 0,12 12 0,0-4-6702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85 24575,'-15'-20'0,"13"19"0,0-1 0,0 0 0,1 0 0,-1 0 0,1 0 0,-1 0 0,1 0 0,0 0 0,0-1 0,0 1 0,0 0 0,0-1 0,0-2 0,1 4 0,0 1 0,0-1 0,0 1 0,0 0 0,0-1 0,0 1 0,1-1 0,-1 1 0,0 0 0,0-1 0,0 1 0,0-1 0,1 1 0,-1 0 0,0-1 0,0 1 0,1 0 0,-1-1 0,0 1 0,1 0 0,-1-1 0,0 1 0,1 0 0,-1 0 0,0-1 0,1 1 0,-1 0 0,1 0 0,-1 0 0,0 0 0,1 0 0,-1-1 0,1 1 0,-1 0 0,1 0 0,-1 0 0,0 0 0,1 0 0,-1 0 0,1 0 0,-1 0 0,1 1 0,-1-1 0,0 0 0,1 0 0,-1 0 0,1 1 0,22 8 0,-3 1 0,-1 1 0,-1 1 0,25 20 0,-32-23 0,-1 0 0,0 1 0,-1 1 0,0-1 0,0 1 0,10 19 0,-18-28 0,0 0 0,1 0 0,-1 0 0,-1 0 0,1 0 0,0 0 0,-1 1 0,1-1 0,-1 0 0,1 0 0,-1 1 0,0-1 0,0 0 0,0 1 0,0-1 0,-1 0 0,1 0 0,-1 1 0,-1 3 0,1-4 0,0-1 0,0 0 0,0 0 0,0 0 0,0 0 0,-1 0 0,1 0 0,0 0 0,-1 0 0,1 0 0,0-1 0,-1 1 0,1 0 0,-1-1 0,0 1 0,1-1 0,-1 0 0,1 0 0,-1 1 0,0-1 0,1 0 0,-1 0 0,1 0 0,-1-1 0,0 1 0,1 0 0,-1-1 0,1 1 0,-2-1 0,-1 0 0,1 0 0,0 0 0,0-1 0,0 1 0,0-1 0,0 0 0,0 1 0,0-1 0,1 0 0,-1-1 0,1 1 0,-1 0 0,1-1 0,0 1 0,0-1 0,0 0 0,0 0 0,1 0 0,-1 0 0,1 0 0,0 0 0,0 0 0,0 0 0,0 0 0,0-1 0,1 1 0,-1 0 0,1-7 0,-1 3 0,1 0 0,1-1 0,-1 1 0,1-1 0,0 1 0,1 0 0,0 0 0,0 0 0,0 0 0,1 0 0,0 0 0,5-7 0,-5 8-85,1 1 0,0 0-1,0-1 1,1 1 0,-1 1-1,1-1 1,0 1 0,1 0-1,-1 0 1,1 0 0,0 1-1,-1 0 1,2 0 0,-1 0-1,8-2 1,1 2-6741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46 24575,'3'-3'0,"0"0"0,-1-1 0,1 0 0,-1 1 0,0-1 0,2-6 0,-4 10 0,0-1 0,1 1 0,-1-1 0,0 0 0,0 1 0,0-1 0,0 1 0,0-1 0,0 0 0,0 1 0,0-1 0,0 1 0,0-1 0,0 0 0,0 1 0,0-1 0,0 1 0,0-1 0,-1 0 0,1 0 0,-1 1 0,0 0 0,1-1 0,-1 1 0,1 0 0,-1 0 0,0 0 0,1-1 0,-1 1 0,0 0 0,1 0 0,-1 0 0,0 0 0,1 0 0,-1 0 0,0 1 0,1-1 0,-1 0 0,0 0 0,1 0 0,-1 1 0,0-1 0,1 0 0,-1 1 0,0-1 0,-2 2 0,-1 0 0,1 0 0,0 0 0,0 0 0,0 0 0,0 0 0,0 1 0,1 0 0,-1-1 0,1 1 0,-1 0 0,1 0 0,0 0 0,0 1 0,1-1 0,-1 0 0,1 1 0,-1-1 0,1 1 0,0-1 0,0 1 0,1 0 0,-1-1 0,1 1 0,0 0 0,0 0 0,0-1 0,0 1 0,1 0 0,-1 0 0,1-1 0,0 1 0,0-1 0,0 1 0,1-1 0,-1 1 0,1-1 0,0 0 0,0 0 0,0 1 0,0-1 0,1-1 0,-1 1 0,1 0 0,0-1 0,0 1 0,3 2 0,10 4 0,22 17 0,-37-26 0,0 1 0,0 0 0,1 0 0,-1 0 0,0 1 0,0-1 0,0 0 0,0 0 0,-1 1 0,1-1 0,0 0 0,0 1 0,-1-1 0,1 1 0,-1-1 0,1 0 0,-1 1 0,0-1 0,0 1 0,0 0 0,1-1 0,-2 3 0,1-2 15,-1-1 0,0 1-1,1-1 1,-1 0 0,0 1 0,0-1-1,0 0 1,0 0 0,0 0 0,0 1-1,-1-1 1,1 0 0,0 0 0,-1-1-1,1 1 1,0 0 0,-1 0-1,1-1 1,-1 1 0,1-1 0,-1 1-1,-2 0 1,-39 4-1345,40-4 956,-17 0-6452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4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24575,'30'23'0,"-21"-21"0,1 0 0,0-1 0,0 0 0,0-1 0,-1 0 0,1 0 0,0-1 0,0-1 0,13-3 0,-14 3 0,-1 0 0,1-1 0,-1 0 0,0 0 0,0-1 0,0 0 0,-1-1 0,1 0 0,-1 0 0,12-11 0,-18 14 0,1 1 0,-1 0 0,0 0 0,0 0 0,0-1 0,0 1 0,0-1 0,0 1 0,0-1 0,0 1 0,-1-1 0,1 1 0,0-1 0,-1 0 0,0 1 0,1-1 0,-1 0 0,0 1 0,0-1 0,0 0 0,0 1 0,0-1 0,0 0 0,0 0 0,-1 1 0,1-1 0,-1 0 0,1 1 0,-1-1 0,1 1 0,-1-1 0,0 1 0,0-1 0,0 1 0,0-1 0,0 1 0,0 0 0,0-1 0,-1 1 0,1 0 0,0 0 0,-2-1 0,-2-1 0,1 0 0,-1 1 0,1-1 0,-1 1 0,0 0 0,0 1 0,0-1 0,0 1 0,0 0 0,0 0 0,0 0 0,0 1 0,-6 0 0,3 1 0,0 0 0,0 0 0,0 1 0,1 0 0,-1 1 0,1 0 0,0 0 0,0 0 0,0 1 0,0 0 0,0 1 0,1-1 0,0 1 0,0 0 0,0 1 0,0-1 0,-6 11 0,8-12 0,1 2 0,0-1 0,0 0 0,0 1 0,0-1 0,1 1 0,0 0 0,1 0 0,-1 0 0,1 0 0,0 0 0,0 0 0,1 0 0,0 0 0,0 0 0,0 0 0,1 0 0,0 0 0,0 0 0,0 0 0,1 0 0,0 0 0,3 5 0,-1-1-97,2-1-1,-1-1 1,1 1-1,1-1 1,-1 0-1,1-1 1,1 1-1,0-1 1,-1-1-1,2 0 1,-1 0-1,1 0 0,15 7 1,10 1-6729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1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24575,'9'216'0,"-4"-152"0,-5-63 0,0 5 0,0 1 0,1-1 0,0 1 0,0-1 0,0 1 0,5 11 0,-6-18-26,0 0 1,0 0-1,0 1 0,0-1 0,1 0 1,-1 0-1,0 0 0,0 1 0,0-1 1,0 0-1,0 0 0,0 1 0,0-1 1,1 0-1,-1 0 0,0 0 0,0 0 1,0 1-1,0-1 0,1 0 0,-1 0 1,0 0-1,0 0 0,0 0 0,1 1 0,-1-1 1,0 0-1,0 0 0,1 0 0,-1 0 1,0 0-1,0 0 0,1 0 0,-1 0 1,0 0-1,0 0 0,0 0 0,1 0 1,-1 0-1,0 0 0,0 0 0,1 0 1,-1 0-1,0 0 0,0-1 0,1 1 0,-1 0 1,0 0-1,0 0 0,0 0 0,1 0 1,-1-1-1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24575,'2'0'0,"1"-2"0,0 1 0,-1 3 0,0 4 0,-1 6 0,0 2 0,-3 4 0,-1 1 0,-1 2 0,2 2 0,0 0 0,1-3 0,0-1 0,3-2 0,1-2 0,0-3-8191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29 24575,'0'-2'0,"0"-4"0,-3 0 0,1-1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7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24575,'12'0'0,"-5"0"0,-1 0 0,0 0 0,1 0 0,-1 1 0,13 3 0,-17-3 0,0 0 0,0 0 0,0 0 0,0 0 0,0 1 0,0-1 0,0 1 0,0-1 0,0 1 0,-1 0 0,1 0 0,-1 0 0,1 0 0,-1 0 0,0 0 0,0 0 0,0 0 0,0 0 0,1 4 0,2 4 0,-1 1 0,0-1 0,1 16 0,-4-23 0,1 0 0,-1 0 0,0 0 0,0 0 0,0 0 0,0 0 0,0 0 0,-1 0 0,0 0 0,1 0 0,-1 0 0,0 0 0,0 0 0,-1 0 0,1-1 0,-3 5 0,4-7 0,-1 1 0,1-1 0,0 0 0,0 0 0,0 0 0,0 1 0,0-1 0,-1 0 0,1 0 0,0 0 0,0 1 0,0-1 0,0 0 0,-1 0 0,1 0 0,0 0 0,0 0 0,-1 0 0,1 1 0,0-1 0,0 0 0,0 0 0,-1 0 0,1 0 0,0 0 0,0 0 0,-1 0 0,1 0 0,0 0 0,0 0 0,-1 0 0,1 0 0,0 0 0,0 0 0,-1-1 0,1 1 0,0 0 0,0 0 0,-1 0 0,1 0 0,0 0 0,-4-13 0,5-15 0,3 12 0,0 1 0,1 0 0,1 0 0,0 0 0,2 1 0,-1 0 0,2 0 0,-1 0 0,2 2 0,0-1 0,15-14 0,-24 26 0,0 0 0,0 0 0,0 0 0,0 0 0,0 0 0,0 0 0,0 0 0,0 1 0,0-1 0,0 0 0,0 1 0,1-1 0,-1 1 0,0-1 0,0 1 0,1 0 0,-1-1 0,0 1 0,1 0 0,-1 0 0,3 0 0,-3 1 0,0-1 0,0 1 0,0-1 0,0 1 0,-1 0 0,1 0 0,0 0 0,0-1 0,-1 1 0,1 0 0,0 0 0,-1 0 0,1 0 0,-1 0 0,1 0 0,-1 0 0,0 0 0,1 0 0,-1 0 0,0 2 0,2 9 0,-1 0 0,0 0 0,-1 21 0,-1-25 0,-1 110 0,2-117 0,0 0 0,0 0 0,0 0 0,0 0 0,0 0 0,0 0 0,1 0 0,-1 0 0,0 0 0,0 0 0,1 0 0,-1 0 0,0 0 0,1-1 0,-1 1 0,1 0 0,-1 0 0,1 0 0,0-1 0,-1 1 0,1 0 0,1 1 0,-1-2 0,0 0 0,0 0 0,-1 0 0,1 0 0,0 0 0,0 0 0,0 0 0,0-1 0,0 1 0,-1 0 0,1 0 0,0-1 0,0 1 0,0 0 0,-1-1 0,1 1 0,0-1 0,-1 1 0,1-1 0,0 0 0,7-6 0,0 0 0,-1 0 0,8-12 0,-10 13 0,24-33 0,-20 27 0,0-1 0,1 2 0,0-1 0,18-15 0,-27 27 0,-1-1 0,1 0 0,0 1 0,-1-1 0,1 0 0,0 1 0,0-1 0,0 1 0,0 0 0,-1-1 0,1 1 0,0 0 0,0-1 0,0 1 0,0 0 0,0 0 0,0 0 0,0 0 0,0 0 0,0 0 0,0 0 0,0 0 0,0 0 0,0 0 0,0 0 0,0 1 0,0-1 0,0 0 0,-1 1 0,1-1 0,0 1 0,0-1 0,0 1 0,0-1 0,-1 1 0,1 0 0,0-1 0,-1 1 0,1 0 0,0-1 0,-1 1 0,1 0 0,-1 0 0,1 0 0,-1 0 0,1-1 0,-1 1 0,0 0 0,1 2 0,2 5 0,-1 1 0,0 0 0,0 0 0,0 11 0,-2-16 0,13 83-1365,-11-72-5461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2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109 150 24575,'12'-10'0,"0"0"0,16-10 0,9-7 0,-29 21 0,24-22 0,-31 27 0,1-1 0,-1 1 0,0-1 0,1 0 0,-1 1 0,0-1 0,0 0 0,0 0 0,0 0 0,0 0 0,-1 0 0,1 0 0,0 0 0,-1 0 0,1-4 0,-1 5 0,-1 0 0,1 1 0,0-1 0,-1 0 0,1 0 0,-1 0 0,1 1 0,-1-1 0,1 0 0,-1 1 0,0-1 0,1 0 0,-1 1 0,0-1 0,1 1 0,-1-1 0,0 1 0,0-1 0,1 1 0,-1 0 0,0-1 0,0 1 0,0 0 0,0-1 0,0 1 0,1 0 0,-1 0 0,0 0 0,0 0 0,0 0 0,0 0 0,0 0 0,-1 1 0,-32 3 0,11 2 0,-1 2 0,-25 11 0,39-15 0,0 2 0,0-1 0,0 1 0,0 0 0,1 1 0,-15 15 0,22-21 0,1 1 0,0-1 0,-1 0 0,1 1 0,0 0 0,0-1 0,0 1 0,0 0 0,0-1 0,0 1 0,1 0 0,-1 0 0,1 0 0,-1-1 0,1 1 0,0 0 0,-1 0 0,1 4 0,1-4 0,-1-1 0,1 1 0,-1-1 0,1 1 0,0-1 0,0 1 0,0-1 0,-1 0 0,1 1 0,1-1 0,-1 0 0,0 0 0,0 0 0,0 0 0,1 0 0,-1 0 0,3 2 0,3 0 0,-1 0 0,2 0 0,-1-1 0,0 0 0,0 0 0,1 0 0,-1-1 0,11 1 0,-7-2 0,-1 0 0,1 0 0,0-1 0,0 0 0,0-1 0,-1 0 0,1-1 0,-1 0 0,1 0 0,-1-1 0,0-1 0,-1 0 0,1 0 0,14-11 0,-24 15 0,0 1 0,1 0 0,-1-1 0,1 1 0,-1-1 0,0 1 0,1 0 0,-1-1 0,1 1 0,-1 0 0,1-1 0,-1 1 0,1 0 0,-1 0 0,1 0 0,-1 0 0,1-1 0,0 1 0,-1 0 0,1 0 0,-1 0 0,1 0 0,-1 0 0,1 0 0,0 0 0,-1 0 0,2 1 0,-2-1 0,1 1 0,0 0 0,-1-1 0,1 1 0,-1 0 0,1 0 0,-1-1 0,0 1 0,1 0 0,-1 0 0,0 0 0,1 0 0,-1 0 0,0-1 0,0 3 0,1 45 0,-1-38 0,0 37 0,-3 107 0,1-122 0,-2 0 0,-13 53 0,17-81 0,-1-1 0,0 0 0,0 0 0,-1 1 0,1-1 0,-1 0 0,1 0 0,-1 0 0,0 0 0,0-1 0,-1 1 0,1 0 0,0-1 0,-6 4 0,6-5 0,0 0 0,0 0 0,0 0 0,0-1 0,0 1 0,0-1 0,0 0 0,0 1 0,0-1 0,0 0 0,0 0 0,0-1 0,0 1 0,-1 0 0,1-1 0,0 1 0,0-1 0,0 1 0,0-1 0,0 0 0,1 0 0,-1 0 0,0 0 0,0 0 0,-2-2 0,-3-3 0,0 1 0,0-1 0,0 0 0,1-1 0,0 0 0,0 0 0,0 0 0,1-1 0,0 1 0,1-1 0,0 0 0,0-1 0,0 1 0,1-1 0,-2-9 0,4 13 0,0 0 0,0 0 0,1 0 0,0 0 0,-1 0 0,2 0 0,-1 0 0,1 0 0,-1 0 0,1 0 0,1 0 0,-1 0 0,1 0 0,0 0 0,0 1 0,0-1 0,0 1 0,1 0 0,0-1 0,0 1 0,0 0 0,0 1 0,1-1 0,0 0 0,-1 1 0,1 0 0,1 0 0,5-3 0,5-2-151,1 1-1,1 1 0,-1 1 0,1 0 1,0 1-1,0 0 0,0 2 1,21-1-1,-13 2-6674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0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24575,'0'-59'0,"0"47"0,0 41 0,0-3 0,4 124 0,-2-126 0,1-1 0,1 1 0,1-1 0,9 28 0,3-17-1365,-9-24-5461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99 24575,'-3'0'0,"0"-1"0,0 1 0,0-1 0,0 0 0,0 0 0,0 0 0,0 0 0,-5-3 0,8 4 0,-1-1 0,1 1 0,-1 0 0,1 0 0,-1-1 0,1 1 0,-1 0 0,1 0 0,-1-1 0,1 1 0,0-1 0,-1 1 0,1 0 0,0-1 0,-1 1 0,1-1 0,0 1 0,-1-1 0,1 1 0,0-1 0,0 1 0,-1-1 0,1 1 0,0-1 0,0 0 0,0 1 0,0-1 0,0 1 0,0-1 0,0 1 0,0-1 0,0 1 0,0-1 0,0 0 0,0 1 0,1-1 0,-1 1 0,0-1 0,0 1 0,0-1 0,1 1 0,-1-1 0,0 1 0,1-1 0,-1 1 0,0 0 0,1-1 0,-1 1 0,1-1 0,-1 1 0,1 0 0,-1-1 0,0 1 0,2-1 0,9-4 0,0 0 0,0 0 0,1 1 0,-1 0 0,1 1 0,0 1 0,21-3 0,-7 1 0,152-22 0,-177 26 0,0 0 0,0 0 0,0 0 0,0 0 0,0 0 0,0 0 0,0 0 0,0 1 0,0-1 0,0 1 0,0-1 0,0 0 0,0 1 0,0-1 0,-1 1 0,1 0 0,0-1 0,0 1 0,0 0 0,-1 0 0,1-1 0,0 1 0,-1 0 0,1 0 0,-1 0 0,1 0 0,-1 0 0,1 0 0,-1 0 0,0 0 0,1 0 0,-1 1 0,8 42 0,-6-28 0,11 55-1365,-9-57-5461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17 24575,'0'-2'0,"-2"-3"0,-4-1 0,0 3 0,-2 2 0,1 4 0,2 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24575,'0'2'0,"0"4"0,2 2 0,1 2 0,0 5 0,0 4 0,1 3 0,0 5 0,1 5 0,1 2 0,-1 1 0,0 0 0,0-1 0,0-3 0,0-3 0,-1-5 0,0-3 0,-1-6-8191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99 24575,'0'-2'0,"-3"-4"0,0-2 0,0-3 0,3 1 0,4 0 0,3 1 0,3 0 0,5-1 0,1 2 0,4-1 0,-3 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1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82 24575,'0'-9'0,"-1"-1"0,0 1 0,-1 0 0,0 0 0,0 0 0,-1 0 0,-4-9 0,7 18 0,0 0 0,0 0 0,0 0 0,0 0 0,0 0 0,0 0 0,0 1 0,0-1 0,0 0 0,0 0 0,0 0 0,0 0 0,0 0 0,0 0 0,0 0 0,0 0 0,0 0 0,0 0 0,0 0 0,0 0 0,0 0 0,0 0 0,0 0 0,0 0 0,0 0 0,0 0 0,0 0 0,0 1 0,0-1 0,0 0 0,0 0 0,0 0 0,0 0 0,-1 0 0,1 0 0,0 0 0,0 0 0,0 0 0,0 0 0,0 0 0,0 0 0,0 0 0,0 0 0,0 0 0,0 0 0,0 0 0,0 0 0,0 0 0,0 0 0,0 0 0,0 11 0,2 15 0,6 21 89,-2-1-452,3 1-1,2-1 1,17 46-1,-19-71-6462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2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11 162 24575,'4'0'0,"1"-1"0,-1 0 0,0 0 0,0-1 0,0 1 0,0-1 0,4-2 0,14-5 0,18 0 0,-31 8 0,0 0 0,-1-1 0,1 0 0,-1-1 0,1 0 0,-1 0 0,0 0 0,14-10 0,-21 12 0,1 0 0,-1 0 0,0 0 0,0 0 0,1-1 0,-1 1 0,0 0 0,0-1 0,-1 1 0,1-1 0,0 1 0,0-1 0,-1 1 0,1-1 0,-1 0 0,1 1 0,-1-1 0,0 0 0,0 1 0,0-1 0,0 0 0,0 0 0,0 1 0,0-1 0,0 0 0,-1 1 0,1-1 0,0 0 0,-1 1 0,0-1 0,1 1 0,-1-1 0,0 1 0,0-1 0,0 1 0,0-1 0,0 1 0,0 0 0,0 0 0,-1-1 0,-1 0 0,-1-2 0,-1 0 0,1 0 0,-1 1 0,1 0 0,-1 0 0,0 0 0,0 0 0,-1 1 0,1 0 0,0 0 0,-9-1 0,7 2 0,0 1 0,0 0 0,0 0 0,0 1 0,0-1 0,0 2 0,0-1 0,0 1 0,0 0 0,1 0 0,-1 1 0,-6 4 0,11-6 0,-1 0 0,1 1 0,0-1 0,-1 1 0,1 0 0,0-1 0,0 1 0,0 0 0,0 0 0,1 1 0,-1-1 0,0 0 0,1 1 0,0-1 0,-1 1 0,1-1 0,0 1 0,0-1 0,1 1 0,-1 0 0,0 0 0,1-1 0,0 1 0,0 0 0,0 0 0,0 0 0,0-1 0,0 1 0,1 0 0,-1 0 0,1-1 0,1 6 0,1-2 20,0-1 0,0 1 0,0-1 1,1 0-1,-1 0 0,1 0 0,1-1 0,-1 1 0,0-1 0,1 0 0,0 0 0,0-1 0,0 1 0,1-1 0,-1 0 0,7 2 1,6 2-448,0 0 0,0-2 1,37 7-1,-14-5-6399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174 110 24575,'2'-1'0,"0"1"0,0-1 0,0 0 0,0 1 0,0-1 0,0 0 0,0 0 0,0 0 0,-1-1 0,1 1 0,0 0 0,-1-1 0,1 1 0,-1-1 0,0 1 0,1-1 0,-1 0 0,0 1 0,1-3 0,1 0 0,-1-1 0,1 0 0,-1 1 0,0-1 0,0 0 0,1-7 0,-2 11 0,-1-1 0,0 1 0,0 0 0,0 0 0,0-1 0,0 1 0,0 0 0,0-1 0,0 1 0,-1 0 0,1-1 0,0 1 0,-1 0 0,1 0 0,-1 0 0,1-1 0,-1 1 0,0 0 0,1 0 0,-1 0 0,0 0 0,0 0 0,-2-2 0,1 2 0,-1-1 0,1 1 0,-1 0 0,0-1 0,1 1 0,-1 1 0,0-1 0,0 0 0,1 0 0,-6 1 0,-2-1 0,-1 1 0,1 0 0,-1 1 0,1 0 0,-11 3 0,8-1 0,-1 1 0,-20 8 0,30-10 0,1-1 0,0 1 0,0 0 0,0-1 0,0 2 0,0-1 0,0 0 0,0 0 0,1 1 0,-1 0 0,1-1 0,0 1 0,0 0 0,0 0 0,-3 6 0,5-8 0,-1 1 0,1 0 0,0 0 0,0 0 0,0 0 0,0 0 0,0 0 0,1-1 0,-1 1 0,0 0 0,1 0 0,0 0 0,-1-1 0,1 1 0,0 0 0,0 0 0,0-1 0,0 1 0,0-1 0,0 1 0,0-1 0,0 1 0,1-1 0,-1 0 0,1 0 0,-1 0 0,1 0 0,1 1 0,8 6 0,0-1 0,22 10 0,-27-14 0,19 9 0,27 14 0,-47-24 0,-1 1 0,0 0 0,0 0 0,0 0 0,0 1 0,-1-1 0,1 1 0,4 7 0,-7-10 0,0 0 0,-1 1 0,1-1 0,0 1 0,-1-1 0,1 1 0,-1-1 0,0 1 0,1-1 0,-1 1 0,0-1 0,0 1 0,0-1 0,0 1 0,0-1 0,0 1 0,-1-1 0,1 1 0,0-1 0,-1 1 0,1-1 0,-1 1 0,0-1 0,1 1 0,-1-1 0,0 0 0,0 0 0,0 1 0,0-1 0,0 0 0,0 0 0,0 0 0,0 0 0,-1 0 0,1 0 0,0 0 0,0 0 0,-3 0 0,-4 4 0,0-1 0,0 0 0,-1-1 0,0 0 0,-9 2 0,17-5 1,-54 12 339,50-12-510,0 1-1,0-1 1,0 0-1,1 0 0,-1 0 1,0-1-1,0 0 0,1 0 1,-9-3-1,2-1-6655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3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63 24575,'0'0'0,"0"-1"0,0 1 0,0 0 0,1 0 0,-1 0 0,0 0 0,0 0 0,0-1 0,1 1 0,-1 0 0,0 0 0,0 0 0,0 0 0,0-1 0,1 1 0,-1 0 0,0 0 0,0-1 0,0 1 0,0 0 0,0 0 0,0-1 0,0 1 0,0 0 0,0 0 0,0 0 0,0-1 0,0 1 0,0 0 0,0 0 0,0-1 0,0 1 0,0 0 0,0 0 0,0-1 0,0 1 0,0 0 0,0 0 0,-1-1 0,1 1 0,0 0 0,0 0 0,0 0 0,0-1 0,0 1 0,-1 0 0,1 0 0,0 0 0,0 0 0,0 0 0,-1-1 0,1 1 0,0 0 0,-1 0 0,1-1 0,-1 1 0,1-1 0,-1 1 0,1-1 0,-1 1 0,1 0 0,-1-1 0,1 1 0,-1 0 0,0-1 0,1 1 0,-1 0 0,0-1 0,1 1 0,-1 0 0,0 0 0,0 0 0,1 0 0,-1 0 0,0 0 0,1 0 0,-1 0 0,0 0 0,0 0 0,1 0 0,-1 0 0,0 1 0,0-1 0,0 1 0,-1 0 0,1 0 0,0 0 0,0 0 0,0 0 0,0 0 0,1 1 0,-1-1 0,0 0 0,0 0 0,1 1 0,-1-1 0,1 0 0,-1 1 0,1-1 0,-1 1 0,1-1 0,0 0 0,0 1 0,0-1 0,0 1 0,0-1 0,0 1 0,0-1 0,0 1 0,1-1 0,-1 0 0,0 1 0,1-1 0,-1 1 0,2 1 0,1 6 0,1 0 0,0 0 0,7 11 0,-8-16 0,0 1 0,0-1 0,1 1 0,0-1 0,0 0 0,0 0 0,0-1 0,0 1 0,1-1 0,-1 0 0,1 0 0,0-1 0,0 1 0,0-1 0,0 0 0,6 1 0,-8-2 0,0-1 0,0 1 0,1-1 0,-1 0 0,0 0 0,0 0 0,0 0 0,0-1 0,0 1 0,0-1 0,1 0 0,-1 0 0,0 0 0,-1 0 0,1 0 0,0-1 0,0 1 0,-1-1 0,1 0 0,0 0 0,-1 0 0,0 0 0,1 0 0,-1 0 0,0-1 0,0 1 0,0-1 0,-1 1 0,3-5 0,0-2 0,0 1 0,0-1 0,-1-1 0,0 1 0,2-16 0,-4 19 0,0 0 0,0 0 0,-1-1 0,0 1 0,0 0 0,-1 0 0,0 0 0,0 0 0,-3-12 0,3 17-85,1 0 0,-1 0-1,1 0 1,0 0 0,-1 0-1,0 1 1,1-1 0,-1 0-1,1 0 1,-1 0 0,0 1-1,0-1 1,1 0 0,-1 1-1,-1-2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3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24575,'12'-19'0,"-10"16"0,0-1 0,0 0 0,0 0 0,1 1 0,0-1 0,3-2 0,-5 5 0,-1 1 0,0 0 0,1-1 0,-1 1 0,1 0 0,-1 0 0,1-1 0,-1 1 0,1 0 0,-1 0 0,1 0 0,-1 0 0,1 0 0,-1 0 0,0 0 0,1 0 0,-1 0 0,1 0 0,-1 0 0,1 0 0,-1 0 0,2 0 0,-1 1 0,0 0 0,0-1 0,0 1 0,0 0 0,0 0 0,-1 0 0,1 0 0,0-1 0,0 1 0,-1 0 0,1 0 0,0 1 0,0 0 0,5 13 0,-2 0 0,1 0 0,-2 0 0,0 0 0,-1 0 0,0 1 0,-1-1 0,-2 17 0,3 9 0,-2-40 0,0 1 0,0-1 0,0 0 0,0 1 0,0-1 0,1 0 0,-1 1 0,0-1 0,1 0 0,-1 0 0,1 1 0,1 1 0,-2-3 0,0 0 0,1 0 0,-1 0 0,0 1 0,0-1 0,1 0 0,-1 0 0,0 0 0,1 0 0,-1 0 0,0 1 0,1-1 0,-1 0 0,0 0 0,1 0 0,-1 0 0,0 0 0,1 0 0,-1 0 0,0 0 0,1 0 0,-1 0 0,0-1 0,1 1 0,-1 0 0,0 0 0,1 0 0,-1 0 0,0 0 0,1-1 0,3-2 0,0 0 0,0 0 0,-1-1 0,1 1 0,3-6 0,4-3 0,-3 4 0,2 1 0,-1-1 0,1 2 0,0-1 0,0 1 0,1 1 0,0 0 0,0 1 0,16-5 0,-22 8 0,-1-1 0,1 2 0,0-1 0,0 1 0,0-1 0,0 1 0,0 1 0,0-1 0,0 1 0,10 2 0,-12-2 0,0 1 0,0-1 0,0 1 0,0-1 0,-1 1 0,1 0 0,-1 0 0,1 0 0,-1 0 0,0 1 0,1-1 0,-1 0 0,-1 1 0,1 0 0,0 0 0,0-1 0,-1 1 0,2 5 0,-2-6 0,0 0 0,0 1 0,0-1 0,0 1 0,-1-1 0,1 0 0,-1 1 0,0-1 0,1 1 0,-1-1 0,0 1 0,-1-1 0,1 1 0,0-1 0,-1 1 0,1-1 0,-1 1 0,0-1 0,0 0 0,0 1 0,0-1 0,0 0 0,0 0 0,-1 0 0,1 0 0,-1 0 0,1 0 0,-1 0 0,0 0 0,0 0 0,0-1 0,0 1 0,0-1 0,0 0 0,0 1 0,-4 0 0,-1 1 0,0 0 0,0-1 0,0 0 0,-1 0 0,1-1 0,0 0 0,-1-1 0,1 1 0,-1-1 0,1-1 0,-10 0 0,6-2-170,0 0-1,0-1 0,0 0 1,0 0-1,1-1 0,0-1 1,-14-9-1,11 6-6655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1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44 24575,'-18'38'0,"17"-35"0,-20 48 0,-31 54 0,47-97 0,3-5 0,-1 1 0,1 0 0,0 0 0,0 0 0,0 0 0,0 0 0,1 0 0,-1 0 0,1 1 0,0-1 0,0 6 0,1-9 0,0-1 0,1 1 0,-1-1 0,1 1 0,-1-1 0,0 1 0,1-1 0,-1 1 0,1-1 0,-1 1 0,1-1 0,0 1 0,-1-1 0,1 0 0,-1 1 0,1-1 0,0 0 0,-1 0 0,1 0 0,0 1 0,-1-1 0,1 0 0,0 0 0,-1 0 0,1 0 0,0 0 0,-1 0 0,2 0 0,25-4 0,-18 3 0,267-18 0,162 20 0,-436-1 0,0 0 0,1 0 0,-1 0 0,1 0 0,-1-1 0,1 1 0,-1 0 0,1-1 0,-1 0 0,0 0 0,1 0 0,-1 0 0,0 0 0,0 0 0,4-3 0,-4 2 0,0-1 0,-1 1 0,1-1 0,-1 1 0,0-1 0,0 1 0,0-1 0,0 0 0,0 0 0,0 1 0,-1-1 0,0 0 0,1-4 0,1-7 0,2 1 0,-1 0 0,2 0 0,8-20 0,-8 24 0,0-1 0,-1 0 0,-1-1 0,0 1 0,0 0 0,-1-1 0,0 1 0,0-16 0,-2 24 0,-1 0 0,1 0 0,0 0 0,-1 1 0,1-1 0,-1 0 0,1 0 0,-1 1 0,0-1 0,0 0 0,0 1 0,0-1 0,0 1 0,0-1 0,0 1 0,0 0 0,-1-1 0,1 1 0,0 0 0,-1 0 0,1 0 0,-1 0 0,0 0 0,1 0 0,-1 0 0,0 1 0,1-1 0,-1 1 0,0-1 0,0 1 0,0-1 0,1 1 0,-3 0 0,-7-1 0,-1 1 0,1 0 0,0 1 0,-14 2 0,16-1 0,-300 29 0,215-22 0,61-7 207,15-1-731,1 1 0,-32 6 0,39-5-6302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3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50 24575,'-1'4'0,"-1"0"0,0 0 0,0 0 0,-1-1 0,1 1 0,-1-1 0,0 0 0,0 0 0,0 0 0,-4 3 0,-10 9 0,15-13 0,7-6 0,36-34 0,-24 21 0,34-25 0,-51 42 0,1-1 0,-1 1 0,1-1 0,0 1 0,-1-1 0,1 1 0,0-1 0,-1 1 0,1-1 0,0 1 0,0 0 0,-1-1 0,1 1 0,0 0 0,0 0 0,-1 0 0,1 0 0,0 0 0,0 0 0,0 0 0,-1 0 0,1 0 0,0 0 0,0 0 0,0 0 0,-1 0 0,1 1 0,0-1 0,0 0 0,-1 1 0,1-1 0,0 0 0,0 1 0,-1-1 0,1 1 0,-1-1 0,1 1 0,0-1 0,-1 1 0,1 0 0,-1-1 0,1 1 0,-1 0 0,0-1 0,1 1 0,-1 0 0,0 0 0,1-1 0,-1 1 0,0 0 0,0 0 0,0-1 0,1 1 0,-1 0 0,0 0 0,0 1 0,1 8 0,0 0 0,-1 1 0,-1 15 0,0-15 0,0 19-1365,1-18-5461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24575,'0'-2'0,"3"-4"0,2 0 0,4 1 0,1 1 0,3-1 0,2 0 0,2 2 0,-2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4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129 111 24575,'-2'-2'0,"0"-1"0,1 1 0,-1 0 0,1-1 0,-1 0 0,1 1 0,-2-6 0,3 5 0,-1 1 0,0 0 0,0-1 0,0 1 0,0 0 0,-1 0 0,1 0 0,-3-3 0,3 5 0,0-1 0,0 0 0,0 0 0,0 1 0,0-1 0,0 1 0,0-1 0,0 1 0,-1 0 0,1-1 0,0 1 0,0 0 0,-1 0 0,1 0 0,0 0 0,0 0 0,-1 0 0,1 0 0,0 0 0,-1 0 0,-1 1 0,-2 1 0,0-1 0,0 1 0,0 1 0,0-1 0,0 1 0,0 0 0,-5 5 0,7-7 0,1 1 0,-1 0 0,1 0 0,0 0 0,0 0 0,0 1 0,0-1 0,0 0 0,0 1 0,1 0 0,-1-1 0,1 1 0,0 0 0,-2 5 0,3-7 0,0 0 0,0 0 0,0 0 0,0 0 0,0 0 0,0 0 0,1 0 0,-1 0 0,0 0 0,0 0 0,1 0 0,-1 0 0,1 0 0,-1 0 0,1 0 0,-1 0 0,1-1 0,0 1 0,-1 0 0,1 0 0,0 0 0,0-1 0,-1 1 0,1-1 0,0 1 0,0 0 0,0-1 0,0 1 0,0-1 0,0 0 0,0 1 0,0-1 0,0 0 0,0 0 0,0 1 0,0-1 0,2 0 0,0 0 0,0 0 0,0 0 0,0 0 0,0 0 0,0 0 0,0-1 0,0 1 0,0-1 0,0 0 0,0 0 0,4-2 0,-1 0 0,-1-1 0,0 1 0,0-1 0,0-1 0,0 1 0,0 0 0,-1-1 0,0 0 0,0 0 0,-1-1 0,1 1 0,-1-1 0,0 1 0,0-1 0,-1 0 0,0 0 0,0 0 0,0-1 0,-1 1 0,0 0 0,1-13 0,-5 5 0,3 13 0,0 1 0,0 0 0,0 0 0,-1 0 0,1 0 0,0 0 0,0 0 0,0 0 0,0 0 0,-1 0 0,1-1 0,0 1 0,0 0 0,0 0 0,-1 0 0,1 0 0,0 0 0,0 0 0,0 0 0,-1 0 0,1 0 0,0 1 0,0-1 0,0 0 0,0 0 0,-1 0 0,1 0 0,0 0 0,0 0 0,0 0 0,0 0 0,-1 0 0,1 1 0,0-1 0,0 0 0,0 0 0,-2 2 0,1-1 0,-1 1 0,1 0 0,0 0 0,0 0 0,0-1 0,0 1 0,0 0 0,0 0 0,0 3 0,-1 2-151,1-1-1,0 1 0,0 0 0,1-1 1,0 1-1,0 0 0,0-1 1,3 10-1,0-6-6674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73 121 24575,'0'-1'0,"0"1"0,0-1 0,-1 0 0,1 1 0,0-1 0,-1 0 0,1 1 0,-1-1 0,1 0 0,-1 1 0,1-1 0,-1 1 0,0-1 0,1 1 0,-1-1 0,0 1 0,1 0 0,-1-1 0,0 1 0,1 0 0,-1-1 0,0 1 0,0 0 0,1 0 0,-1 0 0,0 0 0,0 0 0,1-1 0,-1 1 0,0 1 0,0-1 0,0 0 0,1 0 0,-3 0 0,-26 6 0,28-5 0,0-1 0,0 0 0,0 1 0,0-1 0,0 1 0,0 0 0,0-1 0,0 1 0,0 0 0,0-1 0,0 1 0,0 0 0,0 0 0,1 0 0,-1 0 0,0 0 0,1 0 0,-1 0 0,0 0 0,1 0 0,0 0 0,-1 0 0,1 0 0,0 1 0,-1-1 0,1 0 0,0 0 0,0 0 0,0 0 0,0 1 0,0-1 0,0 0 0,0 0 0,1 2 0,0-2 0,-1 0 0,1 0 0,0 0 0,0 0 0,0 0 0,0 0 0,0 0 0,1 0 0,-1-1 0,0 1 0,0 0 0,1-1 0,-1 1 0,0 0 0,1-1 0,-1 0 0,0 1 0,1-1 0,-1 0 0,0 0 0,1 0 0,-1 0 0,1 0 0,-1 0 0,1 0 0,-1 0 0,0 0 0,3-2 0,0 1 0,0 0 0,0-1 0,0 1 0,0-1 0,0 0 0,-1-1 0,1 1 0,-1 0 0,1-1 0,-1 0 0,0 0 0,0 0 0,0 0 0,0-1 0,-1 1 0,1-1 0,-1 1 0,0-1 0,2-6 0,-1 6 0,-1-1 0,-1 0 0,1 0 0,-1 0 0,0 0 0,0-1 0,0 1 0,-1 0 0,1 0 0,-2-1 0,1 1 0,0 0 0,-1 0 0,0-1 0,-2-7 0,3 13 0,0-1 0,-1 1 0,1-1 0,0 0 0,0 1 0,0-1 0,0 1 0,-1-1 0,1 1 0,0-1 0,-1 1 0,1-1 0,0 1 0,-1-1 0,1 1 0,-1-1 0,1 1 0,0 0 0,-1-1 0,1 1 0,-1 0 0,1-1 0,-1 1 0,1 0 0,-1-1 0,-1 1 0,2 0 0,-1 1 0,1-1 0,-1 1 0,1-1 0,-1 0 0,1 1 0,-1-1 0,1 1 0,-1-1 0,1 1 0,-1 0 0,1-1 0,0 1 0,-1-1 0,1 1 0,0 0 0,0-1 0,-1 2 0,-7 33 0,7 43-1365,2-52-5461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4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24575,'176'2'0,"384"-16"0,-557 13 171,-6 1 0,-6 0-1878,-1 0-5119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5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75 24575,'-1'0'0,"1"1"0,-1-1 0,1 0 0,0 1 0,-1-1 0,1 0 0,-1 1 0,1-1 0,0 1 0,0-1 0,-1 1 0,1-1 0,0 1 0,0-1 0,-1 1 0,1-1 0,0 1 0,0-1 0,0 1 0,0-1 0,0 1 0,0-1 0,0 1 0,0-1 0,0 1 0,0 0 0,0-1 0,0 1 0,0-1 0,0 1 0,1 0 0,-1 0 0,1-1 0,0 1 0,0 0 0,0 0 0,0-1 0,0 1 0,0 0 0,0-1 0,0 1 0,0-1 0,0 0 0,1 1 0,1-1 0,40 5 0,-42-5 0,294-14 0,-157 4 0,-85 7 0,574-45 0,-597 45 0,-12 2 0,-1-1 0,1-1 0,-1 0 0,24-9 0,-36 9 165,-8 2 11,-11 2-1706,13-1 1354,-10 2-6650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5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188 189 24575,'1'1'0,"0"-1"0,0 1 0,-1-1 0,1 1 0,0-1 0,0 1 0,-1-1 0,1 1 0,0 0 0,-1 0 0,1-1 0,-1 1 0,1 0 0,-1 0 0,1-1 0,-1 1 0,0 0 0,1 0 0,-1 0 0,0 0 0,1 0 0,-1-1 0,0 1 0,0 0 0,0 0 0,0 0 0,0 0 0,0 0 0,0 1 0,-1 29 0,-4-6 0,-2 0 0,-14 39 0,-2 6 0,-19 102 0,37-145 0,2 0 0,1 1 0,0-1 0,5 40 0,-3-65 0,0 0 0,1 0 0,-1 0 0,1 0 0,-1-1 0,1 1 0,0 0 0,0 0 0,0-1 0,0 1 0,0-1 0,0 1 0,0-1 0,0 1 0,1-1 0,-1 0 0,0 1 0,1-1 0,-1 0 0,1 0 0,0 0 0,-1 0 0,1 0 0,0-1 0,0 1 0,-1 0 0,1-1 0,0 1 0,0-1 0,0 0 0,0 0 0,3 1 0,7-1 0,-1-1 0,1 1 0,-1-2 0,15-2 0,-15 1 0,251-36 0,28-5 0,-280 43 0,-3 0 0,-1-1 0,1 1 0,0-1 0,-1 0 0,12-5 0,-16 6 0,-1-1 0,1 1 0,0 0 0,-1 0 0,1-1 0,-1 1 0,0-1 0,1 0 0,-1 1 0,0-1 0,0 0 0,0 0 0,0 1 0,0-1 0,-1 0 0,1 0 0,0 0 0,-1 0 0,0 0 0,1 0 0,-1 0 0,0 0 0,0-4 0,-4-620 0,5 624 0,-1 1 0,0 0 0,0-1 0,0 1 0,0 0 0,0-1 0,0 1 0,0 0 0,-1-1 0,1 1 0,0 0 0,-1 0 0,1-1 0,-1 1 0,1 0 0,-1 0 0,0 0 0,0-1 0,1 1 0,-1 0 0,0 0 0,0 0 0,0 0 0,0 0 0,0 1 0,0-1 0,-2-1 0,0 2 0,0-1 0,0 1 0,0 0 0,-1 0 0,1 0 0,0 0 0,0 0 0,0 1 0,0-1 0,-6 3 0,-68 11 0,-145 8 0,93-12 0,54-3 0,-181 24 0,253-31 0,-1 1 0,1 0 0,0 0 0,0 0 0,0 0 0,0 0 0,0 1 0,0-1 0,-4 4 0,7-5 0,-1 0 0,1 1 0,0-1 0,0 0 0,-1 0 0,1 1 0,0-1 0,0 0 0,0 1 0,0-1 0,-1 0 0,1 1 0,0-1 0,0 0 0,0 1 0,0-1 0,0 1 0,0-1 0,0 0 0,0 1 0,0-1 0,0 0 0,0 1 0,0-1 0,0 1 0,0-1 0,0 0 0,0 1 0,1 0 0,0 0 0,0 0 0,0 0 0,0 0 0,0 0 0,0 0 0,0 0 0,0 0 0,1 0 0,-1 0 0,0-1 0,3 2 0,25 10-1365,-16-7-5461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5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 24575,'86'2'0,"-19"0"0,86-8 0,-126 1 0,-22 2 0,-19 0 0,-166 10 0,24 0 0,153-7-1365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6:5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60 24575,'-1'0'0,"0"0"0,0 0 0,0 0 0,0 1 0,-1-1 0,1 0 0,0 1 0,0-1 0,0 1 0,0-1 0,0 1 0,0-1 0,0 1 0,0 0 0,1 0 0,-1-1 0,0 1 0,0 0 0,1 0 0,-1 0 0,0 0 0,1 0 0,-1 0 0,1 0 0,-1 0 0,1 0 0,-1 0 0,1 0 0,0 0 0,-1 2 0,0 5 0,-1 0 0,1 1 0,1 11 0,-1 3 0,-6 7 0,5-23 0,0 0 0,0 1 0,1-1 0,0 1 0,0 9 0,1-16 0,0 0 0,0-1 0,0 1 0,1 0 0,-1 0 0,0-1 0,1 1 0,-1 0 0,0-1 0,1 1 0,-1 0 0,1-1 0,-1 1 0,1-1 0,-1 1 0,1 0 0,-1-1 0,1 1 0,0-1 0,-1 0 0,1 1 0,0-1 0,-1 1 0,1-1 0,0 0 0,0 0 0,-1 1 0,1-1 0,0 0 0,0 0 0,-1 0 0,1 0 0,0 0 0,0 0 0,0 0 0,33-5 0,-25 3 0,31-3 0,-1 2 0,46 2 0,-43 2 0,72-9 0,-107 7 0,-2 1 0,-1-1 0,0 0 0,0 1 0,0-2 0,0 1 0,0 0 0,4-3 0,-6 3 0,-1 0 0,0 0 0,0 0 0,0 0 0,1 0 0,-1-1 0,0 1 0,-1 0 0,1-1 0,0 1 0,0-1 0,0 1 0,-1-1 0,1 1 0,-1-1 0,1 0 0,-1 1 0,0-1 0,0 0 0,0 1 0,0-4 0,-3-146 0,3 150 0,-1-1 0,1 1 0,0-1 0,-1 1 0,1-1 0,-1 1 0,0 0 0,1-1 0,-1 1 0,0 0 0,0 0 0,0 0 0,0 0 0,0-1 0,0 1 0,0 0 0,0 0 0,0 1 0,0-1 0,-1 0 0,1 0 0,0 1 0,-1-1 0,1 0 0,0 1 0,-1 0 0,1-1 0,-1 1 0,1 0 0,-3-1 0,-6 0 0,0 1 0,-1 0 0,-15 2 0,8-1 0,-224 11 0,220-11 0,16-2 0,0 1 0,1 0 0,-1 1 0,0-1 0,0 1 0,0 0 0,1 0 0,-1 1 0,1 0 0,-11 5 0,15-7-31,1 0 0,-1 1 0,1-1 0,0 0 0,-1 1 0,1-1 0,-1 1 0,1-1 0,0 0 0,0 1 0,-1-1 0,1 1 0,0-1 0,0 1 0,-1-1 0,1 1 0,0-1 0,0 1 0,0-1 0,0 1 0,0 0 0,0-1 0,0 1 0,0-1-1,0 1 1,0-1 0,0 1 0,0-1 0,0 1 0,0-1 0,1 1 0,-1-1 0,0 1 0,0-1 0,1 1 0,-1-1 0,0 1 0,1-1 0,-1 1 0,0-1 0,1 0 0,-1 1 0,1-1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0 283 24575,'1418'-50'-1926,"-745"18"1308,595-24-1219,959-34 488,-1998 85 1999,-80 6 2825,-150-2-2795,-4 0-713,1 0-1,-1-1 0,0 0 0,0 0 0,1 0 0,-1 0 0,1-1 0,0 0 0,0 0 1,0 0-1,0 0 0,-6-8 0,5 0-6792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2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 24575,'-1'0'0,"1"0"0,-1 0 0,1 0 0,0 0 0,-1 0 0,1 0 0,-1 0 0,1 0 0,-1 0 0,1-1 0,0 1 0,-1 0 0,1 0 0,-1 0 0,1-1 0,0 1 0,-1 0 0,1 0 0,0-1 0,-1 1 0,1 0 0,0-1 0,-1 1 0,1-1 0,0 1 0,0 0 0,0 0 0,1-1 0,-1 1 0,0 0 0,0 0 0,0 0 0,0-1 0,0 1 0,0 0 0,0 0 0,0 0 0,1-1 0,-1 1 0,0 0 0,0 0 0,0 0 0,0 0 0,1 0 0,-1 0 0,0-1 0,0 1 0,0 0 0,1 0 0,-1 0 0,0 0 0,0 0 0,1 0 0,-1 0 0,0 0 0,0 0 0,0 0 0,1 0 0,-1 0 0,0 0 0,0 0 0,1 0 0,-1 0 0,0 0 0,0 0 0,0 0 0,1 0 0,-1 0 0,0 0 0,0 1 0,12 0 0,-1 1 0,0 0 0,0 1 0,0 0 0,-1 1 0,1 0 0,-1 1 0,0 0 0,0 0 0,18 14 0,-27-18 7,0 0-1,0 0 1,0 0 0,0-1-1,-1 1 1,1 0-1,0 0 1,-1 1-1,1-1 1,-1 0-1,1 0 1,-1 0 0,1 0-1,-1 0 1,0 1-1,1-1 1,-1 0-1,0 0 1,0 1 0,0-1-1,0 0 1,0 0-1,0 0 1,0 1-1,-1 1 1,-1 0 8,1 0 1,-1 0-1,1-1 1,-1 1-1,0 0 1,0-1 0,0 1-1,0-1 1,0 0-1,-3 2 1,-6 5-443,0-2 0,0 0 1,-23 11-1,12-9-6399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173 308 24575,'-2'-4'0,"0"0"0,0 1 0,-1-1 0,0 0 0,1 1 0,-1-1 0,-1 1 0,1 0 0,0 0 0,-1 1 0,1-1 0,-6-2 0,9 5 0,-1 0 0,0 0 0,1 0 0,-1 1 0,1-1 0,-1 0 0,1 1 0,-1-1 0,1 1 0,-1-1 0,1 0 0,-1 1 0,1-1 0,-1 1 0,1-1 0,0 1 0,-1-1 0,1 1 0,0-1 0,0 1 0,-1 0 0,1-1 0,0 1 0,0-1 0,0 1 0,0 0 0,-1-1 0,1 1 0,0 0 0,0-1 0,1 2 0,-3 26 0,2-24 0,7 279 0,0-76 0,-14 235 0,1-358 0,-4 0 0,-4-1 0,-30 101 0,29-138 0,4-12 0,-12 61 0,22-92 0,1 0 0,-1 0 0,1 0 0,0 0 0,0 0 0,0 0 0,1 0 0,-1 0 0,1 0 0,-1 0 0,1-1 0,2 5 0,-2-6 0,-1 0 0,1 0 0,0 1 0,0-1 0,0 0 0,1 0 0,-1 0 0,0-1 0,0 1 0,0 0 0,1 0 0,-1-1 0,0 1 0,1-1 0,-1 1 0,0-1 0,1 1 0,-1-1 0,1 0 0,-1 0 0,1 0 0,-1 0 0,1 0 0,-1 0 0,0 0 0,4-1 0,23-4 0,-1-1 0,39-13 0,0-1 0,1 6 0,1 2 0,100-4 0,142 12 0,-271 5 0,669 21-227,-42 0-159,-1-41 181,-641 18 215,-15 1 6,0 0 0,0-1 0,0 0-1,0-1 1,0 0 0,0 0 0,12-6-1,-20 8-8,-1 0-1,1 0 1,-1 0-1,0 0 0,1-1 1,-1 1-1,0 0 1,1 0-1,-1-1 0,0 1 1,1 0-1,-1-1 0,0 1 1,1 0-1,-1 0 1,0-1-1,0 1 0,0-1 1,1 1-1,-1 0 1,0-1-1,0 1 0,0-1 1,0 1-1,0 0 1,0-1-1,0 1 0,0-1 1,0 1-1,0 0 0,0-1 1,-9-11 201,-23-7 55,29 18-257,-3-2-6,-1 0 0,1-1 0,0 1 0,0-1 0,0 0 0,0-1 0,1 0 0,-1 0 0,1 0 0,1 0 0,-1-1 0,1 1 0,0-1 0,0-1 0,0 1 0,1 0 0,0-1 0,1 0 0,-1 1 0,1-1 0,0 0 0,1 0 0,0 0 0,-1-12 0,1-34 0,2 0 0,8-56 0,0 10 0,3-341 0,2-17 0,-2 87 0,-12 367 0,0 0 0,0-1 0,0 1 0,-1-1 0,0 1 0,1-1 0,-1 1 0,0 0 0,-3-5 0,4 7 0,-1 0 0,0 0 0,1 1 0,-1-1 0,0 0 0,0 0 0,0 1 0,1-1 0,-1 1 0,0-1 0,0 0 0,0 1 0,0 0 0,0-1 0,0 1 0,0 0 0,0-1 0,-1 1 0,1 0 0,0 0 0,0 0 0,0 0 0,0 0 0,0 0 0,0 0 0,0 0 0,0 1 0,0-1 0,0 0 0,0 1 0,0-1 0,-2 2 0,-29 8 0,0-2 0,0-1 0,-38 4 0,-100 1 0,122-10 0,-858 9-609,582-13 483,205 1 126,-703 22 0,785-20 174,26-1-81,-1 0 1,1 1 0,0 0-1,0 1 1,-11 3-1,20-4-93,0 0 0,0 1 0,0-1 0,0 1 0,0-1 0,0 1 0,0-1 0,1 1 0,-1 0 0,0 0 0,1 0 0,-2 3 0,-10 11 0,3-4 342,10-12-382,-1 0 0,1 0 1,0 1-1,0-1 0,0 0 0,0 1 1,0-1-1,0 0 0,0 0 1,0 1-1,-1-1 0,1 0 1,0 1-1,0-1 0,0 0 1,1 1-1,-1-1 0,0 0 0,0 1 1,0-1-1,0 0 0,0 1 1,0-1-1,0 0 0,0 0 1,1 1-1,-1-1 0,0 0 1,0 0-1,0 1 0,1-1 1,-1 0-1,0 0 0,0 1 0,1-1 1,-1 0-1,0 0 0,0 0 1,1 0-1,-1 0 0,0 1 1,1-1-1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163 203 24575,'2'0'0,"0"0"0,0-1 0,0 1 0,0 0 0,0-1 0,0 1 0,-1-1 0,1 1 0,0-1 0,0 0 0,0 0 0,0 0 0,-1 0 0,1 0 0,0 0 0,-1 0 0,1-1 0,2-2 0,-2 1 0,0 1 0,-1-1 0,1 0 0,0 0 0,-1 0 0,0-1 0,0 1 0,0 0 0,0 0 0,0-6 0,0 2 0,-1 0 0,0 1 0,0-1 0,0 0 0,-1 0 0,0 1 0,0-1 0,-1 0 0,0 1 0,-5-12 0,4 13 0,1 1 0,-1-1 0,0 1 0,-1 0 0,1 0 0,-1 1 0,0-1 0,0 1 0,0 0 0,0-1 0,0 2 0,-1-1 0,1 1 0,-1-1 0,0 1 0,-8-2 0,10 3 0,0 0 0,-1 1 0,1 0 0,0-1 0,-1 1 0,1 0 0,0 1 0,-1-1 0,1 1 0,0-1 0,-1 1 0,1 0 0,0 0 0,0 0 0,0 1 0,0-1 0,0 1 0,0-1 0,0 1 0,1 0 0,-1 0 0,0 1 0,1-1 0,0 0 0,0 1 0,-4 4 0,0 2 0,1 1 0,0-1 0,0 1 0,1 0 0,0 1 0,1-1 0,0 0 0,-2 17 0,4-18 0,0-1 0,0 1 0,1 0 0,0-1 0,0 1 0,1-1 0,1 1 0,-1-1 0,1 1 0,1-1 0,3 10 0,-4-14 0,0-1 0,0 0 0,0 0 0,0 0 0,0 0 0,1 0 0,-1-1 0,1 1 0,0-1 0,-1 0 0,1 1 0,0-1 0,1-1 0,-1 1 0,0 0 0,0-1 0,1 1 0,-1-1 0,1 0 0,-1 0 0,1-1 0,-1 1 0,1-1 0,0 0 0,-1 0 0,1 0 0,0 0 0,-1 0 0,1-1 0,-1 0 0,6-1 0,-3 0 0,1 0 0,-1 0 0,0-1 0,1 1 0,-1-2 0,0 1 0,-1-1 0,1 0 0,-1 0 0,0 0 0,1-1 0,-2 0 0,1 0 0,-1 0 0,0 0 0,5-8 0,0-9 0,0 0 0,-1-1 0,-2 1 0,6-37 0,-3 16 0,-6 129 0,-2-70 0,0 1 0,1-1 0,1 0 0,5 16 0,-7-27 0,0-1 0,1 1 0,0 0 0,0-1 0,0 1 0,0-1 0,1 0 0,-1 0 0,1 0 0,0 0 0,1 0 0,-1 0 0,1-1 0,-1 0 0,1 0 0,0 0 0,7 4 0,-8-6-80,0 0 0,1 0-1,-1-1 1,0 1 0,0-1-1,1 0 1,-1 0 0,0 0-1,1-1 1,-1 1 0,0-1 0,0 1-1,1-1 1,-1 0 0,0 0-1,4-3 1,12-4-6746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39 24575,'0'-5'0,"-2"-5"0,-3-2 0,-1 3 0,0 7 0,2 9 0,2 11 0,2 12 0,3 7 0,-1 7 0,3 6 0,0 2 0,1 1 0,1-3 0,-2-5 0,1-5 0,-1-8 0,-1-8-8191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24575,'1'-1'0,"-1"0"0,0 0 0,1 1 0,-1-1 0,1 0 0,-1 0 0,1 1 0,-1-1 0,1 0 0,-1 1 0,1-1 0,0 1 0,-1-1 0,1 1 0,0-1 0,0 1 0,-1-1 0,1 1 0,1-1 0,21-8 0,-16 6 0,113-46 0,61-28 0,-178 76 0,33-20 0,-34 20 0,0 0 0,0-1 0,-1 1 0,1 0 0,0-1 0,-1 1 0,0-1 0,1 0 0,-1 0 0,0 1 0,0-1 0,0 0 0,0 0 0,0 0 0,1-4 0,-2 5 0,0 0 0,0 0 0,0 0 0,0 0 0,0 1 0,0-1 0,0 0 0,-1 0 0,1 0 0,0 0 0,-1 0 0,1 0 0,0 0 0,-1 1 0,1-1 0,-1 0 0,1 0 0,-1 1 0,0-1 0,1 0 0,-1 1 0,0-1 0,1 0 0,-1 1 0,0-1 0,0 1 0,0-1 0,1 1 0,-1 0 0,0-1 0,0 1 0,0 0 0,0 0 0,0-1 0,0 1 0,0 0 0,0 0 0,-1 0 0,-2 0 0,-1-1 0,0 1 0,1 1 0,-1-1 0,0 0 0,-6 2 0,2 1 0,-1 0 0,0 1 0,1 0 0,-1 0 0,1 1 0,-15 10 0,22-14 0,0 1 0,-1-1 0,1 1 0,1 0 0,-1 0 0,0 0 0,0 0 0,1 0 0,-1 0 0,1 0 0,-1 0 0,1 0 0,0 1 0,0-1 0,0 1 0,0-1 0,1 1 0,-1-1 0,0 1 0,1-1 0,0 1 0,0 0 0,0-1 0,0 1 0,0-1 0,0 1 0,1 0 0,-1-1 0,1 1 0,0-1 0,1 5 0,3 1 0,0 0 0,0 0 0,0 0 0,1-1 0,0 0 0,0 0 0,8 6 0,56 41 0,-18-15 0,-52-39 0,6 5 0,-1-1 0,0 1 0,0 0 0,0 1 0,4 6 0,-8-11 0,-1-1 0,1 1 0,-1 0 0,1 0 0,-1 0 0,0-1 0,1 1 0,-1 0 0,0 0 0,0 0 0,0 0 0,0 0 0,0-1 0,0 1 0,0 0 0,0 0 0,0 0 0,0 0 0,0 0 0,-1 1 0,0-1 0,1 0 0,-1 0 0,0 0 0,0 0 0,0 0 0,0 0 0,0 0 0,-1-1 0,1 1 0,0 0 0,0-1 0,0 1 0,-1-1 0,1 1 0,0-1 0,-1 1 0,1-1 0,-2 0 0,-11 2-170,-1-1-1,1 0 0,0-1 1,-1 0-1,1-2 0,-1 0 1,-25-6-1,15 2-6655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6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55 24575,'1'0'0,"-1"0"0,0 0 0,0 0 0,0 0 0,0 0 0,0 0 0,0 0 0,0-1 0,0 1 0,0 0 0,0 0 0,0 0 0,0 0 0,0 0 0,0 0 0,0-1 0,0 1 0,0 0 0,0 0 0,0 0 0,0 0 0,0 0 0,0 0 0,0-1 0,0 1 0,0 0 0,0 0 0,0 0 0,0 0 0,0 0 0,0 0 0,-1 0 0,1 0 0,0-1 0,0 1 0,0 0 0,0 0 0,0 0 0,0 0 0,0 0 0,0 0 0,-1 0 0,1 0 0,0 0 0,0 0 0,0 0 0,0 0 0,0 0 0,0 0 0,-1 0 0,1 0 0,0 0 0,0 0 0,0 0 0,0 0 0,13-6 0,47 2 0,77 3 0,-40 2 0,735-27 0,-815 25 89,-8 2-271,0-1 0,-1-1 1,1 0-1,0 0 0,-1-1 0,1 0 1,15-6-1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96 24575,'-5'3'0,"-1"-1"0,0-1 0,0 1 0,0-1 0,0 0 0,-8 0 0,12 0 0,-1-1 0,1 0 0,0 0 0,0 0 0,-1 0 0,1 0 0,0-1 0,0 1 0,0 0 0,0-1 0,-1 0 0,1 0 0,0 1 0,0-1 0,0 0 0,1-1 0,-1 1 0,0 0 0,0 0 0,-1-2 0,2 2 0,1 1 0,0-1 0,0 1 0,-1-1 0,1 1 0,0-1 0,0 1 0,0-1 0,0 1 0,0-1 0,0 1 0,0-1 0,0 1 0,0-1 0,0 1 0,0-1 0,0 1 0,0-1 0,0 1 0,0-1 0,0 1 0,0 0 0,1-1 0,-1 1 0,0-1 0,0 1 0,1-1 0,14-11 0,24-3 0,-36 14 0,45-12 0,1 2 0,0 2 0,52-2 0,150 3 0,230 33-1365,-455-22-5461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7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24575,'-24'19'0,"20"-16"0,0 0 0,0 0 0,0 0 0,0 1 0,-3 4 0,7-8 0,0 0 0,0 0 0,-1 1 0,1-1 0,0 0 0,0 0 0,0 0 0,0 0 0,0 0 0,0 1 0,0-1 0,0 0 0,0 0 0,0 0 0,0 0 0,0 1 0,0-1 0,0 0 0,0 0 0,0 0 0,0 0 0,0 1 0,0-1 0,0 0 0,0 0 0,0 0 0,0 0 0,0 1 0,0-1 0,0 0 0,1 0 0,-1 0 0,0 0 0,0 0 0,0 1 0,0-1 0,0 0 0,0 0 0,1 0 0,9 4 0,13-2 0,-22-2 0,201-5 0,-88 0 0,-109 4 0,700 0 0,-699 1 11,106 9-1387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93 24575,'-6'-5'0,"0"0"0,0 1 0,-12-8 0,12 8 0,1 1 0,0 0 0,0-1 0,0 0 0,-7-7 0,12 11 0,0-1 0,0 1 0,0 0 0,0-1 0,0 1 0,-1 0 0,1 0 0,0-1 0,0 1 0,0 0 0,0-1 0,0 1 0,0 0 0,0 0 0,0-1 0,0 1 0,0 0 0,0-1 0,0 1 0,1 0 0,-1 0 0,0-1 0,0 1 0,0 0 0,0 0 0,0-1 0,1 1 0,-1 0 0,0 0 0,0-1 0,0 1 0,1 0 0,-1 0 0,0 0 0,0-1 0,1 1 0,-1 0 0,0 0 0,0 0 0,1 0 0,-1 0 0,0 0 0,0 0 0,1-1 0,-1 1 0,0 0 0,1 0 0,-1 0 0,0 0 0,0 0 0,1 0 0,-1 0 0,1 1 0,19-4 0,-18 3 0,148-4 279,-86 4-827,0-3 0,70-11 0,-119 10-6278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0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24575,'-4'19'0,"4"-17"0,-1-1 0,1 1 0,-1 0 0,1 0 0,0-1 0,-1 1 0,1 0 0,0 0 0,1 3 0,-1-4 0,1-1 0,-1 1 0,1 0 0,-1 0 0,1 0 0,-1-1 0,1 1 0,0 0 0,-1 0 0,1-1 0,0 1 0,0-1 0,-1 1 0,1-1 0,0 1 0,0-1 0,0 1 0,0-1 0,0 0 0,0 1 0,0-1 0,-1 0 0,1 0 0,2 0 0,16 3 0,1-1 0,0-1 0,37-4 0,-8 1 0,-14 2 130,-7 1-628,0-2-1,49-7 1,-67 6-6328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376 111 24575,'0'0'0,"0"0"0,0 0 0,0 0 0,0 0 0,0 0 0,0 1 0,0-1 0,0 0 0,0 0 0,0 0 0,0 0 0,0 0 0,0 1 0,0-1 0,0 0 0,0 0 0,0 0 0,0 0 0,0 0 0,0 1 0,0-1 0,0 0 0,0 0 0,0 0 0,0 0 0,0 0 0,0 1 0,1-1 0,-1 0 0,0 0 0,0 0 0,0 0 0,0 0 0,0 0 0,0 0 0,0 0 0,1 0 0,-1 1 0,0-1 0,0 0 0,0 0 0,0 0 0,0 0 0,1 0 0,-1 0 0,0 0 0,0 0 0,0 0 0,0 0 0,1 0 0,-1 0 0,0 0 0,0 0 0,0 0 0,0 0 0,0-1 0,1 1 0,-1 0 0,5-9 0,-4 3 0,-1-1 0,-1 0 0,1 1 0,-1-1 0,0 1 0,0-1 0,-1 1 0,0-1 0,0 1 0,-1 0 0,-4-8 0,5 12 0,-1 0 0,0 0 0,1 0 0,-1 0 0,0 1 0,-1-1 0,1 1 0,0-1 0,0 1 0,-1 0 0,1 0 0,0 1 0,-1-1 0,1 1 0,-1 0 0,1 0 0,-6 0 0,-9 1 0,1 1 0,-19 4 0,28-5 0,-24 5 0,-45 15 0,65-17 0,0 0 0,0 1 0,1 1 0,0 0 0,0 1 0,-18 14 0,27-20 0,1 0 0,0 0 0,-1 0 0,1 0 0,0 0 0,0 0 0,0 1 0,0-1 0,0 1 0,0-1 0,0 1 0,0-1 0,0 1 0,1-1 0,-1 1 0,1 0 0,-1-1 0,1 1 0,0 0 0,-1-1 0,1 1 0,0 0 0,0 0 0,0-1 0,0 1 0,1 2 0,0-2 0,1 1 0,-1-1 0,1 1 0,-1-1 0,1 0 0,0 0 0,0 1 0,0-1 0,0 0 0,0-1 0,1 1 0,-1 0 0,0-1 0,1 1 0,2 0 0,27 13 0,0-2 0,1-2 0,39 9 0,-40-12 0,0 1 0,-1 2 0,51 24 0,-80-34 0,1 1 0,0 0 0,0-1 0,-1 1 0,1 0 0,-1 0 0,0 1 0,0-1 0,1 0 0,-1 1 0,-1 0 0,3 3 0,-3-5 0,-1 1 0,0-1 0,1 0 0,-1 0 0,0 1 0,0-1 0,0 0 0,0 0 0,0 1 0,0-1 0,-1 0 0,1 1 0,0-1 0,-1 0 0,1 0 0,-1 0 0,1 1 0,-1-1 0,1 0 0,-1 0 0,0 0 0,0 0 0,1 0 0,-1 0 0,0 0 0,0 0 0,0-1 0,0 1 0,0 0 0,0 0 0,0-1 0,-3 2 0,-7 4 0,-1 0 0,1-1 0,-1 0 0,-1-1 0,1 0 0,-1-1 0,-13 2 0,-93 7 0,106-11-136,-1-1-1,1 0 1,0-1-1,-1 0 1,1-1-1,0 0 1,0-1-1,0-1 0,-14-6 1,8 0-6690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24575,'0'-3'0,"0"0"0,0 0 0,1-1 0,-1 1 0,1 0 0,0 0 0,0 0 0,2-4 0,-3 6 0,0 1 0,0 0 0,0 0 0,0 0 0,0 0 0,0 0 0,0 0 0,0 0 0,0 0 0,0-1 0,0 1 0,0 0 0,0 0 0,0 0 0,0 0 0,0 0 0,0 0 0,1 0 0,-1 0 0,0 0 0,0 0 0,0 0 0,0 0 0,0 0 0,0-1 0,0 1 0,0 0 0,1 0 0,-1 0 0,0 0 0,0 0 0,0 0 0,0 0 0,0 0 0,0 0 0,0 0 0,0 0 0,1 0 0,-1 0 0,0 0 0,0 0 0,0 1 0,0-1 0,0 0 0,0 0 0,0 0 0,0 0 0,1 0 0,-1 0 0,0 0 0,0 0 0,0 0 0,0 0 0,0 0 0,0 0 0,0 0 0,0 1 0,0-1 0,0 0 0,0 0 0,0 0 0,0 0 0,0 0 0,3 20 0,-3 342-1365,0-344-5461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31 24575,'-2'-2'0,"1"-3"0,5-1 0,8 0 0,7 0 0,2 0-8191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327 234 24575,'6'-3'0,"-12"-3"0,-10-3 0,-7 5 0,1 0 0,-1 2 0,1 0 0,-1 2 0,-29 2 0,45-1 0,0 0 0,0 1 0,0 0 0,0 0 0,0 0 0,1 1 0,-1-1 0,1 2 0,-1-1 0,1 1 0,0 0 0,0 0 0,1 1 0,-9 8 0,10-9 0,0 0 0,0 1 0,1-1 0,0 1 0,0-1 0,0 1 0,0 0 0,1 0 0,0 0 0,0 1 0,0-1 0,1 0 0,-1 1 0,1-1 0,1 1 0,-1 0 0,1-1 0,0 1 0,1 7 0,-1-10 0,1-1 0,-1 1 0,1-1 0,0 0 0,0 1 0,0-1 0,0 0 0,0 0 0,1 1 0,-1-1 0,1 0 0,-1-1 0,1 1 0,0 0 0,-1 0 0,5 2 0,-2-2 0,-1 0 0,1 0 0,0 0 0,1 0 0,-1-1 0,0 1 0,0-1 0,9 1 0,0-1 0,0-1 0,0 0 0,0 0 0,0-2 0,18-3 0,-21 3 0,-1-1 0,0 1 0,0-2 0,0 1 0,0-1 0,0 0 0,-1-1 0,0 0 0,0-1 0,0 1 0,6-8 0,-10 9 0,0 1 0,-1-1 0,0-1 0,0 1 0,-1 0 0,1-1 0,-1 1 0,0-1 0,0 0 0,0 0 0,-1 0 0,1 0 0,-1 0 0,0 0 0,-1 0 0,1 0 0,-1 0 0,0 0 0,-1 0 0,1-1 0,-1 1 0,-1-6 0,-5-11 0,0 1 0,-2 0 0,-16-31 0,14 33 0,2-1 0,1 1 0,0-1 0,-5-25 0,13 39 0,6 14 0,7 17 0,6 20-170,-2 1-1,-2 0 0,-2 1 1,-2 1-1,-2 0 0,-2 0 1,1 56-1,-9-82-6655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6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24575,'-2'0'0,"-1"-3"0,3 0 0,5 0 0,7 1 0,6 0 0,7-1 0,6-1 0,4 1 0,6 1 0,6 0 0,0 2 0,-1-1 0,-6-1 0,-4-1 0,-10 0 0,-13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17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6 200 24575,'0'0'0,"0"0"0,-1 0 0,1 0 0,0 0 0,0 0 0,0 0 0,0 1 0,0-1 0,0 0 0,-1 0 0,1 0 0,0 0 0,0 0 0,0 0 0,0 0 0,0-1 0,-1 1 0,1 0 0,0 0 0,0 0 0,0 0 0,0 0 0,0 0 0,-1 0 0,1 0 0,0 0 0,0 0 0,0 0 0,0 0 0,0 0 0,0-1 0,0 1 0,0 0 0,-1 0 0,1 0 0,0 0 0,0 0 0,0 0 0,0-1 0,0 1 0,0 0 0,0 0 0,0 0 0,0 0 0,0 0 0,0-1 0,0 1 0,0 0 0,0 0 0,0 0 0,0 0 0,0 0 0,0-1 0,0 1 0,0 0 0,0 0 0,0 0 0,8-7 0,15 1 0,0 0 0,0 1 0,0 1 0,31 0 0,-15 0 0,657-46-432,-32 3 30,-571 39 402,2 0 0,125-27 0,-198 29-1226,-14 1-4905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27 24575,'-24'1'0,"0"0"0,0 2 0,0 1 0,0 0 0,1 2 0,0 0 0,0 2 0,1 1 0,0 0 0,-25 16 0,29-15 0,1 2 0,1 0 0,0 1 0,1 0 0,0 2 0,1-1 0,1 2 0,0 0 0,1 0 0,1 1 0,0 1 0,-11 25 0,15-26 0,1 0 0,0 0 0,1 1 0,0 0 0,2 0 0,0 1 0,1-1 0,1 33 0,2-38 0,1 0 0,0 0 0,1 0 0,0 0 0,0-1 0,2 1 0,0-1 0,0 0 0,1-1 0,0 1 0,1-1 0,0 0 0,11 12 0,-7-11 0,1 0 0,0-1 0,1 0 0,0-1 0,0 0 0,1-1 0,0-1 0,1 0 0,0-1 0,21 7 0,-16-7 0,1-2 0,0-1 0,0-1 0,0 0 0,1-2 0,-1 0 0,29-3 0,-16-2 0,0-2 0,0-1 0,-1-2 0,0-1 0,-1-1 0,0-2 0,-1-2 0,0 0 0,53-37 0,-64 37 0,-1 0 0,0-2 0,-1 1 0,-1-2 0,-1-1 0,0 0 0,-2-1 0,19-31 0,-27 40 0,-1 0 0,0 0 0,-1-1 0,0 1 0,0-1 0,-1 0 0,-1 0 0,0 0 0,-1 0 0,0 0 0,-1 0 0,0-1 0,-1 1 0,0 0 0,-1 0 0,0 0 0,-1 0 0,-9-22 0,7 22 0,-2-1 0,1 1 0,-2 0 0,0 0 0,0 1 0,-1 0 0,0 0 0,-20-16 0,14 15 0,0 2 0,-1-1 0,0 2 0,0 0 0,-35-12 0,7 7 0,-2 2 0,1 3 0,-2 1 0,-68-2 0,102 9-227,0 1-1,1 0 1,-1 0-1,0 1 1,-15 4-1,8 1-6598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74 24575,'27'52'0,"-16"-33"0,46 78 0,-50-86 0,1-1 0,0 0 0,1-1 0,0 1 0,0-2 0,18 14 0,-27-22 0,1 1 0,0 0 0,0-1 0,0 1 0,0-1 0,0 0 0,0 1 0,0-1 0,1 0 0,-1 1 0,0-1 0,0 0 0,0 0 0,0 0 0,0 0 0,0 0 0,0 0 0,0 0 0,1-1 0,-1 1 0,0 0 0,0-1 0,0 1 0,0 0 0,0-1 0,0 1 0,0-1 0,0 0 0,-1 1 0,1-1 0,0 0 0,0 0 0,0 1 0,-1-1 0,1 0 0,0 0 0,-1 0 0,2-2 0,3-5 0,-1 0 0,0 0 0,0-1 0,2-9 0,4-7 0,0 8 0,1-1 0,0 1 0,1 1 0,1 0 0,1 1 0,0 1 0,26-20 0,-39 32 0,1 1 0,0-1 0,-1 1 0,1 0 0,0 0 0,0 0 0,0 0 0,0 0 0,0 1 0,0-1 0,1 0 0,-1 1 0,4-1 0,-5 2 0,0-1 0,0 1 0,0-1 0,0 1 0,0-1 0,0 1 0,0 0 0,0 0 0,0-1 0,0 1 0,-1 0 0,1 0 0,0 0 0,0 0 0,-1 0 0,1 0 0,-1 0 0,1 0 0,-1 0 0,1 1 0,-1-1 0,0 0 0,1 2 0,2 4 0,0 0 0,1 0 0,0 0 0,1-1 0,-1 0 0,1 1 0,0-2 0,0 1 0,1-1 0,0 0 0,11 8 0,-13-10 0,0-1 0,0 0 0,0 0 0,0 0 0,0 0 0,1-1 0,-1 1 0,0-1 0,8 1 0,-9-2 0,-1 0 0,1 0 0,-1 0 0,0-1 0,1 1 0,-1 0 0,1-1 0,-1 0 0,0 0 0,0 1 0,1-1 0,-1-1 0,0 1 0,0 0 0,0 0 0,0-1 0,0 1 0,3-4 0,-2 1 0,1-1 0,-1 0 0,0 0 0,0 0 0,0 0 0,-1 0 0,0 0 0,0-1 0,0 1 0,-1-1 0,2-8 0,-1 2 0,-1 0 0,-1-1 0,1 1 0,-3-17 0,1 28 0,1-1 0,0 1 0,-1-1 0,1 1 0,-1-1 0,0 1 0,1-1 0,-1 1 0,0 0 0,0 0 0,0-1 0,0 1 0,0 0 0,0 0 0,0 0 0,0 0 0,-1 0 0,1 0 0,0 0 0,-1 1 0,1-1 0,0 0 0,-1 1 0,1-1 0,-1 1 0,1-1 0,-1 1 0,1 0 0,-1-1 0,-1 1 0,-8-1 0,0 1 0,0 0 0,-16 2 0,7 0 0,-70-2 0,47-2 0,0 3 0,0 1 0,1 2 0,-61 14 0,66-7 0,-67 10 0,104-21 33,0 0 0,0 0 1,0 0-1,0 0 0,0 0 0,0 0 0,0 0 0,0 0 0,0 1 0,8-1-1008,-7 0 254,11-1-6105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24575,'-3'0'0,"0"2"0,-2 1 0,-1 3 0,2 1 0,0 3 0,2 2 0,1 1 0,0 1 0,1 0 0,0 0 0,0 0 0,1 0 0,-1-3-8191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24575,'0'-1'0,"1"0"0,-1 0 0,0 0 0,1 0 0,-1 0 0,1 0 0,-1 0 0,1 0 0,-1 0 0,1 1 0,0-1 0,-1 0 0,1 1 0,0-1 0,0 0 0,0 1 0,-1-1 0,1 1 0,0-1 0,0 1 0,0-1 0,2 0 0,26-8 0,-22 7 0,-3 0 0,1 1 0,0 0 0,0 0 0,0 0 0,-1 1 0,1-1 0,0 1 0,0 1 0,0-1 0,0 0 0,0 1 0,-1 0 0,8 3 0,-9-3 0,0 0 0,0 1 0,0 0 0,-1-1 0,1 1 0,-1 0 0,1 0 0,-1 0 0,0 1 0,0-1 0,0 0 0,0 1 0,0 0 0,0-1 0,-1 1 0,1 0 0,-1 0 0,0 0 0,0 0 0,0 0 0,0 0 0,0 4 0,0-4 23,-1 0 0,0 0 0,0 0-1,0 0 1,0 1 0,-1-1 0,1 0-1,-1 0 1,0 0 0,0-1 0,0 1-1,0 0 1,0 0 0,-4 5 0,1-3-308,1 0 1,-2 1-1,1-2 1,-1 1-1,-9 8 1,2-4-6542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4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24575,'14'18'0,"-3"-6"0,-8-6 0,0 0 0,-1 0 0,0 1 0,0-1 0,0 1 0,-1-1 0,0 1 0,1 8 0,-3 58 0,0-37 0,-1 51 0,-1-19 0,13 128 0,-7-176 0,1 1 0,1-2 0,1 1 0,0-1 0,2 0 0,0 0 0,1-1 0,1 0 0,1 0 0,0-1 0,2-1 0,-1 0 0,2-1 0,0 0 0,19 15 0,0-2 0,2-1 0,0-2 0,2-1 0,0-2 0,2-1 0,51 19 0,5-5 0,159 54 0,-189-70 0,132 21 0,282 1 0,2-22 0,-401-17 0,751 28 0,-530-17 0,120 1 0,6-6 0,-178-2 0,-5 0 0,240 2 0,-438-8 0,992-19 0,-170-5 0,1 24 0,-385 2 0,666 30-453,-508-8 264,-251-12 189,933 15 0,-487-6 276,175-2 90,-996-19-366,148-9 0,-143 7 0,1-1 0,-1-2 0,-1 0 0,1-1 0,30-14 0,-45 17 0,-1 0 0,0 0 0,1-1 0,-1 0 0,-1 0 0,1 0 0,0 0 0,-1-1 0,0 0 0,0 0 0,-1 0 0,1 0 0,-1-1 0,0 1 0,2-8 0,2-7 0,-1 0 0,0-1 0,2-25 0,1-5 0,62-223 0,-57 232 0,1 1 0,3 1 0,1 1 0,36-55 0,-43 79-1365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39 24575,'0'-2'0,"0"0"0,0 0 0,0 0 0,0 0 0,-1 0 0,1 0 0,-1 1 0,1-1 0,-1 0 0,0 0 0,1 0 0,-1 0 0,0 1 0,0-1 0,-1 0 0,1 1 0,-2-3 0,2 4 0,0-1 0,1 1 0,-1-1 0,0 1 0,0 0 0,0-1 0,0 1 0,0 0 0,0 0 0,0-1 0,0 1 0,0 0 0,0 0 0,0 0 0,0 0 0,0 0 0,0 1 0,0-1 0,0 0 0,0 0 0,0 1 0,0-1 0,1 0 0,-1 1 0,0-1 0,0 1 0,0-1 0,0 1 0,1-1 0,-1 1 0,0 0 0,0 0 0,1-1 0,-2 2 0,-6 7 0,-37 38 0,40-41 0,1-1 0,0 1 0,0 0 0,0 0 0,1 0 0,0 0 0,-2 8 0,4-14 0,1 1 0,0-1 0,-1 1 0,1 0 0,0 0 0,0-1 0,0 1 0,-1 0 0,1-1 0,0 1 0,0 0 0,0 0 0,0-1 0,0 1 0,0 0 0,0-1 0,0 1 0,1 0 0,-1 0 0,0-1 0,0 1 0,1 0 0,-1-1 0,0 1 0,1 0 0,-1-1 0,0 1 0,1-1 0,-1 1 0,1-1 0,-1 1 0,1-1 0,-1 1 0,1-1 0,0 1 0,-1-1 0,1 0 0,-1 1 0,1-1 0,0 0 0,-1 1 0,1-1 0,0 0 0,0 0 0,-1 0 0,1 0 0,0 0 0,-1 0 0,1 0 0,0 0 0,0 0 0,-1 0 0,1 0 0,1 0 0,3-1 0,-1 0 0,1 0 0,-1 0 0,1-1 0,-1 0 0,0 1 0,6-5 0,-1 0 0,4-3 0,1 1 0,27-13 0,-36 19 0,0 1 0,1-1 0,-1 1 0,0 0 0,1 0 0,-1 1 0,0-1 0,1 1 0,-1 0 0,1 1 0,-1 0 0,9 1 0,7 5-273,0 1 0,-1 1 0,0 1 0,28 19 0,-27-17-6553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169 723 24575,'-4'-11'0,"-8"-15"0,12 26 0,-1 0 0,1-1 0,0 1 0,0 0 0,0 0 0,0 0 0,0 0 0,-1-1 0,1 1 0,0 0 0,0 0 0,0 0 0,0 0 0,-1 0 0,1 0 0,0-1 0,0 1 0,-1 0 0,1 0 0,0 0 0,0 0 0,0 0 0,-1 0 0,1 0 0,0 0 0,0 0 0,-1 0 0,1 0 0,0 0 0,0 0 0,0 0 0,-1 0 0,1 1 0,-7 12 0,2 9 0,1 1 0,1 0 0,1 0 0,1 0 0,3 29 0,-1-2 0,1 226-68,44 310 0,27-94-630,8 60 717,-29 2-19,-67 435 0,10-911 23,-25 618-224,30-647 325,2 0 1,1 0-1,13 59 0,-12-92-67,1 0 0,0 0-1,1 0 1,1-1 0,13 23 0,-14-29-41,0-1-1,1 1 1,-1-1-1,2-1 1,-1 1-1,1-1 1,0 0-1,1-1 1,16 10-1,-19-13-15,-1-1 0,1 1 0,0-1 0,0 0 0,0-1 0,0 0 0,0 0 0,1 0 0,-1 0 0,0-1 0,0 0 0,11-2 0,2-1 0,0-2 0,32-11 0,1-1 0,36-4-38,0 3 0,2 5 0,0 3 0,122 4 0,363 42-333,-492-29 320,1326 64-1426,85-100 1470,-1019 15-80,-329 10-282,388-18 377,-510 20 46,99-10 940,-107 9-762,-1 0 0,1-1 0,-1-1 0,0 0-1,22-11 1,-34 14-227,0 1 0,-1-1 0,1 0-1,-1 0 1,1 0 0,-1-1-1,0 1 1,1 0 0,-1-1 0,-1 0-1,1 1 1,0-1 0,-1 0 0,1 0-1,-1 0 1,0 0 0,0 0 0,0 0-1,0 0 1,0 0 0,-1-1 0,0 1-1,1 0 1,-1 0 0,0-1 0,-1-4-1,-2-7-7,0-1 0,-1 0 0,0 1 0,-9-20 1,-1-4-7,0-16 9,2-1 0,3 0 0,2-1 0,3 1 0,3-77 0,42-285 0,-18 239 0,35-712-766,-35-439 766,-24 993-1,-50-365-1,38 586 66,-22-157 358,22 200-280,-37-118-1,41 165-141,-1 2 0,0-1 0,-2 1 0,-1 1 0,-23-32 0,28 44 0,-1 0 0,0 1 0,-1 0 0,0 1 0,0 0 0,-1 1 0,0 0 0,-1 1 0,1 0 0,-1 0 0,-1 2 0,-19-8 0,-114-36 0,128 44 0,0 2 0,-1 0 0,1 0 0,-1 2 0,0 0 0,-18 3 0,5-2 0,-429 12 0,165-1 0,-469-5-301,-118 4-73,-1021 45 331,1267-3 761,594-46-718,1 2 0,-1 3 0,2 1 0,-1 2 0,2 1 0,-73 40 0,88-41 0,1 2 0,0 1 0,1 1 0,1 0 0,0 2 0,2 1 0,0 0 0,1 2 0,1 0 0,2 1 0,-17 31 0,24-36 0,1 0 0,2 1 0,-1 0 0,2 0 0,1 1 0,1-1 0,0 1 0,1 33 0,3-20 0,1 1 0,2-1 0,1-1 0,15 51 0,-13-64 0,1-1 0,1 0 0,0 0 0,18 25 0,12 22 0,-33-52-1365,-2-3-5461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9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1397 24575,'1'0'0,"0"0"0,1-1 0,-1 1 0,0 0 0,1-1 0,-1 1 0,0-1 0,0 0 0,1 1 0,-1-1 0,0 0 0,0 0 0,0 0 0,0 1 0,0-1 0,0 0 0,1-2 0,15-22 0,-9 13 0,35-44 0,2 1 0,101-93 0,128-74 0,218-116-284,16 25-46,-447 276 324,-16 10 37,52-33 181,-80 49-144,-2-1 1,0 0-1,23-25 1,-27 21 22,-11 16-90,0 0-1,0 0 1,0 0 0,0 0-1,0 0 1,-1-1-1,1 1 1,0 0 0,0 0-1,0 0 1,0 0 0,0 0-1,0 0 1,0 0-1,0-1 1,0 1 0,0 0-1,0 0 1,-1 0 0,1 0-1,0 0 1,0 0-1,0 0 1,0 0 0,0 0-1,0 0 1,0 0 0,-1 0-1,1 0 1,0 0-1,0 0 1,0 0 0,0 0-1,0 0 1,0 0 0,-1 0-1,1 0 1,0 0-1,0 0 1,0 0 0,0 0-1,0 0 1,0 0 0,-1 0-1,1 0 1,0 0-1,0 0 1,0 0 0,0 0-1,0 0 1,0 0 0,0 0-1,0 1 1,-1-1-1,1 0 1,-31 17-16,20-11 7,-2 0-1357,2-1-5461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19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24575,'-3'1'0,"6"1"0,16 5 0,28 7 0,-11-6 0,67 25 0,-94-29 0,0 0 0,0 1 0,0 0 0,-1 0 0,1 1 0,-1 0 0,0 0 0,-1 1 0,0 0 0,0 0 0,0 1 0,7 11 0,-12-15 0,0 0 0,0 1 0,0-1 0,0 1 0,-1-1 0,1 1 0,-1 0 0,-1 0 0,1-1 0,0 1 0,-1 0 0,0 0 0,-1 6 0,0-3 0,-1 0 0,0 0 0,0-1 0,-1 1 0,0-1 0,0 1 0,-6 8 0,-4 4 0,0-2 0,-2 0 0,0 0 0,-27 24 0,-34 20-1365,43-39-5461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24575,'0'0'0,"0"-1"0,0 1 0,0-1 0,0 1 0,0 0 0,0-1 0,0 1 0,0 0 0,0-1 0,0 1 0,0 0 0,1-1 0,-1 1 0,0 0 0,0-1 0,0 1 0,1 0 0,-1 0 0,0-1 0,0 1 0,1 0 0,-1 0 0,0-1 0,1 1 0,-1 0 0,0 0 0,1 0 0,-1-1 0,0 1 0,1 0 0,-1 0 0,0 0 0,1 0 0,-1 0 0,0 0 0,1 0 0,-1 0 0,0 0 0,1 0 0,-1 0 0,1 0 0,-1 0 0,0 0 0,1 0 0,-1 0 0,0 0 0,1 1 0,-1-1 0,0 0 0,1 0 0,-1 0 0,1 1 0,0 0 0,1-1 0,0 1 0,-1 0 0,1 0 0,-1 0 0,1 0 0,-1 0 0,0 1 0,0-1 0,2 2 0,2 10 0,0 0 0,-1 0 0,0 0 0,-1 0 0,-1 1 0,0-1 0,0 27 0,0-12 0,8 549 0,-11-378 0,-40 504 0,23-481 0,13-138 0,4 0 0,11 98 0,-2-119 0,3 1 0,2-1 0,31 87 0,-44-149 0,1 0 0,-1 0 0,1 0 0,-1 0 0,1 0 0,-1 0 0,1 0 0,0 0 0,-1 0 0,1 0 0,0 0 0,0 0 0,-1-1 0,1 1 0,0 0 0,0 0 0,0-1 0,0 1 0,0-1 0,0 1 0,0-1 0,0 1 0,0-1 0,1 0 0,-1 0 0,0 1 0,0-1 0,0 0 0,0 0 0,0 0 0,1 0 0,-1 0 0,0-1 0,1 1 0,5-2 0,0 0 0,0 0 0,0-1 0,10-6 0,9-3 0,13 1 0,1 1 0,1 2 0,63-4 0,127 6 0,-175 5 0,524 21-309,2 26-197,-225-16 373,1852 76-2224,-1812-94 2154,239 6 1182,-594-17-473,0-1 0,0-2-1,0-2 1,45-11 0,-82 14-506,-1-1 0,1 0 0,-1 0 0,1 0 0,-1 0 0,0-1 0,0 1 0,0-1 0,0 0 0,0-1 0,-1 1 0,1-1 0,3-5 0,2-4 0,0-1 0,11-25 0,-5 10 0,-9 19 0,0 1 0,1 0 0,12-13 0,-14 17 0,0 0 0,0-1 0,-1 1 0,0-1 0,0 0 0,0-1 0,0 1 0,-1-1 0,0 1 0,3-13 0,-3-1 0,0-1 0,-2 1 0,0 0 0,-1-1 0,-2 1 0,-3-21 0,-30-121 0,20 101 0,-12-52 0,5-1 0,5 0 0,-2-118 0,57-334 0,-15 350 0,-17 132 0,-2-1 0,-5 1 0,-3-1 0,-19-104 0,16 155 0,-16-112 0,23 142 0,-1 1 0,0-1 0,0 1 0,0-1 0,0 1 0,-1-1 0,0 1 0,1 0 0,-1 0 0,0 0 0,-1 0 0,1 0 0,0 0 0,-1 1 0,0-1 0,1 1 0,-6-4 0,-5-2 0,0 0 0,-29-12 0,21 10 0,-21-8 0,0 2 0,-1 2 0,0 1 0,-1 3 0,-1 1 0,1 3 0,-69-2 0,-919-7 0,-291-6 0,-16 0 0,683 12 0,493 9 0,133 2 0,-1 2 0,1 2 0,-39 10 0,49-11 0,-1-2 0,0 0 0,-1-1 0,1-1 0,-34-4 0,1 2 0,41 1 0,-5-1 0,1 1 0,0 1 0,0 1 0,-26 5 0,39-5 0,-1-1 0,0 1 0,1 0 0,-1 0 0,1 0 0,0 1 0,0 0 0,0-1 0,0 1 0,0 1 0,0-1 0,1 1 0,0-1 0,0 1 0,0 0 0,0 0 0,0 0 0,1 0 0,0 1 0,-3 7 0,0 4 0,0 0 0,-3 27 0,7-29 0,-2 1 0,0-1 0,-1 0 0,-7 16 0,-11 25-1365,17-43-5461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66 24575,'-2'0'0,"3"-2"0,5-1 0,5-2 0,8-1 0,10-1 0,9 1 0,10-1 0,8 0 0,9 2 0,4 1 0,3 2 0,0-1 0,-5-1 0,-10 1 0,-14 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24575,'1'12'0,"1"1"0,0-1 0,1 0 0,0 0 0,1-1 0,0 1 0,1-1 0,7 14 0,-2-6 0,10 34 0,-10-10 169,7 57-1,5 26-1870,-15-99-5124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312 174 24575,'-2'-11'0,"0"0"0,0 0 0,-1 0 0,-1 0 0,1 0 0,-2 1 0,0-1 0,-9-14 0,11 20 0,0 1 0,0-1 0,0 1 0,-1 0 0,1 1 0,-1-1 0,0 0 0,0 1 0,0 0 0,0 0 0,-1 0 0,1 1 0,-1-1 0,0 1 0,1 0 0,-1 0 0,0 1 0,0-1 0,0 1 0,-1 1 0,1-1 0,0 0 0,0 1 0,0 0 0,-1 1 0,1-1 0,0 1 0,0 0 0,0 0 0,0 0 0,0 1 0,0 0 0,0 0 0,0 0 0,1 0 0,-1 1 0,1 0 0,-7 5 0,3-1 0,0 0 0,0 1 0,1-1 0,0 2 0,0-1 0,1 1 0,0-1 0,1 2 0,0-1 0,0 1 0,-4 13 0,8-19 0,-1 1 0,1-1 0,0 1 0,0-1 0,0 1 0,1-1 0,0 1 0,0 0 0,0-1 0,0 1 0,1 0 0,0-1 0,0 1 0,0-1 0,0 1 0,1-1 0,-1 1 0,1-1 0,1 0 0,-1 0 0,0 0 0,1 0 0,0 0 0,0-1 0,0 1 0,0-1 0,7 5 0,-2-2 0,1-1 0,0-1 0,-1 0 0,2 0 0,-1-1 0,0 0 0,1 0 0,-1-1 0,1 0 0,0-1 0,-1 0 0,1-1 0,0 0 0,0 0 0,0-1 0,-1-1 0,1 1 0,0-2 0,12-3 0,-15 3 0,1 0 0,-1 0 0,0 0 0,0-1 0,0 0 0,-1-1 0,1 1 0,-1-1 0,0-1 0,10-10 0,-13 12 0,1-1 0,-1 0 0,0 0 0,0-1 0,-1 1 0,1 0 0,-1-1 0,0 0 0,-1 1 0,0-1 0,0 0 0,0 0 0,0 0 0,-1 0 0,0-9 0,0 14 0,0-1 0,0 1 0,0 0 0,0 0 0,-1 0 0,1 0 0,0 0 0,0 0 0,-1-1 0,1 1 0,0 0 0,-1 0 0,1 0 0,-1 0 0,0 0 0,1 0 0,-1 0 0,0 1 0,1-1 0,-1 0 0,0 0 0,0 0 0,0 1 0,0-1 0,0 0 0,0 1 0,0-1 0,0 1 0,-1-1 0,1 1 0,0 0 0,0 0 0,0 1 0,-1-1 0,1 0 0,0 1 0,0-1 0,0 1 0,0-1 0,1 1 0,-1-1 0,0 1 0,0 0 0,0-1 0,0 1 0,0 0 0,1 0 0,-1-1 0,0 1 0,1 0 0,-1 0 0,1 0 0,-1 0 0,1 0 0,-1 0 0,1 0 0,0 0 0,-1 0 0,1 0 0,0 2 0,-3 7-80,2-1 0,-1 1-1,1 0 1,1-1 0,-1 1-1,2 0 1,-1 0 0,1 0-1,1-1 1,0 1 0,0-1 0,1 1-1,0-1 1,1 0 0,0 0-1,8 14 1,2-3-6746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3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36 24575,'-3'-8'0,"3"7"0,-1-1 0,1 0 0,-1 0 0,1 1 0,-1-1 0,0 0 0,0 1 0,0-1 0,0 1 0,0-1 0,0 1 0,0 0 0,0-1 0,0 1 0,-1 0 0,-1-2 0,2 3 0,1 1 0,-1-1 0,1 1 0,0-1 0,-1 0 0,1 1 0,0-1 0,0 1 0,-1-1 0,1 1 0,0-1 0,0 1 0,0-1 0,0 1 0,-1 0 0,1-1 0,0 1 0,0-1 0,0 1 0,0-1 0,0 1 0,0-1 0,1 1 0,-1 0 0,2 19 0,-2-18 0,8 34 0,1-1 0,18 49 0,-16-56 0,-2 0 0,-1 0 0,-1 1 0,6 52 0,-13-90 0,0 1 0,1 0 0,0 0 0,0 0 0,1-1 0,0 1 0,0 1 0,1-1 0,0 0 0,1 1 0,0-1 0,0 1 0,0 0 0,1 0 0,0 1 0,0-1 0,1 1 0,0 0 0,0 1 0,0 0 0,1-1 0,9-4 0,-11 7 0,0 0 0,1 1 0,-1 0 0,1 0 0,-1 1 0,1 0 0,0-1 0,-1 2 0,1-1 0,0 1 0,0 0 0,-1 0 0,11 2 0,-14-2 0,1 1 0,0 0 0,-1 0 0,1 0 0,-1 0 0,1 1 0,-1-1 0,1 0 0,-1 1 0,0 0 0,0 0 0,0 0 0,0-1 0,0 2 0,0-1 0,-1 0 0,1 0 0,-1 1 0,1-1 0,-1 0 0,0 1 0,0 0 0,0-1 0,0 1 0,0 0 0,-1-1 0,1 1 0,-1 0 0,0 5 0,0-2 17,0 0 0,0 0 0,-1 0 1,1 0-1,-1 0 0,-1-1 0,1 1 0,-1 0 0,0-1 0,-1 1 0,1-1 0,-1 0 0,0 1 0,0-1 0,-1-1 0,1 1 0,-1 0 0,0-1 1,-7 5-1,8-6-81,-1 0 1,1-1 0,-1 1 0,0-1 0,0 0-1,0 0 1,0-1 0,0 1 0,0-1 0,0 0-1,-1 0 1,1 0 0,-1-1 0,1 1-1,0-1 1,-1 0 0,1-1 0,-1 1 0,1-1-1,0 1 1,-1-1 0,1-1 0,0 1 0,0-1-1,0 1 1,-6-5 0,-9-5-6763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24575,'13'0'0,"-6"-1"0,1 1 0,-1 0 0,1 1 0,-1 0 0,8 2 0,-12-2 0,0 0 0,-1 0 0,1 0 0,-1 1 0,1-1 0,-1 1 0,0 0 0,1-1 0,-1 1 0,0 0 0,0 0 0,0 1 0,-1-1 0,1 0 0,0 0 0,-1 1 0,2 3 0,5 11 49,-1 1 0,-1 0-1,0 0 1,-1 1 0,-1-1 0,2 30-1,-2 116-1643,-4-160 1484,0 19-6715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84 132 24575,'61'-4'0,"-50"3"0,-1 0 0,1-1 0,-1 0 0,0-1 0,1 0 0,10-6 0,-20 9 0,0-1 0,0 1 0,1-1 0,-1 0 0,0 0 0,0 1 0,0-1 0,0 0 0,0 0 0,0 0 0,-1 0 0,1 0 0,0 0 0,0 0 0,-1-1 0,1 1 0,0 0 0,-1 0 0,1-1 0,-1 1 0,0 0 0,1 0 0,-1-3 0,0 3 0,-1-1 0,1 0 0,0 0 0,-1 0 0,0 0 0,1 1 0,-1-1 0,0 0 0,0 0 0,0 1 0,0-1 0,0 1 0,0-1 0,-3-1 0,-1-3 0,-1 1 0,-1 0 0,1 0 0,-1 1 0,0-1 0,-11-4 0,11 6 0,0 1 0,0-1 0,0 1 0,0 1 0,-1-1 0,1 1 0,0 1 0,-1-1 0,1 1 0,0 1 0,-1-1 0,1 1 0,-13 4 0,16-4 0,1 0 0,-1 1 0,1-1 0,-1 1 0,1 0 0,-1 0 0,1 1 0,0-1 0,0 1 0,0-1 0,1 1 0,-1 0 0,0 0 0,1 0 0,0 0 0,0 1 0,0-1 0,0 0 0,0 1 0,1 0 0,0-1 0,-1 1 0,2 0 0,-1 0 0,0 0 0,1 0 0,-1 4 0,1 0-47,0-1 0,1 0 0,0 0 0,0 1 0,1-1 0,0 0 0,0 0 0,0 0 0,1-1-1,0 1 1,0-1 0,1 1 0,0-1 0,0 0 0,0 0 0,1-1 0,0 1 0,0-1 0,0 0 0,1-1 0,0 1 0,0-1-1,0 0 1,0 0 0,1-1 0,-1 0 0,1 0 0,12 3 0,13 3-6779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397 146 24575,'-1'-4'0,"0"1"0,0-1 0,0 1 0,-1 0 0,1-1 0,-1 1 0,0 0 0,0 0 0,-3-3 0,-6-11 0,9 11 0,-1 0 0,-1 0 0,1 1 0,-1-1 0,0 1 0,0 0 0,-1 0 0,0 0 0,1 0 0,-2 1 0,1 0 0,0 0 0,-1 1 0,0-1 0,1 1 0,-2 0 0,1 1 0,0-1 0,0 1 0,-1 1 0,1-1 0,-1 1 0,1 0 0,-1 0 0,0 1 0,1 0 0,-1 0 0,0 1 0,1 0 0,-1 0 0,1 0 0,-1 1 0,1 0 0,-1 0 0,1 1 0,0-1 0,-8 6 0,3-1 0,0 1 0,0 0 0,1 1 0,0 0 0,1 1 0,0-1 0,0 2 0,1-1 0,0 1 0,1 1 0,0 0 0,-8 18 0,11-21 0,1-1 0,0 1 0,0 0 0,0 0 0,1 1 0,1-1 0,-1 0 0,2 1 0,-1-1 0,1 0 0,1 1 0,-1-1 0,2 1 0,-1-1 0,1 0 0,1 0 0,0 0 0,6 14 0,-6-18-76,0-1 1,0 0-1,0 0 0,1 0 0,0 0 0,0-1 0,0 1 0,0-1 1,0 0-1,0 0 0,1-1 0,0 1 0,-1-1 0,1 0 1,0 0-1,0-1 0,5 2 0,24 4-6750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121 131 24575,'0'-1'0,"1"0"0,-1 1 0,0-1 0,0 1 0,0-1 0,0 0 0,-1 1 0,1-1 0,0 1 0,0-1 0,0 1 0,0-1 0,-1 0 0,1 1 0,0-1 0,0 1 0,-1-1 0,1 1 0,0-1 0,-1 1 0,1-1 0,-1 1 0,1 0 0,-1-1 0,1 1 0,-1-1 0,1 1 0,-1 0 0,1 0 0,-1-1 0,1 1 0,-1 0 0,1 0 0,-1-1 0,0 1 0,1 0 0,-1 0 0,1 0 0,-1 0 0,0 0 0,1 0 0,-1 0 0,1 0 0,-1 0 0,0 0 0,1 1 0,-1-1 0,1 0 0,-1 0 0,1 1 0,-2-1 0,-1 1 0,0 1 0,0-1 0,0 1 0,0-1 0,0 1 0,0 0 0,-4 4 0,-1 3 0,1 1 0,-1 0 0,2 0 0,-1 1 0,2-1 0,-1 2 0,2-1 0,-1 0 0,1 1 0,1 0 0,0 0 0,1 0 0,0 0 0,1 0 0,0 0 0,2 22 0,0-30 0,0 1 0,0 0 0,0 0 0,1-1 0,0 1 0,0-1 0,0 0 0,0 1 0,1-1 0,-1 0 0,1 0 0,0 0 0,0-1 0,1 1 0,-1-1 0,1 0 0,0 0 0,0 0 0,0 0 0,0-1 0,0 1 0,0-1 0,1 0 0,-1 0 0,1-1 0,0 1 0,-1-1 0,1 0 0,8 0 0,-3 0 0,0 0 0,-1-1 0,1 0 0,0 0 0,0-1 0,0-1 0,0 1 0,0-2 0,-1 1 0,1-1 0,-1-1 0,0 0 0,14-8 0,-16 8 0,-2 0 0,1-1 0,-1 0 0,1 0 0,-1 0 0,-1 0 0,1-1 0,-1 1 0,0-1 0,0-1 0,0 1 0,-1 0 0,0-1 0,0 1 0,-1-1 0,3-12 0,-4 13 0,-1 0 0,1 0 0,-1 0 0,0 0 0,-1 0 0,0 1 0,1-1 0,-2 0 0,1 0 0,-1 0 0,0 1 0,0-1 0,0 1 0,-1 0 0,0-1 0,0 1 0,0 0 0,-1 1 0,0-1 0,-6-6 0,2 3 0,-1 1 0,0-1 0,-1 2 0,1-1 0,-14-6 0,19 11 0,0 0 0,0 0 0,0 1 0,0-1 0,-1 1 0,1 0 0,-1 0 0,1 0 0,-1 1 0,1-1 0,-1 1 0,1 0 0,-1 0 0,1 1 0,-1-1 0,-4 2 0,7-1 0,1-1 0,0 1 0,-1 0 0,1-1 0,0 1 0,0 0 0,-1 0 0,1-1 0,0 1 0,0 0 0,0 0 0,0 0 0,0 1 0,0-1 0,0 0 0,1 0 0,-1 0 0,0 1 0,1-1 0,-1 0 0,1 1 0,-1 1 0,0-1 0,1 1 0,0 0 0,0 0 0,0-1 0,0 1 0,1 0 0,-1 0 0,1-1 0,0 1 0,1 4 0,3 4 0,0 0 0,1-1 0,0 1 0,9 9 0,-11-15 0,0 1 0,0-2 0,1 1 0,-1 0 0,1-1 0,0 0 0,8 5 0,-11-8 0,-1 0 0,1 0 0,0 0 0,0-1 0,0 1 0,0 0 0,0-1 0,0 0 0,0 1 0,0-1 0,0 0 0,0 0 0,0 0 0,0 0 0,0-1 0,0 1 0,0 0 0,0-1 0,0 1 0,0-1 0,0 0 0,0 0 0,0 0 0,-1 0 0,1 0 0,0 0 0,2-2 0,41-42 0,-34 33 0,1 0 0,22-18 0,-29 27 0,-1 0 0,1 1 0,-1-1 0,1 1 0,0 0 0,0 0 0,0 0 0,0 1 0,0-1 0,0 1 0,0 1 0,11-1 0,-14 1 0,0 0 0,0 0 0,0 0 0,0 1 0,0-1 0,0 1 0,0-1 0,-1 1 0,1 0 0,0 0 0,0 0 0,0 0 0,-1 0 0,1 0 0,0 0 0,-1 0 0,1 1 0,1 1 0,-1 0 0,0 0 0,0 0 0,0 1 0,0-1 0,-1 0 0,1 1 0,-1 0 0,0-1 0,1 5 0,1 9 0,-2 0 0,0-1 0,-2 27 0,1-28 0,-2 15 0,0-20 0,2-1 0,-1 1 0,1-1 0,0 1 0,1 0 0,2 11 0,-2-20 0,-1-1 0,1 1 0,-1-1 0,0 1 0,1-1 0,-1 1 0,1-1 0,-1 1 0,1-1 0,-1 0 0,1 1 0,0-1 0,-1 0 0,1 1 0,-1-1 0,1 0 0,0 0 0,-1 1 0,1-1 0,0 0 0,-1 0 0,1 0 0,0 0 0,-1 0 0,1 0 0,0 0 0,-1 0 0,1 0 0,0 0 0,-1-1 0,1 1 0,0 0 0,-1 0 0,1-1 0,-1 1 0,1 0 0,0-1 0,-1 1 0,1 0 0,-1-1 0,1 0 0,30-19 0,-26 16 0,10-7 0,-1 1 0,26-16 0,-36 24 0,-1 0 0,1 1 0,-1-1 0,1 1 0,0 0 0,-1 0 0,1 0 0,0 0 0,0 1 0,0-1 0,0 1 0,0 0 0,6 1 0,-7 1 0,0-1 0,0 1 0,0 0 0,0 0 0,0 0 0,-1 0 0,1 0 0,-1 1 0,1-1 0,-1 1 0,0 0 0,0 0 0,0 0 0,3 6 0,15 19 0,-15-24 0,0 0 0,0-1 0,0 1 0,0-1 0,0 0 0,1 0 0,-1 0 0,1-1 0,0 0 0,-1 0 0,1 0 0,0-1 0,0 0 0,1 0 0,-1-1 0,0 1 0,0-1 0,0-1 0,0 1 0,0-1 0,0 0 0,0 0 0,0-1 0,11-4 0,-9 2 0,0 0 0,-1 0 0,1 0 0,-1-1 0,0 0 0,-1-1 0,1 1 0,-1-1 0,0-1 0,-1 1 0,1-1 0,-1 0 0,-1 0 0,1-1 0,-1 1 0,0-1 0,3-11 0,-3 3 0,0 0 0,-1 0 0,-1 0 0,0 0 0,-2-1 0,1 1 0,-2-1 0,0 1 0,-1 0 0,-1-1 0,-1 1 0,0 1 0,-1-1 0,0 0 0,-2 1 0,-13-26 0,18 39 0,1-1 0,-1 1 0,0 0 0,0-1 0,0 1 0,0 0 0,0 0 0,0 0 0,-5-2 0,7 4 0,-1-1 0,1 1 0,0 0 0,-1 0 0,1 0 0,-1-1 0,0 1 0,1 0 0,-1 0 0,1 0 0,-1 0 0,1 0 0,-1 0 0,1 0 0,-1 0 0,1 0 0,-1 0 0,1 0 0,-1 0 0,1 1 0,-1-1 0,0 0 0,0 1 0,1 0 0,-1-1 0,0 1 0,1 0 0,-1 0 0,1 0 0,-1 0 0,1-1 0,-1 1 0,1 0 0,-1 0 0,1 0 0,0 0 0,0 0 0,0 0 0,-1 0 0,1 1 0,0 10 0,0 0 0,0 1 0,2-1 0,-1 0 0,5 15 0,0 6 0,7 68 0,-7-46 0,14 61 0,-18-109-273,-1-1 0,2 1 0,-1-1 0,6 11 0,1-4-6553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30 246 24575,'-4'-4'0,"2"1"0,-1-1 0,0 0 0,1 0 0,-1 0 0,1 0 0,0 0 0,0 0 0,1-1 0,0 1 0,-1 0 0,1-1 0,1 0 0,-1 1 0,1-1 0,-1 1 0,1-1 0,1 0 0,-1 1 0,2-6 0,-2 5 0,1-1 0,1 1 0,-1 0 0,1-1 0,0 1 0,0 0 0,1 0 0,0 0 0,-1 0 0,2 0 0,-1 1 0,0-1 0,1 1 0,0 0 0,0 0 0,5-3 0,-5 4 0,-1 1 0,1 0 0,0 0 0,0 0 0,0 0 0,1 1 0,-1 0 0,0-1 0,0 2 0,1-1 0,-1 0 0,1 1 0,-1 0 0,0 0 0,7 1 0,-4 0 0,-1 1 0,1 0 0,-1 0 0,0 0 0,0 1 0,0 0 0,0 0 0,0 0 0,8 7 0,-5-3 0,-1 1 0,0-1 0,0 1 0,-1 1 0,0-1 0,0 1 0,-1 1 0,0-1 0,-1 1 0,0 0 0,-1 0 0,4 12 0,-6-16 0,-1 1 0,0 0 0,0 0 0,-1 0 0,0 0 0,0-1 0,-1 1 0,-1 11 0,1-16 0,1 0 0,-1 1 0,1-1 0,-1 0 0,0 0 0,0 0 0,0 0 0,0 0 0,0 0 0,0 0 0,0 0 0,-1 0 0,1-1 0,-1 1 0,1-1 0,-1 1 0,0-1 0,0 1 0,1-1 0,-1 0 0,0 0 0,0 0 0,0 0 0,0 0 0,-1 0 0,1 0 0,0-1 0,0 1 0,-4-1 0,4 1 0,0-1 0,1 0 0,-1 0 0,1 0 0,-1 0 0,1-1 0,-1 1 0,1 0 0,-1-1 0,1 1 0,-1-1 0,1 1 0,-1-1 0,1 0 0,-1 1 0,1-1 0,0 0 0,0 0 0,-1 0 0,1 0 0,0 0 0,0-1 0,-1 0 0,1 0 0,0-1 0,0 1 0,0-1 0,0 1 0,0-1 0,1 1 0,-1-1 0,1 1 0,0-1 0,0 0 0,0 1 0,0-5 0,2-3 0,0 0 0,0 1 0,0 0 0,1 0 0,1-1 0,6-11 0,2 0 0,1 1 0,0 1 0,30-32 0,-34 42 0,0 0 0,0 0 0,1 1 0,0 1 0,1 0 0,-1 0 0,2 1 0,20-9 0,-27 14 0,0-1 0,0 1 0,0 1 0,-1-1 0,1 1 0,0 0 0,0 0 0,0 0 0,0 0 0,8 3 0,1 1 0,0 0 0,17 8 0,-30-11 0,0 0 0,0-1 0,0 1 0,-1-1 0,1 1 0,0 0 0,0-1 0,0 1 0,-1 0 0,1 0 0,0 0 0,-1 0 0,1 0 0,-1 0 0,1 0 0,-1 0 0,0 0 0,1 0 0,-1 0 0,0 0 0,1 0 0,-1 0 0,0 0 0,0 0 0,0 0 0,0 0 0,0 0 0,0 0 0,-1 0 0,1 0 0,0 0 0,0 0 0,-1 0 0,1 0 0,-1 0 0,1 0 0,-1 0 0,0 1 0,-3 7 0,-1 0 0,0-1 0,-8 11 0,5-9 0,1 0 0,0 1 0,1 0 0,0 0 0,1 0 0,-5 15 0,9-24 0,1 0 0,-1 1 0,1-1 0,-1 0 0,1 0 0,0 1 0,0-1 0,0 0 0,0 1 0,0-1 0,0 0 0,1 0 0,-1 1 0,1-1 0,0 0 0,-1 0 0,1 0 0,0 0 0,0 0 0,0 0 0,1 0 0,-1 0 0,0 0 0,1 0 0,-1-1 0,1 1 0,0 0 0,0-1 0,-1 0 0,1 1 0,0-1 0,0 0 0,0 0 0,0 0 0,0 0 0,3 1 0,2-1 0,-1 1 0,0-1 0,1 0 0,-1 0 0,1-1 0,-1 0 0,1 0 0,-1 0 0,0-1 0,1 0 0,-1 0 0,0-1 0,1 0 0,-1 0 0,0 0 0,0-1 0,-1 0 0,1 0 0,5-4 0,-7 5 0,-1 0 0,1-1 0,-1 1 0,0-1 0,0 0 0,0 0 0,0 0 0,0-1 0,-1 1 0,1 0 0,-1-1 0,0 0 0,0 0 0,0 1 0,-1-1 0,1 0 0,-1 0 0,0 0 0,0-1 0,-1 1 0,1 0 0,-1 0 0,0 0 0,0-1 0,0 1 0,0 0 0,-1 0 0,0 0 0,-2-8 0,-1 3 0,0 0 0,-1 0 0,0 1 0,0-1 0,-1 1 0,0 1 0,0-1 0,-1 1 0,0 0 0,0 0 0,-1 1 0,0 0 0,-10-7 0,16 12 0,0 0 0,1 1 0,-1-1 0,0 0 0,0 0 0,0 1 0,1-1 0,-1 1 0,0-1 0,0 1 0,0 0 0,0 0 0,0 0 0,0 0 0,0 0 0,0 0 0,0 1 0,0-1 0,1 1 0,-1-1 0,0 1 0,-3 1 0,3 0 0,-1 0 0,1 0 0,0 0 0,0 0 0,0 0 0,0 0 0,0 1 0,1-1 0,-1 1 0,1-1 0,-1 1 0,1 0 0,-1 4 0,0-1 0,0-1 0,1 0 0,0 1 0,0-1 0,0 1 0,1 0 0,0-1 0,0 1 0,0-1 0,1 1 0,0-1 0,0 1 0,0-1 0,1 1 0,3 8 0,-4-13-91,0 0 0,0 1 0,0-1 0,1 0 0,-1 0 0,0 1 0,1-1 0,-1 0 0,0 0 0,1-1 0,-1 1 0,1 0 0,0 0 0,1 0 0,11 2-6735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2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24575,'0'-107'0,"2"166"0,14 87 0,22 58 0,10 8 0,-42-195 342,-6-17-396,0 1 1,0-1 0,0 1-1,0-1 1,1 1 0,-1-1-1,0 1 1,0-1 0,0 0-1,0 1 1,1-1 0,-1 1-1,0-1 1,0 0 0,1 1-1,-1-1 1,0 0 0,1 1-1,-1-1 1,0 0 0,1 0-1,-1 1 1,0-1 0,1 0-1,-1 0 1,1 0 0,-1 1-1,0-1 1,1 0 0,-1 0-1,1 0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7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21 200 24575,'-1'-1'0,"0"1"0,0 0 0,0-1 0,0 1 0,0-1 0,0 1 0,0-1 0,0 1 0,0-1 0,0 1 0,0-1 0,1 0 0,-1 0 0,0 1 0,1-1 0,-1 0 0,0 0 0,1 0 0,-1 0 0,1 0 0,-1 0 0,1 0 0,0 0 0,-1 0 0,1 0 0,0 0 0,0 0 0,0 0 0,-1 0 0,1-2 0,0 0 0,0-1 0,-1 0 0,1 1 0,0-1 0,1 1 0,-1-1 0,2-6 0,1 5 0,-1 1 0,1-1 0,0 1 0,0 0 0,1 0 0,-1 0 0,1 0 0,0 1 0,0-1 0,0 1 0,0 0 0,1 0 0,-1 1 0,7-3 0,5-3 0,1 1 0,31-8 0,-22 9 0,53-4 0,-58 9 0,-1-1 0,0-1 0,0-1 0,39-13 0,-49 12-1365,-2 1-5461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7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24575,'-12'3'0,"12"3"0,1-5 0,1 1 0,-1-1 0,0 0 0,1 0 0,-1 0 0,1 0 0,-1-1 0,1 1 0,0 0 0,-1-1 0,4 2 0,21 2 0,0-1 0,46-1 0,-11-1 0,-36 0 31,215 9-1427,-222-10-5430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24575,'0'-2'0,"0"0"0,1 0 0,-1 0 0,1 1 0,-1-1 0,1 0 0,0 0 0,0 0 0,-1 1 0,1-1 0,1 0 0,-1 1 0,0-1 0,0 1 0,1-1 0,-1 1 0,0 0 0,1-1 0,0 1 0,-1 0 0,1 0 0,0 0 0,-1 0 0,1 1 0,0-1 0,0 0 0,2 0 0,7-2 0,0 0 0,0 1 0,16-2 0,-21 3 0,439-15-489,-379 16-387,-9 0-5950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24575,'2'0'0,"2"-2"0,3-1 0,4-3 0,7 1 0,7 1 0,6 0 0,7 2 0,4 1 0,5 0 0,0 1 0,0 0 0,-2 1 0,-5-1 0,-6 0 0,-4 0 0,-4 0 0,-7 0-8191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24575,'-5'0'0,"-6"2"0,-5 1 0,-3 0 0,-1 0 0,6-2 0,10 0 0,13 0 0,13-1 0,15 0 0,13 0 0,11 0 0,10 0 0,4-1 0,1-1 0,-1-1 0,-5 0 0,-13 1-8191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9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24575,'2'0'0,"3"0"0,4 0 0,1 0 0,3 0 0,0-2 0,3-1 0,2 0 0,1 0 0,3 1 0,2 1 0,4 1 0,1 0 0,-3 0-8191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24575,'0'-3'0,"3"0"0,2 0 0,5-1 0,9-1 0,7 1 0,8-2 0,9 2 0,5 0 0,4 1 0,5-1 0,2 0 0,0 1 0,-4 0 0,-10 2-8191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39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14 24575,'-2'0'0,"-1"-2"0,2-2 0,4 1 0,6 1 0,8 0 0,9 1 0,6 3 0,7 1 0,6 0 0,8 0 0,3-2 0,2 1 0,2-2 0,-2 1 0,-4-1 0,-11-1-8191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4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12 24575,'-3'0'0,"-2"0"0,-3 0 0,1 0 0,6 0 0,6 0 0,10 0 0,10 0 0,9 0 0,10 0 0,10 0 0,4 0 0,5-2 0,2-1 0,3 0 0,-2 1 0,-12 1-8191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4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 24575,'-16'-1'0,"25"-1"0,26-3 0,292-2 51,-208 8-1467,-102-1-5410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41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24575,'-1'-4'0,"3"-2"0,8 4 0,104-2 0,185 17 0,-233-7 0,137 5 0,-175-15 342,-18-1-684,-10 4 304,0 1 0,0 0 0,0-1 1,0 1-1,0 0 0,0 0 0,0-1 0,0 1 0,0 0 0,0-1 0,0 1 0,0 0 0,0 0 0,0-1 0,0 1 0,0 0 1,0-1-1,0 1 0,-1 0 0,1 0 0,0-1 0,0 1 0,0 0 0,-1 0 0,1 0 0,0-1 0,0 1 0,0 0 0,-1 0 1,1 0-1,0 0 0,0-1 0,-1 1 0,1 0 0,-1 0 0,-7-4-6788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2513 273 24575,'1'-2'0,"1"1"0,-1-1 0,0 0 0,0 0 0,0 1 0,0-1 0,0 0 0,0 0 0,0 0 0,-1 0 0,1-1 0,0 1 0,-1 0 0,0 0 0,0 0 0,0 0 0,0-3 0,0 0 0,-1 1 0,0-1 0,0 1 0,0-1 0,-1 1 0,1 0 0,-5-8 0,-4-4 0,0 1 0,-1 0 0,-15-16 0,20 24 0,0 1 0,0 1 0,0-1 0,-1 1 0,1 0 0,-1 1 0,-1-1 0,1 1 0,0 1 0,-1 0 0,0 0 0,-10-3 0,-11-1 0,-53-6 0,61 11 0,-394-28 0,-3 29 0,263 6 0,-263 42 0,327-30 0,1 5 0,1 3 0,2 4 0,-103 49 0,151-59 0,-65 43 0,91-53 0,2 0 0,-1 0 0,1 1 0,1 0 0,0 1 0,0 0 0,1 1 0,1 0 0,-8 14 0,13-20 0,0 0 0,1 1 0,-1-1 0,1 1 0,1 0 0,0-1 0,0 1 0,0 0 0,1 0 0,-1 0 0,2 0 0,0 8 0,1-4 0,1-1 0,-1 0 0,2 0 0,-1-1 0,2 1 0,-1-1 0,9 13 0,4 2 0,1-1 0,1-1 0,1 0 0,42 34 0,-14-17-30,2-3-1,2-1 1,91 45-1,-65-44-72,1-4 0,95 25 1,-27-21-174,3-6 0,249 17 0,280-32-1161,-481-25 1494,277-49 0,-384 41-278,134-43 0,-190 48 199,-1 0 0,0-3 1,-1 0-1,0-3 1,-2 0-1,50-41 0,-68 49 75,0-1 0,-1-1-1,-1 0 1,0-1-1,-1 0 1,0-1-1,-1 0 1,-1 0 0,0-1-1,-1 0 1,4-17-1,-7 22 65,-2-1-1,1 0 0,-2 0 1,0 0-1,0 0 0,-1 0 1,0 0-1,-1 0 0,-1 0 1,0 0-1,0 0 0,-1 1 1,-1-1-1,0 1 0,0 0 1,-11-18-1,4 12-79,-1 0 0,0 1-1,-2 0 1,0 1 0,0 1 0,-1 0 0,-1 1-1,-1 0 1,-29-16 0,-3 2 29,0 3 0,-74-26 0,14 14-184,-1 6 0,-163-25 1,-232 3-237,103 40-894,299 15-4988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2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30 24575,'0'-29'0,"0"49"0,-2 25 0,-16 86 0,10-89 0,2 1 0,-1 55 0,7-94 0,0-1 0,0 1 0,1 0 0,-1-1 0,1 1 0,0 0 0,0-1 0,0 1 0,0-1 0,0 1 0,1-1 0,0 0 0,0 1 0,0-1 0,0 0 0,0 0 0,5 4 0,-4-4 0,1-1 0,0 1 0,0-1 0,-1 0 0,2-1 0,-1 1 0,0 0 0,0-1 0,0 0 0,1 0 0,-1-1 0,0 1 0,1-1 0,6 0 0,6-1-227,0-1-1,-1-1 1,1 0-1,-1-1 1,26-11-1,-13 5-6598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93 24575,'31'1'0,"-15"0"0,0 0 0,-1-1 0,1-1 0,25-4 0,-40 5 0,-1 0 0,1 0 0,0-1 0,0 1 0,0 0 0,0 0 0,-1-1 0,1 1 0,0 0 0,0-1 0,0 1 0,-1-1 0,1 1 0,0-1 0,-1 1 0,1-1 0,0 0 0,-1 1 0,1-1 0,-1 0 0,1 0 0,-1 1 0,0-1 0,1 0 0,-1 0 0,0 1 0,1-2 0,-1 0 0,0 1 0,-1 0 0,1-1 0,0 1 0,-1 0 0,1 0 0,-1-1 0,1 1 0,-1 0 0,0 0 0,0 0 0,1 0 0,-1-1 0,0 1 0,-1-1 0,-6-5 0,0 0 0,0 1 0,-13-8 0,17 11 0,-1 1 0,1-1 0,-1 1 0,0 0 0,0 1 0,0-1 0,0 1 0,0 0 0,0 0 0,-8 0 0,11 1 0,0 0 0,0 0 0,0 0 0,0 0 0,0 1 0,0-1 0,0 1 0,0 0 0,0-1 0,0 1 0,0 0 0,1 0 0,-1 0 0,0 0 0,1 1 0,-1-1 0,1 0 0,-1 1 0,1-1 0,-1 1 0,1-1 0,0 1 0,0 0 0,0 0 0,0-1 0,0 1 0,0 0 0,1 0 0,-1 0 0,0 2 0,0 3 0,0 0 0,0 0 0,1 0 0,0 0 0,0 0 0,0 0 0,1 0 0,1 0 0,-1 0 0,1 0 0,0 0 0,0 0 0,1-1 0,0 1 0,0-1 0,1 0 0,-1 0 0,6 7 0,-3-5 0,1 0 0,0 0 0,0 0 0,0-1 0,1 0 0,0 0 0,1-1 0,-1 0 0,1 0 0,0-1 0,18 7 0,-14-9-273,0 0 0,1 0 0,-1-1 0,25 0 0,-11-2-6553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37 24575,'-7'-17'0,"7"16"0,0 0 0,0 0 0,-1 0 0,1 0 0,0 0 0,0 0 0,-1 0 0,1 0 0,-1 0 0,1 0 0,-1 0 0,1 0 0,-1 0 0,0 0 0,1 1 0,-1-1 0,0 0 0,0 0 0,-1 0 0,2 1 0,-1 0 0,1 1 0,0-1 0,-1 0 0,1 1 0,-1-1 0,1 0 0,0 1 0,-1-1 0,1 0 0,0 1 0,-1-1 0,1 1 0,0-1 0,0 1 0,-1-1 0,1 1 0,0-1 0,0 1 0,0-1 0,0 1 0,0-1 0,0 1 0,0-1 0,0 1 0,0 0 0,0 0 0,-2 20 0,2-20 0,-3 54-195,3 1 0,3-1 0,1 0 0,3 0 0,3-1 0,31 103 0,-32-132-6631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3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26 189 24575,'-1'0'0,"0"0"0,0 1 0,0-2 0,0 1 0,0 0 0,0 0 0,0 0 0,0 0 0,0-1 0,0 1 0,0 0 0,1-1 0,-1 1 0,0-1 0,0 1 0,0-1 0,0 1 0,0-1 0,1 0 0,-1 1 0,0-1 0,1 0 0,-1 0 0,0 1 0,1-1 0,-1 0 0,1 0 0,-1 0 0,1 0 0,0 0 0,-1 0 0,1 0 0,0 0 0,0 0 0,-1-2 0,1 2 0,0-1 0,0 0 0,1 0 0,-1 0 0,0 0 0,1 1 0,-1-1 0,1 0 0,-1 0 0,1 1 0,0-1 0,0 0 0,0 1 0,0-1 0,0 1 0,0-1 0,0 1 0,2-2 0,6-4 0,1 1 0,-1 0 0,1 0 0,0 1 0,1 1 0,-1-1 0,22-4 0,82-12 0,-87 17 0,2 2 0,-22 2 0,0-1 0,-1 1 0,1-1 0,-1 0 0,1-1 0,-1 1 0,1-1 0,8-4 0,-15 6 0,1-1 0,-1 1 0,0 0 0,1 0 0,-1 0 0,1-1 0,-1 1 0,0 0 0,0 0 0,1-1 0,-1 1 0,0 0 0,0-1 0,1 1 0,-1 0 0,0-1 0,0 1 0,0 0 0,1-1 0,-1 1 0,0-1 0,0 1 0,0 0 0,0-1 0,0 1 0,0-1 0,0 1 0,0 0 0,0-1 0,0 1 0,0-1 0,-11-10 0,-18-2 0,22 11 0,0 0 0,-1 0 0,1 1 0,-1 0 0,1 0 0,-1 1 0,1-1 0,-1 2 0,-8 0 0,14 0 0,-1-1 0,1 1 0,0-1 0,-1 1 0,1 0 0,0 0 0,0 0 0,0 0 0,-1 1 0,1-1 0,0 1 0,0-1 0,1 1 0,-1-1 0,0 1 0,1 0 0,-1 0 0,1 0 0,-1 0 0,1 0 0,0 0 0,0 1 0,0-1 0,0 0 0,0 0 0,0 1 0,1-1 0,-1 1 0,1-1 0,0 0 0,0 4 0,0 2 0,0 0 0,1 0 0,1 0 0,-1-1 0,1 1 0,1-1 0,-1 1 0,1-1 0,0 0 0,1 0 0,0 0 0,0 0 0,6 7 0,10 11 0,42 41 0,-55-59 0,21 19 0,-15-14 0,0 1 0,-1 0 0,16 20 0,-28-32 0,1 0 0,-1-1 0,1 1 0,-1 0 0,0-1 0,1 1 0,-1 0 0,0 0 0,1-1 0,-1 1 0,0 0 0,0 0 0,0 0 0,1-1 0,-1 1 0,0 0 0,0 0 0,0 0 0,-1 0 0,1-1 0,0 1 0,0 0 0,0 0 0,0 0 0,-1-1 0,1 1 0,0 0 0,-1 0 0,0 0 0,0 1 0,-1-1 0,1 0 0,-1 0 0,0 0 0,1 0 0,-1 0 0,0 0 0,0 0 0,1 0 0,-1-1 0,-4 1 0,-6 2 0,0-2 0,-24 1 0,35-2 0,-32-1-1365,3-2-5461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47 24575,'0'-36'0,"0"26"0,0 26 0,-2 92 0,0-32 0,14 143 0,-9-199-682,12 37-1,-5-29-6143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3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15 177 24575,'0'0'0,"-1"0"0,0 0 0,1 0 0,-1 0 0,0-1 0,1 1 0,-1 0 0,0 0 0,1 0 0,-1-1 0,1 1 0,-1 0 0,1-1 0,-1 1 0,1 0 0,-1-1 0,1 1 0,-1-1 0,1 1 0,-1-1 0,1 1 0,-1-1 0,1 1 0,0-1 0,0 0 0,-1 1 0,1-1 0,0 1 0,0-1 0,-1 0 0,1 1 0,0-1 0,0 0 0,0 1 0,0-1 0,0 0 0,0 1 0,0-1 0,0 0 0,0 1 0,1-1 0,-1 1 0,0-1 0,0 0 0,0 1 0,1-1 0,-1 1 0,0-1 0,1 0 0,-1 1 0,1-1 0,-1 1 0,0-1 0,1 1 0,-1 0 0,1-1 0,-1 1 0,1-1 0,0 1 0,8-5 0,0 1 0,1 0 0,-1 1 0,0 0 0,1 1 0,0 0 0,16-2 0,-16 3 0,1 0 0,-1-1 0,0-1 0,0 1 0,0-2 0,17-7 0,-26 11 0,0-1 0,0 0 0,1 1 0,-1-1 0,0 0 0,0 0 0,0 0 0,0 0 0,0 0 0,0 0 0,-1 0 0,1 0 0,0 0 0,0 0 0,-1-1 0,1 1 0,-1 0 0,1 0 0,-1-1 0,1 1 0,-1 0 0,0-1 0,0 1 0,0 0 0,0-1 0,0 1 0,0 0 0,0-1 0,0 1 0,0-1 0,0 1 0,-1 0 0,1 0 0,-1-1 0,1 1 0,-1 0 0,1 0 0,-1-1 0,0 1 0,0 0 0,1 0 0,-1 0 0,0 0 0,-1-1 0,-2-2 0,0 0 0,0 0 0,0 0 0,0 1 0,-1-1 0,1 1 0,-1 0 0,0 0 0,-9-3 0,10 4 0,0 1 0,-1 0 0,1 0 0,-1 0 0,0 0 0,1 1 0,-1 0 0,0-1 0,1 2 0,-1-1 0,0 1 0,1-1 0,-1 1 0,-6 3 0,8-3 0,-1 1 0,1 0 0,0 0 0,0 0 0,0 0 0,1 1 0,-1-1 0,1 1 0,-1-1 0,1 1 0,0 0 0,0 0 0,0 0 0,0 0 0,0 1 0,1-1 0,0 0 0,-1 1 0,0 4 0,0 1-45,-1 0-1,2 0 1,-1 0-1,1 0 1,1 0-1,0 0 1,0 0-1,0 1 1,1-1-1,1 0 1,0 0-1,0-1 1,0 1-1,1 0 1,1-1-1,-1 1 1,1-1-1,1 0 1,0 0-1,0-1 1,0 1-1,1-1 1,0-1-1,0 1 0,1-1 1,0 0-1,0 0 1,0-1-1,12 7 1,5-1-6781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98 24575,'2'-3'0,"0"0"0,0 0 0,-1 0 0,1-1 0,-1 1 0,0-1 0,0 1 0,0-1 0,0 1 0,-1-1 0,1 1 0,-1-6 0,0 8 0,0-1 0,0 0 0,0 0 0,0 0 0,0 0 0,0 0 0,0 0 0,-1 0 0,1 0 0,-1 0 0,1 0 0,-1 1 0,0-1 0,1 0 0,-1 0 0,0 1 0,0-1 0,-1 0 0,1 1 0,0-1 0,0 1 0,-1 0 0,-2-3 0,0 3 0,-1 0 0,0 0 0,1 0 0,-1 1 0,0-1 0,0 1 0,1 0 0,-1 0 0,0 1 0,1-1 0,-1 1 0,0 0 0,1 1 0,-1-1 0,1 1 0,-1 0 0,1 0 0,0 0 0,-4 3 0,-3 1 0,2 1 0,-1 0 0,1 0 0,0 1 0,1 0 0,-12 15 0,14-15 0,1-1 0,0 1 0,0 0 0,1 1 0,0-1 0,0 1 0,-4 17 0,7-23 0,1 0 0,-1 0 0,1 0 0,0 0 0,-1 0 0,1 0 0,0 1 0,1-1 0,-1 0 0,1 0 0,-1 0 0,1 0 0,0 0 0,0 0 0,0 0 0,1 0 0,-1-1 0,1 1 0,-1 0 0,1-1 0,0 1 0,0-1 0,0 0 0,0 1 0,1-1 0,4 3 0,-3-2 0,0 0 0,0-1 0,1 0 0,-1 0 0,1 0 0,-1 0 0,1-1 0,0 1 0,0-1 0,-1 0 0,1-1 0,0 1 0,0-1 0,0 0 0,0 0 0,0-1 0,0 1 0,0-1 0,0 0 0,5-2 0,-5 0 0,0 1 0,0-1 0,0 1 0,-1-1 0,1-1 0,-1 1 0,0-1 0,0 1 0,0-1 0,0-1 0,-1 1 0,1 0 0,-1-1 0,0 1 0,-1-1 0,1 0 0,-1 0 0,2-6 0,3-24 0,-5 20 0,2 36 0,-2-1-227,1 0-1,1 0 1,1-1-1,0 1 1,14 29-1,-9-30-6598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24575,'0'-2'0,"1"-1"0,-1 0 0,0 1 0,1-1 0,-1 1 0,1-1 0,0 0 0,0 1 0,0-1 0,0 1 0,0 0 0,3-5 0,-3 7 0,-1 0 0,0-1 0,0 1 0,1 0 0,-1 0 0,0-1 0,1 1 0,-1 0 0,0 0 0,1-1 0,-1 1 0,0 0 0,1 0 0,-1 0 0,0 0 0,1 0 0,-1 0 0,0 0 0,1-1 0,-1 1 0,1 0 0,-1 0 0,0 0 0,1 0 0,-1 1 0,0-1 0,1 0 0,-1 0 0,1 0 0,-1 0 0,1 0 0,0 1 0,0 0 0,0 0 0,0 0 0,0 1 0,0-1 0,-1 0 0,1 0 0,0 0 0,0 1 0,-1-1 0,1 0 0,-1 1 0,1 2 0,10 29 0,-1 1 0,-2 0 0,-1 1 0,-2 0 0,2 57 0,-8-90 0,1 0 0,0-1 0,0 1 0,-1 0 0,1 0 0,-1-1 0,0 1 0,1-1 0,-1 1 0,0-1 0,0 1 0,-1 1 0,1-2 0,1-1 0,0 0 0,0 0 0,0 0 0,-1 1 0,1-1 0,0 0 0,0 0 0,-1 0 0,1 0 0,0 1 0,0-1 0,-1 0 0,1 0 0,0 0 0,0 0 0,-1 0 0,1 0 0,0 0 0,0 0 0,-1 0 0,1 0 0,0 0 0,-1 0 0,1 0 0,0 0 0,0 0 0,-1 0 0,-6-12 0,6 3 0,-1 1 0,1-1 0,1 0 0,0 0 0,0 1 0,1-1 0,0 0 0,2-9 0,3-7 0,13-36 0,-13 42 0,1 1 0,1 0 0,1 1 0,0 0 0,1 0 0,21-25 0,-30 40-68,0 1 0,1-1-1,-1 1 1,1-1 0,-1 1 0,1 0-1,0 0 1,0-1 0,-1 1 0,1 0-1,0 1 1,0-1 0,0 0 0,0 0-1,0 1 1,0-1 0,0 1-1,0 0 1,3 0 0,3 2-6758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5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24575,'0'-2'0,"0"1"0,0 0 0,1-1 0,-1 1 0,0 0 0,0-1 0,1 1 0,-1 0 0,1 0 0,-1-1 0,1 1 0,-1 0 0,1 0 0,0 0 0,-1 0 0,1-1 0,0 1 0,2-1 0,-3 2 0,0 0 0,0-1 0,1 1 0,-1 0 0,0 0 0,1 0 0,-1 0 0,0 0 0,1 0 0,-1 0 0,0 0 0,1-1 0,-1 1 0,0 0 0,1 0 0,-1 1 0,0-1 0,1 0 0,-1 0 0,0 0 0,1 0 0,-1 0 0,0 0 0,1 0 0,-1 0 0,1 1 0,7 12 0,-1 13 0,8 46 0,-7-27 0,-7-36 0,2 0 0,-1 0 0,-1 1 0,0-1 0,0 0 0,-2 19 0,-2-20 0,0-14 0,0-13 0,5 6 0,1-1 0,0 1 0,1 0 0,0 0 0,1 0 0,1 0 0,0 1 0,0 0 0,1 0 0,1 1 0,0 0 0,0 0 0,16-14 0,-23 24 0,0-1 0,1 1 0,-1 0 0,1-1 0,-1 1 0,1 0 0,0 0 0,0 0 0,-1 0 0,1 0 0,0 1 0,0-1 0,0 0 0,0 1 0,0 0 0,0-1 0,0 1 0,0 0 0,0 0 0,0 0 0,0 0 0,4 1 0,-4 0 0,0 0 0,0 0 0,0 0 0,-1 1 0,1-1 0,0 1 0,0-1 0,-1 1 0,1-1 0,-1 1 0,0 0 0,0 0 0,1-1 0,-1 1 0,0 0 0,0 0 0,-1 0 0,1 1 0,0-1 0,0 4 0,4 23-32,-1 0 0,-2 1-1,0-1 1,-5 44 0,1-26-1172,2-15-5622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0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16548 8290 24575,'113'-12'0,"207"11"0,533 68 0,-264 0 0,-316-38 0,-177-18 0,394 33 0,-479-43 0,21 0 0,-31-1 0,1 0 0,-1 0 0,0 0 0,1 0 0,-1 0 0,0-1 0,1 1 0,-1-1 0,0 1 0,1-1 0,-1 1 0,0-1 0,0 1 0,0-1 0,0 0 0,2-1 0,-2 1 0,-1 1 0,0-1 0,0 1 0,0-1 0,0 1 0,0-1 0,0 1 0,0-1 0,0 1 0,0 0 0,0-1 0,0 1 0,0-1 0,0 1 0,-1-1 0,1 1 0,0-1 0,0 1 0,0 0 0,-1-1 0,1 1 0,0 0 0,-1-1 0,1 1 0,0 0 0,-1-1 0,1 1 0,0 0 0,-1-1 0,1 1 0,-1 0 0,-15-11 0,15 10 0,-30-16 0,-52-19 0,-1-1 0,83 36 0,0 0 0,0 0 0,0 0 0,0 0 0,0 0 0,0 0 0,0 0 0,0 0 0,0 0 0,1 0 0,-1-1 0,0 1 0,1 0 0,-1 0 0,1-1 0,0 1 0,-1 0 0,1-1 0,0 1 0,0-1 0,0 1 0,0 0 0,0-1 0,0 1 0,0-1 0,0 1 0,1 0 0,-1-1 0,0 1 0,2-2 0,-1 0 0,-1 0 0,0 0 0,1 0 0,-1 0 0,0 0 0,0 0 0,-1-5 0,-22-61 0,15 51 0,2-1 0,0-1 0,1 1 0,-4-34 0,2-54 0,-14-157 0,7-9 0,-2-8 0,-3 139 0,-29-360 0,51 185 0,-10-249 0,-27 253 0,23 229 0,-76-388 0,51 299 0,-79-386 0,-126-651 0,140 784 0,-29 8 0,90 277 0,-24-169 0,57 275 0,2 0 0,-1-56 0,6 88 0,0-1 0,-1 0 0,1 0 0,-1 1 0,1-1 0,-1 0 0,0 1 0,-1-1 0,-1-4 0,3 7 0,-1 0 0,0 0 0,1 0 0,-1 1 0,0-1 0,1 0 0,-1 0 0,0 0 0,0 0 0,0 1 0,0-1 0,0 0 0,0 1 0,0-1 0,0 1 0,0-1 0,0 1 0,0 0 0,0-1 0,0 1 0,0 0 0,0 0 0,0 0 0,-1 0 0,1 0 0,0 0 0,0 0 0,0 0 0,0 0 0,0 0 0,0 0 0,-1 1 0,0 0 0,-35 8 0,1-1 0,-1-1 0,0-2 0,-70-1 0,13 0 0,-448 17 24,0-22-53,218 0-74,-518-7-203,-256 2 73,123 46 233,506-15 0,449-24 0,-1531 80 0,573-22 0,0-22 0,-1322-22-1,1535-45 393,2-36-137,713 61-254,-22-1-1,-677-49 0,711 53 0,-1-1 0,1-1 0,-38-11 0,-62-12 0,-55-16 0,186 41 0,-1-1 0,1 0 0,0 0 0,0-1 0,1 0 0,-1 0 0,1 0 0,0-1 0,0 0 0,0 0 0,1-1 0,0 1 0,0-1 0,0 0 0,1-1 0,0 1 0,0-1 0,0 0 0,1 0 0,0 0 0,-3-10 0,0-12 0,0 1 0,2-1 0,1 0 0,1-41 0,-2-19 0,-2-24 0,5 0 0,14-113 0,1-64 0,-14 265 0,-2-64 0,1 80 0,-1 1 0,1-1 0,-1 1 0,-1-1 0,1 1 0,-1 0 0,-9-15 0,10 19 0,-1 1 0,-1-1 0,1 1 0,0 0 0,-1 0 0,1 0 0,-1 0 0,0 1 0,0 0 0,0-1 0,0 2 0,-1-1 0,1 0 0,0 1 0,-1 0 0,1 0 0,-1 0 0,0 0 0,1 1 0,-1 0 0,-7 0 0,-7 1 0,1 1 0,0 0 0,-1 2 0,-18 5 0,-134 42 0,-77 20 0,-901 152 0,341-87 0,554-86 0,-157 28 0,163-26 0,237-50 0,1 1 0,-1-2 0,0 0 0,1 0 0,-20-1 0,29-1 0,0 0 0,0 1 0,0-1 0,0 0 0,0 0 0,1 0 0,-1 1 0,0-1 0,1 0 0,-1 0 0,0 0 0,1 0 0,0 0 0,-1 0 0,1 0 0,-1 0 0,1-1 0,0 1 0,0 0 0,0 0 0,0 0 0,0 0 0,0 0 0,0-2 0,0 1 0,0 0 0,-1 0 0,1 0 0,0 0 0,-1 0 0,1 0 0,-1 1 0,0-1 0,-1-3 0,-1 3 0,0-1 0,1 1 0,-1-1 0,-1 1 0,1 0 0,0 0 0,0 1 0,-1-1 0,1 1 0,-1 0 0,0 0 0,1 0 0,-1 0 0,0 0 0,1 1 0,-1 0 0,0-1 0,-6 2 0,-8 1 0,0 0 0,-31 9 0,6-2 0,13-5 0,0-2 0,0-1 0,-38-3 0,51-3 0,17 5 0,0 0 0,0-1 0,0 1 0,0 0 0,0-1 0,0 1 0,1 0 0,-1 0 0,0-1 0,0 1 0,0 0 0,0-1 0,0 1 0,0 0 0,0 0 0,1 0 0,-1-1 0,0 1 0,0 0 0,0 0 0,1-1 0,-1 1 0,0 0 0,0 0 0,1 0 0,-1 0 0,0 0 0,0-1 0,1 1 0,-1 0 0,0 0 0,1 0 0,36-15 0,-25 11 0,31-16-1365,-30 13-5461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0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5 24575,'0'0'0,"0"0"0,0 0 0,0 0 0,0 0 0,0-1 0,0 1 0,0 0 0,0 0 0,0 0 0,0 0 0,0 0 0,0-1 0,0 1 0,0 0 0,0 0 0,0 0 0,0 0 0,0 0 0,0-1 0,0 1 0,0 0 0,-1 0 0,1 0 0,0 0 0,0 0 0,0 0 0,0 0 0,0-1 0,0 1 0,0 0 0,0 0 0,-1 0 0,1 0 0,0 0 0,0 0 0,0 0 0,0 0 0,0 0 0,-1 0 0,1 0 0,0 0 0,0 0 0,0 0 0,0 0 0,0 0 0,-1 0 0,1 0 0,0 0 0,0 0 0,-10 6 0,-16 21 0,15-15 0,-189 164 0,195-172 0,0 0 0,-1 0 0,1 1 0,1-1 0,-1 1 0,-4 6 0,8-10 0,1 0 0,-1 0 0,0 0 0,1 0 0,-1 0 0,1 0 0,0 0 0,-1 0 0,1 1 0,0-1 0,0 0 0,-1 0 0,1 0 0,0 1 0,0-1 0,0 0 0,0 0 0,1 0 0,-1 0 0,0 1 0,0-1 0,1 0 0,-1 0 0,1 0 0,-1 0 0,1 0 0,-1 0 0,1 0 0,0 0 0,-1 0 0,1 0 0,0 0 0,0 0 0,0 0 0,1 0 0,16 14 0,2-1 0,30 16 0,1 0 0,57 43-1365,-78-52-5461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1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24575,'0'2'0,"0"3"0,0 3 0,0 3 0,0 1 0,0 4 0,0 3 0,0 4 0,0 2 0,0 3 0,0 3 0,0-1 0,0 1 0,0-2 0,0-2 0,0-2 0,0-5-8191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1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20 24575,'0'-1'0,"-1"0"0,1 0 0,0 0 0,-1 1 0,1-1 0,-1 0 0,1 0 0,-1 0 0,1 1 0,-1-1 0,0 0 0,1 1 0,-1-1 0,0 0 0,0 1 0,1-1 0,-1 1 0,0-1 0,0 1 0,0 0 0,0-1 0,1 1 0,-1 0 0,0-1 0,0 1 0,-2 0 0,-26-3 0,20 4 0,0 1 0,0 0 0,0 1 0,0 0 0,0 0 0,1 1 0,-1 0 0,1 1 0,0 0 0,0 0 0,-9 8 0,-7 8 0,-42 45 0,54-52 0,0 0 0,1 1 0,1 0 0,0 1 0,2 0 0,-1 0 0,2 1 0,0 0 0,-5 22 0,10-31 0,1 1 0,-1-1 0,2 0 0,-1 1 0,1-1 0,0 0 0,1 1 0,0-1 0,4 15 0,-3-17 0,0 0 0,1 0 0,0 0 0,0 0 0,1 0 0,-1-1 0,1 1 0,0-1 0,1 0 0,-1 0 0,1-1 0,0 1 0,9 5 0,-1-2 0,1 0 0,0-1 0,0-1 0,0 0 0,1-1 0,0-1 0,0 0 0,0-1 0,0 0 0,29 0 0,-19-2 0,1-2 0,-1-1 0,0 0 0,-1-2 0,49-14 0,-61 14 0,1-1 0,-1 0 0,0-1 0,0 0 0,-1-1 0,0 0 0,0-1 0,0 0 0,-1-1 0,0 0 0,-1 0 0,0-1 0,10-16 0,-13 17 0,0-1 0,-1 1 0,-1-1 0,1-1 0,-2 1 0,0 0 0,0-1 0,0 0 0,-2 1 0,1-1 0,-1 0 0,-1 0 0,0 0 0,0 0 0,-1 0 0,-4-18 0,2 19 0,0-1 0,0 1 0,-1-1 0,0 1 0,-1 0 0,0 1 0,0-1 0,-1 1 0,0 0 0,-1 0 0,0 1 0,-1 0 0,1 0 0,-14-9 0,11 10 0,-1 0 0,0 0 0,0 2 0,-1-1 0,1 1 0,-1 1 0,-1 0 0,1 1 0,0 0 0,-1 1 0,1 0 0,-16 0 0,9 2-341,0 1 0,-1 1-1,-32 7 1,6 3-6485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38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24575,'0'3'0,"-2"2"0,-1 3 0,0 5 0,1 3 0,-2 2 0,0 4 0,0 0 0,2 1 0,-3-2 0,1 2 0,1-3 0,0 0 0,2-3 0,0-4-8191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39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24575,'-11'1'0,"-1"-1"0,1 1 0,-1 1 0,1 0 0,0 1 0,0 0 0,0 1 0,0 0 0,1 0 0,0 1 0,0 1 0,0 0 0,0 0 0,1 1 0,-15 13 0,13-8 0,0 0 0,0 1 0,1 1 0,1-1 0,0 1 0,1 1 0,1-1 0,0 1 0,1 1 0,-5 21 0,4-15 0,2 0 0,1 1 0,0-1 0,2 1 0,1 0 0,0 0 0,5 35 0,-3-50 0,1 1 0,-1-1 0,1 0 0,1 0 0,0-1 0,0 1 0,0-1 0,1 1 0,0-1 0,1 0 0,-1 0 0,1-1 0,1 1 0,-1-1 0,1 0 0,0-1 0,0 1 0,1-1 0,0-1 0,0 1 0,0-1 0,0 0 0,1-1 0,9 4 0,1-2 0,1-1 0,-1 0 0,1-2 0,-1 0 0,1-1 0,0-1 0,0 0 0,-1-2 0,1 0 0,0-1 0,-1-1 0,0 0 0,0-2 0,0 0 0,-1-1 0,0-1 0,0 0 0,0-2 0,27-20 0,-38 25 0,1-1 0,-1 0 0,-1-1 0,1 0 0,-1 0 0,0 0 0,0 0 0,-1-1 0,0 0 0,-1 1 0,1-2 0,3-15 0,-5 14 0,-1-1 0,0 0 0,0 1 0,-1-1 0,0 0 0,-1 0 0,0 1 0,-1-1 0,-4-14 0,-1 5 0,0 1 0,-1 0 0,-1 1 0,-1 0 0,-1 0 0,0 1 0,-1 1 0,-1 0 0,0 0 0,-23-20 0,18 21 0,0 1 0,0 1 0,-1 1 0,-41-20 0,50 28 0,0-1 0,0 2 0,0-1 0,-1 2 0,1-1 0,-1 1 0,0 1 0,0 0 0,1 1 0,-1 0 0,0 0 0,-15 3 0,22-2-114,1 0 1,0 0-1,0 0 0,0 0 0,0 0 1,0 1-1,0 0 0,0-1 0,1 1 1,-1 0-1,-2 3 0,-4 6-6712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16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83 24575,'-3'-15'0,"3"14"0,-1 0 0,1 0 0,0 0 0,0 0 0,-1 0 0,1 0 0,0 0 0,0 0 0,0 0 0,0 0 0,0 0 0,0-1 0,0 1 0,1 0 0,-1 0 0,0 0 0,1 0 0,-1 0 0,0 0 0,1 0 0,-1 0 0,1 1 0,0-1 0,-1 0 0,1 0 0,0 0 0,-1 0 0,2 0 0,3-3 0,1 0 0,0 0 0,0 0 0,0 1 0,0 0 0,0 0 0,1 0 0,0 1 0,-1 0 0,1 1 0,11-2 0,-9 2 0,0 0 0,-1 0 0,1 1 0,0 0 0,0 1 0,0 0 0,-1 0 0,16 5 0,-21-5 0,-1 0 0,1 0 0,-1 0 0,0 0 0,0 0 0,0 0 0,0 0 0,0 1 0,0-1 0,0 1 0,0-1 0,0 1 0,0 0 0,-1 0 0,1 0 0,-1 0 0,0 0 0,1 0 0,-1 0 0,0 1 0,0-1 0,0 0 0,-1 1 0,1-1 0,-1 0 0,1 1 0,-1-1 0,0 1 0,0-1 0,0 1 0,0-1 0,0 1 0,0-1 0,-1 0 0,1 1 0,-1-1 0,0 1 0,-1 3 0,-3 4 0,1 0 0,-2 0 0,1-1 0,-1 1 0,-1-1 0,0-1 0,-11 13 0,-47 34 0,45-40 0,-28 29 0,48-44 0,-1 1 0,0-1 0,1 0 0,-1 1 0,1-1 0,-1 1 0,1-1 0,-1 1 0,1-1 0,0 1 0,-1 0 0,1-1 0,0 1 0,-1-1 0,1 1 0,0 0 0,0-1 0,-1 1 0,1 0 0,0-1 0,0 1 0,0 0 0,0 0 0,0-1 0,0 1 0,0 0 0,0-1 0,0 1 0,1 1 0,0-1 0,0-1 0,0 1 0,0-1 0,0 1 0,0-1 0,0 1 0,0-1 0,0 0 0,0 1 0,0-1 0,1 0 0,-1 0 0,0 0 0,0 0 0,2 0 0,50-7 0,-51 6 0,94-21 256,-40 8-1066,78-9-1,-114 21-6015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56 653 24575,'4'3'0,"-1"1"0,1 0 0,-1-1 0,1 0 0,0 0 0,0 0 0,6 3 0,-9-5 0,0-1 0,0 1 0,0-1 0,0 1 0,0 0 0,1-1 0,-1 0 0,0 1 0,0-1 0,0 0 0,1 0 0,-1 1 0,0-1 0,0 0 0,1 0 0,-1 0 0,0-1 0,0 1 0,1 0 0,-1 0 0,0-1 0,0 1 0,0 0 0,1-1 0,-1 0 0,0 1 0,0-1 0,0 1 0,0-1 0,0 0 0,0 0 0,0 0 0,0 0 0,-1 0 0,1 0 0,0 0 0,0 0 0,-1 0 0,1 0 0,-1 0 0,1 0 0,-1 0 0,1-2 0,3-7 0,0 0 0,-1 0 0,0 0 0,1-12 0,-3 16 0,7-44 0,-1-1 0,-3 0 0,-3-63 0,-3 78 0,-1-1 0,-2 1 0,-2 0 0,-1 0 0,-17-43 0,22 71 0,0 0 0,-1 0 0,0 1 0,0-1 0,-11-12 0,15 19 0,-1 0 0,0 0 0,0 0 0,-1 0 0,1 0 0,0 0 0,0 0 0,0 0 0,-1 1 0,1-1 0,0 1 0,-1-1 0,1 1 0,0-1 0,-1 1 0,1 0 0,-3-1 0,3 1 0,-1 1 0,1-1 0,-1 1 0,1-1 0,-1 1 0,1-1 0,-1 1 0,1 0 0,0 0 0,0 0 0,-1 0 0,1 0 0,0 0 0,0 0 0,0 0 0,0 0 0,0 0 0,0 1 0,0-1 0,-1 2 0,-3 7 0,-1 1 0,1-1 0,1 1 0,0 1 0,0-1 0,1 0 0,1 1 0,-2 17 0,-1 98 0,6-117 0,0 35 0,1-1 0,3 0 0,14 56 0,-13-75 0,1-1 0,1 0 0,2-1 0,0 1 0,1-2 0,1 0 0,19 26 0,-2-17-1365,-17-22-5461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5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32 24575,'0'0'0,"0"-1"0,0 1 0,1 0 0,-1-1 0,0 1 0,0-1 0,0 1 0,0 0 0,0-1 0,0 1 0,0 0 0,0-1 0,0 1 0,-1-1 0,1 1 0,0 0 0,0-1 0,0 1 0,0 0 0,0-1 0,-1 1 0,1 0 0,0-1 0,0 1 0,-1 0 0,1-1 0,0 1 0,0 0 0,-1 0 0,1-1 0,0 1 0,-1 0 0,-9 8 0,-8 20 0,16-24 0,1 0 0,-1 0 0,1 0 0,0 0 0,0 0 0,1 0 0,-1 0 0,1 0 0,0 0 0,0 0 0,0 0 0,1 0 0,-1 0 0,1 0 0,0 0 0,0 0 0,1 0 0,-1 0 0,1 0 0,-1-1 0,4 6 0,-2-6 0,-1 0 0,1-1 0,-1 1 0,1-1 0,0 1 0,0-1 0,0 0 0,0 0 0,1 0 0,-1 0 0,0-1 0,1 1 0,-1-1 0,1 0 0,0 0 0,-1-1 0,1 1 0,0 0 0,-1-1 0,1 0 0,0 0 0,0 0 0,5-2 0,-5 2 0,0-1 0,-1 1 0,1-1 0,-1 0 0,1 0 0,-1 0 0,1-1 0,-1 1 0,0-1 0,0 0 0,0 0 0,0 0 0,0 0 0,0-1 0,0 1 0,-1-1 0,1 0 0,-1 0 0,0 1 0,0-2 0,0 1 0,0 0 0,0 0 0,-1 0 0,1-1 0,-1 1 0,0-1 0,0 1 0,0-1 0,-1 0 0,1 1 0,-1-1 0,0 0 0,0 1 0,0-1 0,0 0 0,-1 1 0,0-1 0,1 1 0,-1-1 0,-1 1 0,1-1 0,0 1 0,-1-1 0,0 1 0,-2-4 0,0 2 0,0 1 0,0 0 0,0 1 0,0-1 0,0 1 0,-1-1 0,0 1 0,0 1 0,0-1 0,0 1 0,0 0 0,0 0 0,0 0 0,-1 1 0,1-1 0,-1 1 0,1 1 0,-1-1 0,1 1 0,-1 0 0,1 0 0,-1 1 0,1-1 0,-10 3 0,7 3-1365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5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11 24575,'0'0'0,"0"-1"0,-1 0 0,1 1 0,0-1 0,-1 0 0,1 1 0,-1-1 0,1 1 0,-1-1 0,1 1 0,-1-1 0,1 1 0,-1-1 0,0 1 0,1-1 0,-1 1 0,0 0 0,1-1 0,-1 1 0,0 0 0,1 0 0,-1-1 0,0 1 0,0 0 0,1 0 0,-1 0 0,0 0 0,1 0 0,-1 0 0,-1 0 0,-24 1 0,20 0 0,-1 0 0,0 0 0,0 1 0,1 0 0,-1 0 0,1 1 0,0 0 0,0 0 0,0 0 0,0 1 0,0 0 0,1 0 0,-8 7 0,10-8 0,1-1 0,0 1 0,0 0 0,0-1 0,0 1 0,1 0 0,-1 0 0,1 0 0,0 0 0,0 0 0,0 1 0,0-1 0,0 0 0,1 1 0,-1-1 0,1 0 0,0 1 0,0-1 0,0 0 0,0 1 0,1-1 0,0 0 0,-1 0 0,1 1 0,0-1 0,1 0 0,-1 0 0,0 0 0,3 4 0,-1-2 29,0-1-1,1 1 1,-1-1-1,1 0 0,0 0 1,0 0-1,0 0 1,0-1-1,1 1 1,-1-1-1,10 4 1,-5-3-314,1 0 1,0 0-1,0-1 1,0-1-1,14 2 1,2-1-6542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178 449 24575,'1'-2'0,"1"0"0,-1-1 0,1 1 0,-1 0 0,0-1 0,0 1 0,0-1 0,0 1 0,0-1 0,0 0 0,-1 1 0,1-1 0,-1 0 0,0 1 0,0-1 0,0 0 0,0 1 0,0-1 0,-1 0 0,1 1 0,-1-1 0,0 1 0,0-1 0,-2-3 0,2 2 0,-1 0 0,1 1 0,-1-1 0,0 1 0,-1 0 0,1-1 0,-1 1 0,1 0 0,-1 1 0,0-1 0,0 0 0,0 1 0,0 0 0,-1-1 0,-6-2 0,7 4 0,0 0 0,0 0 0,0 1 0,0-1 0,0 1 0,-1-1 0,1 1 0,0 0 0,0 1 0,0-1 0,0 0 0,-1 1 0,1 0 0,0 0 0,0 0 0,-3 1 0,1 1 0,0-1 0,1 1 0,-1 0 0,1 1 0,0-1 0,0 1 0,0-1 0,0 1 0,-3 5 0,3-3 0,0-1 0,0 1 0,1 0 0,-1 0 0,2 0 0,-1 0 0,1 0 0,-1 1 0,2-1 0,-1 1 0,1-1 0,0 1 0,0 0 0,1-1 0,0 1 0,1 6 0,-1-9 0,1-1 0,0 0 0,0-1 0,0 1 0,0 0 0,1 0 0,-1 0 0,1-1 0,0 1 0,0-1 0,0 1 0,0-1 0,0 0 0,0 0 0,0 0 0,1 0 0,4 3 0,-2-2 0,-1-1 0,0 0 0,1-1 0,-1 1 0,1-1 0,0 0 0,-1 0 0,1 0 0,0-1 0,0 0 0,5 0 0,-6 0 0,0 0 0,0 0 0,1-1 0,-1 1 0,0-1 0,0 0 0,-1 0 0,1-1 0,0 1 0,0-1 0,0 0 0,-1 0 0,1 0 0,-1 0 0,0-1 0,0 1 0,1-1 0,-2 0 0,1 0 0,0 0 0,-1 0 0,1-1 0,-1 1 0,0-1 0,0 1 0,0-1 0,0 0 0,1-7 0,-1-25 0,-2 38 0,1 0 0,-1 0 0,1 1 0,-1-1 0,1 0 0,0 0 0,-1 1 0,1-1 0,0 0 0,1 0 0,-1 0 0,0 0 0,1 0 0,-1-1 0,1 1 0,-1 0 0,3 1 0,0 0 0,-1-1 0,1 1 0,0-1 0,-1 0 0,1-1 0,0 1 0,1-1 0,-1 1 0,5 0 0,-2-1 0,0 0 0,0 0 0,0-1 0,0 0 0,0 0 0,0-1 0,1 0 0,-1 0 0,0 0 0,0-1 0,-1 0 0,10-4 0,-10 3 0,0-1 0,0 0 0,0 0 0,0 0 0,-1-1 0,0 0 0,0 0 0,0 0 0,0-1 0,-1 0 0,0 1 0,0-1 0,0-1 0,-1 1 0,0-1 0,0 1 0,-1-1 0,0 0 0,0 0 0,-1 0 0,1 0 0,-2 0 0,1 0 0,-1-11 0,-1-12 0,-2-1 0,-2 1 0,0 0 0,-14-41 0,11 41 0,3 7 0,4 15 0,-1 1 0,1-1 0,-1 1 0,-1-1 0,1 1 0,-1 0 0,-1 0 0,1 0 0,-9-13 0,11 20 0,1 0 0,0 0 0,0 0 0,0 0 0,0 0 0,0-1 0,0 1 0,-1 0 0,1 0 0,0 0 0,0 0 0,0 0 0,0 0 0,-1 0 0,1 0 0,0 0 0,0 0 0,0 0 0,-1 0 0,1 0 0,0 0 0,0 0 0,0 0 0,-1 0 0,1 0 0,0 0 0,0 0 0,0 0 0,0 0 0,-1 0 0,1 0 0,0 0 0,0 0 0,0 0 0,0 0 0,-1 0 0,1 0 0,0 1 0,-4 8 0,1 13 0,3-21 0,-1 39 0,1 0 0,2 0 0,9 43 0,35 118 0,-37-174-682,17 35-1,-18-44-6143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7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211 229 24575,'2'-1'0,"0"1"0,0-1 0,-1 0 0,1 0 0,0 0 0,-1 0 0,1 0 0,0 0 0,-1 0 0,1 0 0,-1 0 0,1-1 0,-1 1 0,0-1 0,0 1 0,0-1 0,0 1 0,1-3 0,18-31 0,-18 30 0,0 0 0,0 0 0,0 0 0,-1 0 0,0 0 0,0-1 0,0 1 0,-1-1 0,0 1 0,0 0 0,0-1 0,0 1 0,-1 0 0,0-1 0,0 1 0,0 0 0,-1 0 0,0-1 0,-4-7 0,3 9 0,1 0 0,-1 0 0,0 0 0,0 0 0,0 1 0,-1-1 0,0 1 0,1 0 0,-1 0 0,0 1 0,0-1 0,0 1 0,-1 0 0,1 0 0,0 0 0,-1 0 0,1 1 0,-1 0 0,0 0 0,0 0 0,1 0 0,-9 1 0,4 0 0,1 1 0,-1 0 0,1 1 0,-1 0 0,1 0 0,0 1 0,0 0 0,0 0 0,0 1 0,0 0 0,1 0 0,0 1 0,-7 5 0,10-8 0,1 1 0,0-1 0,0 1 0,1 0 0,-1-1 0,1 1 0,-1 1 0,1-1 0,0 0 0,0 0 0,0 1 0,0-1 0,1 1 0,0 0 0,-1-1 0,1 1 0,1 0 0,-1 0 0,0 0 0,1 0 0,0 0 0,0 0 0,0-1 0,0 1 0,1 0 0,0 0 0,-1 0 0,1 0 0,1-1 0,1 6 0,2 1 0,1-1 0,0 1 0,1-1 0,0-1 0,0 1 0,1-1 0,0 0 0,15 11 0,11 5 0,37 19 0,-18-10 0,-50-31 0,4 2 0,0 0 0,-1 1 0,0-1 0,0 2 0,7 7 0,-12-13 0,-1 1 0,1 0 0,0 0 0,-1 0 0,1 0 0,-1 0 0,1 0 0,-1 0 0,0 0 0,1 0 0,-1 0 0,0 0 0,0 0 0,0 0 0,0 0 0,0 0 0,0 1 0,0 1 0,-1-2 0,1 0 0,-1 1 0,0-1 0,0 0 0,1 1 0,-1-1 0,0 0 0,0 0 0,0 0 0,-1 0 0,1 0 0,0 0 0,0 0 0,-1 0 0,1-1 0,0 1 0,-3 1 0,-8 2-91,0 0 0,0 0 0,0-1 0,0-1 0,-1 0 0,1 0 0,-1-2 0,1 1 0,-1-2 0,1 1 0,-1-2 0,1 0 0,0 0 0,-22-8 0,15 2-6735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24575,'-1'0'0,"1"0"0,-1 1 0,0-1 0,1 0 0,-1 1 0,0-1 0,1 1 0,-1-1 0,1 1 0,-1-1 0,1 1 0,-1 0 0,1-1 0,-1 1 0,1 0 0,-1-1 0,1 1 0,0 0 0,-1-1 0,1 1 0,0 0 0,0 0 0,0-1 0,0 1 0,0 0 0,0 0 0,0-1 0,0 1 0,0 0 0,0 1 0,1 25 0,8 20 161,26 74-1,-23-88-497,-2 1 0,-1 0 0,-2 1-1,5 56 1,-12-73-6489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7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69 24575,'-4'-13'0,"3"13"0,1-1 0,-1 1 0,1-1 0,0 1 0,-1-1 0,1 1 0,0-1 0,0 1 0,-1-1 0,1 0 0,0 1 0,0-1 0,0 1 0,0-1 0,0 0 0,0 1 0,0-1 0,0 1 0,0-1 0,0 0 0,0 1 0,0-1 0,0 1 0,0-1 0,1 0 0,-1 1 0,0-1 0,0 1 0,1-1 0,-1 1 0,0-1 0,1 1 0,-1-1 0,1 1 0,-1-1 0,1 1 0,-1 0 0,0-1 0,1 1 0,0-1 0,-1 1 0,1 0 0,-1 0 0,1-1 0,-1 1 0,1 0 0,0 0 0,10-3 0,1 1 0,-1 0 0,0 1 0,0 0 0,1 1 0,20 2 0,1 0 0,-7-2 0,-14 1 0,0 0 0,1-1 0,-1 0 0,0-1 0,0-1 0,0 0 0,0-1 0,13-4 0,-24 7 0,-1 0 0,1 0 0,-1 0 0,1 0 0,-1 0 0,1 0 0,-1-1 0,0 1 0,1 0 0,-1 0 0,1 0 0,-1-1 0,1 1 0,-1 0 0,0 0 0,1-1 0,-1 1 0,0 0 0,1-1 0,-1 1 0,0 0 0,0-1 0,1 1 0,-1-1 0,0 1 0,0 0 0,0-1 0,1 1 0,-1-1 0,0 1 0,0-1 0,0 1 0,0-1 0,0 1 0,0-1 0,0 1 0,0-1 0,0 1 0,-1-1 0,0 1 0,1-1 0,-1 1 0,0 0 0,0 0 0,0-1 0,1 1 0,-1 0 0,0 0 0,0 0 0,0 0 0,0 0 0,0 0 0,0 0 0,1 1 0,-1-1 0,0 0 0,0 0 0,0 0 0,1 1 0,-2 0 0,-3 1 0,0 0 0,0 1 0,0 0 0,1 0 0,0 0 0,-1 1 0,1-1 0,0 1 0,0 0 0,1 0 0,-1 0 0,1 1 0,0-1 0,0 1 0,1 0 0,-1 0 0,1-1 0,-3 11 0,4-12 0,1 0 0,-1 0 0,0 0 0,1 0 0,0 0 0,0 0 0,0 0 0,0-1 0,0 1 0,1 0 0,-1 0 0,1 0 0,0 0 0,0 0 0,0 0 0,0-1 0,0 1 0,1-1 0,-1 1 0,1-1 0,0 1 0,-1-1 0,1 0 0,0 1 0,0-1 0,1 0 0,-1-1 0,0 1 0,1 0 0,-1-1 0,1 1 0,0-1 0,-1 0 0,1 0 0,4 2 0,0-2 0,0 1 0,0-1 0,1 0 0,-1 0 0,0-1 0,0 0 0,1 0 0,-1-1 0,0 0 0,0 0 0,11-4 0,-14 4 0,-1 0 0,0 0 0,0-1 0,0 1 0,0-1 0,0 0 0,0 0 0,-1 0 0,1 0 0,-1-1 0,5-4 0,-6 5 0,0 0 0,1 0 0,-1 0 0,0 0 0,-1 0 0,1 0 0,0-1 0,-1 1 0,1 0 0,-1-1 0,0 1 0,1 0 0,-1-1 0,0 1 0,-1 0 0,1-1 0,0 1 0,-2-5 0,0 3-80,0 0 0,0 0-1,0 1 1,-1-1 0,1 0-1,-1 1 1,0 0 0,0-1-1,-1 1 1,1 0 0,-1 1 0,1-1-1,-1 1 1,0-1 0,0 1-1,-8-3 1,-3-2-6746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8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24575,'0'-1'0,"0"1"0,0 0 0,0-1 0,0 1 0,0 0 0,0-1 0,1 1 0,-1 0 0,0-1 0,0 1 0,0 0 0,1 0 0,-1-1 0,0 1 0,0 0 0,1 0 0,-1-1 0,0 1 0,1 0 0,-1 0 0,0 0 0,1 0 0,-1 0 0,0-1 0,1 1 0,-1 0 0,0 0 0,1 0 0,-1 0 0,0 0 0,1 0 0,-1 0 0,0 0 0,1 0 0,-1 0 0,1 0 0,-1 0 0,0 1 0,1-1 0,-1 0 0,0 0 0,1 0 0,-1 0 0,0 0 0,1 1 0,18 7 0,-18-7 0,13 6 0,1 2 0,-1 0 0,-1 0 0,0 2 0,13 11 0,-21-17 0,0 0 0,-1 0 0,1 0 0,-1 1 0,-1 0 0,1 0 0,-1 0 0,0 0 0,0 0 0,0 0 0,-1 1 0,0 0 0,-1-1 0,1 1 0,0 7 0,-2-13 0,0 1 0,0-1 0,0 0 0,0 1 0,0-1 0,0 1 0,0-1 0,0 0 0,-1 1 0,1-1 0,0 0 0,-1 1 0,1-1 0,-1 0 0,0 0 0,1 0 0,-1 1 0,0-1 0,0 0 0,0 0 0,1 0 0,-1 0 0,0 0 0,0 0 0,-1 0 0,1-1 0,0 1 0,0 0 0,0-1 0,-1 1 0,1-1 0,0 1 0,0-1 0,-1 1 0,-1-1 0,1 0 0,0 0 0,1 0 0,-1 0 0,1 0 0,-1-1 0,1 1 0,-1-1 0,0 1 0,1-1 0,0 0 0,-1 0 0,1 1 0,-1-1 0,1 0 0,0 0 0,0 0 0,-1 0 0,1-1 0,0 1 0,0 0 0,0 0 0,0-1 0,0 1 0,1 0 0,-1-1 0,0 1 0,1-1 0,-1 1 0,1-1 0,-1-1 0,0-3 0,0 1 0,1 0 0,0 0 0,0-1 0,0 1 0,1 0 0,0 0 0,0-1 0,0 1 0,0 0 0,1 0 0,4-9 0,2-1 0,0 0 0,17-24 0,-19 31-114,0 0 1,1 0-1,0 1 0,0-1 0,1 2 1,-1-1-1,1 1 0,1 0 0,-1 1 1,1 0-1,19-8 0,-11 8-6712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7:58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37 147 24575,'0'0'0,"-1"0"0,1 0 0,0 0 0,0 1 0,-1-1 0,1 0 0,0 0 0,0 1 0,-1-1 0,1 0 0,0 1 0,0-1 0,0 0 0,0 0 0,0 1 0,0-1 0,-1 0 0,1 1 0,0-1 0,0 0 0,0 1 0,0-1 0,0 0 0,0 1 0,0-1 0,0 0 0,0 1 0,1-1 0,-1 0 0,0 1 0,0-1 0,0 0 0,0 1 0,0-1 0,1 0 0,-1 1 0,0-1 0,0 0 0,0 0 0,1 1 0,-1-1 0,0 0 0,1 1 0,8 14 0,-6-12 0,-1 0 0,1 0 0,-1 0 0,1 0 0,0-1 0,0 1 0,0-1 0,0 0 0,1 0 0,-1 0 0,1 0 0,-1-1 0,1 1 0,-1-1 0,1 0 0,0 0 0,0 0 0,0-1 0,-1 1 0,1-1 0,0 0 0,0 0 0,0 0 0,0-1 0,0 1 0,-1-1 0,1 0 0,0 0 0,0 0 0,-1-1 0,1 1 0,4-3 0,-3 0 0,1 1 0,-1 0 0,0-1 0,0 0 0,0 0 0,-1-1 0,1 1 0,-1-1 0,0 0 0,0 0 0,-1-1 0,1 1 0,-1-1 0,-1 0 0,1 1 0,-1-1 0,0 0 0,3-13 0,-5 16 0,1-1 0,-1 1 0,0-1 0,0 1 0,0-1 0,0 1 0,-1-1 0,0 1 0,1-1 0,-1 1 0,-1 0 0,1-1 0,0 1 0,-1 0 0,1 0 0,-1 0 0,0 0 0,0 0 0,0 0 0,-1 1 0,-4-5 0,4 4 0,-1 1 0,1 0 0,-1 0 0,0 0 0,1 0 0,-1 1 0,0-1 0,0 1 0,0 0 0,0 0 0,0 1 0,-1-1 0,1 1 0,0 0 0,0 0 0,0 0 0,0 1 0,-6 0 0,4 1 0,-1-1 0,0 1 0,0 1 0,1-1 0,-1 1 0,1 0 0,0 1 0,0-1 0,0 1 0,0 1 0,1-1 0,0 1 0,0 0 0,0 0 0,0 0 0,1 1 0,0-1 0,0 1 0,0 0 0,1 0 0,0 1 0,0-1 0,1 1 0,-1-1 0,-1 13 0,2-11 0,1 0 0,1 0 0,-1 0 0,1 0 0,0 0 0,1 0 0,0 0 0,0-1 0,1 1 0,0 0 0,0 0 0,1-1 0,0 1 0,0-1 0,1 0 0,0 0 0,0 0 0,0-1 0,1 1 0,0-1 0,1 0 0,7 7 0,-5-7 0,1 1 0,0-1 0,1-1 0,-1 1 0,1-2 0,0 1 0,0-1 0,1-1 0,-1 0 0,1-1 0,-1 0 0,1 0 0,0-1 0,0 0 0,0-1 0,0 0 0,0-1 0,-1 0 0,1-1 0,0 0 0,-1-1 0,1 0 0,-1-1 0,14-6 0,-20 8-151,-1-1-1,1 1 0,0-1 0,-1 0 1,0 0-1,1 0 0,-1 0 1,4-7-1,2-6-6674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09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24575,'1'0'0,"0"0"0,0 0 0,0 0 0,0 0 0,0 0 0,0 0 0,0 0 0,0 0 0,0 1 0,0-1 0,0 0 0,0 1 0,0-1 0,0 1 0,0-1 0,2 2 0,0 12 0,-1 6 0,0-9 0,0-1 0,1 1 0,1-1 0,0 0 0,0 0 0,1 0 0,1-1 0,-1 0 0,1 0 0,1 0 0,0-1 0,0 0 0,10 9 0,-15-15-59,0-1 0,0 0-1,1 0 1,-1 0-1,0 0 1,1 0 0,-1 0-1,1-1 1,-1 1 0,1-1-1,-1 1 1,1-1 0,-1 0-1,1 0 1,-1 0-1,1-1 1,-1 1 0,1 0-1,-1-1 1,1 0 0,-1 0-1,5-1 1,4-5-6767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24575,'-2'0'0,"-4"0"0,-2 0 0,2 3 0,4 2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152 278 24575,'0'0'0,"1"0"0,0 0 0,0-1 0,0 1 0,0 0 0,-1 0 0,1-1 0,0 1 0,0 0 0,0-1 0,-1 1 0,1-1 0,0 1 0,-1-1 0,1 0 0,0 1 0,-1-1 0,1 1 0,-1-1 0,1 0 0,-1 0 0,1 1 0,-1-1 0,0 0 0,1 0 0,-1 1 0,0-1 0,1 0 0,-1 0 0,0 0 0,0 0 0,0 1 0,0-1 0,0 0 0,0 0 0,0 0 0,0 0 0,0 0 0,0 1 0,-1-1 0,1 0 0,0 0 0,-1 0 0,1 0 0,0 1 0,-1-1 0,1 0 0,-1 0 0,1 1 0,-1-1 0,1 0 0,-1 1 0,0-1 0,1 1 0,-1-1 0,0 1 0,1-1 0,-1 1 0,0-1 0,0 1 0,1 0 0,-1-1 0,0 1 0,0 0 0,0 0 0,-1-1 0,-4 0 0,1 1 0,-1-1 0,0 1 0,0 0 0,0 0 0,0 1 0,0-1 0,0 1 0,0 1 0,0-1 0,1 1 0,-1 0 0,0 0 0,1 1 0,0 0 0,0 0 0,-1 0 0,2 0 0,-1 1 0,-8 7 0,10-8 0,1 0 0,0-1 0,-1 1 0,1 0 0,0 0 0,0 1 0,1-1 0,-1 0 0,1 1 0,-1-1 0,1 1 0,0-1 0,0 1 0,1-1 0,-1 1 0,1 0 0,0-1 0,0 1 0,0 0 0,0-1 0,0 1 0,1 0 0,0-1 0,0 1 0,0 0 0,0-1 0,0 0 0,1 1 0,0-1 0,0 0 0,-1 0 0,2 0 0,-1 0 0,4 4 0,-2-3 0,0 1 0,1-1 0,-1 0 0,1-1 0,0 1 0,1-1 0,-1 0 0,0 0 0,1-1 0,0 0 0,-1 1 0,1-2 0,0 1 0,0-1 0,0 0 0,0 0 0,0-1 0,0 0 0,1 0 0,-1 0 0,0-1 0,0 1 0,0-2 0,10-2 0,-9 2 0,0 0 0,0-1 0,0 0 0,-1 0 0,1 0 0,-1-1 0,1 0 0,-1-1 0,0 1 0,-1-1 0,1 0 0,-1 0 0,0-1 0,0 0 0,-1 0 0,1 0 0,-2 0 0,1-1 0,0 1 0,2-8 0,-3 0 0,0 0 0,0 0 0,-2 0 0,0-1 0,0 1 0,-1 0 0,-1 0 0,0 0 0,-5-18 0,1 6 0,-2 1 0,-1 0 0,-1 0 0,-13-27 0,21 51 0,1 0 0,-1 0 0,1-1 0,-1 1 0,1 0 0,-1 0 0,0 0 0,1 0 0,-1 0 0,0 0 0,0 0 0,0 0 0,0 0 0,0 0 0,0 0 0,0 0 0,-2 0 0,2 1 0,1 0 0,-1 0 0,1 1 0,-1-1 0,1 1 0,-1-1 0,1 0 0,-1 1 0,1-1 0,-1 1 0,1-1 0,0 1 0,-1-1 0,1 1 0,0-1 0,0 1 0,-1-1 0,1 1 0,0-1 0,0 1 0,0 0 0,0-1 0,0 1 0,0-1 0,0 2 0,-3 54 0,3-51 0,9 168 0,-6-151 0,1 0 0,1-1 0,1 0 0,0 1 0,18 35 0,-19-48-341,0 0 0,1 0-1,13 15 1,-2-7-6485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3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24575,'6'134'-682,"24"138"-1,-28-255-6143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37 111 24575,'-12'-20'0,"8"14"0,0 0 0,1 0 0,-1 0 0,1-1 0,-3-9 0,6 14 0,0 1 0,-1 0 0,1 0 0,0-1 0,0 1 0,0 0 0,0-1 0,0 1 0,1 0 0,-1 0 0,0-1 0,0 1 0,1 0 0,-1 0 0,1 0 0,-1-1 0,1 1 0,0 0 0,-1 0 0,1 0 0,0 0 0,0 0 0,0 0 0,-1 0 0,1 1 0,0-1 0,0 0 0,0 0 0,1 1 0,-1-1 0,0 0 0,0 1 0,0-1 0,0 1 0,1 0 0,0-1 0,5-1 0,1 1 0,-1-1 0,0 1 0,1 1 0,-1-1 0,0 1 0,1 1 0,-1-1 0,0 1 0,1 1 0,-1-1 0,0 1 0,0 1 0,0-1 0,0 1 0,0 0 0,7 5 0,-10-6 0,0 1 0,-1-1 0,1 0 0,-1 1 0,0 0 0,0 0 0,0 0 0,0 0 0,0 0 0,-1 0 0,1 1 0,-1-1 0,0 1 0,0 0 0,0 0 0,-1 0 0,1 0 0,-1 0 0,0 0 0,0 0 0,0 0 0,-1 0 0,1 1 0,-1-1 0,0 0 0,-1 0 0,1 1 0,-1-1 0,1 0 0,-1 0 0,-2 4 0,2-4-39,-1 0 0,0 0 0,0 0 0,-1-1 0,1 1 0,-1-1 0,0 1 0,0-1 0,0 0 0,0 0 0,0 0 0,-1-1 0,1 1 0,-1-1 0,0 1 0,1-1 0,-1-1 0,0 1 0,0 0 0,-1-1 0,1 0 0,0 0 0,0 0 0,-1-1 0,1 1 0,0-1 0,-1 0 0,1 0 0,0-1 0,-1 1 0,1-1 0,0 0 0,0 0 0,-8-3 0,0-3-6787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24575,'40'-5'0,"-35"4"0,-1 0 0,0 0 0,0 0 0,1 1 0,-1 0 0,1-1 0,-1 2 0,0-1 0,1 0 0,-1 1 0,0 0 0,0 0 0,1 0 0,-1 1 0,0-1 0,4 3 0,-1 1 0,0 0 0,-1 0 0,0 1 0,0 0 0,0 0 0,-1 0 0,1 1 0,-1 0 0,-1 0 0,0 0 0,0 1 0,0-1 0,-1 1 0,0 0 0,0 0 0,-1 0 0,0 0 0,1 14 0,-3-19 0,0 0 0,0 0 0,-1 1 0,0-1 0,1 0 0,-1 0 0,0 0 0,0 0 0,-1 0 0,1 0 0,-1-1 0,1 1 0,-1 0 0,0-1 0,-2 3 0,3-3 0,-1-1 0,1 1 0,-1 0 0,1-1 0,-1 0 0,1 1 0,-1-1 0,0 0 0,0 0 0,0 0 0,0 0 0,1 0 0,-1 0 0,0-1 0,-1 1 0,1-1 0,0 1 0,0-1 0,0 0 0,0 0 0,0 0 0,0 0 0,-3 0 0,4-1 0,0 1 0,0-1 0,0 1 0,1-1 0,-1 1 0,0-1 0,1 0 0,-1 1 0,0-1 0,1 0 0,-1 0 0,1 1 0,-1-1 0,1 0 0,0 0 0,-1 0 0,1 0 0,0 0 0,-1 0 0,1 1 0,0-1 0,0 0 0,0 0 0,0 0 0,0 0 0,0 0 0,0 0 0,0 0 0,0 0 0,1 0 0,-1 0 0,0 1 0,1-3 0,11-30 0,-4 19 0,0 1 0,1-1 0,1 2 0,0-1 0,0 2 0,1-1 0,1 1 0,0 1 0,14-10 0,-25 19 0,0 1 0,0-1 0,0 0 0,0 0 0,1 1 0,-1-1 0,0 1 0,0-1 0,0 1 0,1-1 0,-1 1 0,0 0 0,1 0 0,-1-1 0,0 1 0,0 0 0,1 0 0,-1 0 0,0 1 0,1-1 0,-1 0 0,0 0 0,1 1 0,-1-1 0,0 1 0,0-1 0,0 1 0,1-1 0,-1 1 0,0 0 0,0-1 0,0 1 0,0 0 0,0 0 0,0 0 0,0 0 0,-1 0 0,1 0 0,0 0 0,0 0 0,0 2 0,3 6 0,-1-1 0,-1 1 0,1 0 0,-1 0 0,1 11 0,2 5 0,18 59-1365,-20-73-5461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 24575,'-3'-2'0,"-2"-1"0,-3 0 0,-1 3 0,2 3 0,5 5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54 24575,'1'-2'0,"-1"0"0,0 0 0,0 0 0,-1-1 0,1 1 0,0 0 0,-1 0 0,0 0 0,1 0 0,-1 0 0,0 0 0,0 0 0,0 0 0,0 0 0,0 0 0,-1 0 0,1 1 0,0-1 0,-1 0 0,1 1 0,-1-1 0,0 1 0,-1-2 0,0 2 0,0 0 0,0 0 0,1 0 0,-1 1 0,0-1 0,0 1 0,0-1 0,0 1 0,0 0 0,0 0 0,0 0 0,1 0 0,-1 1 0,0-1 0,0 1 0,0 0 0,-3 1 0,1 0 0,-1 1 0,1-1 0,0 1 0,0 0 0,0 0 0,0 1 0,1 0 0,-1 0 0,1 0 0,0 0 0,0 0 0,0 1 0,1 0 0,-1 0 0,1 0 0,1 0 0,-1 0 0,1 1 0,0-1 0,-2 8 0,3-9 0,0 0 0,0 0 0,0 0 0,1 1 0,0-1 0,-1 0 0,2 0 0,-1 1 0,0-1 0,1 0 0,0 0 0,0 0 0,0 0 0,1 0 0,-1 0 0,1 0 0,0 0 0,0 0 0,0-1 0,1 1 0,-1-1 0,1 1 0,0-1 0,0 0 0,0 0 0,0 0 0,0-1 0,7 5 0,3-1-136,-1-1-1,1 0 1,1-1-1,-1 0 1,0-1-1,1-1 1,0 0-1,0-1 0,16 0 1,2 0-6690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84 24575,'15'0'0,"28"-6"0,-40 6 0,-1-1 0,1 0 0,0 0 0,0 0 0,-1 0 0,1 0 0,0 0 0,-1-1 0,0 1 0,1-1 0,3-4 0,-5 5 0,0 0 0,-1 0 0,1 0 0,-1 0 0,1 0 0,-1 0 0,0-1 0,1 1 0,-1 0 0,0 0 0,0-1 0,0 1 0,0 0 0,0 0 0,0 0 0,0-1 0,0 1 0,0 0 0,-1 0 0,1 0 0,0-1 0,-1 1 0,1 0 0,-1 0 0,0 0 0,1 0 0,-1 0 0,0 0 0,1 0 0,-3-2 0,1 1 0,0 0 0,0 0 0,-1 0 0,1 0 0,0 1 0,-1-1 0,1 1 0,-1-1 0,0 1 0,0 0 0,1 0 0,-1 0 0,0 0 0,0 1 0,0-1 0,0 1 0,0-1 0,0 1 0,0 0 0,0 0 0,0 1 0,0-1 0,-3 2 0,-3-1 0,0 1 0,0 1 0,1-1 0,0 2 0,-1-1 0,-10 7 0,14-7 0,0 1 0,0-1 0,1 1 0,-1 0 0,1 0 0,0 0 0,0 0 0,1 1 0,-1-1 0,1 1 0,0 0 0,0 0 0,1 0 0,-1 1 0,1-1 0,0 1 0,-1 5 0,2-7 0,1 1 0,-1-1 0,1 1 0,0-1 0,0 1 0,1-1 0,-1 1 0,1-1 0,0 0 0,0 1 0,1-1 0,-1 0 0,1 0 0,0 0 0,0 0 0,0 0 0,1 0 0,-1-1 0,1 1 0,0-1 0,0 1 0,5 3 0,-1-1 34,1 0 1,0 0-1,1-1 0,-1 0 0,1-1 0,0 1 0,0-2 0,1 0 0,15 4 1,-9-4-320,0 0 1,0-2-1,0 0 1,0-1-1,19-2 1,4-3-6542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6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17 24575,'0'-3'0,"0"-2"0,-3-1 0,-2 3 0,-1 5 0,-1 3 0,0 4 0,1 5 0,0 5 0,0 3 0,2 3 0,1 2 0,-1 1 0,0 0 0,1-3 0,1-2 0,0-4 0,1-4-8191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24575,'0'-2'0,"0"1"0,0 0 0,0 0 0,0 0 0,0-1 0,0 1 0,0 0 0,1 0 0,-1 0 0,0-1 0,1 1 0,-1 0 0,1 0 0,-1 0 0,1 0 0,-1 0 0,1 0 0,0 0 0,1-2 0,-2 3 0,1 0 0,0 0 0,-1 0 0,1 0 0,0-1 0,0 1 0,-1 0 0,1 0 0,0 0 0,0 0 0,-1 0 0,1 1 0,0-1 0,-1 0 0,1 0 0,0 0 0,0 1 0,-1-1 0,1 0 0,-1 1 0,1-1 0,0 1 0,0 0 0,7 5 0,0 0 0,-1 1 0,11 13 0,-9-10 0,-6-8 0,75 73 0,-65-64 0,1-1 0,0 0 0,1-1 0,20 10 0,-33-18 0,-1 0 0,1 0 0,0 0 0,0-1 0,0 1 0,0-1 0,-1 1 0,1-1 0,0 0 0,0 0 0,0 1 0,0-2 0,0 1 0,0 0 0,0 0 0,0 0 0,0-1 0,0 1 0,0-1 0,0 0 0,3-1 0,-3 0 0,0 0 0,0 0 0,0 0 0,0 0 0,0 0 0,-1 0 0,1-1 0,-1 1 0,1-1 0,-1 1 0,0-1 0,0 1 0,1-5 0,1-5 0,0 0 0,-1 0 0,-1-1 0,0 1 0,-1-23 0,-1 22 0,1-4 0,-1 1 0,-1-1 0,0 1 0,-1-1 0,-1 1 0,-9-23 0,13 38 0,0 0 0,0 1 0,0-1 0,-1 1 0,1-1 0,0 0 0,-1 1 0,1-1 0,0 1 0,-1-1 0,1 1 0,-1-1 0,1 1 0,-1 0 0,1-1 0,-1 1 0,1 0 0,-1-1 0,1 1 0,-1 0 0,1-1 0,-2 1 0,1 0 0,1 0 0,-1 0 0,1 1 0,-1-1 0,1 0 0,-1 0 0,1 1 0,0-1 0,-1 0 0,1 1 0,-1-1 0,1 0 0,0 1 0,-1-1 0,1 1 0,0-1 0,0 1 0,-1-1 0,1 1 0,0 0 0,-8 29 0,11 11-1365,0-21-5461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83 24575,'1'-1'0,"1"0"0,-1-1 0,0 1 0,0-1 0,0 1 0,0-1 0,0 1 0,0-1 0,0 1 0,-1-1 0,1 0 0,0 0 0,-1 1 0,0-1 0,1 0 0,-1 0 0,0 0 0,0 1 0,0-1 0,0 0 0,0 0 0,0 0 0,-1 1 0,1-1 0,0 0 0,-1 0 0,0 1 0,1-1 0,-1 0 0,-1-2 0,0 2 0,1 0 0,-1 0 0,0 0 0,1 0 0,-1 0 0,0 0 0,0 1 0,0-1 0,-1 1 0,1-1 0,0 1 0,0 0 0,-1 0 0,1 0 0,-1 0 0,1 0 0,-1 0 0,1 1 0,-1-1 0,-3 1 0,-3 0 0,1 1 0,-1 0 0,1 0 0,-1 1 0,1 0 0,0 0 0,0 1 0,0 0 0,0 0 0,0 1 0,-8 5 0,12-6 0,0 0 0,0 0 0,0 0 0,0 0 0,0 0 0,1 1 0,-1 0 0,1 0 0,0 0 0,0 0 0,1 0 0,-1 0 0,1 1 0,0 0 0,0-1 0,0 1 0,1 0 0,0 0 0,-1 0 0,1 5 0,1-7 0,0 0 0,0-1 0,0 1 0,0-1 0,0 1 0,1-1 0,-1 1 0,1-1 0,0 1 0,0-1 0,0 1 0,0-1 0,0 0 0,0 0 0,1 0 0,-1 1 0,1-1 0,0 0 0,2 2 0,-1-2 0,0 1 0,1-1 0,-1 0 0,1-1 0,-1 1 0,1-1 0,0 1 0,0-1 0,-1 0 0,1 0 0,6 0 0,1 0 0,-1-1 0,1 0 0,-1-1 0,1 0 0,-1-1 0,0 0 0,1 0 0,15-7 0,-19 5 0,0 1 0,0-2 0,-1 1 0,0 0 0,1-1 0,-2 0 0,1-1 0,-1 0 0,1 1 0,4-9 0,-7 10 0,0-1 0,0 1 0,0-1 0,-1 0 0,0 1 0,0-1 0,0 0 0,0-1 0,-1 1 0,0 0 0,0 0 0,0-1 0,-1-9 0,1 24-97,0 0-1,1 0 1,0 0-1,0 0 1,1-1-1,0 0 1,0 1-1,1-1 1,0 0-1,0 0 1,1-1-1,0 1 0,8 7 1,-2-5-6729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84 24575,'-2'-2'0,"0"0"0,0 0 0,1 0 0,-1 0 0,0-1 0,1 1 0,-1 0 0,1-1 0,0 1 0,0-1 0,0 1 0,-1-5 0,22 30 0,-8-4 0,-2 0 0,0 1 0,-2 0 0,0 0 0,-1 1 0,7 38 0,-14-69 0,0 0 0,1 0 0,0 1 0,1-1 0,0 0 0,0 1 0,5-12 0,-1 2 0,2 0 0,0 0 0,13-20 0,10-4 0,-30 41 0,1 1 0,-1-1 0,1 0 0,0 1 0,0-1 0,0 0 0,0 1 0,0 0 0,0 0 0,0-1 0,1 1 0,-1 1 0,0-1 0,0 0 0,1 0 0,-1 1 0,1 0 0,-1-1 0,3 1 0,-3 0 0,-1 1 0,1 0 0,-1-1 0,1 1 0,-1 0 0,0-1 0,0 1 0,1 0 0,-1 0 0,0 0 0,0 0 0,0 0 0,0 1 0,0-1 0,0 0 0,0 0 0,0 1 0,-1-1 0,1 0 0,0 1 0,-1-1 0,1 3 0,9 37 0,-9-35 0,3 26 0,-1 1 0,-2 58 0,-1-110 0,2-1 0,8-36 0,-9 50 0,0 0 0,1 0 0,0 1 0,0-1 0,1 1 0,0-1 0,0 1 0,0 0 0,0 0 0,1 1 0,0-1 0,0 0 0,0 1 0,0 0 0,6-4 0,-8 7 0,0 0 0,-1 0 0,1 0 0,0 1 0,0-1 0,-1 0 0,1 1 0,0-1 0,0 1 0,0 0 0,0 0 0,0-1 0,0 1 0,0 0 0,-1 1 0,1-1 0,0 0 0,0 1 0,3 0 0,-1 1 0,-1 0 0,1-1 0,-1 1 0,0 1 0,0-1 0,0 0 0,0 1 0,0-1 0,3 6 0,1 1 0,-1 0 0,1 0 0,-2 1 0,1 0 0,6 21 0,-10-27-114,0 1 1,-1 0-1,0 0 0,0 1 0,0-1 1,-1 0-1,0 0 0,0 0 0,0 0 1,0 1-1,-2 6 0,-2-3-6712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50 116 24575,'-2'-1'0,"0"1"0,-1-1 0,1 1 0,0-1 0,0 0 0,0 0 0,-1 0 0,-1-1 0,2 1 0,0 0 0,0 0 0,0 0 0,-1 0 0,1 0 0,0 1 0,0-1 0,-3 0 0,4 1 0,1 0 0,0 0 0,0 0 0,-1 1 0,1-1 0,0 0 0,0 0 0,0 0 0,-1 0 0,1 0 0,0 0 0,0 1 0,0-1 0,0 0 0,-1 0 0,1 0 0,0 0 0,0 1 0,0-1 0,0 0 0,0 0 0,0 0 0,0 1 0,-1-1 0,1 0 0,0 0 0,0 1 0,0-1 0,0 0 0,0 0 0,0 1 0,0-1 0,0 0 0,0 0 0,0 0 0,0 1 0,0-1 0,0 0 0,1 0 0,-1 1 0,0-1 0,0 0 0,0 0 0,0 0 0,0 1 0,0-1 0,0 0 0,1 0 0,-1 0 0,0 0 0,0 1 0,0-1 0,1 0 0,-1 0 0,9 12 0,-5-7 0,1 0 0,0-1 0,0 0 0,1 0 0,-1-1 0,1 0 0,0 0 0,0 0 0,0 0 0,0-1 0,0 0 0,1 0 0,-1-1 0,1 0 0,-1 0 0,9 0 0,-11-1 0,0 0 0,0 0 0,-1-1 0,1 1 0,0-1 0,0 0 0,0 0 0,-1-1 0,1 1 0,0-1 0,-1 1 0,0-1 0,1 0 0,-1-1 0,0 1 0,0 0 0,0-1 0,0 0 0,0 0 0,-1 0 0,1 0 0,-1 0 0,0 0 0,0 0 0,0-1 0,-1 1 0,1-1 0,1-5 0,-2 6 0,0 0 0,-1-1 0,1 1 0,-1 0 0,0 0 0,0 0 0,0-1 0,-1 1 0,1 0 0,-1 0 0,1 0 0,-1 0 0,0 0 0,0 0 0,-1 0 0,1 0 0,0 0 0,-1 0 0,0 1 0,0-1 0,0 0 0,0 1 0,0 0 0,0-1 0,-1 1 0,1 0 0,-1 0 0,1 1 0,-1-1 0,-3-2 0,2 2 0,-1 0 0,1 0 0,0 0 0,-1 0 0,1 0 0,-1 1 0,1 0 0,-1 0 0,0 0 0,1 1 0,-1-1 0,0 1 0,0 0 0,1 1 0,-1-1 0,0 1 0,1 0 0,-1 0 0,-8 3 0,8-1 0,0 0 0,0 0 0,1 0 0,0 1 0,-1-1 0,1 1 0,1 0 0,-1 1 0,0-1 0,1 0 0,0 1 0,0 0 0,0 0 0,1 0 0,0 0 0,0 0 0,0 0 0,0 1 0,1-1 0,0 1 0,0-1 0,0 11 0,1-10 0,0 1 0,0 0 0,1 0 0,0 0 0,1 0 0,-1-1 0,1 1 0,0-1 0,1 1 0,0-1 0,0 0 0,0 0 0,0 0 0,1 0 0,0-1 0,1 1 0,-1-1 0,6 5 0,-3-4-54,1-1-1,-1 0 0,1 0 1,0-1-1,0 0 1,0 0-1,1-1 0,0 0 1,-1-1-1,1 0 1,0 0-1,0 0 0,0-2 1,0 1-1,0-1 0,1 0 1,-1-1-1,0 0 1,0 0-1,0-1 0,0 0 1,-1-1-1,1 0 1,9-4-1,3-5-6771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19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24575,'0'-36'0,"0"34"0,0 4 0,0 22 0,11 1213 0,-8-426 0,-4-591 0,-2-157 0,1-38 0,2 32 0,3-48 342,4-11-2049,0-6-5119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22 171 24575,'-17'-5'0,"12"1"0,11 1 0,406-15 17,-236 15-212,1277-64-5242,68-2 2500,654 68 2081,-2134 2 841,647 22 438,-233 0 3539,-443-22-3705,0-1 507,0 1 0,21 5-1,-32-6-730,-1 0 0,0 0 0,1 0 0,-1 0 0,0 0-1,0 0 1,1 0 0,-1 0 0,0 0 0,1 0 0,-1 0-1,0 0 1,0 0 0,1 0 0,-1 1 0,0-1-1,0 0 1,1 0 0,-1 0 0,0 0 0,0 1 0,1-1-1,-1 0 1,0 0 0,0 1 0,0-1 0,0 0 0,0 0-1,1 1 1,-1-1 0,0 0 0,0 0 0,0 1 0,0 0-1,-9 5 655,-19 2-138,27-8-535,-69 10 99,52-9-119,1 1 1,0 1 0,-23 7-1,40-10 6,0 0 0,0 0 0,0 0 0,-1 0 0,1 0 0,0 0 0,0 0 0,0 0 0,0 0 0,0 0 0,-1 0 0,1 0 0,0 1 0,0-1 0,0 0 0,0 0 0,0 0 0,0 0 0,0 0 0,0 0 0,0 0 0,-1 1 0,1-1 0,0 0 0,0 0 0,0 0 0,0 0 0,0 0 0,0 1 0,0-1 0,0 0 0,0 0 0,0 0 0,0 0 0,0 0 0,0 1 0,0-1 0,0 0 0,0 0 0,0 0 0,0 0 0,1 1 0,5 7 0,16 8 0,-16-11 0,1 1 0,1 0 0,-2 0 0,1 1 0,-1 0 0,0 0 0,0 1 0,-1 0 0,0 0 0,-1 0 0,0 1 0,0-1 0,0 1 0,-1 0 0,-1 0 0,1 0 0,-2 0 0,1 1 0,0 15 0,0 81 0,-13 140 0,1-90 0,7 94 0,38 318 0,-21-416 0,30 233 0,-41-373 0,-2-9 0,0 0 0,-1 1 0,1-1 0,-1 0 0,0 1 0,0-1 0,0 4 0,0-6 0,-1 0 0,1 0 0,0 0 0,-1 0 0,1 0 0,-1 0 0,1 0 0,-1 0 0,0 0 0,1 0 0,-1 0 0,0-1 0,0 1 0,0 0 0,0 0 0,1-1 0,-1 1 0,0-1 0,0 1 0,0-1 0,0 1 0,0-1 0,0 1 0,-1-1 0,0 0 0,-885 188-426,-16-97-1,-316-36-1692,-3-21 534,828-24 1272,-650 10-1214,348-16 7758,677-3-6138,-32 5-1,39-4-94,1 0-1,-1-1 1,0 0 0,1-1-1,-1 0 1,0-1 0,-13-2-1,-3-5-1362,3-1-5461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3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28 24575,'-34'-5'0,"29"4"0,-1 0 0,1 0 0,-1 1 0,0-1 0,-10 2 0,16-1 0,-1 0 0,1 0 0,-1 0 0,1 0 0,0 0 0,-1 0 0,1 0 0,-1 0 0,1 0 0,-1 0 0,1 0 0,0 0 0,-1 0 0,1 0 0,-1 1 0,1-1 0,0 0 0,-1 0 0,1 0 0,0 1 0,-1-1 0,1 0 0,0 1 0,-1-1 0,1 0 0,0 0 0,-1 1 0,1-1 0,0 1 0,0-1 0,0 0 0,-1 1 0,1-1 0,0 1 0,0-1 0,0 0 0,0 1 0,0-1 0,0 1 0,0-1 0,0 0 0,0 1 0,0-1 0,0 1 0,0-1 0,0 1 0,0-1 0,0 0 0,0 1 0,0-1 0,1 1 0,-1-1 0,0 0 0,0 1 0,0-1 0,1 1 0,-1-1 0,0 0 0,1 1 0,-1-1 0,0 0 0,1 0 0,-1 1 0,3 1 0,-1 0 0,0 0 0,1 0 0,-1 0 0,1 0 0,0-1 0,-1 1 0,5 0 0,8 2 0,0-1 0,0 0 0,0-1 0,28-1 0,65-7 0,-76 4 0,378-42 0,-406 43 0,32-6 0,-36 7 3,0 0-1,-1 0 1,1 0-1,0 0 0,0 0 1,0 0-1,0 0 1,0 0-1,0 0 1,0-1-1,0 1 1,0 0-1,0 0 0,0 0 1,0 0-1,0 0 1,0 0-1,0 0 1,0 0-1,0 0 0,0 0 1,0 0-1,0 0 1,0 0-1,-1 0 1,1 0-1,0 0 0,0 0 1,0-1-1,0 1 1,0 0-1,0 0 1,0 0-1,0 0 1,0 0-1,0 0 0,0 0 1,1 0-1,-1 0 1,0 0-1,0 0 1,0 0-1,0 0 0,0 0 1,0-1-1,0 1 1,0 0-1,0 0 1,0 0-1,0 0 1,0 0-1,0 0 0,0 0 1,0 0-1,0 0 1,0 0-1,0 0 1,0 0-1,0 0 0,0 0 1,1 0-1,-1 0 1,0 0-1,0 0 1,0 0-1,0 0 1,0 0-1,0 0 0,0 0 1,-8-2 168,-11-1-1878,6 3-5119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5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24575,'0'1'0,"0"1"0,1-1 0,-1 0 0,1 1 0,-1-1 0,1 0 0,-1 1 0,1-1 0,0 0 0,-1 0 0,1 0 0,0 0 0,2 2 0,-2-2 0,0 1 0,0-1 0,0 0 0,0 1 0,0-1 0,0 1 0,-1-1 0,1 1 0,0-1 0,-1 1 0,1-1 0,0 3 0,-1 12 0,0 0 0,-4 19 0,0 16 0,7-5-1365,0-34-5461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27 24575,'2'-3'0,"6"-14"0,-8 17 0,0-1 0,0 1 0,0 0 0,1-1 0,-1 1 0,0 0 0,0-1 0,0 1 0,0 0 0,1-1 0,-1 1 0,0 0 0,0-1 0,1 1 0,-1 0 0,0 0 0,1 0 0,-1-1 0,0 1 0,0 0 0,1 0 0,-1 0 0,0 0 0,1-1 0,-1 1 0,1 0 0,-1 0 0,0 0 0,1 0 0,-1 0 0,0 0 0,1 0 0,-1 0 0,0 0 0,1 0 0,-1 3 0,1-1 0,-1 1 0,0-1 0,-1 1 0,1-1 0,0 1 0,-1-1 0,1 0 0,-1 1 0,0-1 0,0 0 0,-1 3 0,0 2 0,-18 64 0,-19 132 0,35-175 0,2 1 0,2 0 0,0 0 0,2 0 0,1 0 0,1 0 0,13 46 0,-14-65-72,1 1 1,0-1-1,0-1 0,1 1 0,0-1 0,1 0 0,-1 0 0,2 0 1,0-1-1,0 0 0,0 0 0,1 0 0,0-1 0,0-1 0,1 1 1,0-1-1,0-1 0,14 7 0,9-2-6754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24575,'-10'-1'0,"-1"2"0,0 0 0,1 0 0,-1 1 0,0 0 0,1 1 0,-13 4 0,17-4 0,1 0 0,-1 0 0,1 0 0,0 1 0,0-1 0,0 1 0,1 0 0,-1 1 0,1-1 0,0 1 0,0 0 0,0 0 0,1 0 0,-3 6 0,2-4 0,0 2 0,1-1 0,0 0 0,0 1 0,1-1 0,0 1 0,1 0 0,0 0 0,0 0 0,1 0 0,0 0 0,1-1 0,0 1 0,0 0 0,0 0 0,2 0 0,-1-1 0,5 11 0,-5-13 0,1 0 0,1 0 0,-1 0 0,1-1 0,0 0 0,0 1 0,0-1 0,1-1 0,-1 1 0,1-1 0,1 0 0,-1 0 0,0 0 0,1-1 0,0 1 0,0-1 0,0-1 0,0 1 0,0-1 0,1 0 0,-1-1 0,1 1 0,-1-1 0,14 0 0,-12-1 0,1-1 0,-1 1 0,1-2 0,-1 1 0,0-1 0,1 0 0,-1-1 0,0 0 0,0 0 0,-1-1 0,1 0 0,-1 0 0,14-11 0,-17 12 0,-1 0 0,1-1 0,-1 1 0,1-1 0,-1 0 0,0 0 0,0 0 0,-1 0 0,1-1 0,-1 1 0,0-1 0,0 1 0,-1-1 0,1 0 0,-1 0 0,0 1 0,0-1 0,0 0 0,-1 0 0,0 0 0,0 0 0,0 0 0,-1 0 0,0 0 0,-1-6 0,0 3 27,-1 0-1,0 0 0,0 1 0,-1-1 1,1 1-1,-2 0 0,1 0 0,-1 1 1,0-1-1,0 1 0,-1 0 0,-8-7 1,5 6-241,-1 0 1,0 1 0,-1 0-1,1 0 1,-1 1 0,0 1-1,-20-6 1,15 5-6613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23 24575,'0'-1'0,"0"-1"0,0 1 0,-1 0 0,1 0 0,0 0 0,-1 0 0,1 0 0,-1 0 0,1 0 0,-1 1 0,1-1 0,-1 0 0,0 0 0,1 0 0,-1 0 0,0 1 0,0-1 0,0 0 0,1 1 0,-1-1 0,0 1 0,0-1 0,0 1 0,0-1 0,0 1 0,0-1 0,0 1 0,0 0 0,0 0 0,0 0 0,0-1 0,-1 1 0,1 0 0,0 0 0,-1 1 0,-3-2 0,1 1 0,-1 1 0,1-1 0,-1 1 0,1 0 0,-1 0 0,-3 1 0,0 2 0,1-1 0,-1 1 0,1 1 0,0-1 0,1 1 0,-1 0 0,1 1 0,0 0 0,0 0 0,-7 9 0,6-4 0,0 0 0,0 1 0,1 0 0,0 0 0,-7 25 0,6-10 0,1-1 0,2 1 0,0 0 0,2 0 0,3 49 0,2-32 0,3-1 0,2 1 0,1-1 0,31 83 0,-39-122-124,1 1 0,0 0 0,0-1 0,0 0 0,0 1 0,1-1-1,0 0 1,0 0 0,0 0 0,6 5 0,1-3-6702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10 24575,'-1'-1'0,"1"0"0,-1 0 0,0 1 0,0-1 0,0 0 0,0 1 0,0-1 0,0 1 0,0-1 0,0 1 0,0-1 0,0 1 0,0 0 0,0-1 0,0 1 0,0 0 0,0 0 0,-1 0 0,1 0 0,0 0 0,0 0 0,-2 0 0,1 1 0,0 0 0,0 0 0,0 0 0,0 0 0,0 0 0,1 0 0,-1 0 0,0 0 0,0 1 0,-2 2 0,-1 2 0,0 1 0,0-1 0,1 1 0,-1 0 0,-3 9 0,-1 9 0,1-1 0,1 1 0,1 1 0,1-1 0,2 1 0,0 0 0,2 0 0,0 0 0,4 27 0,7 34 0,26 112 0,-20-128-1365,-8-45-5461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62 24575,'-3'0'0,"-2"0"0,1 0 0,9 0 0,8-3 0,8 0 0,11-2 0,10-1 0,11-1 0,7 1 0,5 1 0,3-1 0,2-2 0,-2 1 0,-13 1-8191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31 24575,'0'-2'0,"0"1"0,-1 0 0,1-1 0,0 1 0,-1 0 0,1-1 0,-1 1 0,0 0 0,1-1 0,-1 1 0,0 0 0,0 0 0,0 0 0,1 0 0,-1-1 0,0 1 0,-1 1 0,1-1 0,0 0 0,0 0 0,0 0 0,0 0 0,-3 0 0,3 0 0,0 1 0,0 0 0,0-1 0,0 1 0,0 0 0,1 0 0,-1-1 0,0 1 0,0 0 0,0 0 0,0 0 0,0 0 0,0 0 0,0 0 0,0 1 0,0-1 0,0 0 0,0 0 0,0 1 0,0-1 0,0 1 0,0-1 0,0 1 0,0-1 0,0 1 0,1-1 0,-1 1 0,0 0 0,0-1 0,1 1 0,-1 0 0,1 0 0,-1-1 0,0 2 0,-3 6 0,1-1 0,1 1 0,-1 0 0,1 0 0,1 0 0,-1 0 0,1 13 0,1 61 0,1-60 0,2 22-273,1 0 0,3-1 0,1 1 0,19 54 0,-19-72-6553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24575,'0'-3'0,"3"3"0,2 2 0,1 6 0,2 5 0,-1 1 0,-1 3 0,-2 4 0,-2 3 0,-1-1 0,0-2 0,-1-1 0,-1-3 0,1-2 0,0-3-8191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7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29 24575,'-3'-4'0,"0"-5"0,-2 1 0,2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0 0,-1 0 0,0 1 0,0-1 0,1 1 0,-1-1 0,0 1 0,0 0 0,0 0 0,0 0 0,0 0 0,0 0 0,0 1 0,0-1 0,-1 0 0,1 1 0,0 0 0,-1-1 0,1 1 0,-1 0 0,1 0 0,-1 0 0,0 0 0,0 0 0,0 0 0,0 0 0,0 0 0,-1 0 0,1 0 0,0 5 0,1 6 0,0 0 0,-1 1 0,-1-1 0,-1 19 0,0-10 0,0-10 0,0-9 0,1 0 0,0 0 0,0 0 0,0 0 0,0 1 0,0-1 0,0 0 0,1 0 0,0 0 0,-1 0 0,1 0 0,2 3 0,-2-7 0,1 0 0,-1-1 0,0 1 0,1-1 0,-1 1 0,0-1 0,0 0 0,0 1 0,0-1 0,1-3 0,-2 5 0,25-59 0,-19 43 0,0 0 0,1 1 0,1 0 0,0 0 0,13-17 0,-20 31 0,0-1 0,-1 1 0,1 0 0,0 0 0,1 0 0,-1 0 0,0 0 0,0 0 0,0 0 0,1 0 0,-1 0 0,0 1 0,1-1 0,-1 0 0,1 1 0,-1-1 0,0 1 0,1 0 0,-1-1 0,1 1 0,0 0 0,1 0 0,-1 0 0,-1 1 0,1 0 0,-1-1 0,0 1 0,1 0 0,-1 0 0,1 0 0,-1 0 0,0 0 0,0 0 0,0 0 0,0 0 0,0 1 0,0-1 0,0 0 0,0 1 0,1 1 0,3 8 0,0 1 0,0-1 0,-2 1 0,4 14 0,-6-22 0,26 99-1365,-23-89-5461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3 110 24575,'0'-2'0,"1"1"0,-1-1 0,0 1 0,1 0 0,-1-1 0,1 1 0,0 0 0,0 0 0,-1 0 0,1-1 0,0 1 0,0 0 0,0 0 0,0 0 0,0 0 0,0 0 0,0 1 0,0-1 0,1 0 0,-1 0 0,0 1 0,0-1 0,1 1 0,-1-1 0,0 1 0,1-1 0,2 1 0,47-8 0,-38 6 0,-3 1 0,35-7 0,-43 8 0,0-1 0,0 1 0,0-1 0,0 1 0,0-1 0,0 0 0,-1 0 0,1 0 0,0 0 0,0 0 0,-1 0 0,1-1 0,-1 1 0,1-1 0,-1 1 0,0-1 0,0 1 0,2-3 0,-3 3 0,0 1 0,0-1 0,0 0 0,0 0 0,0 0 0,0 0 0,0 0 0,0 0 0,-1 0 0,1 0 0,0 0 0,0 1 0,-1-1 0,1 0 0,-1 0 0,1 0 0,-1 1 0,1-1 0,-1 0 0,1 0 0,-1 1 0,0-1 0,1 0 0,-1 1 0,0-1 0,0 1 0,1-1 0,-1 1 0,0-1 0,-1 0 0,-28-11 0,24 11 0,0-1 0,-1 1 0,1 0 0,-1 1 0,1-1 0,-1 1 0,1 1 0,-1-1 0,0 1 0,1 0 0,-12 4 0,15-4 0,0 1 0,0-1 0,0 1 0,0 0 0,0-1 0,1 1 0,-1 1 0,0-1 0,1 0 0,0 1 0,0-1 0,-1 1 0,1-1 0,1 1 0,-1 0 0,0 0 0,1 0 0,-1 0 0,1 0 0,0 0 0,0 1 0,0-1 0,1 0 0,-1 6 0,0-5 0,1 0 0,0 0 0,0-1 0,0 1 0,1 0 0,-1 0 0,1 0 0,0-1 0,0 1 0,0 0 0,1-1 0,-1 1 0,1-1 0,0 1 0,0-1 0,4 6 0,-1-4 0,0 0 0,-1-1 0,1 0 0,0 0 0,1 0 0,-1-1 0,1 0 0,0 0 0,9 4 0,-1-3 0,0 0 0,0 0 0,0-1 0,1-1 0,0 0 0,-1-1 0,1-1 0,22-2 0,-10-3-1365,-3-1-5461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29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96 194 24575,'-1'-11'0,"0"1"0,-1 0 0,-1-1 0,0 1 0,-8-18 0,2 3 0,-20-64 0,70 176 0,-25-43 0,-2 1 0,-2 0 0,-2 0 0,-2 1 0,3 56 0,-10-94 0,-1 0 0,-1 0 0,1 0 0,-2-1 0,1 1 0,-1 0 0,0-1 0,0 1 0,-5 10 0,5-15 0,0 0 0,0 0 0,0 0 0,0 0 0,-1 0 0,1 0 0,-1-1 0,0 1 0,0-1 0,1 0 0,-2 0 0,1 0 0,0 0 0,0 0 0,-1-1 0,1 0 0,0 1 0,-1-1 0,0 0 0,1-1 0,-8 2 0,-20-2-1365,0-2-5461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24 231 24575,'-10'-17'0,"1"6"0,8 10 0,1 0 0,-1 0 0,1 0 0,-1 0 0,1 0 0,0 0 0,-1 0 0,1 0 0,0 0 0,0 0 0,0 0 0,-1 0 0,1-1 0,0 1 0,0 0 0,1 0 0,-1 0 0,0 0 0,0 0 0,0 0 0,1 0 0,-1 0 0,1 0 0,-1 0 0,1 0 0,-1 0 0,1 0 0,-1 0 0,1 1 0,0-1 0,-1 0 0,1 0 0,0 0 0,0 1 0,0-1 0,0 1 0,0-1 0,-1 0 0,1 1 0,0-1 0,0 1 0,0 0 0,0-1 0,0 1 0,1 0 0,0 0 0,7-2 0,0 1 0,1 0 0,-1 1 0,14 1 0,-10-1 0,496-17 0,-344 8 0,1559-45 0,-1717 54 0,1223-17 0,-211-12 0,-346 13 0,499-2 0,-753 18-1365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24575,'27'-2'0,"32"-6"0,5-1 0,1 2 148,156-9-1661,-206 16-5313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24575,'0'0'0,"1"1"0,-1-1 0,0 1 0,0-1 0,0 1 0,1-1 0,-1 1 0,0-1 0,1 1 0,-1-1 0,0 0 0,1 1 0,-1-1 0,0 0 0,1 1 0,-1-1 0,1 0 0,-1 1 0,1-1 0,-1 0 0,0 0 0,1 0 0,-1 1 0,1-1 0,-1 0 0,1 0 0,1 0 0,17 3 0,-17-3 0,49 1 0,77-7 0,-18-1 0,66 7-1365,-157 0-5461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4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24575,'2'2'0,"0"-1"0,0 0 0,-1 1 0,1-1 0,0 0 0,0 0 0,0-1 0,0 1 0,0 0 0,0-1 0,1 1 0,-1-1 0,2 1 0,33 0 0,-24-1 0,448 2 217,-223-4-1799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24575,'0'1'0,"1"0"0,-1-1 0,1 1 0,-1 0 0,1-1 0,-1 1 0,1 0 0,0-1 0,-1 1 0,1 0 0,0-1 0,-1 1 0,1-1 0,0 0 0,0 1 0,0-1 0,-1 0 0,1 1 0,0-1 0,0 0 0,0 0 0,1 1 0,25 5 0,-23-6 0,45 7 0,0-3 0,0-2 0,89-8 0,-106 4 0,-16 2 0,0-1 0,0-1 0,0 0 0,27-8 0,-38 7 171,-7 1 0,-8 0-1878,-2 1-5119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28 24575,'-3'0'0,"3"0"0,2 0 0,6-2 0,4-1 0,4 0 0,7 1 0,6-2 0,6 0 0,5 0 0,3 2 0,2 0 0,-1 1 0,-3 0 0,-3 1 0,-7 0 0,-5 1 0,-8-1-8191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8:5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24575,'3'0'0,"2"0"0,5 0 0,6 0 0,5 0 0,8-2 0,8-1 0,7 0 0,6-2 0,5 0 0,3 1 0,1 1 0,-3 1 0,-4-1 0,-7-1 0,-7 2 0,-14-1 0,-10 2-8191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1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36 24575,'0'0'0,"0"0"0,-1 0 0,1 0 0,-1 0 0,1-1 0,0 1 0,-1 0 0,1 0 0,0 0 0,-1 0 0,1 0 0,0-1 0,-1 1 0,1 0 0,0 0 0,-1-1 0,1 1 0,0 0 0,0 0 0,-1-1 0,1 1 0,0 0 0,0-1 0,-1 1 0,1 0 0,0-1 0,0 1 0,0 0 0,0-1 0,0 1 0,0-1 0,0 1 0,-1 0 0,1-1 0,0 1 0,0 0 0,0-1 0,1 1 0,-1-1 0,0 1 0,0 0 0,0-1 0,0 1 0,0 0 0,0-1 0,0 1 0,1-1 0,-1 0 0,1-1 0,-1 1 0,1 0 0,0-1 0,-1 1 0,1 0 0,0 0 0,0-1 0,0 1 0,-1 0 0,1 0 0,2-1 0,-1 1 0,0 0 0,0 1 0,1-1 0,-1 1 0,0-1 0,1 1 0,-1 0 0,0 0 0,1 0 0,-1 0 0,0 0 0,1 0 0,-1 1 0,0-1 0,1 1 0,-1 0 0,0 0 0,0-1 0,2 3 0,8 3 0,0 0 0,13 10 0,-9-5 0,10 4 0,1-1 0,1-2 0,0 0 0,0-2 0,1-1 0,1-1 0,54 6 0,-46-10 0,-1-2 0,1-2 0,0-2 0,-1-1 0,71-15 0,-101 17-124,0 0 0,0-1 0,-1 0 0,1-1 0,-1 1 0,1-1-1,-1 0 1,0-1 0,0 0 0,6-4 0,-2-3-6702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1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24575,'6'1'0,"0"-1"0,0 1 0,0 1 0,0-1 0,0 1 0,0 0 0,0 1 0,-1-1 0,11 8 0,-4-3 0,-1 1 0,-1 0 0,15 15 0,-20-18 31,0 0 0,0 0 0,-1 1 0,0 0 0,0 0 0,-1 0 0,1 0 0,-1 1 1,-1-1-1,4 13 0,-5-15-113,0 0 1,-1-1 0,1 1 0,-1 0-1,0 0 1,-1 0 0,1 0-1,0 0 1,-1-1 0,0 1 0,0 0-1,0 0 1,-1-1 0,1 1 0,-1-1-1,0 1 1,0-1 0,0 0 0,0 0-1,-6 6 1,-5 5-6745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2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24575,'69'-11'0,"-58"11"0,0 1 0,0 0 0,-1 1 0,1 0 0,0 1 0,-1 0 0,15 6 0,68 40 0,-71-35 0,1-2 0,0-1 0,35 13 0,-33-18 0,-1-1 0,1 0 0,-1-2 0,1-2 0,36 0 0,-42-2 0,-1-1 0,1-1 0,-1 0 0,0-1 0,0-1 0,0 0 0,33-17 0,-30 9-1365,-5 2-5461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2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24575,'2'1'0,"0"-1"0,0 0 0,1 1 0,-1 0 0,0 0 0,0 0 0,0 0 0,0 0 0,0 0 0,0 0 0,0 0 0,2 3 0,21 20 0,-21-20 0,3 3 38,-1 0 0,1 1 0,-1 0 0,-1 0 0,0 1 0,0-1 0,-1 1 0,7 16 0,-10-20-113,0-1 1,0 0 0,0 0 0,-1 0 0,1 1-1,-1-1 1,0 0 0,0 0 0,0 1 0,-1-1-1,0 0 1,0 0 0,0 1 0,0-1 0,0 0-1,-1 0 1,0 0 0,0 0 0,0-1 0,0 1-1,0-1 1,-4 5 0,-8 6-6752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3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24575,'0'1'0,"0"0"0,1 0 0,-1 0 0,0 0 0,1 0 0,-1 0 0,1-1 0,0 1 0,-1 0 0,1 0 0,0 0 0,0-1 0,-1 1 0,1 0 0,0-1 0,0 1 0,1 0 0,21 12 0,-16-9 0,15 8 0,1-2 0,1 0 0,0-2 0,0 0 0,1-2 0,0-1 0,28 3 0,182 3 0,-215-11 0,2 0 0,12 1 0,0-1 0,-1-1 0,1-3 0,55-11 0,-74 9-1365,-5 0-5461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09:0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24575,'41'24'0,"-28"-18"0,0 1 0,-1 0 0,0 1 0,0 0 0,18 18 0,-27-24 0,-1 0 0,0 1 0,1-1 0,-1 1 0,0 0 0,-1-1 0,1 1 0,0 0 0,-1 0 0,0 0 0,0 0 0,0 1 0,0-1 0,0 0 0,0 0 0,-1 1 0,0-1 0,1 0 0,-1 1 0,-1-1 0,1 0 0,0 1 0,-1-1 0,0 0 0,1 0 0,-1 1 0,-1-1 0,1 0 0,0 0 0,-4 5 0,-12 15-1365,-3-2-5461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19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43 24575,'-87'0'0,"131"-13"0,-7 5 0,5 0 0,42-4 0,-73 11 0,1 1 0,-1 0 0,0 0 0,0 1 0,0 0 0,0 1 0,0 1 0,21 7 0,-30-10 0,1 1 0,-1 0 0,0 0 0,0 1 0,0-1 0,0 0 0,0 1 0,0-1 0,0 1 0,-1-1 0,1 1 0,0 0 0,-1 0 0,1 0 0,-1 0 0,0 0 0,0 0 0,0 0 0,0 1 0,0-1 0,0 0 0,0 3 0,-1-2 0,0 0 0,0 0 0,0 1 0,0-1 0,-1 0 0,0 0 0,1 0 0,-1 0 0,0 0 0,-1 0 0,1 0 0,0 0 0,-1 0 0,0 0 0,0-1 0,-2 4 0,-6 5 0,-1 0 0,0 0 0,-1-1 0,-1 0 0,1-1 0,-27 14 0,21-13 0,0 2 0,-30 25 0,47-37 0,0 1 0,0 0 0,0-1 0,1 1 0,-1 0 0,0-1 0,1 1 0,-1 0 0,1 0 0,-1 0 0,1 0 0,-1-1 0,1 1 0,0 0 0,-1 0 0,1 0 0,0 0 0,0 0 0,0 0 0,-1 0 0,1 0 0,0 0 0,0 0 0,1 2 0,-1-2 0,1 0 0,0 0 0,-1 0 0,1 1 0,0-1 0,0 0 0,0 0 0,0 0 0,0 0 0,0-1 0,0 1 0,0 0 0,1 0 0,-1-1 0,2 2 0,8 2 0,0 0 0,0-1 0,17 4 0,-16-5 0,3 2 0,43 12 0,-54-15 0,-1 1 0,0-1 0,0 1 0,1 0 0,-1-1 0,0 1 0,0 1 0,-1-1 0,1 0 0,0 1 0,-1 0 0,1-1 0,2 6 0,-4-7 0,-1 0 0,1 1 0,-1-1 0,0 0 0,1 1 0,-1-1 0,0 0 0,0 1 0,0-1 0,0 1 0,0-1 0,0 1 0,0-1 0,-1 0 0,1 1 0,0-1 0,-1 0 0,1 1 0,-1-1 0,0 0 0,1 1 0,-1-1 0,0 0 0,0 0 0,1 0 0,-1 0 0,0 0 0,0 0 0,0 0 0,-1 0 0,1 0 0,0 0 0,-3 1 0,-3 2 0,0 1 0,0-2 0,-1 1 0,-10 3 0,-17 4-682,-66 13-1,71-19-6143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86 24575,'-6'-5'0,"0"1"0,0-1 0,0 2 0,0-1 0,-1 1 0,0 0 0,0 0 0,1 0 0,-11-1 0,2 1 0,1 0 0,0 1 0,-26 0 0,26 3 0,-1 0 0,0 1 0,1 0 0,-1 1 0,1 1 0,0 0 0,0 1 0,1 0 0,-1 1 0,1 1 0,0 0 0,1 1 0,0 0 0,-16 15 0,13-10 0,1 1 0,1 1 0,1 0 0,0 1 0,1 0 0,1 1 0,0 0 0,1 0 0,1 1 0,-8 25 0,11-25 0,0 1 0,1 0 0,0 0 0,2 1 0,0-1 0,2 1 0,0-1 0,1 1 0,1-1 0,5 27 0,-3-32 0,0 0 0,1 0 0,0-1 0,1 1 0,0-1 0,2 0 0,-1-1 0,1 0 0,1 0 0,0-1 0,1 0 0,0 0 0,1-1 0,18 13 0,-10-10 0,1-1 0,0-2 0,1 0 0,0-1 0,1-1 0,0-1 0,0-1 0,0-1 0,1 0 0,0-2 0,35 0 0,-34-2 0,0-2 0,0-1 0,-1 0 0,1-2 0,0-1 0,-1-1 0,0-1 0,0-1 0,-1 0 0,42-24 0,-48 21 0,-1-1 0,0-1 0,-1 0 0,0 0 0,-1-1 0,-1-1 0,0 0 0,-1-1 0,-1 0 0,0-1 0,-1 0 0,-1-1 0,0 1 0,7-33 0,-8 26 0,-1-1 0,-2 0 0,0-1 0,-2 1 0,-1-1 0,0 1 0,-2-1 0,-2 1 0,0-1 0,-10-39 0,10 54 0,-1 0 0,1 1 0,-2-1 0,0 1 0,0 0 0,-1 0 0,0 0 0,0 1 0,-1 0 0,0 0 0,-1 1 0,0 0 0,0 0 0,-1 1 0,0 0 0,0 0 0,-1 1 0,0 1 0,0-1 0,0 2 0,-1-1 0,1 1 0,-1 1 0,0 0 0,-12-2 0,-3 2 86,0 0-1,0 2 0,-36 2 1,-76 15-1793,80-6-5119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 24575,'1'-1'0,"-1"1"0,0-1 0,0 1 0,0-1 0,0 1 0,0-1 0,0 1 0,0-1 0,0 0 0,-1 1 0,1-1 0,0 1 0,0-1 0,0 1 0,-1-1 0,1 1 0,0-1 0,0 1 0,-1-1 0,1 1 0,0-1 0,-1 1 0,1 0 0,-1-1 0,1 1 0,0 0 0,-1-1 0,1 1 0,-1 0 0,1-1 0,-1 1 0,1 0 0,-1 0 0,1 0 0,-1 0 0,0-1 0,1 1 0,-1 0 0,1 0 0,-1 0 0,1 0 0,-1 0 0,0 0 0,0 1 0,0-1 0,-1 0 0,1 1 0,0-1 0,0 0 0,0 1 0,0 0 0,0-1 0,0 1 0,0 0 0,0-1 0,0 1 0,1 0 0,-1 0 0,0 0 0,0 0 0,1 0 0,-1 0 0,0 0 0,0 1 0,0 3 0,-1 0 0,1 1 0,1-1 0,-1 1 0,1-1 0,0 1 0,0-1 0,0 0 0,1 1 0,0-1 0,0 1 0,0-1 0,1 0 0,0 0 0,0 1 0,0-1 0,1-1 0,-1 1 0,6 6 0,-4-4 0,0-1 0,1 0 0,-1 0 0,1 0 0,1-1 0,-1 1 0,1-1 0,0 0 0,0-1 0,1 0 0,-1 0 0,1 0 0,10 4 0,-14-8 0,-1 1 0,1 0 0,0-1 0,-1 1 0,1-1 0,0 0 0,-1 0 0,1 0 0,0 0 0,-1 0 0,1 0 0,0-1 0,-1 0 0,1 1 0,0-1 0,-1 0 0,1 0 0,-1 0 0,0-1 0,1 1 0,-1-1 0,0 1 0,0-1 0,0 0 0,0 1 0,0-1 0,0 0 0,2-4 0,-1 2 0,-1-1 0,1 1 0,-1-1 0,0 0 0,0 0 0,-1 0 0,0 0 0,0 0 0,0 0 0,0 0 0,-1 0 0,0-1 0,0-8 0,0 13 0,0 1 0,0 0 0,0 0 0,0 0 0,0-1 0,0 1 0,0 0 0,0 0 0,0 0 0,0 0 0,0-1 0,0 1 0,0 0 0,0 0 0,0 0 0,0-1 0,0 1 0,0 0 0,0 0 0,0 0 0,0 0 0,0-1 0,0 1 0,0 0 0,0 0 0,0 0 0,0-1 0,0 1 0,-1 0 0,1 0 0,0 0 0,0 0 0,0 0 0,0 0 0,0-1 0,-1 1 0,1 0 0,0 0 0,0 0 0,0 0 0,0 0 0,-1 0 0,1 0 0,0 0 0,0 0 0,0 0 0,-1 0 0,1 0 0,0 0 0,0 0 0,-6 11 0,-4 20 0,2 14 0,1 1 0,2 0 0,1 57 0,6-85-1365,2-6-5461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1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1 24575,'-26'0'0,"0"1"0,1 1 0,-1 1 0,1 2 0,0 0 0,0 2 0,0 1 0,-24 11 0,21-7 0,1 1 0,0 1 0,2 2 0,-1 0 0,-35 32 0,52-40 0,1 1 0,0 0 0,0 1 0,1 0 0,0 0 0,0 0 0,-5 13 0,9-15 0,0 0 0,0 1 0,1 0 0,0-1 0,0 1 0,1 0 0,0 0 0,1 0 0,0 0 0,2 15 0,2-2 0,0-1 0,2 0 0,1 0 0,1-1 0,0 1 0,1-2 0,2 1 0,24 34 0,-14-26 0,2 0 0,1-1 0,1-1 0,48 37 0,-55-49 0,0-1 0,1-1 0,1-1 0,0 0 0,1-2 0,0 0 0,0-1 0,26 5 0,-34-10 0,0-1 0,0 0 0,1-1 0,-1 0 0,1-2 0,-1 1 0,0-1 0,1-1 0,-1-1 0,0 0 0,0 0 0,0-1 0,-1-1 0,1 0 0,12-8 0,-9 2 0,-1 0 0,0 0 0,0-2 0,-1 0 0,-1-1 0,0 0 0,-1-1 0,0 0 0,-2-1 0,1 0 0,-2-1 0,0 0 0,-1 0 0,-1-1 0,-1 0 0,6-28 0,-7 28 0,-1-1 0,-2-1 0,1 1 0,-2 0 0,-1-1 0,0 1 0,-2 0 0,0-1 0,-1 1 0,-1 0 0,0 1 0,-2-1 0,0 1 0,-1 0 0,-1 0 0,-12-21 0,13 29 0,-1 0 0,0 0 0,0 1 0,-1 0 0,0 0 0,-1 1 0,1 0 0,-2 0 0,1 1 0,-17-7 0,10 6 0,0 1 0,-1 1 0,0 0 0,0 2 0,-1 0 0,-24-2 0,-1 4 0,0 2 0,-1 2 0,1 2 0,1 1 0,-52 14 0,78-15-455,1 1 0,-17 7 0,13-3-6371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3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81 24575,'0'0'0,"-2"1"0,0-1 0,0 0 0,0 0 0,0 0 0,0 0 0,0 0 0,0-1 0,0 1 0,0 0 0,0-1 0,0 1 0,1-1 0,-1 0 0,0 0 0,0 0 0,1 0 0,-1 0 0,0 0 0,1 0 0,-4-3 0,5 3 0,0 1 0,0 0 0,0-1 0,0 1 0,0 0 0,0-1 0,0 1 0,0-1 0,0 1 0,0 0 0,0-1 0,0 1 0,0 0 0,0-1 0,1 1 0,-1-1 0,0 1 0,0 0 0,0-1 0,1 1 0,-1 0 0,0 0 0,0-1 0,0 1 0,1 0 0,-1-1 0,0 1 0,1 0 0,-1 0 0,0 0 0,1-1 0,-1 1 0,0 0 0,1 0 0,-1 0 0,1 0 0,14-6 0,138-22 0,-74 16 0,-61 10 231,-13 1-497,0 1 0,0-1 0,0 0 0,0 0 0,7-3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24575,'-2'65'0,"0"-32"0,2 1 0,6 50 0,-6-83 0,0 1 0,0 0 0,1-1 0,-1 1 0,0-1 0,1 1 0,-1-1 0,1 1 0,0-1 0,-1 1 0,1-1 0,0 1 0,0-1 0,0 0 0,0 1 0,0-1 0,0 0 0,0 0 0,1 0 0,1 2 0,-1-3 0,-1 0 0,0 0 0,1 0 0,-1 0 0,0 0 0,1 0 0,-1-1 0,0 1 0,1 0 0,-1-1 0,0 1 0,0-1 0,0 1 0,1-1 0,-1 0 0,0 0 0,0 1 0,0-1 0,0 0 0,0 0 0,0 0 0,0 0 0,0 0 0,-1 0 0,2-3 0,4-2 0,-1 0 0,1 0 0,0 0 0,1 1 0,-1-1 0,1 1 0,0 1 0,1 0 0,-1 0 0,10-4 0,-11 6 0,0 0 0,0 1 0,-1 0 0,1 0 0,1 0 0,-1 1 0,0 0 0,0 0 0,0 0 0,0 1 0,0 0 0,0 0 0,0 1 0,-1-1 0,8 4 0,-10-4 0,0 0 0,-1 0 0,1 1 0,0-1 0,-1 1 0,1-1 0,-1 1 0,1 0 0,-1 0 0,0 0 0,1 0 0,-1 1 0,0-1 0,-1 1 0,1-1 0,0 1 0,-1-1 0,1 1 0,-1 0 0,0 0 0,0 0 0,0 0 0,0 0 0,-1 0 0,1 0 0,-1 0 0,0 0 0,0 0 0,0 0 0,0 0 0,0 0 0,-1 0 0,1 0 0,-1 0 0,0 0 0,0 0 0,0 0 0,0 0 0,-1-1 0,1 1 0,-1 0 0,1-1 0,-1 1 0,0-1 0,0 1 0,0-1 0,0 0 0,-1 0 0,-2 2 0,-8 3-170,1 0-1,-2 0 0,1-2 1,-1 0-1,0 0 0,0-1 1,-26 3-1,13-2-6655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3 24575,'-20'1'0,"1"1"0,0 1 0,0 0 0,0 2 0,0 0 0,1 1 0,-1 1 0,2 0 0,-1 2 0,1 0 0,-24 17 0,23-14 0,1 1 0,1 1 0,0 0 0,1 1 0,1 1 0,0 0 0,1 1 0,1 0 0,0 1 0,-11 25 0,18-29 0,0 0 0,1 0 0,0 0 0,1 0 0,1 1 0,0-1 0,1 1 0,1-1 0,0 1 0,1 0 0,1-1 0,0 1 0,1-1 0,0 0 0,2 0 0,-1 0 0,2 0 0,9 19 0,-4-13 0,0-1 0,2 0 0,0-1 0,1 0 0,0-1 0,2 0 0,0-1 0,0-1 0,2-1 0,0 0 0,27 15 0,-31-21 0,0-1 0,1-1 0,0 0 0,0-1 0,0-1 0,1 0 0,-1-1 0,1-1 0,0 0 0,0-1 0,0-1 0,27-3 0,-24 0 0,-1 0 0,0-2 0,0 0 0,0-1 0,0-1 0,-1-1 0,0 0 0,-1-1 0,0-1 0,15-12 0,-14 9 0,-1-1 0,0-1 0,-1-1 0,-1 0 0,-1 0 0,0-2 0,-1 1 0,17-34 0,-21 34 0,-1 0 0,-1 0 0,0-1 0,-2 0 0,1 0 0,-2 0 0,-1 0 0,0-1 0,-1 1 0,-3-29 0,0 29 0,-1 1 0,0 0 0,-1 0 0,-1 0 0,-1 0 0,-1 1 0,0 0 0,-1 0 0,0 0 0,-1 1 0,-1 1 0,-1 0 0,-12-14 0,12 17 0,1 1 0,-1 1 0,-1 0 0,1 0 0,-1 1 0,-1 1 0,0 0 0,0 1 0,0 0 0,-1 1 0,0 0 0,0 1 0,0 1 0,0 0 0,0 1 0,-19 0 0,4 3-170,1 1-1,0 2 0,0 0 1,0 2-1,1 2 0,0 0 1,-44 20-1,18-4-6655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24575,'-13'11'0,"1"0"0,0 1 0,1 0 0,0 1 0,1 0 0,-12 20 0,14-21 0,-8 12 0,1 1 0,1 1 0,1 1 0,1 0 0,-12 42 0,20-57 0,1 0 0,1 0 0,0 0 0,0 0 0,1 0 0,1 0 0,0 0 0,1 0 0,0 0 0,1 0 0,0 0 0,1 0 0,0-1 0,1 1 0,0-1 0,7 13 0,-6-17 0,-1-1 0,1 0 0,0 0 0,0 0 0,1-1 0,0 0 0,0 0 0,0 0 0,0-1 0,1 0 0,0 0 0,0-1 0,0 1 0,0-2 0,0 1 0,15 2 0,-13-3 0,1 0 0,0-1 0,-1 0 0,1-1 0,0 0 0,0-1 0,-1 1 0,1-2 0,-1 0 0,1 0 0,-1 0 0,1-2 0,8-3 0,-16 6 0,0 1 0,-1-1 0,1 1 0,-1-1 0,1 0 0,-1 0 0,1 0 0,-1 0 0,0 0 0,0 0 0,1 0 0,-1 0 0,0-1 0,0 1 0,0 0 0,0-1 0,0 1 0,-1 0 0,1-1 0,0 0 0,-1 1 0,1-1 0,-1 1 0,1-1 0,-1 0 0,0 1 0,1-1 0,-1-3 0,-1 3 0,0 0 0,0 1 0,0-1 0,0 0 0,0 0 0,0 0 0,-1 1 0,1-1 0,-1 1 0,1-1 0,-1 1 0,1-1 0,-1 1 0,0 0 0,0 0 0,0 0 0,1 0 0,-1 0 0,0 0 0,0 1 0,0-1 0,-4 0 0,-11-3 0,0 1 0,0 0 0,0 1 0,0 1 0,-1 1 0,1 1 0,0 0 0,0 1 0,-1 1 0,1 0 0,-22 9 0,36-11-91,-1 0 0,1 0 0,0 1 0,0-1 0,0 1 0,0 0 0,0 0 0,0 0 0,0 0 0,1 1 0,-1-1 0,1 1 0,0-1 0,-3 4 0,2 3-6735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26 24575,'-4'-3'0,"0"0"0,0 1 0,1 0 0,-1-1 0,-1 1 0,1 0 0,0 1 0,0-1 0,-1 1 0,1 0 0,-1 0 0,1 0 0,-7 0 0,-8 0 0,-33 3 0,52-2 0,-29 3 0,0 1 0,1 2 0,-1 0 0,1 2 0,1 2 0,0 0 0,0 2 0,1 0 0,-34 23 0,32-17 0,2 2 0,-1 0 0,2 2 0,1 1 0,1 1 0,1 0 0,-37 55 0,47-60 0,2-1 0,0 2 0,1-1 0,1 1 0,1 1 0,1-1 0,0 1 0,2 0 0,0 0 0,0 32 0,4-37 0,0 0 0,2-1 0,0 1 0,0-1 0,2 0 0,-1 0 0,2 0 0,0 0 0,1-1 0,1 0 0,0 0 0,1 0 0,0-1 0,1 0 0,12 13 0,-2-6 0,1-2 0,0 0 0,1-1 0,1-2 0,1 0 0,0-1 0,1-1 0,0-1 0,1-1 0,38 10 0,-22-9 0,1-2 0,0-2 0,0-2 0,0-2 0,84-2 0,-94-4 0,0-1 0,0-2 0,-1 0 0,0-3 0,0 0 0,0-2 0,38-19 0,-54 22 0,-2-1 0,1 0 0,-1 0 0,0-2 0,-1 1 0,0-2 0,0 0 0,-1 0 0,-1-1 0,0 0 0,-1-1 0,0 0 0,-1 0 0,0-1 0,-1 0 0,10-28 0,-11 18 0,0 0 0,-2-1 0,-1 1 0,-1-1 0,-1 0 0,-1 1 0,-1-1 0,-1 0 0,-1 0 0,-2 1 0,0 0 0,-14-36 0,12 39 0,-2 0 0,0 0 0,-2 1 0,0 0 0,-1 1 0,-1 0 0,-1 1 0,0 1 0,-1 0 0,-1 1 0,-1 1 0,0 0 0,-36-23 0,27 25 0,0 1 0,-1 1 0,0 2 0,0 0 0,-1 2 0,-1 1 0,1 1 0,-1 2 0,1 0 0,-1 2 0,0 1 0,0 2 0,-45 8 0,60-8-341,0 2 0,1-1-1,-25 12 1,10-1-6485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8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56 24575,'-3'-2'0,"-1"-1"0,1 1 0,0 0 0,-1 0 0,1 0 0,-1 1 0,-4-2 0,5 2 0,0 0 0,1 0 0,-1 0 0,0 0 0,1 0 0,-1-1 0,1 1 0,0-1 0,-1 0 0,1 1 0,0-1 0,0 0 0,0-1 0,-2-1 0,4 3 0,0 1 0,0 0 0,0 0 0,0 0 0,-1-1 0,1 1 0,0 0 0,0 0 0,0 0 0,0-1 0,0 1 0,0 0 0,0 0 0,0-1 0,0 1 0,0 0 0,0 0 0,0 0 0,0-1 0,1 1 0,-1 0 0,0 0 0,0 0 0,0-1 0,0 1 0,0 0 0,0 0 0,0 0 0,1 0 0,-1-1 0,0 1 0,0 0 0,0 0 0,0 0 0,1 0 0,-1-1 0,11-2 0,16 0 0,-26 3 0,189 2 0,-189-2 0,0 0 0,0 0 0,0 0 0,1 0 0,-1 0 0,0 0 0,0 1 0,0-1 0,0 0 0,1 1 0,-1-1 0,0 1 0,0-1 0,0 1 0,0 0 0,0 0 0,0-1 0,0 1 0,-1 0 0,1 0 0,0 0 0,0 0 0,0 0 0,-1 0 0,1 0 0,-1 0 0,1 0 0,-1 0 0,1 0 0,-1 0 0,0 0 0,1 1 0,-1 0 0,0 5 0,0-1 0,0 0 0,-1 0 0,0 0 0,-3 10 0,-1 9 0,4 7-96,1-1 0,2 0-1,9 54 1,-6-53-884,-1-6-5846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44 24575,'-2'-2'0,"-3"-3"0,1-1 0,4 0 0,4 2 0,6 2 0,9 0 0,5 1 0,6 1 0,4-2 0,2-1 0,0-2 0,-4 0-8191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2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787 35 24575,'-3'-3'0,"-1"0"0,0 1 0,0-1 0,0 1 0,-1-1 0,1 1 0,-1 1 0,1-1 0,-1 1 0,-7-2 0,-50-5 0,59 8 0,-26-1 0,1 1 0,-1 1 0,1 2 0,0 1 0,0 1 0,-49 16 0,34-6 0,1 2 0,1 2 0,-60 37 0,84-46 0,0 2 0,1 0 0,1 0 0,0 2 0,1-1 0,0 2 0,2 0 0,-1 1 0,-14 24 0,22-30 0,0 0 0,1 0 0,0 0 0,0 0 0,1 1 0,0-1 0,1 1 0,0 0 0,1 0 0,0 0 0,1 0 0,0-1 0,1 1 0,0 0 0,1 0 0,0 0 0,0-1 0,8 18 0,-1-7 0,1-2 0,1 1 0,0-1 0,2-1 0,0 0 0,1-1 0,1 0 0,0-2 0,2 1 0,0-2 0,35 24 0,-21-18 0,2-2 0,0-1 0,1-1 0,0-2 0,1-2 0,49 12 0,-52-17 0,0-2 0,0-1 0,0-2 0,0 0 0,0-3 0,0 0 0,0-3 0,0 0 0,33-10 0,-48 9 0,0-1 0,0 0 0,-1-1 0,1-2 0,-2 1 0,1-2 0,21-17 0,-26 18 0,0-2 0,-1 1 0,0-1 0,-1-1 0,0 1 0,-1-2 0,-1 1 0,0-1 0,0 0 0,5-17 0,-7 14 0,0 0 0,-1 0 0,-1-1 0,-1 1 0,0-1 0,-1 0 0,-1 1 0,0-1 0,-1 0 0,-1 1 0,-1-1 0,0 1 0,-1 0 0,-1 0 0,-1 0 0,0 1 0,-1-1 0,0 1 0,-1 1 0,-1 0 0,0 0 0,-1 0 0,-1 1 0,0 1 0,0 0 0,-2 1 0,1 0 0,-1 0 0,-1 2 0,-15-10 0,4 7 43,-1 0 0,0 2-1,0 1 1,-1 1 0,0 2-1,0 0 1,-42-2 0,14 4-612,1 3 0,-101 12 0,99-3-6257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239 283 24575,'0'-1'0,"0"0"0,0 0 0,0 1 0,0-1 0,0 0 0,0 0 0,0 0 0,0 0 0,-1 0 0,1 1 0,0-1 0,0 0 0,-1 0 0,1 0 0,-1 1 0,1-1 0,0 0 0,-1 0 0,0 1 0,1-1 0,-1 0 0,1 1 0,-1-1 0,0 1 0,1-1 0,-1 1 0,0-1 0,1 1 0,-2-1 0,0 1 0,0-1 0,0 1 0,0 0 0,0 0 0,0 0 0,0 1 0,0-1 0,0 0 0,0 1 0,0-1 0,1 1 0,-4 1 0,-4 2 0,1 0 0,0 1 0,0 0 0,-11 9 0,2 1 0,1 1 0,0 1 0,2 1 0,-1 0 0,2 0 0,1 2 0,0 0 0,-12 29 0,23-46 0,0 0 0,-1 0 0,2 0 0,-1 0 0,0 0 0,1 0 0,-1 0 0,1 0 0,0 0 0,0 0 0,0 0 0,0 1 0,1-1 0,-1 0 0,1 0 0,0 0 0,0 0 0,0 0 0,0 0 0,3 4 0,-1-3 0,0 0 0,0-1 0,1 0 0,-1 0 0,1 0 0,0 0 0,-1 0 0,1-1 0,1 1 0,-1-1 0,0 0 0,0-1 0,7 3 0,5 1 0,1-1 0,-1-1 0,33 3 0,-43-6 0,1 1 0,0-1 0,0 0 0,-1-1 0,1 0 0,0 0 0,-1-1 0,1 1 0,-1-1 0,1-1 0,-1 1 0,9-6 0,-13 7 0,-1 0 0,0-1 0,1 1 0,-1 0 0,0-1 0,0 1 0,0-1 0,0 0 0,0 1 0,0-1 0,-1 0 0,1 1 0,0-1 0,-1 0 0,0 0 0,1 0 0,-1 1 0,0-1 0,0 0 0,0 0 0,0 0 0,0 0 0,0 0 0,0 1 0,-1-1 0,1 0 0,-1 0 0,0 0 0,1 1 0,-1-1 0,-1-2 0,-3-6 0,-1-1 0,0 1 0,-12-15 0,16 23 0,-55-67 0,32 40 0,1-1 0,-38-63 0,56 83 0,1 0 0,1 0 0,0 0 0,0-1 0,1 1 0,1-1 0,-1 0 0,2 0 0,-1 0 0,2 0 0,-1 0 0,2 0 0,-1 0 0,5-19 0,-4 25 0,0 1 0,0-1 0,1 0 0,0 1 0,0-1 0,0 1 0,1 0 0,-1 0 0,1 0 0,0 0 0,0 0 0,1 1 0,-1-1 0,8-5 0,-8 8 0,-1-1 0,1 1 0,-1-1 0,1 1 0,0 0 0,-1 0 0,1 1 0,0-1 0,0 0 0,0 1 0,0 0 0,0-1 0,-1 1 0,1 0 0,0 1 0,0-1 0,0 0 0,0 1 0,0 0 0,0 0 0,-1 0 0,1 0 0,0 0 0,-1 0 0,6 4 0,-1-1 17,0 2-1,-1-1 0,1 1 0,-1 0 1,0 0-1,-1 1 0,1 0 0,-1 0 1,-1 0-1,1 0 0,-1 1 0,0 0 1,-1 0-1,0 0 0,0 0 0,-1 0 1,0 1-1,-1-1 0,1 1 0,-1 11 1,-1-7-149,0 1 1,-1 0 0,0-1-1,-1 1 1,0-1 0,-2 0 0,1 0-1,-2 0 1,1 0 0,-2 0 0,0-1-1,-8 13 1,-1-2-6695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42 24575,'0'-1'0,"0"-1"0,-1 1 0,1-1 0,-1 1 0,1-1 0,-1 1 0,0-1 0,0 1 0,0-1 0,0 1 0,0 0 0,0 0 0,0-1 0,0 1 0,0 0 0,0 0 0,-1 0 0,1 0 0,0 0 0,-1 1 0,1-1 0,-1 0 0,1 1 0,-1-1 0,1 1 0,-1-1 0,1 1 0,-3-1 0,-3 0 0,0-1 0,0 1 0,0 0 0,-14 1 0,-2 2 0,1 1 0,-1 1 0,1 1 0,0 1 0,1 1 0,-39 17 0,34-10 0,-1 0 0,2 1 0,0 2 0,-39 34 0,51-40 0,1 2 0,0-1 0,1 1 0,1 1 0,0 0 0,0 1 0,2 0 0,0 0 0,0 1 0,2-1 0,0 2 0,1-1 0,0 1 0,1-1 0,1 1 0,1 1 0,0-1 0,2 0 0,-1 0 0,2 0 0,1 1 0,0-1 0,1 0 0,0-1 0,2 1 0,12 32 0,-7-30 0,0 0 0,1-1 0,0 0 0,2 0 0,0-1 0,1-1 0,1 0 0,0-1 0,1-1 0,0 0 0,2-2 0,-1 1 0,1-2 0,1-1 0,0 0 0,1-1 0,26 8 0,-25-10 0,0-1 0,1-2 0,-1 0 0,1-1 0,1-1 0,-1 0 0,0-2 0,0-1 0,0-1 0,0-1 0,0 0 0,0-2 0,-1-1 0,0 0 0,0-2 0,34-17 0,-45 20 0,-1-1 0,0 0 0,-1 0 0,1-1 0,-1 0 0,0-1 0,-1 1 0,0-2 0,0 1 0,-1-1 0,0 0 0,0 0 0,-1-1 0,0 1 0,-1-1 0,5-14 0,-5 7 0,-1 0 0,0 1 0,-2-1 0,1 0 0,-2 0 0,0 0 0,-2 0 0,1 0 0,-8-29 0,0 10 0,-2 1 0,-1-1 0,-2 2 0,-1 0 0,-2 1 0,-23-35 0,25 46 0,0 0 0,-2 1 0,-1 1 0,0 0 0,-1 2 0,-1 0 0,-1 1 0,-1 1 0,-29-16 0,43 27-97,1 1-1,-1 0 1,0 1-1,-1 0 1,1 0-1,0 1 1,-1 0-1,0 1 1,1 0-1,-1 0 1,0 0-1,0 1 0,-16 2 1,3 4-6729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269 180 24575,'2'-1'0,"0"0"0,1-1 0,-1 1 0,-1-1 0,1 0 0,0 1 0,0-1 0,0 0 0,-1 0 0,1 0 0,-1 0 0,2-5 0,1 1 0,1-1 0,0 0 0,-1 0 0,0 0 0,0-1 0,-1 1 0,3-10 0,-5 15 0,-1 0 0,1 0 0,-1 0 0,0 0 0,1 0 0,-1 0 0,0 0 0,0 0 0,0 0 0,-1 0 0,1 0 0,0 0 0,-1 0 0,1 0 0,-1 0 0,0 0 0,0 0 0,0 0 0,1 0 0,-2 1 0,1-1 0,0 0 0,0 1 0,0-1 0,-1 1 0,1-1 0,-1 1 0,1 0 0,-1-1 0,-2 0 0,-6-3 0,0 1 0,0-1 0,-1 2 0,0 0 0,1 0 0,-1 1 0,0 0 0,-1 1 0,-16 0 0,18 0 0,1 2 0,-1-1 0,0 2 0,1-1 0,0 1 0,-1 0 0,1 1 0,0 0 0,0 1 0,0 0 0,-11 7 0,15-7 0,0 0 0,0 0 0,1 1 0,-1 0 0,1 0 0,0 0 0,0 0 0,1 1 0,0 0 0,0 0 0,0-1 0,0 1 0,1 1 0,0-1 0,1 0 0,-1 1 0,1-1 0,0 10 0,0-12 0,1-1 0,0 1 0,1-1 0,-1 1 0,1-1 0,-1 1 0,1-1 0,0 1 0,0-1 0,1 0 0,-1 0 0,1 0 0,-1 1 0,1-1 0,0-1 0,0 1 0,1 0 0,-1 0 0,0-1 0,1 1 0,0-1 0,-1 0 0,1 0 0,0 0 0,0 0 0,0-1 0,0 1 0,1-1 0,-1 1 0,0-1 0,1 0 0,-1 0 0,0-1 0,1 1 0,4-1 0,1 1 0,0-1 0,0-1 0,-1 1 0,1-2 0,0 1 0,0-1 0,-1 0 0,0-1 0,1 0 0,-1-1 0,0 1 0,0-1 0,10-8 0,-7 5 0,-1 0 0,-1-1 0,1 0 0,-1-1 0,-1 0 0,0 0 0,0-1 0,13-20 0,-13 20 0,-8 22 0,-8 30 0,7-38 0,-6 29 0,1 1 0,-1 36 0,6-54 0,1-1 0,1 1 0,0 0 0,1-1 0,1 1 0,8 26 0,-4-26-1365,0-5-5461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4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514 142 24575,'-6'-7'0,"-1"1"0,0 1 0,0-1 0,0 1 0,-1 0 0,1 1 0,-1 0 0,0 0 0,0 1 0,-1 0 0,1 0 0,-1 1 0,1 0 0,-1 0 0,0 1 0,0 1 0,0-1 0,0 1 0,1 1 0,-1-1 0,-9 3 0,3 1 0,0 0 0,0 1 0,1 0 0,-1 2 0,2-1 0,-1 2 0,1 0 0,0 0 0,0 1 0,1 1 0,-14 13 0,11-8 0,1 1 0,0 1 0,1 0 0,1 1 0,0 0 0,2 1 0,0 0 0,1 0 0,1 1 0,0 0 0,2 1 0,0 0 0,-2 22 0,6-29 0,1 0 0,0 0 0,1 1 0,1-1 0,0 0 0,1 0 0,0 0 0,1 0 0,1 0 0,0 0 0,1-1 0,0 0 0,1 0 0,0 0 0,1 0 0,1-1 0,0-1 0,1 1 0,0-1 0,15 14 0,-9-13 0,-1 0 0,2-1 0,-1-1 0,2-1 0,-1 0 0,1-1 0,0-1 0,1 0 0,0-1 0,0-1 0,0-1 0,0-1 0,1 0 0,-1-2 0,1 0 0,0-1 0,0 0 0,-1-2 0,1 0 0,-1-1 0,0-1 0,1-1 0,-2 0 0,1-2 0,-1 0 0,0 0 0,0-2 0,-1 0 0,0-1 0,0-1 0,-1 0 0,-1-1 0,0-1 0,21-24 0,-22 20 0,-1-1 0,-1-1 0,0 0 0,-2 0 0,0-1 0,-1 0 0,-1 0 0,-1-1 0,0 0 0,-2 0 0,-1 0 0,0-1 0,-2 1 0,0-1 0,-3-23 0,1 28 0,-1-1 0,-1 1 0,0 0 0,-1 0 0,-1 0 0,-1 1 0,-1-1 0,0 1 0,0 1 0,-2 0 0,0 0 0,-1 0 0,0 1 0,-1 1 0,-1-1 0,0 2 0,-1 0 0,0 0 0,-16-10 0,17 15 34,-1 0 1,0 1-1,0 0 0,0 1 0,-1 0 0,0 1 0,0 1 0,0 0 0,-26-1 1,28 3-167,1 1 1,-1 1 0,1 0-1,-1 0 1,1 1 0,0 0 0,0 1-1,0 0 1,0 1 0,0 0 0,1 1-1,-17 10 1,6 1-6695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5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 24575,'-2'0'0,"-1"-2"0,0 1 0,1 3 0,0 7 0,1 5 0,1 6 0,-1 5 0,1 7 0,1 4 0,1 3 0,3 1 0,4 2 0,1 0 0,0-2 0,-2-4 0,0-3 0,-1-7-8191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7 24575,'0'0'0,"0"-1"0,0 1 0,0 0 0,0 0 0,0-1 0,0 1 0,-1 0 0,1 0 0,0-1 0,0 1 0,0 0 0,0 0 0,0-1 0,-1 1 0,1 0 0,0 0 0,0-1 0,0 1 0,0 0 0,-1 0 0,1 0 0,0 0 0,0-1 0,-1 1 0,1 0 0,0 0 0,0 0 0,-1 0 0,1 0 0,0 0 0,-1 0 0,1 0 0,0 0 0,0 0 0,-1 0 0,1 0 0,0 0 0,0 0 0,-1 0 0,1 0 0,0 0 0,-1 0 0,1 0 0,0 0 0,0 0 0,-1 0 0,1 1 0,0-1 0,0 0 0,-1 0 0,1 0 0,0 0 0,0 1 0,0-1 0,-1 0 0,-13 11 0,8-4 0,1 1 0,1-1 0,0 1 0,0 0 0,0 0 0,1 0 0,0 1 0,1-1 0,0 1 0,-1 10 0,1-6 0,1 1 0,0-1 0,1 1 0,0-1 0,1 1 0,3 14 0,-1-20 0,-1-1 0,1 1 0,1 0 0,-1-1 0,1 1 0,0-1 0,1 0 0,0-1 0,0 1 0,0-1 0,1 0 0,0 0 0,0 0 0,1-1 0,-1 0 0,1-1 0,0 1 0,11 4 0,-13-6 0,1-1 0,-1 0 0,1 1 0,0-2 0,0 1 0,0-1 0,0 0 0,0 0 0,1 0 0,-1-1 0,0 0 0,0-1 0,0 1 0,0-1 0,1 0 0,-1 0 0,0-1 0,-1 0 0,1 0 0,0-1 0,0 1 0,-1-1 0,0 0 0,1-1 0,4-4 0,-6 5 0,-1 0 0,0 0 0,0 0 0,0-1 0,-1 1 0,1-1 0,-1 0 0,0 1 0,0-1 0,0 0 0,0-1 0,-1 1 0,0 0 0,0 0 0,1-6 0,-2 4 0,1-1 0,-1 0 0,-1 1 0,1-1 0,-1 0 0,0 1 0,-1-1 0,0 1 0,-3-9 0,0 4 0,0 1 0,0 0 0,-1 0 0,0 0 0,-1 1 0,0-1 0,-1 2 0,0-1 0,0 1 0,-1 0 0,-11-7 0,14 11 43,-1 0 0,0 0-1,0 1 1,0 0 0,-1 0-1,1 1 1,-13-3 0,16 5-150,0-1 0,0 1 1,0-1-1,0 1 0,0 1 1,0-1-1,-1 1 0,1-1 1,0 1-1,0 0 0,0 1 1,0-1-1,1 1 0,-1-1 1,-6 5-1,-1 3-6719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890 144 24575,'-5'-7'0,"0"0"0,-1 1 0,0 0 0,0 0 0,0 1 0,0-1 0,-1 1 0,0 1 0,-14-8 0,19 11 0,-21-12 0,-1 2 0,0 0 0,0 2 0,-1 1 0,0 1 0,-1 1 0,1 1 0,-1 1 0,0 1 0,0 2 0,-1 1 0,1 0 0,0 2 0,0 1 0,-32 8 0,35-5 0,0 1 0,1 0 0,0 2 0,0 1 0,1 0 0,0 2 0,-28 20 0,34-20 0,0 1 0,1 0 0,0 0 0,2 2 0,-1 0 0,2 0 0,0 1 0,1 0 0,-15 32 0,18-33 0,2 1 0,0 1 0,0-1 0,2 0 0,0 1 0,1 0 0,0 0 0,2 17 0,1-11 0,1 0 0,1 0 0,2-1 0,0 1 0,11 30 0,-3-21 0,2 0 0,0-2 0,2 0 0,1-1 0,2 0 0,0-2 0,49 50 0,-53-62 0,1 0 0,0-2 0,1 1 0,1-2 0,0-1 0,0 0 0,1-1 0,1-1 0,0-1 0,0-1 0,0-1 0,1-1 0,0 0 0,0-2 0,0-1 0,0 0 0,0-2 0,1-1 0,-1 0 0,0-2 0,0 0 0,0-2 0,0 0 0,-1-1 0,0-1 0,29-15 0,-19 6 0,-1-2 0,0 0 0,-1-3 0,-1 0 0,-1-2 0,-2 0 0,0-2 0,33-42 0,-39 42 0,-1-1 0,-1-1 0,-1-1 0,-1 0 0,-2-1 0,-1 0 0,-1-1 0,-2 0 0,10-51 0,-17 66 0,0 0 0,-2 0 0,1 0 0,-2 0 0,0 0 0,-1 1 0,0-1 0,-1 0 0,-1 1 0,-10-27 0,9 29 0,-1 1 0,0 0 0,-1 1 0,0 0 0,-1 0 0,0 0 0,-1 1 0,0 0 0,0 0 0,-1 1 0,0 1 0,0-1 0,-15-6 0,-3 1-170,-1 1-1,0 1 0,-1 2 1,0 1-1,0 1 0,-1 2 1,-37-2-1,3 2-6655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24575,'-2'0'0,"-4"3"0,0 2 0,1 6 0,1 2 0,3 5 0,3 5 0,2 4 0,4 5 0,0 0 0,1 3 0,1-1 0,-1 1 0,-2 0 0,-2-5 0,0-4 0,-1-5 0,0-6-8191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24575,'-3'0'0,"0"2"0,0 6 0,1 4 0,0 3 0,-1 6 0,-1 2 0,1 3 0,1 1 0,0 1 0,1 0 0,3 0 0,1 0 0,2-3 0,1-3 0,-1-5-8191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3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9 24575,'-11'-2'0,"1"0"0,0 0 0,-1 1 0,1 0 0,-1 1 0,1 0 0,-1 1 0,0 0 0,1 0 0,0 2 0,-1-1 0,1 1 0,0 0 0,0 1 0,-10 6 0,2-1 0,0 1 0,1 1 0,0 0 0,1 1 0,0 1 0,-27 29 0,29-25 0,0 1 0,1 0 0,1 1 0,1 1 0,1-1 0,0 2 0,2-1 0,0 1 0,1 1 0,2-1 0,0 1 0,1 0 0,1 0 0,0 38 0,3-42 0,1 0 0,0 0 0,2-1 0,0 1 0,1-1 0,1 1 0,0-1 0,1-1 0,1 1 0,1-1 0,0 0 0,1-1 0,1 0 0,0 0 0,1-1 0,1 0 0,0-1 0,25 21 0,-21-23 0,0-1 0,0 0 0,1-1 0,0-1 0,1 0 0,0-1 0,0-1 0,1-1 0,-1-1 0,1 0 0,0-2 0,0 0 0,0-1 0,0 0 0,0-2 0,1-1 0,-1 0 0,-1-1 0,1-1 0,24-8 0,-25 6 0,0-1 0,0 0 0,-1-1 0,0-1 0,-1-1 0,0 0 0,0-1 0,-1-1 0,0 0 0,-1-1 0,-1 0 0,0-1 0,-1-1 0,0 0 0,-2-1 0,1 0 0,-2-1 0,0 0 0,-1 0 0,8-26 0,-11 23 0,-1-1 0,-1 1 0,-1-1 0,-1 0 0,0 1 0,-2-1 0,0 0 0,-2 0 0,0 1 0,-1-1 0,-1 1 0,-1 0 0,-1 1 0,0-1 0,-13-21 0,12 27 0,0 1 0,-1-1 0,0 1 0,-1 1 0,-1 0 0,0 0 0,0 1 0,-26-18 0,26 22 0,0 0 0,0 1 0,-1 1 0,1 0 0,-1 0 0,-1 1 0,1 1 0,0 0 0,-1 0 0,0 2 0,1-1 0,-15 1 0,10 2-124,-1 1 0,1 0 0,0 1 0,0 1 0,0 1 0,0 0-1,1 1 1,-1 1 0,2 0 0,-27 18 0,5 0-6702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1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 24575,'-6'-6'0,"15"14"0,17 18 0,-15-7 0,-1-1 0,0 1 0,12 38 0,13 65 0,-29-102 0,21 117-1364,-27-137 1363,6 37-6825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24575,'0'-8'0,"1"-1"0,0 1 0,0 0 0,1 0 0,0-1 0,1 1 0,0 0 0,0 1 0,8-14 0,-10 18 0,1 1 0,-1 0 0,0-1 0,1 1 0,0 0 0,-1 0 0,1 0 0,0 0 0,0 0 0,0 1 0,0-1 0,1 1 0,-1-1 0,0 1 0,1 0 0,-1 0 0,1 0 0,-1 0 0,1 0 0,-1 0 0,1 1 0,-1-1 0,1 1 0,0 0 0,-1 0 0,1 0 0,0 0 0,-1 0 0,1 1 0,0-1 0,-1 1 0,1 0 0,-1-1 0,4 3 0,-2-1 0,0 0 0,0 0 0,0 0 0,-1 1 0,1 0 0,-1 0 0,0 0 0,0 0 0,0 0 0,0 0 0,-1 1 0,1-1 0,2 6 0,-2-2 0,0-1 0,-1 1 0,0 0 0,0 0 0,0 0 0,-1 0 0,1 12 0,-2-6 0,0 1 0,-1 0 0,-1 0 0,0 0 0,0 0 0,-2-1 0,-9 26 0,-16 16 0,21-42 0,0-1 0,2 2 0,-8 17 0,14-30 0,0 0 0,0 0 0,0 0 0,-1 0 0,1 0 0,1 0 0,-1 0 0,0 0 0,0 0 0,0 0 0,0 0 0,1 0 0,-1 0 0,0 0 0,1 0 0,-1 0 0,1 0 0,-1-1 0,1 1 0,0 0 0,-1 0 0,1 0 0,0-1 0,-1 1 0,1 0 0,0-1 0,0 1 0,0-1 0,-1 1 0,1-1 0,0 1 0,0-1 0,0 1 0,0-1 0,0 0 0,0 0 0,0 1 0,0-1 0,1 0 0,8 2 0,-1 0 0,1-1 0,11 0 0,-14 0 0,354 11-1365,-304-14-5461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22 24575,'-6'0'0,"-8"0"0,-8 0 0,-3 0 0,-1 0 0,1 0 0,7 0 0,12 0 0,13 0 0,13 0 0,11 0 0,14 0 0,7-2 0,6-1 0,6 0 0,0-2 0,-1 0 0,-11 1-8191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3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97 24575,'-6'-1'0,"-1"0"0,1 0 0,0-1 0,0 0 0,0 0 0,-8-4 0,-4-1 0,3 2 0,12 5 0,-1-1 0,1 0 0,-1 0 0,1 0 0,0 0 0,0 0 0,-1-1 0,1 0 0,0 0 0,0 1 0,-2-4 0,5 5 0,0-1 0,0 1 0,0 0 0,1-1 0,-1 1 0,0 0 0,0-1 0,0 1 0,1 0 0,-1-1 0,0 1 0,0 0 0,1-1 0,-1 1 0,0 0 0,1 0 0,-1 0 0,0-1 0,1 1 0,-1 0 0,0 0 0,1 0 0,-1 0 0,1-1 0,-1 1 0,0 0 0,1 0 0,-1 0 0,1 0 0,-1 0 0,0 0 0,1 0 0,-1 0 0,1 1 0,17-4 0,136 1 0,-95 3 0,-1-2 0,93-15 0,-121 6 0,-30 9 0,1 1 0,-1 0 0,0 0 0,0 0 0,1 0 0,-1 0 0,0 0 0,0 0 0,0 0 0,1-1 0,-1 1 0,0 0 0,0 0 0,0 0 0,0-1 0,1 1 0,-1 0 0,0 0 0,0 0 0,0-1 0,0 1 0,0 0 0,0 0 0,0 0 0,0-1 0,0 1 0,1 0 0,-1 0 0,0-1 0,0 1 0,0 0 0,0 0 0,-1-1 0,-14-4 0,8 4 0,0 0 0,0 1 0,0 0 0,0 0 0,0 1 0,0-1 0,0 1 0,-10 3 0,15-3 0,-1 0 0,1 1 0,-1-1 0,1 0 0,0 1 0,0 0 0,0-1 0,0 1 0,0 0 0,0 0 0,0 0 0,1 0 0,-1 1 0,1-1 0,-1 0 0,1 1 0,0-1 0,0 0 0,0 1 0,0 0 0,0-1 0,1 1 0,-1-1 0,1 1 0,-1 3 0,0 30 0,1 0 0,2 0 0,1-1 0,10 43 0,1 17 0,-11-67 0,6 66 0,-9-84 0,0 0 0,-1 0 0,0-1 0,0 1 0,-1 0 0,-6 19 0,8-28 0,-1 0 0,1 0 0,0 1 0,-1-1 0,1 0 0,-1 0 0,0 0 0,1 1 0,-1-1 0,0 0 0,0 0 0,1 0 0,-1 0 0,0 0 0,0-1 0,0 1 0,0 0 0,0 0 0,-1 0 0,1-1 0,0 1 0,0-1 0,0 1 0,0-1 0,-1 1 0,1-1 0,0 0 0,-1 0 0,1 1 0,0-1 0,-1 0 0,1 0 0,0 0 0,0-1 0,-1 1 0,1 0 0,0 0 0,-1-1 0,1 1 0,0-1 0,0 1 0,0-1 0,-1 1 0,1-1 0,0 0 0,0 1 0,0-1 0,0 0 0,-1-1 0,-6-5 0,1 0 0,0 0 0,0 0 0,1-1 0,-6-8 0,5 6 0,1 1 0,-2 0 0,1 0 0,-1 1 0,0 0 0,-1 1 0,-19-13 0,24 17 0,-1 0 0,0 1 0,-1 0 0,1 0 0,0 1 0,0-1 0,-1 1 0,1 1 0,-1-1 0,1 1 0,-1-1 0,1 2 0,-1-1 0,1 0 0,-1 1 0,1 0 0,-1 1 0,-7 2 0,5-1 49,0 0 0,1 1 0,-1 0-1,1 1 1,-1-1 0,-7 8 0,13-10-78,0-1 1,1 1-1,-1 0 1,0 0-1,1 0 1,0 0-1,-1 0 1,1 0 0,0 0-1,0 0 1,-1 5-1,1-6-30,1 1 0,0-1-1,0 0 1,0 1-1,0-1 1,0 0 0,1 1-1,-1-1 1,0 0 0,1 1-1,-1-1 1,1 0 0,-1 1-1,1-1 1,-1 0-1,1 0 1,0 0 0,0 0-1,0 1 1,-1-1 0,1 0-1,2 1 1,8 7-6767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4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342 216 24575,'2'-6'0,"0"1"0,0-1 0,0 1 0,0-1 0,-1 0 0,0 0 0,0 0 0,-1 1 0,0-1 0,0 0 0,0 0 0,-1 0 0,1 0 0,-1 0 0,-1 1 0,1-1 0,-1 0 0,0 1 0,0-1 0,-6-9 0,4 9 0,0-1 0,0 1 0,-1 0 0,0 1 0,0-1 0,0 1 0,0 0 0,-1 0 0,0 1 0,0-1 0,0 1 0,-1 1 0,1-1 0,-1 1 0,0 0 0,-7-2 0,4 4 0,0-1 0,0 2 0,0-1 0,0 1 0,1 0 0,-1 1 0,0 1 0,0-1 0,1 1 0,-1 1 0,1 0 0,-1 0 0,1 1 0,-9 5 0,12-6 0,-1 1 0,1 0 0,0 0 0,1 1 0,-1 0 0,1 0 0,0 0 0,-8 11 0,10-12 0,0 0 0,1 0 0,0 0 0,0 1 0,0-1 0,1 1 0,-1-1 0,1 1 0,0 0 0,0-1 0,1 1 0,0 0 0,-1 0 0,2 5 0,0-2 0,1-1 0,0 0 0,0 0 0,1-1 0,0 1 0,0 0 0,0-1 0,1 0 0,0 1 0,0-1 0,1-1 0,-1 1 0,1-1 0,1 0 0,6 5 0,10 8 0,1-1 0,36 21 0,7-4 0,-41-21 0,0 0 0,42 32 0,-64-44 0,-1 1 0,0 0 0,0 0 0,0 0 0,0 0 0,0 1 0,0-1 0,0 1 0,-1-1 0,1 1 0,-1-1 0,0 1 0,0 0 0,0 0 0,0 0 0,0-1 0,0 6 0,-1-5 0,0-1 0,-1 0 0,1 0 0,-1 1 0,1-1 0,-1 0 0,0 0 0,0 0 0,0 0 0,0 0 0,0 0 0,0 0 0,-1 0 0,1 0 0,0-1 0,-1 1 0,0 0 0,1-1 0,-1 1 0,0-1 0,0 0 0,0 1 0,-2 0 0,-11 5 0,-1 0 0,1-1 0,-1-1 0,0-1 0,-1 0 0,1-1 0,-1 0 0,1-2 0,-1 0 0,0-1 0,1 0 0,-1-1 0,0-1 0,-17-5 0,28 5 43,-1 0 0,1 0-1,0 0 1,0-1 0,0 0-1,1-1 1,-9-5 0,13 8-81,0 0 0,0 0 0,0 1 0,0-1 0,0 0 0,0 0 0,0 0 0,0 0 0,0 0 0,1 0 0,-1 0 0,0 0 1,1 0-1,-1-1 0,1 1 0,-1 0 0,1 0 0,0 0 0,0-1 0,-1 1 0,1 0 0,0 0 0,0-1 0,0 1 0,0 0 1,0-1-1,1 1 0,-1 0 0,0 0 0,0-1 0,1 1 0,-1 0 0,1 0 0,-1 0 0,1 0 0,0-1 0,-1 1 0,1 0 1,0 0-1,0 0 0,0 1 0,0-1 0,0 0 0,1-1 0,10-8-6788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313 218 24575,'7'-6'0,"0"1"0,0-1 0,-1 1 0,0-2 0,0 1 0,-1-1 0,0 0 0,0 0 0,0 0 0,5-12 0,-6 11 0,0 0 0,-1 0 0,1-1 0,-2 0 0,1 0 0,2-17 0,-5 24 0,1 0 0,-1 0 0,0-1 0,0 1 0,0 0 0,-1 0 0,1 0 0,0 0 0,-1 0 0,1 0 0,-1 0 0,0 0 0,1 0 0,-1 0 0,0 0 0,0 1 0,0-1 0,-1 0 0,1 0 0,0 1 0,-1-1 0,1 1 0,-1-1 0,1 1 0,-1 0 0,0 0 0,0-1 0,1 1 0,-1 1 0,0-1 0,0 0 0,0 0 0,0 1 0,0-1 0,-4 0 0,-3 0 0,1 1 0,0 0 0,-1 0 0,1 1 0,0 0 0,-1 1 0,1-1 0,0 2 0,0-1 0,0 1 0,0 0 0,1 1 0,-1 0 0,-7 5 0,-7 5 0,2 1 0,0 0 0,-26 27 0,32-27 0,0 1 0,1 0 0,0 0 0,2 1 0,0 1 0,0 0 0,2 1 0,-13 35 0,20-46 0,-1 1 0,2 0 0,-1-1 0,1 1 0,0 0 0,1-1 0,0 1 0,1 0 0,0 0 0,2 10 0,-1-13 0,0 1 0,0-1 0,1 0 0,0 0 0,0 0 0,1 0 0,-1-1 0,1 1 0,0-1 0,1 0 0,-1 0 0,1-1 0,0 1 0,11 6 0,-3-3 31,-1-1 0,2-1 0,-1 0 0,1-1 0,-1 0 0,2-1 0,-1 0 0,0-2 0,1 1 0,18-1 0,17-1-810,79-8 0,-123 6 631,56-5-6678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5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277 255 24575,'-7'-8'0,"0"0"0,-1 1 0,1 0 0,-1 0 0,-9-6 0,16 12 0,-1 0 0,0 0 0,0 0 0,0 0 0,0 0 0,0 0 0,-1 0 0,1 1 0,0-1 0,0 1 0,0-1 0,-1 1 0,1 0 0,0 0 0,0 0 0,-1 0 0,1 1 0,0-1 0,0 1 0,0-1 0,-1 1 0,1 0 0,0-1 0,-2 2 0,-19 12 0,1 0 0,-23 19 0,36-25 0,0 0 0,1 0 0,0 1 0,0 0 0,0 1 0,2-1 0,-7 12 0,12-19 0,-1 0 0,1 0 0,0 1 0,1-1 0,-1 0 0,0 1 0,1-1 0,-1 0 0,1 1 0,0-1 0,-1 0 0,1 1 0,0-1 0,1 1 0,-1-1 0,0 0 0,1 1 0,-1-1 0,2 4 0,0-3 0,0-1 0,-1 1 0,1-1 0,0 1 0,0-1 0,0 0 0,1 0 0,-1 0 0,0 0 0,1-1 0,0 1 0,-1-1 0,5 3 0,5 0 0,0 0 0,0 0 0,1-2 0,-1 1 0,1-2 0,17 1 0,-11-1 0,1-2 0,38-6 0,-47 5 0,-1 0 0,0-1 0,1 0 0,-1-1 0,0 0 0,-1-1 0,11-6 0,-18 10 0,0-1 0,0 1 0,0-1 0,0 1 0,0-1 0,-1 1 0,1-1 0,-1 0 0,1 0 0,-1 0 0,1 0 0,-1 0 0,0 0 0,0 0 0,0 0 0,-1 0 0,1 0 0,0-1 0,0-3 0,-1 3 0,0 0 0,-1 0 0,1 0 0,-1 0 0,1 1 0,-1-1 0,0 0 0,0 1 0,0-1 0,-1 0 0,1 1 0,-1 0 0,1-1 0,-3-2 0,-3-2 0,0-1 0,-1 1 0,0 0 0,0 0 0,-1 1 0,0 0 0,-15-7 0,18 11 0,-13-8 0,17 5 0,13 3 0,159-1 0,-20 2 0,-61-2 0,73-6 0,-148 6 0,-19 0 0,-26 0 0,21 3 0,-1 1 0,1 1 0,-1 0 0,1 1 0,0-1 0,0 2 0,0 0 0,0 0 0,1 0 0,-1 2 0,-14 9 0,21-12 0,-1-1 0,1 1 0,-1 0 0,1 0 0,0 0 0,0 1 0,0-1 0,1 1 0,-1-1 0,1 1 0,0 0 0,0 0 0,0 0 0,1 0 0,-1 0 0,1 1 0,0-1 0,0 0 0,0 1 0,1-1 0,0 1 0,0-1 0,0 0 0,0 1 0,0-1 0,1 1 0,0-1 0,0 0 0,0 1 0,3 4 0,-2-5 0,0 1 0,1-1 0,0 0 0,0 0 0,0 0 0,0 0 0,0-1 0,1 1 0,0-1 0,-1 0 0,1 0 0,0 0 0,1-1 0,-1 1 0,0-1 0,1 0 0,0 0 0,-1-1 0,1 1 0,0-1 0,0 0 0,6 0 0,0 0 0,0 0 0,0-1 0,0 0 0,0-1 0,-1 0 0,1 0 0,0-2 0,0 1 0,10-5 0,-11 3 0,0 0 0,-1 0 0,1-1 0,-1-1 0,0 1 0,-1-1 0,0-1 0,1 0 0,-2 0 0,1 0 0,7-12 0,-10 12 0,0-1 0,-1 1 0,0-1 0,0 0 0,-1 0 0,0 0 0,0-1 0,-1 1 0,0-1 0,-1 1 0,0-1 0,0 0 0,-1 1 0,-1-11 0,-1-5 0,-2 0 0,0 0 0,-2 0 0,-1 0 0,-1 1 0,-19-41 0,26 62 0,0 1 0,0-1 0,1 0 0,-1 1 0,0-1 0,0 1 0,-1 0 0,1-1 0,0 1 0,-3-2 0,4 3 0,0 0 0,0 0 0,-1 0 0,1 0 0,0 0 0,0 0 0,-1 0 0,1 0 0,0 0 0,0 0 0,-1 0 0,1 0 0,0 0 0,0 0 0,-1 0 0,1 0 0,0 0 0,0 0 0,-1 0 0,1 0 0,0 1 0,0-1 0,0 0 0,-1 0 0,1 0 0,0 0 0,0 1 0,0-1 0,0 0 0,0 0 0,-1 0 0,1 1 0,0-1 0,0 0 0,0 0 0,0 0 0,0 1 0,0-1 0,0 0 0,0 1 0,-1 3 0,0 1 0,0 0 0,1-1 0,-1 1 0,1 0 0,1 7 0,6 46-273,2 0 0,2 0 0,4-1 0,36 97 0,-38-127-6553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70 184 24575,'-3'-2'0,"0"0"0,0 0 0,0 0 0,0 0 0,0 1 0,0-1 0,-1 1 0,1 0 0,-6-2 0,6 3 0,0-1 0,1 0 0,-1 0 0,0 0 0,0 0 0,1 0 0,-1-1 0,0 1 0,1-1 0,-4-2 0,6 3 0,0 1 0,0 0 0,0 0 0,0 0 0,0 0 0,0-1 0,0 1 0,0 0 0,0 0 0,0 0 0,0-1 0,0 1 0,0 0 0,0 0 0,1 0 0,-1 0 0,0-1 0,0 1 0,0 0 0,0 0 0,0 0 0,0 0 0,0-1 0,1 1 0,-1 0 0,0 0 0,0 0 0,0 0 0,0 0 0,0 0 0,1 0 0,-1 0 0,0-1 0,0 1 0,0 0 0,0 0 0,1 0 0,-1 0 0,0 0 0,0 0 0,0 0 0,1 0 0,-1 0 0,0 0 0,0 0 0,0 0 0,1 0 0,13-2 0,-13 2 0,71-7 0,-44 5 0,0-1 0,0-1 0,0-1 0,-1-2 0,34-12 0,-59 19 0,-1-1 0,1 0 0,0 1 0,-1-1 0,1 0 0,-1 0 0,1 0 0,-1 0 0,1-1 0,-1 1 0,0 0 0,0 0 0,0-1 0,0 1 0,1-1 0,-2 1 0,3-4 0,-3 4 0,0 0 0,0 0 0,0-1 0,0 1 0,0 0 0,0-1 0,0 1 0,0 0 0,0 0 0,-1-1 0,1 1 0,0 0 0,-1 0 0,1 0 0,-1 0 0,1-1 0,-1 1 0,0 0 0,-1-1 0,-1-2 0,-1 0 0,0 0 0,0 0 0,-1 1 0,1-1 0,-1 1 0,1 0 0,-1 1 0,0-1 0,-6-1 0,4 1 0,0 2 0,-1-1 0,1 1 0,-1 0 0,1 0 0,-1 1 0,1 0 0,-1 0 0,0 1 0,1 0 0,-1 0 0,1 1 0,0 0 0,0 0 0,-1 1 0,1 0 0,1 0 0,-1 1 0,-11 7 0,14-8 0,0 0 0,0 0 0,1 0 0,-1 0 0,1 1 0,0 0 0,0-1 0,0 1 0,0 0 0,1 0 0,0 1 0,0-1 0,0 0 0,0 1 0,0-1 0,1 1 0,0 0 0,0-1 0,0 1 0,1 0 0,-1 0 0,1 0 0,0-1 0,1 1 0,-1 0 0,1 0 0,0 0 0,0-1 0,1 1 0,-1-1 0,5 9 0,-3-6 16,1 0-1,1 0 1,-1 0-1,1-1 1,0 0-1,1 0 1,-1 0-1,1 0 1,0-1-1,10 7 1,-5-5 12,1-1 1,0 0-1,0 0 1,0-1-1,24 5 1,-9-4-314,-1-2 1,1 0-1,0-2 1,0-1-1,43-5 1,-18-2-6542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0:46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616 1 24575,'-558'60'0,"550"-59"0,1-1 0,-1 1 0,1 1 0,-1-1 0,-12 6 0,21-5 0,6 0 0,11 1 0,449-4-1042,-336-3 643,1940-28-8458,2 29 6844,-1663 4 1785,-106-1 48,292 0 2329,-493 0 230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1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1 584 24575,'3'-1'0,"1"0"0,-1 0 0,1 0 0,-1 0 0,0-1 0,1 0 0,-1 0 0,0 0 0,0 0 0,0 0 0,-1 0 0,1-1 0,3-3 0,10-8 0,10-4 0,1 0 0,1 2 0,33-14 0,95-32 0,-105 42 0,957-314 0,-997 331 0,77-26 0,-76 22 342,-12 7-371,0 0 1,0 0-1,-1 0 1,1 0-1,0 0 1,0 0-1,0 0 1,0 0 0,0-1-1,0 1 1,0 0-1,0 0 1,-1 0-1,1 0 1,0 0-1,0 0 1,0 0 0,0 0-1,0 0 1,0 0-1,0 0 1,0 0-1,0 0 1,0-1-1,0 1 1,0 0 0,0 0-1,0 0 1,0 0-1,-1 0 1,1 0-1,0 0 1,0 0-1,0-1 1,0 1 0,0 0-1,0 0 1,0 0-1,0 0 1,0 0-1,1 0 1,-1 0-1,0-1 1,0 1 0,0 0-1,0 0 1,0 0-1,0 0 1,0 0-1,0 0 1,0 0-1,0 0 1,0 0 0,0 0-1,0-1 1,0 1-1,0 0 1,1 0-1,-1 0 1,-12 1-6798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1:0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24575,'-10'0'0,"-1"0"0,1 1 0,0 0 0,-1 1 0,1 0 0,-19 7 0,29-9 0,0 0 0,-1 0 0,1 0 0,0 0 0,0 0 0,0 0 0,-1 0 0,1 0 0,0 0 0,0 0 0,0 0 0,-1 1 0,1-1 0,0 0 0,0 0 0,0 0 0,-1 0 0,1 0 0,0 0 0,0 1 0,0-1 0,0 0 0,0 0 0,0 0 0,-1 0 0,1 1 0,0-1 0,0 0 0,0 0 0,0 0 0,0 1 0,0-1 0,0 0 0,0 0 0,0 0 0,0 1 0,0-1 0,0 0 0,0 0 0,0 0 0,0 1 0,0-1 0,0 0 0,0 0 0,0 0 0,0 1 0,0-1 0,0 0 0,1 0 0,12 7 0,20 0 0,81 1 0,24 2 0,-120-8 0,1 2 0,0 0 0,-1 1 0,0 1 0,18 9 0,-32-14 0,0 1 0,-1-1 0,0 1 0,1 0 0,-1 1 0,0-1 0,0 0 0,0 1 0,0 0 0,-1 0 0,1 0 0,-1 0 0,0 0 0,1 0 0,-1 1 0,-1-1 0,1 0 0,0 1 0,-1 0 0,0-1 0,0 1 0,0 0 0,0 0 0,-1 0 0,1 0 0,-1-1 0,0 1 0,0 0 0,-1 0 0,1 0 0,-1 0 0,0 0 0,0-1 0,0 1 0,0 0 0,0-1 0,-5 8 0,-2 4 49,-1 0 0,-1-1 0,-1 0-1,0 0 1,0-1 0,-25 21 0,-1-3-903,-48 30 1,43-34-5973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4:11:1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1632 174 24575,'-4'-7'0,"-1"0"0,1 1 0,-1 0 0,-1 0 0,1 0 0,-12-9 0,-40-26 0,39 29 0,-1 2 0,0 1 0,0 0 0,-1 1 0,0 1 0,0 1 0,-30-5 0,21 7 0,0 2 0,0 0 0,0 2 0,-53 7 0,27 2 0,1 3 0,1 3 0,0 1 0,1 4 0,-62 30 0,53-19-35,1 2 0,2 3 0,1 3 0,2 2 0,2 2-1,1 3 1,3 2 0,-59 73 0,80-84-1,2 1 0,2 0-1,2 2 1,1 1 0,-25 72 0,35-77 23,1 0 1,2 1 0,2 0-1,1 0 1,2 0-1,1 1 1,6 57 0,-1-65 12,2 0 0,1-1 0,1 0 0,2 0 0,1-1 0,1 0 0,1 0 0,1-1 0,2-1 0,1 0 0,24 29 0,-15-25 0,1-1 0,2-1 0,1-2 0,1-1 0,1-1 0,1-1 0,1-2 0,43 20 0,-24-18 0,0-2 0,2-2 0,0-3 0,1-1 0,0-4 0,1-2 0,1-2 0,-1-3 0,99-5 0,-88-4 0,-1-3 0,0-3 0,0-2 0,-1-4 0,-1-2 0,-1-4 0,117-58 0,-142 60 0,-1-1 0,-1-2 0,-1-2 0,-1-1 0,-2-1 0,0-2 0,-2-1 0,-2-1 0,-1-2 0,-1-1 0,-2-1 0,-1-1 0,-2-1 0,-2 0 0,-2-2 0,20-64 0,-25 61 0,-3-1 0,-1 1 0,-2-2 0,-2 1 0,-2 0 0,-2-1 0,-2 1 0,-10-57 0,7 72 0,-1 0 0,-2 1 0,-1 0 0,-1 0 0,-1 1 0,-2 1 0,0-1 0,-2 2 0,-1 0 0,-1 1 0,-1 1 0,-1 0 0,-32-29 0,23 30-126,0 2 0,-1 0 0,-1 2 0,-1 1 0,-1 2 0,0 1 0,-1 1 0,0 2 0,-41-8 0,-47-6-6173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37.6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24575,'0'0'0,"0"1"0,1-1 0,-1 0 0,1 0 0,-1 1 0,0-1 0,1 0 0,-1 0 0,0 1 0,1-1 0,-1 0 0,0 1 0,0-1 0,1 1 0,-1-1 0,0 0 0,0 1 0,0-1 0,1 1 0,-1-1 0,0 0 0,0 1 0,0-1 0,0 1 0,0-1 0,0 1 0,0-1 0,0 0 0,0 1 0,0-1 0,0 1 0,0 0 0,-3 21 0,2-15 0,-1 397 0,30-92 0,-4-81 0,-22 50 0,-9-211 0,0 31 0,7-61 0,-1-18 0,1 0 0,1-1 0,8 42 0,-7-42 262,0-2-331,0-18-452,0-9-516,1-3-5789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8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192 110 24575,'2'-3'0,"-1"1"0,0 0 0,1 0 0,-1-1 0,0 1 0,0-1 0,0 1 0,-1-1 0,1 1 0,0-1 0,-1 1 0,0-1 0,0-4 0,1 1 0,-1-1 0,-1 1 0,0 0 0,-2-10 0,3 14 0,0 1 0,-1-1 0,1 1 0,-1-1 0,1 1 0,-1 0 0,1-1 0,-1 1 0,0 0 0,0-1 0,0 1 0,0 0 0,0 0 0,0 0 0,0 0 0,0 0 0,0 0 0,-1 0 0,1 0 0,0 0 0,-1 1 0,1-1 0,0 1 0,-3-2 0,2 2 0,-1 0 0,1 0 0,-1 0 0,1 0 0,-1 0 0,1 1 0,-1-1 0,1 1 0,-1 0 0,1 0 0,0-1 0,-1 2 0,-2 1 0,-1 0 0,0 1 0,0 0 0,0 0 0,1 0 0,0 1 0,0 0 0,0 0 0,1 1 0,-1-1 0,-3 7 0,7-10 0,0 0 0,0 0 0,0 1 0,0-1 0,0 1 0,0-1 0,0 0 0,1 1 0,0-1 0,-1 1 0,1 0 0,0-1 0,0 1 0,0-1 0,0 1 0,1-1 0,-1 1 0,1-1 0,0 1 0,-1-1 0,1 0 0,0 1 0,0-1 0,1 0 0,-1 0 0,0 1 0,1-1 0,2 2 0,2 2 0,0-1 0,1 0 0,0-1 0,0 1 0,0-1 0,1 0 0,10 3 0,1 1 0,-12-6 0,0 0 0,-1 1 0,1 0 0,-1 0 0,1 1 0,-1 0 0,0 0 0,10 9 0,-16-13 0,1 1 0,0 0 0,-1 0 0,1 0 0,-1 0 0,0 1 0,1-1 0,-1 0 0,0 0 0,1 0 0,-1 0 0,0 0 0,0 0 0,0 1 0,0-1 0,0 0 0,0 0 0,0 0 0,-1 0 0,1 0 0,0 0 0,-1 0 0,1 1 0,-1-1 0,1 0 0,-1 0 0,1 0 0,-1 0 0,0-1 0,1 1 0,-1 0 0,0 0 0,0 0 0,0 0 0,0-1 0,1 1 0,-1 0 0,0-1 0,0 1 0,-2 0 0,-4 3 0,-1 1 0,1-1 0,-16 5 0,17-7 0,-65 23 0,62-23 0,0 0 0,0 0 0,0 0 0,-1-1 0,-15-1 0,23 0-91,1 0 0,-1 0 0,0-1 0,1 1 0,-1 0 0,1-1 0,-1 1 0,1-1 0,-1 0 0,1 0 0,-1 1 0,1-1 0,-1 0 0,-1-2 0,-3-5-6735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7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83 24575,'2'-1'0,"0"-1"0,-1 0 0,1 0 0,0 0 0,-1 0 0,1-1 0,-1 1 0,0 0 0,0-1 0,0 1 0,0 0 0,0-1 0,0 0 0,-1 1 0,1-1 0,-1 1 0,0-1 0,1-4 0,-2 5 0,1 1 0,-1-1 0,1 0 0,-1 1 0,0-1 0,0 1 0,0-1 0,0 1 0,0-1 0,0 1 0,0 0 0,0-1 0,0 1 0,-1 0 0,1 0 0,0 0 0,-1 0 0,1 0 0,-1 0 0,1 0 0,-1 0 0,0 1 0,1-1 0,-1 1 0,0-1 0,1 1 0,-5-1 0,2 0 0,0 0 0,0 1 0,0-1 0,-1 1 0,1 0 0,0 0 0,0 1 0,-1-1 0,1 1 0,0 0 0,0 0 0,0 0 0,0 0 0,0 1 0,0 0 0,0 0 0,1 0 0,-1 0 0,-6 6 0,6-4 0,-1 1 0,1 0 0,0 0 0,1 0 0,-1 1 0,1-1 0,0 1 0,1 0 0,-1 0 0,1 0 0,0 0 0,-1 11 0,2-9 0,0 0 0,0 0 0,1 0 0,0 0 0,1 0 0,0 0 0,0-1 0,0 1 0,1 0 0,1 0 0,-1-1 0,1 1 0,0-1 0,1 0 0,0 0 0,8 11 0,-10-14 0,1-1 0,0 1 0,0-1 0,0 0 0,0 0 0,1-1 0,-1 1 0,1 0 0,0-1 0,0 0 0,0 0 0,0 0 0,0-1 0,0 1 0,0-1 0,0 0 0,1 0 0,-1 0 0,1-1 0,-1 1 0,0-1 0,1 0 0,-1-1 0,1 1 0,-1-1 0,0 0 0,1 0 0,-1 0 0,0 0 0,0-1 0,7-3 0,-7 3 0,0-1 0,0 1 0,0-1 0,-1 0 0,1-1 0,0 1 0,-1 0 0,0-1 0,0 0 0,0 0 0,0 0 0,-1 0 0,0 0 0,0-1 0,0 1 0,0 0 0,0-1 0,0-6 0,1-3 0,-1 1 0,0-1 0,-1 0 0,-1 0 0,-1-15 0,1 30 1,1 14 169,6 29 0,-6-38-325,1-1 0,0 1 0,0-1 0,0 1 0,0-1 0,1 0-1,0 0 1,0 0 0,0 0 0,6 6 0,1-2-6671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7.1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65 24575,'-2'-8'0,"1"0"0,-1 0 0,-1 0 0,0 0 0,-4-10 0,6 16 0,-2-2 0,2 4 0,0 13 0,2 19 0,17 145 0,14 246 0,-33-408 0,-2-20 0,-3-24 0,5 19 0,-1-4 0,0-1 0,1 1 0,1-1 0,0 1 0,5-27 0,-4 38 0,1 0 0,0-1 0,0 1 0,0 0 0,0 0 0,0 0 0,0 0 0,1 1 0,0-1 0,-1 1 0,1-1 0,0 1 0,0 0 0,0 0 0,1 0 0,-1 1 0,0-1 0,1 1 0,-1 0 0,1 0 0,-1 0 0,5-1 0,3 0 0,-1 0 0,1 1 0,0 0 0,-1 0 0,1 1 0,15 2 0,-20-1 0,-1 0 0,1 1 0,0-1 0,-1 1 0,1 0 0,-1 1 0,1-1 0,-1 1 0,0 0 0,0 0 0,0 1 0,-1 0 0,1-1 0,-1 2 0,0-1 0,0 0 0,0 1 0,3 5 0,-5-6 0,0 0 0,0 0 0,0 1 0,-1-1 0,1 0 0,-1 0 0,0 1 0,0-1 0,-1 1 0,1-1 0,-1 1 0,0-1 0,-1 1 0,1-1 0,-1 1 0,1-1 0,-1 1 0,-1-1 0,1 0 0,-1 0 0,1 1 0,-1-1 0,0 0 0,-4 5 0,2-4 0,0 0 0,-1 0 0,1 0 0,-1 0 0,0-1 0,-1 0 0,1 0 0,-1 0 0,0 0 0,0-1 0,0 0 0,0-1 0,0 1 0,-9 1 0,7-2 0,0 0 0,0 0 0,0-1 0,0 0 0,0-1 0,0 0 0,0 0 0,0-1 0,0 0 0,0 0 0,-13-4 0,17 4-85,1-1 0,0 0-1,0 1 1,0-1 0,0 0-1,0 0 1,0-1 0,0 1-1,1-1 1,-1 1 0,1-1-1,0 0 1,-1 0 0,1 0-1,-2-4 1,-3-10-6741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55.1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91 24575,'0'-7'0,"0"0"0,0 1 0,0 0 0,0-1 0,1 1 0,3-10 0,-4 14 0,1 0 0,0 1 0,-1-1 0,1 1 0,0-1 0,0 1 0,0-1 0,0 1 0,0 0 0,1 0 0,-1-1 0,0 1 0,1 0 0,-1 0 0,0 0 0,1 0 0,-1 1 0,1-1 0,0 0 0,-1 1 0,1-1 0,0 1 0,-1-1 0,1 1 0,2-1 0,0 1 0,-1 0 0,1-1 0,-1 1 0,1 0 0,-1 1 0,0-1 0,1 0 0,-1 1 0,1 0 0,-1 0 0,0 0 0,0 0 0,1 1 0,-1-1 0,0 1 0,5 4 0,-4-3 0,0 0 0,-1 1 0,0 0 0,0 0 0,0 0 0,0 0 0,-1 0 0,1 0 0,-1 1 0,3 8 0,-1 1 0,-1 1 0,0 0 0,-1 0 0,-1 0 0,0 0 0,-2 30 0,0-40 0,1 0 0,-1 1 0,0-1 0,0 1 0,-4 7 0,19-72 0,1 14 0,-5 13 0,27-60 0,-36 91 0,-1 0 0,0 0 0,1 0 0,-1-1 0,1 1 0,0 0 0,-1 0 0,1 0 0,0 0 0,0 0 0,-1 0 0,1 0 0,0 1 0,0-1 0,0 0 0,0 0 0,0 1 0,0-1 0,0 1 0,1-1 0,-1 1 0,0-1 0,0 1 0,0-1 0,1 1 0,-1 0 0,0 0 0,0 0 0,0 0 0,1 0 0,-1 0 0,0 0 0,0 0 0,1 0 0,-1 1 0,0-1 0,0 0 0,0 1 0,1-1 0,0 1 0,0 1 0,0 0 0,0-1 0,0 1 0,0 0 0,0 0 0,0 0 0,-1 1 0,1-1 0,-1 0 0,0 0 0,1 1 0,-1-1 0,0 1 0,0-1 0,-1 1 0,1 0 0,0-1 0,-1 4 0,2 18 0,-4 36 0,1-35 0,2 30 0,-1-54 0,0 0 0,0 1 0,0-1 0,1 0 0,-1 0 0,0 0 0,0 0 0,1 0 0,-1 0 0,1 0 0,-1 0 0,1 0 0,-1 0 0,1 0 0,0 0 0,-1 0 0,1 0 0,0 0 0,0-1 0,-1 1 0,1 0 0,0 0 0,0-1 0,0 1 0,0-1 0,0 1 0,0-1 0,0 1 0,0-1 0,0 0 0,0 1 0,1-1 0,-1 0 0,0 0 0,0 0 0,0 0 0,0 0 0,0 0 0,0 0 0,1 0 0,-1 0 0,0-1 0,0 1 0,0 0 0,0-1 0,0 1 0,0-1 0,1 0 0,2-1 0,0 1 0,0-1 0,0 0 0,-1 0 0,1-1 0,-1 1 0,1-1 0,-1 0 0,0 0 0,0 0 0,5-6 0,-2-4-1365,-3 0-5461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57.2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 24575,'-3'0'0,"-2"0"0,-1 2 0,3 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57.0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20 24575,'-1'-10'0,"1"0"0,3 18 0,10 39 0,31 75 0,-43-121-41,-1 1 0,1 0-1,0 0 1,0-1-1,-1 1 1,1-1 0,0 1-1,0-1 1,1 1 0,-1-1-1,0 0 1,0 1-1,1-1 1,-1 0 0,0 0-1,1 0 1,0 0 0,-1 0-1,1 0 1,-1 0-1,1-1 1,0 1 0,0-1-1,-1 1 1,1-1 0,0 0-1,0 1 1,0-1-1,-1 0 1,1 0 0,0 0-1,2-1 1,7-4-6785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11.2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24575,'0'3'0,"2"-3"0,4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03.6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1 508 24575,'2'0'0,"0"-1"0,0 0 0,0 1 0,0-1 0,-1 0 0,1 0 0,0 0 0,0-1 0,-1 1 0,1 0 0,-1 0 0,1-1 0,-1 1 0,2-3 0,-1 2 0,0 0 0,0 0 0,1-1 0,-1 2 0,1-1 0,-1 0 0,4-1 0,-5 2 0,0 1 0,0 0 0,0 0 0,-1 0 0,1 0 0,0 0 0,0 0 0,0 0 0,0 0 0,0 0 0,-1 0 0,1 0 0,0 1 0,0-1 0,0 0 0,-1 0 0,1 1 0,0-1 0,0 1 0,-1-1 0,1 1 0,0-1 0,-1 1 0,1-1 0,0 1 0,-1 0 0,1-1 0,-1 1 0,1 0 0,-1-1 0,1 2 0,4 6 0,-1 1 0,0 0 0,-1-1 0,1 1 0,3 19 0,2 6 0,0-7 0,-3-9 0,0 0 0,14 26 0,-20-43 0,1 0 0,-1 0 0,0 0 0,1-1 0,-1 1 0,0 0 0,1 0 0,-1-1 0,1 1 0,0 0 0,-1-1 0,1 1 0,-1-1 0,1 1 0,0 0 0,0-1 0,-1 0 0,1 1 0,0-1 0,0 1 0,-1-1 0,1 0 0,0 0 0,0 1 0,0-1 0,0 0 0,-1 0 0,1 0 0,0 0 0,0 0 0,0 0 0,0 0 0,0 0 0,-1 0 0,1-1 0,0 1 0,0 0 0,0 0 0,0-1 0,-1 1 0,1-1 0,0 1 0,-1-1 0,1 1 0,0-1 0,-1 1 0,1-1 0,0 1 0,-1-1 0,1 0 0,-1 1 0,1-1 0,0-1 0,5-6 0,-1 0 0,1-1 0,6-16 0,-8 17 0,175-302 0,-147 263 0,2 2 0,2 2 0,1 1 0,59-50 0,-95 91 0,52-39 0,-49 37 0,0 1 0,-1-1 0,1 1 0,0 0 0,1 1 0,-1-1 0,0 1 0,0 0 0,1 0 0,-1 0 0,9 0 0,-12 1-31,-1 0 0,1 0 0,-1 0 0,0 0 0,1 0 0,-1 0 0,1 0 0,-1 0 0,0 0 0,1 1 0,-1-1 0,1 0 0,-1 0 0,0 0 0,1 1 0,-1-1 0,0 0 0,1 0 0,-1 1 0,0-1 0,1 0 0,-1 1 0,0-1 0,0 0-1,1 1 1,-1-1 0,0 0 0,0 1 0,0-1 0,1 1 0,-1-1 0,0 1 0,0-1 0,0 0 0,0 1 0,0-1 0,0 1 0,0-1 0,0 1 0,0-1 0,0 0 0,0 1 0,-1 0 0,-2 9-6795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06.2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1 515 24575,'0'0'0,"1"-1"0,-1 1 0,1-1 0,-1 1 0,1 0 0,-1-1 0,1 1 0,-1 0 0,1-1 0,-1 1 0,1 0 0,0 0 0,-1-1 0,1 1 0,0 0 0,-1 0 0,1 0 0,0 0 0,-1 0 0,1 0 0,-1 0 0,1 0 0,0 0 0,-1 0 0,1 0 0,0 1 0,-1-1 0,2 1 0,0 0 0,0 0 0,-1 0 0,1 0 0,0 1 0,-1-1 0,1 1 0,-1-1 0,1 1 0,0 2 0,21 39 0,-14-19 0,2 0 0,1-1 0,24 36 0,-35-58 0,-1 0 0,1 0 0,0 0 0,0 0 0,1 0 0,-1 0 0,0 0 0,0 0 0,0 0 0,0-1 0,1 1 0,-1 0 0,0-1 0,1 1 0,-1-1 0,1 1 0,-1-1 0,0 0 0,1 0 0,-1 0 0,1 0 0,-1 0 0,1 0 0,-1 0 0,0 0 0,1 0 0,-1-1 0,1 1 0,-1 0 0,0-1 0,1 1 0,-1-1 0,0 0 0,1 1 0,-1-1 0,0 0 0,0 0 0,0 0 0,0 0 0,0 0 0,1-1 0,7-6 0,-1-1 0,-1 1 0,1-1 0,5-11 0,-9 14 0,86-126 0,101-133 0,-164 233 0,1 1 0,1 2 0,2 1 0,1 1 0,63-40 0,-86 61 0,1 1 0,0 0 0,0 0 0,17-5 0,-13 9 342,-14 1-387,1 0 0,-1 0 0,0 1 0,0-1 0,1 0 0,-1 0 0,0 0 0,0 0 0,1 0 0,-1 1 1,0-1-1,0 0 0,0 0 0,1 0 0,-1 1 0,0-1 0,0 0 0,0 0 0,0 0 0,1 1 0,-1-1 1,0 0-1,0 0 0,0 1 0,0-1 0,0 0 0,0 1 0,0-1 0,0 0 0,0 0 0,0 1 0,0-1 1,0 0-1,0 1 0,0-1 0,0 0 0,0 1 0,-4 10-6781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08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0 493 24575,'0'-2'0,"0"1"0,0 0 0,0-1 0,0 1 0,1 0 0,-1-1 0,0 1 0,0 0 0,1-1 0,-1 1 0,1 0 0,-1-1 0,1 1 0,0 0 0,-1 0 0,1 0 0,0 0 0,0 0 0,0 0 0,0 0 0,0 0 0,0 0 0,0 0 0,0 0 0,0 0 0,0 1 0,1-1 0,-1 0 0,0 1 0,1-1 0,-1 1 0,0 0 0,0-1 0,1 1 0,-1 0 0,1 0 0,-1 0 0,0 0 0,1 0 0,-1 0 0,0 0 0,1 0 0,-1 1 0,0-1 0,1 0 0,-1 1 0,0-1 0,1 1 0,-1 0 0,0-1 0,0 1 0,0 0 0,0 0 0,0-1 0,1 1 0,-2 0 0,1 0 0,0 0 0,0 0 0,0 1 0,0-1 0,-1 0 0,1 0 0,0 0 0,0 3 0,3 12 0,-1 0 0,0 0 0,-1 0 0,0 16 0,0 5 0,-1-4 0,-1-24 0,0 1 0,1-1 0,-1 0 0,5 17 0,-5-25 0,1-1 0,-1 1 0,0-1 0,0 1 0,0 0 0,1-1 0,-1 1 0,0-1 0,0 1 0,1-1 0,-1 1 0,0-1 0,1 1 0,-1-1 0,1 0 0,-1 1 0,1-1 0,-1 0 0,1 1 0,-1-1 0,1 0 0,-1 1 0,1-1 0,-1 0 0,1 0 0,-1 0 0,1 1 0,0-1 0,-1 0 0,1 0 0,-1 0 0,1 0 0,0 0 0,-1 0 0,1 0 0,-1 0 0,1 0 0,0-1 0,-1 1 0,1 0 0,-1 0 0,1 0 0,-1-1 0,1 1 0,-1 0 0,1-1 0,-1 1 0,1 0 0,-1-1 0,1 1 0,-1-1 0,0 1 0,1-1 0,0 0 0,24-28 0,-24 27 0,155-243 0,-38 51 0,-87 149 0,2 2 0,43-45 0,-75 87 0,45-42 0,-42 40 0,-1 0 0,0 1 0,1 0 0,0 0 0,-1 0 0,1 0 0,0 0 0,0 1 0,0 0 0,0 0 0,0 0 0,7-1 0,2 5-1365,-3 3-5461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35.9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307 247 24575,'0'-4'0,"-1"1"0,1-1 0,-1 0 0,0 0 0,0 0 0,-2-4 0,3 7 0,0 1 0,-1-1 0,1 0 0,0 1 0,0-1 0,-1 0 0,1 1 0,0-1 0,-1 0 0,1 1 0,-1-1 0,1 1 0,0-1 0,-1 1 0,1-1 0,-1 1 0,0-1 0,1 1 0,-1-1 0,1 1 0,-1 0 0,0-1 0,1 1 0,-1 0 0,0 0 0,1-1 0,-1 1 0,0 0 0,0 0 0,1 0 0,-1 0 0,0 0 0,1 0 0,-1 0 0,0 0 0,0 0 0,1 0 0,-1 1 0,0-1 0,1 0 0,-2 1 0,1 0 0,0 0 0,0 0 0,0 0 0,0 0 0,0 0 0,0 1 0,1-1 0,-1 0 0,0 1 0,1-1 0,-1 0 0,1 1 0,-1-1 0,1 1 0,0-1 0,0 1 0,0-1 0,-1 2 0,1 33 0,1-24 0,-1 99 0,-4 301 0,-3-282 0,-28 150 0,-133 366 0,166-639 0,-45 202 0,47-209 0,0 1 0,-1-1 0,1 1 0,0-1 0,0 0 0,0 1 0,0-1 0,0 1 0,0-1 0,-1 1 0,1-1 0,0 1 0,0-1 0,1 1 0,-1-1 0,0 1 0,0-1 0,0 1 0,0-1 0,0 1 0,0-1 0,1 1 0,-1-1 0,0 1 0,0-1 0,1 1 0,-1-1 0,0 0 0,1 1 0,-1-1 0,0 0 0,1 1 0,-1-1 0,1 0 0,-1 1 0,1-1 0,-1 0 0,0 0 0,1 0 0,-1 1 0,1-1 0,-1 0 0,1 0 0,-1 0 0,1 0 0,-1 0 0,1 0 0,-1 0 0,1 0 0,0 0 0,30-10 0,-19 5 0,109-25 0,188-23 0,-267 47 0,647-63 0,3 33 0,-15 0 0,-590 32 0,-25 1 0,-1-2 0,66-14 0,-122 18 0,0 0 0,-1 0 0,0-1 0,1 0 0,-1 0 0,0 0 0,0 0 0,0 0 0,0-1 0,0 0 0,0 0 0,-1 0 0,0 0 0,1-1 0,-1 1 0,0-1 0,-1 0 0,1 0 0,3-7 0,-3 5 0,-2 0 0,1 0 0,-1 0 0,1 0 0,-1 0 0,-1 0 0,0 0 0,1 0 0,-2 0 0,1 0 0,-1 0 0,0 0 0,0 0 0,0 1 0,-3-7 0,-2-5 0,-83-274 0,69 191 0,4 0 0,-4-104 0,13-205 0,16 218 0,-5 107 0,-2 67 0,-2-1 0,0 0 0,-2 1 0,0-1 0,0 1 0,-2 0 0,0 0 0,-1 0 0,-1 0 0,0 1 0,-10-18 0,14 31 0,0 1 0,0-1 0,0 1 0,0 0 0,0-1 0,-1 1 0,1 0 0,-1 0 0,0 1 0,0-1 0,1 1 0,-1-1 0,0 1 0,0 0 0,0 0 0,-1 0 0,1 0 0,0 1 0,0-1 0,0 1 0,0 0 0,-4 0 0,-9 1 0,1 0 0,0 1 0,-22 6 0,10-2 0,-679 91 0,-5-38 0,594-51 0,-439 46 0,323-18 0,187-30 224,15-2-1019,-45 2 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38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50 24575,'-2'-5'0,"0"-1"0,0 0 0,0 1 0,0 0 0,-1 0 0,0 0 0,-4-6 0,6 9 0,-9 39 0,3 14 0,1 1 0,3 1 0,2-1 0,3 0 0,8 59 0,-5-84 0,15 95 0,9 211 0,-23-91 0,0 18 0,-6-214 0,10 75 0,-7-75 0,-4-38 0,1-1 0,1 1 0,-1-1 0,1 1 0,0-1 0,0 0 0,1 1 0,0-1 0,1 0 0,3 7 0,-6-13-27,0-1 0,0 0-1,0 1 1,0-1 0,1 1-1,-1-1 1,0 0 0,0 1-1,1-1 1,-1 1 0,0-1 0,0 0-1,1 1 1,-1-1 0,0 0-1,1 0 1,-1 1 0,1-1-1,-1 0 1,0 0 0,1 0 0,-1 1-1,1-1 1,-1 0 0,0 0-1,1 0 1,-1 0 0,1 0-1,-1 0 1,1 0 0,-1 0-1,0 0 1,1 0 0,-1 0 0,1 0-1,-1 0 1,1 0 0,-1 0-1,0 0 1,1-1 0,-1 1-1,1 0 1,-1 0 0,0 0-1,1-1 1,-1 1 0,0 0 0,1-1-1,-1 1 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39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 24575,'-1'0'0,"0"0"0,1 0 0,-1 1 0,1-1 0,-1 0 0,0 1 0,1-1 0,-1 1 0,1-1 0,-1 1 0,1-1 0,-1 1 0,1-1 0,0 1 0,-1-1 0,1 1 0,0 0 0,-1-1 0,1 1 0,0 0 0,0-1 0,-1 1 0,1 0 0,0-1 0,0 1 0,0 0 0,0 1 0,-2 23 0,2-21 0,0 389 0,20-208 0,-10-121 0,1 66 0,-13 93 0,4 86 0,0-282 0,11 40 0,-1-2 0,-8-45 0,1 0 0,0 0 0,11 24 0,2 7 0,-16-44-273,-1-1 0,1 1 0,-2 0 0,1 9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2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20 270 24575,'-18'-1'0,"17"1"0,3 0 0,27-3 0,-4 1 0,1370-172 0,-1219 151 0,-6 6 0,222 5 0,-367 12 0,0 0 0,-1-2 0,1-1 0,35-9 0,-42 8 0,0 1 0,0 2 0,1-1 0,22 3 0,29-2 0,-68 0-124,1 1 0,-1 0 0,1-1 0,-1 1 0,1-1 0,-1 0-1,1 0 1,-1 0 0,0 0 0,4-2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4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82 218 24575,'-55'0'0,"33"0"0,17 0 0,7 0 0,394-28 0,-227 11 0,65-4 0,623-51 0,-604 57 0,102-7 0,-228 6 0,-27 4 0,38-2 0,-183 25-1365,32-9-5461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5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1 286 24575,'36'-2'0,"1"-2"0,55-12 0,-27 3 0,470-53 0,3 30 0,-165 12 0,-199 14 0,-37 4 0,161-30 0,-221 19 0,-37 7 0,54-5 0,-2 0 0,-63 10 0,0 0 0,48-1 0,-21 7-1365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58.0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94 230 24575,'0'-1'0,"0"-1"0,0 1 0,0 0 0,0-1 0,-1 1 0,1 0 0,0 0 0,0-1 0,-1 1 0,1 0 0,-1 0 0,1 0 0,-1-1 0,0 1 0,1 0 0,-1 0 0,0 0 0,0 0 0,0 0 0,0 0 0,0 0 0,0 1 0,0-1 0,0 0 0,0 0 0,0 1 0,0-1 0,0 1 0,0-1 0,-1 1 0,1-1 0,0 1 0,0 0 0,-1-1 0,1 1 0,-2 0 0,1 0 0,-1 0 0,1 0 0,-1 0 0,0 1 0,1-1 0,-1 1 0,1 0 0,0-1 0,-1 1 0,1 0 0,-1 0 0,1 1 0,0-1 0,0 0 0,0 1 0,0-1 0,-3 4 0,3-2 0,-1 0 0,1 1 0,1-1 0,-1 0 0,0 1 0,1-1 0,0 1 0,0 0 0,0-1 0,0 1 0,0 0 0,1 0 0,0-1 0,0 1 0,0 0 0,0 0 0,1 0 0,-1-1 0,1 1 0,0 0 0,0 0 0,0-1 0,0 1 0,4 4 0,-4-5 0,0-1 0,0 1 0,0-1 0,1 1 0,-1-1 0,1 0 0,0 0 0,0 0 0,0 0 0,0 0 0,0 0 0,0-1 0,0 1 0,1 0 0,-1-1 0,0 0 0,1 0 0,-1 0 0,1 0 0,0 0 0,-1 0 0,1 0 0,0-1 0,0 0 0,-1 1 0,1-1 0,0 0 0,0 0 0,-1-1 0,1 1 0,0 0 0,-1-1 0,6-1 0,-3-1 0,0 1 0,0-1 0,0 0 0,-1 0 0,1 0 0,-1-1 0,0 0 0,0 0 0,0 0 0,0 0 0,-1 0 0,0-1 0,0 0 0,0 1 0,0-1 0,-1 0 0,0 0 0,0-1 0,0 1 0,-1 0 0,1-1 0,-1 1 0,0-8 0,0 0 0,0-1 0,-1 0 0,0 1 0,-1-1 0,-1 1 0,0-1 0,-1 1 0,-6-19 0,3 13 0,2 8 0,0-1 0,0 1 0,-1 0 0,-12-20 0,13 30 0,3 8 0,3 10 0,64 232 0,-60-228 0,-5-16 69,1 0-1,0 0 0,0 1 0,6 8 1,-7-12-155,0-1 1,0 0 0,0 1-1,0-1 1,0 0 0,0 0-1,1 1 1,-1-1 0,0 0-1,1 0 1,-1 0 0,1-1-1,-1 1 1,1 0 0,0 0-1,-1-1 1,1 1 0,0-1-1,2 1 1,7-1-6741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0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1 24575,'-6'-1'0,"-1"1"0,1 1 0,0-1 0,0 1 0,0 0 0,0 1 0,0-1 0,0 1 0,-10 5 0,12-5 0,1 0 0,0 1 0,0 0 0,-1-1 0,2 1 0,-1 1 0,0-1 0,1 0 0,-1 0 0,1 1 0,0 0 0,0-1 0,0 1 0,1 0 0,-3 7 0,3-5 0,-1 0 0,1 0 0,0 1 0,0-1 0,1 0 0,0 1 0,0-1 0,1 0 0,-1 1 0,1-1 0,1 0 0,-1 0 0,1 1 0,0-1 0,5 10 0,-6-14 0,1 1 0,0-1 0,-1 1 0,1-1 0,0 0 0,0 0 0,0 1 0,0-1 0,0-1 0,1 1 0,-1 0 0,1 0 0,-1-1 0,1 0 0,0 1 0,-1-1 0,1 0 0,0 0 0,0-1 0,0 1 0,0 0 0,0-1 0,0 0 0,0 0 0,-1 0 0,1 0 0,0 0 0,0 0 0,0-1 0,0 0 0,0 1 0,0-1 0,0 0 0,-1 0 0,5-3 0,9-4-1365,-1-1-5461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0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2 24575,'-1'0'0,"0"0"0,0 0 0,-1 1 0,1-1 0,0 1 0,0-1 0,0 1 0,0 0 0,0-1 0,0 1 0,0 0 0,0 0 0,0 0 0,0 0 0,0 0 0,0 0 0,0 0 0,1 0 0,-1 0 0,1 0 0,-1 0 0,0 0 0,1 1 0,0-1 0,-1 0 0,1 0 0,0 1 0,0-1 0,-1 1 0,-3 41 0,4-41 0,0 6 0,0 0 0,1 0 0,-1 0 0,2 0 0,3 12 0,-5-19 0,1 1 0,-1-1 0,1 1 0,-1-1 0,1 1 0,0-1 0,0 0 0,0 1 0,0-1 0,0 0 0,0 0 0,0 0 0,1 0 0,1 2 0,-2-2 0,0-1 0,1 0 0,-1 0 0,0 1 0,0-1 0,0 0 0,0 0 0,0 0 0,1 0 0,-1 0 0,0 0 0,0 0 0,0-1 0,0 1 0,1 0 0,-1-1 0,0 1 0,0-1 0,0 1 0,0-1 0,0 1 0,0-1 0,1-1 0,2-1 0,0-1 0,0 1 0,-1-1 0,0 0 0,1 0 0,-1 0 0,-1 0 0,1-1 0,0 1 0,-1-1 0,0 0 0,0 0 0,2-9 0,-3 11 0,-1 1 0,1 0 0,-1-1 0,1 1 0,-1-1 0,0 1 0,0-1 0,0 1 0,0 0 0,0-1 0,-1 1 0,1-1 0,-1 1 0,0-1 0,1 1 0,-1 0 0,0 0 0,0-1 0,-1 1 0,1 0 0,0 0 0,-1 0 0,1 0 0,-1 0 0,0 1 0,1-1 0,-1 0 0,0 1 0,0-1 0,-3-1 0,-1 1-195,0 0 0,0 0 0,0 0 0,0 1 0,0 0 0,-10-1 0,4 1-6631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1.0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27 24575,'0'-1'0,"0"0"0,0 0 0,0 0 0,0 0 0,0 0 0,-1-1 0,1 2 0,0-1 0,0 0 0,-1 0 0,1 0 0,-1 0 0,1 0 0,-1 0 0,1 0 0,-1 0 0,1 0 0,-1 1 0,0-1 0,1 0 0,-1 0 0,0 1 0,0-1 0,0 1 0,1-1 0,-1 1 0,0-1 0,0 1 0,0-1 0,0 1 0,0 0 0,0-1 0,0 1 0,0 0 0,0 0 0,0 0 0,0 0 0,0 0 0,0 0 0,0 0 0,0 0 0,0 0 0,0 0 0,0 1 0,-2 0 0,-1 0 0,0 0 0,0 0 0,0 1 0,0-1 0,0 1 0,0 0 0,0 0 0,1 1 0,-7 4 0,8-5 0,-1 0 0,1 0 0,1 1 0,-1-1 0,0 0 0,0 0 0,1 1 0,0-1 0,-1 1 0,1 0 0,0-1 0,0 1 0,0 0 0,1-1 0,-1 1 0,0 0 0,1 0 0,0 0 0,0 0 0,0 4 0,1-3 0,1 1 0,-1-1 0,1 0 0,0 1 0,0-1 0,1 0 0,-1 0 0,1 0 0,0-1 0,0 1 0,7 6 0,-6-6 0,1 1 0,-1 0 0,0 0 0,0 1 0,-1-1 0,1 1 0,-1 0 0,4 11 0,-6-15 0,-1 1 0,1-1 0,-1 1 0,1-1 0,-1 1 0,0-1 0,0 1 0,0-1 0,0 1 0,-1-1 0,1 1 0,-1-1 0,1 1 0,-1-1 0,0 0 0,0 1 0,0-1 0,0 0 0,0 0 0,-1 0 0,1 0 0,-1 0 0,1 0 0,-1 0 0,0 0 0,-2 2 0,1-2-72,1-1 1,0 1-1,-1-1 0,0 0 0,1 0 0,-1 0 0,0 0 0,1 0 1,-1-1-1,0 1 0,0-1 0,1 0 0,-1 1 0,0-1 0,0-1 1,0 1-1,1 0 0,-6-2 0,-1-1-6754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1.3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24575,'0'4'0,"0"0"0,0 0 0,0 0 0,0 1 0,1-1 0,-1 0 0,1 0 0,0 0 0,3 7 0,15 50 0,38 115-1365,-52-162-5461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1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61 24575,'-2'-2'0,"-1"-3"0,2-4 0,5 1 0,2 1 0,4 2 0,1 2 0,3-1 0,2 0 0,1 0 0,0 2 0,0 1 0,-3-2 0,-5 0-8191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4.3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109 224 24575,'0'-2'0,"0"1"0,0 0 0,-1 0 0,1 0 0,0 0 0,-1 0 0,1-1 0,-1 1 0,0 0 0,1 0 0,-1 0 0,0 0 0,1 1 0,-1-1 0,0 0 0,0 0 0,0 0 0,0 1 0,0-1 0,0 0 0,0 1 0,0-1 0,0 1 0,0-1 0,0 1 0,0 0 0,-1-1 0,1 1 0,0 0 0,-2 0 0,0-1 0,1 1 0,-1-1 0,0 1 0,1 0 0,-1 0 0,0 0 0,1 1 0,-1-1 0,0 0 0,1 1 0,-1 0 0,-3 1 0,3 1 0,-1 0 0,1 0 0,0 0 0,1 1 0,-1-1 0,0 1 0,1 0 0,0-1 0,0 1 0,0 0 0,0 0 0,1 0 0,0 1 0,-2 7 0,0 1 0,1 0 0,0 1 0,0 21 0,2-34 0,0 0 0,0 1 0,0-1 0,0 1 0,0-1 0,1 0 0,-1 1 0,0-1 0,1 1 0,-1-1 0,1 0 0,-1 0 0,1 1 0,0-1 0,-1 0 0,1 0 0,0 0 0,0 0 0,0 1 0,1 0 0,-1-2 0,0 1 0,0-1 0,0 1 0,1-1 0,-1 0 0,0 1 0,0-1 0,0 0 0,0 0 0,1 0 0,-1 0 0,0 0 0,0 0 0,0-1 0,0 1 0,1 0 0,-1 0 0,2-2 0,2 0 0,-1 0 0,1 0 0,-1-1 0,0 0 0,0 0 0,0 0 0,0 0 0,0-1 0,5-6 0,-2-2 0,0 1 0,0-1 0,-2 0 0,1-1 0,-2 1 0,1-1 0,-2 0 0,3-16 0,-3 10 0,-1 0 0,-1 0 0,0-1 0,-1 1 0,-4-22 0,-4 2 0,8 37 0,-1 0 0,0 0 0,1 0 0,-1 0 0,0 0 0,0 0 0,0 0 0,0 1 0,0-1 0,-1 0 0,1 0 0,0 1 0,-1-1 0,0 1 0,-2-3 0,4 4 0,-1 0 0,1 0 0,0 0 0,-1 0 0,1 0 0,0 0 0,-1 0 0,1 0 0,0 0 0,-1 0 0,1 1 0,-1-1 0,1 0 0,0 0 0,-1 0 0,1 0 0,0 0 0,0 1 0,-1-1 0,1 0 0,0 0 0,-1 1 0,1-1 0,0 0 0,0 0 0,0 1 0,-1-1 0,1 0 0,0 1 0,0-1 0,0 0 0,0 1 0,-1-1 0,1 0 0,0 1 0,0-1 0,0 0 0,0 1 0,0-1 0,0 1 0,0 0 0,-2 17 0,2-17 0,0 20 0,1 0 0,1 1 0,8 33 0,-4-27 0,2 33 0,-9-24 226,1-29-402,-1 0-1,1 0 0,0 0 0,1 0 0,0 0 0,0 0 1,1 0-1,4 12 0,0-10-6649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4.8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 13 24575,'-1'-1'0,"1"0"0,0 0 0,-1 1 0,1-1 0,-1 0 0,1 0 0,-1 1 0,1-1 0,-1 1 0,0-1 0,1 0 0,-1 1 0,0-1 0,1 1 0,-1 0 0,0-1 0,0 1 0,0-1 0,1 1 0,-1 0 0,0 0 0,0-1 0,0 1 0,0 0 0,1 0 0,-1 0 0,0 0 0,0 0 0,-1 0 0,-26 1 0,25 0 0,0 0 0,0 1 0,1-1 0,-1 1 0,1 0 0,-1 0 0,1 0 0,0 0 0,-1 0 0,1 0 0,0 1 0,0-1 0,1 1 0,-1-1 0,0 1 0,1 0 0,0-1 0,0 1 0,0 0 0,0 0 0,0 0 0,0 0 0,1 0 0,-1 0 0,1 0 0,0 5 0,0-4 0,0-1 0,0 1 0,0 0 0,0 0 0,1-1 0,0 1 0,0 0 0,0-1 0,0 1 0,2 3 0,-2-5 0,0-1 0,0 1 0,0 0 0,0-1 0,0 1 0,0-1 0,1 0 0,-1 1 0,0-1 0,1 0 0,0 0 0,-1 0 0,1 0 0,-1 0 0,1 0 0,0 0 0,0 0 0,0-1 0,2 1 0,-2 0 0,0-1 0,0-1 0,-1 1 0,1 0 0,0 0 0,0-1 0,-1 1 0,1-1 0,0 1 0,-1-1 0,1 0 0,-1 0 0,1 0 0,-1 0 0,1 0 0,-1 0 0,1 0 0,-1 0 0,0 0 0,0-1 0,0 1 0,0 0 0,0-1 0,0 1 0,0-1 0,0 0 0,0 1 0,-1-1 0,2-1 0,1-4 0,-1 0 0,1 0 0,-1 0 0,-1-1 0,2-11 0,-2 16 0,-1 0 0,1 1 0,-1-1 0,0 0 0,0 1 0,0-1 0,0 1 0,0-1 0,0 1 0,-1-1 0,1 0 0,-1 1 0,0-1 0,0 1 0,-1-4 0,1 6 0,1 0 0,0 0 0,-1 0 0,1 0 0,0 1 0,-1-1 0,1 0 0,0 0 0,-1 0 0,1 0 0,0 1 0,0-1 0,-1 0 0,1 0 0,0 0 0,0 1 0,0-1 0,-1 0 0,1 1 0,0-1 0,0 0 0,0 0 0,0 1 0,-1-1 0,1 0 0,0 1 0,0-1 0,0 0 0,0 1 0,0-1 0,0 0 0,0 1 0,0-1 0,0 0 0,0 1 0,0-1 0,0 0 0,0 1 0,-2 16 0,1-5 69,1 0-1,0 0 0,0 1 0,5 18 1,-5-28-144,1 0 1,0 1 0,0-1 0,0 0 0,0 0-1,1 0 1,-1 0 0,1-1 0,0 1 0,-1 0-1,1-1 1,0 1 0,1-1 0,-1 0 0,0 1-1,1-1 1,-1 0 0,1 0 0,0-1 0,0 1-1,0-1 1,4 3 0,4-1-6752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5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30 24575,'-1'-2'0,"-1"0"0,1 0 0,0-1 0,0 1 0,0-1 0,0 1 0,-1-5 0,-1 0 0,2 22 0,4 41 0,19 111 0,-11-98 0,-4-35-1365,-3-23-5461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5.7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82 24575,'42'0'0,"-15"1"0,0-1 0,-1-1 0,1-1 0,-1-1 0,29-8 0,-53 11 0,-1-1 0,0 1 0,0 0 0,0-1 0,1 1 0,-1-1 0,0 1 0,0-1 0,0 1 0,0-1 0,0 0 0,0 0 0,0 1 0,0-1 0,0 0 0,0 0 0,-1 0 0,1 0 0,0 0 0,0 0 0,-1 0 0,1-2 0,-1 2 0,0 0 0,0 0 0,0-1 0,0 1 0,0 0 0,0 0 0,-1 0 0,1 0 0,0 0 0,-1 0 0,1 0 0,-1 0 0,1 0 0,-1 0 0,1 0 0,-1 0 0,0 0 0,0 1 0,-1-3 0,-1 1 0,0-1 0,0 0 0,0 1 0,-1 0 0,1 0 0,-1 0 0,1 0 0,-1 0 0,0 1 0,0 0 0,0-1 0,-8 0 0,10 2 0,-1 1 0,0-1 0,1 1 0,-1 0 0,0-1 0,1 1 0,-1 0 0,1 0 0,0 1 0,-1-1 0,1 0 0,0 1 0,-1 0 0,1-1 0,0 1 0,0 0 0,1 0 0,-1 0 0,0 0 0,1 1 0,-1-1 0,1 0 0,-1 1 0,1-1 0,0 1 0,-1 2 0,0 1 0,0-1 0,0 1 0,1 0 0,-1 0 0,1 0 0,1 1 0,-1-1 0,1 0 0,0 0 0,2 11 0,-2-15 0,0 0 0,1 0 0,-1 0 0,1-1 0,-1 1 0,1 0 0,0 0 0,0-1 0,0 1 0,0 0 0,0-1 0,0 1 0,1-1 0,-1 1 0,0-1 0,1 0 0,-1 0 0,1 1 0,-1-1 0,1 0 0,0 0 0,-1 0 0,1-1 0,0 1 0,0 0 0,0-1 0,-1 1 0,1-1 0,0 0 0,0 1 0,0-1 0,0 0 0,0 0 0,0 0 0,0 0 0,0-1 0,0 1 0,-1 0 0,1-1 0,0 0 0,0 1 0,0-1 0,-1 0 0,1 0 0,0 0 0,-1 0 0,1 0 0,-1 0 0,1 0 0,-1-1 0,1 1 0,-1-1 0,0 1 0,0-1 0,0 1 0,2-4 0,0 0 0,1 0 0,-2-1 0,1 1 0,-1-1 0,1 0 0,-1 1 0,-1-1 0,1 0 0,-1 0 0,0 0 0,-1 0 0,1-1 0,-2-8 0,-1 13 0,-2 8 0,-1 8 0,5-12-68,0 0 0,1 1-1,-1-1 1,0 0 0,1 1 0,0-1-1,-1 0 1,1 0 0,0 1 0,0-1-1,0 0 1,1 0 0,-1 0 0,0 0-1,1 0 1,-1-1 0,1 1-1,0 0 1,2 1 0,6 5-6758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06.4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16 24575,'0'-1'0,"0"0"0,0 1 0,0-1 0,0 0 0,0 1 0,0-1 0,0 1 0,0-1 0,0 0 0,0 1 0,-1-1 0,1 0 0,0 1 0,0-1 0,0 1 0,-1-1 0,1 0 0,0 1 0,-1-1 0,1 1 0,-1-1 0,1 1 0,-1-1 0,0 0 0,1 1 0,-1 0 0,1 0 0,-1 0 0,0 0 0,1 1 0,-1-1 0,1 0 0,-1 0 0,0 0 0,1 0 0,-1 1 0,1-1 0,-1 0 0,1 0 0,-1 1 0,1-1 0,-1 0 0,1 1 0,-1-1 0,0 1 0,-2 2 0,0 0 0,0 0 0,0 1 0,1-1 0,-1 1 0,-1 4 0,1-1 0,0 1 0,0 0 0,1-1 0,0 1 0,0 0 0,1 0 0,0 1 0,1-1 0,0 0 0,0 0 0,3 15 0,-3-20 0,1 1 0,0 0 0,0 0 0,0-1 0,0 1 0,1 0 0,0-1 0,-1 0 0,1 1 0,0-1 0,1 0 0,-1 0 0,1 0 0,-1 0 0,1 0 0,0-1 0,0 1 0,0-1 0,0 0 0,0 0 0,1 0 0,-1 0 0,1 0 0,-1-1 0,1 0 0,5 2 0,-2-2-273,0 0 0,0-1 0,0 1 0,12-2 0,1-2-6553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10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97 24575,'10'-8'0,"0"1"0,1 1 0,0 0 0,0 0 0,22-7 0,-17 6 0,12-4 0,45-12 0,-62 20 0,0 1 0,1 0 0,-1 1 0,1 0 0,-1 1 0,1 0 0,13 2 0,-23-2 0,-1 0 0,1 0 0,0 1 0,-1-1 0,1 1 0,-1-1 0,1 1 0,-1 0 0,1-1 0,-1 1 0,1 0 0,-1 0 0,0 0 0,3 2 0,-4-2 0,1 0 0,-1-1 0,0 1 0,1 0 0,-1 0 0,0-1 0,0 1 0,1 0 0,-1 0 0,0-1 0,0 1 0,0 0 0,0 0 0,0 0 0,0-1 0,0 1 0,0 0 0,0 0 0,-1-1 0,1 1 0,0 0 0,-1 0 0,-1 3 0,0-1 0,0 1 0,0-1 0,-1 0 0,1 0 0,-1 0 0,0-1 0,0 1 0,0-1 0,-5 4 0,-12 6 0,0 0 0,-1-2 0,-1-1 0,1 0 0,-2-1 0,1-2 0,-1 0 0,1-2 0,-2 0 0,-25 0 0,48-3 0,-1-1 0,1 0 0,-1 0 0,1 0 0,-1 0 0,1-1 0,0 1 0,-1 0 0,1-1 0,0 1 0,-1 0 0,1-1 0,0 0 0,-1 1 0,1-1 0,0 0 0,0 0 0,0 1 0,-2-3 0,3 3 0,0-1 0,0 0 0,0 0 0,0 0 0,0 1 0,0-1 0,0 0 0,0 0 0,0 0 0,0 1 0,1-1 0,-1 0 0,0 0 0,1 1 0,-1-1 0,0 0 0,1 0 0,-1 1 0,1-1 0,-1 0 0,1 1 0,-1-1 0,1 1 0,-1-1 0,1 1 0,0-1 0,-1 1 0,1-1 0,0 1 0,-1-1 0,1 1 0,0 0 0,1-1 0,28-15 0,1 1 0,0 1 0,2 1 0,37-9 0,-37 12 0,-11 2 0,-13 5 0,0 0 0,0 0 0,0 0 0,0 1 0,1 1 0,16-2 0,-26 3 0,1 0 0,-1 0 0,1 0 0,-1 0 0,0 0 0,1 0 0,-1 0 0,0 0 0,1 0 0,-1 0 0,0 0 0,1 0 0,-1 0 0,0 1 0,1-1 0,-1 0 0,0 0 0,1 0 0,-1 0 0,0 1 0,1-1 0,-1 0 0,0 0 0,1 1 0,-1-1 0,0 0 0,0 0 0,0 1 0,1-1 0,-1 0 0,0 1 0,0-1 0,0 0 0,0 1 0,1-1 0,-1 0 0,0 1 0,0-1 0,0 0 0,0 1 0,0-1 0,0 1 0,0-1 0,0 0 0,0 1 0,0-1 0,0 0 0,0 1 0,-1-1 0,1 0 0,0 1 0,0-1 0,0 0 0,0 1 0,-1-1 0,1 0 0,0 1 0,0-1 0,0 0 0,-1 0 0,1 1 0,0-1 0,-1 0 0,1 0 0,0 1 0,-1-1 0,1 0 0,-22 18 0,1-6 0,-1 0 0,0-2 0,-44 14 0,-76 12 0,82-22 0,44-11 0,24-7 0,24-7 0,7-2 0,1 2 0,0 2 0,1 1 0,0 3 0,52-1 0,-91 6 0,-1-1 0,0 1 0,1 0 0,-1 0 0,0 0 0,1 1 0,-1-1 0,0 0 0,1 0 0,-1 1 0,0-1 0,0 1 0,1-1 0,-1 1 0,0-1 0,0 1 0,0 0 0,0 0 0,0 0 0,0-1 0,0 1 0,0 0 0,0 0 0,0 0 0,0 0 0,0 2 0,-1-1 0,0-1 0,0 0 0,0 0 0,0 1 0,0-1 0,-1 0 0,1 1 0,0-1 0,-1 0 0,1 0 0,-1 0 0,0 1 0,1-1 0,-1 0 0,0 0 0,0 0 0,1 0 0,-1 0 0,0 0 0,0 0 0,0-1 0,0 1 0,0 0 0,0 0 0,-1-1 0,0 2 0,-25 12 0,0 0 0,0-2 0,-1-1 0,-1-1 0,0-2 0,-33 6 0,55-12 0,-27 4 0,33-6 0,-1 0 0,0 0 0,0 0 0,1 0 0,-1 0 0,0 0 0,0 0 0,1-1 0,-1 1 0,0 0 0,0-1 0,1 0 0,-1 1 0,-2-2 0,4 1 0,0 1 0,0 0 0,0 0 0,0-1 0,0 1 0,0 0 0,0-1 0,0 1 0,0 0 0,0 0 0,0-1 0,0 1 0,0 0 0,0 0 0,0-1 0,0 1 0,0 0 0,0-1 0,1 1 0,-1 0 0,0 0 0,0-1 0,0 1 0,0 0 0,1 0 0,-1 0 0,0-1 0,0 1 0,0 0 0,1 0 0,-1 0 0,0 0 0,0-1 0,1 1 0,-1 0 0,0 0 0,1 0 0,11-7 0,16-7 0,1 2 0,0 2 0,1 0 0,33-5 0,-2 4 0,67-4 0,-124 15 0,7-1 0,1 1 0,-1 0 0,16 2 0,-25-2 0,0 0 0,0 0 0,0 1 0,-1-1 0,1 1 0,0 0 0,0 0 0,-1-1 0,1 1 0,-1 0 0,1 0 0,2 2 0,-4-2 0,1 0 0,-1 0 0,1 0 0,-1-1 0,0 1 0,1 0 0,-1 0 0,0 0 0,1 0 0,-1 0 0,0 0 0,0-1 0,0 1 0,0 0 0,0 0 0,0 0 0,0 0 0,0 0 0,0 0 0,-1 0 0,1 0 0,0 0 0,0-1 0,-1 1 0,1 0 0,-1 1 0,-3 5 0,-1 0 0,1-1 0,-1 0 0,0 0 0,0 0 0,-1 0 0,0-1 0,0 0 0,0 0 0,-8 4 0,-11 6 0,-35 16 0,31-17 0,-1-2 0,0-1 0,-46 10 0,65-18 0,0-1 0,0-1 0,0 1 0,0-2 0,0 0 0,0 0 0,0-1 0,0 0 0,0-1 0,1 0 0,-1-1 0,0 0 0,-17-8 0,26 10 0,0 0 0,0 0 0,0 0 0,0 0 0,0-1 0,1 1 0,-1 0 0,0-1 0,0 0 0,1 1 0,-1-1 0,1 0 0,0 0 0,-1 0 0,1 0 0,0 0 0,0 0 0,0 0 0,1 0 0,-1-1 0,0 1 0,1 0 0,-1 0 0,1-1 0,0 1 0,0 0 0,0-1 0,0 1 0,0 0 0,1 0 0,-1-1 0,0 1 0,1 0 0,0 0 0,0-1 0,-1 1 0,1 0 0,2-3 0,2-3 0,1-1 0,-1 1 0,2 0 0,-1 0 0,1 1 0,0 0 0,13-11 0,-1 4 0,1 1 0,0 0 0,1 2 0,29-13 0,-39 19 0,1 1 0,0 0 0,1 1 0,-1 0 0,0 1 0,1 0 0,0 1 0,-1 0 0,24 3 0,-33-2 0,0 1 0,0-1 0,0 1 0,0 0 0,-1 0 0,1 0 0,0 0 0,0 1 0,-1-1 0,1 1 0,-1 0 0,0-1 0,1 1 0,-1 0 0,0 0 0,3 4 0,-5-5 0,1 0 0,-1 0 0,1-1 0,-1 1 0,1 0 0,-1 0 0,0 0 0,0 0 0,1 0 0,-1 0 0,0 0 0,0 1 0,0-1 0,0 0 0,0 0 0,0 0 0,0 0 0,-1 0 0,1 1 0,-1 0 0,0-1 0,0 1 0,0 0 0,0-1 0,0 1 0,-1-1 0,1 1 0,0-1 0,-1 0 0,1 1 0,-1-1 0,1 0 0,-4 2 0,-7 3 49,0-1 0,0 0 0,0-1-1,-1 0 1,1-1 0,-21 3 0,-80 3-1756,99-9-5119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8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90 24575,'7'-47'0,"-2"16"0,-5 30 0,0 1 0,0-1 0,0 1 0,0-1 0,0 1 0,0-1 0,0 1 0,0 0 0,0-1 0,1 1 0,-1-1 0,0 1 0,0-1 0,0 1 0,0-1 0,1 1 0,-1-1 0,0 1 0,1 0 0,-1-1 0,0 1 0,1 0 0,0-1 0,5 8 0,6 24 0,-11-29 0,30 105 0,32 207 0,-56-278-1365,-2-25-5461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8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28 24575,'15'-23'0,"-15"19"0,-10 15 0,-21 18 0,27-26 0,-1 0 0,1 1 0,0 0 0,0 0 0,0 0 0,1 0 0,-1 0 0,1 1 0,0 0 0,-4 7 0,7-11 0,0 0 0,0 1 0,0-1 0,0 0 0,0 0 0,0 0 0,0 1 0,1-1 0,-1 0 0,0 0 0,1 0 0,-1 0 0,1 1 0,-1-1 0,1 0 0,-1 0 0,1 0 0,0 0 0,-1 0 0,1 0 0,0 0 0,0-1 0,0 1 0,0 0 0,0 0 0,0-1 0,0 1 0,0 0 0,2 0 0,39 18 0,-28-14 0,79 38-1365,-81-38-5461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9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70 394 24575,'26'1'0,"-11"0"0,0-1 0,22-2 0,-35 2 0,1 0 0,0 0 0,-1-1 0,1 0 0,0 1 0,-1-1 0,1 0 0,-1 0 0,0 0 0,1-1 0,-1 1 0,0-1 0,1 1 0,-1-1 0,0 0 0,0 0 0,0 1 0,-1-1 0,4-4 0,-5 5 0,0 0 0,1 1 0,-1-1 0,0 0 0,1 0 0,-1 1 0,0-1 0,0 0 0,0 0 0,1 0 0,-1 1 0,0-1 0,0 0 0,0 0 0,-1 0 0,1 0 0,0 1 0,0-1 0,0 0 0,0 0 0,-1 0 0,1 1 0,0-1 0,-1 0 0,1 0 0,-1 1 0,0-2 0,-1 0 0,0 0 0,0 1 0,0-1 0,0 1 0,0-1 0,-1 1 0,1 0 0,0 0 0,-4-1 0,-4-2 0,0 1 0,0 1 0,-17-2 0,22 3 0,0 1 0,0 0 0,0 0 0,0 1 0,0-1 0,0 1 0,1 0 0,-1 0 0,0 0 0,0 1 0,1 0 0,-1 0 0,1 0 0,0 1 0,-1-1 0,1 1 0,0 0 0,0 0 0,1 0 0,-1 1 0,-5 6 0,6-5 0,0 0 0,0-1 0,1 1 0,-1 0 0,1 0 0,1 1 0,-1-1 0,1 0 0,0 0 0,0 1 0,0-1 0,1 1 0,-1-1 0,1 1 0,1-1 0,-1 0 0,1 1 0,0-1 0,3 9 0,-2-6 0,1-1 0,0 0 0,1-1 0,-1 1 0,1 0 0,0-1 0,1 0 0,0 0 0,0 0 0,0-1 0,0 0 0,1 0 0,0 0 0,0 0 0,0-1 0,1 0 0,-1-1 0,1 1 0,0-1 0,0 0 0,1-1 0,-1 0 0,0 0 0,1 0 0,-1-1 0,1 0 0,-1-1 0,15 0 0,-14-1 0,0 1 0,0-1 0,0 0 0,0-1 0,0 0 0,-1 0 0,1-1 0,-1 0 0,1 0 0,-1-1 0,0 0 0,0 0 0,-1-1 0,1 1 0,-1-2 0,0 1 0,0 0 0,-1-1 0,0 0 0,0-1 0,0 1 0,0-1 0,-1 0 0,-1 0 0,1 0 0,-1-1 0,3-9 0,-1-4 0,-2 0 0,0 0 0,-1 0 0,-2-41 0,-15-86 0,11 117 0,1 0 0,1 8 0,-2 0 0,-6-26 0,5 39 0,3 17 0,2 18 0,10 93 0,46 213 0,-55-328 3,2 8 110,0 1-1,8 16 1,-10-25-220,1 0 1,-1-1-1,1 1 0,-1-1 1,1 1-1,0-1 1,0 1-1,0-1 0,1 0 1,-1 0-1,0 0 0,1 0 1,-1-1-1,1 1 1,3 1-1,5 0-6719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8:49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96 24575,'0'-3'0,"-1"1"0,0-1 0,0 0 0,-1 0 0,1 1 0,0-1 0,-1 1 0,0-1 0,1 1 0,-1 0 0,0-1 0,0 1 0,-1 0 0,1 0 0,-4-2 0,-11-13 0,16 16 0,1 1 0,0 0 0,-1-1 0,1 1 0,0-1 0,0 1 0,-1-1 0,1 1 0,0 0 0,0-1 0,0 1 0,0-1 0,0 1 0,0-1 0,0 1 0,0-1 0,0 1 0,0-1 0,0 1 0,0-1 0,0 1 0,0-1 0,0 1 0,0-1 0,0 1 0,0-1 0,1 1 0,-1-1 0,0 1 0,0 0 0,1-1 0,-1 1 0,0-1 0,1 1 0,-1 0 0,0-1 0,1 1 0,-1 0 0,1-1 0,-1 1 0,0 0 0,1 0 0,-1-1 0,1 1 0,-1 0 0,1 0 0,-1 0 0,1 0 0,-1 0 0,1 0 0,0 0 0,31-5 0,-27 4 0,3 1 11,144-12-1387,-135 12-5450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12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53 120 24575,'-4'-9'0,"0"-1"0,1 1 0,-3-18 0,4 18 0,0 1 0,-1-1 0,1 1 0,-9-16 0,11 24 0,0-1 0,0 1 0,0 0 0,0 0 0,0-1 0,0 1 0,0 0 0,0 0 0,0-1 0,0 1 0,0 0 0,0 0 0,-1 0 0,1-1 0,0 1 0,0 0 0,0 0 0,0 0 0,0-1 0,-1 1 0,1 0 0,0 0 0,0 0 0,0 0 0,-1 0 0,1-1 0,0 1 0,0 0 0,-1 0 0,1 0 0,0 0 0,0 0 0,0 0 0,-1 0 0,1 0 0,0 0 0,0 0 0,-1 0 0,1 0 0,0 0 0,0 0 0,-1 0 0,1 0 0,0 0 0,0 0 0,-1 0 0,1 0 0,0 0 0,0 1 0,0-1 0,-1 0 0,1 0 0,0 0 0,0 0 0,0 0 0,-1 1 0,1-1 0,0 0 0,0 0 0,0 0 0,0 1 0,0-1 0,-1 0 0,1 0 0,0 0 0,0 1 0,-4 18 0,4 36 0,2 0 0,14 81 0,-9-82 0,8 63 115,37 369-1595,-50-432-5346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13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85 24575,'-1'-1'0,"0"0"0,0 0 0,0 0 0,0 0 0,0-1 0,0 1 0,1 0 0,-1-1 0,0 1 0,1-1 0,-1-2 0,3 3 0,7 11 0,-2-1 0,68 81 0,-65-79 0,1 0 0,0-1 0,0-1 0,1 0 0,25 14 0,-35-22 0,1 1 0,0-1 0,0 0 0,0 0 0,0 0 0,0 0 0,1 0 0,-1-1 0,0 1 0,0-1 0,0 0 0,1 0 0,-1 0 0,0 0 0,0-1 0,0 1 0,1-1 0,2-1 0,-2 0 0,-1 0 0,1 0 0,-1 0 0,1 0 0,-1-1 0,0 0 0,0 1 0,0-1 0,-1 0 0,1-1 0,-1 1 0,4-6 0,1-5 0,0 0 0,-2-1 0,1 1 0,-2-1 0,0-1 0,3-17 0,-5 22 0,3-30 0,-4 38 0,-1 1 0,0-1 0,0 1 0,0 0 0,-1-1 0,1 1 0,0 0 0,-1-1 0,0 1 0,1 0 0,-1-1 0,0 1 0,-2-3 0,-5 0-1365,0 6-5461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32.5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2415 24575,'0'1'0,"0"-1"0,0 1 0,0-1 0,0 0 0,0 1 0,-1-1 0,1 0 0,0 1 0,0-1 0,0 1 0,-1-1 0,1 0 0,0 0 0,0 1 0,-1-1 0,1 0 0,0 1 0,-1-1 0,1 0 0,0 0 0,-1 0 0,1 1 0,-1-1 0,1 0 0,0 0 0,-1 0 0,1 0 0,0 0 0,-1 0 0,1 0 0,-1 0 0,1 0 0,-1 0 0,1 0 0,0 0 0,-1 0 0,1 0 0,-1 0 0,1 0 0,0 0 0,-1 0 0,1 0 0,0-1 0,-1 1 0,1 0 0,0 0 0,-1-1 0,1 1 0,0 0 0,-1 0 0,1-1 0,0 1 0,-1 0 0,1-1 0,0 1 0,0 0 0,0-1 0,-1 1 0,1-1 0,-1-1 0,1-1 0,0 1 0,-1-1 0,1 0 0,0 1 0,0-1 0,0 1 0,1-1 0,-1 1 0,0-1 0,1 1 0,0-1 0,0 1 0,0-1 0,0 1 0,1-3 0,24-39 0,-22 38 0,15-21 0,3 0 0,0 1 0,1 1 0,2 1 0,36-27 0,147-93 0,-191 133 0,247-150-435,7 12 0,295-116 0,-183 116-541,413-102-1,776-120-2733,19 82 650,-391 119 2669,7 53 1,3 52-1,1294 99 0,-148 196 239,-33 214 1,-1249-146 1436,-830-214-857,-4 10 1,298 162-1,-437-199 527,-3 5 0,-2 4 0,-3 4 0,-4 4 0,-2 4 0,-4 4 0,-4 3 0,116 162-1,-4 42-484,-28 14-210,-159-293-260,136 273 0,-79-198 0,-57-78 0,-6-9 0,-5-13 0,3 1 0,2 7 0,0-1 0,-1 1 0,0 0 0,-4-9 0,5 14 0,1 0 0,0 1 0,-1-1 0,1 0 0,-1 0 0,0 1 0,0-1 0,0 1 0,1-1 0,-1 1 0,-1 0 0,1 0 0,0 0 0,0 0 0,0 0 0,0 0 0,-1 1 0,-2-1 0,-14-2 0,-1 1 0,0 1 0,1 1 0,-1 1 0,-29 4 0,47-4 0,0-1 0,0 0 0,0 0 0,1 1 0,-1-1 0,0 1 0,0 0 0,1-1 0,-1 1 0,1 0 0,-1 0 0,0 0 0,1 0 0,0 0 0,-1 0 0,1 1 0,0-1 0,-1 0 0,1 1 0,-1 1 0,2-1 0,-1-1 0,1 1 0,0 0 0,0-1 0,0 1 0,0 0 0,0-1 0,0 1 0,1-1 0,-1 1 0,0 0 0,1-1 0,0 1 0,-1-1 0,1 1 0,0-1 0,0 1 0,-1-1 0,1 0 0,0 1 0,0-1 0,2 2 0,64 70 0,-30-33 0,-32-36 0,2 6 0,2-2 0,-1 1 0,2-1 0,17 13 0,-25-20 0,0 0 0,1 1 0,-1-1 0,0 0 0,1 0 0,-1 0 0,1-1 0,-1 1 0,1-1 0,0 1 0,-1-1 0,1 0 0,-1 0 0,1 0 0,0 0 0,-1 0 0,1-1 0,0 1 0,-1-1 0,1 0 0,-1 0 0,1 1 0,-1-2 0,0 1 0,1 0 0,-1 0 0,4-4 0,0 1 0,-1-1 0,1 0 0,-1 0 0,0 0 0,-1 0 0,1-1 0,-1 0 0,0 1 0,0-2 0,-1 1 0,0 0 0,0-1 0,3-12 0,-7 9 342,1 9-389,-1 1 1,1 0 0,0 0 0,0 0 0,0 0 0,-1 0 0,1-1 0,0 1-1,0 0 1,0 0 0,-1 0 0,1 0 0,0 0 0,0 0 0,-1 0 0,1 0-1,0 0 1,0 0 0,-1 0 0,1 0 0,0 0 0,0 0 0,-1 0 0,1 0-1,0 0 1,0 0 0,-1 0 0,1 1 0,0-1 0,0 0 0,0 0 0,-1 0-1,1 0 1,0 0 0,0 1 0,-1-1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05:09:33.3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3636 551 24575,'-60'-71'0,"31"46"6,-1 0 1,-1 2-1,-1 2 0,-2 1 0,-52-25 1,-189-59-194,97 51-673,-278-45 0,-193 33 284,-27 72 266,557 5 233,0 5-1,1 4 1,-186 61-1,244-61 195,-103 53-1,144-64-68,-1 1 0,2 2 0,0 0 0,0 0 0,1 2 0,1 0 0,0 1 0,-23 31 0,34-40-10,1 0-1,0 1 1,0-1-1,0 1 1,1 0-1,1 0 1,-1 0-1,1 0 0,1 0 1,-1 1-1,1-1 1,0 14-1,2-11 54,1-1-1,-1 1 0,2 0 1,-1-1-1,1 1 0,1-1 0,0 0 1,9 17-1,4-1 93,0-1 1,2-1-1,0 0 0,2-1 1,47 39-1,13 4-354,4-4 0,141 80-1,206 69-342,-224-124-12,3-10 0,353 81 0,-394-125 469,1-6 1,1-9 0,345-7-1,-398-18-318,173-35-1,-226 28 369,-1-3 0,-1-3-1,0-2 1,67-36 0,-106 46 160,-1-2 0,0-1 0,-2-1 0,1 0 0,-2-2 0,29-30 0,-42 40-27,-1-1 1,0-1-1,0 1 1,-1-1-1,0 0 1,0-1-1,-1 1 1,-1-1-1,0 0 1,0 0-1,-1-1 1,-1 1-1,1-1 1,-2 1-1,0-1 1,0 0-1,-2-20 1,-3 14-106,0 0 1,-1 0-1,0 0 1,-2 1-1,0 0 1,-1 0 0,-1 1-1,0 0 1,-1 0-1,-1 1 1,-24-26-1,-1 4-18,-1 1 1,-2 2-1,-46-30 0,-17-4-3,-177-90 0,-128-20 0,186 102 342,171 62-911,0 2 0,-76-7 0,79 15-6257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4T13:39:4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6A73D-237B-4034-AB8C-962174A8D35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23B04-A11E-4ECA-8C2F-B25EF2142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4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23B04-A11E-4ECA-8C2F-B25EF2142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5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6600" y="1123950"/>
            <a:ext cx="525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3600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600" y="1657350"/>
            <a:ext cx="5257800" cy="9144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200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150"/>
            <a:ext cx="8229600" cy="6096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60198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66577" y="2095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6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7150"/>
            <a:ext cx="493786" cy="4877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819150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19150"/>
            <a:ext cx="5111750" cy="37754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3550"/>
            <a:ext cx="3008313" cy="2861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5349"/>
            <a:ext cx="5486400" cy="26503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1047749"/>
            <a:ext cx="2057400" cy="3546873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47749"/>
            <a:ext cx="6019800" cy="35468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352550"/>
            <a:ext cx="8229600" cy="1295400"/>
          </a:xfrm>
          <a:prstGeom prst="rect">
            <a:avLst/>
          </a:prstGeom>
        </p:spPr>
        <p:txBody>
          <a:bodyPr/>
          <a:lstStyle>
            <a:lvl1pPr algn="l">
              <a:defRPr sz="6000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82296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6949" indent="0">
              <a:buNone/>
              <a:defRPr sz="2799"/>
            </a:lvl2pPr>
            <a:lvl3pPr marL="913897" indent="0">
              <a:buNone/>
              <a:defRPr sz="2399"/>
            </a:lvl3pPr>
            <a:lvl4pPr marL="1370846" indent="0">
              <a:buNone/>
              <a:defRPr sz="1999"/>
            </a:lvl4pPr>
            <a:lvl5pPr marL="1827795" indent="0">
              <a:buNone/>
              <a:defRPr sz="1999"/>
            </a:lvl5pPr>
            <a:lvl6pPr marL="2284743" indent="0">
              <a:buNone/>
              <a:defRPr sz="1999"/>
            </a:lvl6pPr>
            <a:lvl7pPr marL="2741692" indent="0">
              <a:buNone/>
              <a:defRPr sz="1999"/>
            </a:lvl7pPr>
            <a:lvl8pPr marL="3198640" indent="0">
              <a:buNone/>
              <a:defRPr sz="1999"/>
            </a:lvl8pPr>
            <a:lvl9pPr marL="3655589" indent="0">
              <a:buNone/>
              <a:defRPr sz="1999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48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788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August 24,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50" r:id="rId2"/>
    <p:sldLayoutId id="2147483651" r:id="rId3"/>
    <p:sldLayoutId id="2147483652" r:id="rId4"/>
    <p:sldLayoutId id="2147483672" r:id="rId5"/>
    <p:sldLayoutId id="214748367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5" r:id="rId13"/>
    <p:sldLayoutId id="2147483687" r:id="rId14"/>
    <p:sldLayoutId id="2147483688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.png"/><Relationship Id="rId299" Type="http://schemas.openxmlformats.org/officeDocument/2006/relationships/customXml" Target="../ink/ink150.xml"/><Relationship Id="rId21" Type="http://schemas.openxmlformats.org/officeDocument/2006/relationships/image" Target="../media/image17.png"/><Relationship Id="rId63" Type="http://schemas.openxmlformats.org/officeDocument/2006/relationships/image" Target="../media/image38.png"/><Relationship Id="rId159" Type="http://schemas.openxmlformats.org/officeDocument/2006/relationships/image" Target="../media/image86.png"/><Relationship Id="rId324" Type="http://schemas.openxmlformats.org/officeDocument/2006/relationships/customXml" Target="../ink/ink163.xml"/><Relationship Id="rId366" Type="http://schemas.openxmlformats.org/officeDocument/2006/relationships/customXml" Target="../ink/ink184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433" Type="http://schemas.openxmlformats.org/officeDocument/2006/relationships/image" Target="../media/image222.png"/><Relationship Id="rId268" Type="http://schemas.openxmlformats.org/officeDocument/2006/relationships/customXml" Target="../ink/ink134.xml"/><Relationship Id="rId475" Type="http://schemas.openxmlformats.org/officeDocument/2006/relationships/image" Target="../media/image243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73.png"/><Relationship Id="rId377" Type="http://schemas.openxmlformats.org/officeDocument/2006/relationships/image" Target="../media/image194.png"/><Relationship Id="rId5" Type="http://schemas.openxmlformats.org/officeDocument/2006/relationships/image" Target="../media/image9.png"/><Relationship Id="rId181" Type="http://schemas.openxmlformats.org/officeDocument/2006/relationships/image" Target="../media/image97.png"/><Relationship Id="rId237" Type="http://schemas.openxmlformats.org/officeDocument/2006/relationships/image" Target="../media/image125.png"/><Relationship Id="rId402" Type="http://schemas.openxmlformats.org/officeDocument/2006/relationships/customXml" Target="../ink/ink202.xml"/><Relationship Id="rId279" Type="http://schemas.openxmlformats.org/officeDocument/2006/relationships/customXml" Target="../ink/ink140.xml"/><Relationship Id="rId444" Type="http://schemas.openxmlformats.org/officeDocument/2006/relationships/customXml" Target="../ink/ink223.xml"/><Relationship Id="rId43" Type="http://schemas.openxmlformats.org/officeDocument/2006/relationships/image" Target="../media/image28.png"/><Relationship Id="rId139" Type="http://schemas.openxmlformats.org/officeDocument/2006/relationships/image" Target="../media/image76.png"/><Relationship Id="rId290" Type="http://schemas.openxmlformats.org/officeDocument/2006/relationships/image" Target="../media/image151.png"/><Relationship Id="rId304" Type="http://schemas.openxmlformats.org/officeDocument/2006/relationships/image" Target="../media/image158.png"/><Relationship Id="rId346" Type="http://schemas.openxmlformats.org/officeDocument/2006/relationships/customXml" Target="../ink/ink174.xml"/><Relationship Id="rId388" Type="http://schemas.openxmlformats.org/officeDocument/2006/relationships/customXml" Target="../ink/ink195.xml"/><Relationship Id="rId85" Type="http://schemas.openxmlformats.org/officeDocument/2006/relationships/image" Target="../media/image49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12.png"/><Relationship Id="rId248" Type="http://schemas.openxmlformats.org/officeDocument/2006/relationships/customXml" Target="../ink/ink124.xml"/><Relationship Id="rId455" Type="http://schemas.openxmlformats.org/officeDocument/2006/relationships/image" Target="../media/image233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63.png"/><Relationship Id="rId357" Type="http://schemas.openxmlformats.org/officeDocument/2006/relationships/image" Target="../media/image184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7.png"/><Relationship Id="rId217" Type="http://schemas.openxmlformats.org/officeDocument/2006/relationships/image" Target="../media/image115.png"/><Relationship Id="rId399" Type="http://schemas.openxmlformats.org/officeDocument/2006/relationships/image" Target="../media/image205.png"/><Relationship Id="rId259" Type="http://schemas.openxmlformats.org/officeDocument/2006/relationships/image" Target="../media/image136.png"/><Relationship Id="rId424" Type="http://schemas.openxmlformats.org/officeDocument/2006/relationships/customXml" Target="../ink/ink213.xml"/><Relationship Id="rId466" Type="http://schemas.openxmlformats.org/officeDocument/2006/relationships/customXml" Target="../ink/ink234.xml"/><Relationship Id="rId23" Type="http://schemas.openxmlformats.org/officeDocument/2006/relationships/image" Target="../media/image18.png"/><Relationship Id="rId119" Type="http://schemas.openxmlformats.org/officeDocument/2006/relationships/image" Target="../media/image66.png"/><Relationship Id="rId270" Type="http://schemas.openxmlformats.org/officeDocument/2006/relationships/image" Target="../media/image141.png"/><Relationship Id="rId326" Type="http://schemas.openxmlformats.org/officeDocument/2006/relationships/customXml" Target="../ink/ink164.xml"/><Relationship Id="rId65" Type="http://schemas.openxmlformats.org/officeDocument/2006/relationships/image" Target="../media/image39.png"/><Relationship Id="rId130" Type="http://schemas.openxmlformats.org/officeDocument/2006/relationships/customXml" Target="../ink/ink65.xml"/><Relationship Id="rId368" Type="http://schemas.openxmlformats.org/officeDocument/2006/relationships/customXml" Target="../ink/ink185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435" Type="http://schemas.openxmlformats.org/officeDocument/2006/relationships/image" Target="../media/image223.png"/><Relationship Id="rId477" Type="http://schemas.openxmlformats.org/officeDocument/2006/relationships/image" Target="../media/image244.png"/><Relationship Id="rId281" Type="http://schemas.openxmlformats.org/officeDocument/2006/relationships/customXml" Target="../ink/ink141.xml"/><Relationship Id="rId337" Type="http://schemas.openxmlformats.org/officeDocument/2006/relationships/image" Target="../media/image174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7.png"/><Relationship Id="rId379" Type="http://schemas.openxmlformats.org/officeDocument/2006/relationships/image" Target="../media/image195.png"/><Relationship Id="rId7" Type="http://schemas.openxmlformats.org/officeDocument/2006/relationships/image" Target="../media/image10.png"/><Relationship Id="rId183" Type="http://schemas.openxmlformats.org/officeDocument/2006/relationships/image" Target="../media/image98.png"/><Relationship Id="rId239" Type="http://schemas.openxmlformats.org/officeDocument/2006/relationships/image" Target="../media/image126.png"/><Relationship Id="rId390" Type="http://schemas.openxmlformats.org/officeDocument/2006/relationships/customXml" Target="../ink/ink196.xml"/><Relationship Id="rId404" Type="http://schemas.openxmlformats.org/officeDocument/2006/relationships/customXml" Target="../ink/ink203.xml"/><Relationship Id="rId446" Type="http://schemas.openxmlformats.org/officeDocument/2006/relationships/customXml" Target="../ink/ink224.xml"/><Relationship Id="rId250" Type="http://schemas.openxmlformats.org/officeDocument/2006/relationships/customXml" Target="../ink/ink125.xml"/><Relationship Id="rId292" Type="http://schemas.openxmlformats.org/officeDocument/2006/relationships/image" Target="../media/image152.png"/><Relationship Id="rId306" Type="http://schemas.openxmlformats.org/officeDocument/2006/relationships/customXml" Target="../ink/ink154.xml"/><Relationship Id="rId45" Type="http://schemas.openxmlformats.org/officeDocument/2006/relationships/image" Target="../media/image29.png"/><Relationship Id="rId87" Type="http://schemas.openxmlformats.org/officeDocument/2006/relationships/image" Target="../media/image50.png"/><Relationship Id="rId110" Type="http://schemas.openxmlformats.org/officeDocument/2006/relationships/customXml" Target="../ink/ink55.xml"/><Relationship Id="rId348" Type="http://schemas.openxmlformats.org/officeDocument/2006/relationships/customXml" Target="../ink/ink175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13.png"/><Relationship Id="rId457" Type="http://schemas.openxmlformats.org/officeDocument/2006/relationships/image" Target="../media/image234.png"/><Relationship Id="rId261" Type="http://schemas.openxmlformats.org/officeDocument/2006/relationships/image" Target="../media/image137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64.png"/><Relationship Id="rId359" Type="http://schemas.openxmlformats.org/officeDocument/2006/relationships/image" Target="../media/image185.png"/><Relationship Id="rId98" Type="http://schemas.openxmlformats.org/officeDocument/2006/relationships/customXml" Target="../ink/ink49.xml"/><Relationship Id="rId121" Type="http://schemas.openxmlformats.org/officeDocument/2006/relationships/image" Target="../media/image67.png"/><Relationship Id="rId163" Type="http://schemas.openxmlformats.org/officeDocument/2006/relationships/image" Target="../media/image88.png"/><Relationship Id="rId219" Type="http://schemas.openxmlformats.org/officeDocument/2006/relationships/image" Target="../media/image116.png"/><Relationship Id="rId370" Type="http://schemas.openxmlformats.org/officeDocument/2006/relationships/customXml" Target="../ink/ink186.xml"/><Relationship Id="rId426" Type="http://schemas.openxmlformats.org/officeDocument/2006/relationships/customXml" Target="../ink/ink214.xml"/><Relationship Id="rId230" Type="http://schemas.openxmlformats.org/officeDocument/2006/relationships/customXml" Target="../ink/ink115.xml"/><Relationship Id="rId468" Type="http://schemas.openxmlformats.org/officeDocument/2006/relationships/customXml" Target="../ink/ink235.xml"/><Relationship Id="rId25" Type="http://schemas.openxmlformats.org/officeDocument/2006/relationships/image" Target="../media/image19.png"/><Relationship Id="rId67" Type="http://schemas.openxmlformats.org/officeDocument/2006/relationships/image" Target="../media/image40.png"/><Relationship Id="rId272" Type="http://schemas.openxmlformats.org/officeDocument/2006/relationships/image" Target="../media/image142.png"/><Relationship Id="rId328" Type="http://schemas.openxmlformats.org/officeDocument/2006/relationships/customXml" Target="../ink/ink165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image" Target="../media/image196.png"/><Relationship Id="rId241" Type="http://schemas.openxmlformats.org/officeDocument/2006/relationships/image" Target="../media/image127.png"/><Relationship Id="rId437" Type="http://schemas.openxmlformats.org/officeDocument/2006/relationships/image" Target="../media/image224.png"/><Relationship Id="rId479" Type="http://schemas.openxmlformats.org/officeDocument/2006/relationships/image" Target="../media/image245.png"/><Relationship Id="rId36" Type="http://schemas.openxmlformats.org/officeDocument/2006/relationships/customXml" Target="../ink/ink18.xml"/><Relationship Id="rId283" Type="http://schemas.openxmlformats.org/officeDocument/2006/relationships/customXml" Target="../ink/ink142.xml"/><Relationship Id="rId339" Type="http://schemas.openxmlformats.org/officeDocument/2006/relationships/image" Target="../media/image175.png"/><Relationship Id="rId78" Type="http://schemas.openxmlformats.org/officeDocument/2006/relationships/customXml" Target="../ink/ink39.xml"/><Relationship Id="rId101" Type="http://schemas.openxmlformats.org/officeDocument/2006/relationships/image" Target="../media/image57.png"/><Relationship Id="rId143" Type="http://schemas.openxmlformats.org/officeDocument/2006/relationships/image" Target="../media/image78.png"/><Relationship Id="rId185" Type="http://schemas.openxmlformats.org/officeDocument/2006/relationships/image" Target="../media/image99.png"/><Relationship Id="rId350" Type="http://schemas.openxmlformats.org/officeDocument/2006/relationships/customXml" Target="../ink/ink176.xml"/><Relationship Id="rId406" Type="http://schemas.openxmlformats.org/officeDocument/2006/relationships/customXml" Target="../ink/ink204.xml"/><Relationship Id="rId9" Type="http://schemas.openxmlformats.org/officeDocument/2006/relationships/image" Target="../media/image11.png"/><Relationship Id="rId210" Type="http://schemas.openxmlformats.org/officeDocument/2006/relationships/customXml" Target="../ink/ink105.xml"/><Relationship Id="rId392" Type="http://schemas.openxmlformats.org/officeDocument/2006/relationships/customXml" Target="../ink/ink197.xml"/><Relationship Id="rId448" Type="http://schemas.openxmlformats.org/officeDocument/2006/relationships/customXml" Target="../ink/ink225.xml"/><Relationship Id="rId252" Type="http://schemas.openxmlformats.org/officeDocument/2006/relationships/customXml" Target="../ink/ink126.xml"/><Relationship Id="rId294" Type="http://schemas.openxmlformats.org/officeDocument/2006/relationships/image" Target="../media/image153.png"/><Relationship Id="rId308" Type="http://schemas.openxmlformats.org/officeDocument/2006/relationships/customXml" Target="../ink/ink155.xml"/><Relationship Id="rId47" Type="http://schemas.openxmlformats.org/officeDocument/2006/relationships/image" Target="../media/image30.png"/><Relationship Id="rId89" Type="http://schemas.openxmlformats.org/officeDocument/2006/relationships/image" Target="../media/image51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86.png"/><Relationship Id="rId196" Type="http://schemas.openxmlformats.org/officeDocument/2006/relationships/customXml" Target="../ink/ink98.xml"/><Relationship Id="rId417" Type="http://schemas.openxmlformats.org/officeDocument/2006/relationships/image" Target="../media/image214.png"/><Relationship Id="rId459" Type="http://schemas.openxmlformats.org/officeDocument/2006/relationships/image" Target="../media/image235.png"/><Relationship Id="rId16" Type="http://schemas.openxmlformats.org/officeDocument/2006/relationships/customXml" Target="../ink/ink8.xml"/><Relationship Id="rId221" Type="http://schemas.openxmlformats.org/officeDocument/2006/relationships/image" Target="../media/image117.png"/><Relationship Id="rId263" Type="http://schemas.openxmlformats.org/officeDocument/2006/relationships/image" Target="../media/image138.png"/><Relationship Id="rId319" Type="http://schemas.openxmlformats.org/officeDocument/2006/relationships/image" Target="../media/image165.png"/><Relationship Id="rId470" Type="http://schemas.openxmlformats.org/officeDocument/2006/relationships/customXml" Target="../ink/ink236.xml"/><Relationship Id="rId58" Type="http://schemas.openxmlformats.org/officeDocument/2006/relationships/customXml" Target="../ink/ink29.xml"/><Relationship Id="rId123" Type="http://schemas.openxmlformats.org/officeDocument/2006/relationships/image" Target="../media/image68.png"/><Relationship Id="rId330" Type="http://schemas.openxmlformats.org/officeDocument/2006/relationships/customXml" Target="../ink/ink166.xml"/><Relationship Id="rId165" Type="http://schemas.openxmlformats.org/officeDocument/2006/relationships/image" Target="../media/image89.png"/><Relationship Id="rId372" Type="http://schemas.openxmlformats.org/officeDocument/2006/relationships/customXml" Target="../ink/ink187.xml"/><Relationship Id="rId428" Type="http://schemas.openxmlformats.org/officeDocument/2006/relationships/customXml" Target="../ink/ink215.xml"/><Relationship Id="rId232" Type="http://schemas.openxmlformats.org/officeDocument/2006/relationships/customXml" Target="../ink/ink116.xml"/><Relationship Id="rId274" Type="http://schemas.openxmlformats.org/officeDocument/2006/relationships/image" Target="../media/image143.png"/><Relationship Id="rId27" Type="http://schemas.openxmlformats.org/officeDocument/2006/relationships/image" Target="../media/image20.png"/><Relationship Id="rId69" Type="http://schemas.openxmlformats.org/officeDocument/2006/relationships/image" Target="../media/image41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6.png"/><Relationship Id="rId383" Type="http://schemas.openxmlformats.org/officeDocument/2006/relationships/image" Target="../media/image197.png"/><Relationship Id="rId439" Type="http://schemas.openxmlformats.org/officeDocument/2006/relationships/image" Target="../media/image225.png"/><Relationship Id="rId201" Type="http://schemas.openxmlformats.org/officeDocument/2006/relationships/image" Target="../media/image107.png"/><Relationship Id="rId243" Type="http://schemas.openxmlformats.org/officeDocument/2006/relationships/image" Target="../media/image128.png"/><Relationship Id="rId285" Type="http://schemas.openxmlformats.org/officeDocument/2006/relationships/customXml" Target="../ink/ink143.xml"/><Relationship Id="rId450" Type="http://schemas.openxmlformats.org/officeDocument/2006/relationships/customXml" Target="../ink/ink226.xml"/><Relationship Id="rId38" Type="http://schemas.openxmlformats.org/officeDocument/2006/relationships/customXml" Target="../ink/ink19.xml"/><Relationship Id="rId103" Type="http://schemas.openxmlformats.org/officeDocument/2006/relationships/image" Target="../media/image58.png"/><Relationship Id="rId310" Type="http://schemas.openxmlformats.org/officeDocument/2006/relationships/customXml" Target="../ink/ink156.xml"/><Relationship Id="rId91" Type="http://schemas.openxmlformats.org/officeDocument/2006/relationships/image" Target="../media/image52.png"/><Relationship Id="rId145" Type="http://schemas.openxmlformats.org/officeDocument/2006/relationships/image" Target="../media/image79.png"/><Relationship Id="rId187" Type="http://schemas.openxmlformats.org/officeDocument/2006/relationships/image" Target="../media/image100.png"/><Relationship Id="rId352" Type="http://schemas.openxmlformats.org/officeDocument/2006/relationships/customXml" Target="../ink/ink177.xml"/><Relationship Id="rId394" Type="http://schemas.openxmlformats.org/officeDocument/2006/relationships/customXml" Target="../ink/ink198.xml"/><Relationship Id="rId408" Type="http://schemas.openxmlformats.org/officeDocument/2006/relationships/customXml" Target="../ink/ink205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31.png"/><Relationship Id="rId114" Type="http://schemas.openxmlformats.org/officeDocument/2006/relationships/customXml" Target="../ink/ink57.xml"/><Relationship Id="rId296" Type="http://schemas.openxmlformats.org/officeDocument/2006/relationships/image" Target="../media/image154.png"/><Relationship Id="rId461" Type="http://schemas.openxmlformats.org/officeDocument/2006/relationships/image" Target="../media/image236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6.png"/><Relationship Id="rId363" Type="http://schemas.openxmlformats.org/officeDocument/2006/relationships/image" Target="../media/image187.png"/><Relationship Id="rId419" Type="http://schemas.openxmlformats.org/officeDocument/2006/relationships/image" Target="../media/image215.png"/><Relationship Id="rId223" Type="http://schemas.openxmlformats.org/officeDocument/2006/relationships/image" Target="../media/image118.png"/><Relationship Id="rId430" Type="http://schemas.openxmlformats.org/officeDocument/2006/relationships/customXml" Target="../ink/ink216.xml"/><Relationship Id="rId18" Type="http://schemas.openxmlformats.org/officeDocument/2006/relationships/customXml" Target="../ink/ink9.xml"/><Relationship Id="rId265" Type="http://schemas.openxmlformats.org/officeDocument/2006/relationships/image" Target="../media/image139.png"/><Relationship Id="rId472" Type="http://schemas.openxmlformats.org/officeDocument/2006/relationships/customXml" Target="../ink/ink237.xml"/><Relationship Id="rId125" Type="http://schemas.openxmlformats.org/officeDocument/2006/relationships/image" Target="../media/image69.png"/><Relationship Id="rId167" Type="http://schemas.openxmlformats.org/officeDocument/2006/relationships/image" Target="../media/image90.png"/><Relationship Id="rId332" Type="http://schemas.openxmlformats.org/officeDocument/2006/relationships/customXml" Target="../ink/ink167.xml"/><Relationship Id="rId374" Type="http://schemas.openxmlformats.org/officeDocument/2006/relationships/customXml" Target="../ink/ink188.xml"/><Relationship Id="rId71" Type="http://schemas.openxmlformats.org/officeDocument/2006/relationships/image" Target="../media/image42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21.png"/><Relationship Id="rId276" Type="http://schemas.openxmlformats.org/officeDocument/2006/relationships/image" Target="../media/image144.png"/><Relationship Id="rId441" Type="http://schemas.openxmlformats.org/officeDocument/2006/relationships/image" Target="../media/image226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customXml" Target="../ink/ink151.xml"/><Relationship Id="rId343" Type="http://schemas.openxmlformats.org/officeDocument/2006/relationships/image" Target="../media/image177.png"/><Relationship Id="rId82" Type="http://schemas.openxmlformats.org/officeDocument/2006/relationships/customXml" Target="../ink/ink41.xml"/><Relationship Id="rId203" Type="http://schemas.openxmlformats.org/officeDocument/2006/relationships/image" Target="../media/image108.png"/><Relationship Id="rId385" Type="http://schemas.openxmlformats.org/officeDocument/2006/relationships/image" Target="../media/image198.png"/><Relationship Id="rId245" Type="http://schemas.openxmlformats.org/officeDocument/2006/relationships/image" Target="../media/image129.png"/><Relationship Id="rId287" Type="http://schemas.openxmlformats.org/officeDocument/2006/relationships/customXml" Target="../ink/ink144.xml"/><Relationship Id="rId410" Type="http://schemas.openxmlformats.org/officeDocument/2006/relationships/customXml" Target="../ink/ink206.xml"/><Relationship Id="rId452" Type="http://schemas.openxmlformats.org/officeDocument/2006/relationships/customXml" Target="../ink/ink227.xml"/><Relationship Id="rId105" Type="http://schemas.openxmlformats.org/officeDocument/2006/relationships/image" Target="../media/image59.png"/><Relationship Id="rId147" Type="http://schemas.openxmlformats.org/officeDocument/2006/relationships/image" Target="../media/image80.png"/><Relationship Id="rId312" Type="http://schemas.openxmlformats.org/officeDocument/2006/relationships/customXml" Target="../ink/ink157.xml"/><Relationship Id="rId354" Type="http://schemas.openxmlformats.org/officeDocument/2006/relationships/customXml" Target="../ink/ink178.xml"/><Relationship Id="rId51" Type="http://schemas.openxmlformats.org/officeDocument/2006/relationships/image" Target="../media/image32.png"/><Relationship Id="rId72" Type="http://schemas.openxmlformats.org/officeDocument/2006/relationships/customXml" Target="../ink/ink36.xml"/><Relationship Id="rId93" Type="http://schemas.openxmlformats.org/officeDocument/2006/relationships/image" Target="../media/image53.png"/><Relationship Id="rId189" Type="http://schemas.openxmlformats.org/officeDocument/2006/relationships/image" Target="../media/image101.png"/><Relationship Id="rId375" Type="http://schemas.openxmlformats.org/officeDocument/2006/relationships/image" Target="../media/image193.png"/><Relationship Id="rId396" Type="http://schemas.openxmlformats.org/officeDocument/2006/relationships/customXml" Target="../ink/ink199.xml"/><Relationship Id="rId3" Type="http://schemas.openxmlformats.org/officeDocument/2006/relationships/image" Target="../media/image8.png"/><Relationship Id="rId214" Type="http://schemas.openxmlformats.org/officeDocument/2006/relationships/customXml" Target="../ink/ink107.xml"/><Relationship Id="rId235" Type="http://schemas.openxmlformats.org/officeDocument/2006/relationships/image" Target="../media/image124.png"/><Relationship Id="rId256" Type="http://schemas.openxmlformats.org/officeDocument/2006/relationships/customXml" Target="../ink/ink128.xml"/><Relationship Id="rId277" Type="http://schemas.openxmlformats.org/officeDocument/2006/relationships/customXml" Target="../ink/ink139.xml"/><Relationship Id="rId298" Type="http://schemas.openxmlformats.org/officeDocument/2006/relationships/image" Target="../media/image155.png"/><Relationship Id="rId400" Type="http://schemas.openxmlformats.org/officeDocument/2006/relationships/customXml" Target="../ink/ink201.xml"/><Relationship Id="rId421" Type="http://schemas.openxmlformats.org/officeDocument/2006/relationships/image" Target="../media/image216.png"/><Relationship Id="rId442" Type="http://schemas.openxmlformats.org/officeDocument/2006/relationships/customXml" Target="../ink/ink222.xml"/><Relationship Id="rId463" Type="http://schemas.openxmlformats.org/officeDocument/2006/relationships/image" Target="../media/image237.png"/><Relationship Id="rId116" Type="http://schemas.openxmlformats.org/officeDocument/2006/relationships/customXml" Target="../ink/ink58.xml"/><Relationship Id="rId137" Type="http://schemas.openxmlformats.org/officeDocument/2006/relationships/image" Target="../media/image75.png"/><Relationship Id="rId158" Type="http://schemas.openxmlformats.org/officeDocument/2006/relationships/customXml" Target="../ink/ink79.xml"/><Relationship Id="rId302" Type="http://schemas.openxmlformats.org/officeDocument/2006/relationships/image" Target="../media/image157.png"/><Relationship Id="rId323" Type="http://schemas.openxmlformats.org/officeDocument/2006/relationships/image" Target="../media/image167.png"/><Relationship Id="rId344" Type="http://schemas.openxmlformats.org/officeDocument/2006/relationships/customXml" Target="../ink/ink173.xml"/><Relationship Id="rId20" Type="http://schemas.openxmlformats.org/officeDocument/2006/relationships/customXml" Target="../ink/ink10.xml"/><Relationship Id="rId41" Type="http://schemas.openxmlformats.org/officeDocument/2006/relationships/image" Target="../media/image27.png"/><Relationship Id="rId62" Type="http://schemas.openxmlformats.org/officeDocument/2006/relationships/customXml" Target="../ink/ink31.xml"/><Relationship Id="rId83" Type="http://schemas.openxmlformats.org/officeDocument/2006/relationships/image" Target="../media/image48.png"/><Relationship Id="rId179" Type="http://schemas.openxmlformats.org/officeDocument/2006/relationships/image" Target="../media/image96.png"/><Relationship Id="rId365" Type="http://schemas.openxmlformats.org/officeDocument/2006/relationships/image" Target="../media/image188.png"/><Relationship Id="rId386" Type="http://schemas.openxmlformats.org/officeDocument/2006/relationships/customXml" Target="../ink/ink194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9.png"/><Relationship Id="rId246" Type="http://schemas.openxmlformats.org/officeDocument/2006/relationships/customXml" Target="../ink/ink123.xml"/><Relationship Id="rId267" Type="http://schemas.openxmlformats.org/officeDocument/2006/relationships/image" Target="../media/image140.png"/><Relationship Id="rId288" Type="http://schemas.openxmlformats.org/officeDocument/2006/relationships/image" Target="../media/image150.png"/><Relationship Id="rId411" Type="http://schemas.openxmlformats.org/officeDocument/2006/relationships/image" Target="../media/image211.png"/><Relationship Id="rId432" Type="http://schemas.openxmlformats.org/officeDocument/2006/relationships/customXml" Target="../ink/ink217.xml"/><Relationship Id="rId453" Type="http://schemas.openxmlformats.org/officeDocument/2006/relationships/image" Target="../media/image232.png"/><Relationship Id="rId474" Type="http://schemas.openxmlformats.org/officeDocument/2006/relationships/customXml" Target="../ink/ink238.xml"/><Relationship Id="rId106" Type="http://schemas.openxmlformats.org/officeDocument/2006/relationships/customXml" Target="../ink/ink53.xml"/><Relationship Id="rId127" Type="http://schemas.openxmlformats.org/officeDocument/2006/relationships/image" Target="../media/image70.png"/><Relationship Id="rId313" Type="http://schemas.openxmlformats.org/officeDocument/2006/relationships/image" Target="../media/image162.png"/><Relationship Id="rId10" Type="http://schemas.openxmlformats.org/officeDocument/2006/relationships/customXml" Target="../ink/ink5.xml"/><Relationship Id="rId31" Type="http://schemas.openxmlformats.org/officeDocument/2006/relationships/image" Target="../media/image22.png"/><Relationship Id="rId52" Type="http://schemas.openxmlformats.org/officeDocument/2006/relationships/customXml" Target="../ink/ink26.xml"/><Relationship Id="rId73" Type="http://schemas.openxmlformats.org/officeDocument/2006/relationships/image" Target="../media/image43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91.png"/><Relationship Id="rId334" Type="http://schemas.openxmlformats.org/officeDocument/2006/relationships/customXml" Target="../ink/ink168.xml"/><Relationship Id="rId355" Type="http://schemas.openxmlformats.org/officeDocument/2006/relationships/image" Target="../media/image183.png"/><Relationship Id="rId376" Type="http://schemas.openxmlformats.org/officeDocument/2006/relationships/customXml" Target="../ink/ink189.xml"/><Relationship Id="rId397" Type="http://schemas.openxmlformats.org/officeDocument/2006/relationships/image" Target="../media/image20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14.png"/><Relationship Id="rId236" Type="http://schemas.openxmlformats.org/officeDocument/2006/relationships/customXml" Target="../ink/ink118.xml"/><Relationship Id="rId257" Type="http://schemas.openxmlformats.org/officeDocument/2006/relationships/image" Target="../media/image135.png"/><Relationship Id="rId278" Type="http://schemas.openxmlformats.org/officeDocument/2006/relationships/image" Target="../media/image145.png"/><Relationship Id="rId401" Type="http://schemas.openxmlformats.org/officeDocument/2006/relationships/image" Target="../media/image206.png"/><Relationship Id="rId422" Type="http://schemas.openxmlformats.org/officeDocument/2006/relationships/customXml" Target="../ink/ink212.xml"/><Relationship Id="rId443" Type="http://schemas.openxmlformats.org/officeDocument/2006/relationships/image" Target="../media/image227.png"/><Relationship Id="rId464" Type="http://schemas.openxmlformats.org/officeDocument/2006/relationships/customXml" Target="../ink/ink233.xml"/><Relationship Id="rId303" Type="http://schemas.openxmlformats.org/officeDocument/2006/relationships/customXml" Target="../ink/ink152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8.png"/><Relationship Id="rId387" Type="http://schemas.openxmlformats.org/officeDocument/2006/relationships/image" Target="../media/image199.png"/><Relationship Id="rId191" Type="http://schemas.openxmlformats.org/officeDocument/2006/relationships/image" Target="../media/image102.png"/><Relationship Id="rId205" Type="http://schemas.openxmlformats.org/officeDocument/2006/relationships/image" Target="../media/image109.png"/><Relationship Id="rId247" Type="http://schemas.openxmlformats.org/officeDocument/2006/relationships/image" Target="../media/image130.png"/><Relationship Id="rId412" Type="http://schemas.openxmlformats.org/officeDocument/2006/relationships/customXml" Target="../ink/ink207.xml"/><Relationship Id="rId107" Type="http://schemas.openxmlformats.org/officeDocument/2006/relationships/image" Target="../media/image60.png"/><Relationship Id="rId289" Type="http://schemas.openxmlformats.org/officeDocument/2006/relationships/customXml" Target="../ink/ink145.xml"/><Relationship Id="rId454" Type="http://schemas.openxmlformats.org/officeDocument/2006/relationships/customXml" Target="../ink/ink228.xml"/><Relationship Id="rId11" Type="http://schemas.openxmlformats.org/officeDocument/2006/relationships/image" Target="../media/image12.png"/><Relationship Id="rId53" Type="http://schemas.openxmlformats.org/officeDocument/2006/relationships/image" Target="../media/image33.png"/><Relationship Id="rId149" Type="http://schemas.openxmlformats.org/officeDocument/2006/relationships/image" Target="../media/image81.png"/><Relationship Id="rId314" Type="http://schemas.openxmlformats.org/officeDocument/2006/relationships/customXml" Target="../ink/ink158.xml"/><Relationship Id="rId356" Type="http://schemas.openxmlformats.org/officeDocument/2006/relationships/customXml" Target="../ink/ink179.xml"/><Relationship Id="rId398" Type="http://schemas.openxmlformats.org/officeDocument/2006/relationships/customXml" Target="../ink/ink200.xml"/><Relationship Id="rId95" Type="http://schemas.openxmlformats.org/officeDocument/2006/relationships/image" Target="../media/image54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7.png"/><Relationship Id="rId258" Type="http://schemas.openxmlformats.org/officeDocument/2006/relationships/customXml" Target="../ink/ink129.xml"/><Relationship Id="rId465" Type="http://schemas.openxmlformats.org/officeDocument/2006/relationships/image" Target="../media/image238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8.png"/><Relationship Id="rId367" Type="http://schemas.openxmlformats.org/officeDocument/2006/relationships/image" Target="../media/image189.png"/><Relationship Id="rId171" Type="http://schemas.openxmlformats.org/officeDocument/2006/relationships/image" Target="../media/image92.png"/><Relationship Id="rId227" Type="http://schemas.openxmlformats.org/officeDocument/2006/relationships/image" Target="../media/image120.png"/><Relationship Id="rId269" Type="http://schemas.openxmlformats.org/officeDocument/2006/relationships/customXml" Target="../ink/ink135.xml"/><Relationship Id="rId434" Type="http://schemas.openxmlformats.org/officeDocument/2006/relationships/customXml" Target="../ink/ink218.xml"/><Relationship Id="rId476" Type="http://schemas.openxmlformats.org/officeDocument/2006/relationships/customXml" Target="../ink/ink239.xml"/><Relationship Id="rId33" Type="http://schemas.openxmlformats.org/officeDocument/2006/relationships/image" Target="../media/image23.png"/><Relationship Id="rId129" Type="http://schemas.openxmlformats.org/officeDocument/2006/relationships/image" Target="../media/image71.png"/><Relationship Id="rId280" Type="http://schemas.openxmlformats.org/officeDocument/2006/relationships/image" Target="../media/image146.png"/><Relationship Id="rId336" Type="http://schemas.openxmlformats.org/officeDocument/2006/relationships/customXml" Target="../ink/ink169.xml"/><Relationship Id="rId75" Type="http://schemas.openxmlformats.org/officeDocument/2006/relationships/image" Target="../media/image44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90.xml"/><Relationship Id="rId403" Type="http://schemas.openxmlformats.org/officeDocument/2006/relationships/image" Target="../media/image207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8.png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image" Target="../media/image179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82.png"/><Relationship Id="rId389" Type="http://schemas.openxmlformats.org/officeDocument/2006/relationships/image" Target="../media/image200.png"/><Relationship Id="rId193" Type="http://schemas.openxmlformats.org/officeDocument/2006/relationships/image" Target="../media/image103.png"/><Relationship Id="rId207" Type="http://schemas.openxmlformats.org/officeDocument/2006/relationships/image" Target="../media/image110.png"/><Relationship Id="rId249" Type="http://schemas.openxmlformats.org/officeDocument/2006/relationships/image" Target="../media/image131.png"/><Relationship Id="rId414" Type="http://schemas.openxmlformats.org/officeDocument/2006/relationships/customXml" Target="../ink/ink208.xml"/><Relationship Id="rId456" Type="http://schemas.openxmlformats.org/officeDocument/2006/relationships/customXml" Target="../ink/ink229.xml"/><Relationship Id="rId13" Type="http://schemas.openxmlformats.org/officeDocument/2006/relationships/image" Target="../media/image13.png"/><Relationship Id="rId109" Type="http://schemas.openxmlformats.org/officeDocument/2006/relationships/image" Target="../media/image61.png"/><Relationship Id="rId260" Type="http://schemas.openxmlformats.org/officeDocument/2006/relationships/customXml" Target="../ink/ink130.xml"/><Relationship Id="rId316" Type="http://schemas.openxmlformats.org/officeDocument/2006/relationships/customXml" Target="../ink/ink159.xml"/><Relationship Id="rId55" Type="http://schemas.openxmlformats.org/officeDocument/2006/relationships/image" Target="../media/image34.png"/><Relationship Id="rId97" Type="http://schemas.openxmlformats.org/officeDocument/2006/relationships/image" Target="../media/image55.png"/><Relationship Id="rId120" Type="http://schemas.openxmlformats.org/officeDocument/2006/relationships/customXml" Target="../ink/ink60.xml"/><Relationship Id="rId358" Type="http://schemas.openxmlformats.org/officeDocument/2006/relationships/customXml" Target="../ink/ink180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8.png"/><Relationship Id="rId467" Type="http://schemas.openxmlformats.org/officeDocument/2006/relationships/image" Target="../media/image239.png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72.png"/><Relationship Id="rId327" Type="http://schemas.openxmlformats.org/officeDocument/2006/relationships/image" Target="../media/image169.png"/><Relationship Id="rId369" Type="http://schemas.openxmlformats.org/officeDocument/2006/relationships/image" Target="../media/image190.png"/><Relationship Id="rId173" Type="http://schemas.openxmlformats.org/officeDocument/2006/relationships/image" Target="../media/image93.png"/><Relationship Id="rId229" Type="http://schemas.openxmlformats.org/officeDocument/2006/relationships/image" Target="../media/image121.png"/><Relationship Id="rId380" Type="http://schemas.openxmlformats.org/officeDocument/2006/relationships/customXml" Target="../ink/ink191.xml"/><Relationship Id="rId436" Type="http://schemas.openxmlformats.org/officeDocument/2006/relationships/customXml" Target="../ink/ink219.xml"/><Relationship Id="rId240" Type="http://schemas.openxmlformats.org/officeDocument/2006/relationships/customXml" Target="../ink/ink120.xml"/><Relationship Id="rId478" Type="http://schemas.openxmlformats.org/officeDocument/2006/relationships/customXml" Target="../ink/ink240.xml"/><Relationship Id="rId35" Type="http://schemas.openxmlformats.org/officeDocument/2006/relationships/image" Target="../media/image24.png"/><Relationship Id="rId77" Type="http://schemas.openxmlformats.org/officeDocument/2006/relationships/image" Target="../media/image45.png"/><Relationship Id="rId100" Type="http://schemas.openxmlformats.org/officeDocument/2006/relationships/customXml" Target="../ink/ink50.xml"/><Relationship Id="rId282" Type="http://schemas.openxmlformats.org/officeDocument/2006/relationships/image" Target="../media/image147.png"/><Relationship Id="rId338" Type="http://schemas.openxmlformats.org/officeDocument/2006/relationships/customXml" Target="../ink/ink170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201.png"/><Relationship Id="rId405" Type="http://schemas.openxmlformats.org/officeDocument/2006/relationships/image" Target="../media/image208.png"/><Relationship Id="rId447" Type="http://schemas.openxmlformats.org/officeDocument/2006/relationships/image" Target="../media/image229.png"/><Relationship Id="rId251" Type="http://schemas.openxmlformats.org/officeDocument/2006/relationships/image" Target="../media/image132.png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image" Target="../media/image159.png"/><Relationship Id="rId349" Type="http://schemas.openxmlformats.org/officeDocument/2006/relationships/image" Target="../media/image180.png"/><Relationship Id="rId88" Type="http://schemas.openxmlformats.org/officeDocument/2006/relationships/customXml" Target="../ink/ink44.xml"/><Relationship Id="rId111" Type="http://schemas.openxmlformats.org/officeDocument/2006/relationships/image" Target="../media/image62.png"/><Relationship Id="rId153" Type="http://schemas.openxmlformats.org/officeDocument/2006/relationships/image" Target="../media/image83.png"/><Relationship Id="rId195" Type="http://schemas.openxmlformats.org/officeDocument/2006/relationships/image" Target="../media/image104.png"/><Relationship Id="rId209" Type="http://schemas.openxmlformats.org/officeDocument/2006/relationships/image" Target="../media/image111.png"/><Relationship Id="rId360" Type="http://schemas.openxmlformats.org/officeDocument/2006/relationships/customXml" Target="../ink/ink181.xml"/><Relationship Id="rId416" Type="http://schemas.openxmlformats.org/officeDocument/2006/relationships/customXml" Target="../ink/ink209.xml"/><Relationship Id="rId220" Type="http://schemas.openxmlformats.org/officeDocument/2006/relationships/customXml" Target="../ink/ink110.xml"/><Relationship Id="rId458" Type="http://schemas.openxmlformats.org/officeDocument/2006/relationships/customXml" Target="../ink/ink230.xml"/><Relationship Id="rId15" Type="http://schemas.openxmlformats.org/officeDocument/2006/relationships/image" Target="../media/image14.png"/><Relationship Id="rId57" Type="http://schemas.openxmlformats.org/officeDocument/2006/relationships/image" Target="../media/image35.png"/><Relationship Id="rId262" Type="http://schemas.openxmlformats.org/officeDocument/2006/relationships/customXml" Target="../ink/ink131.xml"/><Relationship Id="rId318" Type="http://schemas.openxmlformats.org/officeDocument/2006/relationships/customXml" Target="../ink/ink160.xml"/><Relationship Id="rId99" Type="http://schemas.openxmlformats.org/officeDocument/2006/relationships/image" Target="../media/image56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91.png"/><Relationship Id="rId427" Type="http://schemas.openxmlformats.org/officeDocument/2006/relationships/image" Target="../media/image219.png"/><Relationship Id="rId469" Type="http://schemas.openxmlformats.org/officeDocument/2006/relationships/image" Target="../media/image240.png"/><Relationship Id="rId26" Type="http://schemas.openxmlformats.org/officeDocument/2006/relationships/customXml" Target="../ink/ink13.xml"/><Relationship Id="rId231" Type="http://schemas.openxmlformats.org/officeDocument/2006/relationships/image" Target="../media/image122.png"/><Relationship Id="rId273" Type="http://schemas.openxmlformats.org/officeDocument/2006/relationships/customXml" Target="../ink/ink137.xml"/><Relationship Id="rId329" Type="http://schemas.openxmlformats.org/officeDocument/2006/relationships/image" Target="../media/image170.png"/><Relationship Id="rId68" Type="http://schemas.openxmlformats.org/officeDocument/2006/relationships/customXml" Target="../ink/ink34.xml"/><Relationship Id="rId133" Type="http://schemas.openxmlformats.org/officeDocument/2006/relationships/image" Target="../media/image73.png"/><Relationship Id="rId175" Type="http://schemas.openxmlformats.org/officeDocument/2006/relationships/image" Target="../media/image94.png"/><Relationship Id="rId340" Type="http://schemas.openxmlformats.org/officeDocument/2006/relationships/customXml" Target="../ink/ink171.xml"/><Relationship Id="rId200" Type="http://schemas.openxmlformats.org/officeDocument/2006/relationships/customXml" Target="../ink/ink100.xml"/><Relationship Id="rId382" Type="http://schemas.openxmlformats.org/officeDocument/2006/relationships/customXml" Target="../ink/ink192.xml"/><Relationship Id="rId438" Type="http://schemas.openxmlformats.org/officeDocument/2006/relationships/customXml" Target="../ink/ink220.xml"/><Relationship Id="rId242" Type="http://schemas.openxmlformats.org/officeDocument/2006/relationships/customXml" Target="../ink/ink121.xml"/><Relationship Id="rId284" Type="http://schemas.openxmlformats.org/officeDocument/2006/relationships/image" Target="../media/image148.png"/><Relationship Id="rId37" Type="http://schemas.openxmlformats.org/officeDocument/2006/relationships/image" Target="../media/image25.png"/><Relationship Id="rId79" Type="http://schemas.openxmlformats.org/officeDocument/2006/relationships/image" Target="../media/image46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81.png"/><Relationship Id="rId393" Type="http://schemas.openxmlformats.org/officeDocument/2006/relationships/image" Target="../media/image202.png"/><Relationship Id="rId407" Type="http://schemas.openxmlformats.org/officeDocument/2006/relationships/image" Target="../media/image209.png"/><Relationship Id="rId449" Type="http://schemas.openxmlformats.org/officeDocument/2006/relationships/image" Target="../media/image230.png"/><Relationship Id="rId211" Type="http://schemas.openxmlformats.org/officeDocument/2006/relationships/image" Target="../media/image112.png"/><Relationship Id="rId253" Type="http://schemas.openxmlformats.org/officeDocument/2006/relationships/image" Target="../media/image133.png"/><Relationship Id="rId295" Type="http://schemas.openxmlformats.org/officeDocument/2006/relationships/customXml" Target="../ink/ink148.xml"/><Relationship Id="rId309" Type="http://schemas.openxmlformats.org/officeDocument/2006/relationships/image" Target="../media/image160.png"/><Relationship Id="rId460" Type="http://schemas.openxmlformats.org/officeDocument/2006/relationships/customXml" Target="../ink/ink231.xml"/><Relationship Id="rId48" Type="http://schemas.openxmlformats.org/officeDocument/2006/relationships/customXml" Target="../ink/ink24.xml"/><Relationship Id="rId113" Type="http://schemas.openxmlformats.org/officeDocument/2006/relationships/image" Target="../media/image63.png"/><Relationship Id="rId320" Type="http://schemas.openxmlformats.org/officeDocument/2006/relationships/customXml" Target="../ink/ink161.xml"/><Relationship Id="rId155" Type="http://schemas.openxmlformats.org/officeDocument/2006/relationships/image" Target="../media/image84.png"/><Relationship Id="rId197" Type="http://schemas.openxmlformats.org/officeDocument/2006/relationships/image" Target="../media/image105.png"/><Relationship Id="rId362" Type="http://schemas.openxmlformats.org/officeDocument/2006/relationships/customXml" Target="../ink/ink182.xml"/><Relationship Id="rId418" Type="http://schemas.openxmlformats.org/officeDocument/2006/relationships/customXml" Target="../ink/ink210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41.png"/><Relationship Id="rId17" Type="http://schemas.openxmlformats.org/officeDocument/2006/relationships/image" Target="../media/image15.png"/><Relationship Id="rId59" Type="http://schemas.openxmlformats.org/officeDocument/2006/relationships/image" Target="../media/image36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71.png"/><Relationship Id="rId373" Type="http://schemas.openxmlformats.org/officeDocument/2006/relationships/image" Target="../media/image192.png"/><Relationship Id="rId429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23.png"/><Relationship Id="rId440" Type="http://schemas.openxmlformats.org/officeDocument/2006/relationships/customXml" Target="../ink/ink221.xml"/><Relationship Id="rId28" Type="http://schemas.openxmlformats.org/officeDocument/2006/relationships/customXml" Target="../ink/ink14.xml"/><Relationship Id="rId275" Type="http://schemas.openxmlformats.org/officeDocument/2006/relationships/customXml" Target="../ink/ink138.xml"/><Relationship Id="rId300" Type="http://schemas.openxmlformats.org/officeDocument/2006/relationships/image" Target="../media/image156.png"/><Relationship Id="rId81" Type="http://schemas.openxmlformats.org/officeDocument/2006/relationships/image" Target="../media/image47.png"/><Relationship Id="rId135" Type="http://schemas.openxmlformats.org/officeDocument/2006/relationships/image" Target="../media/image74.png"/><Relationship Id="rId177" Type="http://schemas.openxmlformats.org/officeDocument/2006/relationships/image" Target="../media/image95.png"/><Relationship Id="rId342" Type="http://schemas.openxmlformats.org/officeDocument/2006/relationships/customXml" Target="../ink/ink172.xml"/><Relationship Id="rId384" Type="http://schemas.openxmlformats.org/officeDocument/2006/relationships/customXml" Target="../ink/ink193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26.png"/><Relationship Id="rId286" Type="http://schemas.openxmlformats.org/officeDocument/2006/relationships/image" Target="../media/image149.png"/><Relationship Id="rId451" Type="http://schemas.openxmlformats.org/officeDocument/2006/relationships/image" Target="../media/image231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61.png"/><Relationship Id="rId353" Type="http://schemas.openxmlformats.org/officeDocument/2006/relationships/image" Target="../media/image182.png"/><Relationship Id="rId395" Type="http://schemas.openxmlformats.org/officeDocument/2006/relationships/image" Target="../media/image203.png"/><Relationship Id="rId409" Type="http://schemas.openxmlformats.org/officeDocument/2006/relationships/image" Target="../media/image210.png"/><Relationship Id="rId92" Type="http://schemas.openxmlformats.org/officeDocument/2006/relationships/customXml" Target="../ink/ink46.xml"/><Relationship Id="rId213" Type="http://schemas.openxmlformats.org/officeDocument/2006/relationships/image" Target="../media/image113.png"/><Relationship Id="rId420" Type="http://schemas.openxmlformats.org/officeDocument/2006/relationships/customXml" Target="../ink/ink211.xml"/><Relationship Id="rId255" Type="http://schemas.openxmlformats.org/officeDocument/2006/relationships/image" Target="../media/image134.png"/><Relationship Id="rId297" Type="http://schemas.openxmlformats.org/officeDocument/2006/relationships/customXml" Target="../ink/ink149.xml"/><Relationship Id="rId462" Type="http://schemas.openxmlformats.org/officeDocument/2006/relationships/customXml" Target="../ink/ink232.xml"/><Relationship Id="rId115" Type="http://schemas.openxmlformats.org/officeDocument/2006/relationships/image" Target="../media/image64.png"/><Relationship Id="rId157" Type="http://schemas.openxmlformats.org/officeDocument/2006/relationships/image" Target="../media/image85.png"/><Relationship Id="rId322" Type="http://schemas.openxmlformats.org/officeDocument/2006/relationships/customXml" Target="../ink/ink162.xml"/><Relationship Id="rId364" Type="http://schemas.openxmlformats.org/officeDocument/2006/relationships/customXml" Target="../ink/ink183.xml"/><Relationship Id="rId61" Type="http://schemas.openxmlformats.org/officeDocument/2006/relationships/image" Target="../media/image37.png"/><Relationship Id="rId199" Type="http://schemas.openxmlformats.org/officeDocument/2006/relationships/image" Target="../media/image106.png"/><Relationship Id="rId19" Type="http://schemas.openxmlformats.org/officeDocument/2006/relationships/image" Target="../media/image16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21.png"/><Relationship Id="rId473" Type="http://schemas.openxmlformats.org/officeDocument/2006/relationships/image" Target="../media/image242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7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customXml" Target="../ink/ink24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hyperlink" Target="http://www.dribbble.com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tiff"/><Relationship Id="rId5" Type="http://schemas.openxmlformats.org/officeDocument/2006/relationships/image" Target="../media/image11.tiff"/><Relationship Id="rId4" Type="http://schemas.openxmlformats.org/officeDocument/2006/relationships/image" Target="../media/image10.tiff"/><Relationship Id="rId9" Type="http://schemas.openxmlformats.org/officeDocument/2006/relationships/image" Target="../media/image2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52550"/>
            <a:ext cx="8229600" cy="129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PH" sz="3600" dirty="0"/>
              <a:t>SAP Build Training for Corporate Professionals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95550"/>
            <a:ext cx="8229600" cy="914400"/>
          </a:xfrm>
        </p:spPr>
        <p:txBody>
          <a:bodyPr>
            <a:normAutofit/>
          </a:bodyPr>
          <a:lstStyle/>
          <a:p>
            <a:r>
              <a:rPr lang="en-PH" sz="3600" b="1">
                <a:solidFill>
                  <a:srgbClr val="00B050"/>
                </a:solidFill>
                <a:latin typeface="Cooper Black" panose="0208090404030B020404" pitchFamily="18" charset="0"/>
              </a:rPr>
              <a:t>www.anubhavtrainings.com</a:t>
            </a:r>
            <a:endParaRPr lang="en-PH" sz="3600" b="1" dirty="0">
              <a:solidFill>
                <a:srgbClr val="00B050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Google Shape;500;p1">
            <a:extLst>
              <a:ext uri="{FF2B5EF4-FFF2-40B4-BE49-F238E27FC236}">
                <a16:creationId xmlns:a16="http://schemas.microsoft.com/office/drawing/2014/main" id="{A035E2B0-75D9-4BCC-1173-8F7FB8C99C8A}"/>
              </a:ext>
            </a:extLst>
          </p:cNvPr>
          <p:cNvSpPr txBox="1"/>
          <p:nvPr/>
        </p:nvSpPr>
        <p:spPr>
          <a:xfrm>
            <a:off x="609600" y="496005"/>
            <a:ext cx="1828800" cy="646290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j-ea"/>
                <a:cs typeface="Arial" pitchFamily="34" charset="0"/>
                <a:sym typeface="Corben"/>
              </a:rPr>
              <a:t>DAY-28</a:t>
            </a:r>
          </a:p>
        </p:txBody>
      </p:sp>
      <p:pic>
        <p:nvPicPr>
          <p:cNvPr id="6" name="Google Shape;497;p1">
            <a:extLst>
              <a:ext uri="{FF2B5EF4-FFF2-40B4-BE49-F238E27FC236}">
                <a16:creationId xmlns:a16="http://schemas.microsoft.com/office/drawing/2014/main" id="{503397FB-5BCD-D008-7827-9E43E26D9D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3181350"/>
            <a:ext cx="1733995" cy="1656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08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2382" y="-10043"/>
            <a:ext cx="9139238" cy="569185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2" y="2392863"/>
            <a:ext cx="9139238" cy="188222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2" y="2522237"/>
            <a:ext cx="9139238" cy="159582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2881727" y="2577435"/>
            <a:ext cx="3380548" cy="5077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26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2474" spc="113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32706" y="3044889"/>
            <a:ext cx="8478590" cy="922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17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609600" y="2190750"/>
            <a:ext cx="79248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19200" y="1733550"/>
            <a:ext cx="6705600" cy="933450"/>
            <a:chOff x="914400" y="2190750"/>
            <a:chExt cx="6705600" cy="933450"/>
          </a:xfrm>
          <a:solidFill>
            <a:srgbClr val="0563B8"/>
          </a:solidFill>
        </p:grpSpPr>
        <p:sp>
          <p:nvSpPr>
            <p:cNvPr id="4" name="Oval 3"/>
            <p:cNvSpPr/>
            <p:nvPr/>
          </p:nvSpPr>
          <p:spPr>
            <a:xfrm>
              <a:off x="9144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8384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7625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6865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05600" y="2929176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Adding table control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457325" y="1952625"/>
            <a:ext cx="443206" cy="484863"/>
            <a:chOff x="1981201" y="1547809"/>
            <a:chExt cx="443206" cy="484863"/>
          </a:xfrm>
          <a:solidFill>
            <a:schemeClr val="bg1"/>
          </a:solidFill>
        </p:grpSpPr>
        <p:sp>
          <p:nvSpPr>
            <p:cNvPr id="1030" name="Freeform 6"/>
            <p:cNvSpPr>
              <a:spLocks noEditPoints="1"/>
            </p:cNvSpPr>
            <p:nvPr/>
          </p:nvSpPr>
          <p:spPr bwMode="auto">
            <a:xfrm>
              <a:off x="2085003" y="1547809"/>
              <a:ext cx="339404" cy="340770"/>
            </a:xfrm>
            <a:custGeom>
              <a:avLst/>
              <a:gdLst/>
              <a:ahLst/>
              <a:cxnLst>
                <a:cxn ang="0">
                  <a:pos x="219" y="91"/>
                </a:cxn>
                <a:cxn ang="0">
                  <a:pos x="166" y="110"/>
                </a:cxn>
                <a:cxn ang="0">
                  <a:pos x="123" y="147"/>
                </a:cxn>
                <a:cxn ang="0">
                  <a:pos x="96" y="197"/>
                </a:cxn>
                <a:cxn ang="0">
                  <a:pos x="87" y="251"/>
                </a:cxn>
                <a:cxn ang="0">
                  <a:pos x="97" y="306"/>
                </a:cxn>
                <a:cxn ang="0">
                  <a:pos x="126" y="354"/>
                </a:cxn>
                <a:cxn ang="0">
                  <a:pos x="170" y="390"/>
                </a:cxn>
                <a:cxn ang="0">
                  <a:pos x="223" y="410"/>
                </a:cxn>
                <a:cxn ang="0">
                  <a:pos x="279" y="408"/>
                </a:cxn>
                <a:cxn ang="0">
                  <a:pos x="330" y="389"/>
                </a:cxn>
                <a:cxn ang="0">
                  <a:pos x="373" y="352"/>
                </a:cxn>
                <a:cxn ang="0">
                  <a:pos x="401" y="301"/>
                </a:cxn>
                <a:cxn ang="0">
                  <a:pos x="409" y="247"/>
                </a:cxn>
                <a:cxn ang="0">
                  <a:pos x="399" y="193"/>
                </a:cxn>
                <a:cxn ang="0">
                  <a:pos x="370" y="145"/>
                </a:cxn>
                <a:cxn ang="0">
                  <a:pos x="326" y="108"/>
                </a:cxn>
                <a:cxn ang="0">
                  <a:pos x="274" y="90"/>
                </a:cxn>
                <a:cxn ang="0">
                  <a:pos x="241" y="0"/>
                </a:cxn>
                <a:cxn ang="0">
                  <a:pos x="310" y="8"/>
                </a:cxn>
                <a:cxn ang="0">
                  <a:pos x="376" y="35"/>
                </a:cxn>
                <a:cxn ang="0">
                  <a:pos x="433" y="82"/>
                </a:cxn>
                <a:cxn ang="0">
                  <a:pos x="472" y="141"/>
                </a:cxn>
                <a:cxn ang="0">
                  <a:pos x="494" y="207"/>
                </a:cxn>
                <a:cxn ang="0">
                  <a:pos x="495" y="278"/>
                </a:cxn>
                <a:cxn ang="0">
                  <a:pos x="478" y="345"/>
                </a:cxn>
                <a:cxn ang="0">
                  <a:pos x="441" y="407"/>
                </a:cxn>
                <a:cxn ang="0">
                  <a:pos x="387" y="456"/>
                </a:cxn>
                <a:cxn ang="0">
                  <a:pos x="324" y="487"/>
                </a:cxn>
                <a:cxn ang="0">
                  <a:pos x="256" y="499"/>
                </a:cxn>
                <a:cxn ang="0">
                  <a:pos x="187" y="491"/>
                </a:cxn>
                <a:cxn ang="0">
                  <a:pos x="121" y="464"/>
                </a:cxn>
                <a:cxn ang="0">
                  <a:pos x="64" y="418"/>
                </a:cxn>
                <a:cxn ang="0">
                  <a:pos x="25" y="358"/>
                </a:cxn>
                <a:cxn ang="0">
                  <a:pos x="3" y="292"/>
                </a:cxn>
                <a:cxn ang="0">
                  <a:pos x="2" y="222"/>
                </a:cxn>
                <a:cxn ang="0">
                  <a:pos x="19" y="155"/>
                </a:cxn>
                <a:cxn ang="0">
                  <a:pos x="56" y="92"/>
                </a:cxn>
                <a:cxn ang="0">
                  <a:pos x="110" y="43"/>
                </a:cxn>
                <a:cxn ang="0">
                  <a:pos x="173" y="13"/>
                </a:cxn>
                <a:cxn ang="0">
                  <a:pos x="241" y="0"/>
                </a:cxn>
              </a:cxnLst>
              <a:rect l="0" t="0" r="r" b="b"/>
              <a:pathLst>
                <a:path w="497" h="499">
                  <a:moveTo>
                    <a:pt x="246" y="88"/>
                  </a:moveTo>
                  <a:lnTo>
                    <a:pt x="219" y="91"/>
                  </a:lnTo>
                  <a:lnTo>
                    <a:pt x="192" y="98"/>
                  </a:lnTo>
                  <a:lnTo>
                    <a:pt x="166" y="110"/>
                  </a:lnTo>
                  <a:lnTo>
                    <a:pt x="144" y="126"/>
                  </a:lnTo>
                  <a:lnTo>
                    <a:pt x="123" y="147"/>
                  </a:lnTo>
                  <a:lnTo>
                    <a:pt x="107" y="171"/>
                  </a:lnTo>
                  <a:lnTo>
                    <a:pt x="96" y="197"/>
                  </a:lnTo>
                  <a:lnTo>
                    <a:pt x="89" y="224"/>
                  </a:lnTo>
                  <a:lnTo>
                    <a:pt x="87" y="251"/>
                  </a:lnTo>
                  <a:lnTo>
                    <a:pt x="90" y="280"/>
                  </a:lnTo>
                  <a:lnTo>
                    <a:pt x="97" y="306"/>
                  </a:lnTo>
                  <a:lnTo>
                    <a:pt x="110" y="331"/>
                  </a:lnTo>
                  <a:lnTo>
                    <a:pt x="126" y="354"/>
                  </a:lnTo>
                  <a:lnTo>
                    <a:pt x="146" y="374"/>
                  </a:lnTo>
                  <a:lnTo>
                    <a:pt x="170" y="390"/>
                  </a:lnTo>
                  <a:lnTo>
                    <a:pt x="196" y="403"/>
                  </a:lnTo>
                  <a:lnTo>
                    <a:pt x="223" y="410"/>
                  </a:lnTo>
                  <a:lnTo>
                    <a:pt x="250" y="411"/>
                  </a:lnTo>
                  <a:lnTo>
                    <a:pt x="279" y="408"/>
                  </a:lnTo>
                  <a:lnTo>
                    <a:pt x="305" y="400"/>
                  </a:lnTo>
                  <a:lnTo>
                    <a:pt x="330" y="389"/>
                  </a:lnTo>
                  <a:lnTo>
                    <a:pt x="352" y="372"/>
                  </a:lnTo>
                  <a:lnTo>
                    <a:pt x="373" y="352"/>
                  </a:lnTo>
                  <a:lnTo>
                    <a:pt x="388" y="328"/>
                  </a:lnTo>
                  <a:lnTo>
                    <a:pt x="401" y="301"/>
                  </a:lnTo>
                  <a:lnTo>
                    <a:pt x="408" y="275"/>
                  </a:lnTo>
                  <a:lnTo>
                    <a:pt x="409" y="247"/>
                  </a:lnTo>
                  <a:lnTo>
                    <a:pt x="407" y="220"/>
                  </a:lnTo>
                  <a:lnTo>
                    <a:pt x="399" y="193"/>
                  </a:lnTo>
                  <a:lnTo>
                    <a:pt x="387" y="167"/>
                  </a:lnTo>
                  <a:lnTo>
                    <a:pt x="370" y="145"/>
                  </a:lnTo>
                  <a:lnTo>
                    <a:pt x="350" y="124"/>
                  </a:lnTo>
                  <a:lnTo>
                    <a:pt x="326" y="108"/>
                  </a:lnTo>
                  <a:lnTo>
                    <a:pt x="300" y="97"/>
                  </a:lnTo>
                  <a:lnTo>
                    <a:pt x="274" y="90"/>
                  </a:lnTo>
                  <a:lnTo>
                    <a:pt x="246" y="88"/>
                  </a:lnTo>
                  <a:close/>
                  <a:moveTo>
                    <a:pt x="241" y="0"/>
                  </a:moveTo>
                  <a:lnTo>
                    <a:pt x="276" y="2"/>
                  </a:lnTo>
                  <a:lnTo>
                    <a:pt x="310" y="8"/>
                  </a:lnTo>
                  <a:lnTo>
                    <a:pt x="343" y="19"/>
                  </a:lnTo>
                  <a:lnTo>
                    <a:pt x="376" y="35"/>
                  </a:lnTo>
                  <a:lnTo>
                    <a:pt x="405" y="57"/>
                  </a:lnTo>
                  <a:lnTo>
                    <a:pt x="433" y="82"/>
                  </a:lnTo>
                  <a:lnTo>
                    <a:pt x="454" y="110"/>
                  </a:lnTo>
                  <a:lnTo>
                    <a:pt x="472" y="141"/>
                  </a:lnTo>
                  <a:lnTo>
                    <a:pt x="485" y="174"/>
                  </a:lnTo>
                  <a:lnTo>
                    <a:pt x="494" y="207"/>
                  </a:lnTo>
                  <a:lnTo>
                    <a:pt x="497" y="242"/>
                  </a:lnTo>
                  <a:lnTo>
                    <a:pt x="495" y="278"/>
                  </a:lnTo>
                  <a:lnTo>
                    <a:pt x="489" y="312"/>
                  </a:lnTo>
                  <a:lnTo>
                    <a:pt x="478" y="345"/>
                  </a:lnTo>
                  <a:lnTo>
                    <a:pt x="462" y="378"/>
                  </a:lnTo>
                  <a:lnTo>
                    <a:pt x="441" y="407"/>
                  </a:lnTo>
                  <a:lnTo>
                    <a:pt x="416" y="435"/>
                  </a:lnTo>
                  <a:lnTo>
                    <a:pt x="387" y="456"/>
                  </a:lnTo>
                  <a:lnTo>
                    <a:pt x="357" y="474"/>
                  </a:lnTo>
                  <a:lnTo>
                    <a:pt x="324" y="487"/>
                  </a:lnTo>
                  <a:lnTo>
                    <a:pt x="291" y="496"/>
                  </a:lnTo>
                  <a:lnTo>
                    <a:pt x="256" y="499"/>
                  </a:lnTo>
                  <a:lnTo>
                    <a:pt x="221" y="497"/>
                  </a:lnTo>
                  <a:lnTo>
                    <a:pt x="187" y="491"/>
                  </a:lnTo>
                  <a:lnTo>
                    <a:pt x="154" y="480"/>
                  </a:lnTo>
                  <a:lnTo>
                    <a:pt x="121" y="464"/>
                  </a:lnTo>
                  <a:lnTo>
                    <a:pt x="92" y="443"/>
                  </a:lnTo>
                  <a:lnTo>
                    <a:pt x="64" y="418"/>
                  </a:lnTo>
                  <a:lnTo>
                    <a:pt x="43" y="389"/>
                  </a:lnTo>
                  <a:lnTo>
                    <a:pt x="25" y="358"/>
                  </a:lnTo>
                  <a:lnTo>
                    <a:pt x="12" y="325"/>
                  </a:lnTo>
                  <a:lnTo>
                    <a:pt x="3" y="292"/>
                  </a:lnTo>
                  <a:lnTo>
                    <a:pt x="0" y="257"/>
                  </a:lnTo>
                  <a:lnTo>
                    <a:pt x="2" y="222"/>
                  </a:lnTo>
                  <a:lnTo>
                    <a:pt x="8" y="188"/>
                  </a:lnTo>
                  <a:lnTo>
                    <a:pt x="19" y="155"/>
                  </a:lnTo>
                  <a:lnTo>
                    <a:pt x="35" y="122"/>
                  </a:lnTo>
                  <a:lnTo>
                    <a:pt x="56" y="92"/>
                  </a:lnTo>
                  <a:lnTo>
                    <a:pt x="81" y="65"/>
                  </a:lnTo>
                  <a:lnTo>
                    <a:pt x="110" y="43"/>
                  </a:lnTo>
                  <a:lnTo>
                    <a:pt x="140" y="25"/>
                  </a:lnTo>
                  <a:lnTo>
                    <a:pt x="173" y="13"/>
                  </a:lnTo>
                  <a:lnTo>
                    <a:pt x="206" y="3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1981201" y="1803216"/>
              <a:ext cx="204872" cy="229456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32" y="4"/>
                </a:cxn>
                <a:cxn ang="0">
                  <a:pos x="242" y="11"/>
                </a:cxn>
                <a:cxn ang="0">
                  <a:pos x="287" y="47"/>
                </a:cxn>
                <a:cxn ang="0">
                  <a:pos x="295" y="56"/>
                </a:cxn>
                <a:cxn ang="0">
                  <a:pos x="299" y="66"/>
                </a:cxn>
                <a:cxn ang="0">
                  <a:pos x="300" y="78"/>
                </a:cxn>
                <a:cxn ang="0">
                  <a:pos x="298" y="89"/>
                </a:cxn>
                <a:cxn ang="0">
                  <a:pos x="292" y="99"/>
                </a:cxn>
                <a:cxn ang="0">
                  <a:pos x="111" y="322"/>
                </a:cxn>
                <a:cxn ang="0">
                  <a:pos x="100" y="331"/>
                </a:cxn>
                <a:cxn ang="0">
                  <a:pos x="85" y="336"/>
                </a:cxn>
                <a:cxn ang="0">
                  <a:pos x="71" y="335"/>
                </a:cxn>
                <a:cxn ang="0">
                  <a:pos x="58" y="328"/>
                </a:cxn>
                <a:cxn ang="0">
                  <a:pos x="14" y="292"/>
                </a:cxn>
                <a:cxn ang="0">
                  <a:pos x="5" y="280"/>
                </a:cxn>
                <a:cxn ang="0">
                  <a:pos x="0" y="265"/>
                </a:cxn>
                <a:cxn ang="0">
                  <a:pos x="1" y="252"/>
                </a:cxn>
                <a:cxn ang="0">
                  <a:pos x="8" y="238"/>
                </a:cxn>
                <a:cxn ang="0">
                  <a:pos x="190" y="15"/>
                </a:cxn>
                <a:cxn ang="0">
                  <a:pos x="199" y="7"/>
                </a:cxn>
                <a:cxn ang="0">
                  <a:pos x="210" y="3"/>
                </a:cxn>
                <a:cxn ang="0">
                  <a:pos x="221" y="0"/>
                </a:cxn>
              </a:cxnLst>
              <a:rect l="0" t="0" r="r" b="b"/>
              <a:pathLst>
                <a:path w="300" h="336">
                  <a:moveTo>
                    <a:pt x="221" y="0"/>
                  </a:moveTo>
                  <a:lnTo>
                    <a:pt x="232" y="4"/>
                  </a:lnTo>
                  <a:lnTo>
                    <a:pt x="242" y="11"/>
                  </a:lnTo>
                  <a:lnTo>
                    <a:pt x="287" y="47"/>
                  </a:lnTo>
                  <a:lnTo>
                    <a:pt x="295" y="56"/>
                  </a:lnTo>
                  <a:lnTo>
                    <a:pt x="299" y="66"/>
                  </a:lnTo>
                  <a:lnTo>
                    <a:pt x="300" y="78"/>
                  </a:lnTo>
                  <a:lnTo>
                    <a:pt x="298" y="89"/>
                  </a:lnTo>
                  <a:lnTo>
                    <a:pt x="292" y="99"/>
                  </a:lnTo>
                  <a:lnTo>
                    <a:pt x="111" y="322"/>
                  </a:lnTo>
                  <a:lnTo>
                    <a:pt x="100" y="331"/>
                  </a:lnTo>
                  <a:lnTo>
                    <a:pt x="85" y="336"/>
                  </a:lnTo>
                  <a:lnTo>
                    <a:pt x="71" y="335"/>
                  </a:lnTo>
                  <a:lnTo>
                    <a:pt x="58" y="328"/>
                  </a:lnTo>
                  <a:lnTo>
                    <a:pt x="14" y="292"/>
                  </a:lnTo>
                  <a:lnTo>
                    <a:pt x="5" y="280"/>
                  </a:lnTo>
                  <a:lnTo>
                    <a:pt x="0" y="265"/>
                  </a:lnTo>
                  <a:lnTo>
                    <a:pt x="1" y="252"/>
                  </a:lnTo>
                  <a:lnTo>
                    <a:pt x="8" y="238"/>
                  </a:lnTo>
                  <a:lnTo>
                    <a:pt x="190" y="15"/>
                  </a:lnTo>
                  <a:lnTo>
                    <a:pt x="199" y="7"/>
                  </a:lnTo>
                  <a:lnTo>
                    <a:pt x="210" y="3"/>
                  </a:lnTo>
                  <a:lnTo>
                    <a:pt x="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62325" y="1924050"/>
            <a:ext cx="482814" cy="544275"/>
            <a:chOff x="2698251" y="1515030"/>
            <a:chExt cx="482814" cy="544275"/>
          </a:xfrm>
          <a:solidFill>
            <a:schemeClr val="bg1"/>
          </a:solidFill>
        </p:grpSpPr>
        <p:sp>
          <p:nvSpPr>
            <p:cNvPr id="1032" name="Freeform 8"/>
            <p:cNvSpPr>
              <a:spLocks noEditPoints="1"/>
            </p:cNvSpPr>
            <p:nvPr/>
          </p:nvSpPr>
          <p:spPr bwMode="auto">
            <a:xfrm>
              <a:off x="2698251" y="1575125"/>
              <a:ext cx="482814" cy="484180"/>
            </a:xfrm>
            <a:custGeom>
              <a:avLst/>
              <a:gdLst/>
              <a:ahLst/>
              <a:cxnLst>
                <a:cxn ang="0">
                  <a:pos x="79" y="78"/>
                </a:cxn>
                <a:cxn ang="0">
                  <a:pos x="79" y="631"/>
                </a:cxn>
                <a:cxn ang="0">
                  <a:pos x="629" y="631"/>
                </a:cxn>
                <a:cxn ang="0">
                  <a:pos x="629" y="78"/>
                </a:cxn>
                <a:cxn ang="0">
                  <a:pos x="79" y="78"/>
                </a:cxn>
                <a:cxn ang="0">
                  <a:pos x="71" y="0"/>
                </a:cxn>
                <a:cxn ang="0">
                  <a:pos x="637" y="0"/>
                </a:cxn>
                <a:cxn ang="0">
                  <a:pos x="655" y="2"/>
                </a:cxn>
                <a:cxn ang="0">
                  <a:pos x="672" y="10"/>
                </a:cxn>
                <a:cxn ang="0">
                  <a:pos x="687" y="20"/>
                </a:cxn>
                <a:cxn ang="0">
                  <a:pos x="697" y="35"/>
                </a:cxn>
                <a:cxn ang="0">
                  <a:pos x="705" y="52"/>
                </a:cxn>
                <a:cxn ang="0">
                  <a:pos x="707" y="70"/>
                </a:cxn>
                <a:cxn ang="0">
                  <a:pos x="707" y="638"/>
                </a:cxn>
                <a:cxn ang="0">
                  <a:pos x="705" y="657"/>
                </a:cxn>
                <a:cxn ang="0">
                  <a:pos x="697" y="674"/>
                </a:cxn>
                <a:cxn ang="0">
                  <a:pos x="687" y="688"/>
                </a:cxn>
                <a:cxn ang="0">
                  <a:pos x="672" y="699"/>
                </a:cxn>
                <a:cxn ang="0">
                  <a:pos x="655" y="706"/>
                </a:cxn>
                <a:cxn ang="0">
                  <a:pos x="637" y="709"/>
                </a:cxn>
                <a:cxn ang="0">
                  <a:pos x="71" y="709"/>
                </a:cxn>
                <a:cxn ang="0">
                  <a:pos x="53" y="706"/>
                </a:cxn>
                <a:cxn ang="0">
                  <a:pos x="36" y="699"/>
                </a:cxn>
                <a:cxn ang="0">
                  <a:pos x="21" y="688"/>
                </a:cxn>
                <a:cxn ang="0">
                  <a:pos x="11" y="674"/>
                </a:cxn>
                <a:cxn ang="0">
                  <a:pos x="3" y="657"/>
                </a:cxn>
                <a:cxn ang="0">
                  <a:pos x="0" y="638"/>
                </a:cxn>
                <a:cxn ang="0">
                  <a:pos x="0" y="70"/>
                </a:cxn>
                <a:cxn ang="0">
                  <a:pos x="3" y="52"/>
                </a:cxn>
                <a:cxn ang="0">
                  <a:pos x="11" y="35"/>
                </a:cxn>
                <a:cxn ang="0">
                  <a:pos x="21" y="20"/>
                </a:cxn>
                <a:cxn ang="0">
                  <a:pos x="36" y="10"/>
                </a:cxn>
                <a:cxn ang="0">
                  <a:pos x="53" y="2"/>
                </a:cxn>
                <a:cxn ang="0">
                  <a:pos x="71" y="0"/>
                </a:cxn>
              </a:cxnLst>
              <a:rect l="0" t="0" r="r" b="b"/>
              <a:pathLst>
                <a:path w="707" h="709">
                  <a:moveTo>
                    <a:pt x="79" y="78"/>
                  </a:moveTo>
                  <a:lnTo>
                    <a:pt x="79" y="631"/>
                  </a:lnTo>
                  <a:lnTo>
                    <a:pt x="629" y="631"/>
                  </a:lnTo>
                  <a:lnTo>
                    <a:pt x="629" y="78"/>
                  </a:lnTo>
                  <a:lnTo>
                    <a:pt x="79" y="78"/>
                  </a:lnTo>
                  <a:close/>
                  <a:moveTo>
                    <a:pt x="71" y="0"/>
                  </a:moveTo>
                  <a:lnTo>
                    <a:pt x="637" y="0"/>
                  </a:lnTo>
                  <a:lnTo>
                    <a:pt x="655" y="2"/>
                  </a:lnTo>
                  <a:lnTo>
                    <a:pt x="672" y="10"/>
                  </a:lnTo>
                  <a:lnTo>
                    <a:pt x="687" y="20"/>
                  </a:lnTo>
                  <a:lnTo>
                    <a:pt x="697" y="35"/>
                  </a:lnTo>
                  <a:lnTo>
                    <a:pt x="705" y="52"/>
                  </a:lnTo>
                  <a:lnTo>
                    <a:pt x="707" y="70"/>
                  </a:lnTo>
                  <a:lnTo>
                    <a:pt x="707" y="638"/>
                  </a:lnTo>
                  <a:lnTo>
                    <a:pt x="705" y="657"/>
                  </a:lnTo>
                  <a:lnTo>
                    <a:pt x="697" y="674"/>
                  </a:lnTo>
                  <a:lnTo>
                    <a:pt x="687" y="688"/>
                  </a:lnTo>
                  <a:lnTo>
                    <a:pt x="672" y="699"/>
                  </a:lnTo>
                  <a:lnTo>
                    <a:pt x="655" y="706"/>
                  </a:lnTo>
                  <a:lnTo>
                    <a:pt x="637" y="709"/>
                  </a:lnTo>
                  <a:lnTo>
                    <a:pt x="71" y="709"/>
                  </a:lnTo>
                  <a:lnTo>
                    <a:pt x="53" y="706"/>
                  </a:lnTo>
                  <a:lnTo>
                    <a:pt x="36" y="699"/>
                  </a:lnTo>
                  <a:lnTo>
                    <a:pt x="21" y="688"/>
                  </a:lnTo>
                  <a:lnTo>
                    <a:pt x="11" y="674"/>
                  </a:lnTo>
                  <a:lnTo>
                    <a:pt x="3" y="657"/>
                  </a:lnTo>
                  <a:lnTo>
                    <a:pt x="0" y="638"/>
                  </a:lnTo>
                  <a:lnTo>
                    <a:pt x="0" y="70"/>
                  </a:lnTo>
                  <a:lnTo>
                    <a:pt x="3" y="52"/>
                  </a:lnTo>
                  <a:lnTo>
                    <a:pt x="11" y="35"/>
                  </a:lnTo>
                  <a:lnTo>
                    <a:pt x="21" y="20"/>
                  </a:lnTo>
                  <a:lnTo>
                    <a:pt x="36" y="10"/>
                  </a:lnTo>
                  <a:lnTo>
                    <a:pt x="53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2817077" y="1515030"/>
              <a:ext cx="55998" cy="1727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51" y="0"/>
                </a:cxn>
                <a:cxn ang="0">
                  <a:pos x="63" y="3"/>
                </a:cxn>
                <a:cxn ang="0">
                  <a:pos x="73" y="9"/>
                </a:cxn>
                <a:cxn ang="0">
                  <a:pos x="80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80" y="235"/>
                </a:cxn>
                <a:cxn ang="0">
                  <a:pos x="73" y="244"/>
                </a:cxn>
                <a:cxn ang="0">
                  <a:pos x="63" y="251"/>
                </a:cxn>
                <a:cxn ang="0">
                  <a:pos x="51" y="253"/>
                </a:cxn>
                <a:cxn ang="0">
                  <a:pos x="31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1" y="0"/>
                </a:cxn>
              </a:cxnLst>
              <a:rect l="0" t="0" r="r" b="b"/>
              <a:pathLst>
                <a:path w="82" h="253">
                  <a:moveTo>
                    <a:pt x="31" y="0"/>
                  </a:moveTo>
                  <a:lnTo>
                    <a:pt x="51" y="0"/>
                  </a:lnTo>
                  <a:lnTo>
                    <a:pt x="63" y="3"/>
                  </a:lnTo>
                  <a:lnTo>
                    <a:pt x="73" y="9"/>
                  </a:lnTo>
                  <a:lnTo>
                    <a:pt x="80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80" y="235"/>
                  </a:lnTo>
                  <a:lnTo>
                    <a:pt x="73" y="244"/>
                  </a:lnTo>
                  <a:lnTo>
                    <a:pt x="63" y="251"/>
                  </a:lnTo>
                  <a:lnTo>
                    <a:pt x="51" y="253"/>
                  </a:lnTo>
                  <a:lnTo>
                    <a:pt x="31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3004876" y="1515030"/>
              <a:ext cx="55998" cy="172775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51" y="0"/>
                </a:cxn>
                <a:cxn ang="0">
                  <a:pos x="64" y="3"/>
                </a:cxn>
                <a:cxn ang="0">
                  <a:pos x="73" y="9"/>
                </a:cxn>
                <a:cxn ang="0">
                  <a:pos x="79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79" y="235"/>
                </a:cxn>
                <a:cxn ang="0">
                  <a:pos x="73" y="244"/>
                </a:cxn>
                <a:cxn ang="0">
                  <a:pos x="64" y="251"/>
                </a:cxn>
                <a:cxn ang="0">
                  <a:pos x="51" y="253"/>
                </a:cxn>
                <a:cxn ang="0">
                  <a:pos x="32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2" y="0"/>
                </a:cxn>
              </a:cxnLst>
              <a:rect l="0" t="0" r="r" b="b"/>
              <a:pathLst>
                <a:path w="82" h="253">
                  <a:moveTo>
                    <a:pt x="32" y="0"/>
                  </a:moveTo>
                  <a:lnTo>
                    <a:pt x="51" y="0"/>
                  </a:lnTo>
                  <a:lnTo>
                    <a:pt x="64" y="3"/>
                  </a:lnTo>
                  <a:lnTo>
                    <a:pt x="73" y="9"/>
                  </a:lnTo>
                  <a:lnTo>
                    <a:pt x="79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79" y="235"/>
                  </a:lnTo>
                  <a:lnTo>
                    <a:pt x="73" y="244"/>
                  </a:lnTo>
                  <a:lnTo>
                    <a:pt x="64" y="251"/>
                  </a:lnTo>
                  <a:lnTo>
                    <a:pt x="51" y="253"/>
                  </a:lnTo>
                  <a:lnTo>
                    <a:pt x="32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811614" y="1741754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10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2"/>
                </a:cxn>
                <a:cxn ang="0">
                  <a:pos x="370" y="62"/>
                </a:cxn>
                <a:cxn ang="0">
                  <a:pos x="360" y="69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9"/>
                </a:cxn>
                <a:cxn ang="0">
                  <a:pos x="9" y="62"/>
                </a:cxn>
                <a:cxn ang="0">
                  <a:pos x="2" y="52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10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10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2"/>
                  </a:lnTo>
                  <a:lnTo>
                    <a:pt x="370" y="62"/>
                  </a:lnTo>
                  <a:lnTo>
                    <a:pt x="360" y="69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9"/>
                  </a:lnTo>
                  <a:lnTo>
                    <a:pt x="9" y="62"/>
                  </a:lnTo>
                  <a:lnTo>
                    <a:pt x="2" y="52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10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811614" y="1814142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9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1"/>
                </a:cxn>
                <a:cxn ang="0">
                  <a:pos x="370" y="62"/>
                </a:cxn>
                <a:cxn ang="0">
                  <a:pos x="360" y="68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8"/>
                </a:cxn>
                <a:cxn ang="0">
                  <a:pos x="9" y="62"/>
                </a:cxn>
                <a:cxn ang="0">
                  <a:pos x="2" y="51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9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1"/>
                  </a:lnTo>
                  <a:lnTo>
                    <a:pt x="370" y="62"/>
                  </a:lnTo>
                  <a:lnTo>
                    <a:pt x="360" y="68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8"/>
                  </a:lnTo>
                  <a:lnTo>
                    <a:pt x="9" y="62"/>
                  </a:lnTo>
                  <a:lnTo>
                    <a:pt x="2" y="51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811614" y="1890628"/>
              <a:ext cx="258821" cy="4780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2"/>
                </a:cxn>
                <a:cxn ang="0">
                  <a:pos x="370" y="9"/>
                </a:cxn>
                <a:cxn ang="0">
                  <a:pos x="377" y="19"/>
                </a:cxn>
                <a:cxn ang="0">
                  <a:pos x="379" y="32"/>
                </a:cxn>
                <a:cxn ang="0">
                  <a:pos x="379" y="38"/>
                </a:cxn>
                <a:cxn ang="0">
                  <a:pos x="377" y="51"/>
                </a:cxn>
                <a:cxn ang="0">
                  <a:pos x="370" y="61"/>
                </a:cxn>
                <a:cxn ang="0">
                  <a:pos x="360" y="68"/>
                </a:cxn>
                <a:cxn ang="0">
                  <a:pos x="348" y="70"/>
                </a:cxn>
                <a:cxn ang="0">
                  <a:pos x="30" y="70"/>
                </a:cxn>
                <a:cxn ang="0">
                  <a:pos x="18" y="68"/>
                </a:cxn>
                <a:cxn ang="0">
                  <a:pos x="9" y="61"/>
                </a:cxn>
                <a:cxn ang="0">
                  <a:pos x="2" y="51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8" y="2"/>
                </a:cxn>
                <a:cxn ang="0">
                  <a:pos x="30" y="0"/>
                </a:cxn>
              </a:cxnLst>
              <a:rect l="0" t="0" r="r" b="b"/>
              <a:pathLst>
                <a:path w="379" h="70">
                  <a:moveTo>
                    <a:pt x="30" y="0"/>
                  </a:moveTo>
                  <a:lnTo>
                    <a:pt x="348" y="0"/>
                  </a:lnTo>
                  <a:lnTo>
                    <a:pt x="360" y="2"/>
                  </a:lnTo>
                  <a:lnTo>
                    <a:pt x="370" y="9"/>
                  </a:lnTo>
                  <a:lnTo>
                    <a:pt x="377" y="19"/>
                  </a:lnTo>
                  <a:lnTo>
                    <a:pt x="379" y="32"/>
                  </a:lnTo>
                  <a:lnTo>
                    <a:pt x="379" y="38"/>
                  </a:lnTo>
                  <a:lnTo>
                    <a:pt x="377" y="51"/>
                  </a:lnTo>
                  <a:lnTo>
                    <a:pt x="370" y="61"/>
                  </a:lnTo>
                  <a:lnTo>
                    <a:pt x="360" y="68"/>
                  </a:lnTo>
                  <a:lnTo>
                    <a:pt x="348" y="70"/>
                  </a:lnTo>
                  <a:lnTo>
                    <a:pt x="30" y="70"/>
                  </a:lnTo>
                  <a:lnTo>
                    <a:pt x="18" y="68"/>
                  </a:lnTo>
                  <a:lnTo>
                    <a:pt x="9" y="61"/>
                  </a:lnTo>
                  <a:lnTo>
                    <a:pt x="2" y="51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8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276850" y="1990725"/>
            <a:ext cx="515593" cy="493740"/>
            <a:chOff x="3359303" y="1601759"/>
            <a:chExt cx="515593" cy="493740"/>
          </a:xfrm>
          <a:solidFill>
            <a:schemeClr val="bg1"/>
          </a:solidFill>
        </p:grpSpPr>
        <p:sp>
          <p:nvSpPr>
            <p:cNvPr id="1038" name="Freeform 14"/>
            <p:cNvSpPr>
              <a:spLocks noEditPoints="1"/>
            </p:cNvSpPr>
            <p:nvPr/>
          </p:nvSpPr>
          <p:spPr bwMode="auto">
            <a:xfrm>
              <a:off x="3359303" y="1601759"/>
              <a:ext cx="515593" cy="376964"/>
            </a:xfrm>
            <a:custGeom>
              <a:avLst/>
              <a:gdLst/>
              <a:ahLst/>
              <a:cxnLst>
                <a:cxn ang="0">
                  <a:pos x="69" y="72"/>
                </a:cxn>
                <a:cxn ang="0">
                  <a:pos x="69" y="477"/>
                </a:cxn>
                <a:cxn ang="0">
                  <a:pos x="683" y="477"/>
                </a:cxn>
                <a:cxn ang="0">
                  <a:pos x="683" y="72"/>
                </a:cxn>
                <a:cxn ang="0">
                  <a:pos x="69" y="72"/>
                </a:cxn>
                <a:cxn ang="0">
                  <a:pos x="32" y="0"/>
                </a:cxn>
                <a:cxn ang="0">
                  <a:pos x="723" y="0"/>
                </a:cxn>
                <a:cxn ang="0">
                  <a:pos x="735" y="2"/>
                </a:cxn>
                <a:cxn ang="0">
                  <a:pos x="746" y="9"/>
                </a:cxn>
                <a:cxn ang="0">
                  <a:pos x="752" y="19"/>
                </a:cxn>
                <a:cxn ang="0">
                  <a:pos x="755" y="31"/>
                </a:cxn>
                <a:cxn ang="0">
                  <a:pos x="755" y="521"/>
                </a:cxn>
                <a:cxn ang="0">
                  <a:pos x="752" y="533"/>
                </a:cxn>
                <a:cxn ang="0">
                  <a:pos x="746" y="543"/>
                </a:cxn>
                <a:cxn ang="0">
                  <a:pos x="735" y="550"/>
                </a:cxn>
                <a:cxn ang="0">
                  <a:pos x="723" y="552"/>
                </a:cxn>
                <a:cxn ang="0">
                  <a:pos x="32" y="552"/>
                </a:cxn>
                <a:cxn ang="0">
                  <a:pos x="19" y="550"/>
                </a:cxn>
                <a:cxn ang="0">
                  <a:pos x="9" y="543"/>
                </a:cxn>
                <a:cxn ang="0">
                  <a:pos x="2" y="533"/>
                </a:cxn>
                <a:cxn ang="0">
                  <a:pos x="0" y="521"/>
                </a:cxn>
                <a:cxn ang="0">
                  <a:pos x="0" y="31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9" y="2"/>
                </a:cxn>
                <a:cxn ang="0">
                  <a:pos x="32" y="0"/>
                </a:cxn>
              </a:cxnLst>
              <a:rect l="0" t="0" r="r" b="b"/>
              <a:pathLst>
                <a:path w="755" h="552">
                  <a:moveTo>
                    <a:pt x="69" y="72"/>
                  </a:moveTo>
                  <a:lnTo>
                    <a:pt x="69" y="477"/>
                  </a:lnTo>
                  <a:lnTo>
                    <a:pt x="683" y="477"/>
                  </a:lnTo>
                  <a:lnTo>
                    <a:pt x="683" y="72"/>
                  </a:lnTo>
                  <a:lnTo>
                    <a:pt x="69" y="72"/>
                  </a:lnTo>
                  <a:close/>
                  <a:moveTo>
                    <a:pt x="32" y="0"/>
                  </a:moveTo>
                  <a:lnTo>
                    <a:pt x="723" y="0"/>
                  </a:lnTo>
                  <a:lnTo>
                    <a:pt x="735" y="2"/>
                  </a:lnTo>
                  <a:lnTo>
                    <a:pt x="746" y="9"/>
                  </a:lnTo>
                  <a:lnTo>
                    <a:pt x="752" y="19"/>
                  </a:lnTo>
                  <a:lnTo>
                    <a:pt x="755" y="31"/>
                  </a:lnTo>
                  <a:lnTo>
                    <a:pt x="755" y="521"/>
                  </a:lnTo>
                  <a:lnTo>
                    <a:pt x="752" y="533"/>
                  </a:lnTo>
                  <a:lnTo>
                    <a:pt x="746" y="543"/>
                  </a:lnTo>
                  <a:lnTo>
                    <a:pt x="735" y="550"/>
                  </a:lnTo>
                  <a:lnTo>
                    <a:pt x="723" y="552"/>
                  </a:lnTo>
                  <a:lnTo>
                    <a:pt x="32" y="552"/>
                  </a:lnTo>
                  <a:lnTo>
                    <a:pt x="19" y="550"/>
                  </a:lnTo>
                  <a:lnTo>
                    <a:pt x="9" y="543"/>
                  </a:lnTo>
                  <a:lnTo>
                    <a:pt x="2" y="533"/>
                  </a:lnTo>
                  <a:lnTo>
                    <a:pt x="0" y="521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3489055" y="2012185"/>
              <a:ext cx="255406" cy="833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0"/>
                </a:cxn>
                <a:cxn ang="0">
                  <a:pos x="358" y="30"/>
                </a:cxn>
                <a:cxn ang="0">
                  <a:pos x="338" y="56"/>
                </a:cxn>
                <a:cxn ang="0">
                  <a:pos x="314" y="79"/>
                </a:cxn>
                <a:cxn ang="0">
                  <a:pos x="286" y="97"/>
                </a:cxn>
                <a:cxn ang="0">
                  <a:pos x="255" y="111"/>
                </a:cxn>
                <a:cxn ang="0">
                  <a:pos x="223" y="119"/>
                </a:cxn>
                <a:cxn ang="0">
                  <a:pos x="187" y="122"/>
                </a:cxn>
                <a:cxn ang="0">
                  <a:pos x="152" y="119"/>
                </a:cxn>
                <a:cxn ang="0">
                  <a:pos x="119" y="111"/>
                </a:cxn>
                <a:cxn ang="0">
                  <a:pos x="89" y="97"/>
                </a:cxn>
                <a:cxn ang="0">
                  <a:pos x="60" y="79"/>
                </a:cxn>
                <a:cxn ang="0">
                  <a:pos x="37" y="56"/>
                </a:cxn>
                <a:cxn ang="0">
                  <a:pos x="16" y="30"/>
                </a:cxn>
                <a:cxn ang="0">
                  <a:pos x="0" y="0"/>
                </a:cxn>
              </a:cxnLst>
              <a:rect l="0" t="0" r="r" b="b"/>
              <a:pathLst>
                <a:path w="374" h="122">
                  <a:moveTo>
                    <a:pt x="0" y="0"/>
                  </a:moveTo>
                  <a:lnTo>
                    <a:pt x="374" y="0"/>
                  </a:lnTo>
                  <a:lnTo>
                    <a:pt x="358" y="30"/>
                  </a:lnTo>
                  <a:lnTo>
                    <a:pt x="338" y="56"/>
                  </a:lnTo>
                  <a:lnTo>
                    <a:pt x="314" y="79"/>
                  </a:lnTo>
                  <a:lnTo>
                    <a:pt x="286" y="97"/>
                  </a:lnTo>
                  <a:lnTo>
                    <a:pt x="255" y="111"/>
                  </a:lnTo>
                  <a:lnTo>
                    <a:pt x="223" y="119"/>
                  </a:lnTo>
                  <a:lnTo>
                    <a:pt x="187" y="122"/>
                  </a:lnTo>
                  <a:lnTo>
                    <a:pt x="152" y="119"/>
                  </a:lnTo>
                  <a:lnTo>
                    <a:pt x="119" y="111"/>
                  </a:lnTo>
                  <a:lnTo>
                    <a:pt x="89" y="97"/>
                  </a:lnTo>
                  <a:lnTo>
                    <a:pt x="60" y="79"/>
                  </a:lnTo>
                  <a:lnTo>
                    <a:pt x="37" y="56"/>
                  </a:lnTo>
                  <a:lnTo>
                    <a:pt x="16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40" name="Freeform 16"/>
          <p:cNvSpPr>
            <a:spLocks/>
          </p:cNvSpPr>
          <p:nvPr/>
        </p:nvSpPr>
        <p:spPr bwMode="auto">
          <a:xfrm>
            <a:off x="7229475" y="2066925"/>
            <a:ext cx="463693" cy="288869"/>
          </a:xfrm>
          <a:custGeom>
            <a:avLst/>
            <a:gdLst/>
            <a:ahLst/>
            <a:cxnLst>
              <a:cxn ang="0">
                <a:pos x="418" y="0"/>
              </a:cxn>
              <a:cxn ang="0">
                <a:pos x="679" y="0"/>
              </a:cxn>
              <a:cxn ang="0">
                <a:pos x="679" y="257"/>
              </a:cxn>
              <a:cxn ang="0">
                <a:pos x="614" y="192"/>
              </a:cxn>
              <a:cxn ang="0">
                <a:pos x="387" y="423"/>
              </a:cxn>
              <a:cxn ang="0">
                <a:pos x="257" y="293"/>
              </a:cxn>
              <a:cxn ang="0">
                <a:pos x="127" y="423"/>
              </a:cxn>
              <a:cxn ang="0">
                <a:pos x="0" y="290"/>
              </a:cxn>
              <a:cxn ang="0">
                <a:pos x="257" y="34"/>
              </a:cxn>
              <a:cxn ang="0">
                <a:pos x="387" y="162"/>
              </a:cxn>
              <a:cxn ang="0">
                <a:pos x="482" y="68"/>
              </a:cxn>
              <a:cxn ang="0">
                <a:pos x="418" y="0"/>
              </a:cxn>
            </a:cxnLst>
            <a:rect l="0" t="0" r="r" b="b"/>
            <a:pathLst>
              <a:path w="679" h="423">
                <a:moveTo>
                  <a:pt x="418" y="0"/>
                </a:moveTo>
                <a:lnTo>
                  <a:pt x="679" y="0"/>
                </a:lnTo>
                <a:lnTo>
                  <a:pt x="679" y="257"/>
                </a:lnTo>
                <a:lnTo>
                  <a:pt x="614" y="192"/>
                </a:lnTo>
                <a:lnTo>
                  <a:pt x="387" y="423"/>
                </a:lnTo>
                <a:lnTo>
                  <a:pt x="257" y="293"/>
                </a:lnTo>
                <a:lnTo>
                  <a:pt x="127" y="423"/>
                </a:lnTo>
                <a:lnTo>
                  <a:pt x="0" y="290"/>
                </a:lnTo>
                <a:lnTo>
                  <a:pt x="257" y="34"/>
                </a:lnTo>
                <a:lnTo>
                  <a:pt x="387" y="162"/>
                </a:lnTo>
                <a:lnTo>
                  <a:pt x="482" y="68"/>
                </a:lnTo>
                <a:lnTo>
                  <a:pt x="4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724400" y="2929176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Using JS Block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09875" y="2929176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Deep insert data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5825" y="2929176"/>
            <a:ext cx="160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Create Cloud Factory Table for orders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2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694CD6-CC16-6F0B-A529-EC5886A82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06F795-6D30-E0BA-E940-8B34E829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6B7809-FB9C-34A6-AB1B-DC367448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E857A3E-51B5-B1F2-EE21-E0AA278CE567}"/>
                  </a:ext>
                </a:extLst>
              </p14:cNvPr>
              <p14:cNvContentPartPr/>
              <p14:nvPr/>
            </p14:nvContentPartPr>
            <p14:xfrm>
              <a:off x="820710" y="2536662"/>
              <a:ext cx="1302840" cy="632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E857A3E-51B5-B1F2-EE21-E0AA278CE5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070" y="2528022"/>
                <a:ext cx="132048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7950F03-DEA5-12C4-CB85-39AA008DE210}"/>
                  </a:ext>
                </a:extLst>
              </p14:cNvPr>
              <p14:cNvContentPartPr/>
              <p14:nvPr/>
            </p14:nvContentPartPr>
            <p14:xfrm>
              <a:off x="1407150" y="2918982"/>
              <a:ext cx="43920" cy="100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7950F03-DEA5-12C4-CB85-39AA008DE2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8150" y="2909982"/>
                <a:ext cx="615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47617F8-BF91-19E4-0D64-7C7C1693ABEF}"/>
                  </a:ext>
                </a:extLst>
              </p14:cNvPr>
              <p14:cNvContentPartPr/>
              <p14:nvPr/>
            </p14:nvContentPartPr>
            <p14:xfrm>
              <a:off x="1970550" y="3043182"/>
              <a:ext cx="1312560" cy="571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47617F8-BF91-19E4-0D64-7C7C1693AB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1550" y="3034542"/>
                <a:ext cx="133020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BF27FB8-C086-5D52-F4C7-ABA53C8C1CFC}"/>
                  </a:ext>
                </a:extLst>
              </p14:cNvPr>
              <p14:cNvContentPartPr/>
              <p14:nvPr/>
            </p14:nvContentPartPr>
            <p14:xfrm>
              <a:off x="3393270" y="3545022"/>
              <a:ext cx="54000" cy="151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BF27FB8-C086-5D52-F4C7-ABA53C8C1C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84630" y="3536022"/>
                <a:ext cx="71640" cy="3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0" name="Group 259">
            <a:extLst>
              <a:ext uri="{FF2B5EF4-FFF2-40B4-BE49-F238E27FC236}">
                <a16:creationId xmlns:a16="http://schemas.microsoft.com/office/drawing/2014/main" id="{1FBE9C3D-8524-EA3E-2770-B77AD1A031C3}"/>
              </a:ext>
            </a:extLst>
          </p:cNvPr>
          <p:cNvGrpSpPr/>
          <p:nvPr/>
        </p:nvGrpSpPr>
        <p:grpSpPr>
          <a:xfrm>
            <a:off x="439830" y="794982"/>
            <a:ext cx="8973000" cy="3924000"/>
            <a:chOff x="439830" y="794982"/>
            <a:chExt cx="8973000" cy="39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BF51212-F069-61EE-6238-40A457CC0B65}"/>
                    </a:ext>
                  </a:extLst>
                </p14:cNvPr>
                <p14:cNvContentPartPr/>
                <p14:nvPr/>
              </p14:nvContentPartPr>
              <p14:xfrm>
                <a:off x="609750" y="794982"/>
                <a:ext cx="1810440" cy="1089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BF51212-F069-61EE-6238-40A457CC0B6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1110" y="786342"/>
                  <a:ext cx="1828080" cy="11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CFC3678-C02D-6EE2-76B5-40B66D49DE39}"/>
                    </a:ext>
                  </a:extLst>
                </p14:cNvPr>
                <p14:cNvContentPartPr/>
                <p14:nvPr/>
              </p14:nvContentPartPr>
              <p14:xfrm>
                <a:off x="1505430" y="991902"/>
                <a:ext cx="110160" cy="153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CFC3678-C02D-6EE2-76B5-40B66D49DE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96430" y="983262"/>
                  <a:ext cx="127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C3C263-11D5-861E-B558-EAEF19F599D9}"/>
                    </a:ext>
                  </a:extLst>
                </p14:cNvPr>
                <p14:cNvContentPartPr/>
                <p14:nvPr/>
              </p14:nvContentPartPr>
              <p14:xfrm>
                <a:off x="1687590" y="985782"/>
                <a:ext cx="113760" cy="12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C3C263-11D5-861E-B558-EAEF19F599D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8590" y="976782"/>
                  <a:ext cx="131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BB0A94-5CB0-7B17-39E7-295FCC4403C3}"/>
                    </a:ext>
                  </a:extLst>
                </p14:cNvPr>
                <p14:cNvContentPartPr/>
                <p14:nvPr/>
              </p14:nvContentPartPr>
              <p14:xfrm>
                <a:off x="1729350" y="1041222"/>
                <a:ext cx="82800" cy="10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BB0A94-5CB0-7B17-39E7-295FCC4403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20350" y="1032222"/>
                  <a:ext cx="100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E768D6-D012-86E2-5893-79FED3CA6DE5}"/>
                    </a:ext>
                  </a:extLst>
                </p14:cNvPr>
                <p14:cNvContentPartPr/>
                <p14:nvPr/>
              </p14:nvContentPartPr>
              <p14:xfrm>
                <a:off x="939150" y="1255782"/>
                <a:ext cx="598320" cy="345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E768D6-D012-86E2-5893-79FED3CA6DE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0150" y="1247142"/>
                  <a:ext cx="6159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1BD177D-6C91-A07A-FBA4-602A0DAEDBB1}"/>
                    </a:ext>
                  </a:extLst>
                </p14:cNvPr>
                <p14:cNvContentPartPr/>
                <p14:nvPr/>
              </p14:nvContentPartPr>
              <p14:xfrm>
                <a:off x="1042830" y="1129782"/>
                <a:ext cx="128880" cy="73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1BD177D-6C91-A07A-FBA4-602A0DAEDB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3830" y="1120782"/>
                  <a:ext cx="146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B58686-4747-D475-B1A6-E6DAECE45A60}"/>
                    </a:ext>
                  </a:extLst>
                </p14:cNvPr>
                <p14:cNvContentPartPr/>
                <p14:nvPr/>
              </p14:nvContentPartPr>
              <p14:xfrm>
                <a:off x="1619550" y="1255422"/>
                <a:ext cx="655200" cy="328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B58686-4747-D475-B1A6-E6DAECE45A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10910" y="1246782"/>
                  <a:ext cx="6728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AD56BC4-1A14-EF07-7364-15538E237719}"/>
                    </a:ext>
                  </a:extLst>
                </p14:cNvPr>
                <p14:cNvContentPartPr/>
                <p14:nvPr/>
              </p14:nvContentPartPr>
              <p14:xfrm>
                <a:off x="1652310" y="1260822"/>
                <a:ext cx="596160" cy="333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AD56BC4-1A14-EF07-7364-15538E23771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43670" y="1251822"/>
                  <a:ext cx="6138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F40802-C361-C53A-1820-A6954F3EE424}"/>
                    </a:ext>
                  </a:extLst>
                </p14:cNvPr>
                <p14:cNvContentPartPr/>
                <p14:nvPr/>
              </p14:nvContentPartPr>
              <p14:xfrm>
                <a:off x="1995750" y="1157502"/>
                <a:ext cx="96840" cy="92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F40802-C361-C53A-1820-A6954F3EE4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86750" y="1148862"/>
                  <a:ext cx="114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A7DC1A-1073-9CEC-2BB3-BBF69B6020F3}"/>
                    </a:ext>
                  </a:extLst>
                </p14:cNvPr>
                <p14:cNvContentPartPr/>
                <p14:nvPr/>
              </p14:nvContentPartPr>
              <p14:xfrm>
                <a:off x="2125350" y="1118262"/>
                <a:ext cx="98640" cy="95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A7DC1A-1073-9CEC-2BB3-BBF69B6020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16710" y="1109622"/>
                  <a:ext cx="116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30F9FA-4C70-4E82-8D8B-7161E792BD87}"/>
                    </a:ext>
                  </a:extLst>
                </p14:cNvPr>
                <p14:cNvContentPartPr/>
                <p14:nvPr/>
              </p14:nvContentPartPr>
              <p14:xfrm>
                <a:off x="2257110" y="1061742"/>
                <a:ext cx="99360" cy="14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30F9FA-4C70-4E82-8D8B-7161E792BD8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48470" y="1053102"/>
                  <a:ext cx="117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060867-43F2-EE89-D4E7-604180ADC8B3}"/>
                    </a:ext>
                  </a:extLst>
                </p14:cNvPr>
                <p14:cNvContentPartPr/>
                <p14:nvPr/>
              </p14:nvContentPartPr>
              <p14:xfrm>
                <a:off x="2392110" y="1101342"/>
                <a:ext cx="77760" cy="10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060867-43F2-EE89-D4E7-604180ADC8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83110" y="1092342"/>
                  <a:ext cx="95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C6C0DF1-1D78-9DA4-10E3-0358F8B874F9}"/>
                    </a:ext>
                  </a:extLst>
                </p14:cNvPr>
                <p14:cNvContentPartPr/>
                <p14:nvPr/>
              </p14:nvContentPartPr>
              <p14:xfrm>
                <a:off x="2498310" y="1090902"/>
                <a:ext cx="63720" cy="81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C6C0DF1-1D78-9DA4-10E3-0358F8B874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89670" y="1082262"/>
                  <a:ext cx="81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6BF6766-0995-EEBA-6DAA-BE32C64C879C}"/>
                    </a:ext>
                  </a:extLst>
                </p14:cNvPr>
                <p14:cNvContentPartPr/>
                <p14:nvPr/>
              </p14:nvContentPartPr>
              <p14:xfrm>
                <a:off x="2552310" y="1075422"/>
                <a:ext cx="98280" cy="88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6BF6766-0995-EEBA-6DAA-BE32C64C87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43670" y="1066422"/>
                  <a:ext cx="1159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0A0567-8286-22AA-A0AF-0614ABF3A2F9}"/>
                    </a:ext>
                  </a:extLst>
                </p14:cNvPr>
                <p14:cNvContentPartPr/>
                <p14:nvPr/>
              </p14:nvContentPartPr>
              <p14:xfrm>
                <a:off x="728190" y="2282502"/>
                <a:ext cx="1584720" cy="2030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0A0567-8286-22AA-A0AF-0614ABF3A2F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9550" y="2273862"/>
                  <a:ext cx="1602360" cy="20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2002CB-D6E8-A72B-3AFD-51532C7AF437}"/>
                    </a:ext>
                  </a:extLst>
                </p14:cNvPr>
                <p14:cNvContentPartPr/>
                <p14:nvPr/>
              </p14:nvContentPartPr>
              <p14:xfrm>
                <a:off x="1359630" y="1824942"/>
                <a:ext cx="9720" cy="168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2002CB-D6E8-A72B-3AFD-51532C7AF4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50630" y="1816302"/>
                  <a:ext cx="27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2D5FE3-F75E-7328-BB2C-5B3A0830AE59}"/>
                    </a:ext>
                  </a:extLst>
                </p14:cNvPr>
                <p14:cNvContentPartPr/>
                <p14:nvPr/>
              </p14:nvContentPartPr>
              <p14:xfrm>
                <a:off x="1304910" y="2043822"/>
                <a:ext cx="10800" cy="102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2D5FE3-F75E-7328-BB2C-5B3A0830AE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96270" y="2035182"/>
                  <a:ext cx="28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19E4BE3-4278-6E39-8F59-473AB06AB761}"/>
                    </a:ext>
                  </a:extLst>
                </p14:cNvPr>
                <p14:cNvContentPartPr/>
                <p14:nvPr/>
              </p14:nvContentPartPr>
              <p14:xfrm>
                <a:off x="1259550" y="2040222"/>
                <a:ext cx="133200" cy="102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19E4BE3-4278-6E39-8F59-473AB06AB7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50550" y="2031582"/>
                  <a:ext cx="150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524E3B8-ECE2-67E4-EB05-0298CA2E93B3}"/>
                    </a:ext>
                  </a:extLst>
                </p14:cNvPr>
                <p14:cNvContentPartPr/>
                <p14:nvPr/>
              </p14:nvContentPartPr>
              <p14:xfrm>
                <a:off x="1417590" y="2040582"/>
                <a:ext cx="92880" cy="85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524E3B8-ECE2-67E4-EB05-0298CA2E93B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08590" y="2031942"/>
                  <a:ext cx="1105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952479-A54C-EFF0-CC10-D6062C30A1B6}"/>
                    </a:ext>
                  </a:extLst>
                </p14:cNvPr>
                <p14:cNvContentPartPr/>
                <p14:nvPr/>
              </p14:nvContentPartPr>
              <p14:xfrm>
                <a:off x="1125630" y="1964982"/>
                <a:ext cx="596880" cy="21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952479-A54C-EFF0-CC10-D6062C30A1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16990" y="1956342"/>
                  <a:ext cx="614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EB1AE4-B38E-93F6-57CD-A67F877C365B}"/>
                    </a:ext>
                  </a:extLst>
                </p14:cNvPr>
                <p14:cNvContentPartPr/>
                <p14:nvPr/>
              </p14:nvContentPartPr>
              <p14:xfrm>
                <a:off x="1789110" y="1981542"/>
                <a:ext cx="361440" cy="120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EB1AE4-B38E-93F6-57CD-A67F877C365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80470" y="1972542"/>
                  <a:ext cx="379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3C8A5C-D5BD-1BB7-5214-898A74F0ABB1}"/>
                    </a:ext>
                  </a:extLst>
                </p14:cNvPr>
                <p14:cNvContentPartPr/>
                <p14:nvPr/>
              </p14:nvContentPartPr>
              <p14:xfrm>
                <a:off x="2178630" y="1969302"/>
                <a:ext cx="88920" cy="9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3C8A5C-D5BD-1BB7-5214-898A74F0AB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9630" y="1960302"/>
                  <a:ext cx="1065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8FA77A6-F921-C626-C7C3-7FCB13E0497A}"/>
                    </a:ext>
                  </a:extLst>
                </p14:cNvPr>
                <p14:cNvContentPartPr/>
                <p14:nvPr/>
              </p14:nvContentPartPr>
              <p14:xfrm>
                <a:off x="2299590" y="1958862"/>
                <a:ext cx="39240" cy="90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8FA77A6-F921-C626-C7C3-7FCB13E049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90950" y="1949862"/>
                  <a:ext cx="56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94BA16-386C-B4B1-CCAC-2A7F5C9E57ED}"/>
                    </a:ext>
                  </a:extLst>
                </p14:cNvPr>
                <p14:cNvContentPartPr/>
                <p14:nvPr/>
              </p14:nvContentPartPr>
              <p14:xfrm>
                <a:off x="2376270" y="1942302"/>
                <a:ext cx="92520" cy="12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94BA16-386C-B4B1-CCAC-2A7F5C9E57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67630" y="1933662"/>
                  <a:ext cx="110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827529-A627-E8CD-81ED-708F3F4122C1}"/>
                    </a:ext>
                  </a:extLst>
                </p14:cNvPr>
                <p14:cNvContentPartPr/>
                <p14:nvPr/>
              </p14:nvContentPartPr>
              <p14:xfrm>
                <a:off x="1471590" y="2185662"/>
                <a:ext cx="12600" cy="123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827529-A627-E8CD-81ED-708F3F4122C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62950" y="2176662"/>
                  <a:ext cx="30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D017B9-0FD0-35F6-3E39-AEF9D41A26F8}"/>
                    </a:ext>
                  </a:extLst>
                </p14:cNvPr>
                <p14:cNvContentPartPr/>
                <p14:nvPr/>
              </p14:nvContentPartPr>
              <p14:xfrm>
                <a:off x="2645190" y="1661142"/>
                <a:ext cx="5760" cy="79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D017B9-0FD0-35F6-3E39-AEF9D41A26F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36190" y="1652502"/>
                  <a:ext cx="234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0D976A8-7F59-5387-304D-65AE07F95CF5}"/>
                    </a:ext>
                  </a:extLst>
                </p14:cNvPr>
                <p14:cNvContentPartPr/>
                <p14:nvPr/>
              </p14:nvContentPartPr>
              <p14:xfrm>
                <a:off x="2628270" y="1568982"/>
                <a:ext cx="2520" cy="10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0D976A8-7F59-5387-304D-65AE07F95C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19630" y="1560342"/>
                  <a:ext cx="2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85E446-39D8-6EE1-8664-6790D3DF9B99}"/>
                    </a:ext>
                  </a:extLst>
                </p14:cNvPr>
                <p14:cNvContentPartPr/>
                <p14:nvPr/>
              </p14:nvContentPartPr>
              <p14:xfrm>
                <a:off x="2689110" y="1617942"/>
                <a:ext cx="165960" cy="87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85E446-39D8-6EE1-8664-6790D3DF9B9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80470" y="1609302"/>
                  <a:ext cx="183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B7139DF-E6D5-CA95-066B-B99D90C10F66}"/>
                    </a:ext>
                  </a:extLst>
                </p14:cNvPr>
                <p14:cNvContentPartPr/>
                <p14:nvPr/>
              </p14:nvContentPartPr>
              <p14:xfrm>
                <a:off x="2904390" y="1598862"/>
                <a:ext cx="123840" cy="214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B7139DF-E6D5-CA95-066B-B99D90C10F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95390" y="1590222"/>
                  <a:ext cx="1414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F56A8AB-5947-FBDF-519E-C345A6DB8446}"/>
                    </a:ext>
                  </a:extLst>
                </p14:cNvPr>
                <p14:cNvContentPartPr/>
                <p14:nvPr/>
              </p14:nvContentPartPr>
              <p14:xfrm>
                <a:off x="2684430" y="1803342"/>
                <a:ext cx="20880" cy="142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F56A8AB-5947-FBDF-519E-C345A6DB84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75430" y="1794342"/>
                  <a:ext cx="38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BE8AEA-009E-4FE0-FBE3-6FB5D6CDF9EF}"/>
                    </a:ext>
                  </a:extLst>
                </p14:cNvPr>
                <p14:cNvContentPartPr/>
                <p14:nvPr/>
              </p14:nvContentPartPr>
              <p14:xfrm>
                <a:off x="2639790" y="1861662"/>
                <a:ext cx="136080" cy="5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BE8AEA-009E-4FE0-FBE3-6FB5D6CDF9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1150" y="1853022"/>
                  <a:ext cx="153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B53DF0-3436-C8ED-86CE-5F685ECC03B6}"/>
                    </a:ext>
                  </a:extLst>
                </p14:cNvPr>
                <p14:cNvContentPartPr/>
                <p14:nvPr/>
              </p14:nvContentPartPr>
              <p14:xfrm>
                <a:off x="2760030" y="1788222"/>
                <a:ext cx="12600" cy="6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B53DF0-3436-C8ED-86CE-5F685ECC03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51390" y="1779222"/>
                  <a:ext cx="30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EBB648A-6A2D-7822-DDBB-64E834B3EF16}"/>
                    </a:ext>
                  </a:extLst>
                </p14:cNvPr>
                <p14:cNvContentPartPr/>
                <p14:nvPr/>
              </p14:nvContentPartPr>
              <p14:xfrm>
                <a:off x="2806470" y="1804422"/>
                <a:ext cx="24120" cy="142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EBB648A-6A2D-7822-DDBB-64E834B3EF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830" y="1795422"/>
                  <a:ext cx="41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60210E6-1CED-720B-3FFD-793B6E69CE64}"/>
                    </a:ext>
                  </a:extLst>
                </p14:cNvPr>
                <p14:cNvContentPartPr/>
                <p14:nvPr/>
              </p14:nvContentPartPr>
              <p14:xfrm>
                <a:off x="2793870" y="1876422"/>
                <a:ext cx="32400" cy="36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60210E6-1CED-720B-3FFD-793B6E69CE6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84870" y="1867422"/>
                  <a:ext cx="50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327B57-FE06-10C4-826A-367CA2191938}"/>
                    </a:ext>
                  </a:extLst>
                </p14:cNvPr>
                <p14:cNvContentPartPr/>
                <p14:nvPr/>
              </p14:nvContentPartPr>
              <p14:xfrm>
                <a:off x="2868030" y="1809102"/>
                <a:ext cx="27000" cy="122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327B57-FE06-10C4-826A-367CA21919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59390" y="1800102"/>
                  <a:ext cx="44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41BBA02-6400-90B9-C577-6A60B3EA899C}"/>
                    </a:ext>
                  </a:extLst>
                </p14:cNvPr>
                <p14:cNvContentPartPr/>
                <p14:nvPr/>
              </p14:nvContentPartPr>
              <p14:xfrm>
                <a:off x="2949390" y="1838982"/>
                <a:ext cx="8460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41BBA02-6400-90B9-C577-6A60B3EA89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40750" y="1830342"/>
                  <a:ext cx="102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1B4613-01BD-75DB-3D12-D9FD6BDEFAD0}"/>
                    </a:ext>
                  </a:extLst>
                </p14:cNvPr>
                <p14:cNvContentPartPr/>
                <p14:nvPr/>
              </p14:nvContentPartPr>
              <p14:xfrm>
                <a:off x="2670750" y="2009262"/>
                <a:ext cx="81720" cy="113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1B4613-01BD-75DB-3D12-D9FD6BDEFA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61750" y="2000622"/>
                  <a:ext cx="99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CC34007-F3F8-3754-2830-0AA61E7E00F9}"/>
                    </a:ext>
                  </a:extLst>
                </p14:cNvPr>
                <p14:cNvContentPartPr/>
                <p14:nvPr/>
              </p14:nvContentPartPr>
              <p14:xfrm>
                <a:off x="2789550" y="2026182"/>
                <a:ext cx="77040" cy="71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CC34007-F3F8-3754-2830-0AA61E7E00F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0910" y="2017182"/>
                  <a:ext cx="94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2443C90-2E85-4025-ED65-D39BB0A71669}"/>
                    </a:ext>
                  </a:extLst>
                </p14:cNvPr>
                <p14:cNvContentPartPr/>
                <p14:nvPr/>
              </p14:nvContentPartPr>
              <p14:xfrm>
                <a:off x="2889630" y="2001342"/>
                <a:ext cx="132840" cy="96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2443C90-2E85-4025-ED65-D39BB0A7166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80990" y="1992702"/>
                  <a:ext cx="150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9279891-04CE-9B13-7BFC-5D8D57A7253A}"/>
                    </a:ext>
                  </a:extLst>
                </p14:cNvPr>
                <p14:cNvContentPartPr/>
                <p14:nvPr/>
              </p14:nvContentPartPr>
              <p14:xfrm>
                <a:off x="1698030" y="2971902"/>
                <a:ext cx="316800" cy="112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9279891-04CE-9B13-7BFC-5D8D57A7253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9390" y="2963262"/>
                  <a:ext cx="334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55158C3-64DD-4EEE-033A-A9628F3DBB8C}"/>
                    </a:ext>
                  </a:extLst>
                </p14:cNvPr>
                <p14:cNvContentPartPr/>
                <p14:nvPr/>
              </p14:nvContentPartPr>
              <p14:xfrm>
                <a:off x="1771470" y="3018342"/>
                <a:ext cx="54000" cy="47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55158C3-64DD-4EEE-033A-A9628F3DBB8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62470" y="3009702"/>
                  <a:ext cx="71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1732442-CC86-D659-1549-BC85AA601246}"/>
                    </a:ext>
                  </a:extLst>
                </p14:cNvPr>
                <p14:cNvContentPartPr/>
                <p14:nvPr/>
              </p14:nvContentPartPr>
              <p14:xfrm>
                <a:off x="1789470" y="3041742"/>
                <a:ext cx="31680" cy="14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1732442-CC86-D659-1549-BC85AA6012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80470" y="3033102"/>
                  <a:ext cx="49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CCF53F-A0A0-A9EF-22FC-11436D7DC4C5}"/>
                    </a:ext>
                  </a:extLst>
                </p14:cNvPr>
                <p14:cNvContentPartPr/>
                <p14:nvPr/>
              </p14:nvContentPartPr>
              <p14:xfrm>
                <a:off x="1845990" y="3006462"/>
                <a:ext cx="51120" cy="54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CCF53F-A0A0-A9EF-22FC-11436D7DC4C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36990" y="2997462"/>
                  <a:ext cx="68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C4916A3-C378-4754-4050-CBB83381EC12}"/>
                    </a:ext>
                  </a:extLst>
                </p14:cNvPr>
                <p14:cNvContentPartPr/>
                <p14:nvPr/>
              </p14:nvContentPartPr>
              <p14:xfrm>
                <a:off x="1919790" y="2988102"/>
                <a:ext cx="42840" cy="59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C4916A3-C378-4754-4050-CBB83381EC1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11150" y="2979102"/>
                  <a:ext cx="604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5D1C86-08B2-E86F-04F8-7A898D876B8C}"/>
                    </a:ext>
                  </a:extLst>
                </p14:cNvPr>
                <p14:cNvContentPartPr/>
                <p14:nvPr/>
              </p14:nvContentPartPr>
              <p14:xfrm>
                <a:off x="948150" y="3021582"/>
                <a:ext cx="266400" cy="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5D1C86-08B2-E86F-04F8-7A898D876B8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9510" y="3012942"/>
                  <a:ext cx="28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AF74676-2AD8-0CEC-2CF3-BFFE41B318C8}"/>
                    </a:ext>
                  </a:extLst>
                </p14:cNvPr>
                <p14:cNvContentPartPr/>
                <p14:nvPr/>
              </p14:nvContentPartPr>
              <p14:xfrm>
                <a:off x="1386270" y="2603622"/>
                <a:ext cx="475920" cy="37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AF74676-2AD8-0CEC-2CF3-BFFE41B318C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77630" y="2594982"/>
                  <a:ext cx="493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0660554-CE48-E7B4-5E5F-86F7280FF339}"/>
                    </a:ext>
                  </a:extLst>
                </p14:cNvPr>
                <p14:cNvContentPartPr/>
                <p14:nvPr/>
              </p14:nvContentPartPr>
              <p14:xfrm>
                <a:off x="954270" y="2587062"/>
                <a:ext cx="308520" cy="293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0660554-CE48-E7B4-5E5F-86F7280FF33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5630" y="2578422"/>
                  <a:ext cx="3261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A25EA7F-7228-758C-A91C-70D44A90488D}"/>
                    </a:ext>
                  </a:extLst>
                </p14:cNvPr>
                <p14:cNvContentPartPr/>
                <p14:nvPr/>
              </p14:nvContentPartPr>
              <p14:xfrm>
                <a:off x="1358550" y="3031662"/>
                <a:ext cx="127440" cy="6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A25EA7F-7228-758C-A91C-70D44A9048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49910" y="3022662"/>
                  <a:ext cx="145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E765339-8415-78F3-8B4B-2307D0AB2E56}"/>
                    </a:ext>
                  </a:extLst>
                </p14:cNvPr>
                <p14:cNvContentPartPr/>
                <p14:nvPr/>
              </p14:nvContentPartPr>
              <p14:xfrm>
                <a:off x="1338390" y="2873262"/>
                <a:ext cx="164160" cy="90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E765339-8415-78F3-8B4B-2307D0AB2E5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29750" y="2864622"/>
                  <a:ext cx="181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885A5AA-60F7-7975-74ED-F8C453E61DBA}"/>
                    </a:ext>
                  </a:extLst>
                </p14:cNvPr>
                <p14:cNvContentPartPr/>
                <p14:nvPr/>
              </p14:nvContentPartPr>
              <p14:xfrm>
                <a:off x="1374030" y="2807742"/>
                <a:ext cx="2147400" cy="101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885A5AA-60F7-7975-74ED-F8C453E61D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65030" y="2799102"/>
                  <a:ext cx="2165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30CBC5D-1D4A-78F5-3BBD-9E51CF3D7DDC}"/>
                    </a:ext>
                  </a:extLst>
                </p14:cNvPr>
                <p14:cNvContentPartPr/>
                <p14:nvPr/>
              </p14:nvContentPartPr>
              <p14:xfrm>
                <a:off x="3487950" y="2783622"/>
                <a:ext cx="55800" cy="59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30CBC5D-1D4A-78F5-3BBD-9E51CF3D7D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78950" y="2774982"/>
                  <a:ext cx="73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0F099F-A7E4-2896-D790-A6496052049F}"/>
                    </a:ext>
                  </a:extLst>
                </p14:cNvPr>
                <p14:cNvContentPartPr/>
                <p14:nvPr/>
              </p14:nvContentPartPr>
              <p14:xfrm>
                <a:off x="3595230" y="2475822"/>
                <a:ext cx="1093320" cy="687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0F099F-A7E4-2896-D790-A6496052049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86230" y="2467182"/>
                  <a:ext cx="111096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0AB48C6-88E8-C46A-CCC6-2555B19D3FCB}"/>
                    </a:ext>
                  </a:extLst>
                </p14:cNvPr>
                <p14:cNvContentPartPr/>
                <p14:nvPr/>
              </p14:nvContentPartPr>
              <p14:xfrm>
                <a:off x="3716550" y="2327862"/>
                <a:ext cx="151560" cy="108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0AB48C6-88E8-C46A-CCC6-2555B19D3FC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07910" y="2318862"/>
                  <a:ext cx="1692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993F35-0355-40DD-2E93-5D0319818ACC}"/>
                    </a:ext>
                  </a:extLst>
                </p14:cNvPr>
                <p14:cNvContentPartPr/>
                <p14:nvPr/>
              </p14:nvContentPartPr>
              <p14:xfrm>
                <a:off x="3882870" y="2245062"/>
                <a:ext cx="17640" cy="173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0993F35-0355-40DD-2E93-5D0319818AC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74230" y="2236422"/>
                  <a:ext cx="35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428F4F-21E7-41C3-4385-0D905B3A1E64}"/>
                    </a:ext>
                  </a:extLst>
                </p14:cNvPr>
                <p14:cNvContentPartPr/>
                <p14:nvPr/>
              </p14:nvContentPartPr>
              <p14:xfrm>
                <a:off x="3887190" y="2289702"/>
                <a:ext cx="163080" cy="126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428F4F-21E7-41C3-4385-0D905B3A1E6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78190" y="2280702"/>
                  <a:ext cx="180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2D17E5-A512-03B4-0660-7BFAA3785188}"/>
                    </a:ext>
                  </a:extLst>
                </p14:cNvPr>
                <p14:cNvContentPartPr/>
                <p14:nvPr/>
              </p14:nvContentPartPr>
              <p14:xfrm>
                <a:off x="3793230" y="2654742"/>
                <a:ext cx="447120" cy="20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2D17E5-A512-03B4-0660-7BFAA378518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84590" y="2645742"/>
                  <a:ext cx="464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699B6F-449F-6C85-A093-BE48A07A2A9C}"/>
                    </a:ext>
                  </a:extLst>
                </p14:cNvPr>
                <p14:cNvContentPartPr/>
                <p14:nvPr/>
              </p14:nvContentPartPr>
              <p14:xfrm>
                <a:off x="3842550" y="2821062"/>
                <a:ext cx="383760" cy="39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699B6F-449F-6C85-A093-BE48A07A2A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33910" y="2812062"/>
                  <a:ext cx="401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EF194C3-3CA9-110A-4610-2DB81C9D1F45}"/>
                    </a:ext>
                  </a:extLst>
                </p14:cNvPr>
                <p14:cNvContentPartPr/>
                <p14:nvPr/>
              </p14:nvContentPartPr>
              <p14:xfrm>
                <a:off x="3814470" y="2963262"/>
                <a:ext cx="425160" cy="20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EF194C3-3CA9-110A-4610-2DB81C9D1F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05830" y="2954262"/>
                  <a:ext cx="442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C38EEA4-2DCB-B408-89DA-1347383E543D}"/>
                    </a:ext>
                  </a:extLst>
                </p14:cNvPr>
                <p14:cNvContentPartPr/>
                <p14:nvPr/>
              </p14:nvContentPartPr>
              <p14:xfrm>
                <a:off x="4349430" y="2729262"/>
                <a:ext cx="165240" cy="33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C38EEA4-2DCB-B408-89DA-1347383E543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40430" y="2720262"/>
                  <a:ext cx="182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AA8CDFC-7AAA-FB2D-6721-516D29DF9C20}"/>
                    </a:ext>
                  </a:extLst>
                </p14:cNvPr>
                <p14:cNvContentPartPr/>
                <p14:nvPr/>
              </p14:nvContentPartPr>
              <p14:xfrm>
                <a:off x="4383630" y="2870382"/>
                <a:ext cx="131400" cy="21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AA8CDFC-7AAA-FB2D-6721-516D29DF9C2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74630" y="2861382"/>
                  <a:ext cx="149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EC7CF83-50B4-3F22-2767-B39C3EE554FE}"/>
                    </a:ext>
                  </a:extLst>
                </p14:cNvPr>
                <p14:cNvContentPartPr/>
                <p14:nvPr/>
              </p14:nvContentPartPr>
              <p14:xfrm>
                <a:off x="4133430" y="1040862"/>
                <a:ext cx="149760" cy="146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EC7CF83-50B4-3F22-2767-B39C3EE554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4430" y="1032222"/>
                  <a:ext cx="167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F942F95-18E3-149C-C610-81976F434BFC}"/>
                    </a:ext>
                  </a:extLst>
                </p14:cNvPr>
                <p14:cNvContentPartPr/>
                <p14:nvPr/>
              </p14:nvContentPartPr>
              <p14:xfrm>
                <a:off x="4366350" y="1009182"/>
                <a:ext cx="5400" cy="144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F942F95-18E3-149C-C610-81976F434BF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57710" y="1000182"/>
                  <a:ext cx="23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6C8B1A3-D85D-7F85-E154-5949CEF2DAF6}"/>
                    </a:ext>
                  </a:extLst>
                </p14:cNvPr>
                <p14:cNvContentPartPr/>
                <p14:nvPr/>
              </p14:nvContentPartPr>
              <p14:xfrm>
                <a:off x="4355550" y="1084062"/>
                <a:ext cx="20520" cy="11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6C8B1A3-D85D-7F85-E154-5949CEF2DA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46910" y="1075062"/>
                  <a:ext cx="3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6882F0-B22E-5A79-E2EB-DFBC098E1A7E}"/>
                    </a:ext>
                  </a:extLst>
                </p14:cNvPr>
                <p14:cNvContentPartPr/>
                <p14:nvPr/>
              </p14:nvContentPartPr>
              <p14:xfrm>
                <a:off x="4503150" y="981822"/>
                <a:ext cx="119880" cy="175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6882F0-B22E-5A79-E2EB-DFBC098E1A7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94510" y="972822"/>
                  <a:ext cx="137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61757E7-38BB-F29D-0024-F976FED8814E}"/>
                    </a:ext>
                  </a:extLst>
                </p14:cNvPr>
                <p14:cNvContentPartPr/>
                <p14:nvPr/>
              </p14:nvContentPartPr>
              <p14:xfrm>
                <a:off x="4329990" y="1052022"/>
                <a:ext cx="152640" cy="14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61757E7-38BB-F29D-0024-F976FED881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21350" y="1043382"/>
                  <a:ext cx="170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5D012E8-FCCD-336B-3F89-57DC351BEDFD}"/>
                    </a:ext>
                  </a:extLst>
                </p14:cNvPr>
                <p14:cNvContentPartPr/>
                <p14:nvPr/>
              </p14:nvContentPartPr>
              <p14:xfrm>
                <a:off x="4012470" y="1223742"/>
                <a:ext cx="717120" cy="72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5D012E8-FCCD-336B-3F89-57DC351BEDF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03830" y="1215102"/>
                  <a:ext cx="734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D4FDBAE-8FB4-D5CF-A63E-462B98D23DE8}"/>
                    </a:ext>
                  </a:extLst>
                </p14:cNvPr>
                <p14:cNvContentPartPr/>
                <p14:nvPr/>
              </p14:nvContentPartPr>
              <p14:xfrm>
                <a:off x="1840590" y="3975222"/>
                <a:ext cx="369360" cy="298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D4FDBAE-8FB4-D5CF-A63E-462B98D23DE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31590" y="3966582"/>
                  <a:ext cx="387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3F6C614-DACE-429F-C6F8-76D3557D0F6F}"/>
                    </a:ext>
                  </a:extLst>
                </p14:cNvPr>
                <p14:cNvContentPartPr/>
                <p14:nvPr/>
              </p14:nvContentPartPr>
              <p14:xfrm>
                <a:off x="1908630" y="4090782"/>
                <a:ext cx="224280" cy="117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3F6C614-DACE-429F-C6F8-76D3557D0F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99990" y="4082142"/>
                  <a:ext cx="241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DF5E438-D0EC-7320-17DC-E9A13F1FC299}"/>
                    </a:ext>
                  </a:extLst>
                </p14:cNvPr>
                <p14:cNvContentPartPr/>
                <p14:nvPr/>
              </p14:nvContentPartPr>
              <p14:xfrm>
                <a:off x="2072790" y="4038582"/>
                <a:ext cx="10800" cy="48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DF5E438-D0EC-7320-17DC-E9A13F1FC29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63790" y="4029942"/>
                  <a:ext cx="28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0BFA3F2-55DA-7095-E69C-D38D30706596}"/>
                    </a:ext>
                  </a:extLst>
                </p14:cNvPr>
                <p14:cNvContentPartPr/>
                <p14:nvPr/>
              </p14:nvContentPartPr>
              <p14:xfrm>
                <a:off x="2063430" y="4036062"/>
                <a:ext cx="62640" cy="58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0BFA3F2-55DA-7095-E69C-D38D307065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54430" y="4027062"/>
                  <a:ext cx="802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8A44DC0-BB23-AE18-3272-FB51ED29181C}"/>
                    </a:ext>
                  </a:extLst>
                </p14:cNvPr>
                <p14:cNvContentPartPr/>
                <p14:nvPr/>
              </p14:nvContentPartPr>
              <p14:xfrm>
                <a:off x="1989990" y="4190502"/>
                <a:ext cx="5196960" cy="528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8A44DC0-BB23-AE18-3272-FB51ED2918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81350" y="4181502"/>
                  <a:ext cx="521460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0CBA44F-8D3E-361B-D162-B8F87CF7389D}"/>
                    </a:ext>
                  </a:extLst>
                </p14:cNvPr>
                <p14:cNvContentPartPr/>
                <p14:nvPr/>
              </p14:nvContentPartPr>
              <p14:xfrm>
                <a:off x="7100910" y="4416222"/>
                <a:ext cx="133200" cy="56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0CBA44F-8D3E-361B-D162-B8F87CF7389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91910" y="4407222"/>
                  <a:ext cx="150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25EB39C-C6FC-DA00-38C9-7FD093B2EBBD}"/>
                    </a:ext>
                  </a:extLst>
                </p14:cNvPr>
                <p14:cNvContentPartPr/>
                <p14:nvPr/>
              </p14:nvContentPartPr>
              <p14:xfrm>
                <a:off x="6501510" y="2531982"/>
                <a:ext cx="2289960" cy="2021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25EB39C-C6FC-DA00-38C9-7FD093B2EB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92510" y="2522982"/>
                  <a:ext cx="2307600" cy="20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92D9C04-6E09-9E5E-1D84-8CB1CCB6BDCE}"/>
                    </a:ext>
                  </a:extLst>
                </p14:cNvPr>
                <p14:cNvContentPartPr/>
                <p14:nvPr/>
              </p14:nvContentPartPr>
              <p14:xfrm>
                <a:off x="5872590" y="3330822"/>
                <a:ext cx="667800" cy="502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92D9C04-6E09-9E5E-1D84-8CB1CCB6BDC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63950" y="3322182"/>
                  <a:ext cx="68544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676D88E-238D-C165-987F-D80F922EB6A1}"/>
                    </a:ext>
                  </a:extLst>
                </p14:cNvPr>
                <p14:cNvContentPartPr/>
                <p14:nvPr/>
              </p14:nvContentPartPr>
              <p14:xfrm>
                <a:off x="6477750" y="3285822"/>
                <a:ext cx="120960" cy="178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676D88E-238D-C165-987F-D80F922EB6A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69110" y="3276822"/>
                  <a:ext cx="138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29622D4-DACB-709A-EBD2-08DD2B8DDCFB}"/>
                    </a:ext>
                  </a:extLst>
                </p14:cNvPr>
                <p14:cNvContentPartPr/>
                <p14:nvPr/>
              </p14:nvContentPartPr>
              <p14:xfrm>
                <a:off x="6674310" y="2885862"/>
                <a:ext cx="2134080" cy="1080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29622D4-DACB-709A-EBD2-08DD2B8DDCF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65670" y="2877222"/>
                  <a:ext cx="2151720" cy="10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9AF5331-33F9-94C1-63F0-58AB83DCB612}"/>
                    </a:ext>
                  </a:extLst>
                </p14:cNvPr>
                <p14:cNvContentPartPr/>
                <p14:nvPr/>
              </p14:nvContentPartPr>
              <p14:xfrm>
                <a:off x="6683310" y="2606862"/>
                <a:ext cx="235440" cy="24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9AF5331-33F9-94C1-63F0-58AB83DCB61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74670" y="2597862"/>
                  <a:ext cx="253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AC84319-3EC1-EE03-2956-99FD0F844B02}"/>
                    </a:ext>
                  </a:extLst>
                </p14:cNvPr>
                <p14:cNvContentPartPr/>
                <p14:nvPr/>
              </p14:nvContentPartPr>
              <p14:xfrm>
                <a:off x="6747750" y="2606142"/>
                <a:ext cx="44640" cy="175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AC84319-3EC1-EE03-2956-99FD0F844B0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39110" y="2597142"/>
                  <a:ext cx="62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EFE7EE2-7BA8-173E-5EB7-FB10D54FEAED}"/>
                    </a:ext>
                  </a:extLst>
                </p14:cNvPr>
                <p14:cNvContentPartPr/>
                <p14:nvPr/>
              </p14:nvContentPartPr>
              <p14:xfrm>
                <a:off x="6899670" y="2651142"/>
                <a:ext cx="128880" cy="1191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EFE7EE2-7BA8-173E-5EB7-FB10D54FEAE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91030" y="2642142"/>
                  <a:ext cx="146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4060D0D-D2E4-1EC4-8851-389D5EE0EC8A}"/>
                    </a:ext>
                  </a:extLst>
                </p14:cNvPr>
                <p14:cNvContentPartPr/>
                <p14:nvPr/>
              </p14:nvContentPartPr>
              <p14:xfrm>
                <a:off x="7086150" y="2637462"/>
                <a:ext cx="117720" cy="145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4060D0D-D2E4-1EC4-8851-389D5EE0EC8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77150" y="2628822"/>
                  <a:ext cx="135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CCF9FA7-A601-E517-94B0-0812640B7192}"/>
                    </a:ext>
                  </a:extLst>
                </p14:cNvPr>
                <p14:cNvContentPartPr/>
                <p14:nvPr/>
              </p14:nvContentPartPr>
              <p14:xfrm>
                <a:off x="7212510" y="2640342"/>
                <a:ext cx="54720" cy="140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CCF9FA7-A601-E517-94B0-0812640B719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03510" y="2631342"/>
                  <a:ext cx="72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08C623A-376C-C900-A88A-A468BABD452F}"/>
                    </a:ext>
                  </a:extLst>
                </p14:cNvPr>
                <p14:cNvContentPartPr/>
                <p14:nvPr/>
              </p14:nvContentPartPr>
              <p14:xfrm>
                <a:off x="7319070" y="2686062"/>
                <a:ext cx="89640" cy="96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08C623A-376C-C900-A88A-A468BABD452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10070" y="2677062"/>
                  <a:ext cx="107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374B6FA-0930-D944-DF47-8EDB2B75F87A}"/>
                    </a:ext>
                  </a:extLst>
                </p14:cNvPr>
                <p14:cNvContentPartPr/>
                <p14:nvPr/>
              </p14:nvContentPartPr>
              <p14:xfrm>
                <a:off x="7514550" y="2675982"/>
                <a:ext cx="143280" cy="151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374B6FA-0930-D944-DF47-8EDB2B75F87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05550" y="2667342"/>
                  <a:ext cx="160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9A9A48-5BF5-3D82-4454-700108C75F02}"/>
                    </a:ext>
                  </a:extLst>
                </p14:cNvPr>
                <p14:cNvContentPartPr/>
                <p14:nvPr/>
              </p14:nvContentPartPr>
              <p14:xfrm>
                <a:off x="7711470" y="2676702"/>
                <a:ext cx="367560" cy="168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9A9A48-5BF5-3D82-4454-700108C75F0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702470" y="2668062"/>
                  <a:ext cx="385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A79EB25-3950-FBA7-2B7A-6A88AC82495B}"/>
                    </a:ext>
                  </a:extLst>
                </p14:cNvPr>
                <p14:cNvContentPartPr/>
                <p14:nvPr/>
              </p14:nvContentPartPr>
              <p14:xfrm>
                <a:off x="8062470" y="2732862"/>
                <a:ext cx="245520" cy="116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A79EB25-3950-FBA7-2B7A-6A88AC82495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53470" y="2724222"/>
                  <a:ext cx="263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6E46658-F254-B282-0872-27A375C79746}"/>
                    </a:ext>
                  </a:extLst>
                </p14:cNvPr>
                <p14:cNvContentPartPr/>
                <p14:nvPr/>
              </p14:nvContentPartPr>
              <p14:xfrm>
                <a:off x="8356590" y="2675262"/>
                <a:ext cx="43200" cy="233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6E46658-F254-B282-0872-27A375C7974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47590" y="2666262"/>
                  <a:ext cx="60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048E7B0-44D3-E999-21B6-E17B44670C34}"/>
                    </a:ext>
                  </a:extLst>
                </p14:cNvPr>
                <p14:cNvContentPartPr/>
                <p14:nvPr/>
              </p14:nvContentPartPr>
              <p14:xfrm>
                <a:off x="6823710" y="3106542"/>
                <a:ext cx="147240" cy="72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048E7B0-44D3-E999-21B6-E17B44670C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14710" y="3097542"/>
                  <a:ext cx="164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2EE84DD-3586-368D-1329-C8B2D4F87C87}"/>
                    </a:ext>
                  </a:extLst>
                </p14:cNvPr>
                <p14:cNvContentPartPr/>
                <p14:nvPr/>
              </p14:nvContentPartPr>
              <p14:xfrm>
                <a:off x="7212510" y="3100062"/>
                <a:ext cx="176400" cy="15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2EE84DD-3586-368D-1329-C8B2D4F87C8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203870" y="3091062"/>
                  <a:ext cx="194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85416BA-C5F5-3CBA-5FB3-8E1027B3EECF}"/>
                    </a:ext>
                  </a:extLst>
                </p14:cNvPr>
                <p14:cNvContentPartPr/>
                <p14:nvPr/>
              </p14:nvContentPartPr>
              <p14:xfrm>
                <a:off x="7711110" y="3104382"/>
                <a:ext cx="241200" cy="25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85416BA-C5F5-3CBA-5FB3-8E1027B3EEC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02470" y="3095742"/>
                  <a:ext cx="258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2CF9487-8868-354E-8FA7-2BDAD833BDD1}"/>
                    </a:ext>
                  </a:extLst>
                </p14:cNvPr>
                <p14:cNvContentPartPr/>
                <p14:nvPr/>
              </p14:nvContentPartPr>
              <p14:xfrm>
                <a:off x="8473950" y="3114462"/>
                <a:ext cx="185040" cy="10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2CF9487-8868-354E-8FA7-2BDAD833BDD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64950" y="3105462"/>
                  <a:ext cx="202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1CF5C4E-854C-CCE5-3309-2A7C03D8C275}"/>
                    </a:ext>
                  </a:extLst>
                </p14:cNvPr>
                <p14:cNvContentPartPr/>
                <p14:nvPr/>
              </p14:nvContentPartPr>
              <p14:xfrm>
                <a:off x="6799230" y="3374022"/>
                <a:ext cx="217440" cy="5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1CF5C4E-854C-CCE5-3309-2A7C03D8C27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90230" y="3365022"/>
                  <a:ext cx="235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407A36F-7DB9-B990-803F-7D3BFBA8584C}"/>
                    </a:ext>
                  </a:extLst>
                </p14:cNvPr>
                <p14:cNvContentPartPr/>
                <p14:nvPr/>
              </p14:nvContentPartPr>
              <p14:xfrm>
                <a:off x="7251390" y="3393102"/>
                <a:ext cx="84600" cy="5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407A36F-7DB9-B990-803F-7D3BFBA8584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42750" y="3384462"/>
                  <a:ext cx="102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2F66C60-422D-6789-A924-FAF66C813C98}"/>
                    </a:ext>
                  </a:extLst>
                </p14:cNvPr>
                <p14:cNvContentPartPr/>
                <p14:nvPr/>
              </p14:nvContentPartPr>
              <p14:xfrm>
                <a:off x="7564590" y="3393462"/>
                <a:ext cx="185760" cy="19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2F66C60-422D-6789-A924-FAF66C813C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55590" y="3384822"/>
                  <a:ext cx="203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301DCB4-04D8-BA6C-9340-30F8848987F2}"/>
                    </a:ext>
                  </a:extLst>
                </p14:cNvPr>
                <p14:cNvContentPartPr/>
                <p14:nvPr/>
              </p14:nvContentPartPr>
              <p14:xfrm>
                <a:off x="8183430" y="3403182"/>
                <a:ext cx="199440" cy="5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301DCB4-04D8-BA6C-9340-30F8848987F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174430" y="3394182"/>
                  <a:ext cx="217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B0E1841-4F29-E5CA-6256-6C70EF693B23}"/>
                    </a:ext>
                  </a:extLst>
                </p14:cNvPr>
                <p14:cNvContentPartPr/>
                <p14:nvPr/>
              </p14:nvContentPartPr>
              <p14:xfrm>
                <a:off x="6812550" y="3628542"/>
                <a:ext cx="198720" cy="4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B0E1841-4F29-E5CA-6256-6C70EF693B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803910" y="3619902"/>
                  <a:ext cx="216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77CEBC4-A069-6754-7F13-DBE8064B6719}"/>
                    </a:ext>
                  </a:extLst>
                </p14:cNvPr>
                <p14:cNvContentPartPr/>
                <p14:nvPr/>
              </p14:nvContentPartPr>
              <p14:xfrm>
                <a:off x="7426710" y="3646902"/>
                <a:ext cx="182520" cy="57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77CEBC4-A069-6754-7F13-DBE8064B671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417710" y="3638262"/>
                  <a:ext cx="20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04D8C4A-33DB-2B98-1289-676C217C9713}"/>
                    </a:ext>
                  </a:extLst>
                </p14:cNvPr>
                <p14:cNvContentPartPr/>
                <p14:nvPr/>
              </p14:nvContentPartPr>
              <p14:xfrm>
                <a:off x="8072910" y="3656622"/>
                <a:ext cx="263880" cy="11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04D8C4A-33DB-2B98-1289-676C217C971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63910" y="3647622"/>
                  <a:ext cx="281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559B626-CA0A-009E-B401-02FF7D8CEEDE}"/>
                    </a:ext>
                  </a:extLst>
                </p14:cNvPr>
                <p14:cNvContentPartPr/>
                <p14:nvPr/>
              </p14:nvContentPartPr>
              <p14:xfrm>
                <a:off x="6982830" y="4014102"/>
                <a:ext cx="1288440" cy="432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559B626-CA0A-009E-B401-02FF7D8CEED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73830" y="4005102"/>
                  <a:ext cx="13060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898033C-7530-AF8A-416C-81DC484BC512}"/>
                    </a:ext>
                  </a:extLst>
                </p14:cNvPr>
                <p14:cNvContentPartPr/>
                <p14:nvPr/>
              </p14:nvContentPartPr>
              <p14:xfrm>
                <a:off x="7202430" y="4106622"/>
                <a:ext cx="89640" cy="168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898033C-7530-AF8A-416C-81DC484BC51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193430" y="4097982"/>
                  <a:ext cx="107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F3B3488-F331-44E1-5950-3047A4290ED6}"/>
                    </a:ext>
                  </a:extLst>
                </p14:cNvPr>
                <p14:cNvContentPartPr/>
                <p14:nvPr/>
              </p14:nvContentPartPr>
              <p14:xfrm>
                <a:off x="7300350" y="4167102"/>
                <a:ext cx="95760" cy="98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F3B3488-F331-44E1-5950-3047A4290ED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91710" y="4158462"/>
                  <a:ext cx="113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A882AEB-7509-6E93-B427-8CE6C4D410C5}"/>
                    </a:ext>
                  </a:extLst>
                </p14:cNvPr>
                <p14:cNvContentPartPr/>
                <p14:nvPr/>
              </p14:nvContentPartPr>
              <p14:xfrm>
                <a:off x="7402590" y="4142982"/>
                <a:ext cx="27000" cy="197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A882AEB-7509-6E93-B427-8CE6C4D410C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393590" y="4134342"/>
                  <a:ext cx="44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A7F89A5-529B-0910-E8B5-60174B31E319}"/>
                    </a:ext>
                  </a:extLst>
                </p14:cNvPr>
                <p14:cNvContentPartPr/>
                <p14:nvPr/>
              </p14:nvContentPartPr>
              <p14:xfrm>
                <a:off x="7388910" y="4181142"/>
                <a:ext cx="149400" cy="146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A7F89A5-529B-0910-E8B5-60174B31E31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79910" y="4172142"/>
                  <a:ext cx="167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F060BFD-2B59-D958-AF6E-B6B49171C1FB}"/>
                    </a:ext>
                  </a:extLst>
                </p14:cNvPr>
                <p14:cNvContentPartPr/>
                <p14:nvPr/>
              </p14:nvContentPartPr>
              <p14:xfrm>
                <a:off x="7685190" y="4154142"/>
                <a:ext cx="14760" cy="189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F060BFD-2B59-D958-AF6E-B6B49171C1F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76550" y="4145502"/>
                  <a:ext cx="32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D48293D-F301-AA8E-4AA7-3F5EA8AC95A4}"/>
                    </a:ext>
                  </a:extLst>
                </p14:cNvPr>
                <p14:cNvContentPartPr/>
                <p14:nvPr/>
              </p14:nvContentPartPr>
              <p14:xfrm>
                <a:off x="7754670" y="4214982"/>
                <a:ext cx="74520" cy="116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D48293D-F301-AA8E-4AA7-3F5EA8AC95A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745670" y="4205982"/>
                  <a:ext cx="92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4600E8D-1AE1-77D7-8A95-A2725AC275B3}"/>
                    </a:ext>
                  </a:extLst>
                </p14:cNvPr>
                <p14:cNvContentPartPr/>
                <p14:nvPr/>
              </p14:nvContentPartPr>
              <p14:xfrm>
                <a:off x="7847910" y="4218942"/>
                <a:ext cx="97200" cy="116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4600E8D-1AE1-77D7-8A95-A2725AC275B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38910" y="4209942"/>
                  <a:ext cx="11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43FF036-59D7-7BC7-D834-B2F65C1AB385}"/>
                    </a:ext>
                  </a:extLst>
                </p14:cNvPr>
                <p14:cNvContentPartPr/>
                <p14:nvPr/>
              </p14:nvContentPartPr>
              <p14:xfrm>
                <a:off x="7994790" y="4208862"/>
                <a:ext cx="76320" cy="127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43FF036-59D7-7BC7-D834-B2F65C1AB38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985790" y="4200222"/>
                  <a:ext cx="93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B523AEC-A153-3642-1AFE-E236957C7842}"/>
                    </a:ext>
                  </a:extLst>
                </p14:cNvPr>
                <p14:cNvContentPartPr/>
                <p14:nvPr/>
              </p14:nvContentPartPr>
              <p14:xfrm>
                <a:off x="8087670" y="4220022"/>
                <a:ext cx="85680" cy="119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B523AEC-A153-3642-1AFE-E236957C784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078670" y="4211022"/>
                  <a:ext cx="103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D14F4A3-AAA5-CD81-A610-E704DC91FEE0}"/>
                    </a:ext>
                  </a:extLst>
                </p14:cNvPr>
                <p14:cNvContentPartPr/>
                <p14:nvPr/>
              </p14:nvContentPartPr>
              <p14:xfrm>
                <a:off x="2292030" y="1259742"/>
                <a:ext cx="6966000" cy="3058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D14F4A3-AAA5-CD81-A610-E704DC91FEE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283030" y="1251102"/>
                  <a:ext cx="6983640" cy="30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773C458-E6D0-42DC-54FF-66398224F862}"/>
                    </a:ext>
                  </a:extLst>
                </p14:cNvPr>
                <p14:cNvContentPartPr/>
                <p14:nvPr/>
              </p14:nvContentPartPr>
              <p14:xfrm>
                <a:off x="2328750" y="1372062"/>
                <a:ext cx="106920" cy="173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773C458-E6D0-42DC-54FF-66398224F86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19750" y="1363422"/>
                  <a:ext cx="124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EA0398F-DE0F-E370-6CAA-9B7E879296F3}"/>
                    </a:ext>
                  </a:extLst>
                </p14:cNvPr>
                <p14:cNvContentPartPr/>
                <p14:nvPr/>
              </p14:nvContentPartPr>
              <p14:xfrm>
                <a:off x="1823670" y="1774902"/>
                <a:ext cx="360" cy="1234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EA0398F-DE0F-E370-6CAA-9B7E879296F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815030" y="1766262"/>
                  <a:ext cx="18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1A3F823-B420-1CE0-536E-1D48C68BC3AD}"/>
                    </a:ext>
                  </a:extLst>
                </p14:cNvPr>
                <p14:cNvContentPartPr/>
                <p14:nvPr/>
              </p14:nvContentPartPr>
              <p14:xfrm>
                <a:off x="1686510" y="1733502"/>
                <a:ext cx="237240" cy="199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1A3F823-B420-1CE0-536E-1D48C68BC3A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77510" y="1724862"/>
                  <a:ext cx="254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C714622-55FC-6950-06E5-0CF9823C4313}"/>
                    </a:ext>
                  </a:extLst>
                </p14:cNvPr>
                <p14:cNvContentPartPr/>
                <p14:nvPr/>
              </p14:nvContentPartPr>
              <p14:xfrm>
                <a:off x="2058030" y="2405622"/>
                <a:ext cx="15120" cy="88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C714622-55FC-6950-06E5-0CF9823C431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049390" y="2396622"/>
                  <a:ext cx="32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1C08EFA-C134-1C0C-93E6-4581204460EB}"/>
                    </a:ext>
                  </a:extLst>
                </p14:cNvPr>
                <p14:cNvContentPartPr/>
                <p14:nvPr/>
              </p14:nvContentPartPr>
              <p14:xfrm>
                <a:off x="1967310" y="2331822"/>
                <a:ext cx="214200" cy="232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1C08EFA-C134-1C0C-93E6-4581204460E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58310" y="2323182"/>
                  <a:ext cx="2318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E2A1E40-5D5A-8E38-5C16-40D8B9526FBE}"/>
                    </a:ext>
                  </a:extLst>
                </p14:cNvPr>
                <p14:cNvContentPartPr/>
                <p14:nvPr/>
              </p14:nvContentPartPr>
              <p14:xfrm>
                <a:off x="2007630" y="2385462"/>
                <a:ext cx="147600" cy="113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E2A1E40-5D5A-8E38-5C16-40D8B9526FB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998990" y="2376462"/>
                  <a:ext cx="165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214351A-D5E0-4DC8-F4DD-485A86634BAE}"/>
                    </a:ext>
                  </a:extLst>
                </p14:cNvPr>
                <p14:cNvContentPartPr/>
                <p14:nvPr/>
              </p14:nvContentPartPr>
              <p14:xfrm>
                <a:off x="3422070" y="3295542"/>
                <a:ext cx="63720" cy="273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214351A-D5E0-4DC8-F4DD-485A86634BA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413070" y="3286542"/>
                  <a:ext cx="81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3862C98-9D2A-B166-953F-8AE39050613A}"/>
                    </a:ext>
                  </a:extLst>
                </p14:cNvPr>
                <p14:cNvContentPartPr/>
                <p14:nvPr/>
              </p14:nvContentPartPr>
              <p14:xfrm>
                <a:off x="3539790" y="3474822"/>
                <a:ext cx="64440" cy="65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3862C98-9D2A-B166-953F-8AE39050613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31150" y="3466182"/>
                  <a:ext cx="82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9FD995C-CAFB-6CD0-0289-B2FE018B51CB}"/>
                    </a:ext>
                  </a:extLst>
                </p14:cNvPr>
                <p14:cNvContentPartPr/>
                <p14:nvPr/>
              </p14:nvContentPartPr>
              <p14:xfrm>
                <a:off x="3657510" y="3467622"/>
                <a:ext cx="60480" cy="78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9FD995C-CAFB-6CD0-0289-B2FE018B51C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48870" y="3458622"/>
                  <a:ext cx="78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D708715-D52E-235F-5F5B-A89E778A4D70}"/>
                    </a:ext>
                  </a:extLst>
                </p14:cNvPr>
                <p14:cNvContentPartPr/>
                <p14:nvPr/>
              </p14:nvContentPartPr>
              <p14:xfrm>
                <a:off x="3779550" y="3344502"/>
                <a:ext cx="163800" cy="197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D708715-D52E-235F-5F5B-A89E778A4D7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770910" y="3335862"/>
                  <a:ext cx="181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CF7037-EFC0-99B9-FFA5-6535B2CF7128}"/>
                    </a:ext>
                  </a:extLst>
                </p14:cNvPr>
                <p14:cNvContentPartPr/>
                <p14:nvPr/>
              </p14:nvContentPartPr>
              <p14:xfrm>
                <a:off x="4109670" y="3355302"/>
                <a:ext cx="107640" cy="161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CF7037-EFC0-99B9-FFA5-6535B2CF712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101030" y="3346662"/>
                  <a:ext cx="125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B4F55A6-2069-247C-CAE3-474E11BCC9B6}"/>
                    </a:ext>
                  </a:extLst>
                </p14:cNvPr>
                <p14:cNvContentPartPr/>
                <p14:nvPr/>
              </p14:nvContentPartPr>
              <p14:xfrm>
                <a:off x="4274190" y="3344502"/>
                <a:ext cx="34560" cy="165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B4F55A6-2069-247C-CAE3-474E11BCC9B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265190" y="3335862"/>
                  <a:ext cx="52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1A2FC02-B229-B23C-BCCA-A1628CFE7BA9}"/>
                    </a:ext>
                  </a:extLst>
                </p14:cNvPr>
                <p14:cNvContentPartPr/>
                <p14:nvPr/>
              </p14:nvContentPartPr>
              <p14:xfrm>
                <a:off x="4304790" y="3437022"/>
                <a:ext cx="146160" cy="64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1A2FC02-B229-B23C-BCCA-A1628CFE7BA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96150" y="3428022"/>
                  <a:ext cx="163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3F2DB53-F8F0-74E5-658D-CA006F5A9351}"/>
                    </a:ext>
                  </a:extLst>
                </p14:cNvPr>
                <p14:cNvContentPartPr/>
                <p14:nvPr/>
              </p14:nvContentPartPr>
              <p14:xfrm>
                <a:off x="4483710" y="3407142"/>
                <a:ext cx="106200" cy="97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3F2DB53-F8F0-74E5-658D-CA006F5A935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475070" y="3398502"/>
                  <a:ext cx="123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7E69F33-CFB4-6D5A-E2F4-F085118343E9}"/>
                    </a:ext>
                  </a:extLst>
                </p14:cNvPr>
                <p14:cNvContentPartPr/>
                <p14:nvPr/>
              </p14:nvContentPartPr>
              <p14:xfrm>
                <a:off x="4622310" y="3394542"/>
                <a:ext cx="136080" cy="1317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7E69F33-CFB4-6D5A-E2F4-F085118343E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13670" y="3385902"/>
                  <a:ext cx="153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C963122-2DE0-0C80-9EF0-3164ECA7B733}"/>
                    </a:ext>
                  </a:extLst>
                </p14:cNvPr>
                <p14:cNvContentPartPr/>
                <p14:nvPr/>
              </p14:nvContentPartPr>
              <p14:xfrm>
                <a:off x="3462030" y="3828342"/>
                <a:ext cx="63000" cy="69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C963122-2DE0-0C80-9EF0-3164ECA7B73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453030" y="3819702"/>
                  <a:ext cx="80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8893DC5-4687-2584-51C9-9B80049CA5DB}"/>
                    </a:ext>
                  </a:extLst>
                </p14:cNvPr>
                <p14:cNvContentPartPr/>
                <p14:nvPr/>
              </p14:nvContentPartPr>
              <p14:xfrm>
                <a:off x="3487590" y="3730782"/>
                <a:ext cx="8640" cy="3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8893DC5-4687-2584-51C9-9B80049CA5D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478590" y="3721782"/>
                  <a:ext cx="26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8710516-113A-75DB-029E-D1AD5DF355DA}"/>
                    </a:ext>
                  </a:extLst>
                </p14:cNvPr>
                <p14:cNvContentPartPr/>
                <p14:nvPr/>
              </p14:nvContentPartPr>
              <p14:xfrm>
                <a:off x="3544470" y="3753102"/>
                <a:ext cx="118080" cy="173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8710516-113A-75DB-029E-D1AD5DF355D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535830" y="3744462"/>
                  <a:ext cx="135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46BEBC7-1A9A-6176-9AA5-01AA07640D5B}"/>
                    </a:ext>
                  </a:extLst>
                </p14:cNvPr>
                <p14:cNvContentPartPr/>
                <p14:nvPr/>
              </p14:nvContentPartPr>
              <p14:xfrm>
                <a:off x="4029030" y="3813942"/>
                <a:ext cx="14400" cy="152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46BEBC7-1A9A-6176-9AA5-01AA07640D5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020390" y="3804942"/>
                  <a:ext cx="32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A20F407-9933-2881-38D2-4F73D8458C8A}"/>
                    </a:ext>
                  </a:extLst>
                </p14:cNvPr>
                <p14:cNvContentPartPr/>
                <p14:nvPr/>
              </p14:nvContentPartPr>
              <p14:xfrm>
                <a:off x="4020750" y="3788742"/>
                <a:ext cx="77400" cy="75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A20F407-9933-2881-38D2-4F73D8458C8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011750" y="3779742"/>
                  <a:ext cx="95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06456AB-A9D0-0FE1-2972-44B24050287F}"/>
                    </a:ext>
                  </a:extLst>
                </p14:cNvPr>
                <p14:cNvContentPartPr/>
                <p14:nvPr/>
              </p14:nvContentPartPr>
              <p14:xfrm>
                <a:off x="4107150" y="3790902"/>
                <a:ext cx="127080" cy="82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06456AB-A9D0-0FE1-2972-44B24050287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98510" y="3781902"/>
                  <a:ext cx="144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4BA1F17-9ABE-6B5A-9E3B-C6C425F8CA27}"/>
                    </a:ext>
                  </a:extLst>
                </p14:cNvPr>
                <p14:cNvContentPartPr/>
                <p14:nvPr/>
              </p14:nvContentPartPr>
              <p14:xfrm>
                <a:off x="4212270" y="3722862"/>
                <a:ext cx="12600" cy="4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4BA1F17-9ABE-6B5A-9E3B-C6C425F8CA2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03630" y="3714222"/>
                  <a:ext cx="30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024DAB-9BD5-0A8B-77EB-CBCD6799A97C}"/>
                    </a:ext>
                  </a:extLst>
                </p14:cNvPr>
                <p14:cNvContentPartPr/>
                <p14:nvPr/>
              </p14:nvContentPartPr>
              <p14:xfrm>
                <a:off x="4252950" y="3784782"/>
                <a:ext cx="83160" cy="88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024DAB-9BD5-0A8B-77EB-CBCD6799A97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243950" y="3776142"/>
                  <a:ext cx="100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A9CA8CA-A1DA-CB29-088D-B1C839CB99B5}"/>
                    </a:ext>
                  </a:extLst>
                </p14:cNvPr>
                <p14:cNvContentPartPr/>
                <p14:nvPr/>
              </p14:nvContentPartPr>
              <p14:xfrm>
                <a:off x="4349430" y="3783702"/>
                <a:ext cx="105480" cy="97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A9CA8CA-A1DA-CB29-088D-B1C839CB99B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340430" y="3774702"/>
                  <a:ext cx="123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7290058-6663-F80B-52A6-D0E6BA7222EF}"/>
                    </a:ext>
                  </a:extLst>
                </p14:cNvPr>
                <p14:cNvContentPartPr/>
                <p14:nvPr/>
              </p14:nvContentPartPr>
              <p14:xfrm>
                <a:off x="4821030" y="3778662"/>
                <a:ext cx="24840" cy="94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7290058-6663-F80B-52A6-D0E6BA7222E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812030" y="3769662"/>
                  <a:ext cx="42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36036D3-36A6-63F8-9C81-EF75F202D298}"/>
                    </a:ext>
                  </a:extLst>
                </p14:cNvPr>
                <p14:cNvContentPartPr/>
                <p14:nvPr/>
              </p14:nvContentPartPr>
              <p14:xfrm>
                <a:off x="4840470" y="3752742"/>
                <a:ext cx="117360" cy="108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36036D3-36A6-63F8-9C81-EF75F202D29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831830" y="3744102"/>
                  <a:ext cx="135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A2D0A5E-7B0A-F76F-6810-FC2CF6A8BFC6}"/>
                    </a:ext>
                  </a:extLst>
                </p14:cNvPr>
                <p14:cNvContentPartPr/>
                <p14:nvPr/>
              </p14:nvContentPartPr>
              <p14:xfrm>
                <a:off x="4981590" y="3789102"/>
                <a:ext cx="122400" cy="69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A2D0A5E-7B0A-F76F-6810-FC2CF6A8BFC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972950" y="3780462"/>
                  <a:ext cx="140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003A5FD-1791-B0E4-CE22-7375845886C2}"/>
                    </a:ext>
                  </a:extLst>
                </p14:cNvPr>
                <p14:cNvContentPartPr/>
                <p14:nvPr/>
              </p14:nvContentPartPr>
              <p14:xfrm>
                <a:off x="5136750" y="3759582"/>
                <a:ext cx="164880" cy="90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003A5FD-1791-B0E4-CE22-7375845886C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127750" y="3750942"/>
                  <a:ext cx="182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4445BD7-0D3A-572E-4E2A-B9906F2F1A76}"/>
                    </a:ext>
                  </a:extLst>
                </p14:cNvPr>
                <p14:cNvContentPartPr/>
                <p14:nvPr/>
              </p14:nvContentPartPr>
              <p14:xfrm>
                <a:off x="5341230" y="3752742"/>
                <a:ext cx="106920" cy="105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4445BD7-0D3A-572E-4E2A-B9906F2F1A7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332590" y="3743742"/>
                  <a:ext cx="124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7334391-A9A3-530F-BFA1-7D3DA9F8C802}"/>
                    </a:ext>
                  </a:extLst>
                </p14:cNvPr>
                <p14:cNvContentPartPr/>
                <p14:nvPr/>
              </p14:nvContentPartPr>
              <p14:xfrm>
                <a:off x="3354390" y="3726462"/>
                <a:ext cx="9000" cy="882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7334391-A9A3-530F-BFA1-7D3DA9F8C80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345390" y="3717822"/>
                  <a:ext cx="2664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36B48C1-1282-F668-D9C9-E42475E7342E}"/>
                    </a:ext>
                  </a:extLst>
                </p14:cNvPr>
                <p14:cNvContentPartPr/>
                <p14:nvPr/>
              </p14:nvContentPartPr>
              <p14:xfrm>
                <a:off x="3327030" y="3625302"/>
                <a:ext cx="2521800" cy="951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36B48C1-1282-F668-D9C9-E42475E7342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318030" y="3616302"/>
                  <a:ext cx="253944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4F92C66-C3BA-55D9-9AA6-967841FD91BC}"/>
                    </a:ext>
                  </a:extLst>
                </p14:cNvPr>
                <p14:cNvContentPartPr/>
                <p14:nvPr/>
              </p14:nvContentPartPr>
              <p14:xfrm>
                <a:off x="3346110" y="4547262"/>
                <a:ext cx="261000" cy="24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4F92C66-C3BA-55D9-9AA6-967841FD91B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337470" y="4538262"/>
                  <a:ext cx="278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F4EC203-4D4D-745A-0C29-6853B27097BD}"/>
                    </a:ext>
                  </a:extLst>
                </p14:cNvPr>
                <p14:cNvContentPartPr/>
                <p14:nvPr/>
              </p14:nvContentPartPr>
              <p14:xfrm>
                <a:off x="3329550" y="3686502"/>
                <a:ext cx="7920" cy="78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F4EC203-4D4D-745A-0C29-6853B27097B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320910" y="3677862"/>
                  <a:ext cx="25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F5F8018-9AF3-4060-4B8B-CF48A25AE79C}"/>
                    </a:ext>
                  </a:extLst>
                </p14:cNvPr>
                <p14:cNvContentPartPr/>
                <p14:nvPr/>
              </p14:nvContentPartPr>
              <p14:xfrm>
                <a:off x="4904550" y="3266382"/>
                <a:ext cx="70920" cy="275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F5F8018-9AF3-4060-4B8B-CF48A25AE79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895910" y="3257382"/>
                  <a:ext cx="88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6AA23D9-D130-EC0A-177A-A0FA23721E04}"/>
                    </a:ext>
                  </a:extLst>
                </p14:cNvPr>
                <p14:cNvContentPartPr/>
                <p14:nvPr/>
              </p14:nvContentPartPr>
              <p14:xfrm>
                <a:off x="5049990" y="3363942"/>
                <a:ext cx="118080" cy="126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6AA23D9-D130-EC0A-177A-A0FA23721E0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041350" y="3354942"/>
                  <a:ext cx="135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6B5C55B-A17A-129A-B9CF-7E9D44D5B4C3}"/>
                    </a:ext>
                  </a:extLst>
                </p14:cNvPr>
                <p14:cNvContentPartPr/>
                <p14:nvPr/>
              </p14:nvContentPartPr>
              <p14:xfrm>
                <a:off x="5241510" y="3253422"/>
                <a:ext cx="78840" cy="263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6B5C55B-A17A-129A-B9CF-7E9D44D5B4C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232510" y="3244422"/>
                  <a:ext cx="96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710C25F-03E1-7383-1577-A0FAAD2B9D25}"/>
                    </a:ext>
                  </a:extLst>
                </p14:cNvPr>
                <p14:cNvContentPartPr/>
                <p14:nvPr/>
              </p14:nvContentPartPr>
              <p14:xfrm>
                <a:off x="5358870" y="3253062"/>
                <a:ext cx="44640" cy="263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710C25F-03E1-7383-1577-A0FAAD2B9D2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349870" y="3244422"/>
                  <a:ext cx="62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43F4072-291F-EFEA-344C-35C6826071C4}"/>
                    </a:ext>
                  </a:extLst>
                </p14:cNvPr>
                <p14:cNvContentPartPr/>
                <p14:nvPr/>
              </p14:nvContentPartPr>
              <p14:xfrm>
                <a:off x="5242590" y="3405702"/>
                <a:ext cx="199080" cy="22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43F4072-291F-EFEA-344C-35C6826071C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233590" y="3396702"/>
                  <a:ext cx="216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0598833-EE80-20AE-6965-8C9CF6D2F38B}"/>
                    </a:ext>
                  </a:extLst>
                </p14:cNvPr>
                <p14:cNvContentPartPr/>
                <p14:nvPr/>
              </p14:nvContentPartPr>
              <p14:xfrm>
                <a:off x="5485230" y="3323622"/>
                <a:ext cx="25560" cy="177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0598833-EE80-20AE-6965-8C9CF6D2F38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476590" y="3314622"/>
                  <a:ext cx="43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C7302E7-C4F4-AAAE-5249-941A82EDE855}"/>
                    </a:ext>
                  </a:extLst>
                </p14:cNvPr>
                <p14:cNvContentPartPr/>
                <p14:nvPr/>
              </p14:nvContentPartPr>
              <p14:xfrm>
                <a:off x="5549670" y="3440982"/>
                <a:ext cx="15480" cy="74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C7302E7-C4F4-AAAE-5249-941A82EDE85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540670" y="3432342"/>
                  <a:ext cx="33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DE1F59B-CD6B-EC44-7050-D9021920A19F}"/>
                    </a:ext>
                  </a:extLst>
                </p14:cNvPr>
                <p14:cNvContentPartPr/>
                <p14:nvPr/>
              </p14:nvContentPartPr>
              <p14:xfrm>
                <a:off x="5583870" y="3377982"/>
                <a:ext cx="5400" cy="10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DE1F59B-CD6B-EC44-7050-D9021920A1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75230" y="3368982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90477B0-35D8-BBDB-EDE1-9AEF4FE8D984}"/>
                    </a:ext>
                  </a:extLst>
                </p14:cNvPr>
                <p14:cNvContentPartPr/>
                <p14:nvPr/>
              </p14:nvContentPartPr>
              <p14:xfrm>
                <a:off x="5608350" y="3427662"/>
                <a:ext cx="96480" cy="78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90477B0-35D8-BBDB-EDE1-9AEF4FE8D98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599710" y="3419022"/>
                  <a:ext cx="1141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CFA936A-D537-8BDC-F525-9A6CD58427BD}"/>
                    </a:ext>
                  </a:extLst>
                </p14:cNvPr>
                <p14:cNvContentPartPr/>
                <p14:nvPr/>
              </p14:nvContentPartPr>
              <p14:xfrm>
                <a:off x="5749470" y="3417582"/>
                <a:ext cx="102600" cy="74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CFA936A-D537-8BDC-F525-9A6CD58427B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40470" y="3408582"/>
                  <a:ext cx="120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AB77172-2F6E-0826-C74E-087233D04520}"/>
                    </a:ext>
                  </a:extLst>
                </p14:cNvPr>
                <p14:cNvContentPartPr/>
                <p14:nvPr/>
              </p14:nvContentPartPr>
              <p14:xfrm>
                <a:off x="5862510" y="3343422"/>
                <a:ext cx="54000" cy="197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AB77172-2F6E-0826-C74E-087233D0452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53510" y="3334422"/>
                  <a:ext cx="71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F54676D-E1D7-7EBD-0E22-2D9F50E394FE}"/>
                    </a:ext>
                  </a:extLst>
                </p14:cNvPr>
                <p14:cNvContentPartPr/>
                <p14:nvPr/>
              </p14:nvContentPartPr>
              <p14:xfrm>
                <a:off x="3360510" y="3955782"/>
                <a:ext cx="2525400" cy="83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F54676D-E1D7-7EBD-0E22-2D9F50E394F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351510" y="3947142"/>
                  <a:ext cx="2543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7AB95DD-F872-CFC3-70F3-CE75FECE2C12}"/>
                    </a:ext>
                  </a:extLst>
                </p14:cNvPr>
                <p14:cNvContentPartPr/>
                <p14:nvPr/>
              </p14:nvContentPartPr>
              <p14:xfrm>
                <a:off x="3588750" y="4126422"/>
                <a:ext cx="163080" cy="15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7AB95DD-F872-CFC3-70F3-CE75FECE2C1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80110" y="4117782"/>
                  <a:ext cx="180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1960FFD-07A4-C77F-E099-ACBA01EA43B5}"/>
                    </a:ext>
                  </a:extLst>
                </p14:cNvPr>
                <p14:cNvContentPartPr/>
                <p14:nvPr/>
              </p14:nvContentPartPr>
              <p14:xfrm>
                <a:off x="4161150" y="4102302"/>
                <a:ext cx="186120" cy="5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1960FFD-07A4-C77F-E099-ACBA01EA43B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152150" y="4093662"/>
                  <a:ext cx="203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8C9F214-FB7B-254A-2890-879DA28B28A7}"/>
                    </a:ext>
                  </a:extLst>
                </p14:cNvPr>
                <p14:cNvContentPartPr/>
                <p14:nvPr/>
              </p14:nvContentPartPr>
              <p14:xfrm>
                <a:off x="4840830" y="4068102"/>
                <a:ext cx="280800" cy="5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8C9F214-FB7B-254A-2890-879DA28B28A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831830" y="4059102"/>
                  <a:ext cx="29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FB49077-CAFE-9BB3-2C34-6B81B3BFD2DA}"/>
                    </a:ext>
                  </a:extLst>
                </p14:cNvPr>
                <p14:cNvContentPartPr/>
                <p14:nvPr/>
              </p14:nvContentPartPr>
              <p14:xfrm>
                <a:off x="3588750" y="4278342"/>
                <a:ext cx="172080" cy="11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FB49077-CAFE-9BB3-2C34-6B81B3BFD2D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580110" y="4269702"/>
                  <a:ext cx="189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5114DD4-AC1F-A15C-719B-E538AF49DE50}"/>
                    </a:ext>
                  </a:extLst>
                </p14:cNvPr>
                <p14:cNvContentPartPr/>
                <p14:nvPr/>
              </p14:nvContentPartPr>
              <p14:xfrm>
                <a:off x="4194270" y="4273302"/>
                <a:ext cx="162720" cy="10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5114DD4-AC1F-A15C-719B-E538AF49DE5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185630" y="4264302"/>
                  <a:ext cx="180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709F8FD-F84F-5F99-442D-C421AC603258}"/>
                    </a:ext>
                  </a:extLst>
                </p14:cNvPr>
                <p14:cNvContentPartPr/>
                <p14:nvPr/>
              </p14:nvContentPartPr>
              <p14:xfrm>
                <a:off x="4948470" y="4239462"/>
                <a:ext cx="222120" cy="14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709F8FD-F84F-5F99-442D-C421AC60325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939470" y="4230822"/>
                  <a:ext cx="239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20EB0EE-6C92-3D18-B3E0-557DBF279175}"/>
                    </a:ext>
                  </a:extLst>
                </p14:cNvPr>
                <p14:cNvContentPartPr/>
                <p14:nvPr/>
              </p14:nvContentPartPr>
              <p14:xfrm>
                <a:off x="3018510" y="4031022"/>
                <a:ext cx="284040" cy="52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20EB0EE-6C92-3D18-B3E0-557DBF27917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009510" y="4022382"/>
                  <a:ext cx="301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4F7A5F9-4679-FF13-0195-EA6A27F28068}"/>
                    </a:ext>
                  </a:extLst>
                </p14:cNvPr>
                <p14:cNvContentPartPr/>
                <p14:nvPr/>
              </p14:nvContentPartPr>
              <p14:xfrm>
                <a:off x="3207510" y="4019142"/>
                <a:ext cx="63360" cy="87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4F7A5F9-4679-FF13-0195-EA6A27F280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198870" y="4010502"/>
                  <a:ext cx="81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3190FB8-3A1D-ACE2-5C16-044E6FEDE136}"/>
                    </a:ext>
                  </a:extLst>
                </p14:cNvPr>
                <p14:cNvContentPartPr/>
                <p14:nvPr/>
              </p14:nvContentPartPr>
              <p14:xfrm>
                <a:off x="2992230" y="4186182"/>
                <a:ext cx="284040" cy="55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3190FB8-3A1D-ACE2-5C16-044E6FEDE13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83590" y="4177542"/>
                  <a:ext cx="3016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20DDDBA-9105-89CF-BA94-E1004B1F0781}"/>
                    </a:ext>
                  </a:extLst>
                </p14:cNvPr>
                <p14:cNvContentPartPr/>
                <p14:nvPr/>
              </p14:nvContentPartPr>
              <p14:xfrm>
                <a:off x="3241710" y="4171062"/>
                <a:ext cx="43200" cy="87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20DDDBA-9105-89CF-BA94-E1004B1F078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233070" y="4162062"/>
                  <a:ext cx="60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F3AFF27-5394-AEAF-8475-D5F8ED754571}"/>
                    </a:ext>
                  </a:extLst>
                </p14:cNvPr>
                <p14:cNvContentPartPr/>
                <p14:nvPr/>
              </p14:nvContentPartPr>
              <p14:xfrm>
                <a:off x="2997270" y="4380942"/>
                <a:ext cx="284400" cy="40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F3AFF27-5394-AEAF-8475-D5F8ED75457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988630" y="4372302"/>
                  <a:ext cx="3020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F916351-1306-2BC5-D340-5D50C4345DD0}"/>
                    </a:ext>
                  </a:extLst>
                </p14:cNvPr>
                <p14:cNvContentPartPr/>
                <p14:nvPr/>
              </p14:nvContentPartPr>
              <p14:xfrm>
                <a:off x="3236670" y="4351782"/>
                <a:ext cx="57960" cy="82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F916351-1306-2BC5-D340-5D50C4345D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228030" y="4342782"/>
                  <a:ext cx="75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507501B-77F4-AB37-2032-FE965A1CDA42}"/>
                    </a:ext>
                  </a:extLst>
                </p14:cNvPr>
                <p14:cNvContentPartPr/>
                <p14:nvPr/>
              </p14:nvContentPartPr>
              <p14:xfrm>
                <a:off x="3201030" y="3720342"/>
                <a:ext cx="131760" cy="171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507501B-77F4-AB37-2032-FE965A1CDA4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192030" y="3711702"/>
                  <a:ext cx="149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F3CCEAB-31A0-2653-1361-AC3AC27E23D7}"/>
                    </a:ext>
                  </a:extLst>
                </p14:cNvPr>
                <p14:cNvContentPartPr/>
                <p14:nvPr/>
              </p14:nvContentPartPr>
              <p14:xfrm>
                <a:off x="3119670" y="3670662"/>
                <a:ext cx="338400" cy="307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F3CCEAB-31A0-2653-1361-AC3AC27E23D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11030" y="3661662"/>
                  <a:ext cx="3560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211DC1B-09B0-1A29-7A2A-A8AB1838F853}"/>
                    </a:ext>
                  </a:extLst>
                </p14:cNvPr>
                <p14:cNvContentPartPr/>
                <p14:nvPr/>
              </p14:nvContentPartPr>
              <p14:xfrm>
                <a:off x="2640510" y="3143262"/>
                <a:ext cx="74520" cy="1465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211DC1B-09B0-1A29-7A2A-A8AB1838F85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631870" y="3134262"/>
                  <a:ext cx="92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0FB6769-947A-3818-B6BF-360A37DDF554}"/>
                    </a:ext>
                  </a:extLst>
                </p14:cNvPr>
                <p14:cNvContentPartPr/>
                <p14:nvPr/>
              </p14:nvContentPartPr>
              <p14:xfrm>
                <a:off x="2523150" y="3070542"/>
                <a:ext cx="324000" cy="3132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0FB6769-947A-3818-B6BF-360A37DDF55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14510" y="3061902"/>
                  <a:ext cx="34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50CCDBA-8E0B-AE57-82B9-C3DDCB8C4C86}"/>
                    </a:ext>
                  </a:extLst>
                </p14:cNvPr>
                <p14:cNvContentPartPr/>
                <p14:nvPr/>
              </p14:nvContentPartPr>
              <p14:xfrm>
                <a:off x="2297430" y="4063422"/>
                <a:ext cx="111600" cy="29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50CCDBA-8E0B-AE57-82B9-C3DDCB8C4C8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88790" y="4054782"/>
                  <a:ext cx="129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D4D7658-3250-6313-890D-50E0D8B1A724}"/>
                    </a:ext>
                  </a:extLst>
                </p14:cNvPr>
                <p14:cNvContentPartPr/>
                <p14:nvPr/>
              </p14:nvContentPartPr>
              <p14:xfrm>
                <a:off x="2292030" y="4073142"/>
                <a:ext cx="103680" cy="126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D4D7658-3250-6313-890D-50E0D8B1A72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283030" y="4064142"/>
                  <a:ext cx="1213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ACA716B-B212-C999-1B43-D3D7EC2657FD}"/>
                    </a:ext>
                  </a:extLst>
                </p14:cNvPr>
                <p14:cNvContentPartPr/>
                <p14:nvPr/>
              </p14:nvContentPartPr>
              <p14:xfrm>
                <a:off x="2198070" y="3988902"/>
                <a:ext cx="312480" cy="300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ACA716B-B212-C999-1B43-D3D7EC2657F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189070" y="3980262"/>
                  <a:ext cx="3301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D3708CD-3D36-0912-034D-D3877AE5DFE0}"/>
                    </a:ext>
                  </a:extLst>
                </p14:cNvPr>
                <p14:cNvContentPartPr/>
                <p14:nvPr/>
              </p14:nvContentPartPr>
              <p14:xfrm>
                <a:off x="6844590" y="2292942"/>
                <a:ext cx="115920" cy="2217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D3708CD-3D36-0912-034D-D3877AE5DFE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835590" y="2284302"/>
                  <a:ext cx="1335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9260436-7586-780A-C9E0-2BBE5DFCAB95}"/>
                    </a:ext>
                  </a:extLst>
                </p14:cNvPr>
                <p14:cNvContentPartPr/>
                <p14:nvPr/>
              </p14:nvContentPartPr>
              <p14:xfrm>
                <a:off x="6655230" y="2166582"/>
                <a:ext cx="437040" cy="379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9260436-7586-780A-C9E0-2BBE5DFCAB9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46590" y="2157582"/>
                  <a:ext cx="4546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07FBA77-2079-C977-F137-EE4E2539114B}"/>
                    </a:ext>
                  </a:extLst>
                </p14:cNvPr>
                <p14:cNvContentPartPr/>
                <p14:nvPr/>
              </p14:nvContentPartPr>
              <p14:xfrm>
                <a:off x="8482950" y="2674182"/>
                <a:ext cx="97560" cy="1209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07FBA77-2079-C977-F137-EE4E2539114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473950" y="2665182"/>
                  <a:ext cx="115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FB00052-B35E-16EA-7EC8-648A918648EC}"/>
                    </a:ext>
                  </a:extLst>
                </p14:cNvPr>
                <p14:cNvContentPartPr/>
                <p14:nvPr/>
              </p14:nvContentPartPr>
              <p14:xfrm>
                <a:off x="8518590" y="2756622"/>
                <a:ext cx="81360" cy="16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FB00052-B35E-16EA-7EC8-648A918648E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509950" y="2747982"/>
                  <a:ext cx="9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72300D1-DDE9-C1F6-1E93-AB8A42C6FCC2}"/>
                    </a:ext>
                  </a:extLst>
                </p14:cNvPr>
                <p14:cNvContentPartPr/>
                <p14:nvPr/>
              </p14:nvContentPartPr>
              <p14:xfrm>
                <a:off x="8337510" y="2574102"/>
                <a:ext cx="406080" cy="321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72300D1-DDE9-C1F6-1E93-AB8A42C6FCC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328510" y="2565462"/>
                  <a:ext cx="4237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40EEB5A-3D92-1EDF-8FBA-FA4F25E0935E}"/>
                    </a:ext>
                  </a:extLst>
                </p14:cNvPr>
                <p14:cNvContentPartPr/>
                <p14:nvPr/>
              </p14:nvContentPartPr>
              <p14:xfrm>
                <a:off x="8505630" y="3213462"/>
                <a:ext cx="100440" cy="2214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40EEB5A-3D92-1EDF-8FBA-FA4F25E0935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496990" y="3204462"/>
                  <a:ext cx="118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AF152DD-D307-7683-16FD-09A7A2CBFF26}"/>
                    </a:ext>
                  </a:extLst>
                </p14:cNvPr>
                <p14:cNvContentPartPr/>
                <p14:nvPr/>
              </p14:nvContentPartPr>
              <p14:xfrm>
                <a:off x="8407710" y="3177822"/>
                <a:ext cx="313920" cy="3304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AF152DD-D307-7683-16FD-09A7A2CBFF2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398710" y="3168822"/>
                  <a:ext cx="3315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4EE537A-63AB-528F-51A9-373B5543CC9A}"/>
                    </a:ext>
                  </a:extLst>
                </p14:cNvPr>
                <p14:cNvContentPartPr/>
                <p14:nvPr/>
              </p14:nvContentPartPr>
              <p14:xfrm>
                <a:off x="8279550" y="4355382"/>
                <a:ext cx="119520" cy="1616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4EE537A-63AB-528F-51A9-373B5543CC9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70550" y="4346382"/>
                  <a:ext cx="137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EDF98FA-7E6E-65C3-FC4A-0BF86788FCBA}"/>
                    </a:ext>
                  </a:extLst>
                </p14:cNvPr>
                <p14:cNvContentPartPr/>
                <p14:nvPr/>
              </p14:nvContentPartPr>
              <p14:xfrm>
                <a:off x="8210790" y="4266822"/>
                <a:ext cx="296640" cy="310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EDF98FA-7E6E-65C3-FC4A-0BF86788FCB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201790" y="4257822"/>
                  <a:ext cx="314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7114E3E-2D69-E21F-9842-5114E786B090}"/>
                    </a:ext>
                  </a:extLst>
                </p14:cNvPr>
                <p14:cNvContentPartPr/>
                <p14:nvPr/>
              </p14:nvContentPartPr>
              <p14:xfrm>
                <a:off x="9080190" y="2164782"/>
                <a:ext cx="21600" cy="157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7114E3E-2D69-E21F-9842-5114E786B09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071190" y="2156142"/>
                  <a:ext cx="39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801E6C3-4544-6E60-AC3A-D5C420D8897E}"/>
                    </a:ext>
                  </a:extLst>
                </p14:cNvPr>
                <p14:cNvContentPartPr/>
                <p14:nvPr/>
              </p14:nvContentPartPr>
              <p14:xfrm>
                <a:off x="9167310" y="2183142"/>
                <a:ext cx="110160" cy="131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801E6C3-4544-6E60-AC3A-D5C420D8897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158670" y="2174502"/>
                  <a:ext cx="127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1E371DD-B1A6-0ACD-36B2-C552C56C4903}"/>
                    </a:ext>
                  </a:extLst>
                </p14:cNvPr>
                <p14:cNvContentPartPr/>
                <p14:nvPr/>
              </p14:nvContentPartPr>
              <p14:xfrm>
                <a:off x="8965350" y="2065422"/>
                <a:ext cx="447480" cy="3787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1E371DD-B1A6-0ACD-36B2-C552C56C490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56710" y="2056782"/>
                  <a:ext cx="4651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937D7FB-5939-8257-D3C3-B86F845E3EDF}"/>
                    </a:ext>
                  </a:extLst>
                </p14:cNvPr>
                <p14:cNvContentPartPr/>
                <p14:nvPr/>
              </p14:nvContentPartPr>
              <p14:xfrm>
                <a:off x="1859310" y="1364142"/>
                <a:ext cx="27000" cy="142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937D7FB-5939-8257-D3C3-B86F845E3ED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850310" y="1355142"/>
                  <a:ext cx="446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F7FCE8D-5D8C-F6AC-0C9C-7AB6159AC0E6}"/>
                    </a:ext>
                  </a:extLst>
                </p14:cNvPr>
                <p14:cNvContentPartPr/>
                <p14:nvPr/>
              </p14:nvContentPartPr>
              <p14:xfrm>
                <a:off x="1931310" y="1398342"/>
                <a:ext cx="10080" cy="111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F7FCE8D-5D8C-F6AC-0C9C-7AB6159AC0E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922310" y="1389342"/>
                  <a:ext cx="27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C23D88C-A9B9-613D-B73C-B43CA9D46026}"/>
                    </a:ext>
                  </a:extLst>
                </p14:cNvPr>
                <p14:cNvContentPartPr/>
                <p14:nvPr/>
              </p14:nvContentPartPr>
              <p14:xfrm>
                <a:off x="1760310" y="1277742"/>
                <a:ext cx="312480" cy="3214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C23D88C-A9B9-613D-B73C-B43CA9D4602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751670" y="1269102"/>
                  <a:ext cx="330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2297EEE-AE9F-C0B5-C982-406748CA9BC9}"/>
                    </a:ext>
                  </a:extLst>
                </p14:cNvPr>
                <p14:cNvContentPartPr/>
                <p14:nvPr/>
              </p14:nvContentPartPr>
              <p14:xfrm>
                <a:off x="5577030" y="965622"/>
                <a:ext cx="58680" cy="167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2297EEE-AE9F-C0B5-C982-406748CA9BC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568030" y="956982"/>
                  <a:ext cx="76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0D71CF0-28A2-BE16-E9C3-A53CCBA36C3F}"/>
                    </a:ext>
                  </a:extLst>
                </p14:cNvPr>
                <p14:cNvContentPartPr/>
                <p14:nvPr/>
              </p14:nvContentPartPr>
              <p14:xfrm>
                <a:off x="5706270" y="969942"/>
                <a:ext cx="209880" cy="153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0D71CF0-28A2-BE16-E9C3-A53CCBA36C3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697630" y="961302"/>
                  <a:ext cx="227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09859C7-8C28-AAED-6076-06ACBDBAD79C}"/>
                    </a:ext>
                  </a:extLst>
                </p14:cNvPr>
                <p14:cNvContentPartPr/>
                <p14:nvPr/>
              </p14:nvContentPartPr>
              <p14:xfrm>
                <a:off x="6016590" y="1018902"/>
                <a:ext cx="164520" cy="8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09859C7-8C28-AAED-6076-06ACBDBAD79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007950" y="1009902"/>
                  <a:ext cx="182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5EDBC6D-2628-D450-0829-F175BC692EC3}"/>
                    </a:ext>
                  </a:extLst>
                </p14:cNvPr>
                <p14:cNvContentPartPr/>
                <p14:nvPr/>
              </p14:nvContentPartPr>
              <p14:xfrm>
                <a:off x="6326190" y="903702"/>
                <a:ext cx="175320" cy="221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5EDBC6D-2628-D450-0829-F175BC692EC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317550" y="895062"/>
                  <a:ext cx="1929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F532AFE-EE3C-1D4F-090B-E5808A758A34}"/>
                    </a:ext>
                  </a:extLst>
                </p14:cNvPr>
                <p14:cNvContentPartPr/>
                <p14:nvPr/>
              </p14:nvContentPartPr>
              <p14:xfrm>
                <a:off x="6551550" y="914862"/>
                <a:ext cx="136800" cy="205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F532AFE-EE3C-1D4F-090B-E5808A758A3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542550" y="905862"/>
                  <a:ext cx="154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74BAD80-9BC0-8750-79AF-82C6EC909AB5}"/>
                    </a:ext>
                  </a:extLst>
                </p14:cNvPr>
                <p14:cNvContentPartPr/>
                <p14:nvPr/>
              </p14:nvContentPartPr>
              <p14:xfrm>
                <a:off x="6874830" y="919182"/>
                <a:ext cx="175680" cy="2005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74BAD80-9BC0-8750-79AF-82C6EC909AB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865830" y="910542"/>
                  <a:ext cx="193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3280623-3375-9DE1-3CDC-22CF30EA3211}"/>
                    </a:ext>
                  </a:extLst>
                </p14:cNvPr>
                <p14:cNvContentPartPr/>
                <p14:nvPr/>
              </p14:nvContentPartPr>
              <p14:xfrm>
                <a:off x="7073550" y="940062"/>
                <a:ext cx="363240" cy="1652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3280623-3375-9DE1-3CDC-22CF30EA321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064550" y="931422"/>
                  <a:ext cx="380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6F5B450-80E9-A9C0-2638-D3F0AD69C080}"/>
                    </a:ext>
                  </a:extLst>
                </p14:cNvPr>
                <p14:cNvContentPartPr/>
                <p14:nvPr/>
              </p14:nvContentPartPr>
              <p14:xfrm>
                <a:off x="7495470" y="980382"/>
                <a:ext cx="172440" cy="1116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6F5B450-80E9-A9C0-2638-D3F0AD69C08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486470" y="971742"/>
                  <a:ext cx="190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3BEE7D3-2EEC-6491-7DFB-785737A89BEC}"/>
                    </a:ext>
                  </a:extLst>
                </p14:cNvPr>
                <p14:cNvContentPartPr/>
                <p14:nvPr/>
              </p14:nvContentPartPr>
              <p14:xfrm>
                <a:off x="5758470" y="1173342"/>
                <a:ext cx="2225520" cy="29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3BEE7D3-2EEC-6491-7DFB-785737A89BE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49470" y="1164702"/>
                  <a:ext cx="2243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AE9808C-E366-501D-89C3-337B7DD5FC3D}"/>
                    </a:ext>
                  </a:extLst>
                </p14:cNvPr>
                <p14:cNvContentPartPr/>
                <p14:nvPr/>
              </p14:nvContentPartPr>
              <p14:xfrm>
                <a:off x="439830" y="1520742"/>
                <a:ext cx="551520" cy="210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AE9808C-E366-501D-89C3-337B7DD5FC3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31190" y="1511742"/>
                  <a:ext cx="569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26C965B-AF2A-DD30-923D-CAAEC9646986}"/>
                    </a:ext>
                  </a:extLst>
                </p14:cNvPr>
                <p14:cNvContentPartPr/>
                <p14:nvPr/>
              </p14:nvContentPartPr>
              <p14:xfrm>
                <a:off x="805950" y="1481142"/>
                <a:ext cx="174960" cy="164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26C965B-AF2A-DD30-923D-CAAEC964698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7310" y="1472502"/>
                  <a:ext cx="192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6C9920B-14B6-9C07-5A55-F2FBB72CE45B}"/>
                    </a:ext>
                  </a:extLst>
                </p14:cNvPr>
                <p14:cNvContentPartPr/>
                <p14:nvPr/>
              </p14:nvContentPartPr>
              <p14:xfrm>
                <a:off x="806310" y="993702"/>
                <a:ext cx="821520" cy="7074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6C9920B-14B6-9C07-5A55-F2FBB72CE45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97310" y="984702"/>
                  <a:ext cx="839160" cy="72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1FD226AB-C57C-5FF0-AAEC-331FAFCADD2A}"/>
                  </a:ext>
                </a:extLst>
              </p14:cNvPr>
              <p14:cNvContentPartPr/>
              <p14:nvPr/>
            </p14:nvContentPartPr>
            <p14:xfrm>
              <a:off x="-161730" y="2938782"/>
              <a:ext cx="22320" cy="5943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1FD226AB-C57C-5FF0-AAEC-331FAFCADD2A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-170370" y="2929782"/>
                <a:ext cx="3996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D5E15BA-3FC3-F80B-402F-E46BC6CA5F8F}"/>
                  </a:ext>
                </a:extLst>
              </p14:cNvPr>
              <p14:cNvContentPartPr/>
              <p14:nvPr/>
            </p14:nvContentPartPr>
            <p14:xfrm>
              <a:off x="-103410" y="2346942"/>
              <a:ext cx="87120" cy="1159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D5E15BA-3FC3-F80B-402F-E46BC6CA5F8F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-112050" y="2338302"/>
                <a:ext cx="104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67CC99CD-DE8C-A0B6-86E4-C7A603802B21}"/>
                  </a:ext>
                </a:extLst>
              </p14:cNvPr>
              <p14:cNvContentPartPr/>
              <p14:nvPr/>
            </p14:nvContentPartPr>
            <p14:xfrm>
              <a:off x="-234450" y="2380782"/>
              <a:ext cx="101880" cy="1051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67CC99CD-DE8C-A0B6-86E4-C7A603802B21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-243450" y="2371782"/>
                <a:ext cx="1195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C6B7B2FF-9D0A-D57D-F0AD-226794D8CC70}"/>
                  </a:ext>
                </a:extLst>
              </p14:cNvPr>
              <p14:cNvContentPartPr/>
              <p14:nvPr/>
            </p14:nvContentPartPr>
            <p14:xfrm>
              <a:off x="-365850" y="2255142"/>
              <a:ext cx="111600" cy="2487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C6B7B2FF-9D0A-D57D-F0AD-226794D8CC70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-374490" y="2246502"/>
                <a:ext cx="1292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10080562-2227-D0B7-CBCF-3F9D5BA523B5}"/>
                  </a:ext>
                </a:extLst>
              </p14:cNvPr>
              <p14:cNvContentPartPr/>
              <p14:nvPr/>
            </p14:nvContentPartPr>
            <p14:xfrm>
              <a:off x="-371970" y="2764182"/>
              <a:ext cx="137880" cy="900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10080562-2227-D0B7-CBCF-3F9D5BA523B5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-380610" y="2755542"/>
                <a:ext cx="155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72A28F06-E49C-572D-7615-F874905E00E5}"/>
                  </a:ext>
                </a:extLst>
              </p14:cNvPr>
              <p14:cNvContentPartPr/>
              <p14:nvPr/>
            </p14:nvContentPartPr>
            <p14:xfrm>
              <a:off x="-84330" y="2708742"/>
              <a:ext cx="6120" cy="21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72A28F06-E49C-572D-7615-F874905E00E5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-93330" y="2700102"/>
                <a:ext cx="237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3BDF259D-FB30-B756-2357-B38484D8E0F3}"/>
                  </a:ext>
                </a:extLst>
              </p14:cNvPr>
              <p14:cNvContentPartPr/>
              <p14:nvPr/>
            </p14:nvContentPartPr>
            <p14:xfrm>
              <a:off x="-83610" y="2774982"/>
              <a:ext cx="43560" cy="752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3BDF259D-FB30-B756-2357-B38484D8E0F3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-92250" y="2765982"/>
                <a:ext cx="612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C74D99BA-0D7A-248B-E952-71514D8E53DC}"/>
                  </a:ext>
                </a:extLst>
              </p14:cNvPr>
              <p14:cNvContentPartPr/>
              <p14:nvPr/>
            </p14:nvContentPartPr>
            <p14:xfrm>
              <a:off x="-288810" y="2860302"/>
              <a:ext cx="3240" cy="14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C74D99BA-0D7A-248B-E952-71514D8E53DC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-297450" y="2851302"/>
                <a:ext cx="208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8D79CFF6-8DCE-C4F1-EA1D-9F5F34ABC02F}"/>
              </a:ext>
            </a:extLst>
          </p:cNvPr>
          <p:cNvGrpSpPr/>
          <p:nvPr/>
        </p:nvGrpSpPr>
        <p:grpSpPr>
          <a:xfrm>
            <a:off x="-423450" y="1616502"/>
            <a:ext cx="8647560" cy="1990440"/>
            <a:chOff x="-423450" y="1616502"/>
            <a:chExt cx="8647560" cy="19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FD21529-2FEE-F463-F59D-9F2FBC70226B}"/>
                    </a:ext>
                  </a:extLst>
                </p14:cNvPr>
                <p14:cNvContentPartPr/>
                <p14:nvPr/>
              </p14:nvContentPartPr>
              <p14:xfrm>
                <a:off x="1911510" y="1616502"/>
                <a:ext cx="272880" cy="255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FD21529-2FEE-F463-F59D-9F2FBC70226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02870" y="1607862"/>
                  <a:ext cx="290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C45062F-21CF-624F-5505-007141048BBC}"/>
                    </a:ext>
                  </a:extLst>
                </p14:cNvPr>
                <p14:cNvContentPartPr/>
                <p14:nvPr/>
              </p14:nvContentPartPr>
              <p14:xfrm>
                <a:off x="2185470" y="2225262"/>
                <a:ext cx="301680" cy="257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C45062F-21CF-624F-5505-007141048BB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176830" y="2216262"/>
                  <a:ext cx="319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6E83D1A-9968-E73B-7090-5B9C7981E874}"/>
                    </a:ext>
                  </a:extLst>
                </p14:cNvPr>
                <p14:cNvContentPartPr/>
                <p14:nvPr/>
              </p14:nvContentPartPr>
              <p14:xfrm>
                <a:off x="4136670" y="2189262"/>
                <a:ext cx="244080" cy="259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6E83D1A-9968-E73B-7090-5B9C7981E87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127670" y="2180262"/>
                  <a:ext cx="261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E6B597F-B47A-A3A2-32D7-4D9F51E5E1D0}"/>
                    </a:ext>
                  </a:extLst>
                </p14:cNvPr>
                <p14:cNvContentPartPr/>
                <p14:nvPr/>
              </p14:nvContentPartPr>
              <p14:xfrm>
                <a:off x="-423450" y="2854542"/>
                <a:ext cx="1084680" cy="7524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E6B597F-B47A-A3A2-32D7-4D9F51E5E1D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-432450" y="2845902"/>
                  <a:ext cx="110232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7968605-C800-3995-E672-97E9AE8B3471}"/>
                    </a:ext>
                  </a:extLst>
                </p14:cNvPr>
                <p14:cNvContentPartPr/>
                <p14:nvPr/>
              </p14:nvContentPartPr>
              <p14:xfrm>
                <a:off x="69750" y="2940222"/>
                <a:ext cx="45000" cy="6127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7968605-C800-3995-E672-97E9AE8B347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0750" y="2931222"/>
                  <a:ext cx="6264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3E07B34-2A8F-90B8-C371-B752106FAA32}"/>
                    </a:ext>
                  </a:extLst>
                </p14:cNvPr>
                <p14:cNvContentPartPr/>
                <p14:nvPr/>
              </p14:nvContentPartPr>
              <p14:xfrm>
                <a:off x="268830" y="2918982"/>
                <a:ext cx="44280" cy="6145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3E07B34-2A8F-90B8-C371-B752106FAA3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60190" y="2910342"/>
                  <a:ext cx="6192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A8BE82C-E44A-D5B9-5D9F-3F6A08D9D75A}"/>
                    </a:ext>
                  </a:extLst>
                </p14:cNvPr>
                <p14:cNvContentPartPr/>
                <p14:nvPr/>
              </p14:nvContentPartPr>
              <p14:xfrm>
                <a:off x="-339570" y="2978742"/>
                <a:ext cx="922680" cy="972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A8BE82C-E44A-D5B9-5D9F-3F6A08D9D75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-348210" y="2970102"/>
                  <a:ext cx="940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16BA892-E3A0-3FD2-909C-36C3D22BCCC9}"/>
                    </a:ext>
                  </a:extLst>
                </p14:cNvPr>
                <p14:cNvContentPartPr/>
                <p14:nvPr/>
              </p14:nvContentPartPr>
              <p14:xfrm>
                <a:off x="-332730" y="3124182"/>
                <a:ext cx="947520" cy="788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16BA892-E3A0-3FD2-909C-36C3D22BCCC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-341730" y="3115542"/>
                  <a:ext cx="965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8BEB51E-D8A0-B1A9-C8D3-C80E89C0D769}"/>
                    </a:ext>
                  </a:extLst>
                </p14:cNvPr>
                <p14:cNvContentPartPr/>
                <p14:nvPr/>
              </p14:nvContentPartPr>
              <p14:xfrm>
                <a:off x="-366930" y="3280782"/>
                <a:ext cx="1000800" cy="103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8BEB51E-D8A0-B1A9-C8D3-C80E89C0D76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-375570" y="3271782"/>
                  <a:ext cx="1018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6CA9AEA-9FE3-3CD9-3ABF-8341AE411EEF}"/>
                    </a:ext>
                  </a:extLst>
                </p14:cNvPr>
                <p14:cNvContentPartPr/>
                <p14:nvPr/>
              </p14:nvContentPartPr>
              <p14:xfrm>
                <a:off x="-38610" y="2714142"/>
                <a:ext cx="86400" cy="126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6CA9AEA-9FE3-3CD9-3ABF-8341AE411EE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-47250" y="2705502"/>
                  <a:ext cx="104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A27D414-0D5D-50C7-C427-827BF34518A3}"/>
                    </a:ext>
                  </a:extLst>
                </p14:cNvPr>
                <p14:cNvContentPartPr/>
                <p14:nvPr/>
              </p14:nvContentPartPr>
              <p14:xfrm>
                <a:off x="117990" y="2733222"/>
                <a:ext cx="51480" cy="795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A27D414-0D5D-50C7-C427-827BF34518A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9350" y="2724222"/>
                  <a:ext cx="69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07DC686-0A3E-8177-2B52-C5A9BE5DC134}"/>
                    </a:ext>
                  </a:extLst>
                </p14:cNvPr>
                <p14:cNvContentPartPr/>
                <p14:nvPr/>
              </p14:nvContentPartPr>
              <p14:xfrm>
                <a:off x="189990" y="2752302"/>
                <a:ext cx="35280" cy="56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07DC686-0A3E-8177-2B52-C5A9BE5DC13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81350" y="2743302"/>
                  <a:ext cx="52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9F14BB1-44C6-4C90-32E1-6CA072687B46}"/>
                    </a:ext>
                  </a:extLst>
                </p14:cNvPr>
                <p14:cNvContentPartPr/>
                <p14:nvPr/>
              </p14:nvContentPartPr>
              <p14:xfrm>
                <a:off x="232470" y="2733582"/>
                <a:ext cx="41400" cy="98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9F14BB1-44C6-4C90-32E1-6CA072687B4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23830" y="2724942"/>
                  <a:ext cx="59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565F2BE-262E-861F-7554-00A1F8F497B1}"/>
                    </a:ext>
                  </a:extLst>
                </p14:cNvPr>
                <p14:cNvContentPartPr/>
                <p14:nvPr/>
              </p14:nvContentPartPr>
              <p14:xfrm>
                <a:off x="292950" y="2689302"/>
                <a:ext cx="32040" cy="1076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565F2BE-262E-861F-7554-00A1F8F497B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84310" y="2680302"/>
                  <a:ext cx="49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15F481F-9DFC-6839-11AA-DB9F2ED647F4}"/>
                    </a:ext>
                  </a:extLst>
                </p14:cNvPr>
                <p14:cNvContentPartPr/>
                <p14:nvPr/>
              </p14:nvContentPartPr>
              <p14:xfrm>
                <a:off x="300870" y="2726022"/>
                <a:ext cx="48960" cy="223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15F481F-9DFC-6839-11AA-DB9F2ED647F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91870" y="2717382"/>
                  <a:ext cx="66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405FD0C-4C99-6059-5CBE-66962241B3ED}"/>
                    </a:ext>
                  </a:extLst>
                </p14:cNvPr>
                <p14:cNvContentPartPr/>
                <p14:nvPr/>
              </p14:nvContentPartPr>
              <p14:xfrm>
                <a:off x="420390" y="2657982"/>
                <a:ext cx="50400" cy="134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405FD0C-4C99-6059-5CBE-66962241B3E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11390" y="2648982"/>
                  <a:ext cx="68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DAFCD8F-478D-B028-99A9-873ADF01A6E3}"/>
                    </a:ext>
                  </a:extLst>
                </p14:cNvPr>
                <p14:cNvContentPartPr/>
                <p14:nvPr/>
              </p14:nvContentPartPr>
              <p14:xfrm>
                <a:off x="498510" y="2728902"/>
                <a:ext cx="52920" cy="644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DAFCD8F-478D-B028-99A9-873ADF01A6E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89870" y="2719902"/>
                  <a:ext cx="70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5CBCD68-52C4-D165-6079-F53B27A7B245}"/>
                    </a:ext>
                  </a:extLst>
                </p14:cNvPr>
                <p14:cNvContentPartPr/>
                <p14:nvPr/>
              </p14:nvContentPartPr>
              <p14:xfrm>
                <a:off x="556830" y="2663742"/>
                <a:ext cx="17280" cy="1270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5CBCD68-52C4-D165-6079-F53B27A7B24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48190" y="2654742"/>
                  <a:ext cx="34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B551625-CCF0-FCDB-CE1A-765C7133FB32}"/>
                    </a:ext>
                  </a:extLst>
                </p14:cNvPr>
                <p14:cNvContentPartPr/>
                <p14:nvPr/>
              </p14:nvContentPartPr>
              <p14:xfrm>
                <a:off x="567270" y="2704062"/>
                <a:ext cx="91440" cy="583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B551625-CCF0-FCDB-CE1A-765C7133FB3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58270" y="2695062"/>
                  <a:ext cx="1090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9770CA6-46E9-799A-A697-76B3042E0A0A}"/>
                    </a:ext>
                  </a:extLst>
                </p14:cNvPr>
                <p14:cNvContentPartPr/>
                <p14:nvPr/>
              </p14:nvContentPartPr>
              <p14:xfrm>
                <a:off x="605430" y="2727822"/>
                <a:ext cx="50400" cy="799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9770CA6-46E9-799A-A697-76B3042E0A0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96790" y="2718822"/>
                  <a:ext cx="68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75BD2E4-A8D5-E8DD-D367-9FBA752A1302}"/>
                    </a:ext>
                  </a:extLst>
                </p14:cNvPr>
                <p14:cNvContentPartPr/>
                <p14:nvPr/>
              </p14:nvContentPartPr>
              <p14:xfrm>
                <a:off x="464310" y="2693622"/>
                <a:ext cx="190800" cy="1180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75BD2E4-A8D5-E8DD-D367-9FBA752A130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55310" y="2684982"/>
                  <a:ext cx="208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4C52B40-5855-DE66-9559-20DF4D51F431}"/>
                    </a:ext>
                  </a:extLst>
                </p14:cNvPr>
                <p14:cNvContentPartPr/>
                <p14:nvPr/>
              </p14:nvContentPartPr>
              <p14:xfrm>
                <a:off x="-10170" y="2270982"/>
                <a:ext cx="51480" cy="183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4C52B40-5855-DE66-9559-20DF4D51F43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-18810" y="2262342"/>
                  <a:ext cx="69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CABA2C9-8E91-4DF7-FF1C-5822F8715B27}"/>
                    </a:ext>
                  </a:extLst>
                </p14:cNvPr>
                <p14:cNvContentPartPr/>
                <p14:nvPr/>
              </p14:nvContentPartPr>
              <p14:xfrm>
                <a:off x="52830" y="2361702"/>
                <a:ext cx="64800" cy="70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CABA2C9-8E91-4DF7-FF1C-5822F8715B2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3830" y="2353062"/>
                  <a:ext cx="824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2153414-59E0-60C7-800D-509D3B79C2D5}"/>
                    </a:ext>
                  </a:extLst>
                </p14:cNvPr>
                <p14:cNvContentPartPr/>
                <p14:nvPr/>
              </p14:nvContentPartPr>
              <p14:xfrm>
                <a:off x="131310" y="2229942"/>
                <a:ext cx="166320" cy="2142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2153414-59E0-60C7-800D-509D3B79C2D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22310" y="2220942"/>
                  <a:ext cx="183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2AA43CA-EC48-69CD-F165-324087E49B18}"/>
                    </a:ext>
                  </a:extLst>
                </p14:cNvPr>
                <p14:cNvContentPartPr/>
                <p14:nvPr/>
              </p14:nvContentPartPr>
              <p14:xfrm>
                <a:off x="285030" y="2302662"/>
                <a:ext cx="81360" cy="345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2AA43CA-EC48-69CD-F165-324087E49B1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76030" y="2294022"/>
                  <a:ext cx="99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EA0D0A1-1470-FD9D-9CD3-B4764916AE08}"/>
                    </a:ext>
                  </a:extLst>
                </p14:cNvPr>
                <p14:cNvContentPartPr/>
                <p14:nvPr/>
              </p14:nvContentPartPr>
              <p14:xfrm>
                <a:off x="20070" y="1844022"/>
                <a:ext cx="34200" cy="3531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EA0D0A1-1470-FD9D-9CD3-B4764916AE0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430" y="1835382"/>
                  <a:ext cx="51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9C00051-AC61-2A39-6882-CE0578D11871}"/>
                    </a:ext>
                  </a:extLst>
                </p14:cNvPr>
                <p14:cNvContentPartPr/>
                <p14:nvPr/>
              </p14:nvContentPartPr>
              <p14:xfrm>
                <a:off x="-43290" y="2130582"/>
                <a:ext cx="122040" cy="932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9C00051-AC61-2A39-6882-CE0578D1187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-51930" y="2121582"/>
                  <a:ext cx="139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FC20A34-35D3-A82D-695F-3EEAC3B61754}"/>
                    </a:ext>
                  </a:extLst>
                </p14:cNvPr>
                <p14:cNvContentPartPr/>
                <p14:nvPr/>
              </p14:nvContentPartPr>
              <p14:xfrm>
                <a:off x="295830" y="1805142"/>
                <a:ext cx="7317360" cy="12160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FC20A34-35D3-A82D-695F-3EEAC3B6175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86830" y="1796142"/>
                  <a:ext cx="7335000" cy="12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37C9449-2FB6-9D5D-520D-E1DC665478DD}"/>
                    </a:ext>
                  </a:extLst>
                </p14:cNvPr>
                <p14:cNvContentPartPr/>
                <p14:nvPr/>
              </p14:nvContentPartPr>
              <p14:xfrm>
                <a:off x="6749550" y="2422542"/>
                <a:ext cx="1474560" cy="6091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37C9449-2FB6-9D5D-520D-E1DC665478D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740550" y="2413902"/>
                  <a:ext cx="1492200" cy="62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180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4FCF-43E1-961B-AF74-A46FD8CC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06C14-6F7A-F1D4-B421-FE1461DD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5250F-229D-D126-E4CC-0ADC2A67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90734A-A02A-1C95-3EED-C64AFA5A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US" sz="2400" dirty="0"/>
              <a:t>Why Use Cloud Functions in SAP Build Apps?</a:t>
            </a:r>
            <a:endParaRPr lang="en-IN" sz="3600" dirty="0">
              <a:latin typeface="Cooper Black" panose="0208090404030B0204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3E0B81-603B-91F7-D0DE-3C1904E11FD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971550"/>
          <a:ext cx="6792516" cy="365323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396258">
                  <a:extLst>
                    <a:ext uri="{9D8B030D-6E8A-4147-A177-3AD203B41FA5}">
                      <a16:colId xmlns:a16="http://schemas.microsoft.com/office/drawing/2014/main" val="248604668"/>
                    </a:ext>
                  </a:extLst>
                </a:gridCol>
                <a:gridCol w="3396258">
                  <a:extLst>
                    <a:ext uri="{9D8B030D-6E8A-4147-A177-3AD203B41FA5}">
                      <a16:colId xmlns:a16="http://schemas.microsoft.com/office/drawing/2014/main" val="3504349648"/>
                    </a:ext>
                  </a:extLst>
                </a:gridCol>
              </a:tblGrid>
              <a:tr h="301890">
                <a:tc>
                  <a:txBody>
                    <a:bodyPr/>
                    <a:lstStyle/>
                    <a:p>
                      <a:r>
                        <a:rPr lang="en-IN" sz="1500" dirty="0"/>
                        <a:t>Purpose</a:t>
                      </a:r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Why It's Useful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3143588995"/>
                  </a:ext>
                </a:extLst>
              </a:tr>
              <a:tr h="754724">
                <a:tc>
                  <a:txBody>
                    <a:bodyPr/>
                    <a:lstStyle/>
                    <a:p>
                      <a:r>
                        <a:rPr lang="en-IN" sz="1500" b="1"/>
                        <a:t>Custom Business Logic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Write backend code that can't be done in visual tools (e.g. complex calculations, data transformation).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2993724469"/>
                  </a:ext>
                </a:extLst>
              </a:tr>
              <a:tr h="528307">
                <a:tc>
                  <a:txBody>
                    <a:bodyPr/>
                    <a:lstStyle/>
                    <a:p>
                      <a:r>
                        <a:rPr lang="en-IN" sz="1500" b="1"/>
                        <a:t>Serverless &amp; Scalable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You don’t manage infrastructure. It scales automatically based on usage.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889013067"/>
                  </a:ext>
                </a:extLst>
              </a:tr>
              <a:tr h="754724">
                <a:tc>
                  <a:txBody>
                    <a:bodyPr/>
                    <a:lstStyle/>
                    <a:p>
                      <a:r>
                        <a:rPr lang="en-IN" sz="1500" b="1"/>
                        <a:t>Integration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Connect SAP Build Apps with SAP services (S/4HANA, SuccessFactors, etc.) or third-party APIs.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327631786"/>
                  </a:ext>
                </a:extLst>
              </a:tr>
              <a:tr h="528307">
                <a:tc>
                  <a:txBody>
                    <a:bodyPr/>
                    <a:lstStyle/>
                    <a:p>
                      <a:r>
                        <a:rPr lang="en-IN" sz="1500" b="1"/>
                        <a:t>Event-Driven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React to business events (like new sales orders) using Event Mesh or Kyma.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844880145"/>
                  </a:ext>
                </a:extLst>
              </a:tr>
              <a:tr h="754724">
                <a:tc>
                  <a:txBody>
                    <a:bodyPr/>
                    <a:lstStyle/>
                    <a:p>
                      <a:r>
                        <a:rPr lang="en-IN" sz="1500" b="1"/>
                        <a:t>Security</a:t>
                      </a:r>
                      <a:endParaRPr lang="en-IN" sz="1500"/>
                    </a:p>
                  </a:txBody>
                  <a:tcPr marL="75472" marR="75472" marT="37736" marB="37736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Functions run in a secure SAP BTP environment, often integrated with SAP Identity services.</a:t>
                      </a:r>
                    </a:p>
                  </a:txBody>
                  <a:tcPr marL="75472" marR="75472" marT="37736" marB="37736" anchor="ctr"/>
                </a:tc>
                <a:extLst>
                  <a:ext uri="{0D108BD9-81ED-4DB2-BD59-A6C34878D82A}">
                    <a16:rowId xmlns:a16="http://schemas.microsoft.com/office/drawing/2014/main" val="3107097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81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8D8C-6325-97C6-EF85-E4D7708C4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73EE7-1DBA-DA05-A4E9-2D9081D1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022D9-EB87-3238-01DE-F8F05E45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725F95-9CA3-974D-6009-D2C73393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JS Flow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D8D61F-BEDF-F7C7-D43D-4C0F6DDD5E80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In SAP Build Apps, the JavaScript (JS) flow function is used to execute custom JavaScript code as part of your app’s logic. It’s a powerful tool for cases where built-in flow functions or visual logic alone are not enough to achieve the desired functionality.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Main Uses of the JS Flow Function: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b="0" i="0" dirty="0">
              <a:effectLst/>
            </a:endParaRP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1.	</a:t>
            </a:r>
            <a:r>
              <a:rPr lang="en-US" sz="1400" b="1" i="0" dirty="0">
                <a:effectLst/>
              </a:rPr>
              <a:t>Custom Calculations or Logic: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Perform operations that require complex math, string manipulation, or conditional logic not available in standard flow functions.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2.	</a:t>
            </a:r>
            <a:r>
              <a:rPr lang="en-US" sz="1400" b="1" i="0" dirty="0">
                <a:effectLst/>
              </a:rPr>
              <a:t>Data Transformation: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Transform data formats (e.g., converting arrays to objects, filtering lists, formatting dates) before displaying them or sending to a backend.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3.	</a:t>
            </a:r>
            <a:r>
              <a:rPr lang="en-US" sz="1400" b="1" i="0" dirty="0">
                <a:effectLst/>
              </a:rPr>
              <a:t>Reusable Logic: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Centralize and reuse logic across different parts of the app, especially if multiple components need similar processing.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4.	</a:t>
            </a:r>
            <a:r>
              <a:rPr lang="en-US" sz="1400" b="1" i="0" dirty="0">
                <a:effectLst/>
              </a:rPr>
              <a:t>Workarounds or Extensions:</a:t>
            </a:r>
          </a:p>
          <a:p>
            <a:pPr>
              <a:spcBef>
                <a:spcPct val="20000"/>
              </a:spcBef>
            </a:pPr>
            <a:r>
              <a:rPr lang="en-US" sz="1400" b="0" i="0" dirty="0">
                <a:effectLst/>
              </a:rPr>
              <a:t>o	Fill functionality gaps in SAP Build Apps by writing custom logic when something isn’t natively supported yet.</a:t>
            </a:r>
          </a:p>
        </p:txBody>
      </p:sp>
    </p:spTree>
    <p:extLst>
      <p:ext uri="{BB962C8B-B14F-4D97-AF65-F5344CB8AC3E}">
        <p14:creationId xmlns:p14="http://schemas.microsoft.com/office/powerpoint/2010/main" val="81309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737C-7A10-CC20-688C-9AA632EA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E0FF1-306B-F2A4-7D36-D74D16C5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12B9-59B1-5397-2A7C-DE462AAD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56354B-8B77-9DBA-FD26-1DFE445A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Some Rules of using JS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E73B3-F70F-7B31-9BD6-ED180CD1C30B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The function must always return an object: return { ... }.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You define input parameters and output values via the function settings.</a:t>
            </a:r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•	It runs synchronously and should not use async or await (use REST API flows for async calls).</a:t>
            </a:r>
          </a:p>
        </p:txBody>
      </p:sp>
    </p:spTree>
    <p:extLst>
      <p:ext uri="{BB962C8B-B14F-4D97-AF65-F5344CB8AC3E}">
        <p14:creationId xmlns:p14="http://schemas.microsoft.com/office/powerpoint/2010/main" val="181485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5D2C93-0120-CCFC-9609-5065A85D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B24C2-E0A7-CEBF-F7A8-38300185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26B177-165E-9165-72C4-FD0C520A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080056-AF3B-2DD1-1233-CD37BCC6426B}"/>
                  </a:ext>
                </a:extLst>
              </p14:cNvPr>
              <p14:cNvContentPartPr/>
              <p14:nvPr/>
            </p14:nvContentPartPr>
            <p14:xfrm>
              <a:off x="1315357" y="-1465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080056-AF3B-2DD1-1233-CD37BCC642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6357" y="-2365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087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4355976" y="21622"/>
            <a:ext cx="4168026" cy="4101362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" y="10551"/>
            <a:ext cx="5088657" cy="4690760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4550245" y="735546"/>
            <a:ext cx="3973757" cy="2082201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4981951" y="1042138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3000" b="1" dirty="0">
                <a:solidFill>
                  <a:srgbClr val="75C042"/>
                </a:solidFill>
              </a:rPr>
              <a:t>What We </a:t>
            </a:r>
            <a:r>
              <a:rPr lang="en-IN" sz="3000" b="1" dirty="0">
                <a:solidFill>
                  <a:srgbClr val="55E96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4981951" y="1610639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4999393" y="2370854"/>
            <a:ext cx="463016" cy="82493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1190" y="0"/>
            <a:ext cx="1494765" cy="736929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 defTabSz="685800">
              <a:buClr>
                <a:srgbClr val="000000"/>
              </a:buClr>
              <a:defRPr/>
            </a:pPr>
            <a:endParaRPr sz="1350" kern="0">
              <a:solidFill>
                <a:srgbClr val="75C0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3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946764" y="2580648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500" b="1" dirty="0">
                <a:solidFill>
                  <a:srgbClr val="75C042"/>
                </a:solidFill>
              </a:rPr>
              <a:t>Thank</a:t>
            </a:r>
            <a:r>
              <a:rPr lang="en-IN" sz="4500" b="1" dirty="0">
                <a:solidFill>
                  <a:schemeClr val="accent1"/>
                </a:solidFill>
              </a:rPr>
              <a:t> </a:t>
            </a:r>
            <a:r>
              <a:rPr lang="en-IN" sz="4500" b="1" dirty="0">
                <a:solidFill>
                  <a:srgbClr val="75C042"/>
                </a:solidFill>
              </a:rPr>
              <a:t>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946764" y="3435846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b="1" dirty="0">
                <a:solidFill>
                  <a:srgbClr val="75C042"/>
                </a:solidFill>
              </a:rPr>
              <a:t>End of </a:t>
            </a:r>
            <a:r>
              <a:rPr lang="en-US" sz="4050" b="1" kern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28</a:t>
            </a:r>
            <a:endParaRPr lang="en-US" sz="405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946763" y="4247149"/>
            <a:ext cx="983696" cy="278476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976712" y="1704281"/>
            <a:ext cx="3973328" cy="739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296953" y="-1026843"/>
            <a:ext cx="3143465" cy="2053685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5156848" y="1159118"/>
            <a:ext cx="3538845" cy="4433079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3207527" y="3117933"/>
            <a:ext cx="7398364" cy="354149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2273307" y="1754585"/>
            <a:ext cx="6869499" cy="3388245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1" y="670"/>
            <a:ext cx="9141619" cy="36575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" y="670"/>
            <a:ext cx="9139239" cy="3657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572" y="-7047"/>
            <a:ext cx="9138048" cy="3665216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264117" y="4494008"/>
            <a:ext cx="2665023" cy="507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457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685457">
              <a:defRPr/>
            </a:pPr>
            <a:r>
              <a:rPr lang="en-US" sz="134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134855" y="2194523"/>
            <a:ext cx="242208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IN" sz="900" spc="38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900" spc="38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9174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1200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30,000+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3372763" y="233362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8537" y="1709881"/>
            <a:ext cx="480044" cy="480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339" y="1704574"/>
            <a:ext cx="503946" cy="50394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75582" y="519175"/>
            <a:ext cx="4928219" cy="876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#FutureReady 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264118" y="3748874"/>
            <a:ext cx="2925418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>
              <a:defRPr/>
            </a:pPr>
            <a:r>
              <a:rPr lang="en-US" sz="1499" b="1" spc="75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685595">
              <a:defRPr/>
            </a:pPr>
            <a:r>
              <a:rPr lang="en-US" sz="12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80" y="1646020"/>
            <a:ext cx="638899" cy="638899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4889390" y="2526841"/>
            <a:ext cx="4208388" cy="2535645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3370618" y="4181066"/>
            <a:ext cx="1647176" cy="410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3300992" y="4117750"/>
            <a:ext cx="1647176" cy="4105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3603418" y="4192723"/>
            <a:ext cx="1146468" cy="299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595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34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869" y="333098"/>
            <a:ext cx="1742621" cy="172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3016</TotalTime>
  <Words>526</Words>
  <Application>Microsoft Office PowerPoint</Application>
  <PresentationFormat>On-screen Show (16:9)</PresentationFormat>
  <Paragraphs>75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Cooper Black</vt:lpstr>
      <vt:lpstr>Segoe UI</vt:lpstr>
      <vt:lpstr>Segoe UI Light</vt:lpstr>
      <vt:lpstr>Office Theme</vt:lpstr>
      <vt:lpstr>SAP Build Training for Corporate Professionals</vt:lpstr>
      <vt:lpstr>PowerPoint Presentation</vt:lpstr>
      <vt:lpstr>Agenda</vt:lpstr>
      <vt:lpstr>PowerPoint Presentation</vt:lpstr>
      <vt:lpstr>Why Use Cloud Functions in SAP Build Apps?</vt:lpstr>
      <vt:lpstr>JS Flow Functions</vt:lpstr>
      <vt:lpstr>Some Rules of using JS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Anubhav Oberoy</cp:lastModifiedBy>
  <cp:revision>168</cp:revision>
  <dcterms:created xsi:type="dcterms:W3CDTF">2013-12-05T19:37:13Z</dcterms:created>
  <dcterms:modified xsi:type="dcterms:W3CDTF">2025-08-24T14:33:19Z</dcterms:modified>
</cp:coreProperties>
</file>