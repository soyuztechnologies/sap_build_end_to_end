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494" r:id="rId3"/>
    <p:sldId id="265" r:id="rId4"/>
    <p:sldId id="538" r:id="rId5"/>
    <p:sldId id="519" r:id="rId6"/>
    <p:sldId id="520" r:id="rId7"/>
    <p:sldId id="521" r:id="rId8"/>
    <p:sldId id="522" r:id="rId9"/>
    <p:sldId id="523" r:id="rId10"/>
    <p:sldId id="524" r:id="rId11"/>
    <p:sldId id="526" r:id="rId12"/>
    <p:sldId id="537" r:id="rId13"/>
    <p:sldId id="495" r:id="rId14"/>
    <p:sldId id="496" r:id="rId15"/>
    <p:sldId id="497" r:id="rId16"/>
  </p:sldIdLst>
  <p:sldSz cx="9144000" cy="5143500" type="screen16x9"/>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E6753"/>
    <a:srgbClr val="1B4134"/>
    <a:srgbClr val="FFFFFF"/>
    <a:srgbClr val="222222"/>
    <a:srgbClr val="76B8B5"/>
    <a:srgbClr val="90B6DD"/>
    <a:srgbClr val="057CFF"/>
    <a:srgbClr val="4649D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55" autoAdjust="0"/>
    <p:restoredTop sz="96236" autoAdjust="0"/>
  </p:normalViewPr>
  <p:slideViewPr>
    <p:cSldViewPr>
      <p:cViewPr varScale="1">
        <p:scale>
          <a:sx n="130" d="100"/>
          <a:sy n="130" d="100"/>
        </p:scale>
        <p:origin x="736" y="300"/>
      </p:cViewPr>
      <p:guideLst>
        <p:guide orient="horz" pos="1620"/>
        <p:guide pos="2880"/>
      </p:guideLst>
    </p:cSldViewPr>
  </p:slideViewPr>
  <p:notesTextViewPr>
    <p:cViewPr>
      <p:scale>
        <a:sx n="100" d="100"/>
        <a:sy n="100" d="100"/>
      </p:scale>
      <p:origin x="0" y="0"/>
    </p:cViewPr>
  </p:notesTextViewPr>
  <p:notesViewPr>
    <p:cSldViewPr>
      <p:cViewPr varScale="1">
        <p:scale>
          <a:sx n="67" d="100"/>
          <a:sy n="67" d="100"/>
        </p:scale>
        <p:origin x="-318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74CD1819-8EAB-4094-BBB1-E11C3AABA846}" type="datetimeFigureOut">
              <a:rPr lang="en-US" smtClean="0"/>
              <a:t>8/14/2025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EA62D1B-AC76-4092-A22E-9E6DF2EB6902}" type="slidenum">
              <a:rPr lang="en-US" smtClean="0"/>
              <a:t>‹#›</a:t>
            </a:fld>
            <a:endParaRPr lang="en-US"/>
          </a:p>
        </p:txBody>
      </p:sp>
    </p:spTree>
    <p:extLst>
      <p:ext uri="{BB962C8B-B14F-4D97-AF65-F5344CB8AC3E}">
        <p14:creationId xmlns:p14="http://schemas.microsoft.com/office/powerpoint/2010/main" val="851534368"/>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3:39:48.605"/>
    </inkml:context>
    <inkml:brush xml:id="br0">
      <inkml:brushProperty name="width" value="0.05" units="cm"/>
      <inkml:brushProperty name="height" value="0.05" units="cm"/>
    </inkml:brush>
  </inkml:definitions>
  <inkml:trace contextRef="#ctx0" brushRef="#br0">0 0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1:55.031"/>
    </inkml:context>
    <inkml:brush xml:id="br0">
      <inkml:brushProperty name="width" value="0.05" units="cm"/>
      <inkml:brushProperty name="height" value="0.05" units="cm"/>
    </inkml:brush>
  </inkml:definitions>
  <inkml:trace contextRef="#ctx0" brushRef="#br0">0 0 24529,'0'6093'0,"4822"-6093"0,-4822-6093 0,-4822 6093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36.172"/>
    </inkml:context>
    <inkml:brush xml:id="br0">
      <inkml:brushProperty name="width" value="0.05" units="cm"/>
      <inkml:brushProperty name="height" value="0.05" units="cm"/>
    </inkml:brush>
  </inkml:definitions>
  <inkml:trace contextRef="#ctx0" brushRef="#br0">709 74 24575,'-1'-1'0,"1"0"0,0 0 0,0 1 0,-1-1 0,1 0 0,0 0 0,-1 1 0,1-1 0,-1 0 0,1 1 0,-1-1 0,1 1 0,-1-1 0,1 1 0,-1-1 0,1 1 0,-1-1 0,0 1 0,1-1 0,-1 1 0,0 0 0,0-1 0,-20-7 0,16 6 0,-20-6 0,-1 1 0,0 1 0,0 2 0,0 0 0,0 2 0,-1 0 0,-35 4 0,41 0 0,1 0 0,0 1 0,-1 2 0,1 0 0,1 1 0,-1 1 0,1 0 0,0 2 0,-34 21 0,37-18 0,1 1 0,0 1 0,1 0 0,0 1 0,1 1 0,1 0 0,1 0 0,0 1 0,1 0 0,1 1 0,1 1 0,0-1 0,1 1 0,1 0 0,-4 24 0,5-15 0,0 0 0,2 1 0,1 0 0,2 0 0,1 0 0,1 0 0,1-1 0,1 1 0,17 54 0,-16-67 0,1 0 0,0 0 0,1-1 0,1 0 0,1-1 0,0 0 0,0 0 0,2-1 0,0 0 0,0-1 0,1 0 0,0 0 0,1-2 0,1 0 0,-1 0 0,1-1 0,1-1 0,0 0 0,0-1 0,1-1 0,0 0 0,0-1 0,20 4 0,-7-5 0,0 0 0,-1-2 0,1-1 0,0-1 0,0-2 0,0-1 0,0-1 0,-1-1 0,0-2 0,0 0 0,38-17 0,-47 15 0,0 0 0,0-1 0,-1 0 0,-1-2 0,0 0 0,-1-1 0,0-1 0,-1 0 0,0-1 0,-1-1 0,-1 0 0,0-1 0,-2 0 0,0-1 0,-1 0 0,13-30 0,-12 16 0,-1-1 0,-2 0 0,-1 0 0,-2-1 0,-1 0 0,-1 0 0,-2 0 0,-2 0 0,-1-1 0,-1 1 0,-2 1 0,-17-60 0,19 83 0,-1-1 0,0 1 0,-1 0 0,0 0 0,-1 1 0,0-1 0,-1 1 0,0 1 0,0-1 0,-1 1 0,0 0 0,-9-7 0,6 8 0,0 0 0,0 1 0,0 0 0,-1 1 0,0 0 0,0 1 0,0 0 0,-1 1 0,1 1 0,-16-2 0,-23-1-455,0 3 0,-67 6 0,70 0-6371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14.168"/>
    </inkml:context>
    <inkml:brush xml:id="br0">
      <inkml:brushProperty name="width" value="0.05" units="cm"/>
      <inkml:brushProperty name="height" value="0.05" units="cm"/>
    </inkml:brush>
  </inkml:definitions>
  <inkml:trace contextRef="#ctx0" brushRef="#br0">501 140 24575,'0'-3'0,"0"0"0,0 0 0,0 0 0,-1-1 0,0 1 0,0 0 0,1 0 0,-2 0 0,1 0 0,0 0 0,-1 0 0,1 0 0,-1 1 0,0-1 0,0 0 0,0 1 0,-3-3 0,1 2 0,0-1 0,0 1 0,0 0 0,-1 1 0,0-1 0,1 1 0,-1 0 0,0 0 0,-10-2 0,6 2 0,0 0 0,0 1 0,0 0 0,-1 1 0,1 0 0,0 0 0,0 1 0,-1 0 0,1 1 0,0 0 0,-16 6 0,13-2 0,1 1 0,-1 0 0,1 1 0,1 0 0,-1 0 0,1 1 0,1 1 0,-16 19 0,6-4 0,1 2 0,-22 44 0,20-31 0,3 1 0,1 0 0,2 1 0,-14 71 0,23-81 0,1-1 0,1 1 0,1 1 0,2-1 0,2 0 0,1 0 0,7 35 0,-7-53 0,1 0 0,0-1 0,1 1 0,1-1 0,0 0 0,0 0 0,1-1 0,1 0 0,0 0 0,1-1 0,0 0 0,1 0 0,0-1 0,1-1 0,0 0 0,0 0 0,1-1 0,0 0 0,0-1 0,1 0 0,0-1 0,0-1 0,0 0 0,1-1 0,0 0 0,0-1 0,22 2 0,-15-3 0,1-1 0,-1-1 0,0 0 0,1-2 0,-1-1 0,0 0 0,0-2 0,0 0 0,-1-2 0,0 0 0,0-1 0,-1-1 0,0 0 0,29-21 0,-27 15 0,0-2 0,-2 0 0,1-2 0,-2 0 0,-1-1 0,0 0 0,-2-2 0,0 0 0,-1-1 0,-2 0 0,15-36 0,-16 29 0,-1-1 0,-1 0 0,-2-1 0,-1 0 0,-1 0 0,-2 0 0,-1 0 0,-2-1 0,-1 1 0,-8-50 0,5 63 0,-1 0 0,0 0 0,-1 0 0,-1 1 0,-1 0 0,-1 0 0,0 1 0,-13-17 0,12 21 0,0 1 0,-1 0 0,0 1 0,0 0 0,-2 1 0,1 0 0,-1 1 0,0 1 0,-1 0 0,-28-12 0,19 11-682,-48-11-1,-20 5-6143</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39.016"/>
    </inkml:context>
    <inkml:brush xml:id="br0">
      <inkml:brushProperty name="width" value="0.05" units="cm"/>
      <inkml:brushProperty name="height" value="0.05" units="cm"/>
      <inkml:brushProperty name="color" value="#F6630D"/>
    </inkml:brush>
  </inkml:definitions>
  <inkml:trace contextRef="#ctx0" brushRef="#br0">396 136 24575,'1'-1'0,"-1"0"0,0 0 0,0 0 0,1 0 0,-1 0 0,1 0 0,-1 0 0,1 0 0,-1 0 0,1 0 0,0 0 0,-1 1 0,1-1 0,0 0 0,0 0 0,0 1 0,-1-1 0,1 0 0,0 1 0,0-1 0,2 0 0,10-11 0,-13 12 0,0 0 0,0-1 0,0 1 0,0 0 0,0 0 0,0 0 0,0-1 0,0 1 0,0 0 0,0 0 0,0-1 0,0 1 0,0 0 0,0 0 0,0 0 0,0-1 0,0 1 0,0 0 0,0 0 0,0 0 0,0-1 0,0 1 0,0 0 0,-1 0 0,1 0 0,0-1 0,0 1 0,0 0 0,0 0 0,0 0 0,-1 0 0,1 0 0,0-1 0,0 1 0,0 0 0,-1 0 0,1 0 0,0 0 0,-13-3 0,-12 4 0,-1 4 0,1 0 0,0 2 0,0 1 0,0 0 0,1 2 0,0 1 0,1 1 0,0 1 0,1 1 0,-35 29 0,49-35 0,0 0 0,0 1 0,1 1 0,1-1 0,-1 1 0,1 0 0,1 0 0,0 1 0,1 0 0,0-1 0,0 2 0,1-1 0,1 0 0,-3 21 0,3 10 0,1 0 0,9 76 0,0-17 0,-8 8 0,-1-53 0,10 97 0,-3-94 0,-4-38 0,0 0 0,9 36 0,-9-48 0,1 1 0,0-1 0,1 0 0,0 0 0,0-1 0,1 1 0,0-1 0,1 0 0,-1 0 0,2 0 0,6 6 0,-3-4 0,-1 0 0,0 1 0,-1 0 0,0 0 0,8 16 0,-12-21 0,0-1 0,1 0 0,-1 1 0,1-2 0,0 1 0,0-1 0,1 1 0,-1-1 0,1-1 0,0 1 0,0-1 0,0 0 0,0 0 0,1-1 0,-1 0 0,1 0 0,7 1 0,13 2 0,0-2 0,52 2 0,207-6 0,96 2 0,-127 13 0,-121-9 0,91-2 0,441-26 0,-224 13 0,-208 7 0,-27 2 0,-107-5 0,61-1 0,-40 0 0,13-1 0,-98 9 0,176-1 0,-191-2 0,0-1 0,0-1 0,0 0 0,26-11 0,76-37 0,-109 45 0,-1 0 0,0-1 0,0 0 0,17-15 0,-25 19 0,-1-1 0,1 0 0,-1-1 0,0 1 0,0-1 0,0 1 0,-1-1 0,0 0 0,0-1 0,-1 1 0,1 0 0,1-10 0,19-73 0,7-33 0,-27 104 0,-1 0 0,-1 0 0,0 0 0,-1 0 0,-3-19 0,-4-33 0,4-99 0,0-9 0,0 151 0,-2 0 0,-10-34 0,-2-8 0,15 56 0,-1 1 0,-1-1 0,-8-19 0,10 28 0,0 1 0,1-1 0,-2 1 0,1-1 0,0 1 0,-1 0 0,1 0 0,-1 0 0,0 0 0,0 0 0,0 1 0,0-1 0,-1 1 0,1 0 0,-7-3 0,-61-26 0,43 18 0,-47-16 0,12 15 0,0 3 0,-96-5 0,100 11 0,-564-12 0,444 30 0,109-8 0,-120 4 0,41-10 0,-170 2 0,196 5 0,-60 2 0,14-10 0,-183 4 0,270 4 0,-49 1 0,40 0 0,-2 0 0,72-6 0,1 1 0,-38 8 0,37-5 0,-1-2 0,-31 3 0,-58-8 0,-72 3 0,136 6 0,-78 21 0,93-19 0,19-6-1365,1 0-5461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43.259"/>
    </inkml:context>
    <inkml:brush xml:id="br0">
      <inkml:brushProperty name="width" value="0.05" units="cm"/>
      <inkml:brushProperty name="height" value="0.05" units="cm"/>
      <inkml:brushProperty name="color" value="#F6630D"/>
    </inkml:brush>
  </inkml:definitions>
  <inkml:trace contextRef="#ctx0" brushRef="#br0">176 36 24575,'4'0'0,"1"-1"0,-1 0 0,0 0 0,0 0 0,0 0 0,0-1 0,0 0 0,0 0 0,0 0 0,3-3 0,-3 3 0,0 0 0,0-1 0,0 1 0,0 1 0,0-1 0,0 1 0,0-1 0,8 0 0,-74 41 0,52-30 0,-1 0 0,2 1 0,-1 0 0,1 0 0,1 1 0,0 0 0,0 1 0,1 0 0,1 0 0,0 0 0,1 1 0,-4 13 0,-4 19 0,3 0 0,-6 59 0,-1 4 0,-21 127 0,34-191 0,2 0 0,2 1 0,8 60 0,-3-4 0,-5-72 0,2 0 0,5 32 0,-2-21 0,-3-28 0,-1 0 0,1 0 0,1-1 0,5 15 0,-6-22 0,0 0 0,0 0 0,0-1 0,0 1 0,1-1 0,-1 1 0,1-1 0,0 0 0,0 0 0,0 0 0,0-1 0,1 1 0,-1-1 0,1 0 0,0 0 0,5 3 0,14 4 0,0-1 0,1-2 0,46 9 0,78-1 0,-71-8 0,85 6 0,264-14 0,126-5 0,-331 9 0,730-2 0,-748 7 0,-6 0 0,-187-7 0,68 1 0,1-4 0,96-15 0,1-2 0,-145 18 0,100-21 0,-51 8 0,-66 12 0,0 1 0,0-2 0,0 0 0,0 0 0,-1-1 0,0-1 0,0-1 0,0 1 0,-1-2 0,0 0 0,11-10 0,24-18 0,-23 19 0,24-25 0,-40 35 0,-1-1 0,0-1 0,0 0 0,-1 0 0,0 0 0,8-17 0,0-9 0,-1-1 0,-2 0 0,-1 0 0,9-71 0,-17 90 0,-2 1 0,0 0 0,0 0 0,-2-1 0,0 1 0,0 0 0,-2 0 0,-8-24 0,6 18 0,1 0 0,2 0 0,0 0 0,1 0 0,1 0 0,4-40 0,-2 30 0,-1 0 0,-4-39 0,0 54 0,-1-1 0,0 1 0,-1 0 0,-1 1 0,0-1 0,-2 1 0,-13-20 0,14 26 0,0 0 0,-1 1 0,0-1 0,0 2 0,-1-1 0,0 1 0,-22-12 0,7 6 0,-2 1 0,-37-14 0,38 18 0,-1 2 0,1 1 0,-43-4 0,-85 2 0,76 5 0,-230-8 0,23 4 0,16 1 0,-416 11 0,399-3 0,19 0 0,75 11 0,117-7 0,-75 2 0,-67 1 0,156-6 0,0-3 0,-78-10 0,-128 5 0,152 7 0,-111-2-1365</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56.535"/>
    </inkml:context>
    <inkml:brush xml:id="br0">
      <inkml:brushProperty name="width" value="0.05" units="cm"/>
      <inkml:brushProperty name="height" value="0.05" units="cm"/>
      <inkml:brushProperty name="color" value="#F6630D"/>
    </inkml:brush>
  </inkml:definitions>
  <inkml:trace contextRef="#ctx0" brushRef="#br0">46 24 24575,'1'0'0,"0"-1"0,0 1 0,0-1 0,0 1 0,0-1 0,0 0 0,-1 1 0,1-1 0,0 0 0,0 0 0,0 0 0,-1 0 0,1 0 0,0 0 0,-1 0 0,1 0 0,-1 0 0,1 0 0,0-2 0,-2-3 0,-11 17 0,6-3 0,0 1 0,1 0 0,0 0 0,1 0 0,0 0 0,0 0 0,1 1 0,0 0 0,0 0 0,1 0 0,1 0 0,-1 12 0,2-16 0,-1 0 0,1 0 0,0 0 0,1-1 0,0 1 0,0 0 0,0 0 0,0-1 0,1 1 0,0 0 0,0-1 0,1 0 0,-1 1 0,1-1 0,0 0 0,1-1 0,-1 1 0,1 0 0,0-1 0,0 0 0,0 0 0,9 6 0,-11-9 0,1 1 0,-1-1 0,1 0 0,-1 0 0,1 0 0,0 0 0,-1 0 0,1-1 0,0 1 0,0-1 0,-1 0 0,1 0 0,0 0 0,0 0 0,0 0 0,5-2 0,-4 1 0,1-1 0,-1 0 0,0 0 0,0 0 0,0 0 0,0-1 0,0 1 0,-1-1 0,7-6 0,-4 3 0,-1 0 0,1 0 0,-1-1 0,-1 0 0,1 0 0,-1-1 0,0 1 0,-1-1 0,0 0 0,5-16 0,-7 19 25,0-1-1,-1 1 0,0-1 1,1 0-1,-2 1 1,1-1-1,-1 0 0,0 1 1,0-1-1,0 1 0,-1-1 1,0 1-1,-2-6 1,2 8-120,0-1 0,-1 0 0,1 1 0,-1 0 1,0 0-1,0-1 0,0 2 0,0-1 0,0 0 0,-1 1 1,1-1-1,-1 1 0,1 0 0,-1 0 0,0 1 1,0-1-1,-8-1 0,-2-1-6731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58.520"/>
    </inkml:context>
    <inkml:brush xml:id="br0">
      <inkml:brushProperty name="width" value="0.05" units="cm"/>
      <inkml:brushProperty name="height" value="0.05" units="cm"/>
      <inkml:brushProperty name="color" value="#F6630D"/>
    </inkml:brush>
  </inkml:definitions>
  <inkml:trace contextRef="#ctx0" brushRef="#br0">47 12 24575,'0'-2'0,"0"-4"0,0 3 0,0 3 0,0 4 0,0 4 0,0 5 0,0 5 0,-2 4 0,-1 3 0,-3 2 0,1 0 0,0 4 0,-1 0 0,1 0 0,1-3 0,-1-2 0,0-5-8191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59.736"/>
    </inkml:context>
    <inkml:brush xml:id="br0">
      <inkml:brushProperty name="width" value="0.05" units="cm"/>
      <inkml:brushProperty name="height" value="0.05" units="cm"/>
      <inkml:brushProperty name="color" value="#F6630D"/>
    </inkml:brush>
  </inkml:definitions>
  <inkml:trace contextRef="#ctx0" brushRef="#br0">7 82 24575,'0'-5'0,"1"1"0,-1-1 0,1 1 0,-1-1 0,1 1 0,1-1 0,-1 1 0,0 0 0,1 0 0,0-1 0,0 1 0,5-7 0,-5 10 0,-1-1 0,0 1 0,1-1 0,-1 1 0,1 0 0,0 0 0,-1-1 0,1 1 0,0 0 0,0 1 0,0-1 0,0 0 0,0 0 0,0 1 0,0-1 0,0 1 0,0 0 0,0-1 0,0 1 0,0 0 0,0 0 0,0 0 0,0 1 0,0-1 0,0 0 0,0 1 0,0 0 0,0-1 0,0 1 0,0 0 0,1 1 0,1-1 0,-1 1 0,0-1 0,0 1 0,0 0 0,0 0 0,0 0 0,-1 0 0,1 1 0,-1-1 0,1 1 0,-1 0 0,0 0 0,0-1 0,0 1 0,0 0 0,0 1 0,-1-1 0,0 0 0,1 0 0,-1 1 0,0-1 0,-1 1 0,1-1 0,-1 1 0,1 4 0,-1-2 0,-1-1 0,0 1 0,0 0 0,0 0 0,-1 0 0,1 0 0,-1-1 0,-1 1 0,1-1 0,-1 1 0,0-1 0,0 0 0,-1 0 0,-4 5 0,-1 0 0,-2 0 0,-21 16 0,-11 10 0,42-36 0,1 1 0,-1-1 0,0 1 0,1-1 0,-1 1 0,1 0 0,-1-1 0,1 1 0,-1 0 0,1-1 0,-1 1 0,1 0 0,-1 0 0,1 0 0,0-1 0,0 1 0,-1 0 0,1 0 0,0 0 0,0 0 0,0 0 0,0 0 0,0-1 0,0 1 0,0 0 0,0 0 0,1 1 0,-1-1 0,1 0 0,0 0 0,0 0 0,0 0 0,0 0 0,0 0 0,0 0 0,1-1 0,-1 1 0,0 0 0,0-1 0,0 1 0,1-1 0,-1 1 0,2 0 0,10 1 0,-1 1 0,1-2 0,12 1 0,-17-1 0,51 2 236,68 8-1837,-99-5-5225</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00.325"/>
    </inkml:context>
    <inkml:brush xml:id="br0">
      <inkml:brushProperty name="width" value="0.05" units="cm"/>
      <inkml:brushProperty name="height" value="0.05" units="cm"/>
      <inkml:brushProperty name="color" value="#F6630D"/>
    </inkml:brush>
  </inkml:definitions>
  <inkml:trace contextRef="#ctx0" brushRef="#br0">1 41 24575,'0'-2'0,"0"-3"0,2-1 0,1-2 0,2 1 0,1-1 0,-2 3 0,-1 5 0,0 5 0,-2 3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00.511"/>
    </inkml:context>
    <inkml:brush xml:id="br0">
      <inkml:brushProperty name="width" value="0.05" units="cm"/>
      <inkml:brushProperty name="height" value="0.05" units="cm"/>
      <inkml:brushProperty name="color" value="#F6630D"/>
    </inkml:brush>
  </inkml:definitions>
  <inkml:trace contextRef="#ctx0" brushRef="#br0">3 1 24575,'0'2'0,"-2"1"0,1 2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00.850"/>
    </inkml:context>
    <inkml:brush xml:id="br0">
      <inkml:brushProperty name="width" value="0.05" units="cm"/>
      <inkml:brushProperty name="height" value="0.05" units="cm"/>
      <inkml:brushProperty name="color" value="#F6630D"/>
    </inkml:brush>
  </inkml:definitions>
  <inkml:trace contextRef="#ctx0" brushRef="#br0">21 1 24575,'-2'2'0,"-3"1"0,-1 2 0,0 3 0,5-1 0,1 2 0,1 1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1.038"/>
    </inkml:context>
    <inkml:brush xml:id="br0">
      <inkml:brushProperty name="width" value="0.05" units="cm"/>
      <inkml:brushProperty name="height" value="0.05" units="cm"/>
      <inkml:brushProperty name="color" value="#F6630D"/>
    </inkml:brush>
  </inkml:definitions>
  <inkml:trace contextRef="#ctx0" brushRef="#br0">42 1 24575,'0'2'0,"0"4"0,0 2 0,-2 2 0,-2 5 0,1 4 0,-1 3 0,-1 3 0,1 4 0,-1 1 0,0 4 0,1-1 0,1 0 0,1-2 0,1-6-8191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1.336"/>
    </inkml:context>
    <inkml:brush xml:id="br0">
      <inkml:brushProperty name="width" value="0.05" units="cm"/>
      <inkml:brushProperty name="height" value="0.05" units="cm"/>
      <inkml:brushProperty name="color" value="#F6630D"/>
    </inkml:brush>
  </inkml:definitions>
  <inkml:trace contextRef="#ctx0" brushRef="#br0">73 521 24575,'-17'-68'0,"3"-1"0,4 0 0,-4-135 0,14 195 0,0 0 0,1 0 0,1 0 0,-1 1 0,1-1 0,5-14 0,-6 21 0,0 0 0,0 0 0,-1 0 0,1 0 0,1 0 0,-1 1 0,0-1 0,0 0 0,1 1 0,-1-1 0,1 1 0,-1-1 0,1 1 0,-1 0 0,1 0 0,0-1 0,0 1 0,0 0 0,0 1 0,0-1 0,0 0 0,0 0 0,0 1 0,0 0 0,0-1 0,0 1 0,0 0 0,0 0 0,0 0 0,0 0 0,0 0 0,1 0 0,2 2 0,2 0 0,1 1 0,-1 0 0,0 1 0,-1 0 0,1 0 0,-1 0 0,0 1 0,0 0 0,0 0 0,0 0 0,-1 1 0,0 0 0,0 0 0,5 10 0,-1-3 0,-1 1 0,-1 0 0,0 0 0,-1 1 0,-1 0 0,5 18 0,-8-24 17,-1 1 0,0-1 0,0 0 1,-1 1-1,0-1 0,0 0 0,-1 1 0,-1-1 0,1 0 0,-2 0 0,1 0 0,-1 0 0,0 0 0,-1-1 0,0 1 0,-1-1 0,0 0 0,0 0 1,-9 10-1,4-7-149,0-1 1,0-1 0,-1 1-1,0-2 1,0 0 0,-1 0 0,0-1-1,-1 0 1,0-1 0,0-1 0,0 0-1,-18 4 1,9-4-6695</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1.691"/>
    </inkml:context>
    <inkml:brush xml:id="br0">
      <inkml:brushProperty name="width" value="0.05" units="cm"/>
      <inkml:brushProperty name="height" value="0.05" units="cm"/>
      <inkml:brushProperty name="color" value="#F6630D"/>
    </inkml:brush>
  </inkml:definitions>
  <inkml:trace contextRef="#ctx0" brushRef="#br0">8 69 24575,'0'-1'0,"-1"1"0,1 0 0,0 0 0,-1 0 0,1 0 0,0 0 0,-1 0 0,1 0 0,0 0 0,-1-1 0,1 1 0,0 0 0,0 0 0,-1 0 0,1-1 0,0 1 0,0 0 0,-1-1 0,1 1 0,0 0 0,0 0 0,0-1 0,0 1 0,-1 0 0,1-1 0,0 1 0,0 0 0,0-1 0,0 1 0,0 0 0,0-1 0,0 1 0,0 0 0,0-1 0,0 1 0,0 0 0,0-1 0,0 1 0,0 0 0,0-1 0,0 1 0,0 0 0,0-1 0,1 1 0,-1 0 0,0-1 0,0 1 0,0 0 0,1-1 0,-1 1 0,0 0 0,0 0 0,1-1 0,-1 1 0,0 0 0,0 0 0,1 0 0,-1 0 0,0-1 0,1 1 0,-1 0 0,0 0 0,1 0 0,-1 0 0,0 0 0,1 0 0,-1 0 0,0 0 0,1 0 0,2 0 0,1 0 0,-1 0 0,0 1 0,0 0 0,0 0 0,1-1 0,-1 2 0,0-1 0,0 0 0,-1 1 0,1-1 0,0 1 0,0 0 0,-1 0 0,5 4 0,3 3 0,0 1 0,10 13 0,-15-16 0,0 1 0,0-1 0,0 0 0,-1 1 0,-1 0 0,1 0 0,-1 0 0,2 10 0,-5-16 0,1 0 0,-1 0 0,0 0 0,0 0 0,0 0 0,0 0 0,0 0 0,0 0 0,0 0 0,-1 0 0,1 0 0,-1 0 0,1-1 0,-1 1 0,0 0 0,-2 3 0,2-3 0,-1-1 0,1 1 0,-1-1 0,0 0 0,0 0 0,1 0 0,-1 0 0,0 0 0,0 0 0,0 0 0,0-1 0,0 1 0,0-1 0,0 1 0,0-1 0,0 0 0,-1 0 0,1 0 0,-3 0 0,3 0 0,1 0 0,-1 1 0,1-1 0,0 0 0,-1 0 0,1 0 0,-1-1 0,1 1 0,0 0 0,-1-1 0,1 1 0,-1 0 0,1-1 0,0 0 0,0 1 0,-1-1 0,1 0 0,0 1 0,0-1 0,0 0 0,0 0 0,0 0 0,0 0 0,0 0 0,0 0 0,0 0 0,0-1 0,1 1 0,-1 0 0,0 0 0,1-1 0,-1 1 0,1 0 0,0-1 0,-1 1 0,1-1 0,0 1 0,0 0 0,0-1 0,0 1 0,0-1 0,0 1 0,0 0 0,0-1 0,0 1 0,1-1 0,-1 1 0,1 0 0,0-2 0,2-6 0,1-1 0,0 1 0,0 1 0,1-1 0,9-13 0,-4 8-124,0 2 0,1-1 0,1 2 0,0-1 0,0 2 0,1-1-1,0 2 1,1 0 0,0 0 0,23-9 0,-21 12-6702</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2.454"/>
    </inkml:context>
    <inkml:brush xml:id="br0">
      <inkml:brushProperty name="width" value="0.05" units="cm"/>
      <inkml:brushProperty name="height" value="0.05" units="cm"/>
      <inkml:brushProperty name="color" value="#F6630D"/>
    </inkml:brush>
  </inkml:definitions>
  <inkml:trace contextRef="#ctx0" brushRef="#br0">1 294 24575,'0'0'0,"1"0"0,0 0 0,-1 1 0,1-1 0,-1 0 0,1 1 0,-1-1 0,1 0 0,-1 1 0,0-1 0,1 1 0,-1-1 0,1 1 0,-1-1 0,0 1 0,1-1 0,-1 1 0,0-1 0,0 1 0,1-1 0,-1 1 0,0-1 0,0 1 0,0 0 0,0-1 0,0 1 0,1 0 0,1 21 0,-2-19 0,0 45 0,-1-38 0,0-1 0,1 1 0,0-1 0,1 1 0,0-1 0,1 1 0,0-1 0,4 14 0,-5-22 0,-1 0 0,1 0 0,-1 1 0,1-1 0,0 0 0,0 0 0,0 0 0,0 0 0,0 0 0,0 0 0,0 0 0,0 0 0,0-1 0,0 1 0,0 0 0,1-1 0,-1 1 0,0-1 0,1 1 0,-1-1 0,2 1 0,-1-1 0,1 0 0,-1 0 0,1 0 0,0 0 0,-1-1 0,1 1 0,-1-1 0,1 1 0,-1-1 0,4-2 0,4-1 0,-1-1 0,-1 0 0,1-1 0,12-11 0,-10 7 0,0-1 0,-1 0 0,0 0 0,10-16 0,-16 21 0,0 0 0,-1 0 0,1-1 0,-1 1 0,-1-1 0,1 0 0,-1 0 0,0 0 0,0 0 0,0-13 0,-2 18 0,0 0 0,-1 0 0,1 0 0,-1 0 0,1 0 0,-1 0 0,0 0 0,0 0 0,0 0 0,0 0 0,0 0 0,-1 1 0,1-1 0,0 0 0,-1 1 0,1-1 0,-1 1 0,0 0 0,1-1 0,-1 1 0,0 0 0,0 0 0,0 0 0,0 0 0,0 0 0,0 1 0,-3-2 0,1 1 0,-1 0 0,1 0 0,-1 0 0,1 0 0,-1 1 0,0-1 0,0 1 0,1 0 0,-1 1 0,0-1 0,-6 3 0,5 2 0,13-2 0,15 1 0,105-4 0,-85-1 0,55 4 0,-94 0 0,-8 3 0,-14 9 0,12-11 0,3-1 0,0 1 0,1-1 0,-1 0 0,1 1 0,0 0 0,0 0 0,0 0 0,0 0 0,1 0 0,0 0 0,0 1 0,0-1 0,0 1 0,-1 9 0,2-11 0,1 1 0,0 0 0,0 0 0,0 0 0,1 0 0,-1-1 0,1 1 0,0 0 0,0 0 0,0-1 0,1 1 0,-1-1 0,1 1 0,0-1 0,0 0 0,0 1 0,0-1 0,1 0 0,3 3 0,1 1 0,-1-1 0,2-1 0,-1 1 0,0-1 0,1-1 0,0 1 0,0-1 0,0-1 0,1 0 0,-1 0 0,16 3 0,-21-5 0,0 0 0,0-1 0,0 1 0,0-1 0,0 0 0,1 0 0,-1 0 0,0 0 0,0-1 0,0 1 0,0-1 0,0 0 0,0 0 0,0 0 0,-1 0 0,1 0 0,0-1 0,0 1 0,-1-1 0,1 0 0,-1 1 0,1-1 0,-1 0 0,0-1 0,0 1 0,0 0 0,0-1 0,0 1 0,0-1 0,-1 0 0,1 1 0,-1-1 0,0 0 0,0 0 0,0 0 0,1-6 0,2-16 0,-2-1 0,0 1 0,-2-1 0,-2-26 0,0-24 0,1 52 0,2 0 0,1 0 0,1 0 0,0 0 0,2 0 0,12-35 0,-17 59 0,0 0 0,0 0 0,0 0 0,0-1 0,0 1 0,0 0 0,0 0 0,0 0 0,0 0 0,0 0 0,0 0 0,0 0 0,0-1 0,0 1 0,0 0 0,0 0 0,0 0 0,0 0 0,0 0 0,0 0 0,0 0 0,0-1 0,0 1 0,1 0 0,-1 0 0,0 0 0,0 0 0,0 0 0,0 0 0,0 0 0,0 0 0,0 0 0,0-1 0,0 1 0,0 0 0,1 0 0,-1 0 0,0 0 0,0 0 0,0 0 0,0 0 0,0 0 0,0 0 0,0 0 0,0 0 0,1 0 0,-1 0 0,0 0 0,0 0 0,0 0 0,0 0 0,0 0 0,0 0 0,1 0 0,-1 0 0,0 0 0,0 0 0,0 0 0,0 0 0,0 0 0,0 0 0,0 1 0,0-1 0,1 0 0,0 11 0,-2 17 0,-5 15 49,-11 127 228,17-153-488,0 1-1,1-1 1,1 1-1,1-1 1,0 0 0,1 0-1,10 26 1,-4-22-6615</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3.407"/>
    </inkml:context>
    <inkml:brush xml:id="br0">
      <inkml:brushProperty name="width" value="0.05" units="cm"/>
      <inkml:brushProperty name="height" value="0.05" units="cm"/>
      <inkml:brushProperty name="color" value="#F6630D"/>
    </inkml:brush>
  </inkml:definitions>
  <inkml:trace contextRef="#ctx0" brushRef="#br0">219 72 24575,'1'-1'0,"0"-1"0,-1 1 0,1-1 0,0 0 0,1 1 0,-1 0 0,0-1 0,0 1 0,1 0 0,-1 0 0,1-1 0,-1 1 0,1 0 0,2-1 0,18-16 0,-22 17 0,0 1 0,1 0 0,-1-1 0,0 1 0,0-1 0,0 1 0,1-1 0,-1 1 0,0-1 0,0 1 0,0-1 0,0 1 0,0-1 0,0 0 0,0 1 0,0-1 0,0 1 0,0-1 0,-1 1 0,1-1 0,0 1 0,0-1 0,0 1 0,-1 0 0,1-1 0,0 1 0,0-1 0,-1 1 0,1-1 0,0 1 0,-1 0 0,1-1 0,-1 1 0,1 0 0,0-1 0,-1 1 0,1 0 0,-1 0 0,1-1 0,-1 1 0,1 0 0,-2 0 0,-3-3 0,-1 1 0,0 0 0,0 0 0,0 0 0,0 1 0,0 0 0,0 0 0,-9 1 0,-52 2 0,58-2 0,3 0 0,1 1 0,-1-1 0,0 1 0,1 0 0,-1 1 0,1-1 0,-1 1 0,1 0 0,0 1 0,-8 3 0,11-4 0,0 0 0,0 0 0,0 0 0,1 0 0,-1 0 0,0 0 0,1 0 0,-1 1 0,1-1 0,0 0 0,0 1 0,0-1 0,0 1 0,0 0 0,1-1 0,-1 1 0,1 0 0,-1-1 0,1 1 0,0 0 0,0-1 0,0 1 0,2 5 0,4 34 0,-3-30 0,-1 1 0,-1-1 0,0 1 0,-1-1 0,0 1 0,-2 15 0,-14 43 0,10-50 0,2-1 0,0 0 0,1 1 0,0 0 0,2 0 0,1 22 0,1-41 0,-1-1 0,1 1 0,-1-1 0,1 0 0,-1 1 0,1-1 0,0 0 0,0 1 0,-1-1 0,1 0 0,0 0 0,0 0 0,0 0 0,0 0 0,1 0 0,-1 0 0,0 0 0,0 0 0,1 0 0,-1-1 0,0 1 0,1 0 0,-1-1 0,1 1 0,-1-1 0,0 0 0,1 1 0,-1-1 0,4 0 0,6 1 0,0-1 0,-1 0 0,14-1 0,-6 0 0,16 0 212,-9 1-1001,34-4 1,-43 2-6038</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3.854"/>
    </inkml:context>
    <inkml:brush xml:id="br0">
      <inkml:brushProperty name="width" value="0.05" units="cm"/>
      <inkml:brushProperty name="height" value="0.05" units="cm"/>
      <inkml:brushProperty name="color" value="#F6630D"/>
    </inkml:brush>
  </inkml:definitions>
  <inkml:trace contextRef="#ctx0" brushRef="#br0">166 82 24575,'1'-1'0,"-1"0"0,1 0 0,0 1 0,0-1 0,0 0 0,-1 0 0,1 0 0,0 0 0,-1 0 0,1 0 0,-1 0 0,1 0 0,-1 0 0,0-1 0,1 1 0,-1 0 0,0 0 0,0 0 0,0 0 0,0-1 0,0 1 0,0 0 0,0 0 0,0 0 0,0 0 0,-1 0 0,1-1 0,0 1 0,-1 0 0,1 0 0,-1 0 0,1 0 0,-1 0 0,0 0 0,1 0 0,-1 0 0,0 0 0,0 0 0,0 1 0,1-1 0,-1 0 0,0 0 0,0 1 0,0-1 0,0 1 0,-2-2 0,-2-1 0,-1 0 0,1 0 0,-1 1 0,0 0 0,0 0 0,0 0 0,-8-1 0,11 2 0,-1 1 0,1-1 0,0 1 0,-1 0 0,1 0 0,-1 1 0,1-1 0,-1 1 0,1-1 0,0 1 0,0 0 0,-1 0 0,1 0 0,0 1 0,0-1 0,0 1 0,0 0 0,0 0 0,0 0 0,1 0 0,-1 0 0,1 1 0,-3 2 0,1 1 0,1-1 0,0 1 0,0 0 0,0-1 0,1 1 0,0 0 0,0 1 0,1-1 0,0 0 0,0 0 0,0 12 0,0-11 0,1 1 0,0 0 0,1-1 0,0 1 0,0-1 0,0 1 0,1-1 0,0 0 0,7 14 0,-8-19 0,0 1 0,1-1 0,-1 0 0,1 1 0,0-1 0,-1 0 0,1 0 0,0-1 0,0 1 0,1 0 0,-1 0 0,0-1 0,0 0 0,1 1 0,-1-1 0,1 0 0,-1 0 0,1 0 0,0-1 0,-1 1 0,1-1 0,0 1 0,0-1 0,-1 0 0,1 0 0,0 0 0,-1 0 0,1 0 0,0-1 0,0 0 0,2 0 0,2-1 0,0-1 0,0 0 0,0 0 0,0-1 0,-1 0 0,1 0 0,-1-1 0,0 1 0,0-1 0,-1 0 0,0-1 0,1 0 0,-2 1 0,6-8 0,-6 7 0,-1 0 0,1 0 0,-1 0 0,0 0 0,0 0 0,0-1 0,-1 1 0,0-1 0,-1 0 0,1 0 0,-1 1 0,-1-1 0,1 0 0,-1 0 0,-1-11 0,0 14 17,0 1 0,0 0 0,0 0 1,-1 1-1,1-1 0,-1 0 0,1 0 0,-1 1 0,0-1 0,0 1 0,0-1 0,0 1 0,-1 0 0,1 0 0,-1 0 0,1 0 0,-1 0 0,0 0 1,-3 0-1,4 0-92,0 1 1,-1 0 0,1 0 0,-1 1 0,0-1-1,1 0 1,-1 1 0,1 0 0,-1-1 0,0 1-1,1 0 1,-1 0 0,0 1 0,1-1 0,-1 1-1,0-1 1,1 1 0,-1 0 0,1 0 0,-1 0-1,1 0 1,-5 3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4.307"/>
    </inkml:context>
    <inkml:brush xml:id="br0">
      <inkml:brushProperty name="width" value="0.05" units="cm"/>
      <inkml:brushProperty name="height" value="0.05" units="cm"/>
      <inkml:brushProperty name="color" value="#F6630D"/>
    </inkml:brush>
  </inkml:definitions>
  <inkml:trace contextRef="#ctx0" brushRef="#br0">56 70 24575,'-24'-14'0,"22"13"0,0 0 0,0 0 0,0 1 0,0-1 0,0 0 0,1-1 0,-1 1 0,0 0 0,0-1 0,1 1 0,-1 0 0,1-1 0,0 0 0,-1 1 0,1-1 0,0 0 0,0 0 0,-1-2 0,1 3 0,1 1 0,0-1 0,0 0 0,0 1 0,0-1 0,0 1 0,0-1 0,0 0 0,1 1 0,-1-1 0,0 1 0,0-1 0,0 1 0,0-1 0,1 0 0,-1 1 0,0-1 0,1 1 0,-1-1 0,0 1 0,1 0 0,-1-1 0,1 1 0,-1-1 0,1 0 0,18-7 0,23 3 0,-40 5 0,-2 0 0,62 0 0,-55 0 0,-1 1 0,0 0 0,0 0 0,1 1 0,-1-1 0,0 1 0,10 5 0,-15-6 0,1 0 0,-1 1 0,1-1 0,-1 1 0,1-1 0,-1 1 0,0-1 0,0 1 0,0 0 0,0-1 0,0 1 0,0 0 0,-1 0 0,1 0 0,0 0 0,-1 0 0,0 0 0,1 0 0,-1 0 0,0 3 0,-2 48 0,0-30 0,8 109 0,1-10 0,-5-102 0,-2-18 0,1-1 0,-1 1 0,0 0 0,0 0 0,0-1 0,0 1 0,0 0 0,0 0 0,-1 0 0,1-1 0,-1 3 0,0-3 0,0 0 0,0 0 0,0 0 0,0 0 0,0 0 0,0-1 0,0 1 0,0 0 0,0-1 0,0 1 0,0-1 0,0 1 0,-1-1 0,1 0 0,0 1 0,0-1 0,-1 0 0,1 0 0,0 0 0,0 0 0,-2 0 0,-39 1-1365,21-2-5461</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15.536"/>
    </inkml:context>
    <inkml:brush xml:id="br0">
      <inkml:brushProperty name="width" value="0.05" units="cm"/>
      <inkml:brushProperty name="height" value="0.05" units="cm"/>
      <inkml:brushProperty name="color" value="#F6630D"/>
    </inkml:brush>
  </inkml:definitions>
  <inkml:trace contextRef="#ctx0" brushRef="#br0">111 15 24575,'-73'-7'0,"35"0"0,86 9-10,1501 48-3933,-834-47 3791,-3-26-938,-707 23 1075,147-14-469,-116 7-2013</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31.336"/>
    </inkml:context>
    <inkml:brush xml:id="br0">
      <inkml:brushProperty name="width" value="0.05" units="cm"/>
      <inkml:brushProperty name="height" value="0.05" units="cm"/>
      <inkml:brushProperty name="color" value="#F6630D"/>
    </inkml:brush>
  </inkml:definitions>
  <inkml:trace contextRef="#ctx0" brushRef="#br0">4 1 24575,'3'-1'0,"0"1"0,-1 0 0,1 0 0,0 1 0,0-1 0,-1 0 0,1 1 0,0 0 0,0-1 0,-1 1 0,1 0 0,-1 1 0,5 1 0,-6-1 0,1 0 0,-1 0 0,0 0 0,1 0 0,-1 0 0,0 0 0,0 0 0,0 0 0,-1 0 0,1 1 0,0-1 0,-1 0 0,1 1 0,-1-1 0,0 0 0,0 5 0,1 17 0,-1 1 0,-2 0 0,0 0 0,-1 0 0,-2 0 0,-1-1 0,0 0 0,-2 0 0,-11 24 0,17-45 0,1 0 0,0 1 0,-1-1 0,1 0 0,1 0 0,-1 1 0,0 5 0,1-8 0,0 0 0,0 0 0,0 0 0,1-1 0,-1 1 0,0 0 0,1 0 0,-1 0 0,1-1 0,-1 1 0,0 0 0,1-1 0,0 1 0,-1 0 0,1-1 0,-1 1 0,1-1 0,0 1 0,-1 0 0,1-1 0,0 0 0,0 1 0,-1-1 0,1 0 0,0 1 0,0-1 0,0 0 0,0 0 0,-1 1 0,1-1 0,0 0 0,0 0 0,0 0 0,0 0 0,0 0 0,1-1 0,32 1 0,62-10 0,-25 2 0,504-4-124,-420 13-1117,-136-1-5585</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31.986"/>
    </inkml:context>
    <inkml:brush xml:id="br0">
      <inkml:brushProperty name="width" value="0.05" units="cm"/>
      <inkml:brushProperty name="height" value="0.05" units="cm"/>
      <inkml:brushProperty name="color" value="#F6630D"/>
    </inkml:brush>
  </inkml:definitions>
  <inkml:trace contextRef="#ctx0" brushRef="#br0">195 96 24575,'-25'-10'0,"-28"-9"0,37 14 0,0 0 0,0-1 0,0-1 0,0-1 0,-15-10 0,30 18 0,1-1 0,0 1 0,-1 0 0,1 0 0,0 0 0,0 0 0,-1 0 0,1-1 0,0 1 0,0 0 0,-1 0 0,1-1 0,0 1 0,0 0 0,0 0 0,-1-1 0,1 1 0,0 0 0,0 0 0,0-1 0,0 1 0,0 0 0,0-1 0,0 1 0,-1 0 0,1-1 0,0 1 0,0 0 0,0-1 0,0 1 0,0 0 0,0 0 0,1-1 0,9-4 0,21 2 0,-29 3 0,336 5 0,-204 1 0,57 1 0,434-5 0,-594-7 0,-10 2 0,-21 3 0,0 0 0,0 0 0,0 0 0,0 0 0,0 0 0,0 0 0,0 0 0,0 0 0,0 1 0,0-1 0,0 0 0,0 0 0,0 0 0,0 0 0,0 0 0,0 0 0,0 0 0,0 1 0,0-1 0,0 0 0,0 0 0,0 0 0,0 0 0,0 0 0,0 0 0,0 0 0,0 0 0,0 0 0,0 0 0,1 0 0,-1 1 0,0-1 0,0 0 0,0 0 0,0 0 0,0 0 0,0 0 0,0 0 0,0 0 0,1 0 0,-1 0 0,0 0 0,0 0 0,0 0 0,0 0 0,0 0 0,0 0 0,0 0 0,0 0 0,1 0 0,-4 2 0,1 1 0,0-1 0,0 1 0,0 0 0,0 0 0,0 0 0,0 0 0,1 0 0,0 0 0,-1 0 0,1 1 0,0-1 0,1 0 0,-1 1 0,1-1 0,-1 1 0,1 5 0,0 7 0,1 0 0,5 23 0,-5-28 0,9 36 0,3 28 0,-13-66 0,1 0 0,-1-1 0,0 1 0,-1 0 0,0-1 0,-3 14 0,2-17 0,0-1 0,-1 0 0,1 0 0,0 0 0,-1 0 0,0 0 0,0-1 0,0 1 0,-1-1 0,1 0 0,-1 0 0,0 0 0,1 0 0,-1-1 0,-1 0 0,1 1 0,-8 2 0,-8 2 0,0 0 0,-32 6 0,-84 10 137,-182 8 1,40-7-1778,218-16-5186</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32.314"/>
    </inkml:context>
    <inkml:brush xml:id="br0">
      <inkml:brushProperty name="width" value="0.05" units="cm"/>
      <inkml:brushProperty name="height" value="0.05" units="cm"/>
      <inkml:brushProperty name="color" value="#F6630D"/>
    </inkml:brush>
  </inkml:definitions>
  <inkml:trace contextRef="#ctx0" brushRef="#br0">1 4 24575,'0'-3'0,"0"2"0,0 4 0,0 5 0,0 4 0,0 7 0,0 5 0,0 3 0,0 3 0,0 2 0,0 0 0,0-1 0,0-4 0,0-3 0,0-4 0,0-6-8191</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32.887"/>
    </inkml:context>
    <inkml:brush xml:id="br0">
      <inkml:brushProperty name="width" value="0.05" units="cm"/>
      <inkml:brushProperty name="height" value="0.05" units="cm"/>
      <inkml:brushProperty name="color" value="#F6630D"/>
    </inkml:brush>
  </inkml:definitions>
  <inkml:trace contextRef="#ctx0" brushRef="#br0">32 151 24575,'-5'-9'0,"0"-1"0,1-1 0,0 1 0,0 0 0,1-1 0,1 0 0,-3-20 0,5 30 0,1-1 0,-1 0 0,0 1 0,1-1 0,-1 0 0,1 1 0,0-1 0,-1 1 0,1-1 0,0 1 0,0-1 0,0 1 0,0-1 0,0 1 0,0 0 0,0-1 0,1 1 0,-1 0 0,0 0 0,1 0 0,-1 0 0,1 0 0,-1 1 0,1-1 0,0 0 0,2 0 0,5-2 0,0 1 0,0 0 0,17-1 0,-26 3 0,353-3 0,-283 5 0,511 28 0,-187-8 0,-276-18 0,-127-1 0,-11 3 0,1 2 0,-33 16 0,49-21 0,0-1 0,0 1 0,0 0 0,1 0 0,-1 1 0,1-1 0,0 1 0,-1-1 0,2 1 0,-1 0 0,0-1 0,1 1 0,0 0 0,0 0 0,0 0 0,0 0 0,0 1 0,1-1 0,0 0 0,0 0 0,0 0 0,1 0 0,-1 0 0,2 5 0,2 10 0,1 0 0,0 0 0,14 29 0,-18-46 0,0 0 0,0 1 0,0-1 0,0 1 0,0 0 0,0 0 0,0-1 0,-1 1 0,1 0 0,-1 0 0,0 0 0,0 0 0,0 0 0,0 0 0,-1-1 0,1 1 0,-1 0 0,1 0 0,-1 0 0,0-1 0,0 1 0,-1 0 0,1-1 0,0 1 0,-1-1 0,1 1 0,-1-1 0,0 0 0,0 0 0,0 0 0,0 0 0,0 0 0,-1 0 0,1 0 0,0-1 0,-1 1 0,1-1 0,-1 0 0,0 0 0,1 0 0,-1 0 0,0 0 0,-5 1 0,-25 3 0,0-1 0,0-1 0,0-2 0,-44-3 0,29 0 0,-381-18 325,-133-2-2015,537 22-5136</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33.197"/>
    </inkml:context>
    <inkml:brush xml:id="br0">
      <inkml:brushProperty name="width" value="0.05" units="cm"/>
      <inkml:brushProperty name="height" value="0.05" units="cm"/>
      <inkml:brushProperty name="color" value="#F6630D"/>
    </inkml:brush>
  </inkml:definitions>
  <inkml:trace contextRef="#ctx0" brushRef="#br0">0 0 24575,'1'4'0,"0"-1"0,-1 1 0,1-1 0,0 0 0,1 1 0,-1-1 0,1 0 0,-1 0 0,1 0 0,0 0 0,0 0 0,0 0 0,1 0 0,-1-1 0,1 1 0,-1-1 0,1 0 0,4 3 0,-3-2 0,-1 0 0,1 0 0,-1 0 0,1 1 0,-1-1 0,0 1 0,-1 0 0,1 0 0,-1 0 0,1 0 0,1 6 0,0 11-6,-1 0-1,-1 0 1,0 0 0,-2 1-1,-3 23 1,2 1-1321,0-28-5499</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33.785"/>
    </inkml:context>
    <inkml:brush xml:id="br0">
      <inkml:brushProperty name="width" value="0.05" units="cm"/>
      <inkml:brushProperty name="height" value="0.05" units="cm"/>
      <inkml:brushProperty name="color" value="#F6630D"/>
    </inkml:brush>
  </inkml:definitions>
  <inkml:trace contextRef="#ctx0" brushRef="#br0">6 29 24575,'0'0'0,"-1"0"0,1 0 0,-1-1 0,1 1 0,0 0 0,-1-1 0,1 1 0,0 0 0,-1-1 0,1 1 0,0 0 0,0-1 0,-1 1 0,1-1 0,0 1 0,0 0 0,0-1 0,0 1 0,-1-1 0,1 1 0,0-1 0,0 1 0,0-1 0,0 1 0,0 0 0,0-1 0,0 1 0,0-1 0,0 1 0,0-1 0,1 1 0,-1-1 0,0 1 0,0-1 0,0 1 0,1 0 0,-1-1 0,0 1 0,0-1 0,1 1 0,-1 0 0,0-1 0,1 1 0,-1 0 0,0 0 0,1-1 0,-1 1 0,0 0 0,1 0 0,-1-1 0,1 1 0,-1 0 0,0 0 0,1 0 0,-1 0 0,1-1 0,-1 1 0,2 0 0,30-5 0,-31 5 0,132-4 0,215 23 0,-271-13 0,147 12 0,409 35 0,-621-52 0,-8-2 0,0 1 0,-1 1 0,1-1 0,0 0 0,0 1 0,0 0 0,0 0 0,0 0 0,-1 1 0,1-1 0,6 4 0,-10-4 0,0-1 0,0 0 0,0 1 0,1-1 0,-1 1 0,0-1 0,0 1 0,0-1 0,0 0 0,0 1 0,0-1 0,0 1 0,0-1 0,0 1 0,0-1 0,0 1 0,0-1 0,0 0 0,-1 1 0,1-1 0,0 1 0,0-1 0,0 0 0,-1 1 0,1-1 0,0 1 0,0-1 0,-1 0 0,1 1 0,-13 13 0,10-10 0,-1 1 0,0 0 0,1 0 0,0 0 0,0 1 0,0-1 0,1 1 0,-1-1 0,1 1 0,1 0 0,-1 0 0,1 0 0,0 0 0,1 0 0,-1 0 0,1 8 0,2 5 0,1 0 0,0-1 0,10 30 0,-12-44 0,0-1 0,0 1 0,0-1 0,-1 1 0,1-1 0,-1 1 0,0 0 0,0-1 0,0 1 0,0 0 0,-1-1 0,1 1 0,-1 0 0,0-1 0,-3 7 0,2-7 0,0 0 0,0-1 0,0 1 0,-1-1 0,1 1 0,-1-1 0,1 0 0,-1 0 0,0 0 0,0-1 0,0 1 0,0-1 0,0 1 0,0-1 0,-1 0 0,1 0 0,-6 0 0,-29 5 0,0-2 0,-1-1 0,0-2 0,-48-5 0,35 1 0,-61-1 46,-750-17-1457,824 21-5415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4:35.709"/>
    </inkml:context>
    <inkml:brush xml:id="br0">
      <inkml:brushProperty name="width" value="0.05" units="cm"/>
      <inkml:brushProperty name="height" value="0.05" units="cm"/>
      <inkml:brushProperty name="color" value="#F6630D"/>
    </inkml:brush>
  </inkml:definitions>
  <inkml:trace contextRef="#ctx0" brushRef="#br0">25 158 24575,'-2'-17'0,"2"15"0,0 0 0,-1 0 0,1 0 0,0 0 0,0 0 0,0 0 0,0 0 0,0 0 0,1 0 0,-1 0 0,1 0 0,-1 0 0,1 0 0,0 0 0,0 1 0,1-4 0,3-3 0,1 0 0,0 1 0,0-1 0,1 1 0,0 0 0,0 1 0,0 0 0,1 0 0,0 1 0,0 0 0,0 0 0,1 0 0,-1 1 0,15-4 0,-16 6 0,0 0 0,1 0 0,-1 1 0,1 0 0,-1 0 0,1 1 0,0 0 0,-1 0 0,1 1 0,-1 0 0,1 0 0,-1 1 0,1 0 0,-1 0 0,0 1 0,0-1 0,0 2 0,10 5 0,-10-4 0,0 0 0,-1 0 0,0 1 0,1-1 0,-2 1 0,1 1 0,-1-1 0,0 1 0,0 0 0,-1 0 0,0 1 0,0-1 0,-1 1 0,0 0 0,3 13 0,-4-10 0,0 1 0,-1 0 0,0-1 0,-1 1 0,-1 0 0,1-1 0,-2 1 0,0 0 0,0-1 0,-7 20 0,-5 3 0,-2-1 0,-1-1 0,-1 0 0,-35 45 0,-24 39 0,67-98 0,1 1 0,0 0 0,2 0 0,-10 34 0,16-46 0,-1 1 0,1 0 0,0-1 0,1 1 0,0 0 0,0 0 0,1 0 0,-1-1 0,2 1 0,-1 0 0,1-1 0,1 1 0,4 10 0,-2-7 0,1-1 0,1 0 0,0 0 0,0 0 0,1-1 0,0 0 0,1 0 0,10 7 0,39 28 0,-33-26 0,33 29 0,-52-41 0,0 0 0,0 1 0,-1-1 0,1 1 0,-1 1 0,-1-1 0,0 1 0,0-1 0,5 15 0,-7-16 0,-1 1 0,0-1 0,-1 1 0,0 0 0,1-1 0,-2 1 0,1-1 0,-1 1 0,0-1 0,-1 1 0,1-1 0,-1 0 0,-1 1 0,1-1 0,-6 9 0,-5 8 0,0-1 0,-27 31 0,35-46 0,-82 99 0,-35 46 0,103-125 0,1 1 0,2 1 0,-24 54 0,36-71 0,0-1 0,0 1 0,1 0 0,1 0 0,0 1 0,1-1 0,0 0 0,0 0 0,2 1 0,0-1 0,3 18 0,-2-21 0,1 1 0,0-1 0,1 1 0,0-1 0,0 0 0,1 0 0,1-1 0,-1 0 0,1 1 0,0-2 0,1 1 0,0-1 0,0 0 0,11 8 0,15 7 0,-33-22 7,0 0-1,-1 0 0,1 0 1,0 0-1,0 0 0,0 0 1,0 0-1,0 0 1,0 0-1,-1 0 0,1 0 1,0 0-1,0 0 0,0 0 1,0 0-1,0 0 0,0 1 1,0-1-1,0 0 1,-1 0-1,1 0 0,0 0 1,0 0-1,0 0 0,0 0 1,0 0-1,0 0 0,0 1 1,0-1-1,0 0 1,0 0-1,0 0 0,0 0 1,0 0-1,0 0 0,0 0 1,0 1-1,0-1 0,0 0 1,0 0-1,0 0 1,0 0-1,0 0 0,0 0 1,0 1-1,0-1 0,0 0 1,0 0-1,0 0 0,0 0 1,0 0-1,-16-2-972,14 2 236,-18-4-6096</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01.695"/>
    </inkml:context>
    <inkml:brush xml:id="br0">
      <inkml:brushProperty name="width" value="0.05" units="cm"/>
      <inkml:brushProperty name="height" value="0.05" units="cm"/>
    </inkml:brush>
  </inkml:definitions>
  <inkml:trace contextRef="#ctx0" brushRef="#br0">80 1084 24575,'-9'9'0,"1"0"0,0 1 0,1 0 0,0 0 0,0 0 0,1 1 0,1 0 0,0 0 0,0 0 0,1 1 0,-4 17 0,8-11 0,0-18 0,0 1 0,0-1 0,0 0 0,0 0 0,1 0 0,-1 1 0,0-1 0,0 0 0,0 0 0,1 0 0,-1 0 0,0 1 0,0-1 0,1 0 0,-1 0 0,0 0 0,0 0 0,0 0 0,1 0 0,-1 0 0,0 0 0,1 0 0,-1 0 0,0 0 0,0 0 0,1 0 0,-1 0 0,0 0 0,0 0 0,1 0 0,-1 0 0,0 0 0,0 0 0,1 0 0,2-2 0,-1 1 0,1-1 0,-1 1 0,1-1 0,-1 0 0,0 0 0,0 0 0,4-5 0,83-99 0,184-245 0,-69-10 0,-112 188 0,-91 170 0,1-1 0,0 0 0,1 0 0,-1 1 0,1-1 0,4-4 0,-7 7 0,0 1 0,1 0 0,-1 0 0,0 0 0,0-1 0,0 1 0,1 0 0,-1 0 0,0 0 0,0 0 0,1 0 0,-1 0 0,0 0 0,1 0 0,-1 0 0,0 0 0,0-1 0,1 1 0,-1 0 0,0 1 0,0-1 0,1 0 0,-1 0 0,0 0 0,1 0 0,-1 0 0,0 0 0,0 0 0,1 0 0,-1 0 0,0 0 0,1 1 0,6 15 0,-3 1 0,1-1 0,0 0 0,15 29 0,-15-37 0,0 1 0,0-1 0,0-1 0,1 1 0,1-1 0,-1 0 0,1 0 0,11 8 0,-15-13 0,0 0 0,0 0 0,-1 0 0,1-1 0,1 1 0,-1-1 0,0 0 0,0 0 0,0 0 0,1 0 0,-1-1 0,0 1 0,1-1 0,-1 0 0,1 0 0,-1 0 0,5-1 0,-4 0 0,1 0 0,-1-1 0,1 0 0,-1 0 0,0 0 0,0 0 0,0-1 0,0 0 0,0 1 0,-1-1 0,4-4 0,5-5 0,-2-1 0,0 0 0,0-1 0,-1 0 0,12-28 0,34-101 0,-19 41 0,-35 101 0,-1 0 0,1-1 0,-1 1 0,1 0 0,0 0 0,0-1 0,-1 1 0,1 0 0,0 0 0,0 0 0,0 0 0,0 0 0,0 0 0,0 0 0,0 0 0,1 0 0,-1 1 0,0-1 0,0 0 0,1 1 0,-1-1 0,0 1 0,1-1 0,-1 1 0,1 0 0,-1-1 0,1 1 0,-1 0 0,0 0 0,1 0 0,-1 0 0,3 1 0,3 1 0,0 0 0,0 1 0,0-1 0,0 1 0,8 6 0,2 0 0,296 165 0,-138-72 0,-159-94 0,-12-6 0,0-1 0,0 1 0,0 0 0,0 0 0,-1 0 0,1 0 0,-1 1 0,0-1 0,0 1 0,5 5 0,-8-8 0,0 1 0,0 0 0,0-1 0,0 1 0,0-1 0,0 1 0,0-1 0,0 1 0,0-1 0,0 1 0,0-1 0,0 1 0,-1-1 0,1 1 0,0-1 0,0 1 0,-1-1 0,1 1 0,0-1 0,-1 0 0,1 1 0,0-1 0,-1 0 0,1 1 0,-1-1 0,1 0 0,-1 1 0,1-1 0,-1 0 0,0 1 0,-19 9 0,14-7 0,2-1 0,1 0 0,-1 0 0,1 1 0,0-1 0,-1 1 0,1 0 0,0 0 0,1 0 0,-1 0 0,1 0 0,-1 1 0,1-1 0,0 1 0,-3 7 0,4-9 0,0 1 0,1-1 0,-1 1 0,1 0 0,0-1 0,0 1 0,0 0 0,0-1 0,0 1 0,1-1 0,-1 1 0,1-1 0,0 1 0,0-1 0,0 1 0,0-1 0,0 1 0,0-1 0,1 0 0,-1 0 0,1 0 0,-1 0 0,1 0 0,3 4 0,6 3 0,1 0 0,-1 0 0,1-1 0,0-1 0,1 0 0,26 10 0,88 23 0,-94-31 0,113 28 0,100 33 0,-243-69 0,0 0 0,0 0 0,-1 0 0,1 0 0,0 1 0,-1 0 0,1-1 0,-1 1 0,1 0 0,3 4 0,-5-5 0,-1-1 0,0 0 0,0 1 0,0-1 0,0 0 0,0 1 0,1-1 0,-1 1 0,0-1 0,0 0 0,0 1 0,0-1 0,0 1 0,0-1 0,0 0 0,0 1 0,-1-1 0,1 1 0,0-1 0,0 0 0,0 1 0,0-1 0,0 0 0,-1 1 0,1-1 0,0 0 0,0 1 0,0-1 0,-1 1 0,-1 0 0,1 1 0,-1-1 0,0 0 0,0 0 0,0 0 0,0 0 0,0 0 0,-4 1 0,-47 14 0,-90 14 0,35-9 0,27-1 0,-80 31 0,117-34 0,2 2 0,0 1 0,-55 38 0,61-35 0,0-2 0,-2-1 0,0-2 0,-1-2 0,-1-1 0,-80 18 0,82-26 0,17-3 0,-1 0 0,1 1 0,0 2 0,1 0 0,-25 12 0,45-19 0,-1 0 0,0 1 0,0-1 0,1 1 0,-1-1 0,0 1 0,1-1 0,-1 1 0,0-1 0,1 1 0,-1 0 0,1-1 0,-1 1 0,1 0 0,-1 0 0,1-1 0,-1 1 0,1 2 0,0-3 0,0 1 0,0-1 0,0 1 0,0-1 0,0 1 0,0-1 0,0 1 0,1-1 0,-1 1 0,0-1 0,0 1 0,1-1 0,-1 1 0,0-1 0,1 1 0,-1-1 0,1 0 0,-1 1 0,0-1 0,1 1 0,0-1 0,3 3 0,1-1 0,-1 0 0,1 0 0,-1 0 0,8 1 0,41 10 0,86 9 0,60-8 0,-160-11 0,514 16 0,-44-2 0,-435-10 0,-64-4 342,-17 0-2049,-8-1-5119</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35.950"/>
    </inkml:context>
    <inkml:brush xml:id="br0">
      <inkml:brushProperty name="width" value="0.05" units="cm"/>
      <inkml:brushProperty name="height" value="0.05" units="cm"/>
    </inkml:brush>
  </inkml:definitions>
  <inkml:trace contextRef="#ctx0" brushRef="#br0">1130 27 24575,'0'-1'0,"1"0"0,-1 1 0,0-1 0,1 0 0,-1 0 0,0 1 0,1-1 0,-1 1 0,1-1 0,-1 0 0,1 1 0,-1-1 0,1 1 0,0-1 0,-1 1 0,1 0 0,0-1 0,-1 1 0,1-1 0,0 1 0,0 0 0,20-8 0,-15 6 0,8-2 0,-14 4 0,0 0 0,0 0 0,0 0 0,0 0 0,0 0 0,0 0 0,0 0 0,1 0 0,-1 0 0,0 0 0,0 0 0,0 0 0,0 0 0,0 0 0,0 0 0,0 0 0,0 0 0,0 0 0,1 0 0,-1 0 0,0 0 0,0 0 0,0 0 0,0 0 0,0 0 0,0 0 0,0 0 0,0 0 0,0 0 0,0 0 0,0 0 0,1 0 0,-1 1 0,0-1 0,0 0 0,0 0 0,0 0 0,0 0 0,0 0 0,0 0 0,0 0 0,0 0 0,0 0 0,0 1 0,0-1 0,0 0 0,0 0 0,0 0 0,0 0 0,0 0 0,0 0 0,0 0 0,0 0 0,0 1 0,-17 19 0,-350 352 0,232-231 0,-378 418 0,485-526 0,7-10 0,1 1 0,2 2 0,0-1 0,-25 50 0,38-57-1365,4-7-5461</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36.355"/>
    </inkml:context>
    <inkml:brush xml:id="br0">
      <inkml:brushProperty name="width" value="0.05" units="cm"/>
      <inkml:brushProperty name="height" value="0.05" units="cm"/>
    </inkml:brush>
  </inkml:definitions>
  <inkml:trace contextRef="#ctx0" brushRef="#br0">48 55 24575,'-3'-4'0,"1"0"0,-1 0 0,0 0 0,0 1 0,-1-1 0,-3-2 0,4 3 0,-1 0 0,1 0 0,0-1 0,1 1 0,-5-7 0,35 31 0,646 568 0,-522-442 0,204 256 0,-331-369-1365</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36.928"/>
    </inkml:context>
    <inkml:brush xml:id="br0">
      <inkml:brushProperty name="width" value="0.05" units="cm"/>
      <inkml:brushProperty name="height" value="0.05" units="cm"/>
    </inkml:brush>
  </inkml:definitions>
  <inkml:trace contextRef="#ctx0" brushRef="#br0">307 70 24575,'5'-20'0,"-5"19"0,1 0 0,-1 0 0,1 0 0,-1 0 0,1 0 0,-1-1 0,0 1 0,0 0 0,1 0 0,-1 0 0,0 0 0,0-1 0,0 1 0,0 0 0,0 0 0,-1 0 0,1 0 0,0-1 0,-1 1 0,1 0 0,0 0 0,-1 0 0,1 0 0,-1 0 0,0 0 0,1 0 0,-1 0 0,0 0 0,1 0 0,-1 0 0,0 0 0,0 1 0,0-1 0,-2-1 0,-1 0 0,0 0 0,-1 1 0,1-1 0,0 1 0,-1 0 0,1 0 0,-1 1 0,1-1 0,-1 1 0,0 0 0,1 0 0,-1 0 0,1 1 0,-1 0 0,1 0 0,-1 0 0,1 0 0,-1 1 0,1 0 0,-5 2 0,-6 3 0,0 1 0,1 1 0,-1 0 0,-13 13 0,17-12 0,1-1 0,0 1 0,0 1 0,1 0 0,1 0 0,0 1 0,0 0 0,1 0 0,1 1 0,0 0 0,1 0 0,-8 27 0,12-32 0,-1-1 0,1 1 0,0 0 0,1 0 0,0 0 0,0 0 0,1-1 0,0 1 0,0 0 0,0 0 0,1-1 0,1 1 0,-1-1 0,1 0 0,0 0 0,1 0 0,0 0 0,0 0 0,0-1 0,1 1 0,0-1 0,0 0 0,1-1 0,10 9 0,-8-8-227,0 0-1,1-1 1,0-1-1,-1 0 1,20 7-1,6-2-6598</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37.306"/>
    </inkml:context>
    <inkml:brush xml:id="br0">
      <inkml:brushProperty name="width" value="0.05" units="cm"/>
      <inkml:brushProperty name="height" value="0.05" units="cm"/>
    </inkml:brush>
  </inkml:definitions>
  <inkml:trace contextRef="#ctx0" brushRef="#br0">49 234 24575,'7'-40'0,"-6"36"0,1-1 0,-1 0 0,0 0 0,-1 0 0,1 0 0,-1 0 0,0 1 0,0-7 0,-8 38 0,-5 41 0,6-25 0,-26 81 0,62-209 0,28-73 0,-46 132 0,1-1 0,2 2 0,27-40 0,-40 63 0,1 0 0,-1 1 0,0-1 0,1 0 0,-1 1 0,1 0 0,-1-1 0,1 1 0,0 0 0,-1 0 0,1 0 0,0 0 0,0 0 0,3-1 0,-4 2 0,0 0 0,0 0 0,0 0 0,0 1 0,0-1 0,-1 0 0,1 0 0,0 1 0,0-1 0,0 0 0,0 1 0,0-1 0,0 1 0,-1 0 0,1-1 0,0 1 0,0-1 0,-1 1 0,1 0 0,-1 0 0,1-1 0,0 1 0,-1 0 0,1 0 0,-1 0 0,0 0 0,1 0 0,-1-1 0,0 1 0,1 0 0,-1 2 0,8 27 0,-2-1 0,-1 1 0,-1 0 0,-2 0 0,-1 35 0,1 20 0,6 20-1365,-6-82-5461</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37.938"/>
    </inkml:context>
    <inkml:brush xml:id="br0">
      <inkml:brushProperty name="width" value="0.05" units="cm"/>
      <inkml:brushProperty name="height" value="0.05" units="cm"/>
    </inkml:brush>
  </inkml:definitions>
  <inkml:trace contextRef="#ctx0" brushRef="#br0">0 222 24575,'1'0'0,"-1"-1"0,0 1 0,0-1 0,1 1 0,-1-1 0,0 1 0,1-1 0,-1 1 0,1-1 0,-1 1 0,1-1 0,-1 1 0,1-1 0,-1 1 0,1 0 0,-1-1 0,1 1 0,-1 0 0,1 0 0,-1-1 0,1 1 0,0 0 0,-1 0 0,1 0 0,0 0 0,-1 0 0,2 0 0,21-3 0,-20 3 0,213-2 0,-214 2 0,0 0 0,-1 0 0,1 0 0,0 0 0,0 0 0,-1-1 0,1 1 0,0-1 0,-1 1 0,1-1 0,0 0 0,-1 0 0,1 1 0,-1-1 0,1 0 0,-1 0 0,0 0 0,1-1 0,-1 1 0,0 0 0,0-1 0,0 1 0,1 0 0,-2-1 0,1 1 0,0-1 0,0 1 0,0-1 0,-1 0 0,1 1 0,-1-1 0,1-2 0,5-11 0,-6 16 0,0-1 0,0 0 0,0 0 0,0 1 0,0-1 0,0 0 0,0 0 0,0 1 0,1-1 0,-1 0 0,0 0 0,0 0 0,0 1 0,0-1 0,0 0 0,1 0 0,-1 0 0,0 1 0,0-1 0,0 0 0,0 0 0,1 0 0,-1 0 0,0 0 0,0 0 0,1 1 0,-1-1 0,0 0 0,0 0 0,1 0 0,-1 0 0,0 0 0,0 0 0,1 0 0,-1 0 0,0 0 0,0 0 0,1 0 0,-1 0 0,0 0 0,0 0 0,0 0 0,1 0 0,-1 0 0,0-1 0,0 1 0,1 0 0,-1 0 0,0 0 0,0 0 0,0 0 0,1-1 0,-1 1 0,0 0 0,0 0 0,0 0 0,0 0 0,1-1 0,-1 1 0,0 0 0,0 0 0,0-1 0,0 1 0,0 0 0,0-1 0,7 26 0,-6-22 0,4 18 0,-1-1 0,-1 1 0,-1 0 0,-1-1 0,-1 1 0,0 0 0,-7 40 0,6-59 0,1-1 0,-1 1 0,1 0 0,-1-1 0,1 1 0,-1 0 0,0-1 0,0 1 0,0-1 0,0 1 0,-1 1 0,2-3 0,0 0 0,-1 0 0,1 0 0,0 0 0,0 1 0,0-1 0,0 0 0,0 0 0,0 0 0,-1 0 0,1 0 0,0 0 0,0 0 0,0 0 0,0 0 0,0 0 0,-1 0 0,1 0 0,0 0 0,0 0 0,0 0 0,0 0 0,-1 0 0,1 0 0,0 0 0,0 0 0,0 0 0,0 0 0,0 0 0,0-1 0,-1 1 0,1 0 0,0 0 0,0 0 0,0 0 0,0 0 0,0 0 0,0 0 0,0 0 0,-1-1 0,-2-13 0,2-15 0,2 0 0,1 0 0,11-54 0,-7 44 0,-2 19 0,-2-1 0,1 0 0,2 1 0,0-1 0,1 1 0,10-23 0,-15 41 0,0 1 0,0-1 0,0 1 0,0-1 0,0 1 0,0-1 0,0 1 0,1 0 0,-1-1 0,0 1 0,1 0 0,-1 0 0,1 0 0,0 0 0,-1 0 0,1 1 0,-1-1 0,1 0 0,0 1 0,0-1 0,3 0 0,-2 1 0,-1 0 0,1 1 0,0-1 0,0 0 0,-1 1 0,1 0 0,0-1 0,-1 1 0,1 0 0,-1 0 0,1 0 0,-1 1 0,4 2 0,-3-3 0,-1 1 0,1 0 0,-1 0 0,0 0 0,1 0 0,-1 0 0,0 0 0,0 1 0,-1-1 0,1 1 0,0-1 0,-1 1 0,1 0 0,-1 0 0,0-1 0,0 1 0,0 0 0,0 0 0,-1 0 0,1 0 0,-1 0 0,0 0 0,0 0 0,0 0 0,0 1 0,-1 4 0,-2-2 0,0 0 0,0-1 0,-1 0 0,1 0 0,-1 0 0,0 0 0,-1 0 0,1-1 0,-1 0 0,0 0 0,-5 4 0,2-2 0,1 0 0,0 0 0,-12 14 0,18-19 0,0 1 0,1-1 0,-1 0 0,0 0 0,1 1 0,0-1 0,-1 1 0,1-1 0,0 0 0,-1 1 0,1-1 0,0 1 0,0-1 0,0 0 0,0 1 0,0-1 0,1 1 0,-1-1 0,0 0 0,1 1 0,-1-1 0,1 0 0,-1 1 0,1-1 0,0 0 0,-1 0 0,1 1 0,0-1 0,0 0 0,0 0 0,1 1 0,6 6 0,-1-1 0,1-1 0,12 10 0,-6-6 0,-3-3-124,-1 2 0,0 0 0,0 0 0,-1 0 0,0 1 0,0 1-1,-1 0 1,-1 0 0,0 0 0,6 14 0,-9-13-6702</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38.280"/>
    </inkml:context>
    <inkml:brush xml:id="br0">
      <inkml:brushProperty name="width" value="0.05" units="cm"/>
      <inkml:brushProperty name="height" value="0.05" units="cm"/>
    </inkml:brush>
  </inkml:definitions>
  <inkml:trace contextRef="#ctx0" brushRef="#br0">46 25 24575,'-5'-2'0,"0"0"0,0 0 0,0 1 0,-11-2 0,7 1 0,46 8 0,0-2 0,75-1 0,-110-4 0,0 1 0,1 0 0,-1 0 0,0-1 0,0 1 0,0-1 0,0 0 0,1 0 0,1-1 0,-4 2 0,1 0 0,-1 0 0,0-1 0,0 1 0,0 0 0,0 0 0,1 0 0,-1 0 0,0 0 0,0 0 0,0-1 0,0 1 0,0 0 0,0 0 0,0 0 0,1-1 0,-1 1 0,0 0 0,0 0 0,0 0 0,0 0 0,0-1 0,0 1 0,0 0 0,0 0 0,0 0 0,0-1 0,0 1 0,0 0 0,0 0 0,0 0 0,0-1 0,0 1 0,0 0 0,-1 0 0,-11-8 0,9 7 0,1 0 0,-1 0 0,0 1 0,0-1 0,0 1 0,1-1 0,-1 1 0,0 0 0,0 0 0,0 1 0,0-1 0,0 0 0,1 1 0,-1 0 0,0-1 0,0 1 0,1 0 0,-1 1 0,1-1 0,-1 0 0,1 1 0,-1-1 0,1 1 0,0 0 0,0 0 0,-1 0 0,1 0 0,1 0 0,-1 0 0,0 1 0,1-1 0,-1 0 0,-1 5 0,-4 6 0,2 0 0,0 1 0,0 0 0,1 0 0,-3 19 0,-12 123-1365,16-105-5461</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44.193"/>
    </inkml:context>
    <inkml:brush xml:id="br0">
      <inkml:brushProperty name="width" value="0.05" units="cm"/>
      <inkml:brushProperty name="height" value="0.05" units="cm"/>
    </inkml:brush>
  </inkml:definitions>
  <inkml:trace contextRef="#ctx0" brushRef="#br0">95 10 24575,'-12'-5'0,"3"1"0,9 4 0,0 1 0,-1-1 0,1 1 0,-1-1 0,1 1 0,0-1 0,-1 1 0,1-1 0,0 1 0,-1-1 0,1 1 0,0-1 0,0 1 0,0 0 0,-1-1 0,1 1 0,0-1 0,0 1 0,0 0 0,0-1 0,0 2 0,-6 71 0,-3 22 0,2-59-455,-1 0 0,-21 55 0,20-69-6371</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44.565"/>
    </inkml:context>
    <inkml:brush xml:id="br0">
      <inkml:brushProperty name="width" value="0.05" units="cm"/>
      <inkml:brushProperty name="height" value="0.05" units="cm"/>
    </inkml:brush>
  </inkml:definitions>
  <inkml:trace contextRef="#ctx0" brushRef="#br0">0 297 24575,'2'-21'0,"1"1"0,1 0 0,0-1 0,1 2 0,10-23 0,-9 22 0,-1 5 0,1-5 0,13-27 0,-17 43 0,-1 0 0,1 1 0,1-1 0,-1 0 0,0 1 0,1 0 0,-1 0 0,1-1 0,0 2 0,0-1 0,1 0 0,-1 0 0,7-3 0,-8 6 0,1-1 0,-1 0 0,1 1 0,0 0 0,-1 0 0,1 0 0,-1 0 0,1 0 0,0 0 0,-1 0 0,1 1 0,-1 0 0,1-1 0,-1 1 0,1 0 0,-1 0 0,1 0 0,-1 1 0,0-1 0,0 0 0,4 4 0,4 3 0,0 1 0,17 18 0,-27-26 0,11 11 0,-1 0 0,0 0 0,-1 1 0,0 0 0,8 18 0,-15-28 0,-1 0 0,0 0 0,0-1 0,0 1 0,0 0 0,0 0 0,-1 0 0,1 0 0,-1 0 0,0 0 0,0 0 0,0 0 0,0 0 0,-1 0 0,1 0 0,-1 0 0,1 0 0,-1 0 0,0 0 0,0 0 0,-1-1 0,1 1 0,0 0 0,-1-1 0,0 1 0,0-1 0,1 1 0,-1-1 0,-1 0 0,1 0 0,0 0 0,0 0 0,-1 0 0,-4 2 0,-4 2 0,-1 0 0,1-1 0,-1 0 0,0-1 0,0 0 0,-17 2 0,-76 5 0,74-8 0,32-3 0,-1 0 0,0 0 0,0 0 0,0 0 0,0 0 0,1 0 0,-1 0 0,0 0 0,0 0 0,0 0 0,0 0 0,0 0 0,0 0 0,1 0 0,-1 0 0,0 0 0,0 1 0,0-1 0,0 0 0,0 0 0,0 0 0,0 0 0,0 0 0,0 0 0,1 1 0,-1-1 0,0 0 0,0 0 0,0 0 0,0 0 0,0 0 0,0 1 0,0-1 0,0 0 0,0 0 0,0 0 0,0 0 0,0 1 0,0-1 0,0 0 0,0 0 0,0 0 0,0 0 0,0 0 0,-1 1 0,1-1 0,0 0 0,0 0 0,0 0 0,0 0 0,0 0 0,0 0 0,0 1 0,0-1 0,0 0 0,-1 0 0,1 0 0,0 0 0,0 0 0,0 0 0,0 0 0,0 0 0,-1 0 0,1 0 0,0 0 0,13 10 0,-12-10 0,215 139 0,-180-117-1365,-23-15-5461</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44.799"/>
    </inkml:context>
    <inkml:brush xml:id="br0">
      <inkml:brushProperty name="width" value="0.05" units="cm"/>
      <inkml:brushProperty name="height" value="0.05" units="cm"/>
    </inkml:brush>
  </inkml:definitions>
  <inkml:trace contextRef="#ctx0" brushRef="#br0">70 225 24575,'9'-12'0,"1"0"0,-2-1 0,0 0 0,0 0 0,-2-1 0,9-21 0,1-1 0,-11 26 0,-2 5 0,0-1 0,-1 0 0,1 0 0,-1 0 0,-1-1 0,1 1 0,0-8 0,-1 14 0,-1 0 0,0-1 0,0 1 0,0 0 0,0-1 0,0 1 0,0-1 0,0 1 0,0 0 0,-1-1 0,1 1 0,0-1 0,0 1 0,0 0 0,0-1 0,0 1 0,-1 0 0,1-1 0,0 1 0,0 0 0,0-1 0,-1 1 0,1 0 0,0 0 0,-1-1 0,1 1 0,0 0 0,0 0 0,-1-1 0,1 1 0,-1 0 0,-12 2 0,-14 13 0,16-6 0,0 1 0,0 0 0,1 0 0,1 1 0,0 0 0,0 1 0,1-1 0,0 2 0,1-1 0,1 1 0,0 0 0,1 1 0,-5 17 0,8-23 0,0 0 0,1 0 0,0 1 0,0-1 0,1 0 0,0 1 0,0-1 0,1 0 0,0 0 0,1 1 0,0-1 0,0 0 0,0 0 0,1-1 0,1 1 0,-1 0 0,1-1 0,0 0 0,1 0 0,0 0 0,0-1 0,0 1 0,1-1 0,8 7 0,-9-9-227,1 0-1,-1 0 1,1 0-1,0-1 1,12 6-1,3-2-6598</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44.939"/>
    </inkml:context>
    <inkml:brush xml:id="br0">
      <inkml:brushProperty name="width" value="0.05" units="cm"/>
      <inkml:brushProperty name="height" value="0.05" units="cm"/>
    </inkml:brush>
  </inkml:definitions>
  <inkml:trace contextRef="#ctx0" brushRef="#br0">26 14 24575,'-5'0'0,"-1"-2"0,-2-1 0,2 0 0,6 0 0,6 2 0,7 0 0,6 3 0,7 0 0,6 1 0,4-1 0,3 0 0,-1-3 0,-6-1-8191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45.250"/>
    </inkml:context>
    <inkml:brush xml:id="br0">
      <inkml:brushProperty name="width" value="0.05" units="cm"/>
      <inkml:brushProperty name="height" value="0.05" units="cm"/>
    </inkml:brush>
  </inkml:definitions>
  <inkml:trace contextRef="#ctx0" brushRef="#br0">14 50 24575,'2'-28'0,"-2"27"0,1 0 0,-1 0 0,0-1 0,0 1 0,0 0 0,1 0 0,-1 0 0,1 0 0,-1 0 0,1 0 0,-1 0 0,1 0 0,-1 0 0,1 1 0,0-1 0,-1 0 0,1 0 0,0 0 0,0 1 0,0-1 0,0 0 0,1 0 0,-2 3 0,0-1 0,0 1 0,0 0 0,0-1 0,0 1 0,0 0 0,0-1 0,0 1 0,-1-1 0,0 3 0,-6 21 0,0 1 0,2 0 0,1 0 0,2 0 0,0 0 0,2 30 0,1-47 0,0-1 0,1 0 0,0 1 0,0-1 0,1 0 0,0 0 0,0-1 0,1 1 0,0-1 0,5 8 0,-5-10 0,0 0 0,1 0 0,0 0 0,0 0 0,1-1 0,-1 0 0,1 0 0,0 0 0,0-1 0,0 0 0,0 0 0,1 0 0,12 2 0,13 2-1365,-2-4-5461</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48.990"/>
    </inkml:context>
    <inkml:brush xml:id="br0">
      <inkml:brushProperty name="width" value="0.05" units="cm"/>
      <inkml:brushProperty name="height" value="0.05" units="cm"/>
    </inkml:brush>
  </inkml:definitions>
  <inkml:trace contextRef="#ctx0" brushRef="#br0">17 486 24575,'0'1'0,"-1"-1"0,0 0 0,1 0 0,-1 0 0,1 0 0,-1 0 0,0 0 0,1 0 0,-1-1 0,1 1 0,-1 0 0,1 0 0,-1 0 0,0 0 0,1-1 0,-1 1 0,1 0 0,-1-1 0,1 1 0,-1 0 0,1-1 0,0 1 0,-1-1 0,1 1 0,-1 0 0,1-1 0,0 1 0,-1-1 0,1 1 0,0-1 0,0 0 0,-1 1 0,1-1 0,0 1 0,0-1 0,0 1 0,0-1 0,0 0 0,0 1 0,0-1 0,0 1 0,0-1 0,0 1 0,0-1 0,0 0 0,0 1 0,0-1 0,0 1 0,1-1 0,-1 1 0,0-1 0,0 0 0,1 1 0,-1 0 0,0-1 0,1 1 0,0-2 0,22-32 0,-20 31 0,23-28 0,1 1 0,1 1 0,2 2 0,1 1 0,43-28 0,-30 26 0,1 2 0,2 3 0,79-29 0,-48 27 0,2 4 0,0 3 0,1 4 0,0 3 0,96 1 0,-85 9 0,-1 5 0,1 3 0,-2 5 0,132 33 0,-147-23 0,-1 2 0,-1 4 0,-1 3 0,-2 3 0,105 68 0,-174-102 0,29 20 0,34 30 0,-58-44 0,1 0 0,-1 0 0,0 0 0,0 1 0,-1 0 0,0 0 0,-1 1 0,1 0 0,-1-1 0,5 17 0,-10-31 0,0 0 0,0 0 0,1 1 0,-1-1 0,1 0 0,1 0 0,0 0 0,0 0 0,0 0 0,4-11 0,4-7 0,18-36 0,-14 34 0,-13 27 0,0 0 0,0-1 0,0 1 0,0 0 0,0-1 0,0 1 0,0 0 0,0-1 0,0 1 0,0 0 0,0 0 0,1-1 0,-1 1 0,0 0 0,0-1 0,0 1 0,0 0 0,1 0 0,-1-1 0,0 1 0,0 0 0,0 0 0,1 0 0,-1-1 0,0 1 0,1 0 0,-1 0 0,0 0 0,0 0 0,1 0 0,-1-1 0,0 1 0,1 0 0,-1 0 0,0 0 0,1 0 0,-1 0 0,0 0 0,1 0 0,2 15 0,-3 35 0,0-42 0,7 102 0,-7-109 0,-1 1 0,1-1 0,0 0 0,-1 1 0,1-1 0,-1 0 0,1 1 0,-1-1 0,0 0 0,1 0 0,-1 0 0,0 0 0,0 0 0,0 0 0,0 0 0,0 0 0,0 0 0,0 0 0,0 0 0,-1-1 0,1 1 0,0 0 0,0-1 0,-1 1 0,1-1 0,0 1 0,-1-1 0,1 0 0,-3 1 0,-7 1 0,0 0 0,-19 0 0,19-1 0,-33 2-1365,1-1-5461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0.756"/>
    </inkml:context>
    <inkml:brush xml:id="br0">
      <inkml:brushProperty name="width" value="0.05" units="cm"/>
      <inkml:brushProperty name="height" value="0.05" units="cm"/>
    </inkml:brush>
  </inkml:definitions>
  <inkml:trace contextRef="#ctx0" brushRef="#br0">69 82 24575,'-21'-8'0,"18"7"0,-1 1 0,1-1 0,0-1 0,0 1 0,0 0 0,1-1 0,-1 1 0,0-1 0,0 0 0,1 0 0,-1 0 0,1 0 0,0 0 0,-1-1 0,-1-2 0,4 4 0,-1 0 0,1 1 0,0-1 0,0 0 0,0 1 0,0-1 0,0 0 0,0 0 0,0 1 0,0-1 0,0 0 0,0 1 0,0-1 0,0 0 0,0 0 0,0 1 0,1-1 0,-1 0 0,0 1 0,1-1 0,-1 1 0,0-1 0,1 0 0,-1 1 0,1-1 0,-1 1 0,1-1 0,-1 1 0,1-1 0,-1 1 0,1-1 0,-1 1 0,1 0 0,0-1 0,-1 1 0,1 0 0,0-1 0,-1 1 0,1 0 0,1 0 0,32-10 0,-30 10 0,24-5-227,0 1-1,-1 2 1,1 1-1,0 1 1,36 5-1,-42-2-6598</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0.910"/>
    </inkml:context>
    <inkml:brush xml:id="br0">
      <inkml:brushProperty name="width" value="0.05" units="cm"/>
      <inkml:brushProperty name="height" value="0.05" units="cm"/>
    </inkml:brush>
  </inkml:definitions>
  <inkml:trace contextRef="#ctx0" brushRef="#br0">99 0 24575,'-3'3'0,"-1"0"0,0-1 0,0 1 0,0-1 0,-8 3 0,8-3 0,0 0 0,-1 0 0,1 0 0,1 0 0,-1 1 0,-6 4 0,6-2 0,1-1 0,-1 1 0,1 1 0,0-1 0,0 0 0,1 1 0,-1 0 0,1-1 0,1 1 0,-1 0 0,1 0 0,0 0 0,0 0 0,0 10 0,1 10 0,6 52 0,-5-71 0,30 192-1365,-27-169-5461</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1.269"/>
    </inkml:context>
    <inkml:brush xml:id="br0">
      <inkml:brushProperty name="width" value="0.05" units="cm"/>
      <inkml:brushProperty name="height" value="0.05" units="cm"/>
    </inkml:brush>
  </inkml:definitions>
  <inkml:trace contextRef="#ctx0" brushRef="#br0">1 70 24575,'2'-3'0,"1"0"0,-1-1 0,0 1 0,0-1 0,0 0 0,0 0 0,0 0 0,1-8 0,8-14 0,-11 26 0,0 0 0,0 0 0,0-1 0,0 1 0,0 0 0,0 0 0,0 0 0,0 0 0,0 0 0,0 0 0,0 0 0,0 0 0,0-1 0,0 1 0,1 0 0,-1 0 0,0 0 0,0 0 0,0 0 0,0 0 0,0 0 0,0 0 0,0 0 0,1 0 0,-1 0 0,0 0 0,0 0 0,0 0 0,0 0 0,0 0 0,0 0 0,1 0 0,-1 0 0,0 0 0,0 0 0,0 0 0,0 0 0,0 0 0,0 0 0,1 0 0,-1 0 0,0 0 0,0 0 0,0 0 0,0 0 0,0 0 0,0 0 0,0 0 0,0 0 0,1 0 0,-1 0 0,0 1 0,4 9 0,3 18 0,-6-24 0,0 5 0,1 0 0,1 0 0,0 0 0,0 0 0,1 0 0,5 9 0,-7-14 0,1-1 0,0 1 0,0-1 0,0 0 0,0 0 0,0 0 0,0-1 0,1 1 0,-1-1 0,1 0 0,0 1 0,0-2 0,0 1 0,0 0 0,7 1 0,-3-1 0,1-1 0,-1 0 0,0-1 0,0 0 0,1 0 0,-1 0 0,0-1 0,0 0 0,0-1 0,0 0 0,12-4 0,-19 5 0,-1 1 0,1 0 0,-1 0 0,1-1 0,0 1 0,-1 0 0,1 0 0,-1 0 0,1 0 0,0 0 0,-1 0 0,1 0 0,-1 0 0,1 0 0,0 0 0,-1 0 0,1 1 0,-1-1 0,1 0 0,-1 0 0,1 0 0,0 1 0,-1-1 0,1 0 0,-1 1 0,1-1 0,-1 0 0,0 1 0,1-1 0,0 1 0,-1 1 0,1-1 0,-1 0 0,1 1 0,-1-1 0,0 1 0,0-1 0,1 1 0,-1-1 0,0 1 0,0-1 0,0 0 0,-1 3 0,-1 8 0,-1 0 0,-7 17 0,7-20 0,-12 37-341,2 1 0,2 0-1,-6 55 1,15-74-6485</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1.739"/>
    </inkml:context>
    <inkml:brush xml:id="br0">
      <inkml:brushProperty name="width" value="0.05" units="cm"/>
      <inkml:brushProperty name="height" value="0.05" units="cm"/>
    </inkml:brush>
  </inkml:definitions>
  <inkml:trace contextRef="#ctx0" brushRef="#br0">162 245 24575,'-14'-1'0,"-4"2"0,18-1 0,-1 0 0,1 1 0,-1-1 0,1 1 0,0-1 0,-1 1 0,1 0 0,-1-1 0,1 1 0,0-1 0,0 1 0,-1 0 0,1-1 0,0 1 0,0 0 0,0-1 0,-1 1 0,1 0 0,0-1 0,0 1 0,0 0 0,0-1 0,0 1 0,1 0 0,-1-1 0,0 1 0,0 0 0,9 63 0,9 106 0,-18-169 0,0-1 0,0 0 0,0 0 0,0 0 0,0 0 0,0 0 0,0 0 0,0 0 0,0 0 0,0 0 0,0 1 0,0-1 0,0 0 0,0 0 0,0 0 0,0 0 0,0 0 0,0 0 0,0 0 0,0 0 0,0 0 0,0 1 0,0-1 0,0 0 0,0 0 0,0 0 0,0 0 0,0 0 0,0 0 0,0 0 0,0 0 0,0 0 0,0 1 0,0-1 0,0 0 0,-1 0 0,1 0 0,0 0 0,0 0 0,0 0 0,0 0 0,0 0 0,0 0 0,0 0 0,0 0 0,0 0 0,0 0 0,-1 0 0,1 0 0,0 0 0,0 0 0,0 0 0,0 0 0,0 0 0,0 0 0,0 0 0,0 0 0,-1 0 0,-4-6 0,-6-14 0,-63-137 0,60 121 0,0-1 0,-11-54 0,23 80 0,1 0 0,0 1 0,0-1 0,1 0 0,0 1 0,1-1 0,4-19 0,-5 28 0,1 0 0,-1-1 0,1 1 0,0 0 0,-1 0 0,1-1 0,0 1 0,0 0 0,1 0 0,-1 0 0,0 0 0,1 0 0,-1 0 0,1 1 0,0-1 0,-1 0 0,1 1 0,0 0 0,0-1 0,0 1 0,0 0 0,0 0 0,1 0 0,-1 0 0,0 0 0,0 0 0,1 1 0,-1-1 0,0 1 0,1 0 0,-1-1 0,0 1 0,1 0 0,-1 0 0,1 1 0,-1-1 0,0 0 0,1 1 0,-1 0 0,3 1 0,0-1 12,-1 0 1,0 1-1,0 0 0,0 0 0,0 0 0,0 0 1,0 1-1,-1-1 0,1 1 0,-1 0 0,0 0 1,0 1-1,0-1 0,0 0 0,0 1 0,-1 0 0,1 0 1,-1 0-1,0 0 0,0 0 0,-1 0 0,1 0 1,-1 0-1,0 1 0,0-1 0,0 1 0,-1 5 1,1-2-135,-1 1 0,-1 0 0,0 0 0,0-1 0,0 1 0,-1-1 0,-1 1 0,1-1 0,-1 0 1,-1 0-1,0 0 0,0 0 0,-5 7 0,1-3-6704</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2.111"/>
    </inkml:context>
    <inkml:brush xml:id="br0">
      <inkml:brushProperty name="width" value="0.05" units="cm"/>
      <inkml:brushProperty name="height" value="0.05" units="cm"/>
    </inkml:brush>
  </inkml:definitions>
  <inkml:trace contextRef="#ctx0" brushRef="#br0">44 118 24575,'-5'0'0,"1"1"0,-1 0 0,0 0 0,1 0 0,-6 2 0,9-3 0,1 0 0,0 0 0,-1 0 0,1 0 0,-1 0 0,1 1 0,-1-1 0,1 0 0,0 0 0,-1 0 0,1 0 0,-1 1 0,1-1 0,0 0 0,-1 0 0,1 1 0,0-1 0,-1 0 0,1 1 0,0-1 0,-1 0 0,1 1 0,0-1 0,0 0 0,-1 1 0,1-1 0,0 1 0,0-1 0,0 0 0,0 1 0,0-1 0,-1 1 0,1-1 0,0 1 0,0-1 0,0 1 0,0-1 0,0 0 0,0 1 0,0-1 0,1 1 0,-1-1 0,0 1 0,0-1 0,0 1 0,0-1 0,0 0 0,1 1 0,-1-1 0,0 0 0,0 1 0,1-1 0,-1 1 0,0-1 0,1 0 0,-1 0 0,0 1 0,1-1 0,-1 0 0,0 0 0,1 1 0,-1-1 0,1 0 0,-1 0 0,1 0 0,-1 0 0,0 1 0,1-1 0,8 3 0,-1 0 0,1-1 0,-1 0 0,1 0 0,0-1 0,0 0 0,0 0 0,0-1 0,11-1 0,-1 0 0,1 1 0,0 0 0,0-2 0,20-4 0,-33 5 0,0-1 0,0 0 0,-1 0 0,1-1 0,0 0 0,-1 0 0,0-1 0,1 1 0,-1-1 0,-1-1 0,11-8 0,-15 12 0,0-1 0,1 1 0,-1-1 0,0 1 0,0-1 0,0 1 0,0-1 0,-1 0 0,1 1 0,0-1 0,-1 0 0,1 0 0,-1 0 0,0 1 0,1-1 0,-1 0 0,0 0 0,0 0 0,0 0 0,0 0 0,-1 1 0,1-1 0,0 0 0,-1 0 0,1 0 0,-1 1 0,0-1 0,1 0 0,-1 1 0,0-1 0,0 0 0,0 1 0,0-1 0,-1 1 0,1 0 0,0-1 0,-1 1 0,1 0 0,-2-2 0,-3-1 0,0-1 0,1 1 0,-2 0 0,1 1 0,0 0 0,-1 0 0,1 0 0,-1 0 0,-8-1 0,8 3 0,0 0 0,0 1 0,0 0 0,0 0 0,0 0 0,0 1 0,0 0 0,0 1 0,0-1 0,1 1 0,-1 1 0,1-1 0,-1 1 0,1 0 0,0 1 0,0-1 0,0 1 0,0 0 0,1 1 0,-6 5 0,7-6 0,1-1 0,0 1 0,0-1 0,0 1 0,1 0 0,-1 0 0,1 0 0,0 1 0,0-1 0,0 0 0,1 1 0,0 0 0,0-1 0,0 1 0,0-1 0,1 1 0,-1 0 0,1 0 0,1-1 0,-1 1 0,0 0 0,1-1 0,0 1 0,0 0 0,1-1 0,-1 1 0,1-1 0,0 0 0,0 1 0,4 5 0,2 0-151,0 0-1,0-1 0,1 0 0,0-1 1,0 1-1,1-2 0,0 1 1,20 10-1,10 3-6674</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1.516"/>
    </inkml:context>
    <inkml:brush xml:id="br0">
      <inkml:brushProperty name="width" value="0.05" units="cm"/>
      <inkml:brushProperty name="height" value="0.05" units="cm"/>
    </inkml:brush>
  </inkml:definitions>
  <inkml:trace contextRef="#ctx0" brushRef="#br0">120 3 24575,'-22'-1'0,"14"1"0,0-1 0,0 1 0,-1 0 0,1 1 0,0 0 0,0 0 0,0 0 0,0 1 0,0 1 0,-9 3 0,17-6 0,1 0 0,-1 0 0,0 0 0,0 0 0,0 0 0,1 0 0,-1 0 0,0 0 0,0 0 0,0 0 0,1 0 0,-1 0 0,0 0 0,0 0 0,0 0 0,0 0 0,1 0 0,-1 1 0,0-1 0,0 0 0,0 0 0,0 0 0,1 0 0,-1 0 0,0 0 0,0 1 0,0-1 0,0 0 0,0 0 0,0 0 0,1 0 0,-1 1 0,0-1 0,0 0 0,0 0 0,0 0 0,0 0 0,0 1 0,0-1 0,0 0 0,0 0 0,0 0 0,0 1 0,0-1 0,0 0 0,0 0 0,0 0 0,0 1 0,0-1 0,0 0 0,0 0 0,0 0 0,-1 1 0,1-1 0,0 0 0,0 0 0,0 0 0,0 0 0,0 0 0,0 1 0,0-1 0,-1 0 0,1 0 0,0 0 0,0 0 0,0 0 0,0 0 0,-1 1 0,19 2 0,286 2 0,-183-7 0,560 12 0,-655-9 0,-17 0 0,0 0 0,0-1 0,1 0 0,-1-1 0,0 1 0,14-5 0,-18 1-1365</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1.828"/>
    </inkml:context>
    <inkml:brush xml:id="br0">
      <inkml:brushProperty name="width" value="0.05" units="cm"/>
      <inkml:brushProperty name="height" value="0.05" units="cm"/>
    </inkml:brush>
  </inkml:definitions>
  <inkml:trace contextRef="#ctx0" brushRef="#br0">86 10 24575,'-54'-5'0,"23"0"0,101 30 0,-13-8 0,68 22 0,-105-32 0,0 2 0,-1 0 0,36 23 0,-51-29 0,1 1 0,-1-1 0,1 1 0,-1 0 0,0 0 0,-1 1 0,1-1 0,-1 1 0,0 0 0,0-1 0,4 10 0,-6-11 0,0 0 0,0 0 0,-1 0 0,1 0 0,-1 0 0,0 0 0,0 0 0,0 0 0,0 0 0,-1 0 0,1 0 0,-1 0 0,1 0 0,-1 0 0,0-1 0,0 1 0,-1 0 0,1 0 0,-1-1 0,1 1 0,-1-1 0,0 1 0,-3 3 0,-4 3 0,-1 0 0,0 0 0,-1 0 0,0-2 0,0 1 0,-1-1 0,-18 7 0,-91 32 0,121-46 0,-102 30-1365,62-20-5461</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3.054"/>
    </inkml:context>
    <inkml:brush xml:id="br0">
      <inkml:brushProperty name="width" value="0.05" units="cm"/>
      <inkml:brushProperty name="height" value="0.05" units="cm"/>
    </inkml:brush>
  </inkml:definitions>
  <inkml:trace contextRef="#ctx0" brushRef="#br0">0 3 24575,'0'-2'0,"0"3"0,0 5 0,0 5 0,3 8 0,0 5 0,2 6 0,1 4 0,-2 4 0,-1 0 0,0 0 0,0-1 0,1-3 0,-1-3 0,-1-3 0,0-3 0,-1-5-8191</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3.380"/>
    </inkml:context>
    <inkml:brush xml:id="br0">
      <inkml:brushProperty name="width" value="0.05" units="cm"/>
      <inkml:brushProperty name="height" value="0.05" units="cm"/>
    </inkml:brush>
  </inkml:definitions>
  <inkml:trace contextRef="#ctx0" brushRef="#br0">14 233 24575,'-3'-10'0,"0"0"0,1 0 0,0-1 0,0 1 0,1-1 0,0 1 0,1 0 0,1-13 0,-1 15 0,0 3 0,0 0 0,1 1 0,-1-1 0,1 0 0,0 1 0,0-1 0,1 1 0,-1-1 0,1 1 0,0 0 0,0-1 0,0 1 0,1 0 0,0 0 0,0 1 0,0-1 0,4-4 0,-2 4 0,0 0 0,1 0 0,-1 1 0,1 0 0,0 0 0,0 0 0,0 1 0,0 0 0,1 0 0,-1 0 0,9 0 0,-2 0 0,0 1 0,0 1 0,0 0 0,0 1 0,0 0 0,0 1 0,-1 0 0,1 1 0,-1 0 0,1 2 0,-1-1 0,14 8 0,-20-8 0,0-1 0,-1 1 0,0-1 0,0 2 0,0-1 0,0 0 0,-1 1 0,1 0 0,-1 0 0,-1 0 0,1 1 0,-1-1 0,0 1 0,0 0 0,0 0 0,-1 0 0,0 0 0,0 0 0,1 10 0,-2-7 0,-1-1 0,0 1 0,0-1 0,-1 1 0,0-1 0,-1 0 0,1 1 0,-2-1 0,1 0 0,-1 0 0,-1 0 0,1 0 0,-1-1 0,-8 11 0,3-5 0,-1 0 0,-1-1 0,0 0 0,0-1 0,-1 0 0,-26 17 0,30-22 0,-2 0 0,1-1 0,-1 0 0,1 0 0,-1-2 0,-1 1 0,1-1 0,0 0 0,-1-1 0,0 0 0,-13 0 0,20-2-65,0 0 0,0-1 0,0 1 0,0-1 0,1 0 0,-1 0 0,0 0 0,1 0 0,-1-1 0,0 1 0,1-1 0,0 0 0,-1 0 0,1 0 0,0-1 0,0 1 0,0-1 0,1 1 0,-1-1 0,-3-5 0,-3-7-6761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3.816"/>
    </inkml:context>
    <inkml:brush xml:id="br0">
      <inkml:brushProperty name="width" value="0.05" units="cm"/>
      <inkml:brushProperty name="height" value="0.05" units="cm"/>
    </inkml:brush>
  </inkml:definitions>
  <inkml:trace contextRef="#ctx0" brushRef="#br0">232 86 24575,'-7'0'0,"0"-1"0,0 0 0,1 0 0,-1-1 0,-12-4 0,16 4 0,-1 0 0,0 1 0,1-1 0,-1 1 0,0 0 0,0 0 0,0 1 0,0-1 0,1 1 0,-1 0 0,0 0 0,0 0 0,0 1 0,0-1 0,0 1 0,0 0 0,0 0 0,1 0 0,-1 0 0,-6 4 0,3 0 0,0 0 0,0 1 0,0 0 0,1 0 0,0 1 0,0-1 0,0 1 0,1 1 0,0-1 0,1 1 0,-1 0 0,2 0 0,-1 0 0,1 0 0,-3 13 0,4-16 0,1 0 0,0 0 0,0 0 0,1 0 0,0 0 0,-1 0 0,1 0 0,1 0 0,-1 0 0,1 0 0,0 0 0,0 0 0,1-1 0,-1 1 0,1 0 0,0-1 0,0 1 0,1-1 0,-1 1 0,1-1 0,0 0 0,0 0 0,1 0 0,-1-1 0,1 1 0,-1-1 0,1 0 0,6 4 0,-5-4 0,1 1 0,0-2 0,0 1 0,0 0 0,0-1 0,1 0 0,-1-1 0,1 0 0,-1 0 0,1 0 0,-1 0 0,1-1 0,-1 0 0,1-1 0,-1 0 0,1 0 0,11-3 0,-9 1 0,-1 0 0,0-1 0,0 0 0,0 0 0,-1-1 0,1 0 0,-1 0 0,0-1 0,0 0 0,-1 0 0,0-1 0,7-8 0,-8 7 0,1 1 0,-2-1 0,1-1 0,-1 1 0,0-1 0,0 1 0,-1-1 0,-1 0 0,1 0 0,-1 0 0,1-16 0,-3 18 0,0 0 0,0 0 0,-1 1 0,0-1 0,0 0 0,-1 1 0,0-1 0,0 1 0,0 0 0,-1-1 0,1 1 0,-2 0 0,1 0 0,-1 1 0,0-1 0,0 1 0,-6-6 0,6 7-72,-1 0 1,0 0-1,1 1 0,-1-1 0,-1 1 0,1 0 0,0 1 0,-1-1 1,0 1-1,1 0 0,-1 1 0,0-1 0,0 1 0,0 1 0,0-1 1,0 1-1,0 0 0,-10 1 0,0 2-6754</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4.236"/>
    </inkml:context>
    <inkml:brush xml:id="br0">
      <inkml:brushProperty name="width" value="0.05" units="cm"/>
      <inkml:brushProperty name="height" value="0.05" units="cm"/>
    </inkml:brush>
  </inkml:definitions>
  <inkml:trace contextRef="#ctx0" brushRef="#br0">269 109 24575,'6'-3'0,"-1"-1"0,1 0 0,0 0 0,-1 0 0,0-1 0,0 0 0,0 0 0,-1 0 0,5-7 0,-8 11 0,0-1 0,0 1 0,0-1 0,-1 1 0,1-1 0,0 1 0,-1-1 0,0 0 0,1 1 0,-1-1 0,0 1 0,0-1 0,1 0 0,-1 1 0,-1-1 0,1 0 0,0-2 0,-1 3 0,0-1 0,0 1 0,0-1 0,0 1 0,0 0 0,0-1 0,0 1 0,0 0 0,-1 0 0,1 0 0,0 0 0,-1 0 0,1 0 0,-1 0 0,1 1 0,-1-1 0,1 0 0,-1 1 0,0-1 0,1 1 0,-3-1 0,-10-1 0,-1 1 0,1 0 0,0 0 0,0 2 0,-1-1 0,1 2 0,0 0 0,0 1 0,0 0 0,0 1 0,0 1 0,1 0 0,0 1 0,0 0 0,-14 10 0,25-15 0,-1 1 0,1-1 0,0 1 0,0 0 0,0 0 0,0 0 0,0 0 0,0 0 0,1 0 0,-1 0 0,1 1 0,-1-1 0,1 0 0,0 1 0,0 0 0,0-1 0,0 4 0,0-4 0,1 1 0,0-1 0,0 0 0,1 1 0,-1-1 0,0 0 0,1 0 0,0 1 0,-1-1 0,1 0 0,0 0 0,0 0 0,0 0 0,0 0 0,1 0 0,-1 0 0,0 0 0,1 0 0,0-1 0,2 4 0,9 4 0,0 1 0,0-2 0,0 0 0,1 0 0,0-2 0,1 0 0,24 8 0,-20-8 0,-1 0 0,0 2 0,0 0 0,20 14 0,-37-21 0,1-1 0,-1 1 0,0 0 0,1 0 0,-1 0 0,0 0 0,0 0 0,0 0 0,0 0 0,0 1 0,0-1 0,0 0 0,-1 0 0,1 1 0,0-1 0,-1 1 0,1-1 0,-1 0 0,1 1 0,-1-1 0,0 1 0,1 2 0,-2-3 0,0 1 0,1 0 0,-1-1 0,0 1 0,1-1 0,-1 1 0,0-1 0,0 0 0,0 1 0,-1-1 0,1 0 0,0 0 0,0 1 0,-1-1 0,1 0 0,0 0 0,-1-1 0,1 1 0,-1 0 0,-1 0 0,-10 5 0,0-2 0,0 1 0,0-2 0,0 0 0,-1 0 0,1-1 0,-1-1 0,0 0 0,1-1 0,-1-1 0,0 0 0,1-1 0,-1 0 0,1-1 0,0 0 0,0-1 0,-16-7 0,25 8-227,0 1-1,-1-1 1,1 1-1,0-1 1,-4-5-1,0-1-6598</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4.643"/>
    </inkml:context>
    <inkml:brush xml:id="br0">
      <inkml:brushProperty name="width" value="0.05" units="cm"/>
      <inkml:brushProperty name="height" value="0.05" units="cm"/>
    </inkml:brush>
  </inkml:definitions>
  <inkml:trace contextRef="#ctx0" brushRef="#br0">25 104 24575,'-3'-4'0,"0"1"0,0 1 0,1-1 0,-1 0 0,1-1 0,0 1 0,-3-6 0,4 9 0,1-1 0,0 0 0,0 0 0,0 0 0,0 0 0,0 1 0,0-1 0,0 0 0,0 0 0,0 0 0,0 0 0,0 1 0,0-1 0,0 0 0,1 0 0,-1 0 0,0 1 0,1-1 0,-1 0 0,0 0 0,1 1 0,-1-1 0,1 0 0,0 1 0,-1-1 0,1 0 0,-1 1 0,1-1 0,0 1 0,-1-1 0,1 1 0,0 0 0,0-1 0,-1 1 0,1 0 0,0-1 0,1 1 0,6-4 0,1 1 0,-1 1 0,1 0 0,0 0 0,-1 0 0,1 1 0,15 1 0,65 5 0,-69-3 0,3-1 0,-1 2 0,43 11 0,-182-50 0,102 30 0,9 3 0,0 1 0,-1-1 0,1 2 0,-1-1 0,1 1 0,-10-1 0,14 2 0,0 0 0,0 0 0,1 0 0,-1 1 0,0-1 0,1 1 0,-1-1 0,0 1 0,1 0 0,-1-1 0,0 1 0,1 0 0,0 0 0,-1 0 0,1 0 0,-1 1 0,1-1 0,0 0 0,0 1 0,0-1 0,0 0 0,0 1 0,0-1 0,0 1 0,0 0 0,0-1 0,1 1 0,-1 0 0,0 2 0,-5 16 0,1 1 0,1 0 0,-2 30 0,2 66 0,3-86-273,2-1 0,1 1 0,2 0 0,10 44 0,-7-54-6553</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8.174"/>
    </inkml:context>
    <inkml:brush xml:id="br0">
      <inkml:brushProperty name="width" value="0.05" units="cm"/>
      <inkml:brushProperty name="height" value="0.05" units="cm"/>
    </inkml:brush>
  </inkml:definitions>
  <inkml:trace contextRef="#ctx0" brushRef="#br0">277 0 24575,'-4'4'0,"-1"0"0,1-1 0,-1 0 0,-10 6 0,-10 6 0,7 0 0,0 1 0,1 0 0,1 2 0,0 0 0,1 1 0,1 0 0,1 1 0,1 1 0,-13 28 0,15-25 0,1 0 0,1 1 0,0-1 0,2 2 0,1-1 0,2 1 0,0-1 0,1 39 0,3-45-68,2 0 0,0 0-1,1 0 1,0-1 0,2 1 0,0-1-1,1 0 1,1-1 0,1 0 0,0 0-1,1-1 1,1 0 0,1 0 0,0-1-1,1-1 1,0 0 0,1-1-1,1-1 1,17 12 0,16 8-6758</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18.888"/>
    </inkml:context>
    <inkml:brush xml:id="br0">
      <inkml:brushProperty name="width" value="0.05" units="cm"/>
      <inkml:brushProperty name="height" value="0.05" units="cm"/>
    </inkml:brush>
  </inkml:definitions>
  <inkml:trace contextRef="#ctx0" brushRef="#br0">1 4 24575,'0'-2'0,"4"1"0,5 6 0,7 8 0,7 12 0,10 11 0,9 10 0,5 12 0,5 7 0,2 7 0,-5 5 0,-11 0 0,-17 0 0,-24-5 0,-29-5 0,-32-5 0,-6-13-8191</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4.007"/>
    </inkml:context>
    <inkml:brush xml:id="br0">
      <inkml:brushProperty name="width" value="0.05" units="cm"/>
      <inkml:brushProperty name="height" value="0.05" units="cm"/>
    </inkml:brush>
  </inkml:definitions>
  <inkml:trace contextRef="#ctx0" brushRef="#br0">26 15 24575,'-5'0'0,"-3"0"0,-1-2 0,6-1 0,8 0 0,10 0 0,14 2 0,16 0 0,15 0 0,14 1 0,17 0 0,15 0 0,11 0 0,8 0 0,4 3 0,1 0 0,-6 0 0,-24-1-8191</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4.181"/>
    </inkml:context>
    <inkml:brush xml:id="br0">
      <inkml:brushProperty name="width" value="0.05" units="cm"/>
      <inkml:brushProperty name="height" value="0.05" units="cm"/>
    </inkml:brush>
  </inkml:definitions>
  <inkml:trace contextRef="#ctx0" brushRef="#br0">6 0 24575,'-3'3'0,"0"2"0,7 3 0,17 0 0,21-1 0,26-2 0,27-1 0,28 0 0,25 2 0,-13 0-8191</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6.048"/>
    </inkml:context>
    <inkml:brush xml:id="br0">
      <inkml:brushProperty name="width" value="0.05" units="cm"/>
      <inkml:brushProperty name="height" value="0.05" units="cm"/>
    </inkml:brush>
  </inkml:definitions>
  <inkml:trace contextRef="#ctx0" brushRef="#br0">110 0 24575,'-2'20'0,"-1"-1"0,-8 31 0,0 2 0,-14 81 0,-26 186 0,47-272 0,1 1 0,3 0 0,2 0 0,14 80 0,-15-120 0,0 1 0,1-1 0,1 0 0,0 0 0,0-1 0,0 1 0,6 9 0,-8-15 0,1 0 0,0 0 0,-1-1 0,1 1 0,0 0 0,0-1 0,0 1 0,0-1 0,0 0 0,0 0 0,0 1 0,1-1 0,-1-1 0,0 1 0,1 0 0,-1-1 0,0 1 0,1-1 0,-1 1 0,1-1 0,-1 0 0,1 0 0,-1 0 0,1-1 0,-1 1 0,0-1 0,1 1 0,2-2 0,35-7 0,1 2 0,-1 2 0,1 2 0,50 2 0,165 21 0,-36-1 0,-203-19 0,-8 1 0,0 0 0,0-1 0,0-1 0,12-2 0,-20 4-31,-1-1 0,0 0 0,1 0 0,-1 0 0,0 0 0,1 0 0,-1 0 0,0 0 0,1-1 0,-1 1 0,0 0 0,1 0 0,-1 0 0,0 0 0,0 0 0,1 0 0,-1-1 0,0 1 0,1 0 0,-1 0 0,0 0 0,0-1 0,1 1 0,-1 0-1,0 0 1,0-1 0,0 1 0,0 0 0,1 0 0,-1-1 0,0 1 0,0 0 0,0-1 0,0 1 0,0 0 0,0-1 0,0 1 0,0 0 0,0-1 0,0 1 0,0 0 0,0-1 0,0 1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6.545"/>
    </inkml:context>
    <inkml:brush xml:id="br0">
      <inkml:brushProperty name="width" value="0.05" units="cm"/>
      <inkml:brushProperty name="height" value="0.05" units="cm"/>
    </inkml:brush>
  </inkml:definitions>
  <inkml:trace contextRef="#ctx0" brushRef="#br0">16 30 24575,'-9'-18'0,"2"6"0,8 12 0,0 0 0,0 0 0,0 0 0,0 0 0,0 0 0,0 0 0,0 1 0,0-1 0,-1 0 0,1 0 0,0 1 0,0-1 0,0 0 0,0 1 0,-1-1 0,1 1 0,0-1 0,0 1 0,0 0 0,23 12 0,0 2 0,37 29 0,-54-38 0,0 0 0,0 0 0,0 1 0,-1 0 0,0 1 0,-1-1 0,1 1 0,-1 0 0,-1 0 0,0 1 0,6 15 0,-9-20 11,0 0 0,0-1-1,-1 1 1,0 0 0,1 0-1,-1 0 1,-1 0 0,1 0-1,-1 0 1,1 0 0,-1 0-1,0 0 1,0 0 0,-1-1-1,-1 5 1,0-3 8,0 0 0,-1 1 0,0-2 0,0 1 0,0 0 0,0-1 0,-1 0 0,-8 7 0,-6 0-361,1 0 1,-1-1 0,0-1-1,-30 9 1,24-10-6485</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7.182"/>
    </inkml:context>
    <inkml:brush xml:id="br0">
      <inkml:brushProperty name="width" value="0.05" units="cm"/>
      <inkml:brushProperty name="height" value="0.05" units="cm"/>
    </inkml:brush>
  </inkml:definitions>
  <inkml:trace contextRef="#ctx0" brushRef="#br0">0 1 24575,'0'2'0,"0"6"0,0 5 0,0 6 0,0 7 0,0 5 0,2 7 0,1 4 0,0 1 0,0 1 0,-2-3 0,0-5 0,0-8 0,-1-7-8191</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7.336"/>
    </inkml:context>
    <inkml:brush xml:id="br0">
      <inkml:brushProperty name="width" value="0.05" units="cm"/>
      <inkml:brushProperty name="height" value="0.05" units="cm"/>
    </inkml:brush>
  </inkml:definitions>
  <inkml:trace contextRef="#ctx0" brushRef="#br0">21 39 24575,'-2'-5'0,"-4"-1"0,1-2 0,-1-2 0,5 1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7.553"/>
    </inkml:context>
    <inkml:brush xml:id="br0">
      <inkml:brushProperty name="width" value="0.05" units="cm"/>
      <inkml:brushProperty name="height" value="0.05" units="cm"/>
    </inkml:brush>
  </inkml:definitions>
  <inkml:trace contextRef="#ctx0" brushRef="#br0">17 0 24575,'-3'0'0,"-2"3"0,-1 2 0,3 3 0,4 5 0,3 5 0,-1 6 0,3 6 0,-1 7 0,0 7 0,-1 2 0,-2 4 0,-1-1 0,-1-2 0,1-3 0,-2-6 0,1-6 0,0-9-8191</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7.880"/>
    </inkml:context>
    <inkml:brush xml:id="br0">
      <inkml:brushProperty name="width" value="0.05" units="cm"/>
      <inkml:brushProperty name="height" value="0.05" units="cm"/>
    </inkml:brush>
  </inkml:definitions>
  <inkml:trace contextRef="#ctx0" brushRef="#br0">9 233 24575,'0'0'0,"0"0"0,0 0 0,-1 0 0,1 0 0,0 0 0,-1 0 0,1 0 0,0 0 0,0 0 0,-1 0 0,1 0 0,0 0 0,-1 0 0,1 0 0,0 0 0,-1 0 0,1 0 0,0 0 0,0 0 0,-1 0 0,1-1 0,0 1 0,0 0 0,-1 0 0,1 0 0,0-1 0,0 1 0,0 0 0,-1 0 0,1 0 0,0-1 0,0 1 0,0 0 0,0-1 0,0 1 0,-1-1 0,2 1 0,-1 0 0,0-1 0,0 1 0,1-1 0,-1 1 0,1 0 0,-1-1 0,0 1 0,1 0 0,-1-1 0,1 1 0,-1 0 0,1-1 0,-1 1 0,0 0 0,1 0 0,-1 0 0,1 0 0,0-1 0,-1 1 0,1 0 0,0 0 0,24-2 0,-1 1 0,33 2 0,-27 0 0,45-4 0,-67 3 0,0-2 0,0 1 0,-1-1 0,1 0 0,0-1 0,-1 1 0,0-2 0,0 1 0,0-1 0,10-6 0,-14 6 0,1 1 0,-1-1 0,1 1 0,-1-1 0,0 0 0,-1 0 0,1 0 0,-1-1 0,0 1 0,0-1 0,0 1 0,0-1 0,-1 0 0,0 1 0,0-1 0,1-6 0,-2 3 0,1 0 0,-1 0 0,0 0 0,-1 1 0,0-1 0,0 0 0,-1 0 0,0 1 0,-4-11 0,5 16 0,1 1 0,0 0 0,-1 0 0,0 0 0,1 0 0,-1 0 0,0-1 0,1 1 0,-1 0 0,0 1 0,0-1 0,0 0 0,0 0 0,0 0 0,-2-1 0,2 2 0,1 0 0,-1 0 0,1 0 0,-1 0 0,1 0 0,-1 0 0,0 0 0,1 0 0,-1 0 0,1 0 0,-1 0 0,1 0 0,-1 0 0,0 1 0,1-1 0,-1 0 0,1 0 0,-1 1 0,1-1 0,-1 0 0,1 1 0,0-1 0,-1 0 0,0 1 0,-2 3 0,0 0 0,0 0 0,1 1 0,-1-1 0,1 0 0,-3 9 0,-6 14 0,2 0 0,1 1 0,-6 43 0,12-54 0,0-1 0,1 1 0,1 0 0,1-1 0,0 1 0,1 0 0,6 24 0,-5-32-195,1 0 0,-1-1 0,1 1 0,0-1 0,1 0 0,7 9 0,8 7-6631</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8.660"/>
    </inkml:context>
    <inkml:brush xml:id="br0">
      <inkml:brushProperty name="width" value="0.05" units="cm"/>
      <inkml:brushProperty name="height" value="0.05" units="cm"/>
    </inkml:brush>
  </inkml:definitions>
  <inkml:trace contextRef="#ctx0" brushRef="#br0">14 29 24575,'-4'-8'0,"-5"-10"0,9 16 0,7 10 0,13 22 0,-1 1 0,-1 1 0,-1 0 0,-2 2 0,-1 0 0,17 68 0,-27-83 0,-1 0 0,0 0 0,-2 0 0,-1 36 0,5-124 0,5 13 0,2 0 0,34-92 0,-45 146 0,9-23 0,-9 24 0,-1 0 0,0 0 0,1 1 0,-1-1 0,1 0 0,-1 0 0,1 0 0,-1 1 0,1-1 0,0 0 0,-1 1 0,1-1 0,0 0 0,0 1 0,-1-1 0,1 1 0,0-1 0,0 1 0,0-1 0,0 1 0,0-1 0,0 2 0,-1-1 0,1 0 0,-1 1 0,1-1 0,-1 0 0,1 1 0,-1-1 0,1 1 0,-1-1 0,0 1 0,1-1 0,-1 1 0,0-1 0,0 1 0,1-1 0,-1 1 0,0-1 0,0 1 0,0-1 0,0 1 0,1-1 0,-1 1 0,0 0 0,0 0 0,1 18 0,-1-16 0,-2 63 0,1-49 0,0 1 0,1-1 0,1 1 0,6 34 0,-7-51 0,0 0 0,0 0 0,0 0 0,1 0 0,-1 0 0,0-1 0,0 1 0,1 0 0,-1 0 0,1 0 0,-1-1 0,1 1 0,-1 0 0,1 0 0,-1-1 0,1 1 0,0 0 0,-1-1 0,1 1 0,0-1 0,0 1 0,1 0 0,-2-1 0,1 0 0,0 0 0,0 0 0,0-1 0,0 1 0,-1 0 0,1 0 0,0 0 0,0-1 0,-1 1 0,1 0 0,0-1 0,0 1 0,-1-1 0,1 1 0,0-1 0,-1 1 0,1-1 0,0-1 0,6-6 0,-1 0 0,0 0 0,6-13 0,-4 7 0,-1 5 0,0 0 0,0 1 0,1-1 0,0 1 0,14-11 0,-20 18 0,0 0 0,-1 0 0,1 0 0,0 0 0,-1 0 0,1 0 0,0 1 0,0-1 0,0 0 0,0 1 0,0 0 0,0 0 0,0-1 0,0 1 0,-1 0 0,5 1 0,-4 0 0,0-1 0,-1 1 0,1 0 0,0 0 0,-1 1 0,1-1 0,0 0 0,-1 0 0,0 1 0,1-1 0,-1 1 0,0-1 0,0 1 0,0-1 0,0 1 0,0 0 0,0 0 0,0 0 0,0-1 0,0 4 0,3 8 0,-1 0 0,0 0 0,1 18 0,-4-23 0,1 0 0,0 1 0,0-1 0,1 0 0,0-1 0,0 1 0,1 0 0,0-1 0,0 1 0,1-1 0,0 0 0,7 9 0,-10-15 0,0 1 0,1-1 0,-1 0 0,0 0 0,1 0 0,0 0 0,-1 0 0,1 0 0,-1 0 0,1 0 0,0-1 0,0 1 0,-1-1 0,1 1 0,0-1 0,0 0 0,3 0 0,-1 0 0,0 0 0,0-1 0,0 0 0,-1 0 0,1 0 0,0 0 0,0 0 0,3-3 0,6-4 0,0 0 0,-1 0 0,16-14 0,-26 20 0,15-13 0,0-1 0,-1-1 0,0-1 0,22-34 0,-30 40 0,0-2 0,-1 1 0,0-1 0,-1 0 0,-1 0 0,-1 0 0,0-1 0,3-20 0,-6 31 0,-1 0 0,0 0 0,0 1 0,-1-1 0,1 0 0,-1 0 0,0 0 0,-2-7 0,3 11 0,-1-1 0,1 0 0,0 1 0,-1-1 0,1 0 0,0 1 0,-1-1 0,1 1 0,-1-1 0,1 1 0,-1-1 0,1 1 0,-1-1 0,0 1 0,1-1 0,-1 1 0,0 0 0,1-1 0,-1 1 0,-1-1 0,1 1 0,0 0 0,0 1 0,0-1 0,0 0 0,0 0 0,0 0 0,0 1 0,0-1 0,0 1 0,0-1 0,0 1 0,0-1 0,0 1 0,0-1 0,1 1 0,-1 0 0,0-1 0,0 1 0,0 1 0,-2 2 0,0 0 0,0 0 0,0 0 0,0 1 0,1-1 0,0 1 0,0 0 0,0 0 0,1 0 0,0 0 0,0 0 0,0 0 0,0 0 0,1 0 0,0 0 0,0 0 0,1 6 0,1 9 0,0 0 0,11 38 0,-3-27 0,17 37 0,-15-39 0,13 43 0,-24-68 0,1 1 0,-2-1 0,1 1 0,0-1 0,-1 1 0,0-1 0,0 1 0,-1-1 0,1 1 0,-2 6 0,1-8 0,0-1 0,0 0 0,0 1 0,-1-1 0,1 0 0,0 0 0,-1 0 0,1 0 0,-1 0 0,0-1 0,0 1 0,1 0 0,-1-1 0,0 1 0,-1-1 0,1 0 0,0 1 0,0-1 0,0 0 0,-5 1 0,-31 6-1365,-1-4-5461</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9.344"/>
    </inkml:context>
    <inkml:brush xml:id="br0">
      <inkml:brushProperty name="width" value="0.05" units="cm"/>
      <inkml:brushProperty name="height" value="0.05" units="cm"/>
    </inkml:brush>
  </inkml:definitions>
  <inkml:trace contextRef="#ctx0" brushRef="#br0">1 23 24575,'2'-3'0,"1"1"0,0-1 0,0 1 0,-1-1 0,1 1 0,1 0 0,4-2 0,-7 3 0,1 1 0,-1 0 0,0 0 0,0-1 0,1 1 0,-1 0 0,0 0 0,0 0 0,1 0 0,-1 1 0,0-1 0,0 0 0,0 0 0,1 1 0,-1-1 0,0 1 0,0-1 0,0 1 0,0-1 0,0 1 0,0 0 0,0 0 0,0-1 0,0 1 0,0 0 0,2 2 0,-1 0 0,1 0 0,-1 1 0,0-1 0,0 1 0,0-1 0,-1 1 0,1 0 0,-1 0 0,0 0 0,0 0 0,0 0 0,0 0 0,-1 0 0,0 0 0,0 0 0,0 0 0,0 0 0,-2 7 0,-1 8 0,-2-1 0,-11 32 0,9-29 0,4-12 0,0 0 0,1 0 0,0 0 0,0 0 0,1 0 0,0 0 0,1 10 0,0-16 0,1 1 0,-1-1 0,1 0 0,0 1 0,0-1 0,1 0 0,-1 1 0,1-1 0,-1 0 0,1 0 0,0 0 0,0 0 0,0-1 0,1 1 0,-1 0 0,1-1 0,-1 0 0,1 1 0,0-1 0,0 0 0,4 2 0,8 3 0,0 0 0,1-1 0,0 0 0,0-1 0,0-1 0,24 3 0,104 5 0,-119-11 0,101 4-682,163-14-1,-232 3-6143</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59.888"/>
    </inkml:context>
    <inkml:brush xml:id="br0">
      <inkml:brushProperty name="width" value="0.05" units="cm"/>
      <inkml:brushProperty name="height" value="0.05" units="cm"/>
    </inkml:brush>
  </inkml:definitions>
  <inkml:trace contextRef="#ctx0" brushRef="#br0">6 25 24575,'-3'-15'0,"1"5"0,7 19 0,5 16 0,-2 0 0,-1 0 0,8 52 0,-12-54 0,1 0 0,2 0 0,0-1 0,1 0 0,19 41 0,-16-47 25,0 0-1,2-1 0,0 0 1,1-1-1,0 0 1,1-1-1,0-1 0,1 0 1,1-1-1,-1-1 0,2 0 1,0-1-1,34 13 1,-32-15-157,1-1 1,-1 0 0,1-2-1,0-1 1,1 0 0,-1-1 0,0-2-1,1 0 1,-1-1 0,0 0 0,0-2-1,37-10 1,-20 1-6695</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0.276"/>
    </inkml:context>
    <inkml:brush xml:id="br0">
      <inkml:brushProperty name="width" value="0.05" units="cm"/>
      <inkml:brushProperty name="height" value="0.05" units="cm"/>
    </inkml:brush>
  </inkml:definitions>
  <inkml:trace contextRef="#ctx0" brushRef="#br0">0 1 24575,'2'0'0,"1"0"0,-1 0 0,0 0 0,0 1 0,0-1 0,1 1 0,-1 0 0,0-1 0,0 1 0,0 0 0,0 0 0,0 0 0,0 0 0,-1 1 0,1-1 0,0 0 0,2 3 0,-1 0 0,-1-1 0,1 0 0,-1 1 0,0 0 0,0-1 0,0 1 0,-1 0 0,3 7 0,-2 1 0,1 0 0,-2 0 0,0 1 0,0-1 0,-2 18 0,-3 19 0,1-19 0,1 0 0,4 55 0,-1-75 0,1 0 0,0 0 0,1 0 0,0 0 0,0-1 0,1 1 0,0-1 0,1 0 0,0 0 0,0-1 0,1 1 0,9 10 0,1-3 0,1 0 0,1-2 0,0 0 0,1-1 0,0 0 0,1-2 0,35 15 0,-1-4 0,103 25 0,-122-39-273,0 0 0,1-3 0,-1-1 0,43-1 0,-45-5-6553</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1.455"/>
    </inkml:context>
    <inkml:brush xml:id="br0">
      <inkml:brushProperty name="width" value="0.05" units="cm"/>
      <inkml:brushProperty name="height" value="0.05" units="cm"/>
    </inkml:brush>
  </inkml:definitions>
  <inkml:trace contextRef="#ctx0" brushRef="#br0">43 3 24575,'0'-2'0,"0"3"0,0 7 0,-2 6 0,-4 8 0,-2 7 0,-1 6 0,0 3 0,1-4-8191</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2.234"/>
    </inkml:context>
    <inkml:brush xml:id="br0">
      <inkml:brushProperty name="width" value="0.05" units="cm"/>
      <inkml:brushProperty name="height" value="0.05" units="cm"/>
    </inkml:brush>
  </inkml:definitions>
  <inkml:trace contextRef="#ctx0" brushRef="#br0">18 56 24575,'-1'0'0,"0"0"0,1 0 0,-1-1 0,0 1 0,0 0 0,0-1 0,1 1 0,-1 0 0,0-1 0,0 1 0,1-1 0,-1 1 0,0-1 0,1 1 0,-1-1 0,0 0 0,1 1 0,-1-1 0,1 0 0,-1 1 0,1-1 0,0 0 0,-1 0 0,1 0 0,0 1 0,-1-1 0,1 0 0,0 0 0,0 0 0,0 0 0,0 1 0,0-1 0,0 0 0,0 0 0,0 0 0,0 0 0,0 0 0,0 1 0,0-1 0,1 0 0,-1 0 0,0 0 0,1 0 0,-1 1 0,1-1 0,-1 0 0,0 1 0,1-1 0,0 0 0,-1 1 0,1-1 0,-1 0 0,2 0 0,2-1 0,-1 0 0,1 0 0,0 0 0,-1 0 0,1 1 0,0 0 0,0 0 0,0 0 0,7-1 0,41-1 0,-36 3 0,221 1 0,-263-1 0,14-1 0,-1 1 0,1 0 0,0 1 0,-23 4 0,32-4 0,0 0 0,0 0 0,0 0 0,0 0 0,0 1 0,1-1 0,-1 1 0,1 0 0,-1-1 0,1 1 0,-1 0 0,1 1 0,0-1 0,0 0 0,0 1 0,0-1 0,1 1 0,-1-1 0,0 1 0,1 0 0,0 0 0,0 0 0,0 0 0,-1 4 0,-4 29-455,1 1 0,1 69 0,4-79-6371</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2.669"/>
    </inkml:context>
    <inkml:brush xml:id="br0">
      <inkml:brushProperty name="width" value="0.05" units="cm"/>
      <inkml:brushProperty name="height" value="0.05" units="cm"/>
    </inkml:brush>
  </inkml:definitions>
  <inkml:trace contextRef="#ctx0" brushRef="#br0">0 187 24575,'7'-7'0,"-5"4"0,1 0 0,0 1 0,-1-1 0,1 1 0,0 0 0,5-4 0,-7 6 0,-1 0 0,0 0 0,1 0 0,-1 0 0,1-1 0,-1 1 0,1 0 0,-1 0 0,1 0 0,0 0 0,-1 0 0,1 0 0,-1 0 0,1 0 0,-1 1 0,1-1 0,-1 0 0,1 0 0,-1 0 0,0 0 0,2 1 0,-2 0 0,1 0 0,0-1 0,0 1 0,-1 0 0,1 0 0,0 0 0,-1 0 0,1 0 0,-1 0 0,1 0 0,-1 0 0,1 0 0,-1 2 0,4 15 0,-1-1 0,-1 0 0,0 21 0,-1-20 0,0 0 0,6 29 0,-6-46 0,-1 1 0,0-1 0,0 0 0,1 0 0,-1 0 0,0 0 0,1 0 0,-1 0 0,1 0 0,0 0 0,-1 0 0,1 0 0,0 0 0,-1 0 0,1 0 0,0 0 0,0 0 0,0-1 0,0 1 0,0 0 0,0-1 0,0 1 0,0-1 0,0 1 0,2 0 0,-2-1 0,0 0 0,0 0 0,0-1 0,0 1 0,0 0 0,0-1 0,0 1 0,0-1 0,0 1 0,0-1 0,0 0 0,0 1 0,0-1 0,0 0 0,-1 1 0,1-1 0,0 0 0,-1 0 0,1 0 0,0 0 0,-1 0 0,1 0 0,-1 0 0,1 0 0,-1 0 0,0 0 0,1 0 0,-1-1 0,2-5 0,0-1 0,0 1 0,-1-1 0,0 1 0,-1-1 0,0 1 0,0-1 0,0 1 0,-1-1 0,0 0 0,-2-7 0,-5-10 0,-19-47 0,18 51 0,0-1 0,-7-33 0,15 53 0,1 0 0,-1-1 0,1 1 0,0 0 0,0 0 0,0 0 0,0 0 0,0-1 0,0 1 0,0 0 0,1 0 0,-1 0 0,1 0 0,-1 0 0,1 0 0,0 0 0,0 0 0,0 0 0,2-3 0,-2 4 0,1 0 0,-1 0 0,1-1 0,0 1 0,-1 0 0,1 0 0,0 0 0,0 1 0,0-1 0,0 0 0,-1 1 0,1-1 0,0 1 0,0 0 0,0 0 0,0-1 0,3 1 0,2 1 0,1 0 0,-1 0 0,0 0 0,1 1 0,-1 0 0,0 0 0,0 1 0,0 0 0,12 7 0,-11-4 0,0-1 0,-1 1 0,0 0 0,0 1 0,0-1 0,-1 1 0,0 1 0,0-1 0,-1 1 0,6 10 0,-9-14 0,-1 0 0,1 0 0,-1 0 0,1 0 0,-1 0 0,0 0 0,-1 0 0,1 0 0,-1 0 0,0 1 0,0-1 0,0 0 0,0 0 0,-1 1 0,0-1 0,0 0 0,0 0 0,0 0 0,-1 0 0,1 0 0,-1 0 0,0-1 0,0 1 0,-5 6 0,0-2-227,-1 0-1,0 0 1,0-1-1,-1 0 1,-9 6-1,-14 7-6598</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3.287"/>
    </inkml:context>
    <inkml:brush xml:id="br0">
      <inkml:brushProperty name="width" value="0.05" units="cm"/>
      <inkml:brushProperty name="height" value="0.05" units="cm"/>
    </inkml:brush>
  </inkml:definitions>
  <inkml:trace contextRef="#ctx0" brushRef="#br0">28 68 24575,'0'-2'0,"-2"-3"0,-1-3 0,0-3 0,0-1 0,2-2 0,-3 3 0,1 7 0,0 9 0,0 8 0,2 9 0,0 7 0,1 9 0,0 4 0,0 5 0,0 0 0,0 0 0,0-8-8191</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3.598"/>
    </inkml:context>
    <inkml:brush xml:id="br0">
      <inkml:brushProperty name="width" value="0.05" units="cm"/>
      <inkml:brushProperty name="height" value="0.05" units="cm"/>
    </inkml:brush>
  </inkml:definitions>
  <inkml:trace contextRef="#ctx0" brushRef="#br0">4 102 24575,'-2'-29'0,"2"21"0,-1 0 0,1 0 0,0-1 0,0 1 0,1 0 0,3-14 0,-1 21 0,-1 7 0,2 9 0,5 54-682,-1 117-1,-8-164-6143</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3.909"/>
    </inkml:context>
    <inkml:brush xml:id="br0">
      <inkml:brushProperty name="width" value="0.05" units="cm"/>
      <inkml:brushProperty name="height" value="0.05" units="cm"/>
    </inkml:brush>
  </inkml:definitions>
  <inkml:trace contextRef="#ctx0" brushRef="#br0">1 188 24575,'3'-3'0,"8"-9"0,2 0 0,-1 1 0,2 0 0,-1 1 0,1 1 0,1 0 0,27-12 0,-21 14 0,-12 5 0,0-1 0,0 0 0,13-8 0,-20 10 0,0 0 0,0-1 0,0 1 0,-1 0 0,1-1 0,0 1 0,-1-1 0,0 1 0,1-1 0,-1 0 0,0 0 0,0 1 0,0-1 0,0 0 0,0 0 0,0 0 0,0 0 0,-1 0 0,1 0 0,-1-1 0,1-1 0,4-17 0,0 18 0,2 15 0,-2 5 66,-1 0 0,0 1 0,-1-1 0,1 21 0,-2 73-989,-2-84 151,-1-1-6054</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4.127"/>
    </inkml:context>
    <inkml:brush xml:id="br0">
      <inkml:brushProperty name="width" value="0.05" units="cm"/>
      <inkml:brushProperty name="height" value="0.05" units="cm"/>
    </inkml:brush>
  </inkml:definitions>
  <inkml:trace contextRef="#ctx0" brushRef="#br0">1 3 24575,'0'-2'0,"0"1"0,0 4 0,0 3 0,0 5 0,2 6 0,1 4 0,0 3 0,0 3 0,-2 1 0,0 0 0,0-2 0,-1-4 0,-2-2 0,-1-3 0,-3-4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4.330"/>
    </inkml:context>
    <inkml:brush xml:id="br0">
      <inkml:brushProperty name="width" value="0.05" units="cm"/>
      <inkml:brushProperty name="height" value="0.05" units="cm"/>
    </inkml:brush>
  </inkml:definitions>
  <inkml:trace contextRef="#ctx0" brushRef="#br0">4 139 24575,'-1'-30'0,"-1"22"0,2 0 0,-1-1 0,1 1 0,1 0 0,-1-1 0,1 1 0,1 0 0,0 0 0,4-15 0,-5 22 0,0 1 0,-1-1 0,1 0 0,0 0 0,-1 0 0,1 1 0,0-1 0,0 0 0,0 1 0,-1-1 0,1 1 0,0-1 0,0 1 0,0-1 0,0 1 0,0 0 0,0-1 0,0 1 0,0 0 0,0 0 0,0 0 0,0 0 0,0 0 0,1 0 0,-1 0 0,0 0 0,0 0 0,0 0 0,0 1 0,0-1 0,0 0 0,0 1 0,0-1 0,0 1 0,1 0 0,4 2 0,1 1 0,-1 0 0,11 9 0,-14-11 0,27 23 0,49 51 0,-66-61 0,0 0 0,-1 1 0,-1 1 0,0 0 0,11 25 0,-20-38 0,-1 0 0,1 0 0,-1 0 0,1 0 0,-1 1 0,-1-1 0,1 0 0,-1 1 0,1-1 0,-1 1 0,0-1 0,-1 0 0,1 1 0,-1-1 0,0 0 0,0 1 0,0-1 0,-1 0 0,1 0 0,-1 0 0,0 0 0,0 0 0,-1 0 0,1-1 0,-1 1 0,1-1 0,-1 0 0,0 1 0,-1-1 0,1-1 0,0 1 0,-1 0 0,-4 2 0,-5 3-227,-1-1-1,0 0 1,0-1-1,-1 0 1,-19 4-1,-23 4-6598</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4.934"/>
    </inkml:context>
    <inkml:brush xml:id="br0">
      <inkml:brushProperty name="width" value="0.05" units="cm"/>
      <inkml:brushProperty name="height" value="0.05" units="cm"/>
    </inkml:brush>
  </inkml:definitions>
  <inkml:trace contextRef="#ctx0" brushRef="#br0">1 56 24575,'0'-2'0,"1"0"0,-1 0 0,1 0 0,-1 1 0,1-1 0,0 0 0,-1 0 0,1 1 0,0-1 0,0 1 0,1-1 0,-1 1 0,0-1 0,0 1 0,1-1 0,-1 1 0,1 0 0,-1 0 0,4-2 0,-1 0 0,1 1 0,0-1 0,-1 1 0,1 0 0,10-3 0,-5 3 0,1 1 0,0 0 0,-1 0 0,1 1 0,19 2 0,-26-2 0,-1 1 0,1-1 0,0 1 0,-1 0 0,1 0 0,-1 0 0,1 0 0,-1 1 0,0-1 0,1 1 0,-1 0 0,0 0 0,0 0 0,0 1 0,-1-1 0,1 1 0,0-1 0,-1 1 0,0 0 0,3 4 0,-4-5 0,0-1 0,-1 1 0,1 0 0,0 0 0,-1 0 0,0 0 0,1 0 0,-1 0 0,0 0 0,0 0 0,0 0 0,0 0 0,-1 0 0,1 0 0,0 0 0,-1 0 0,0 2 0,-1 0 0,0 0 0,0 0 0,-1-1 0,1 1 0,0-1 0,-1 0 0,-6 6 0,-3 1 0,-1 0 0,-1-1 0,-18 10 0,28-16 0,-6 2 0,-24 16 0,32-20 0,1-1 0,0 1 0,0 0 0,-1 0 0,1 0 0,0 0 0,0 1 0,0-1 0,0 0 0,0 0 0,1 1 0,-1-1 0,0 0 0,1 1 0,-1-1 0,0 1 0,1-1 0,0 1 0,-1-1 0,1 2 0,0-2 0,0 0 0,1 0 0,-1 0 0,0 0 0,1 0 0,-1 0 0,1-1 0,-1 1 0,1 0 0,-1 0 0,1-1 0,0 1 0,-1 0 0,1-1 0,0 1 0,-1 0 0,1-1 0,0 1 0,0-1 0,0 1 0,0-1 0,-1 0 0,3 1 0,24 6 0,-22-6 0,45 6-682,68 2-1,-72-8-6143</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5.231"/>
    </inkml:context>
    <inkml:brush xml:id="br0">
      <inkml:brushProperty name="width" value="0.05" units="cm"/>
      <inkml:brushProperty name="height" value="0.05" units="cm"/>
    </inkml:brush>
  </inkml:definitions>
  <inkml:trace contextRef="#ctx0" brushRef="#br0">0 2 24575,'4'-2'0,"3"7"0,7 7 0,-7-3 0,0 0 0,0 1 0,-1 0 0,-1 0 0,1 0 0,-2 1 0,7 20 0,-2 4 0,5 42 0,-7-33 0,-7-42 0,1-1 0,-1 1 0,0-1 0,1 1 0,0-1 0,-1 0 0,1 1 0,0-1 0,-1 0 0,1 1 0,0-1 0,0 0 0,0 0 0,0 0 0,0 0 0,1 0 0,-1 0 0,0 0 0,0 0 0,1 0 0,1 0 0,0 1 0,1-1 0,0 0 0,-1 0 0,1-1 0,-1 1 0,1-1 0,0 0 0,6 0 0,6-2 0,0-1 0,0-1 0,17-5 0,-29 7 0,29-8-1365,-4-1-5461</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5.699"/>
    </inkml:context>
    <inkml:brush xml:id="br0">
      <inkml:brushProperty name="width" value="0.05" units="cm"/>
      <inkml:brushProperty name="height" value="0.05" units="cm"/>
    </inkml:brush>
  </inkml:definitions>
  <inkml:trace contextRef="#ctx0" brushRef="#br0">3 162 24575,'0'137'0,"-1"-180"0,0 10 0,6-62 0,-4 86 0,0 1 0,1-1 0,0 1 0,1 0 0,0-1 0,0 1 0,1 1 0,0-1 0,0 0 0,1 1 0,0 0 0,7-8 0,-11 13 0,1 1 0,-1-1 0,0 1 0,1 0 0,-1 0 0,1 0 0,-1 0 0,1 0 0,0 0 0,-1 0 0,1 0 0,0 0 0,0 1 0,-1-1 0,1 1 0,0 0 0,0-1 0,0 1 0,0 0 0,0 0 0,3 0 0,-2 1 0,0 0 0,-1 0 0,1 0 0,0 1 0,-1-1 0,1 1 0,-1-1 0,1 1 0,-1 0 0,0 0 0,0 0 0,4 4 0,3 6 0,0 1 0,0 1 0,-1-1 0,6 17 0,-11-25 0,13 33-341,-1 0 0,-1 2-1,15 78 1,-26-99-6485</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6.231"/>
    </inkml:context>
    <inkml:brush xml:id="br0">
      <inkml:brushProperty name="width" value="0.05" units="cm"/>
      <inkml:brushProperty name="height" value="0.05" units="cm"/>
    </inkml:brush>
  </inkml:definitions>
  <inkml:trace contextRef="#ctx0" brushRef="#br0">0 157 24575,'1'-1'0,"-1"0"0,0 0 0,0 0 0,1 0 0,-1 0 0,0 0 0,1 1 0,-1-1 0,1 0 0,0 0 0,-1 0 0,1 0 0,-1 0 0,1 1 0,0-1 0,0 0 0,0 1 0,-1-1 0,1 0 0,0 1 0,0-1 0,0 1 0,0 0 0,0-1 0,0 1 0,0 0 0,0-1 0,1 1 0,32-5 0,-31 4 0,270-11 0,-270 12 0,0 0 0,0-1 0,-1 1 0,1 0 0,0 0 0,0 1 0,0-1 0,0 1 0,-1-1 0,1 1 0,0 0 0,0 0 0,-1 0 0,1 1 0,3 1 0,-5-1 0,1 0 0,0 0 0,-1 0 0,1 0 0,-1 0 0,0 1 0,1-1 0,-1 0 0,0 1 0,-1-1 0,1 1 0,0 0 0,-1-1 0,1 1 0,-1-1 0,0 6 0,2 19 0,-4 46 0,1-60 0,-1-1 0,0 1 0,-1-1 0,0 0 0,-9 23 0,12-35 0,0 0 0,0 0 0,0 0 0,-1 0 0,1-1 0,0 1 0,0 0 0,0 0 0,0 0 0,0 0 0,0 0 0,0 0 0,0 0 0,0 0 0,0 0 0,0 0 0,0 0 0,0 0 0,0 0 0,0 0 0,0 0 0,0 0 0,0 0 0,0 0 0,0 0 0,-1 0 0,1 0 0,0 0 0,0 0 0,0 0 0,0 0 0,0 0 0,0 0 0,0 0 0,0 0 0,0 0 0,0 0 0,0 0 0,0 0 0,0 0 0,0 0 0,0 0 0,0 1 0,0-1 0,0 0 0,0 0 0,0 0 0,0 0 0,0 0 0,0 0 0,-1 0 0,1 0 0,0 0 0,0 0 0,0-9 0,2-12 0,8-30 0,35-142 0,-42 184 0,0 0 0,0 0 0,1 1 0,0 0 0,0 0 0,1 0 0,9-12 0,-13 18 0,1 1 0,-1-1 0,1 1 0,-1 0 0,1 0 0,0-1 0,-1 1 0,1 0 0,0 0 0,0 0 0,0 1 0,0-1 0,-1 0 0,1 1 0,0-1 0,0 1 0,0 0 0,0 0 0,1-1 0,-1 1 0,0 0 0,0 1 0,0-1 0,0 0 0,0 1 0,0-1 0,0 1 0,-1 0 0,1-1 0,0 1 0,0 0 0,0 0 0,0 0 0,-1 0 0,1 1 0,-1-1 0,1 0 0,-1 1 0,3 2 0,-1-2 0,0 1 0,-1 0 0,1 0 0,-1 0 0,1 0 0,-1 0 0,0 1 0,0-1 0,-1 1 0,1-1 0,-1 1 0,1 0 0,-1 0 0,0-1 0,-1 1 0,1 5 0,-1-7 0,0 1 0,0-1 0,0 1 0,-1 0 0,1-1 0,-1 1 0,0-1 0,0 1 0,0-1 0,0 0 0,0 1 0,-1-1 0,1 0 0,-1 0 0,1 0 0,-1 0 0,0 0 0,0 0 0,0 0 0,0-1 0,0 1 0,0-1 0,0 1 0,-1-1 0,-2 2 0,-5 1-136,-1-1-1,0 0 1,1-1-1,-1 0 1,0 0-1,0-1 1,0-1-1,-1 1 0,-20-4 1,-18-1-6690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30:06.989"/>
    </inkml:context>
    <inkml:brush xml:id="br0">
      <inkml:brushProperty name="width" value="0.05" units="cm"/>
      <inkml:brushProperty name="height" value="0.05" units="cm"/>
    </inkml:brush>
  </inkml:definitions>
  <inkml:trace contextRef="#ctx0" brushRef="#br0">2445 367 24575,'-1'-20'0,"0"0"0,-1-1 0,-1 1 0,-1 0 0,-1 1 0,0-1 0,-2 1 0,0 0 0,-1 0 0,-20-33 0,21 43 0,0 0 0,0 1 0,0 0 0,-1 1 0,0-1 0,0 1 0,-1 1 0,0 0 0,-16-9 0,11 9 0,0 0 0,0 1 0,-1 1 0,1 0 0,-1 1 0,-18-2 0,-10 3 0,1 2 0,0 2 0,0 2 0,-45 9 0,-72 19-254,1 7 0,2 7 0,-219 95 0,261-90 254,-118 75 0,159-81 0,2 4 0,-100 90 0,128-99 0,3 2 0,1 2 0,2 1 0,-49 80 0,63-85 0,2 1 0,1 1 0,3 0 0,1 1 0,3 1 0,-13 70 0,20-75 0,2 1 0,1 0 0,3 0 0,1 0 0,2 0 0,2-1 0,1 1 0,2-1 0,2 0 0,1-1 0,2 0 0,2-1 0,2-1 0,1 0 0,1-1 0,2-1 0,1-1 0,30 33 0,-14-24-29,1-2 0,2-2 0,1-2 0,84 54 0,-65-53-62,2-3 0,1-3 0,90 30 0,-55-30-67,1-5 1,1-4-1,1-4 1,1-5-1,139 0 0,-133-14 95,1-4 0,-2-5 0,1-5-1,169-46 1,-210 41 66,0-3 0,-2-3 0,0-3-1,-2-3 1,-2-2 0,-1-3 0,-2-3 0,59-52 0,-85 63-20,-2-2 0,-2-1 0,0-1 0,-2-2 0,-2 0 0,-1-2 0,-2-1 0,17-42 0,-26 50-55,-1-2 0,-2 0 0,-1 0 0,-2-1 0,-1 0 0,-1 0 0,-2 0 1,-1-1-1,-2 1 0,-2-1 0,-5-34 0,0 31 82,-1 0 0,-2 1 0,-2 0 1,-1 1-1,-2 0 0,-24-42 0,12 33-166,-2 1-1,-2 1 0,-2 1 0,-39-37 0,3 14-82,-2 4 0,-3 3 0,-3 3 0,-146-78 1,85 64-411,-186-63 1,112 60-562</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38.928"/>
    </inkml:context>
    <inkml:brush xml:id="br0">
      <inkml:brushProperty name="width" value="0.05" units="cm"/>
      <inkml:brushProperty name="height" value="0.05" units="cm"/>
    </inkml:brush>
  </inkml:definitions>
  <inkml:trace contextRef="#ctx0" brushRef="#br0">50 764 24575,'0'-6'0,"-1"0"0,0 0 0,-1-1 0,1 1 0,-1 1 0,0-1 0,-1 0 0,-5-9 0,6 11 0,-1 0 0,1-1 0,0 0 0,0 0 0,0 0 0,1 0 0,-1 0 0,1 0 0,1 0 0,-1 0 0,1 0 0,0-6 0,3 5 0,0 14 0,1 17 0,-5-3 0,-1 0 0,-6 26 0,4-32 0,1 1 0,1 0 0,0 0 0,2 32 0,0-47 0,0-1 0,0 0 0,1 1 0,-1-1 0,0 0 0,0 1 0,1-1 0,-1 0 0,1 1 0,-1-1 0,1 0 0,0 0 0,-1 0 0,1 0 0,0 1 0,0-1 0,0 0 0,0 0 0,0-1 0,0 1 0,0 0 0,2 1 0,-1-1 0,-1-1 0,1 0 0,0 1 0,0-1 0,-1 0 0,1 0 0,0 0 0,0 0 0,0 0 0,-1 0 0,1-1 0,0 1 0,0-1 0,-1 1 0,3-2 0,7-3 0,0-1 0,0 0 0,0 0 0,9-9 0,-13 10 0,307-251 21,-140 107-158,329-247-1693,-437 348-4415</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42.956"/>
    </inkml:context>
    <inkml:brush xml:id="br0">
      <inkml:brushProperty name="width" value="0.05" units="cm"/>
      <inkml:brushProperty name="height" value="0.05" units="cm"/>
    </inkml:brush>
  </inkml:definitions>
  <inkml:trace contextRef="#ctx0" brushRef="#br0">16 556 24575,'0'0'0,"0"-1"0,0 1 0,0 0 0,0-1 0,0 1 0,0 0 0,0-1 0,0 1 0,0-1 0,0 1 0,0 0 0,0-1 0,0 1 0,0 0 0,-1-1 0,1 1 0,0 0 0,0-1 0,0 1 0,0 0 0,-1-1 0,1 1 0,0 0 0,0 0 0,-1-1 0,1 1 0,0 0 0,-1 0 0,1-1 0,0 1 0,-1 0 0,1 0 0,0 0 0,-1 0 0,0-1 0,1 1 0,-1 1 0,1-1 0,0 0 0,-1 0 0,1 1 0,-1-1 0,1 0 0,0 1 0,-1-1 0,1 0 0,0 1 0,-1-1 0,1 0 0,0 1 0,-1-1 0,1 1 0,0-1 0,0 1 0,0-1 0,0 1 0,-1-1 0,1 1 0,0-1 0,0 1 0,0-1 0,0 1 0,0-1 0,0 1 0,-1 19 0,0 0 0,3 24 0,-1-36 0,0 1 0,0-1 0,1 0 0,0 0 0,1 0 0,0 0 0,7 14 0,-9-20 0,0-1 0,0 0 0,0 0 0,0 0 0,0 0 0,0 0 0,0 0 0,0 0 0,0 0 0,0 0 0,0 0 0,1 0 0,-1-1 0,0 1 0,1-1 0,-1 1 0,0-1 0,1 1 0,-1-1 0,1 0 0,-1 1 0,1-1 0,-1 0 0,1 0 0,-1 0 0,1 0 0,-1-1 0,0 1 0,1 0 0,-1 0 0,1-1 0,-1 1 0,0-1 0,1 0 0,-1 1 0,0-1 0,3-1 0,5-4 0,0 0 0,-1 0 0,1-1 0,7-9 0,-8 9 0,259-252 0,33-30 0,-218 216-1365,-12 11-5461</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1:57.184"/>
    </inkml:context>
    <inkml:brush xml:id="br0">
      <inkml:brushProperty name="width" value="0.05" units="cm"/>
      <inkml:brushProperty name="height" value="0.05" units="cm"/>
    </inkml:brush>
  </inkml:definitions>
  <inkml:trace contextRef="#ctx0" brushRef="#br0">22 136 24575,'-18'0'0,"15"0"0,12 0 0,853-41 0,-71 0 0,-368 39 0,183-3 0,-298-1 0,664-21 0,-901 20 0,-44 4 0,0 1 0,34 1 0,-41 3 0,0 1 0,37 12 0,-40-9 0,0-2 0,-1 0 0,2-1 0,29 2 0,-36-5 0,0 1 0,1 0 0,-1 1 0,0 1 0,15 5 0,-8-3 0,5-1 0,0-1 0,0-1 0,1-1 0,-1-1 0,29-4 0,-48 4 0,18-5 0,-18 0 0,-13-2 0,-10 1-1365,-2-1-5461</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1:58.105"/>
    </inkml:context>
    <inkml:brush xml:id="br0">
      <inkml:brushProperty name="width" value="0.05" units="cm"/>
      <inkml:brushProperty name="height" value="0.05" units="cm"/>
    </inkml:brush>
  </inkml:definitions>
  <inkml:trace contextRef="#ctx0" brushRef="#br0">719 82 24575,'11'-10'0,"12"-14"0,-22 23 0,-1 0 0,1 0 0,-1 0 0,1 0 0,-1 0 0,1 0 0,-1 0 0,0 0 0,0 0 0,1 0 0,-1-1 0,0 1 0,0 0 0,0 0 0,0 0 0,0 0 0,0 0 0,-1 0 0,1 0 0,0-1 0,0 1 0,-1 0 0,1 0 0,-1 0 0,1 0 0,-1-1 0,-1 1 0,0-1 0,1 0 0,-1 1 0,0 0 0,0-1 0,1 1 0,-1 0 0,0 0 0,0 0 0,0 0 0,-1 0 0,1 1 0,0-1 0,0 1 0,0-1 0,-1 1 0,-3 0 0,-44 0 0,46 0 0,-43 6 0,0 2 0,1 1 0,0 3 0,1 1 0,0 3 0,1 1 0,1 3 0,-47 28 0,70-36 0,1 1 0,0 0 0,1 2 0,1 0 0,0 1 0,1 0 0,-23 32 0,33-40 0,1 0 0,0 1 0,1 0 0,0 0 0,0 0 0,1 0 0,0 1 0,-3 18 0,5-21 0,1 0 0,0 0 0,0 0 0,1 0 0,-1 0 0,2 0 0,-1 0 0,1 0 0,0 0 0,0-1 0,1 1 0,0-1 0,7 11 0,-4-7 0,1-1 0,0 0 0,0-1 0,1 1 0,0-2 0,1 1 0,18 12 0,-11-10 0,1-1 0,0-1 0,0 0 0,22 6 0,3-2 0,-1-3 0,2-1 0,61 2 0,-11-7-68,0-3 0,0-5 0,0-5 0,0-3 0,-2-4 0,0-4 0,-1-4 0,-1-4-1,-2-4 1,120-63 0,-77 19 68,-112 65 0,-1-1 0,-1-1 0,-1 0 0,28-32 0,-39 40 0,0 1 0,0-1 0,0 0 0,-1 0 0,0-1 0,0 1 0,-1-1 0,1 1 0,1-12 0,-3 14 0,-1 0 0,0 1 0,0-1 0,0 1 0,0-1 0,-1 1 0,0-1 0,1 1 0,-1-1 0,0 1 0,-1 0 0,1-1 0,0 1 0,-1 0 0,0 0 0,0 0 0,0 0 0,0 0 0,0 0 0,-4-2 0,-1-2 34,-1 1 0,0 0 0,0 1 0,0 0 0,-1 0 1,0 1-1,0 0 0,0 0 0,0 1 0,-12-3 0,-13-1 153,-55-4 0,-9 6-365,-138 8 1,-100 28-206,319-29 382,-417 58-1241,374-48-4968</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1:58.774"/>
    </inkml:context>
    <inkml:brush xml:id="br0">
      <inkml:brushProperty name="width" value="0.05" units="cm"/>
      <inkml:brushProperty name="height" value="0.05" units="cm"/>
    </inkml:brush>
  </inkml:definitions>
  <inkml:trace contextRef="#ctx0" brushRef="#br0">1 51 24575,'5'-4'0,"0"0"0,0 0 0,1 0 0,-1 1 0,1-1 0,0 1 0,0 0 0,0 1 0,0 0 0,1 0 0,-1 0 0,12-1 0,7 1 0,0 0 0,28 3 0,-13 0 0,209 0 169,507-8-1703,-699 4-5292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1:59.022"/>
    </inkml:context>
    <inkml:brush xml:id="br0">
      <inkml:brushProperty name="width" value="0.05" units="cm"/>
      <inkml:brushProperty name="height" value="0.05" units="cm"/>
    </inkml:brush>
  </inkml:definitions>
  <inkml:trace contextRef="#ctx0" brushRef="#br0">17 22 24575,'-2'3'0,"-3"2"0,-2 3 0,4 1 0,5-2 0,8-2 0,10-2 0,10-1 0,15-1 0,15-4 0,18-2 0,18-1 0,12-2 0,11-2 0,6 1 0,-2 0 0,-7 1 0,-25 2-8191</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1.516"/>
    </inkml:context>
    <inkml:brush xml:id="br0">
      <inkml:brushProperty name="width" value="0.05" units="cm"/>
      <inkml:brushProperty name="height" value="0.05" units="cm"/>
    </inkml:brush>
  </inkml:definitions>
  <inkml:trace contextRef="#ctx0" brushRef="#br0">98 80 24575,'4'2'0,"-2"-1"0,1 1 0,0-1 0,0 1 0,0 0 0,-1 0 0,1 0 0,-1 0 0,0 1 0,1-1 0,-1 1 0,0 0 0,-1-1 0,1 1 0,0 0 0,-1 0 0,1 0 0,-1 0 0,0 0 0,0 0 0,0 0 0,-1 1 0,1-1 0,-1 4 0,2 8 0,-1 0 0,-1 0 0,-3 28 0,-68 316 0,4-33 0,65-311 0,0-7 0,1 1 0,0 0 0,0-1 0,1 1 0,0 0 0,1 0 0,2 13 0,-3-21 0,0 0 0,1 0 0,-1 0 0,1-1 0,-1 1 0,1 0 0,0 0 0,-1-1 0,1 1 0,0 0 0,-1-1 0,1 1 0,0-1 0,0 1 0,-1-1 0,1 1 0,0-1 0,0 1 0,0-1 0,0 0 0,0 0 0,0 1 0,0-1 0,0 0 0,-1 0 0,1 0 0,0 0 0,0 0 0,0 0 0,0 0 0,0 0 0,0-1 0,0 1 0,0 0 0,0 0 0,1-1 0,38-17 0,-28 12 0,22-7 0,0 2 0,1 1 0,0 1 0,69-7 0,146 4 0,-242 12 0,44-1 0,37-1 0,139 14 0,-201-5 0,-22-6 0,0 1 0,0-1 0,0 0 0,-1 0 0,1-1 0,0 1 0,6-1 0,-10-1 0,0 1 0,-1-1 0,1 1 0,0-1 0,0 0 0,0 1 0,-1-1 0,1 0 0,0 0 0,-1 1 0,1-1 0,0 0 0,-1 0 0,1 0 0,-1 0 0,0 0 0,1 0 0,-1 1 0,0-1 0,1 0 0,-1 0 0,0 0 0,0 0 0,0-2 0,3-32 0,-2 23 0,6-245 0,-1 26 0,-3 193 0,2 0 0,2 1 0,1 0 0,15-38 0,-17 61 0,0 0 0,1 0 0,10-13 0,-9 15 0,-8 11 0,0 1 0,1-1 0,-1 1 0,0-1 0,0 1 0,1-1 0,-1 1 0,0-1 0,0 1 0,0-1 0,0 1 0,0-1 0,0 0 0,0 1 0,0-1 0,0 1 0,0-1 0,0 1 0,0-1 0,0 0 0,0 1 0,0-1 0,-1 1 0,1-1 0,0 1 0,0-1 0,-1 0 0,-15-10 0,-27-1 0,37 10 0,-86-14 0,-132-8 0,172 19 0,-281-4 0,270 13 0,0 2 0,0 3 0,-77 21 0,100-15-1365,30-9-5461</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2.324"/>
    </inkml:context>
    <inkml:brush xml:id="br0">
      <inkml:brushProperty name="width" value="0.05" units="cm"/>
      <inkml:brushProperty name="height" value="0.05" units="cm"/>
    </inkml:brush>
  </inkml:definitions>
  <inkml:trace contextRef="#ctx0" brushRef="#br0">59 10 24575,'-58'0'0,"306"2"0,320-6 0,-463-2-1365,-72 4-5461</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3.070"/>
    </inkml:context>
    <inkml:brush xml:id="br0">
      <inkml:brushProperty name="width" value="0.05" units="cm"/>
      <inkml:brushProperty name="height" value="0.05" units="cm"/>
    </inkml:brush>
  </inkml:definitions>
  <inkml:trace contextRef="#ctx0" brushRef="#br0">4 53 24575,'1'0'0,"-1"0"0,0 0 0,0 0 0,0 1 0,0-1 0,0 0 0,0 0 0,0 0 0,0 0 0,0 0 0,0 0 0,0 1 0,0-1 0,0 0 0,1 0 0,-1 0 0,0 0 0,0 0 0,0 0 0,0 1 0,0-1 0,-1 0 0,1 0 0,0 0 0,0 0 0,0 0 0,0 1 0,0-1 0,0 0 0,0 0 0,0 0 0,0 0 0,0 0 0,0 0 0,0 1 0,0-1 0,0 0 0,-1 0 0,1 0 0,0 0 0,0 0 0,0 0 0,0 0 0,0 0 0,0 0 0,-1 0 0,1 0 0,0 0 0,0 1 0,0-1 0,0 0 0,0 0 0,0 0 0,-1 0 0,1 0 0,0 0 0,0 0 0,0 0 0,0 0 0,0-1 0,-1 1 0,1 0 0,0 0 0,0 0 0,0 0 0,0 0 0,0 0 0,-1 0 0,13 6 0,5-5 0,0 0 0,1-1 0,25-4 0,3 1 0,1890-41-774,-1829 42 767,-53 2 7,68-4 0,-105 1 150,-17 2-176,0 1 1,-1 0 0,1-1-1,0 1 1,0 0-1,-1 0 1,1-1-1,0 1 1,0 0 0,-1 0-1,1-1 1,0 1-1,0 0 1,-1 0 0,1 0-1,0 0 1,-1-1-1,1 1 1,0 0 0,-1 0-1,1 0 1,0 0-1,-1 0 1,1 0 0,0 0-1,-1 0 1,1 0-1,0 0 1,-1 0-1,1 0 1,0 0 0,-1 0-1,0 1 1,-16-3-6671</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4.705"/>
    </inkml:context>
    <inkml:brush xml:id="br0">
      <inkml:brushProperty name="width" value="0.05" units="cm"/>
      <inkml:brushProperty name="height" value="0.05" units="cm"/>
    </inkml:brush>
  </inkml:definitions>
  <inkml:trace contextRef="#ctx0" brushRef="#br0">153 169 24575,'-3'2'0,"2"8"0,2 18 0,0-19 0,0 56 0,-3-1 0,-17 103 0,-41 123 0,1-12 0,56-260 0,-5 37 0,7-51 0,1-1 0,0 1 0,0 0 0,1-1 0,-1 1 0,0 0 0,1-1 0,0 1 0,0-1 0,0 1 0,3 5 0,-2-8 0,-1 1 0,1-1 0,0 1 0,-1-1 0,1 1 0,0-1 0,0 0 0,-1 0 0,1 0 0,0 0 0,0-1 0,0 1 0,1 0 0,-1-1 0,0 1 0,0-1 0,0 0 0,0 0 0,0 0 0,4 0 0,50-7 0,-40 5 0,280-29 0,404 10 0,-692 21 0,0-1 0,1 1 0,-1-1 0,0 0 0,0-1 0,0 0 0,0 0 0,0-1 0,0 0 0,-1-1 0,10-4 0,-12 4 0,1 0 0,-1 0 0,0-1 0,0 0 0,-1 1 0,0-2 0,1 1 0,-2 0 0,1-1 0,-1 0 0,1 1 0,-2-1 0,1-1 0,2-8 0,2-16 0,-1-1 0,-2 0 0,-1 0 0,-1 0 0,-4-41 0,1 19 0,1-137 0,-1-181 0,-12 202 0,12 168 0,1 1 0,0-1 0,-1 1 0,1 0 0,-1 0 0,0-1 0,0 1 0,1 0 0,-1 0 0,0 0 0,0 0 0,0 0 0,0 0 0,0 0 0,0 0 0,0 0 0,0 0 0,-1 0 0,1 1 0,0-1 0,0 0 0,-1 1 0,1-1 0,-1 1 0,1 0 0,0-1 0,-1 1 0,1 0 0,-1 0 0,1 0 0,-3 0 0,-7 0 0,1 1 0,-1 0 0,-13 3 0,12-2 0,-165 34 0,5 0 0,-397 32 0,473-59 0,78-8 0,11 0 0,-1-1 0,1 1 0,0 0 0,-14 4 0,31-3-1365,3-1-5461</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5.296"/>
    </inkml:context>
    <inkml:brush xml:id="br0">
      <inkml:brushProperty name="width" value="0.05" units="cm"/>
      <inkml:brushProperty name="height" value="0.05" units="cm"/>
    </inkml:brush>
  </inkml:definitions>
  <inkml:trace contextRef="#ctx0" brushRef="#br0">1 68 24575,'769'-19'0,"-665"16"0,-36 0 0,262-17 0,-323 19 0,-4 1 0,1-1 0,0 1 0,-1-1 0,1 1 0,0-1 0,-1 0 0,1 0 0,-1-1 0,0 1 0,7-5 0,-10 6-41,0 0 0,0 0-1,0 0 1,1 0-1,-1 0 1,0-1 0,0 1-1,0 0 1,0 0 0,0-1-1,1 1 1,-1 0-1,0 0 1,0 0 0,0-1-1,0 1 1,0 0 0,0 0-1,0-1 1,0 1-1,0 0 1,0 0 0,0-1-1,0 1 1,0 0 0,0 0-1,0-1 1,0 1-1,0 0 1,0 0 0,0 0-1,-1-1 1</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5.949"/>
    </inkml:context>
    <inkml:brush xml:id="br0">
      <inkml:brushProperty name="width" value="0.05" units="cm"/>
      <inkml:brushProperty name="height" value="0.05" units="cm"/>
    </inkml:brush>
  </inkml:definitions>
  <inkml:trace contextRef="#ctx0" brushRef="#br0">1 10 24575,'0'0'0,"0"1"0,0-1 0,1 1 0,-1-1 0,0 1 0,0-1 0,1 1 0,-1-1 0,0 0 0,1 1 0,-1-1 0,0 1 0,1-1 0,-1 0 0,1 1 0,-1-1 0,1 0 0,-1 1 0,0-1 0,1 0 0,-1 0 0,1 1 0,0-1 0,-1 0 0,1 0 0,-1 0 0,1 0 0,0 0 0,20 3 0,-18-3 0,329 4 0,-110-4 0,-26 4-43,962-2-674,-1138-3 717,74-3 0,102-18 0,-175 17 555,-37 6-1715,-2 1-5666</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7.536"/>
    </inkml:context>
    <inkml:brush xml:id="br0">
      <inkml:brushProperty name="width" value="0.05" units="cm"/>
      <inkml:brushProperty name="height" value="0.05" units="cm"/>
    </inkml:brush>
  </inkml:definitions>
  <inkml:trace contextRef="#ctx0" brushRef="#br0">184 234 24575,'0'-1'0,"1"-1"0,-1 0 0,1 0 0,0 1 0,-1-1 0,1 1 0,0-1 0,0 1 0,0-1 0,0 1 0,0-1 0,1 1 0,-1 0 0,0-1 0,1 1 0,-1 0 0,0 0 0,3-1 0,-3 1 0,-1 1 0,1-1 0,-1 1 0,1 0 0,0-1 0,-1 1 0,1 0 0,0-1 0,-1 1 0,1 0 0,0 0 0,0-1 0,-1 1 0,1 0 0,0 0 0,0 0 0,-1 0 0,1 0 0,0 0 0,0 0 0,-1 0 0,1 0 0,0 1 0,-1-1 0,1 0 0,0 0 0,0 1 0,-1-1 0,1 0 0,0 1 0,-1-1 0,1 1 0,-1-1 0,1 1 0,-1-1 0,1 1 0,-1-1 0,1 1 0,-1-1 0,1 1 0,-1 0 0,1-1 0,-1 1 0,1 1 0,2 13 0,-1-1 0,0 1 0,-1 0 0,-1 0 0,0 0 0,-1 0 0,-3 19 0,1-6 0,-66 519 0,19-276 0,20-117 0,29-152 0,1 0 0,-1 0 0,1-1 0,0 1 0,0 0 0,0 0 0,0 0 0,0 0 0,0-1 0,0 1 0,1 0 0,-1 0 0,1-1 0,-1 1 0,1 0 0,0 1 0,0-2 0,0 0 0,0-1 0,0 1 0,0 0 0,0-1 0,0 1 0,1-1 0,-1 1 0,0-1 0,0 1 0,0-1 0,0 0 0,1 0 0,-1 0 0,0 0 0,0 0 0,0 0 0,1 0 0,-1 0 0,0 0 0,0 0 0,0-1 0,0 1 0,3-1 0,55-16 0,59-26 0,0 0 0,-4 10 0,2 6 0,1 5 0,177-11 0,359 21 0,-652 12 0,14 0 0,-10 1 0,0-1 0,-1 1 0,1-1 0,0-1 0,-1 1 0,1-1 0,-1 1 0,1-1 0,0-1 0,-1 1 0,6-3 0,-9 4 0,-1-1 0,1 1 0,-1-1 0,1 1 0,-1-1 0,0 1 0,1-1 0,-1 1 0,1-1 0,-1 1 0,0-1 0,0 0 0,1 1 0,-1-1 0,0 1 0,0-1 0,0 0 0,0 1 0,0-1 0,0 0 0,0 1 0,0-1 0,0 0 0,0 1 0,0-1 0,0 0 0,0 1 0,0-1 0,-1 1 0,1-1 0,0 0 0,-1 1 0,1-1 0,0 1 0,-1-1 0,1 1 0,0-1 0,-1 1 0,0-1 0,-19-21 0,19 22 0,-23-21 0,1 0 0,-37-47 0,48 52 0,1 0 0,1-1 0,1 0 0,0 0 0,-12-37 0,8 8 0,3 0 0,1-1 0,3 0 0,1 0 0,3-72 0,8 7 0,24-130 0,-24 215 0,-4 17 0,0 1 0,0-1 0,-1 0 0,0 0 0,-1-16 0,-1 24 0,1-1 0,0 1 0,-1 0 0,0 0 0,1 0 0,-1 0 0,0 0 0,0 0 0,0 0 0,-1 0 0,1 0 0,0 0 0,-1 0 0,1 1 0,-1-1 0,1 1 0,-1-1 0,0 1 0,0-1 0,0 1 0,1 0 0,-1 0 0,0 0 0,-1 0 0,1 0 0,0 1 0,0-1 0,0 1 0,0-1 0,-3 1 0,-21-3 0,0 2 0,1 1 0,-1 2 0,0 0 0,1 1 0,-27 8 0,-18 1 0,-502 35 0,17-3 0,537-41 0,7-3 0,0 1 0,1 1 0,-1 0 0,0 1 0,1 0 0,0 0 0,0 1 0,-15 8 0,25-12-38,-1 1 0,0-1 0,1 0 1,-1 1-1,0-1 0,1 1 0,-1-1 0,0 1 0,1 0 0,-1-1 0,1 1 0,-1-1 0,1 1 0,-1 0 0,1 0 0,0-1 1,-1 1-1,1 0 0,0 0 0,-1-1 0,1 1 0,0 0 0,0 0 0,0 0 0,0-1 0,0 1 0,0 0 0,0 0 0,0 0 1,0-1-1,0 1 0,0 0 0,1 0 0,-1 0 0,1 1 0,7 9-6788</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8.096"/>
    </inkml:context>
    <inkml:brush xml:id="br0">
      <inkml:brushProperty name="width" value="0.05" units="cm"/>
      <inkml:brushProperty name="height" value="0.05" units="cm"/>
    </inkml:brush>
  </inkml:definitions>
  <inkml:trace contextRef="#ctx0" brushRef="#br0">0 1 24575,'13'0'0,"0"2"0,21 4 0,12 2 0,410 17 0,0-25 0,-424 0 0,64-1 0,167-21 0,-253 20 147,-8 2-255,0 0 0,0 0 0,0-1 0,0 1 0,0 0 0,0-1 0,0 0 0,0 1 0,-1-1 0,1 0 0,0 0 0,0 0 0,2-2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08.511"/>
    </inkml:context>
    <inkml:brush xml:id="br0">
      <inkml:brushProperty name="width" value="0.05" units="cm"/>
      <inkml:brushProperty name="height" value="0.05" units="cm"/>
    </inkml:brush>
  </inkml:definitions>
  <inkml:trace contextRef="#ctx0" brushRef="#br0">1 1 24575,'124'8'0,"-48"-1"0,56 1-12,675 38-387,2-32 72,-771-15 317,-11 2 43,-1-2 0,1 0 0,51-11 1,-68 8 466,-10 4-522,0 0 1,0 0-1,0-1 1,0 1-1,0 0 1,0 0-1,0 0 0,0 0 1,1 0-1,-1 0 1,0 0-1,0 0 1,0-1-1,0 1 1,0 0-1,0 0 0,0 0 1,0 0-1,0 0 1,0 0-1,0 0 1,0-1-1,0 1 1,0 0-1,0 0 1,0 0-1,0 0 0,0 0 1,0 0-1,0-1 1,0 1-1,0 0 1,0 0-1,-1 0 1,1 0-1,0 0 0,0 0 1,0 0-1,0 0 1,0-1-1,0 1 1,0 0-1,0 0 1,0 0-1,0 0 1,-1 0-1,1 0 0,0 0 1,0 0-1,0 0 1,0 0-1,0 0 1,0 0-1,0 0 1,-1 0-1,1 0 0,0 0 1,-9-4-6805</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0.069"/>
    </inkml:context>
    <inkml:brush xml:id="br0">
      <inkml:brushProperty name="width" value="0.05" units="cm"/>
      <inkml:brushProperty name="height" value="0.05" units="cm"/>
    </inkml:brush>
  </inkml:definitions>
  <inkml:trace contextRef="#ctx0" brushRef="#br0">940 135 24575,'1'-2'0,"1"1"0,-1-1 0,0 1 0,1-1 0,-1 0 0,0 0 0,0 1 0,0-1 0,0 0 0,0 0 0,0 0 0,-1 0 0,1 0 0,-1 0 0,1 0 0,-1 0 0,0 0 0,0-1 0,0 1 0,0 0 0,0 0 0,0 0 0,0 0 0,-1 0 0,1 0 0,-1 0 0,0 0 0,1 0 0,-1 0 0,0 0 0,0 0 0,0 0 0,-1 1 0,1-1 0,0 0 0,-3-1 0,-1-3 0,0 1 0,-1 0 0,1 1 0,-1-1 0,0 1 0,-1 0 0,1 1 0,-1-1 0,-9-2 0,1 1 0,1 2 0,-1 0 0,1 0 0,-1 2 0,0 0 0,0 0 0,0 2 0,1-1 0,-1 2 0,0 0 0,1 1 0,-1 0 0,1 1 0,0 1 0,0 0 0,0 1 0,-13 9 0,13-8 0,1 2 0,0-1 0,0 2 0,1 0 0,1 0 0,0 1 0,0 0 0,1 1 0,0 0 0,1 1 0,1 0 0,0 0 0,0 1 0,2 0 0,-1 1 0,-4 17 0,6-12 0,1 1 0,1-1 0,1 1 0,1 0 0,0-1 0,2 1 0,0 0 0,2-1 0,0 1 0,11 37 0,7 1 0,2-1 0,39 69 0,-33-71 0,-2 1 0,22 73 0,-43-110 0,-1 0 0,-1 0 0,0 1 0,-2 0 0,-1 0 0,0-1 0,-2 1 0,0 0 0,-1 0 0,-9 35 0,2-25 0,-2-1 0,-1-1 0,-1 0 0,-1 0 0,-2-1 0,-1-1 0,-1-1 0,-28 31 0,-21 16 0,-101 84 0,32-32 0,119-109 0,1 1 0,1 0 0,0 1 0,-13 23 0,24-34 0,0 1 0,0 0 0,0 0 0,1 0 0,1 0 0,-1 1 0,1-1 0,1 1 0,-1 0 0,2-1 0,-1 1 0,1 0 0,0-1 0,2 11 0,1-5 0,1 1 0,0-1 0,1 0 0,0 0 0,10 17 0,42 65 0,-22-40 0,-6-7 0,-2 2 0,-2 2 0,-2 0 0,-3 1 0,-2 1 0,-3 0 0,-2 2 0,-2-1 0,3 59 0,-12-27 0,-3 0 0,-15 106 0,-43 171 0,6-49 0,45-261 57,3 1 0,2-1 0,3 1 0,2 0 0,13 79 0,-10-111-114,1 1 0,1-1 0,2 0 0,0 0 0,25 44 0,-24-53-79,1 1-1,0-2 1,1 1-1,0-2 1,1 0-1,1 0 1,0-1-1,0-1 0,19 11 1,6 0-6690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0.736"/>
    </inkml:context>
    <inkml:brush xml:id="br0">
      <inkml:brushProperty name="width" value="0.05" units="cm"/>
      <inkml:brushProperty name="height" value="0.05" units="cm"/>
    </inkml:brush>
  </inkml:definitions>
  <inkml:trace contextRef="#ctx0" brushRef="#br0">105 27 24575,'0'-1'0,"0"-1"0,0 1 0,0-1 0,0 0 0,-1 1 0,1-1 0,0 1 0,-1-1 0,1 1 0,-1-1 0,1 1 0,-1-1 0,0 1 0,-1-2 0,2 3 0,0-1 0,0 1 0,-1 0 0,1 0 0,0 0 0,0 0 0,-1-1 0,1 1 0,0 0 0,-1 0 0,1 0 0,0 0 0,-1 0 0,1 0 0,0 0 0,0 0 0,-1 0 0,1 0 0,0 0 0,-1 0 0,1 0 0,0 0 0,-1 0 0,1 0 0,0 0 0,-1 1 0,-11 10 0,4 1 0,0 0 0,1 1 0,1 0 0,0 0 0,-9 28 0,7-13 0,-7 59 0,12-63 0,2-1 0,1 1 0,0 0 0,2 0 0,1-1 0,8 33 0,-9-46 0,1 0 0,0-1 0,0 1 0,1-1 0,0 0 0,1 0 0,0-1 0,0 1 0,1-1 0,0 0 0,1 0 0,0-1 0,0 0 0,0 0 0,1-1 0,0 0 0,15 9 0,-18-13-170,1 1-1,0-1 0,0 0 1,0-1-1,0 0 0,0 0 1,10 1-1,11-3-6655</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0.909"/>
    </inkml:context>
    <inkml:brush xml:id="br0">
      <inkml:brushProperty name="width" value="0.05" units="cm"/>
      <inkml:brushProperty name="height" value="0.05" units="cm"/>
    </inkml:brush>
  </inkml:definitions>
  <inkml:trace contextRef="#ctx0" brushRef="#br0">41 6 24575,'0'-2'0,"-2"-1"0,-3 2 0,-2 4 0,2 4 0,-1 2 0,0 3 0,1 4 0,2 1 0,2 2 0,2 1 0,2 1 0,2 0 0,0-2 0,3-2 0,-2-1 0,0-4-8191</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1.049"/>
    </inkml:context>
    <inkml:brush xml:id="br0">
      <inkml:brushProperty name="width" value="0.05" units="cm"/>
      <inkml:brushProperty name="height" value="0.05" units="cm"/>
    </inkml:brush>
  </inkml:definitions>
  <inkml:trace contextRef="#ctx0" brushRef="#br0">46 101 24575,'0'-5'0,"-2"-6"0,-1-5 0,-2-3 0,-1-1 0,0 4 0,-1 7 0,0 4 0,-2 8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1.345"/>
    </inkml:context>
    <inkml:brush xml:id="br0">
      <inkml:brushProperty name="width" value="0.05" units="cm"/>
      <inkml:brushProperty name="height" value="0.05" units="cm"/>
    </inkml:brush>
  </inkml:definitions>
  <inkml:trace contextRef="#ctx0" brushRef="#br0">39 8 24575,'1'0'0,"0"0"0,0 0 0,0 0 0,0 0 0,0 0 0,0-1 0,0 1 0,0 0 0,0-1 0,0 1 0,0-1 0,-1 1 0,1-1 0,0 1 0,0-1 0,1 0 0,-2-1 0,-8 9 0,3-1 0,0-1 0,0 2 0,0-1 0,1 1 0,0-1 0,0 1 0,1 0 0,0 0 0,-3 11 0,5-14 0,0 0 0,1-1 0,-1 1 0,1 0 0,0 0 0,0 0 0,0 0 0,1 0 0,-1 0 0,1 0 0,0 0 0,0 0 0,0-1 0,1 1 0,-1 0 0,1-1 0,0 1 0,0-1 0,0 0 0,4 5 0,4 2 0,0 0 0,0-1 0,1 0 0,16 10 0,18 15 0,-44-34 0,0 1 0,0 0 0,1 0 0,-1 0 0,0 0 0,0 0 0,0 0 0,-1 1 0,1-1 0,0 0 0,0 0 0,0 1 0,-1-1 0,1 0 0,-1 1 0,1-1 0,-1 1 0,0-1 0,1 0 0,-1 1 0,0-1 0,0 1 0,0-1 0,0 1 0,0-1 0,-1 3 0,0-2 0,0-1 0,0 1 0,0 0 0,0-1 0,-1 1 0,1-1 0,0 0 0,-1 1 0,1-1 0,-1 0 0,1 0 0,-1 0 0,0 0 0,0 0 0,1-1 0,-1 1 0,0 0 0,0-1 0,-3 1 0,-15 3-1365,2-2-5461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1.566"/>
    </inkml:context>
    <inkml:brush xml:id="br0">
      <inkml:brushProperty name="width" value="0.05" units="cm"/>
      <inkml:brushProperty name="height" value="0.05" units="cm"/>
    </inkml:brush>
  </inkml:definitions>
  <inkml:trace contextRef="#ctx0" brushRef="#br0">0 59 24575,'10'-21'0,"-8"16"0,0 0 0,0 0 0,1 0 0,0 0 0,4-5 0,-7 10 0,0 0 0,0 0 0,0 0 0,0-1 0,0 1 0,0 0 0,1 0 0,-1 0 0,0 0 0,0 0 0,0-1 0,1 1 0,-1 0 0,0 0 0,0 0 0,0 0 0,0 0 0,1 0 0,-1 0 0,0 0 0,0 0 0,1 0 0,-1 0 0,0 0 0,0 0 0,0 0 0,1 0 0,-1 0 0,0 0 0,0 0 0,0 0 0,1 0 0,-1 0 0,0 0 0,0 0 0,0 0 0,1 0 0,-1 0 0,0 1 0,0-1 0,0 0 0,1 0 0,-1 0 0,0 0 0,0 0 0,0 1 0,0-1 0,0 0 0,0 0 0,1 0 0,-1 1 0,0-1 0,0 0 0,0 0 0,0 0 0,0 1 0,0-1 0,0 0 0,0 0 0,0 1 0,0-1 0,0 0 0,0 0 0,3 17 0,-3-16 0,4 176 0,4 30 0,12-75-1365,-15-104-5461</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1.671"/>
    </inkml:context>
    <inkml:brush xml:id="br0">
      <inkml:brushProperty name="width" value="0.05" units="cm"/>
      <inkml:brushProperty name="height" value="0.05" units="cm"/>
    </inkml:brush>
  </inkml:definitions>
  <inkml:trace contextRef="#ctx0" brushRef="#br0">0 298 24575,'0'-9'0,"3"-11"0,2-10 0,6-7 0,5-5 0,7-2 0,6 5 0,6 6 0,3 9 0,0 10 0,-6 9-8191</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3.165"/>
    </inkml:context>
    <inkml:brush xml:id="br0">
      <inkml:brushProperty name="width" value="0.05" units="cm"/>
      <inkml:brushProperty name="height" value="0.05" units="cm"/>
    </inkml:brush>
  </inkml:definitions>
  <inkml:trace contextRef="#ctx0" brushRef="#br0">370 9 24575,'1'-9'0,"2"18"0,1 20 0,1 58 0,-9 117 0,-23 87 0,25-275 0,-120 1215-716,-24-181 799,137-1008-37,-52 276 338,55-268-344,3 0 1,1 0 0,3 0 0,9 72-1,-2-66-40,-2-11 0,15 60 0,-18-93 0,1 0 0,0 0 0,1 0 0,1 0 0,0-1 0,0 0 0,1 0 0,0 0 0,14 14 0,-18-23 0,-1 0 0,1 0 0,0 0 0,0-1 0,1 1 0,-1-1 0,0 0 0,0 1 0,1-1 0,-1-1 0,0 1 0,1 0 0,-1-1 0,1 0 0,4 0 0,10 0 0,32-6 0,-23 3 0,517-8 0,-358 13 0,110-1-78,692-16-418,-957 13 496,-12 2 0,-1-2 0,1 0 0,19-5 0,-29 4 134,-9 3-153,0 0 1,0 0-1,0 0 1,0 0-1,1 0 1,-1 0-1,0 0 0,0 0 1,0 0-1,0 0 1,0-1-1,0 1 1,0 0-1,0 0 1,1 0-1,-1 0 0,0 0 1,0 0-1,0 0 1,0 0-1,0 0 1,0-1-1,0 1 1,0 0-1,0 0 0,0 0 1,0 0-1,0 0 1,0 0-1,0 0 1,0-1-1,0 1 1,0 0-1,0 0 0,0 0 1,0 0-1,0 0 1,0 0-1,0 0 1,0-1-1,0 1 1,0 0-1,0 0 0,0 0 1,0 0-1,0 0 1,0 0-1,0 0 1,0-1-1,0 1 0,0 0 1,-1 0-1,1 0 1,0 0-1</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3.382"/>
    </inkml:context>
    <inkml:brush xml:id="br0">
      <inkml:brushProperty name="width" value="0.05" units="cm"/>
      <inkml:brushProperty name="height" value="0.05" units="cm"/>
    </inkml:brush>
  </inkml:definitions>
  <inkml:trace contextRef="#ctx0" brushRef="#br0">0 0 24575,'6'1'0,"-1"-1"0,1 1 0,-1 1 0,1-1 0,-1 1 0,0 0 0,0 0 0,0 1 0,0-1 0,0 1 0,0 0 0,8 7 0,0 2 0,1 0 0,18 23 0,-26-28 0,0 1 0,0 0 0,0 0 0,-1 1 0,-1 0 0,1 0 0,-1 0 0,-1 0 0,1 0 0,-2 1 0,1 0 0,-1-1 0,-1 1 0,0 0 0,0 0 0,-1 0 0,0 0 0,-1 0 0,0 0 0,-1-1 0,0 1 0,0 0 0,-1-1 0,0 1 0,-5 8 0,-14 23-1365,-1-5-5461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4.003"/>
    </inkml:context>
    <inkml:brush xml:id="br0">
      <inkml:brushProperty name="width" value="0.05" units="cm"/>
      <inkml:brushProperty name="height" value="0.05" units="cm"/>
    </inkml:brush>
  </inkml:definitions>
  <inkml:trace contextRef="#ctx0" brushRef="#br0">52 489 24575,'0'-1'0,"0"1"0,0-1 0,1 1 0,-1-1 0,0 1 0,0 0 0,0-1 0,1 1 0,-1 0 0,0-1 0,0 1 0,1 0 0,-1-1 0,0 1 0,1 0 0,-1-1 0,0 1 0,1 0 0,-1 0 0,0-1 0,1 1 0,-1 0 0,1 0 0,-1 0 0,0 0 0,1 0 0,-1 0 0,1-1 0,-1 1 0,1 0 0,-1 0 0,0 0 0,1 0 0,-1 0 0,1 1 0,-1-1 0,1 0 0,-1 0 0,0 0 0,1 0 0,-1 0 0,1 1 0,-1-1 0,0 0 0,1 0 0,-1 1 0,0-1 0,1 0 0,-1 0 0,0 1 0,1-1 0,-1 0 0,0 1 0,0-1 0,1 0 0,-1 1 0,0-1 0,0 1 0,3 9 0,0-1 0,-1 1 0,0-1 0,-1 1 0,0 0 0,-1 0 0,0 0 0,-2 16 0,2-7 0,-3 51 0,-3 0 0,-15 71 0,15-125 0,6-16 0,0 0 0,0 0 0,-1 0 0,1 0 0,0 0 0,0 0 0,0 0 0,0 0 0,0 0 0,-1 0 0,1 0 0,0 0 0,0 0 0,0 0 0,0 0 0,0 0 0,0 0 0,-1 0 0,1 0 0,0 0 0,0 0 0,0 0 0,0 0 0,0 0 0,0 0 0,-1 0 0,1-1 0,0 1 0,0 0 0,0 0 0,0 0 0,0 0 0,0 0 0,0 0 0,0 0 0,0-1 0,0 1 0,-1 0 0,1 0 0,0 0 0,0 0 0,0 0 0,0-1 0,0 1 0,0 0 0,0 0 0,0 0 0,0 0 0,0 0 0,-6-32 0,5 25 0,-14-90 0,4-1 0,4 0 0,13-195 0,-3 260 0,2 1 0,13-43 0,-15 65 0,0 0 0,1 0 0,0 1 0,0-1 0,1 1 0,1 0 0,-1 0 0,1 1 0,1-1 0,0 1 0,11-10 0,-16 16 0,1 0 0,0 0 0,0 0 0,-1 1 0,1-1 0,0 1 0,0-1 0,1 1 0,-1 0 0,0 0 0,0 0 0,0 1 0,1-1 0,-1 1 0,0 0 0,1 0 0,-1 0 0,5 1 0,-3 0 0,0 1 0,-1-1 0,1 1 0,-1 0 0,0 1 0,1-1 0,-1 1 0,0-1 0,0 1 0,-1 0 0,6 6 0,0 1 0,0 1 0,0 0 0,-1 0 0,-1 1 0,0 1 0,-1-1 0,9 25 0,-12-28 19,0 1 0,-1 0 0,0 0 0,-1 0 0,0 0 0,-1 0 0,0 0 0,0 0 0,-1 0 0,0 0 0,-1 0 0,0 0 0,-1-1 0,0 1 0,0 0 0,-1-1 0,-7 13 0,6-15-101,1 0 1,-1 0 0,-1 0 0,1-1-1,-1 0 1,0 0 0,-1 0-1,1-1 1,-1 0 0,0 0 0,-1 0-1,1-1 1,-1 0 0,1-1 0,-1 0-1,0 0 1,-1-1 0,1 0 0,0 0-1,-16 1 1,5-2-6745</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4.990"/>
    </inkml:context>
    <inkml:brush xml:id="br0">
      <inkml:brushProperty name="width" value="0.05" units="cm"/>
      <inkml:brushProperty name="height" value="0.05" units="cm"/>
    </inkml:brush>
  </inkml:definitions>
  <inkml:trace contextRef="#ctx0" brushRef="#br0">0 220 24575,'5'1'0,"-1"1"0,0 0 0,-1 0 0,1 0 0,0 0 0,-1 0 0,1 1 0,-1 0 0,5 4 0,-1 0 0,30 22 0,54 57 0,-82-77 0,-1 2 0,1-1 0,-1 1 0,-1 0 0,0 1 0,-1 0 0,0 0 0,-1 0 0,0 1 0,5 21 0,-10-30 0,1 0 0,-1 0 0,0 0 0,0 0 0,-1 0 0,1 0 0,-1 0 0,1 0 0,-1 0 0,-1 0 0,1 0 0,0 0 0,-1 0 0,0-1 0,-2 4 0,3-5 0,0 0 0,-1-1 0,1 1 0,0-1 0,-1 1 0,1-1 0,-1 0 0,0 1 0,1-1 0,-1 0 0,0 0 0,0 0 0,0 0 0,1-1 0,-1 1 0,0 0 0,0-1 0,0 1 0,0-1 0,0 0 0,0 0 0,-1 0 0,1 0 0,0 0 0,0 0 0,0 0 0,0-1 0,0 1 0,0-1 0,0 1 0,-2-2 0,2 1 0,0 0 0,0 0 0,0 0 0,1 0 0,-1 0 0,0 0 0,1-1 0,-1 1 0,0 0 0,1-1 0,0 1 0,-1-1 0,1 0 0,0 1 0,0-1 0,0 0 0,0 0 0,-1-2 0,1 0 0,0 0 0,0 0 0,1 0 0,-1 0 0,1 0 0,0 0 0,0 0 0,0 0 0,1-4 0,2-3 0,-1 0 0,1 1 0,1 0 0,0 0 0,0 0 0,8-12 0,-3 7 0,1 1 0,1 0 0,0 1 0,1 0 0,1 1 0,0 0 0,0 1 0,1 0 0,29-15 0,-31 19 0,1 0 0,0 2 0,0-1 0,1 2 0,0 0 0,0 0 0,0 2 0,0-1 0,0 2 0,0 0 0,1 1 0,22 2 0,-36-2 0,0 0 0,0 0 0,0 0 0,0 1 0,1-1 0,-1 0 0,0 1 0,0-1 0,0 0 0,0 1 0,0 0 0,0-1 0,0 1 0,0 0 0,0-1 0,0 1 0,-1 0 0,1 0 0,0 0 0,0 0 0,-1-1 0,1 1 0,0 0 0,-1 0 0,1 1 0,-1-1 0,0 0 0,1 0 0,-1 0 0,0 0 0,1 0 0,-1 0 0,0 0 0,0 1 0,0-1 0,0 0 0,0 0 0,0 0 0,-1 0 0,1 1 0,0-1 0,-1 1 0,-2 7 0,0 0 0,0-1 0,-1 0 0,-6 11 0,5-10 0,5-8 0,-12 21 0,1 0 0,-11 36 0,20-53 0,1 1 0,-1-1 0,1 1 0,0-1 0,0 1 0,1 0 0,0-1 0,0 1 0,0 0 0,0 0 0,1-1 0,0 1 0,0-1 0,1 1 0,0-1 0,0 1 0,3 5 0,-4-10 0,0 1 0,0 0 0,1 0 0,-1 0 0,1-1 0,-1 1 0,1-1 0,0 1 0,0-1 0,0 0 0,-1 0 0,1 0 0,0 0 0,1 0 0,-1 0 0,0 0 0,4 0 0,-3 0 0,1-1 0,0 0 0,0 0 0,0 0 0,0 0 0,0-1 0,0 1 0,0-1 0,5-2 0,-1 0 0,0 0 0,-1 0 0,1-1 0,-1 0 0,0 0 0,-1-1 0,1 0 0,-1 0 0,7-7 0,-10 8 0,0 0 0,0 0 0,0 0 0,-1 0 0,1 0 0,-1 0 0,0-1 0,0 1 0,-1-1 0,1 1 0,-1-1 0,0 0 0,0 0 0,-1 1 0,1-1 0,-1 0 0,0 0 0,0 0 0,-1 1 0,0-1 0,0 0 0,0 0 0,0 1 0,0-1 0,-3-4 0,0 1 0,0 0 0,0 1 0,-1 0 0,0 0 0,0 0 0,-1 1 0,0-1 0,0 1 0,0 1 0,-1-1 0,0 1 0,0 0 0,-10-5 0,6 3 0,11 4 0,20 2 0,-13 1 0,14 1 0,51 2 0,-1-4 0,77-10 0,-126 4 0,-22 7 0,0 0 0,0 0 0,0 0 0,0 0 0,0 0 0,0 0 0,0 0 0,0 0 0,0 0 0,0 0 0,0 0 0,0 0 0,0 0 0,-1 0 0,1 0 0,0 0 0,0 0 0,0 0 0,0 0 0,0 0 0,0 0 0,0 0 0,0 0 0,0 0 0,0 0 0,0 0 0,0 0 0,0 0 0,0 0 0,0 0 0,0 0 0,0 0 0,0 0 0,0 0 0,0-1 0,0 1 0,0 0 0,0 0 0,0 0 0,0 0 0,-12 4 0,4-1 0,1 1 0,-1 1 0,1-1 0,0 1 0,0 0 0,0 1 0,1 0 0,0 0 0,0 0 0,0 1 0,-8 13 0,9-14 0,1 1 0,0 0 0,0 0 0,1 1 0,0-1 0,0 1 0,1-1 0,0 1 0,0 0 0,0 0 0,1 0 0,0 15 0,2-20 0,-1 0 0,0 0 0,1 0 0,0 0 0,-1 1 0,1-1 0,1 0 0,-1 0 0,0-1 0,1 1 0,-1 0 0,1 0 0,0-1 0,0 1 0,0-1 0,0 1 0,0-1 0,1 0 0,-1 0 0,1 0 0,-1 0 0,1-1 0,0 1 0,0-1 0,0 1 0,0-1 0,0 0 0,0 0 0,0 0 0,0-1 0,0 1 0,0-1 0,0 1 0,0-1 0,1 0 0,3-1 0,2 0 0,0 1 0,0-2 0,0 1 0,0-2 0,0 1 0,-1-1 0,1 0 0,-1-1 0,0 0 0,0 0 0,14-10 0,-12 5 0,-1-1 0,0 0 0,0 0 0,-1 0 0,-1-1 0,0 0 0,0-1 0,-1 0 0,-1 0 0,0 0 0,0 0 0,-1-1 0,2-14 0,0-2 0,-1-1 0,-2 0 0,-1 0 0,-3-50 0,0 69 0,-6-58 0,6 63 0,0-1 0,0 1 0,-1 0 0,0 0 0,0 1 0,0-1 0,-1 0 0,-4-7 0,6 13 0,1 0 0,0-1 0,0 1 0,-1 0 0,1-1 0,0 1 0,0 0 0,-1-1 0,1 1 0,0 0 0,-1 0 0,1-1 0,0 1 0,-1 0 0,1 0 0,0 0 0,-1 0 0,1-1 0,-1 1 0,1 0 0,0 0 0,-1 0 0,1 0 0,-1 0 0,1 0 0,0 0 0,-1 0 0,1 0 0,-1 0 0,1 0 0,0 0 0,-1 0 0,1 0 0,-1 1 0,1-1 0,0 0 0,-1 0 0,1 0 0,0 1 0,-1-1 0,1 0 0,0 0 0,-1 1 0,1-1 0,0 0 0,-1 1 0,1-1 0,0 0 0,0 1 0,0-1 0,-1 0 0,1 1 0,0-1 0,0 0 0,0 1 0,0 0 0,-10 24 0,1 21 0,1 0 0,3 0 0,2 0 0,1 1 0,8 74 0,-4-101-273,1-1 0,0 1 0,1-1 0,8 20 0,-2-14-6553</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5.302"/>
    </inkml:context>
    <inkml:brush xml:id="br0">
      <inkml:brushProperty name="width" value="0.05" units="cm"/>
      <inkml:brushProperty name="height" value="0.05" units="cm"/>
    </inkml:brush>
  </inkml:definitions>
  <inkml:trace contextRef="#ctx0" brushRef="#br0">17 42 24575,'0'-8'0,"0"6"0,0 0 0,1 0 0,-1 0 0,0 0 0,-1-1 0,1 1 0,0 0 0,0 0 0,-1 0 0,0 0 0,1 0 0,-1 0 0,-2-4 0,3 6 0,0 0 0,0 0 0,0 0 0,0 0 0,-1 0 0,1 0 0,0 0 0,0 0 0,0 0 0,0 0 0,-1 0 0,1 0 0,0 0 0,0 0 0,0 0 0,0 0 0,-1 0 0,1 0 0,0 1 0,0-1 0,0 0 0,0 0 0,0 0 0,-1 0 0,1 0 0,0 0 0,0 0 0,0 1 0,0-1 0,0 0 0,0 0 0,0 0 0,0 0 0,0 0 0,0 1 0,-1-1 0,1 0 0,0 0 0,0 0 0,0 0 0,0 1 0,0-1 0,0 0 0,0 0 0,0 0 0,0 0 0,0 1 0,0-1 0,0 0 0,1 0 0,-3 11 0,0 9 0,0 1 0,2-1 0,0 1 0,2-1 0,0 1 0,1-1 0,1 0 0,1 0 0,12 33 0,-16-51 0,1 1 0,-1 0 0,1 0 0,0-1 0,-1 1 0,1-1 0,0 0 0,0 1 0,1-1 0,-1 0 0,0 0 0,1 0 0,-1 0 0,1-1 0,0 1 0,3 1 0,-4-3 0,0 1 0,0-1 0,0 0 0,1 0 0,-1 0 0,0 0 0,0 0 0,0 0 0,0 0 0,0-1 0,0 1 0,0-1 0,1 1 0,-1-1 0,-1 0 0,1 0 0,0 0 0,0 0 0,0 0 0,0 0 0,-1-1 0,1 1 0,0-1 0,1-2 0,8-9 0,-1 0 0,0-1 0,-1 0 0,-1 0 0,0-1 0,-1 0 0,0 0 0,-2-1 0,0 0 0,0 0 0,2-26 0,-6 39 0,-1 0 0,1 0 0,-1 0 0,0 0 0,0 0 0,-1 0 0,1 0 0,0 0 0,-1 0 0,0 0 0,0 0 0,-2-5 0,2 7 0,1 0 0,-1 0 0,0 0 0,0 0 0,0 0 0,0 1 0,0-1 0,0 0 0,0 0 0,0 1 0,0-1 0,-1 0 0,1 1 0,0-1 0,0 1 0,-1 0 0,1-1 0,0 1 0,0 0 0,-1 0 0,1 0 0,0 0 0,-1 0 0,1 0 0,0 0 0,-1 0 0,1 1 0,0-1 0,0 0 0,-1 1 0,0 0 0,-17 7-1365,2 1-5461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5.615"/>
    </inkml:context>
    <inkml:brush xml:id="br0">
      <inkml:brushProperty name="width" value="0.05" units="cm"/>
      <inkml:brushProperty name="height" value="0.05" units="cm"/>
    </inkml:brush>
  </inkml:definitions>
  <inkml:trace contextRef="#ctx0" brushRef="#br0">78 138 24575,'6'-6'0,"-1"0"0,0 0 0,0-1 0,0 0 0,5-11 0,-8 14 0,0 0 0,0-1 0,0 1 0,-1-1 0,1 1 0,-1-1 0,0 0 0,-1 0 0,1 1 0,-1-9 0,0 12 0,0-1 0,0 1 0,-1 0 0,1-1 0,-1 1 0,1 0 0,-1-1 0,1 1 0,-1 0 0,0 0 0,1-1 0,-1 1 0,0 0 0,0 0 0,0 0 0,0 0 0,0 0 0,0 0 0,0 0 0,-1 1 0,1-1 0,0 0 0,0 1 0,-1-1 0,1 0 0,0 1 0,-1 0 0,1-1 0,0 1 0,-1 0 0,1 0 0,-1 0 0,1-1 0,0 2 0,-1-1 0,1 0 0,-1 0 0,1 0 0,0 1 0,-1-1 0,0 1 0,-4 0 0,1 1 0,0-1 0,0 1 0,0 0 0,0 1 0,0-1 0,1 1 0,-1 0 0,-6 5 0,8-5 0,1-1 0,-1 1 0,1 0 0,0 0 0,0 0 0,0 0 0,0 1 0,1-1 0,-1 0 0,1 1 0,0-1 0,0 1 0,0-1 0,0 1 0,0 4 0,1-3 0,0 1 0,0-1 0,1 1 0,0-1 0,0 1 0,0-1 0,1 1 0,0-1 0,2 5 0,6 9 0,0-1 0,2 0 0,0-1 0,16 18 0,-25-31 0,29 30 0,-22-24 0,-1 0 0,0 0 0,-1 1 0,0 0 0,11 18 0,-19-28 0,0 0 0,1-1 0,-1 1 0,0 0 0,0-1 0,1 1 0,-1 0 0,0-1 0,0 1 0,0 0 0,0 0 0,0-1 0,0 1 0,0 0 0,0 0 0,0-1 0,0 1 0,0 0 0,0-1 0,0 1 0,-1 0 0,1-1 0,0 1 0,-1 0 0,1-1 0,0 1 0,-1 0 0,1-1 0,-1 1 0,1-1 0,-1 1 0,1-1 0,-1 1 0,1-1 0,-1 1 0,0-1 0,1 0 0,-1 1 0,1-1 0,-1 0 0,0 1 0,0-1 0,1 0 0,-1 0 0,0 0 0,1 0 0,-1 0 0,0 0 0,0 0 0,1 0 0,-1 0 0,0 0 0,0 0 0,-6 0 0,1 0 0,0-1 0,-1 0 0,-10-2 0,-12-8-1365,2-1-5461</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5.850"/>
    </inkml:context>
    <inkml:brush xml:id="br0">
      <inkml:brushProperty name="width" value="0.05" units="cm"/>
      <inkml:brushProperty name="height" value="0.05" units="cm"/>
    </inkml:brush>
  </inkml:definitions>
  <inkml:trace contextRef="#ctx0" brushRef="#br0">29 0 24575,'-2'2'0,"-1"4"0,-3 2 0,1 2 0,0 3 0,1 3 0,2 3 0,1 6 0,3 5 0,1 5 0,2 5 0,3 3 0,2 4 0,0 0 0,0-3 0,-1-4 0,-3-5 0,-2-8-8191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5.957"/>
    </inkml:context>
    <inkml:brush xml:id="br0">
      <inkml:brushProperty name="width" value="0.05" units="cm"/>
      <inkml:brushProperty name="height" value="0.05" units="cm"/>
    </inkml:brush>
  </inkml:definitions>
  <inkml:trace contextRef="#ctx0" brushRef="#br0">0 59 24575,'2'-5'0,"4"-3"0,2-3 0,5-2 0,5 1 0,-1 3-8191</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19.056"/>
    </inkml:context>
    <inkml:brush xml:id="br0">
      <inkml:brushProperty name="width" value="0.05" units="cm"/>
      <inkml:brushProperty name="height" value="0.05" units="cm"/>
    </inkml:brush>
  </inkml:definitions>
  <inkml:trace contextRef="#ctx0" brushRef="#br0">913 423 24575,'8'-8'0,"-1"-1"0,-1-1 0,0 1 0,0-1 0,-1 0 0,0 0 0,-1-1 0,0 0 0,0 1 0,-1-1 0,2-16 0,-5 22 0,0 1 0,1 0 0,-2 0 0,1 0 0,0-1 0,-1 1 0,0 0 0,0 0 0,0 0 0,0 0 0,-1 0 0,1 0 0,-1 0 0,0 0 0,0 1 0,-1-1 0,1 1 0,-1-1 0,1 1 0,-1 0 0,0 0 0,0 0 0,-1 1 0,1-1 0,-1 1 0,1-1 0,-1 1 0,0 0 0,-5-2 0,-5-1 0,0 0 0,0 1 0,0 1 0,0 0 0,0 0 0,-1 2 0,-20-1 0,9 3 0,0 0 0,0 2 0,0 1 0,0 1 0,0 1 0,1 1 0,0 2 0,-44 20 0,41-14 0,1 2 0,0 0 0,1 2 0,2 1 0,0 0 0,-40 45 0,39-35 0,2 1 0,1 1 0,1 1 0,2 1 0,1 1 0,2 0 0,1 1 0,2 1 0,2 0 0,1 0 0,2 1 0,-6 64 0,12-72 0,2-1 0,3 35 0,-1-51 0,0 0 0,0 0 0,2 0 0,0-1 0,0 1 0,1-1 0,7 14 0,-10-24 0,0 1 0,0 0 0,0 0 0,-1 0 0,1 0 0,-1 0 0,0 0 0,0 0 0,0 1 0,0-1 0,-1 0 0,1 1 0,-1-1 0,0 0 0,0 1 0,0-1 0,-1 0 0,1 1 0,-1-1 0,1 0 0,-1 0 0,0 1 0,0-1 0,-4 6 0,-17 45 0,1 2 0,4 0 0,1 1 0,-13 100 0,26-132 0,1-1 0,1 1 0,2 0 0,0 0 0,1-1 0,2 1 0,0-1 0,2 0 0,12 35 0,-14-47 0,1-1 0,1 1 0,0-1 0,0 0 0,1 0 0,1-1 0,0 0 0,0 0 0,1-1 0,0 0 0,0-1 0,1 0 0,0 0 0,1-1 0,0 0 0,0-1 0,0 0 0,1-1 0,-1 0 0,16 3 0,-16-5 0,1 0 0,0-2 0,0 1 0,0-2 0,0 1 0,0-2 0,0 1 0,0-2 0,0 1 0,-1-2 0,1 0 0,-1 0 0,1-1 0,11-6 0,-22 10 0,0-1 0,1 0 0,-1 1 0,0-1 0,0 1 0,0-1 0,0 1 0,1 0 0,-1-1 0,0 1 0,0 0 0,1 0 0,-1 0 0,0 0 0,0 0 0,0 0 0,1 0 0,-1 1 0,0-1 0,0 0 0,1 1 0,-1-1 0,0 1 0,0-1 0,0 1 0,0-1 0,0 1 0,0 0 0,0 0 0,2 1 0,-1 2 0,0 0 0,0 0 0,0 0 0,-1 0 0,1 0 0,-1 0 0,1 7 0,0-3 0,9 34 0,1 0 0,2-1 0,28 55 0,-32-77 0,1 1 0,1-2 0,1 0 0,0 0 0,2-1 0,0-1 0,0 0 0,30 22 0,-18-21 0,0 0 0,1-2 0,1-1 0,0-2 0,1 0 0,0-2 0,1-1 0,0-2 0,0-1 0,1-1 0,36 0 0,-4-3 0,0-4 0,0-2 0,-1-3 0,100-23 0,-97 12 0,0-2 0,-1-3 0,-1-2 0,-1-4 0,-2-2 0,-1-3 0,95-71 0,-142 95 0,-5 3 0,0 1 0,0 0 0,1 0 0,14-6 0,-21 11 0,0 0 0,0 0 0,0 1 0,0-1 0,0 0 0,0 1 0,0 0 0,0 0 0,0 0 0,0 0 0,1 0 0,-1 0 0,0 0 0,0 0 0,0 1 0,0-1 0,0 1 0,0 0 0,0 0 0,0 0 0,0-1 0,0 2 0,-1-1 0,1 0 0,0 0 0,0 1 0,1 1 0,11 13 0,-2 0 0,20 31 0,5 9 0,-20-35 0,1 0 0,1-1 0,0-2 0,1 0 0,1-1 0,1 0 0,1-2 0,42 21 0,-36-23 0,0-1 0,1-2 0,0 0 0,1-3 0,0 0 0,0-2 0,41 1 0,-20-5 0,-1-2 0,1-2 0,-1-2 0,52-14 0,-34 2 0,-1-2 0,86-40 0,123-79 0,-11-20 0,-229 135 0,-16 10 0,114-63 0,-130 74 0,-1-1 0,0 0 0,0 0 0,0 0 0,0-1 0,0 1 0,-1-1 0,0 0 0,1 0 0,2-6 0,26-50 0,-21 38 0,7-12 0,-2-1 0,-2 0 0,-1-2 0,-2 1 0,-1-1 0,5-42 0,-9 28 0,-2 0 0,-4-98 0,-2 124 0,-1-1 0,-1 1 0,-2-1 0,0 2 0,-2-1 0,0 1 0,-21-40 0,25 56 0,-1 1 0,0-1 0,0 1 0,-1 1 0,0-1 0,0 1 0,0 0 0,-1 0 0,0 1 0,-10-6 0,14 9 0,1 1 0,-1-1 0,0 1 0,0 0 0,0 0 0,0 0 0,0 0 0,-1 0 0,1 1 0,0 0 0,0-1 0,0 1 0,0 0 0,-1 1 0,1-1 0,0 0 0,0 1 0,0 0 0,0 0 0,0 0 0,0 0 0,0 0 0,0 1 0,0-1 0,0 1 0,1 0 0,-1-1 0,0 1 0,1 1 0,0-1 0,-3 3 0,0 2 0,0 0 0,0 1 0,1 0 0,0 0 0,1 1 0,-1-1 0,-2 12 0,-6 32 0,12-89 0,-2 0 0,-2 0 0,-1 0 0,-13-48 0,4 33 0,-3 1 0,-32-68 0,38 97 0,0 1 0,-1 0 0,-1 1 0,0 0 0,-2 1 0,-1 1 0,0 0 0,-1 1 0,-1 1 0,0 0 0,-1 1 0,-1 2 0,0 0 0,-1 1 0,-1 0 0,1 2 0,-46-14 0,24 13 0,1 2 0,-76-6 0,-87 9 0,168 5 0,30 1 0,0 0 0,0 0 0,0-1 0,0 0 0,0 0 0,-9-3 0,14 3 0,0 0 0,0 0 0,0 0 0,1-1 0,-1 1 0,0 0 0,0-1 0,1 1 0,-1-1 0,1 0 0,-1 1 0,1-1 0,0 0 0,-1 0 0,1 0 0,0 0 0,0 0 0,1 0 0,-1 0 0,0 0 0,1-1 0,-1 1 0,0-3 0,-1-7 0,-1 0 0,0 1 0,-1-1 0,0 1 0,-1 0 0,-1 0 0,0 0 0,0 1 0,-11-15 0,5 11 0,-1 1 0,0 0 0,0 0 0,-1 1 0,-28-17 0,14 13 0,0 1 0,-1 1 0,-1 2 0,0 1 0,0 1 0,-61-11 0,-49 6 0,2-1 0,85 2 0,43 10 0,-1 1 0,0 0 0,0 0 0,-17 0 0,-26 0 0,-1 2 0,0 3 0,1 2 0,0 3 0,0 2 0,-62 18 0,103-24 0,9-5 0,13-12 0,3-4 0,-12 17 0,1-1 0,0 0 0,0 1 0,-1-1 0,1 0 0,-1 0 0,1 1 0,-1-1 0,0 0 0,1 0 0,-1 0 0,0 1 0,0-1 0,-1 0 0,1 0 0,0 0 0,0 1 0,-1-1 0,1 0 0,-1 0 0,0 1 0,0-1 0,-1-2 0,0 2 0,0 0 0,0 0 0,0 0 0,0 1 0,0-1 0,-1 1 0,1-1 0,-1 1 0,1 0 0,-1 0 0,1 0 0,-1 0 0,-4-1 0,-6 0 0,0 0 0,0 1 0,0 0 0,0 1 0,-18 2 0,-21 7 0,1 2 0,0 3 0,-84 34 0,10-4 0,120-42 0,0 0 0,0-1 0,0 0 0,0 0 0,-1-1 0,1 1 0,0-1 0,0 0 0,0 0 0,-1-1 0,1 1 0,0-1 0,0-1 0,0 1 0,0-1 0,0 1 0,0-1 0,1-1 0,-1 1 0,1-1 0,-1 0 0,1 0 0,-6-5 0,2 2 0,-1 0 0,0 0 0,0 1 0,0 0 0,-1 0 0,-19-5 0,23 8 0,-1 1 0,1 0 0,-1 0 0,1 1 0,-1-1 0,0 2 0,0-1 0,1 1 0,-1 0 0,1 0 0,-1 1 0,-7 2 0,-3 3 0,0 1 0,0 1 0,1 1 0,0 0 0,0 1 0,2 0 0,-25 24 0,19-14 0,1 1 0,0 0 0,2 2 0,-19 33 0,29-46-151,0 2-1,1-1 0,1 1 0,0 0 1,0 0-1,1 0 0,1 1 1,-3 21-1,7-13-6674</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1.194"/>
    </inkml:context>
    <inkml:brush xml:id="br0">
      <inkml:brushProperty name="width" value="0.05" units="cm"/>
      <inkml:brushProperty name="height" value="0.05" units="cm"/>
    </inkml:brush>
  </inkml:definitions>
  <inkml:trace contextRef="#ctx0" brushRef="#br0">56 43 24575,'-1'-5'0,"0"1"0,0-1 0,-1 1 0,1 0 0,-1 0 0,0 0 0,0 0 0,-3-4 0,5 8 0,0 0 0,-1 0 0,1 1 0,0-1 0,-1 0 0,1 0 0,0 0 0,-1 1 0,1-1 0,0 0 0,0 1 0,-1-1 0,1 0 0,0 0 0,0 1 0,-1-1 0,1 1 0,0-1 0,0 0 0,0 1 0,0-1 0,0 0 0,0 1 0,-1-1 0,1 1 0,0-1 0,0 0 0,0 1 0,0-1 0,1 1 0,-5 16 0,-8 46 0,6-40 0,2 0 0,0 0 0,0 42 0,4-63 0,0 1 0,1-1 0,-1 1 0,0 0 0,1-1 0,0 1 0,-1-1 0,1 1 0,0-1 0,0 0 0,0 1 0,1-1 0,-1 0 0,0 0 0,1 0 0,0 0 0,-1 0 0,1 0 0,3 2 0,-2-2 0,1 0 0,-1 0 0,1 0 0,0-1 0,0 1 0,-1-1 0,1 0 0,0 0 0,0-1 0,0 1 0,6-1 0,6 0 0,1-1 0,-1-1 0,0-1 0,31-8 0,19-9-1365,-38 11-5461</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1.664"/>
    </inkml:context>
    <inkml:brush xml:id="br0">
      <inkml:brushProperty name="width" value="0.05" units="cm"/>
      <inkml:brushProperty name="height" value="0.05" units="cm"/>
    </inkml:brush>
  </inkml:definitions>
  <inkml:trace contextRef="#ctx0" brushRef="#br0">0 18 24575,'0'-17'0,"1"25"0,1 28 0,-2-35 0,26 161 0,-21-144 0,0-1 0,0 0 0,2-1 0,0 0 0,1 0 0,0 0 0,14 18 0,-17-28 18,0 0 0,1-1 0,-1 0 0,1 1 0,0-2 0,0 1 0,1-1 0,-1 0 0,1 0 0,0-1 0,0 0 0,0 0 0,1 0 0,-1-1 0,1 0 0,-1-1 0,1 0 0,12 1 0,-2-2-262,0-1 0,0-1 0,0 0 0,-1-1 1,1-1-1,30-11 0,-10 1-6582</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2.071"/>
    </inkml:context>
    <inkml:brush xml:id="br0">
      <inkml:brushProperty name="width" value="0.05" units="cm"/>
      <inkml:brushProperty name="height" value="0.05" units="cm"/>
    </inkml:brush>
  </inkml:definitions>
  <inkml:trace contextRef="#ctx0" brushRef="#br0">1 1 24575,'4'0'0,"-1"0"0,1 1 0,0-1 0,0 1 0,0 0 0,-1 0 0,1 0 0,0 1 0,-1-1 0,0 1 0,1 0 0,-1 0 0,0 0 0,0 0 0,0 1 0,0-1 0,0 1 0,0 0 0,-1 0 0,1 0 0,-1 0 0,3 5 0,3 7 0,0 1 0,-1 0 0,8 31 0,4 5 0,-16-44-52,0-1-1,1 0 1,1 1-1,-1-2 1,1 1-1,0 0 1,0-1-1,1 0 1,0 0-1,0-1 1,0 0-1,1 0 1,0 0-1,0-1 1,0 0-1,0 0 1,1 0-1,0-1 1,-1-1-1,1 1 0,0-1 1,0 0-1,0-1 1,1 0-1,15 0 1,13-1-6774</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2.535"/>
    </inkml:context>
    <inkml:brush xml:id="br0">
      <inkml:brushProperty name="width" value="0.05" units="cm"/>
      <inkml:brushProperty name="height" value="0.05" units="cm"/>
    </inkml:brush>
  </inkml:definitions>
  <inkml:trace contextRef="#ctx0" brushRef="#br0">9 12 24575,'0'-2'0,"-3"-4"0,0 2 0,0 5 0,3 3 0,2 4 0,-1 5 0,4 5 0,-1 4 0,0 3 0,1 1 0,0 2 0,-1-2 0,2-3 0,-2-6-8191</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2.691"/>
    </inkml:context>
    <inkml:brush xml:id="br0">
      <inkml:brushProperty name="width" value="0.05" units="cm"/>
      <inkml:brushProperty name="height" value="0.05" units="cm"/>
    </inkml:brush>
  </inkml:definitions>
  <inkml:trace contextRef="#ctx0" brushRef="#br0">48 74 24575,'-3'-4'0,"-2"-5"0,-3-2 0,-1-2 0,0 1 0,1 1 0,4 2 0,3 4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3.080"/>
    </inkml:context>
    <inkml:brush xml:id="br0">
      <inkml:brushProperty name="width" value="0.05" units="cm"/>
      <inkml:brushProperty name="height" value="0.05" units="cm"/>
    </inkml:brush>
  </inkml:definitions>
  <inkml:trace contextRef="#ctx0" brushRef="#br0">106 229 24575,'1'-1'0,"0"1"0,0-1 0,0 0 0,0 0 0,-1 1 0,1-1 0,0 0 0,0 0 0,0 0 0,-1 0 0,1 0 0,0 0 0,-1 0 0,1 0 0,-1-1 0,1 1 0,0-2 0,7-22 0,-7 24 0,-1 0 0,0 0 0,1 0 0,-1 0 0,0 0 0,0 0 0,1 0 0,-1 0 0,0 0 0,0 0 0,0 0 0,0 0 0,0 0 0,-1 0 0,1 0 0,0 0 0,0 0 0,-1 0 0,1 0 0,0 0 0,-1-1 0,0 1 0,0 1 0,1 0 0,-1 0 0,0-1 0,1 1 0,-1 0 0,1 0 0,-1 0 0,0 0 0,0 0 0,1 0 0,-1 0 0,0 0 0,1 0 0,-1 0 0,0 0 0,1 0 0,-1 1 0,0-1 0,1 0 0,-1 0 0,-1 1 0,-3 2 0,-1 1 0,1-1 0,-1 1 0,1 0 0,-6 6 0,1 0 0,1 1 0,0 0 0,-11 19 0,17-24 0,-1 0 0,1 1 0,1-1 0,-1 0 0,1 1 0,0 0 0,0-1 0,1 1 0,-1 8 0,2-13 0,0-1 0,0 1 0,0-1 0,0 0 0,0 1 0,0-1 0,0 1 0,1-1 0,-1 0 0,0 1 0,1-1 0,-1 0 0,1 1 0,0-1 0,-1 0 0,1 0 0,0 1 0,0-1 0,-1 0 0,1 0 0,0 0 0,0 0 0,0 0 0,2 1 0,-1-2 0,0 1 0,0 0 0,0-1 0,0 0 0,-1 1 0,1-1 0,0 0 0,0 0 0,0 0 0,0 0 0,0 0 0,0-1 0,0 1 0,0-1 0,2 0 0,4-2 0,0 0 0,0-1 0,0 1 0,-1-2 0,1 1 0,11-11 0,-11 8 0,-2 0 0,1-1 0,-1 0 0,0 0 0,-1 0 0,1-1 0,-2 0 0,1 0 0,-1 0 0,-1-1 0,0 1 0,0-1 0,-1 0 0,2-13 0,-3 11 0,0 0 0,-1 0 0,0 0 0,-1 0 0,0 0 0,-1 1 0,0-1 0,-1 0 0,-1 1 0,1-1 0,-10-17 0,12 28 0,1-1 0,-1 1 0,1 0 0,-1-1 0,0 1 0,0 0 0,0 0 0,0-1 0,0 1 0,0 0 0,0 0 0,-2-1 0,3 2 0,-1 0 0,1 0 0,0 0 0,-1 0 0,1 0 0,0 1 0,0-1 0,-1 0 0,1 0 0,0 0 0,0 0 0,0 1 0,-1-1 0,1 0 0,0 0 0,0 1 0,0-1 0,-1 0 0,1 0 0,0 1 0,0-1 0,0 0 0,0 0 0,0 1 0,0-1 0,0 0 0,0 1 0,-1-1 0,1 0 0,0 1 0,0-1 0,0 0 0,0 0 0,1 1 0,-1-1 0,2 43 0,45 159-1365,-32-146-5461</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3.797"/>
    </inkml:context>
    <inkml:brush xml:id="br0">
      <inkml:brushProperty name="width" value="0.05" units="cm"/>
      <inkml:brushProperty name="height" value="0.05" units="cm"/>
    </inkml:brush>
  </inkml:definitions>
  <inkml:trace contextRef="#ctx0" brushRef="#br0">1 95 24575,'0'-7'0,"-1"-2"0,1 0 0,1 0 0,0 0 0,0 0 0,3-9 0,-4 16 0,0 1 0,1 0 0,-1 0 0,1 0 0,-1-1 0,1 1 0,-1 0 0,1 0 0,0 0 0,0 0 0,-1 0 0,1 0 0,0 0 0,0 0 0,0 0 0,0 0 0,0 1 0,0-1 0,1 0 0,-1 1 0,0-1 0,0 1 0,0-1 0,1 1 0,-1 0 0,0-1 0,0 1 0,1 0 0,-1 0 0,0 0 0,1 0 0,-1 0 0,0 0 0,1 0 0,-1 0 0,0 1 0,0-1 0,1 0 0,-1 1 0,0-1 0,0 1 0,0-1 0,2 2 0,1 1 0,0-1 0,0 1 0,0 0 0,0 0 0,-1 0 0,1 1 0,-1-1 0,0 1 0,0 0 0,0 0 0,0 0 0,-1 0 0,0 1 0,0-1 0,0 1 0,0-1 0,1 8 0,1 3 0,-1 1 0,0 0 0,1 32 0,-5-9 0,1-36 0,0-1 0,-1 1 0,1 0 0,-1-1 0,1 1 0,-1-1 0,0 1 0,0-1 0,0 0 0,-1 1 0,1-1 0,-3 3 0,4-5 0,0 0 0,0 0 0,0 0 0,0 1 0,0-1 0,0 0 0,0 0 0,-1 0 0,1 0 0,0 0 0,0 0 0,0 0 0,0 0 0,0 1 0,0-1 0,-1 0 0,1 0 0,0 0 0,0 0 0,0 0 0,0 0 0,-1 0 0,1 0 0,0 0 0,0 0 0,0 0 0,0 0 0,-1 0 0,1 0 0,0 0 0,0 0 0,0 0 0,0 0 0,0 0 0,-1 0 0,1-1 0,0 1 0,0 0 0,0 0 0,0 0 0,0 0 0,-1 0 0,-2-9 0,3-11 0,3 6 0,0 0 0,1 0 0,1 1 0,0 0 0,1 0 0,0 0 0,1 1 0,1 0 0,0 0 0,0 1 0,1 0 0,1 0 0,0 1 0,0 0 0,14-10 0,-21 19 0,-1-1 0,0 1 0,1-1 0,-1 1 0,1 0 0,0 0 0,-1 0 0,1 0 0,0 0 0,0 1 0,-1-1 0,1 1 0,0 0 0,0 0 0,0 0 0,0 0 0,-1 0 0,1 1 0,0-1 0,0 1 0,4 1 0,-4 0 0,-1 0 0,1 0 0,-1-1 0,0 2 0,1-1 0,-1 0 0,0 0 0,-1 1 0,1-1 0,0 1 0,-1-1 0,1 1 0,-1 0 0,0 0 0,0-1 0,0 1 0,0 0 0,0 0 0,-1 0 0,1 4 0,1 10-273,-2-1 0,0 1 0,0-1 0,-6 25 0,1-6-6553</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5.393"/>
    </inkml:context>
    <inkml:brush xml:id="br0">
      <inkml:brushProperty name="width" value="0.05" units="cm"/>
      <inkml:brushProperty name="height" value="0.05" units="cm"/>
    </inkml:brush>
  </inkml:definitions>
  <inkml:trace contextRef="#ctx0" brushRef="#br0">1 48 24575,'0'-3'0,"1"1"0,0-1 0,-1 1 0,1-1 0,0 1 0,0 0 0,1 0 0,-1-1 0,0 1 0,1 0 0,-1 0 0,1 0 0,0 0 0,3-2 0,-5 3 0,1 0 0,0 0 0,0 0 0,0 0 0,0 0 0,0 1 0,0-1 0,0 0 0,1 1 0,-1-1 0,0 1 0,0-1 0,1 1 0,-1-1 0,0 1 0,0 0 0,1 0 0,-1-1 0,0 1 0,1 0 0,-1 0 0,0 0 0,1 1 0,-1-1 0,0 0 0,0 0 0,1 1 0,-1-1 0,1 1 0,-1 0 0,-1-1 0,1 1 0,-1-1 0,0 1 0,1-1 0,-1 1 0,0 0 0,1-1 0,-1 1 0,0 0 0,0-1 0,0 1 0,0-1 0,0 1 0,0 0 0,0-1 0,0 1 0,0 0 0,0-1 0,0 1 0,0 0 0,0-1 0,0 1 0,0 0 0,-1 0 0,-7 20 0,5-14 0,-2 5 0,0 1 0,2 0 0,0 0 0,0 1 0,1-1 0,0 1 0,2-1 0,0 18 0,0-30-105,0 1 0,0-1 0,1 1 0,-1-1 0,0 1 0,1-1 0,-1 1 0,1-1 0,0 1 0,-1-1 0,1 1 0,2 1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5.551"/>
    </inkml:context>
    <inkml:brush xml:id="br0">
      <inkml:brushProperty name="width" value="0.05" units="cm"/>
      <inkml:brushProperty name="height" value="0.05" units="cm"/>
    </inkml:brush>
  </inkml:definitions>
  <inkml:trace contextRef="#ctx0" brushRef="#br0">40 34 24575,'-2'-2'0,"-3"-3"0,-4-1 0,1-2 0,-1 1 0,3 2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5.983"/>
    </inkml:context>
    <inkml:brush xml:id="br0">
      <inkml:brushProperty name="width" value="0.05" units="cm"/>
      <inkml:brushProperty name="height" value="0.05" units="cm"/>
    </inkml:brush>
  </inkml:definitions>
  <inkml:trace contextRef="#ctx0" brushRef="#br0">123 210 24575,'0'-2'0,"0"0"0,0 1 0,0-1 0,0 0 0,-1 1 0,1-1 0,0 0 0,-1 1 0,1-1 0,-1 1 0,1-1 0,-1 1 0,0-1 0,0 1 0,0-1 0,0 1 0,0 0 0,0 0 0,0-1 0,0 1 0,0 0 0,-1 0 0,1 0 0,0 0 0,-1 0 0,1 0 0,-1 1 0,1-1 0,-1 0 0,1 1 0,-1-1 0,0 1 0,1 0 0,-1-1 0,1 1 0,-1 0 0,-1 0 0,-2 0 0,1 0 0,0 0 0,0 0 0,0 0 0,0 1 0,0-1 0,0 1 0,0 0 0,0 1 0,1-1 0,-1 1 0,0-1 0,0 1 0,-3 3 0,5-4 0,0 1 0,1-1 0,-1 0 0,1 1 0,-1 0 0,1-1 0,0 1 0,0-1 0,0 1 0,0 0 0,0 0 0,0 0 0,0 0 0,0 0 0,1 0 0,-1 0 0,1 0 0,0 0 0,-1 0 0,1 0 0,0 0 0,0 0 0,0 0 0,1 0 0,-1 0 0,0 0 0,1 0 0,-1 0 0,1 0 0,1 2 0,-2-3 0,0 0 0,1 1 0,-1-1 0,1 0 0,-1 0 0,1 0 0,-1 0 0,1 0 0,0 0 0,-1 0 0,1-1 0,0 1 0,0 0 0,0 0 0,0-1 0,0 1 0,0 0 0,0-1 0,0 1 0,0-1 0,0 1 0,0-1 0,0 1 0,0-1 0,0 0 0,0 0 0,1 1 0,-1-1 0,0 0 0,0 0 0,0 0 0,0 0 0,1 0 0,-1-1 0,0 1 0,0 0 0,0-1 0,0 1 0,0 0 0,0-1 0,0 1 0,0-1 0,0 0 0,0 1 0,0-1 0,0 0 0,1-1 0,3-1 0,0-1 0,0 0 0,-1 0 0,0-1 0,0 0 0,0 1 0,6-10 0,-4 1 0,0 0 0,-1 0 0,0-1 0,-1 1 0,3-19 0,-6 24 0,0 0 0,0 1 0,0-1 0,-1 0 0,0 0 0,-1 0 0,0 0 0,0 1 0,-1-1 0,0 0 0,-3-7 0,5 14 0,0 1 0,0-1 0,0 0 0,-1 1 0,1-1 0,0 1 0,0-1 0,-1 0 0,1 1 0,-1-1 0,1 1 0,0-1 0,-1 1 0,1-1 0,-1 1 0,1 0 0,-1-1 0,1 1 0,-1-1 0,0 1 0,1 0 0,-1 0 0,1-1 0,-1 1 0,0 0 0,0 0 0,1 0 0,-1 1 0,0-1 0,1 0 0,-1 1 0,1-1 0,-1 0 0,1 1 0,-1-1 0,1 1 0,-1-1 0,1 1 0,-1-1 0,1 1 0,0 0 0,-1-1 0,1 1 0,0-1 0,-1 2 0,-9 33 0,9-12-273,0-1 0,2 1 0,1 0 0,9 44 0,-3-26-6553</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26.920"/>
    </inkml:context>
    <inkml:brush xml:id="br0">
      <inkml:brushProperty name="width" value="0.05" units="cm"/>
      <inkml:brushProperty name="height" value="0.05" units="cm"/>
    </inkml:brush>
  </inkml:definitions>
  <inkml:trace contextRef="#ctx0" brushRef="#br0">1 65 24575,'0'-4'0,"1"1"0,0-1 0,0 1 0,0 0 0,0-1 0,0 1 0,1 0 0,0 0 0,2-5 0,-3 7 0,0-1 0,0 0 0,0 0 0,1 1 0,-1-1 0,0 1 0,1-1 0,-1 1 0,1 0 0,0-1 0,-1 1 0,1 0 0,0 0 0,0 0 0,0 0 0,2-1 0,-2 3 0,-1-1 0,0 0 0,1 1 0,-1-1 0,0 0 0,0 1 0,0 0 0,1-1 0,-1 1 0,0 0 0,0-1 0,0 1 0,0 0 0,0 0 0,0 0 0,0 0 0,-1 0 0,1 0 0,0 0 0,0 0 0,-1 0 0,1 1 0,-1-1 0,1 0 0,-1 0 0,1 1 0,-1-1 0,0 1 0,9 41 0,-8-41 0,1 16 0,0 0 0,-1 0 0,-1 0 0,-1 0 0,0 0 0,-1 0 0,-1 0 0,-1-1 0,-10 30 0,7-36 0,2-11 0,5-2 0,0 1 0,-1-1 0,1 1 0,0-1 0,0 1 0,-1-1 0,1 0 0,1 1 0,-1-1 0,0 1 0,0-1 0,1-1 0,7-27 0,2 0 0,2 0 0,21-41 0,-21 45 0,-8 18 0,18-34 0,-20 39 0,0 0 0,0 0 0,0 0 0,1 1 0,-1-1 0,1 0 0,0 1 0,-1 0 0,7-5 0,-8 7 0,0 0 0,0-1 0,-1 1 0,1 0 0,0-1 0,0 1 0,0 0 0,0 0 0,-1 0 0,1 0 0,0 0 0,0 0 0,0 0 0,0 0 0,-1 0 0,1 0 0,0 0 0,0 0 0,0 1 0,0-1 0,-1 0 0,1 1 0,0-1 0,0 0 0,0 1 0,1 1 0,-1-1 0,1 1 0,-1 0 0,0-1 0,1 1 0,-1 0 0,0 0 0,0 0 0,2 3 0,0 5 0,0 0 0,0 1 0,1 11 0,-4-20 0,29 202-1365,-23-172-5461</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30.985"/>
    </inkml:context>
    <inkml:brush xml:id="br0">
      <inkml:brushProperty name="width" value="0.05" units="cm"/>
      <inkml:brushProperty name="height" value="0.05" units="cm"/>
    </inkml:brush>
  </inkml:definitions>
  <inkml:trace contextRef="#ctx0" brushRef="#br0">17 69 24575,'-2'0'0,"-3"0"0,-1-3 0,2-2 0,8-1 0,5-1 0,7 0 0,7-1 0,5 1 0,8 1 0,5 0 0,4 1 0,1 1 0,1 1 0,-9 2-8191</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31.140"/>
    </inkml:context>
    <inkml:brush xml:id="br0">
      <inkml:brushProperty name="width" value="0.05" units="cm"/>
      <inkml:brushProperty name="height" value="0.05" units="cm"/>
    </inkml:brush>
  </inkml:definitions>
  <inkml:trace contextRef="#ctx0" brushRef="#br0">26 2 24575,'-5'0'0,"-3"2"0,-1 4 0,6-3 0,8-3 0,12-2 0,11-3 0,0 0-8191</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32.477"/>
    </inkml:context>
    <inkml:brush xml:id="br0">
      <inkml:brushProperty name="width" value="0.05" units="cm"/>
      <inkml:brushProperty name="height" value="0.05" units="cm"/>
    </inkml:brush>
  </inkml:definitions>
  <inkml:trace contextRef="#ctx0" brushRef="#br0">4 1 24575,'0'2'0,"-2"1"0,1 3 0,3-1 0,4 0 0,5-4 0,6-2 0,6-1 0,5-2 0,4-1 0,3 1 0,-4 1-8191</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32.616"/>
    </inkml:context>
    <inkml:brush xml:id="br0">
      <inkml:brushProperty name="width" value="0.05" units="cm"/>
      <inkml:brushProperty name="height" value="0.05" units="cm"/>
    </inkml:brush>
  </inkml:definitions>
  <inkml:trace contextRef="#ctx0" brushRef="#br0">13 24 24575,'-3'3'0,"-2"0"0,1 0 0,9-3 0,10-2 0,14-2 0,14-3 0,11-3 0,-4 1-8191</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45.641"/>
    </inkml:context>
    <inkml:brush xml:id="br0">
      <inkml:brushProperty name="width" value="0.05" units="cm"/>
      <inkml:brushProperty name="height" value="0.05" units="cm"/>
    </inkml:brush>
  </inkml:definitions>
  <inkml:trace contextRef="#ctx0" brushRef="#br0">110 0 24575,'-21'8'0,"0"-1"0,0-1 0,-26 4 0,380-16 0,-130 5 0,1354-9-828,-1540 9 862,-13 1 26,1-1-1,-1 1 1,0 0 0,1 0-1,-1 0 1,1 1-1,-1-1 1,0 1 0,1 0-1,6 3 1,-42 3 78,9-6-1503,0-1-5461</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46.201"/>
    </inkml:context>
    <inkml:brush xml:id="br0">
      <inkml:brushProperty name="width" value="0.05" units="cm"/>
      <inkml:brushProperty name="height" value="0.05" units="cm"/>
    </inkml:brush>
  </inkml:definitions>
  <inkml:trace contextRef="#ctx0" brushRef="#br0">517 108 24575,'1'-2'0,"0"0"0,0 0 0,0 0 0,0 0 0,0 0 0,1 0 0,-1 0 0,1 1 0,-1-1 0,1 0 0,2-1 0,6-8 0,-8 9 0,-1 1 0,0 0 0,0-1 0,0 1 0,0-1 0,0 0 0,-1 1 0,1-1 0,0 0 0,-1 1 0,1-1 0,-1 0 0,0 0 0,0 1 0,1-1 0,-1 0 0,0 0 0,0 0 0,-1 1 0,1-1 0,0 0 0,-1 0 0,1 1 0,-1-1 0,1 0 0,-1 0 0,0 1 0,-1-3 0,0 2 0,0 0 0,0 0 0,0 0 0,-1 1 0,1-1 0,-1 1 0,1-1 0,-1 1 0,0 0 0,1 0 0,-1 0 0,0 0 0,0 0 0,0 1 0,1-1 0,-1 1 0,-3 0 0,-16-1 0,0 2 0,0 1 0,0 0 0,0 2 0,-31 8 0,-103 43 0,136-47 0,1 0 0,-1 2 0,1 0 0,1 1 0,0 1 0,-29 25 0,45-35 0,0 0 0,0 0 0,1 0 0,-1 0 0,1 0 0,-1 0 0,1 0 0,0 1 0,0-1 0,0 0 0,0 1 0,0-1 0,0 1 0,1-1 0,-1 1 0,1-1 0,0 1 0,0 0 0,0 3 0,0-3 0,1-1 0,0 1 0,0-1 0,0 1 0,0-1 0,1 1 0,-1-1 0,0 0 0,1 1 0,0-1 0,0 0 0,-1 0 0,1 0 0,0-1 0,1 1 0,-1 0 0,0-1 0,4 3 0,8 3 0,0 0 0,1-2 0,0 1 0,0-2 0,0 0 0,0 0 0,24 1 0,114 2 0,-136-7 0,39 0 0,102-15 0,-131 11 0,-1-1 0,0-2 0,-1-1 0,0-1 0,48-24 0,-68 31 0,0-2 0,0 1 0,0 0 0,0-1 0,-1 0 0,0 0 0,0 0 0,7-9 0,-10 11 0,0 0 0,0 0 0,0 1 0,0-1 0,0 0 0,-1 0 0,1 0 0,-1 0 0,1-1 0,-1 1 0,0 0 0,1 0 0,-1 0 0,0 0 0,-1 0 0,1 0 0,0 0 0,0-1 0,-1 1 0,0 0 0,1 0 0,-1 0 0,0 0 0,0 1 0,0-1 0,-2-3 0,-2-2 0,-1 1 0,0 0 0,0 1 0,0-1 0,-1 1 0,0 1 0,0-1 0,0 1 0,0 0 0,0 1 0,-1 0 0,-14-4 0,-6-1 0,0 2 0,-38-5 0,-65 3-1365,72 7-5461</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46.653"/>
    </inkml:context>
    <inkml:brush xml:id="br0">
      <inkml:brushProperty name="width" value="0.05" units="cm"/>
      <inkml:brushProperty name="height" value="0.05" units="cm"/>
    </inkml:brush>
  </inkml:definitions>
  <inkml:trace contextRef="#ctx0" brushRef="#br0">102 1 24575,'-5'115'0,"-4"1"0,-45 205 0,22-184 0,32-136 0,0 0 0,-1 1 0,1-1 0,0 0 0,0 1 0,0-1 0,0 1 0,0-1 0,0 1 0,0-1 0,1 0 0,-1 1 0,0-1 0,1 0 0,0 3 0,0-3 0,0-1 0,-1 1 0,1 0 0,0-1 0,-1 1 0,1-1 0,0 1 0,-1-1 0,1 1 0,0-1 0,0 0 0,0 1 0,-1-1 0,1 0 0,0 1 0,0-1 0,0 0 0,2 0 0,3 0 0,1-1 0,-1 1 0,1-1 0,-1-1 0,11-3 0,2 0 0,36-2 0,0 1 0,0 3 0,68 5 0,65-3 0,-186 1-49,0 0 1,0 0-1,0 0 0,0-1 0,1 1 1,-1-1-1,0 1 0,0-1 0,0 0 1,0 0-1,-1 0 0,1 0 0,0 0 1,0 0-1,0-1 0,-1 1 0,1 0 1,-1-1-1,1 0 0,-1 1 0,0-1 1,1 0-1,-1 1 0,0-1 0,0 0 0,0 0 1,0-3-1,3-3-6777</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46.902"/>
    </inkml:context>
    <inkml:brush xml:id="br0">
      <inkml:brushProperty name="width" value="0.05" units="cm"/>
      <inkml:brushProperty name="height" value="0.05" units="cm"/>
    </inkml:brush>
  </inkml:definitions>
  <inkml:trace contextRef="#ctx0" brushRef="#br0">183 160 24575,'-1'-13'0,"-1"1"0,-1-1 0,0 0 0,-1 0 0,-1 1 0,-10-23 0,7 17 0,-7-9 0,15 27 0,0 0 0,0 0 0,0-1 0,0 1 0,-1 0 0,1 0 0,0-1 0,0 1 0,0 0 0,-1 0 0,1 0 0,0 0 0,0-1 0,0 1 0,-1 0 0,1 0 0,0 0 0,0 0 0,-1 0 0,1 0 0,0 0 0,0 0 0,-1 0 0,1 0 0,0 0 0,0 0 0,-1 0 0,1 0 0,0 0 0,-1 0 0,1 0 0,0 0 0,-5 15 0,1 68 0,-8 62 0,-77 225-1365,79-337-5461</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47.868"/>
    </inkml:context>
    <inkml:brush xml:id="br0">
      <inkml:brushProperty name="width" value="0.05" units="cm"/>
      <inkml:brushProperty name="height" value="0.05" units="cm"/>
    </inkml:brush>
  </inkml:definitions>
  <inkml:trace contextRef="#ctx0" brushRef="#br0">120 245 24575,'-11'-6'0,"0"1"0,0-2 0,1 1 0,0-1 0,0-1 0,1 0 0,0 0 0,-9-11 0,16 16 0,0 1 0,0-1 0,0 1 0,1-1 0,-1 0 0,1 0 0,-1 0 0,1 0 0,0 0 0,0 0 0,0 0 0,0 0 0,1 0 0,-1 0 0,1 0 0,0-1 0,0 1 0,0 0 0,0 0 0,1 0 0,-1-1 0,1 1 0,0 0 0,0 0 0,0 0 0,0 0 0,0 0 0,1 0 0,-1 0 0,1 1 0,0-1 0,0 1 0,0-1 0,0 1 0,4-3 0,1-2 0,1 1 0,-1 1 0,2-1 0,-1 1 0,0 1 0,1-1 0,0 2 0,0-1 0,0 1 0,12-2 0,-5 1 0,0 2 0,0-1 0,1 2 0,-1 0 0,20 2 0,-29 0 0,0 0 0,-1 0 0,1 0 0,0 1 0,-1 0 0,0 0 0,1 0 0,-1 1 0,0 0 0,0 0 0,0 1 0,9 7 0,-12-8 0,0 0 0,0 1 0,0-1 0,-1 1 0,1-1 0,-1 1 0,0 0 0,0 0 0,0 0 0,-1 0 0,0 0 0,1 0 0,-1 0 0,-1 0 0,1 1 0,0-1 0,-1 0 0,0 1 0,0-1 0,-1 0 0,0 5 0,-2 8 0,-1-1 0,0 0 0,-1 1 0,-1-1 0,-1-1 0,0 1 0,-1-1 0,-13 19 0,-13 12 0,-45 49 0,-24 31 0,96-115-341,0 1 0,0-1-1,-5 16 1,4-3-6485</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48.026"/>
    </inkml:context>
    <inkml:brush xml:id="br0">
      <inkml:brushProperty name="width" value="0.05" units="cm"/>
      <inkml:brushProperty name="height" value="0.05" units="cm"/>
    </inkml:brush>
  </inkml:definitions>
  <inkml:trace contextRef="#ctx0" brushRef="#br0">1 0 24575,'2'5'0,"3"5"0,4 7 0,-1 4 0,1 2 0,0-2 0,-3-1 0,-2-3 0,1-3 0,2-5 0,1-5 0,0-7 0,1-4 0,-1-4 0,0-5 0,-1 1-8191</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48.521"/>
    </inkml:context>
    <inkml:brush xml:id="br0">
      <inkml:brushProperty name="width" value="0.05" units="cm"/>
      <inkml:brushProperty name="height" value="0.05" units="cm"/>
    </inkml:brush>
  </inkml:definitions>
  <inkml:trace contextRef="#ctx0" brushRef="#br0">13 202 24575,'-12'-79'0,"11"73"0,1 1 0,0-1 0,1 1 0,-1 0 0,1-1 0,0 1 0,1 0 0,-1-1 0,1 1 0,0 0 0,0 0 0,1 0 0,-1 0 0,6-6 0,-6 8 0,1 0 0,0 0 0,0 0 0,0 0 0,1 1 0,-1-1 0,0 1 0,1 0 0,0 0 0,0 0 0,-1 0 0,1 1 0,0-1 0,0 1 0,0 0 0,1 0 0,-1 1 0,0-1 0,6 1 0,-6 0 0,-1 0 0,1 0 0,-1 0 0,1 1 0,-1-1 0,0 1 0,1 0 0,-1 0 0,0 0 0,1 0 0,-1 1 0,0-1 0,0 1 0,0 0 0,0 0 0,-1 0 0,1 0 0,0 0 0,-1 1 0,1-1 0,-1 1 0,0 0 0,0-1 0,0 1 0,0 0 0,-1 0 0,1 1 0,-1-1 0,0 0 0,0 0 0,0 1 0,0-1 0,0 0 0,0 4 0,0 6 0,-1-1 0,0 0 0,0 0 0,-1 1 0,0-1 0,-1 0 0,-1 0 0,-6 18 0,-5 5 0,-1 0 0,-29 45 0,24-45 0,-29 70 0,45-92 0,0 0 0,0 0 0,1 0 0,1 0 0,1 0 0,-1 1 0,2-1 0,0 0 0,3 24 0,-1-26-72,0 0 1,0-1-1,1 1 0,0-1 0,1 0 0,0 0 0,1 0 0,0 0 1,0-1-1,1 1 0,0-1 0,1-1 0,0 1 0,0-1 0,1-1 1,0 1-1,1-1 0,12 8 0,-13-10-6754</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0.043"/>
    </inkml:context>
    <inkml:brush xml:id="br0">
      <inkml:brushProperty name="width" value="0.05" units="cm"/>
      <inkml:brushProperty name="height" value="0.05" units="cm"/>
    </inkml:brush>
  </inkml:definitions>
  <inkml:trace contextRef="#ctx0" brushRef="#br0">72 92 24575,'-2'-1'0,"1"1"0,-1 0 0,1 0 0,0-1 0,-1 1 0,1 0 0,0-1 0,0 0 0,-1 1 0,1-1 0,0 0 0,0 1 0,0-1 0,0 0 0,0 0 0,0 0 0,0 0 0,0 0 0,0 0 0,0 0 0,0 0 0,1-1 0,-1 1 0,0 0 0,1 0 0,-1-3 0,0 3 0,0-1 0,1 0 0,0 1 0,-1-1 0,1 0 0,0 0 0,0 1 0,0-1 0,0 0 0,0 1 0,0-1 0,0 0 0,1 0 0,-1 1 0,0-1 0,1 1 0,0-1 0,-1 0 0,1 1 0,2-3 0,-1 1 0,1 0 0,0 0 0,1 1 0,-1-1 0,0 1 0,1 0 0,-1 0 0,1 0 0,0 0 0,0 1 0,0-1 0,0 1 0,0 0 0,0 0 0,0 1 0,0-1 0,0 1 0,0 0 0,0 0 0,7 1 0,-9-1 0,1 1 0,0-1 0,0 1 0,0 0 0,0 0 0,0 0 0,-1 0 0,1 0 0,0 0 0,-1 1 0,1-1 0,-1 1 0,0 0 0,1 0 0,-1 0 0,0 0 0,0 0 0,0 0 0,-1 1 0,1-1 0,0 1 0,-1-1 0,0 1 0,1 0 0,-1-1 0,0 1 0,0 0 0,1 5 0,-2 0 0,0-1 0,0 0 0,-1 0 0,0 0 0,0 0 0,-1 0 0,1 0 0,-2 0 0,1 0 0,-1 0 0,0-1 0,0 1 0,-1-1 0,-6 10 0,-8 7 0,0 1 0,-25 22 0,39-42 0,-20 18 0,18-17 0,-1 0 0,1 1 0,1 0 0,-1 0 0,1 1 0,0 0 0,-6 11 0,10-18 0,1 1 0,0-1 0,0 1 0,0-1 0,0 1 0,0 0 0,0-1 0,0 1 0,0-1 0,1 1 0,-1 0 0,0-1 0,0 1 0,0-1 0,1 1 0,-1-1 0,0 1 0,1-1 0,-1 1 0,0-1 0,1 1 0,-1-1 0,1 1 0,-1-1 0,0 0 0,1 1 0,-1-1 0,1 0 0,-1 1 0,1-1 0,-1 0 0,1 0 0,0 0 0,-1 1 0,1-1 0,-1 0 0,1 0 0,-1 0 0,1 0 0,0 0 0,-1 0 0,1 0 0,0 0 0,33 2 0,-29-2 0,194-4-1365,-164 4-5461</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0.838"/>
    </inkml:context>
    <inkml:brush xml:id="br0">
      <inkml:brushProperty name="width" value="0.05" units="cm"/>
      <inkml:brushProperty name="height" value="0.05" units="cm"/>
    </inkml:brush>
  </inkml:definitions>
  <inkml:trace contextRef="#ctx0" brushRef="#br0">51 71 24575,'0'-11'0,"0"-23"0,0 33 0,-1-1 0,1 1 0,0 0 0,0-1 0,-1 1 0,1 0 0,-1-1 0,1 1 0,-1 0 0,1 0 0,-1 0 0,0-1 0,0 1 0,1 0 0,-1 0 0,0 0 0,0 0 0,0 0 0,-2-1 0,2 2 0,1 0 0,-1 0 0,1 0 0,-1 0 0,0 0 0,1 0 0,-1 0 0,1 0 0,-1 0 0,1 0 0,-1 0 0,1 0 0,-1 0 0,1 0 0,-1 1 0,0-1 0,1 0 0,0 0 0,-1 1 0,1-1 0,-1 0 0,1 1 0,-1-1 0,1 0 0,0 1 0,-1-1 0,1 1 0,-1-1 0,1 1 0,0-1 0,0 1 0,-1-1 0,1 1 0,0-1 0,0 1 0,-10 23 0,10-22 0,-3 5 0,1 0 0,1 0 0,-1 0 0,1-1 0,0 1 0,1 0 0,0 0 0,0 0 0,0 0 0,1 0 0,2 12 0,-1-14 0,0 0 0,0 0 0,0-1 0,1 1 0,-1 0 0,1-1 0,0 0 0,1 1 0,-1-1 0,1-1 0,0 1 0,-1 0 0,2-1 0,-1 0 0,0 0 0,6 3 0,10 5 0,-10-6 0,0 1 0,0 0 0,0 1 0,12 10 0,-20-14 0,1-1 0,-1 1 0,0 0 0,0 0 0,0 0 0,0 0 0,0 0 0,-1 1 0,1-1 0,-1 0 0,0 1 0,0-1 0,0 1 0,0-1 0,-1 1 0,0 0 0,1-1 0,-2 7 0,0-2-68,0 0 0,0-1-1,-1 1 1,0 0 0,-1-1 0,0 1-1,0-1 1,0 0 0,-1 0 0,0 0-1,0-1 1,-1 1 0,0-1 0,0 0-1,-1 0 1,1-1 0,-1 0-1,0 0 1,-11 7 0,-2-1-6758</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0.976"/>
    </inkml:context>
    <inkml:brush xml:id="br0">
      <inkml:brushProperty name="width" value="0.05" units="cm"/>
      <inkml:brushProperty name="height" value="0.05" units="cm"/>
    </inkml:brush>
  </inkml:definitions>
  <inkml:trace contextRef="#ctx0" brushRef="#br0">1 153 24575,'7'-5'0,"7"-6"0,5-5 0,5-6 0,2 0 0,2 0 0,0 3 0,-2 4 0,-3 4 0,-3 5 0,-5 2-8191</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1.476"/>
    </inkml:context>
    <inkml:brush xml:id="br0">
      <inkml:brushProperty name="width" value="0.05" units="cm"/>
      <inkml:brushProperty name="height" value="0.05" units="cm"/>
    </inkml:brush>
  </inkml:definitions>
  <inkml:trace contextRef="#ctx0" brushRef="#br0">28 59 24575,'0'-5'0,"1"-1"0,0 1 0,1-1 0,-1 1 0,1 0 0,0-1 0,0 1 0,5-7 0,-7 12 0,0 0 0,0 0 0,0-1 0,0 1 0,0 0 0,0 0 0,0 0 0,0 0 0,0 0 0,0-1 0,0 1 0,1 0 0,-1 0 0,0 0 0,0 0 0,0 0 0,0 0 0,0-1 0,0 1 0,0 0 0,0 0 0,0 0 0,1 0 0,-1 0 0,0 0 0,0 0 0,0 0 0,0 0 0,0 0 0,1-1 0,-1 1 0,0 0 0,0 0 0,0 0 0,0 0 0,0 0 0,1 0 0,-1 0 0,0 0 0,0 0 0,0 0 0,0 0 0,0 0 0,1 0 0,-1 0 0,0 1 0,2 7 0,-2 15 0,-7 23 163,-12 48 0,-4 17-1854,20-88-5135</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1.772"/>
    </inkml:context>
    <inkml:brush xml:id="br0">
      <inkml:brushProperty name="width" value="0.05" units="cm"/>
      <inkml:brushProperty name="height" value="0.05" units="cm"/>
    </inkml:brush>
  </inkml:definitions>
  <inkml:trace contextRef="#ctx0" brushRef="#br0">11 82 24575,'-2'-19'0,"-1"26"0,-2 31 0,5-25 0,0 0 0,1-1 0,1 1 0,0 0 0,1-1 0,0 1 0,7 17 0,-8-26 0,0 0 0,0 0 0,0 0 0,1 0 0,-1 0 0,1-1 0,0 1 0,0-1 0,0 0 0,8 6 0,-9-8 0,1 1 0,-1-1 0,1 0 0,0 0 0,0 0 0,-1 0 0,1 0 0,0-1 0,0 1 0,0-1 0,0 0 0,0 0 0,0 0 0,0 0 0,0 0 0,0-1 0,-1 1 0,5-2 0,1-1 0,-2 0 0,1 0 0,0-1 0,-1 1 0,1-1 0,-1-1 0,0 1 0,-1-1 0,1 0 0,-1-1 0,0 1 0,6-10 0,-3 5 0,-1-1 0,-1 0 0,1 0 0,-2-1 0,0 1 0,6-19 0,-10 24 34,1 0 1,-1-1-1,0 1 0,0-1 0,-1 1 0,0-1 0,0 1 0,0-1 0,-3-8 1,3 13-96,-1 0 0,0-1 0,1 1 0,-1 0 0,0 0 0,0-1 0,-1 1 0,1 0 0,0 0 0,-1 0 0,1 1 0,-1-1 0,0 0 0,1 1 0,-1-1 0,0 1 0,0-1 0,0 1 1,0 0-1,-1 0 0,1 0 0,0 0 0,0 0 0,-1 0 0,1 0 0,0 1 0,-4-1 0,-14 0-6765</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2.144"/>
    </inkml:context>
    <inkml:brush xml:id="br0">
      <inkml:brushProperty name="width" value="0.05" units="cm"/>
      <inkml:brushProperty name="height" value="0.05" units="cm"/>
    </inkml:brush>
  </inkml:definitions>
  <inkml:trace contextRef="#ctx0" brushRef="#br0">56 3 24575,'0'-2'0,"-2"1"0,-1 3 0,0 7 0,1 5 0,-2 6 0,-1 3 0,0 5 0,-1 3 0,-1 0 0,1 0 0,1-1 0,1-4 0,2-3 0,1-5-8191</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2.486"/>
    </inkml:context>
    <inkml:brush xml:id="br0">
      <inkml:brushProperty name="width" value="0.05" units="cm"/>
      <inkml:brushProperty name="height" value="0.05" units="cm"/>
    </inkml:brush>
  </inkml:definitions>
  <inkml:trace contextRef="#ctx0" brushRef="#br0">85 22 24575,'0'-1'0,"0"0"0,0 0 0,0 0 0,-1 0 0,1 0 0,0 1 0,0-1 0,-1 0 0,1 0 0,0 0 0,-1 0 0,1 1 0,-1-1 0,1 0 0,-1 0 0,0 1 0,1-1 0,-1 0 0,0 1 0,1-1 0,-1 1 0,0-1 0,0 1 0,0-1 0,1 1 0,-1-1 0,0 1 0,0 0 0,0-1 0,0 1 0,0 0 0,0 0 0,0 0 0,1 0 0,-1 0 0,-2 0 0,1 0 0,0 0 0,0 0 0,-1 0 0,1 0 0,0 1 0,0-1 0,0 1 0,-1 0 0,1-1 0,0 1 0,0 0 0,0 0 0,-3 3 0,2-2 0,1 1 0,-1-1 0,1 1 0,0 0 0,0 0 0,0 0 0,0 0 0,1 1 0,-1-1 0,1 0 0,0 1 0,0-1 0,0 1 0,0-1 0,0 1 0,1-1 0,0 1 0,0 0 0,0-1 0,0 1 0,0-1 0,1 1 0,0-1 0,0 1 0,0-1 0,0 1 0,2 3 0,-2-3 0,1 0 0,0-1 0,0 1 0,0 0 0,1-1 0,-1 0 0,1 1 0,0-1 0,0 0 0,0 0 0,0-1 0,0 1 0,0-1 0,1 1 0,0-1 0,-1 0 0,1-1 0,0 1 0,0 0 0,0-1 0,0 0 0,0 0 0,5 0 0,-5-1 0,0 0 0,0-1 0,0 1 0,0-1 0,-1 0 0,1 0 0,0-1 0,0 1 0,-1-1 0,1 0 0,-1 0 0,1 0 0,-1 0 0,0 0 0,0-1 0,0 0 0,0 1 0,0-1 0,0 0 0,-1 0 0,0-1 0,1 1 0,-1 0 0,0-1 0,2-7 0,-3 9 0,1-1 0,-1 0 0,0 1 0,-1-1 0,1 0 0,0 0 0,-1 0 0,1 1 0,-1-1 0,0 0 0,0 0 0,0 0 0,-1 0 0,1 0 0,-1 0 0,1 1 0,-1-1 0,0 0 0,0 0 0,0 1 0,0-1 0,-1 1 0,1-1 0,-1 1 0,0-1 0,1 1 0,-1 0 0,0 0 0,0 0 0,0 0 0,-1 0 0,1 0 0,0 1 0,-1-1 0,-4-2 0,2 3-59,1 0 0,-1 0-1,0 0 1,1 0-1,-1 0 1,0 1 0,1 0-1,-1 0 1,0 1 0,1-1-1,-1 1 1,1 0 0,-1 0-1,0 0 1,1 1-1,0-1 1,-1 1 0,1 0-1,0 1 1,0-1 0,0 1-1,-4 3 1,-2 4-6767</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2.798"/>
    </inkml:context>
    <inkml:brush xml:id="br0">
      <inkml:brushProperty name="width" value="0.05" units="cm"/>
      <inkml:brushProperty name="height" value="0.05" units="cm"/>
    </inkml:brush>
  </inkml:definitions>
  <inkml:trace contextRef="#ctx0" brushRef="#br0">78 19 24575,'0'-1'0,"0"0"0,0 0 0,0 0 0,0 0 0,0 0 0,0 0 0,-1 0 0,1 0 0,0 0 0,-1 0 0,1 1 0,0-1 0,-1 0 0,1 0 0,-1-1 0,0 2 0,1 0 0,0-1 0,-1 1 0,1 0 0,0 0 0,-1 0 0,1-1 0,-1 1 0,1 0 0,0 0 0,-1 0 0,1 0 0,-1 0 0,1 0 0,0 0 0,-1 0 0,1 0 0,-1 0 0,1 0 0,-1 0 0,1 0 0,0 0 0,-1 0 0,0 0 0,0 1 0,-1 0 0,0 0 0,0 0 0,1 0 0,-1 0 0,1 1 0,-1-1 0,1 0 0,-1 1 0,1-1 0,0 1 0,0-1 0,-2 3 0,-3 7 0,0 1 0,1 0 0,0 0 0,1 0 0,1 0 0,-1 1 0,2-1 0,-2 27 0,3-35 0,1 0 0,0 0 0,0 0 0,0 0 0,1 0 0,0 0 0,-1 0 0,1 0 0,1 0 0,-1 0 0,1 0 0,-1 0 0,1-1 0,0 1 0,0-1 0,1 1 0,-1-1 0,1 0 0,-1 0 0,1 0 0,0 0 0,0-1 0,1 1 0,-1-1 0,0 1 0,1-1 0,-1 0 0,1-1 0,0 1 0,0-1 0,7 3 0,-3-3 0,-1-1 0,1 1 0,-1-1 0,1 0 0,-1-1 0,1 1 0,-1-2 0,1 1 0,-1-1 0,1 0 0,-1-1 0,0 1 0,0-1 0,-1-1 0,1 1 0,7-7 0,-8 7 0,0-1 0,0-1 0,-1 1 0,0-1 0,0 0 0,0 0 0,0 0 0,-1-1 0,0 0 0,0 0 0,-1 0 0,1 0 0,-1 0 0,-1-1 0,1 1 0,-1-1 0,2-11 0,-3 16 14,-1-1 1,0 1-1,0 0 0,0-1 0,0 1 1,-1 0-1,1-1 0,-1 1 0,1 0 0,-1 0 1,0-1-1,0 1 0,0 0 0,0 0 1,0 0-1,0 0 0,0 0 0,-1 0 0,1 0 1,-1 1-1,0-1 0,1 1 0,-3-2 1,0 0-158,1 1 1,-1 0 0,0 0 0,0 0-1,0 1 1,-1-1 0,1 1 0,0 0 0,-1 0-1,1 0 1,-5 1 0,-18-1-6684</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2:53.790"/>
    </inkml:context>
    <inkml:brush xml:id="br0">
      <inkml:brushProperty name="width" value="0.05" units="cm"/>
      <inkml:brushProperty name="height" value="0.05" units="cm"/>
    </inkml:brush>
  </inkml:definitions>
  <inkml:trace contextRef="#ctx0" brushRef="#br0">122 114 24575,'0'0'0,"0"-1"0,0 1 0,0-1 0,0 0 0,0 1 0,0-1 0,0 0 0,-1 1 0,1-1 0,0 1 0,0-1 0,-1 0 0,1 1 0,0-1 0,0 1 0,-1-1 0,1 1 0,-1-1 0,1 1 0,0-1 0,-1 1 0,1 0 0,-1-1 0,1 1 0,-1-1 0,0 1 0,1 0 0,-1 0 0,1-1 0,-1 1 0,1 0 0,-1 0 0,0 0 0,1-1 0,-1 1 0,0 0 0,1 0 0,-1 0 0,1 0 0,-1 0 0,0 0 0,1 1 0,-1-1 0,0 0 0,1 0 0,-1 0 0,1 0 0,-1 1 0,0-1 0,-2 1 0,0 0 0,1 0 0,-1 1 0,0-1 0,1 0 0,-1 1 0,1 0 0,0-1 0,-4 5 0,4-4 0,0 1 0,0-1 0,0 1 0,1-1 0,-1 1 0,1 0 0,0 0 0,0-1 0,0 1 0,0 0 0,0 0 0,1 0 0,-1 0 0,1 0 0,0 1 0,0-1 0,0 0 0,0 0 0,0 0 0,1 0 0,0 0 0,-1 0 0,1 0 0,0 0 0,0 0 0,1-1 0,-1 1 0,3 4 0,5 5 0,0 0 0,1 0 0,0-1 0,21 17 0,7 11 0,-36-38 0,-1 0 0,0 0 0,0 1 0,0-1 0,0 1 0,0-1 0,0 1 0,0 0 0,-1-1 0,1 1 0,0 0 0,-1-1 0,1 1 0,-1 0 0,0 0 0,0-1 0,0 1 0,0 0 0,0 0 0,0 2 0,-1-3 0,1 1 0,-1-1 0,0 1 0,0-1 0,0 0 0,0 1 0,0-1 0,0 0 0,0 0 0,0 0 0,0 0 0,-1 0 0,1 0 0,0 0 0,-1 0 0,1 0 0,-1-1 0,-1 1 0,-4 2 0,1-1 0,-1 0 0,-1-1 0,1 0 0,0 0 0,0 0 0,0-1 0,-13-1 0,16 1 0,1-1 0,-1 0 0,0 0 0,0 0 0,0 0 0,1 0 0,-1-1 0,0 1 0,1-1 0,0 0 0,-1 0 0,1 0 0,0-1 0,0 1 0,0-1 0,0 0 0,1 0 0,-1 0 0,1 0 0,-1 0 0,1 0 0,0-1 0,1 1 0,-1-1 0,-2-6 0,2 4 0,1-1 0,0 0 0,0 0 0,1 0 0,0 0 0,0 0 0,0-1 0,1 1 0,0 0 0,0 0 0,1 1 0,0-1 0,4-11 0,3-1 0,0 0 0,2 1 0,0 0 0,20-26 0,-23 35 0,-1 0 0,1 1 0,1 0 0,0 0 0,0 1 0,0 0 0,1 0 0,0 1 0,19-9 0,-15 12 0,-1 0 0,1 1 0,0 0 0,0 1 0,-1 1 0,1 0 0,19 3 0,12-1 0,-43-2 0,1 0 0,-1 0 0,1 0 0,-1 0 0,1 0 0,-1 1 0,1-1 0,-1 1 0,1 0 0,-1 0 0,0 0 0,1 0 0,-1 0 0,0 0 0,0 0 0,4 4 0,-5-4 0,0 1 0,-1 0 0,1-1 0,0 1 0,0 0 0,-1 0 0,1-1 0,-1 1 0,0 0 0,1 0 0,-1 0 0,0 0 0,0 0 0,0 0 0,-1-1 0,1 1 0,0 0 0,-1 0 0,1 0 0,-1 0 0,1-1 0,-3 5 0,-11 29 0,-11 30 0,23-59 0,1 0 0,0 0 0,0 0 0,0 0 0,1 0 0,0 0 0,0 0 0,1 11 0,0-15 0,0 1 0,0 0 0,0-1 0,0 1 0,0-1 0,1 1 0,-1-1 0,1 0 0,0 1 0,-1-1 0,1 0 0,0 0 0,0 0 0,0 0 0,1-1 0,-1 1 0,0-1 0,1 1 0,-1-1 0,1 0 0,-1 0 0,1 0 0,0 0 0,-1 0 0,1 0 0,0-1 0,0 0 0,-1 1 0,1-1 0,0 0 0,0 0 0,0-1 0,3 0 0,-4 1 0,-1-1 0,1 0 0,-1-1 0,0 1 0,1 0 0,-1 0 0,0 0 0,0-1 0,0 1 0,0-1 0,0 1 0,0-1 0,0 1 0,-1-1 0,1 1 0,0-1 0,-1 0 0,0 1 0,1-1 0,-1 0 0,0 0 0,0 1 0,0-1 0,0-2 0,-3-44 0,-8-7 0,6 39 0,2 0 0,-3-26 0,6 41 0,0 0 0,0 0 0,0 0 0,0 1 0,0-1 0,0 0 0,0 0 0,0 0 0,1 1 0,-1-1 0,0 0 0,1 0 0,-1 1 0,0-1 0,1 0 0,-1 0 0,1 1 0,-1-1 0,1 1 0,-1-1 0,1 0 0,0 1 0,-1-1 0,1 1 0,0-1 0,-1 1 0,1 0 0,0-1 0,-1 1 0,1 0 0,0-1 0,0 1 0,0 0 0,-1 0 0,1 0 0,0 0 0,0 0 0,0 0 0,-1 0 0,1 0 0,0 0 0,0 0 0,0 0 0,-1 0 0,1 0 0,0 1 0,1-1 0,7 3 0,1 0 0,0 0 0,11 6 0,-5-3 0,29 7 0,-33-11 0,-1 1 0,1 0 0,-1 1 0,0 0 0,0 1 0,0 0 0,10 8 0,-20-13 0,1 1 0,-1 0 0,0 1 0,0-1 0,0 0 0,0 0 0,0 0 0,0 1 0,-1-1 0,1 0 0,0 1 0,-1-1 0,1 0 0,0 1 0,-1-1 0,0 1 0,1-1 0,-1 1 0,0-1 0,0 1 0,0 0 0,0-1 0,0 1 0,0-1 0,0 1 0,-1-1 0,1 1 0,-1-1 0,1 1 0,-1-1 0,1 0 0,-1 1 0,-1 2 0,-4 4 0,1 0 0,-1 0 0,-1 0 0,-9 9 0,1-1 0,13-14 0,1 0 0,-1 0 0,0 0 0,1 0 0,-1 1 0,1-1 0,0 1 0,0-1 0,0 1 0,0-1 0,0 1 0,1-1 0,-1 1 0,0 5 0,2-6 0,-1-1 0,0 0 0,1 1 0,-1-1 0,1 1 0,0-1 0,-1 0 0,1 0 0,0 1 0,0-1 0,0 0 0,0 0 0,0 0 0,0 0 0,0 0 0,0 0 0,0 0 0,1 0 0,-1-1 0,0 1 0,1 0 0,-1-1 0,0 1 0,1-1 0,-1 1 0,1-1 0,-1 0 0,3 1 0,8 1 0,-1 0 0,1-1 0,0 0 0,0-1 0,0-1 0,-1 0 0,1 0 0,15-4 0,-20 3 0,1 0 0,-1 0 0,0-1 0,0 0 0,0 0 0,0 0 0,0-1 0,-1 0 0,1 0 0,-1-1 0,0 0 0,0 0 0,8-11 0,-12 14 0,0 0 0,-1 0 0,1-1 0,-1 1 0,1-1 0,-1 1 0,0-1 0,0 1 0,0-1 0,-1 0 0,1 1 0,0-1 0,-1 0 0,0 0 0,0 0 0,0 1 0,0-1 0,0 0 0,0 0 0,-1 0 0,1 1 0,-1-1 0,0 0 0,0 1 0,0-1 0,0 0 0,0 1 0,-1 0 0,1-1 0,-1 1 0,1 0 0,-4-3 0,0 0 0,-1-1 0,1 2 0,-1-1 0,0 1 0,-1 0 0,1 0 0,-1 1 0,0 0 0,0 0 0,0 0 0,-8-1 0,-35-5-1365,2 2-5461</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03.317"/>
    </inkml:context>
    <inkml:brush xml:id="br0">
      <inkml:brushProperty name="width" value="0.05" units="cm"/>
      <inkml:brushProperty name="height" value="0.05" units="cm"/>
    </inkml:brush>
  </inkml:definitions>
  <inkml:trace contextRef="#ctx0" brushRef="#br0">2 1 24575,'-2'0'0,"4"0"0,6 0 0,4 0 0,9 0 0,6 2 0,7 1 0,5 2 0,6 3 0,1 0 0,2 1 0,0-2 0,-8-1-8191</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03.690"/>
    </inkml:context>
    <inkml:brush xml:id="br0">
      <inkml:brushProperty name="width" value="0.05" units="cm"/>
      <inkml:brushProperty name="height" value="0.05" units="cm"/>
    </inkml:brush>
  </inkml:definitions>
  <inkml:trace contextRef="#ctx0" brushRef="#br0">0 0 24575,'2'0'0,"4"0"0,5 0 0,2 0 0,5 0 0,3 0 0,-2 0-8191</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03.989"/>
    </inkml:context>
    <inkml:brush xml:id="br0">
      <inkml:brushProperty name="width" value="0.05" units="cm"/>
      <inkml:brushProperty name="height" value="0.05" units="cm"/>
    </inkml:brush>
  </inkml:definitions>
  <inkml:trace contextRef="#ctx0" brushRef="#br0">1 1 24575,'2'0'0,"6"0"0,6 0 0,7 0 0,10 0 0,8 0 0,-2 0-8191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04.395"/>
    </inkml:context>
    <inkml:brush xml:id="br0">
      <inkml:brushProperty name="width" value="0.05" units="cm"/>
      <inkml:brushProperty name="height" value="0.05" units="cm"/>
    </inkml:brush>
  </inkml:definitions>
  <inkml:trace contextRef="#ctx0" brushRef="#br0">1 52 24575,'2'0'0,"3"0"0,3 0 0,5 0 0,10-2 0,7-4 0,10 0 0,11-1 0,7-3 0,8 2 0,7 1 0,-10 2-8191</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19.771"/>
    </inkml:context>
    <inkml:brush xml:id="br0">
      <inkml:brushProperty name="width" value="0.05" units="cm"/>
      <inkml:brushProperty name="height" value="0.05" units="cm"/>
    </inkml:brush>
  </inkml:definitions>
  <inkml:trace contextRef="#ctx0" brushRef="#br0">110 122 24575,'-1'26'0,"-2"1"0,0-1 0,-9 31 0,-27 83 0,22-84 0,11-38 0,-22 91 0,66-211 0,-17 23 0,12-92 0,-2 4 0,-30 161 0,0 1 0,1 0 0,-1 0 0,1 0 0,0 0 0,1 0 0,-1 1 0,5-6 0,-6 9 0,-1 0 0,1 0 0,0 0 0,1 0 0,-1 0 0,0 0 0,0 1 0,0-1 0,0 0 0,1 1 0,-1-1 0,0 1 0,0-1 0,1 1 0,-1 0 0,0 0 0,1-1 0,-1 1 0,1 0 0,-1 0 0,0 0 0,1 1 0,-1-1 0,0 0 0,1 0 0,-1 1 0,0-1 0,1 1 0,-1-1 0,0 1 0,0-1 0,0 1 0,1 0 0,-1 0 0,0 0 0,1 1 0,5 2 0,-1 1 0,0 0 0,0 0 0,-1 1 0,0 0 0,0 0 0,0 0 0,0 0 0,5 12 0,-8-15 0,-1 0 0,0 0 0,0 0 0,0 0 0,0 0 0,0 0 0,0 1 0,-1-1 0,0 0 0,0 0 0,0 1 0,0-1 0,0 0 0,-1 0 0,1 1 0,-1-1 0,0 0 0,0 0 0,0 0 0,0 0 0,0 0 0,-1 0 0,0 0 0,1 0 0,-4 3 0,-3 3 0,-1-1 0,-16 13 0,19-16 0,-1 0 0,1 0 0,0 0 0,1 1 0,-1-1 0,1 2 0,1-1 0,-7 10 0,10-14 0,1 0 0,-1-1 0,1 1 0,-1-1 0,1 1 0,0 0 0,0-1 0,0 1 0,0 0 0,0-1 0,0 1 0,0 0 0,1-1 0,-1 1 0,1-1 0,-1 1 0,1 0 0,-1-1 0,1 1 0,0-1 0,0 0 0,0 1 0,0-1 0,1 2 0,5 4 0,-1 0 0,1 0 0,11 7 0,7 7 0,-22-17 0,0 0 0,0 0 0,0 0 0,-1 0 0,1 0 0,-1 1 0,-1-1 0,1 0 0,0 1 0,-1 0 0,0-1 0,0 1 0,0 0 0,-1 0 0,0-1 0,0 1 0,0 0 0,0 0 0,-1 0 0,0-1 0,0 1 0,0 0 0,0-1 0,-1 1 0,0-1 0,0 1 0,-4 7 0,1-5 0,1 0 0,-1 0 0,0-1 0,-1 0 0,1 1 0,-1-2 0,-1 1 0,1-1 0,-1 0 0,0 0 0,0-1 0,0 0 0,-1 0 0,0 0 0,-10 2 0,16-5 31,0 0 0,-1-1 0,1 0 0,0 1 0,-1-1 0,1 0 0,0 0 0,-1 0 1,1-1-1,-4 0 0,5 1-92,0 0 0,0-1 0,0 1 0,1 0 0,-1-1 0,0 1 0,0-1 0,1 0 0,-1 1 0,0-1 0,0 1 0,1-1 0,-1 0 0,1 0 0,-1 1 0,1-1 0,-1 0 0,1 0 1,-1 0-1,1 1 0,0-1 0,-1 0 0,1 0 0,0 0 0,0 0 0,0 0 0,-1-1 0,2-12-6765</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19.973"/>
    </inkml:context>
    <inkml:brush xml:id="br0">
      <inkml:brushProperty name="width" value="0.05" units="cm"/>
      <inkml:brushProperty name="height" value="0.05" units="cm"/>
    </inkml:brush>
  </inkml:definitions>
  <inkml:trace contextRef="#ctx0" brushRef="#br0">98 0 24575,'-4'2'0,"0"-1"0,0 0 0,1 1 0,-1 0 0,1 0 0,-1 0 0,1 0 0,0 1 0,0-1 0,-4 4 0,-3 3 0,6-6 16,0 0-1,1 0 1,-1 1-1,1-1 1,0 1-1,0 0 1,0 0-1,1 0 1,-1 0-1,1 0 1,0 1-1,0-1 1,1 1-1,-1-1 1,1 1-1,0 0 1,0 0 0,1-1-1,-1 1 1,1 0-1,0 7 1,2 2-301,0 1 1,0 0-1,2-1 1,0 0-1,10 25 1,-9-25-6542</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20.127"/>
    </inkml:context>
    <inkml:brush xml:id="br0">
      <inkml:brushProperty name="width" value="0.05" units="cm"/>
      <inkml:brushProperty name="height" value="0.05" units="cm"/>
    </inkml:brush>
  </inkml:definitions>
  <inkml:trace contextRef="#ctx0" brushRef="#br0">4 55 24575,'0'-5'0,"3"-5"0,0-5 0,-3 2 0,-3 4 0,-3 6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20.730"/>
    </inkml:context>
    <inkml:brush xml:id="br0">
      <inkml:brushProperty name="width" value="0.05" units="cm"/>
      <inkml:brushProperty name="height" value="0.05" units="cm"/>
    </inkml:brush>
  </inkml:definitions>
  <inkml:trace contextRef="#ctx0" brushRef="#br0">6 47 24575,'0'-4'0,"0"1"0,1-1 0,-1 1 0,1-1 0,0 1 0,0-1 0,0 1 0,3-5 0,-4 7 0,0 1 0,1-1 0,-1 0 0,0 1 0,1-1 0,-1 1 0,1-1 0,-1 1 0,1-1 0,-1 1 0,1-1 0,-1 1 0,1-1 0,-1 1 0,1 0 0,-1-1 0,1 1 0,0 0 0,-1 0 0,1-1 0,0 1 0,-1 0 0,1 0 0,0 0 0,-1 0 0,1 0 0,0 0 0,-1 0 0,1 0 0,0 0 0,0 0 0,-1 0 0,1 0 0,0 0 0,-1 1 0,1-1 0,-1 0 0,1 1 0,0-1 0,-1 0 0,1 1 0,-1-1 0,1 0 0,-1 1 0,1-1 0,-1 1 0,1-1 0,-1 1 0,1 0 0,-1-1 0,1 1 0,1 3 0,0-1 0,0 1 0,0-1 0,0 1 0,0 0 0,-1-1 0,0 1 0,1 0 0,-1 0 0,-1 0 0,1 0 0,-1 0 0,1 0 0,-1 0 0,0 1 0,-1-1 0,0 5 0,-2 9 0,0 0 0,-8 24 0,-33 72 0,83-159 0,-1-3 0,-23 27 0,1 2 0,0 0 0,2 0 0,0 2 0,21-16 0,-38 31 0,0 1 0,1 0 0,-1 0 0,1 1 0,-1-1 0,1 0 0,-1 0 0,1 1 0,-1-1 0,1 1 0,0-1 0,-1 1 0,1 0 0,0-1 0,-1 1 0,1 0 0,0 0 0,0 0 0,-1 1 0,1-1 0,2 1 0,-2 0 0,-1 0 0,0 0 0,0 0 0,0 0 0,0 0 0,-1 0 0,1 0 0,0 1 0,0-1 0,-1 0 0,1 0 0,-1 1 0,1-1 0,-1 1 0,1-1 0,-1 0 0,0 1 0,0-1 0,0 1 0,0-1 0,0 1 0,0-1 0,0 0 0,0 1 0,-1 2 0,-2 10-168,0 1 0,-1-1 0,-1 0 0,-7 16 1,9-24-359,-5 15-6300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3:21.167"/>
    </inkml:context>
    <inkml:brush xml:id="br0">
      <inkml:brushProperty name="width" value="0.05" units="cm"/>
      <inkml:brushProperty name="height" value="0.05" units="cm"/>
    </inkml:brush>
  </inkml:definitions>
  <inkml:trace contextRef="#ctx0" brushRef="#br0">202 350 24575,'1'-2'0,"1"1"0,-1-1 0,1 1 0,-1-1 0,0 0 0,1 0 0,-1 1 0,0-1 0,0 0 0,-1 0 0,1 0 0,0 0 0,-1 0 0,1 0 0,-1 0 0,1-1 0,-1 1 0,0 0 0,0 0 0,0 0 0,0 0 0,0 0 0,-1 0 0,0-4 0,0 4 0,0 0 0,0 1 0,0-1 0,0 0 0,-1 1 0,1-1 0,0 1 0,-1 0 0,1-1 0,-1 1 0,1 0 0,-1 0 0,0 0 0,1 0 0,-1 0 0,0 0 0,0 0 0,0 1 0,1-1 0,-1 1 0,0-1 0,0 1 0,0 0 0,0 0 0,0 0 0,0 0 0,-3 0 0,-2 1 0,-1 0 0,0 1 0,0 0 0,1 0 0,-1 1 0,1 0 0,0 0 0,0 0 0,0 1 0,0 0 0,1 1 0,-1 0 0,1 0 0,-9 9 0,10-9 0,0 0 0,0 1 0,0-1 0,1 1 0,0 0 0,0 1 0,1-1 0,0 0 0,0 1 0,0 0 0,1 0 0,0 0 0,0 0 0,1 0 0,0 0 0,-1 9 0,2-13 0,0-1 0,0 0 0,0 1 0,0-1 0,1 1 0,-1-1 0,1 0 0,-1 1 0,1-1 0,0 0 0,0 0 0,0 0 0,0 1 0,0-1 0,1 0 0,-1 0 0,0-1 0,1 1 0,0 0 0,-1 0 0,1-1 0,0 1 0,0-1 0,0 1 0,0-1 0,0 0 0,0 0 0,0 0 0,1 0 0,-1 0 0,0 0 0,0-1 0,4 1 0,-1-1 0,0 0 0,-1 0 0,1 0 0,0-1 0,0 1 0,0-1 0,-1-1 0,1 1 0,0-1 0,-1 1 0,1-1 0,-1-1 0,0 1 0,0 0 0,7-6 0,3-5 0,0-1 0,0 0 0,-1-1 0,-1-1 0,-1 0 0,0 0 0,-1-1 0,-1-1 0,9-22 0,7-26 0,19-84 0,-30 99 0,-6 25 0,-6 18 0,-4 14 0,-53 215 342,47-177-769,2 1 0,2 0 1,2 49-1,4-54-6399</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7:59.394"/>
    </inkml:context>
    <inkml:brush xml:id="br0">
      <inkml:brushProperty name="width" value="0.05" units="cm"/>
      <inkml:brushProperty name="height" value="0.05" units="cm"/>
    </inkml:brush>
  </inkml:definitions>
  <inkml:trace contextRef="#ctx0" brushRef="#br0">0 134 24575,'31'-1'0,"1"-2"0,31-8 0,5 0 0,716-45 0,-670 51 0,850 15 0,-324 12 0,-88-45 0,-323 8 0,-55 3 0,225-6 0,-374 17-682,42-6-1,-52 5-6143</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7:59.719"/>
    </inkml:context>
    <inkml:brush xml:id="br0">
      <inkml:brushProperty name="width" value="0.05" units="cm"/>
      <inkml:brushProperty name="height" value="0.05" units="cm"/>
    </inkml:brush>
  </inkml:definitions>
  <inkml:trace contextRef="#ctx0" brushRef="#br0">48 30 24575,'-2'-1'0,"0"1"0,0-1 0,0 0 0,1 0 0,-1 0 0,0 0 0,0 0 0,1 0 0,-1 0 0,0 0 0,1-1 0,-2-1 0,1 1 0,0 1 0,0-1 0,0 0 0,0 1 0,0 0 0,0-1 0,0 1 0,-3-1 0,5 2 0,0 0 0,0 0 0,-1 0 0,1 0 0,0 0 0,0 0 0,0 0 0,0 0 0,0 0 0,0 0 0,0 0 0,0 0 0,0 0 0,0 0 0,0 0 0,0 0 0,0 0 0,0 0 0,-1 0 0,1 0 0,0 0 0,0 0 0,0 0 0,0 0 0,0 0 0,0 0 0,0 0 0,0 0 0,0 0 0,0 0 0,0 0 0,0 0 0,0 0 0,0 0 0,0 0 0,0 0 0,0 0 0,0 1 0,-1-1 0,1 0 0,0 0 0,0 0 0,0 0 0,0 0 0,0 0 0,0 0 0,0 0 0,0 0 0,0 0 0,0 0 0,0 0 0,0 0 0,0 0 0,0 1 0,0-1 0,0 0 0,0 0 0,0 0 0,0 0 0,0 0 0,1 0 0,-1 0 0,0 0 0,0 0 0,0 0 0,0 0 0,4 7 0,8 5 0,46 30 0,-37-29 0,-1 2 0,-1-1 0,0 2 0,31 34 0,-46-45 0,-1-1 0,1 1 0,-1 1 0,0-1 0,0 0 0,-1 1 0,1 0 0,-1-1 0,-1 1 0,1 0 0,-1 0 0,0 0 0,0 0 0,-1 0 0,1 0 0,-1 0 0,-1 1 0,1-1 0,-1 0 0,0 0 0,-1 0 0,1-1 0,-1 1 0,-4 9 0,-1-3-124,0-1 0,0 0 0,-1 0 0,-1 0 0,0-1 0,0 0-1,-1-1 1,0 0 0,0 0 0,-21 11 0,6-4-6702</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02.814"/>
    </inkml:context>
    <inkml:brush xml:id="br0">
      <inkml:brushProperty name="width" value="0.05" units="cm"/>
      <inkml:brushProperty name="height" value="0.05" units="cm"/>
    </inkml:brush>
  </inkml:definitions>
  <inkml:trace contextRef="#ctx0" brushRef="#br0">847 385 24575,'0'-6'0,"1"0"0,0-1 0,0 1 0,0 0 0,0 0 0,1 0 0,0 0 0,1 0 0,4-8 0,-7 14 0,0 0 0,0 0 0,1 0 0,-1 0 0,0 0 0,0 0 0,0 0 0,1 0 0,-1 0 0,0 0 0,0 0 0,0 0 0,1 0 0,-1 0 0,0 0 0,0 0 0,0 0 0,1 0 0,-1 1 0,0-1 0,0 0 0,0 0 0,0 0 0,0 0 0,1 0 0,-1 1 0,0-1 0,0 0 0,0 0 0,0 0 0,0 0 0,0 1 0,0-1 0,0 0 0,1 0 0,-1 0 0,0 1 0,0-1 0,0 0 0,0 0 0,0 0 0,0 1 0,0-1 0,0 0 0,0 0 0,0 0 0,0 1 0,-1-1 0,3 13 0,0 37 0,-8 76 0,-1-20 0,-21 565 0,-62-4 0,-149 381 0,186-824 0,-5 10 0,-88 432 0,-67 854 0,182-884 0,30-565 0,-1-38 0,2 0 0,1 0 0,8 43 0,-8-70 0,0 0 0,1-1 0,-1 0 0,2 1 0,-1-1 0,0 0 0,1 0 0,0 0 0,0 0 0,1 0 0,-1-1 0,1 0 0,0 0 0,6 6 0,-3-6 0,0 1 0,-1-1 0,1-1 0,1 1 0,-1-1 0,0 0 0,1-1 0,0 0 0,10 2 0,11-1 0,1-2 0,0 0 0,0-2 0,41-7 0,-63 7 0,114-13 0,882-77 0,-32 69-244,1 21-135,-485 2 306,-38 3 73,77 0 0,0-21 0,-425 11 50,415-44 596,-510 49-646,65-14 0,-66 13 0,0 0 0,0 0 0,-1-1 0,1 1 0,0-1 0,-1-1 0,0 1 0,0-1 0,7-6 0,-10 8 0,0-1 0,-1 1 0,1 0 0,-1-1 0,0 1 0,0-1 0,0 1 0,0-1 0,0 0 0,0 1 0,-1-1 0,1 0 0,-1 1 0,0-1 0,0 0 0,0 0 0,0 1 0,0-1 0,-1 0 0,1 0 0,-2-3 0,-2-7 0,0-1 0,-1 1 0,-8-13 0,0-4 0,3 0 0,2 0 0,1 0 0,1-1 0,2 0 0,1 0 0,1-1 0,4-51 0,43-222 0,-28 213 0,145-1138 0,-149 997 0,-11-1 0,-9 1 0,-50-305 0,18 320 0,-25-163 0,53 280 0,2-185 0,27 23 0,0-163 0,-25 330 0,-3 0 0,-5 1 0,-46-158 0,31 147 0,-31-103 0,54 187 0,1 1 0,0-1 0,2 0 0,0 0 0,2-1 0,0 1 0,2-1 0,0 1 0,2-1 0,5-30 0,-3 35 0,4-10 0,-2-1 0,-1 0 0,-1 0 0,-1 0 0,-2-36 0,-1 63 0,0 1 0,0-1 0,-1 0 0,1 0 0,-1 0 0,1 1 0,-1-1 0,0 0 0,1 1 0,-1-1 0,0 1 0,0-1 0,0 1 0,-1-1 0,1 1 0,0-1 0,0 1 0,-1 0 0,1 0 0,-1 0 0,1 0 0,-1 0 0,1 0 0,-1 0 0,0 0 0,1 1 0,-1-1 0,0 1 0,-2-1 0,-5-1 0,0 1 0,0 1 0,-1 0 0,-15 1 0,2 0 0,-1056 2 0,-230 4 0,594-3 0,173-2 0,239 11 0,214-5 0,-119 28 0,166-24 0,-67 29 0,-6 2 0,84-34 0,0 2 0,-47 25 0,63-28 0,2 0 0,-1 1 0,1 0 0,1 1 0,-1 1 0,2 0 0,-16 18 0,20-21 0,0 1 0,-1-2 0,0 1 0,0-1 0,-1 0 0,1-1 0,-2 0 0,-17 9 0,-2-3 0,-53 15 0,80-27 0,-3 2 0,0-1 0,0 1 0,0 0 0,0 0 0,0 0 0,1 1 0,-1 0 0,-5 4 0,8-5 0,0 1 0,0-1 0,0 1 0,0-1 0,0 1 0,1 0 0,-1 0 0,1 0 0,0 0 0,0 0 0,0 0 0,0 0 0,0 1 0,0 4 0,-4 19-1365,3-15-5461</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05.196"/>
    </inkml:context>
    <inkml:brush xml:id="br0">
      <inkml:brushProperty name="width" value="0.05" units="cm"/>
      <inkml:brushProperty name="height" value="0.05" units="cm"/>
    </inkml:brush>
  </inkml:definitions>
  <inkml:trace contextRef="#ctx0" brushRef="#br0">242 0 24575,'-8'36'0,"-3"21"0,1 0 0,-2 74 0,10 119 0,1-49 0,-6-51 0,-7 1 0,-43 190 0,47-293 0,-85 482 0,93-514 0,-10 150 0,11-131 0,2-1 0,10 64 0,-6-71 0,-3-12 0,1 1 0,0-1 0,1 0 0,0 0 0,1 0 0,1 0 0,13 23 0,-17-36 0,0 1 0,0-1 0,0 0 0,0 0 0,1 0 0,-1 0 0,1 0 0,-1-1 0,1 1 0,-1-1 0,1 1 0,0-1 0,0 0 0,0 0 0,0 0 0,0-1 0,0 1 0,0-1 0,0 1 0,0-1 0,4 0 0,6-1 0,0-1 0,1 0 0,21-7 0,-6 2 0,23-2 0,91-4 0,55 12 0,-107 2 0,1464 32-670,-397 0 670,-1109-31 9,237-1 93,-280-1-50,1 0 0,-1-1 0,0 0 0,1 0 0,-1 0 0,10-4 0,-15 5-47,0-1 0,0 0 0,0 1 0,0-1 0,1 0 0,-1 0 0,-1 1 0,1-1 0,0 0 0,0 0 0,0 0 0,0 0 0,-1 0 0,1 0 0,0-1 0,-1 1 0,1 0 0,-1 0 0,1 0 0,-1 0 0,0-1 0,0 1 0,1 0 0,-1 0 0,0-1 0,0 1 0,0 0 0,0-1 0,0 1 0,-1 0 0,1 0 0,0-1 0,0 1 0,-1 0 0,1 0 0,-1 0 0,1-1 0,-2 0 0,-7-19-5,5 15 0,2-1 0,-1 1 0,1-1 0,0 1 0,0-1 0,0 0 0,0-8 0,2-37 0,2 0 0,3 0 0,15-75 0,-2 18 0,1-46 0,-8-1 0,-16-301 0,-74-419 0,62 789 0,5 30 0,9 39 0,2 12 0,0 0 0,0-1 0,0 1 0,-1 0 0,-4-10 0,4 13 0,0 1 0,1-1 0,-1 1 0,0 0 0,0 0 0,0 0 0,0 0 0,-1 0 0,1 0 0,-1 0 0,1 1 0,-1-1 0,1 1 0,-1 0 0,-5-2 0,-7 0 0,-1 0 0,1 0 0,0 2 0,-1 0 0,1 1 0,-23 2 0,-5-1 0,-826-16 0,-362-10 0,1120 24 0,-10 0 0,-161 18 0,138 14 0,107-20 0,0-3 0,-1-1 0,-55 3 0,0-12 0,-108-17 0,169 15 0,25 4 0,0 0 0,0 1 0,0-1 0,0 2 0,0-1 0,0 1 0,1 0 0,-1 0 0,0 0 0,-7 5 0,6-3 0,0-1 0,0 0 0,0 0 0,-1-1 0,0 0 0,-10 1 0,-35-3-1365,42 0-5461</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06.874"/>
    </inkml:context>
    <inkml:brush xml:id="br0">
      <inkml:brushProperty name="width" value="0.05" units="cm"/>
      <inkml:brushProperty name="height" value="0.05" units="cm"/>
    </inkml:brush>
  </inkml:definitions>
  <inkml:trace contextRef="#ctx0" brushRef="#br0">9 1 24575,'0'0'0,"0"0"0,-1 0 0,1 0 0,0 0 0,0 0 0,-1 0 0,1 0 0,0 0 0,-1 0 0,1 0 0,0 0 0,0 0 0,-1 0 0,1 0 0,0 0 0,0 0 0,-1 0 0,1 1 0,0-1 0,0 0 0,-1 0 0,1 0 0,0 0 0,0 1 0,-1-1 0,1 0 0,0 0 0,0 0 0,0 1 0,0-1 0,-1 0 0,1 0 0,0 1 0,0-1 0,0 0 0,0 0 0,0 1 0,0-1 0,0 0 0,0 1 0,0-1 0,0 0 0,0 0 0,0 1 0,0-1 0,0 0 0,0 1 0,0-1 0,0 0 0,0 0 0,0 1 0,0-1 0,0 0 0,1 0 0,-1 1 0,0-1 0,1 1 0,-1 0 0,1 0 0,-1 0 0,1 0 0,0 0 0,0 0 0,0 0 0,-1 0 0,1-1 0,0 1 0,0 0 0,0-1 0,2 2 0,21 4 0,-1-1 0,2-1 0,-1-1 0,0-1 0,49-3 0,-25 0 0,341 0 0,162 2 0,-480 4-1365,-49-2-5461</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07.265"/>
    </inkml:context>
    <inkml:brush xml:id="br0">
      <inkml:brushProperty name="width" value="0.05" units="cm"/>
      <inkml:brushProperty name="height" value="0.05" units="cm"/>
    </inkml:brush>
  </inkml:definitions>
  <inkml:trace contextRef="#ctx0" brushRef="#br0">28 31 24575,'-9'-5'0,"-8"-6"0,15 6 0,10 1 0,21 1 0,0 1 0,0 1 0,50 5 0,-51-2 0,344 28 0,80 4 0,-431-32 0,34-1 0,-50-1 0,-1 0 0,1-1 0,-1 1 0,1-1 0,-1 0 0,1-1 0,-1 1 0,8-4 0,-12 5-29,1-1 0,-1 1 0,0 0 0,1 0 0,-1 0 0,0-1 0,1 1 0,-1 0 0,0 0 0,1-1 0,-1 1 0,0 0 0,0 0 0,1-1 0,-1 1-1,0 0 1,0-1 0,0 1 0,0 0 0,1-1 0,-1 1 0,0-1 0,0 1 0,0 0 0,0-1 0,0 1 0,0-1 0,0 1 0,0 0 0,0-1 0,0 1 0,0 0 0,0-1 0,0 1 0,0-1 0,-1 1-1,1 0 1,0-1 0,0 1 0,0 0 0,0-1 0,-1 1 0,1 0 0,0-1 0,0 1 0,-1-1 0,-7-5-6797</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08.026"/>
    </inkml:context>
    <inkml:brush xml:id="br0">
      <inkml:brushProperty name="width" value="0.05" units="cm"/>
      <inkml:brushProperty name="height" value="0.05" units="cm"/>
    </inkml:brush>
  </inkml:definitions>
  <inkml:trace contextRef="#ctx0" brushRef="#br0">114 3 24575,'-37'-1'0,"20"0"0,-1 1 0,-23 2 0,49 2 0,12 0 0,382 17 0,1-22 0,-374 0 0,389-12 0,-411 12 92,-4 2-204,1-1 0,-1 0 0,0 0 0,0-1 0,0 1 0,1 0 0,-1-1 0,0 0-1,0 0 1,0 0 0,0 0 0,3-2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08.492"/>
    </inkml:context>
    <inkml:brush xml:id="br0">
      <inkml:brushProperty name="width" value="0.05" units="cm"/>
      <inkml:brushProperty name="height" value="0.05" units="cm"/>
    </inkml:brush>
  </inkml:definitions>
  <inkml:trace contextRef="#ctx0" brushRef="#br0">1 24 24575,'12'0'0,"0"2"0,1 0 0,12 4 0,21 3 0,348 0 0,-345-9 0,476-39 0,-519 38 79,-3 1-190,0 0 0,0 0 0,0 0 0,0-1 0,0 1 0,0-1 0,0 0 0,-1 0-1,1 0 1,0 0 0,0 0 0,3-3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0.656"/>
    </inkml:context>
    <inkml:brush xml:id="br0">
      <inkml:brushProperty name="width" value="0.05" units="cm"/>
      <inkml:brushProperty name="height" value="0.05" units="cm"/>
    </inkml:brush>
  </inkml:definitions>
  <inkml:trace contextRef="#ctx0" brushRef="#br0">264 111 24575,'0'4'0,"-1"0"0,0 0 0,0 1 0,0-1 0,-1 0 0,-3 7 0,-5 14 0,2 16 0,2-1 0,-2 62 0,9 85 0,1-73 0,-3-113 0,1 0 0,0 0 0,0 1 0,0-1 0,0 0 0,0 0 0,0 0 0,0 1 0,1-1 0,-1 0 0,0 0 0,1 0 0,-1 0 0,1 0 0,-1 0 0,1 0 0,-1 0 0,1 0 0,0 0 0,0 0 0,-1 0 0,3 2 0,-1-3 0,0 0 0,-1 1 0,1-1 0,0 0 0,0 0 0,0 0 0,0 0 0,0 0 0,0 0 0,0 0 0,-1-1 0,1 1 0,0-1 0,2 0 0,22-5 0,0 2 0,1 1 0,0 1 0,41 3 0,-24 0 0,1080 0-130,-33 45-440,-669-21 490,-285-17 80,260 4 0,-388-12 0,3 0 0,0 0 0,0-1 0,1 0 0,-1-1 0,0 0 0,-1-1 0,1 0 0,16-8 0,-27 11 5,0-1 0,0 1-1,0-1 1,1 1 0,-1-1-1,0 0 1,0 1 0,0-1-1,0 0 1,-1 0 0,1 0-1,0 0 1,0 0 0,0 0-1,-1 0 1,1 0 0,0 0 0,-1 0-1,1 0 1,-1 0 0,1 0-1,-1-1 1,0 1 0,0 0-1,1-2 1,-2 1 12,1 1 0,-1-1-1,1 0 1,-1 1 0,0-1 0,0 1-1,1-1 1,-1 1 0,0-1 0,0 1-1,-1 0 1,1-1 0,0 1 0,0 0-1,-3-2 1,-5-3 61,0 0 0,-1 0 0,1 1 0,-16-5 0,-19-3-78,32 10 0,1 0 0,-1-1 0,-12-6 0,22 9 0,1-1 0,-1 1 0,1 0 0,-1-1 0,1 1 0,-1-1 0,1 1 0,0-1 0,0 0 0,0 0 0,0 0 0,0 1 0,0-1 0,0 0 0,1 0 0,-1 0 0,1 0 0,-1 0 0,1 0 0,0 0 0,0 0 0,0-1 0,0 1 0,0-3 0,2-8 0,0-1 0,6-22 0,-4 18 0,5-41 0,2-69 0,3-28 0,-13 150 0,0 0 0,-1-1 0,0 1 0,0 0 0,0 0 0,-1-1 0,0 1 0,0 0 0,-1 0 0,0 0 0,0 0 0,0 0 0,0 0 0,-1 0 0,-4-6 0,4 9 0,0-1 0,0 1 0,0-1 0,0 1 0,0 0 0,-1 0 0,1 1 0,-1-1 0,0 1 0,0-1 0,0 1 0,0 1 0,0-1 0,-1 0 0,1 1 0,0 0 0,-1 0 0,1 0 0,-1 1 0,1-1 0,-10 2 0,-126 14 0,39-2 0,-497 3-11,437-17-94,-1720-10-476,1226 8 1278,658 3-697,0 0 0,-1 1 0,1-1 0,0 1 0,0 0 0,0 0 0,0 0 0,-1 0 0,1 0 0,0 1 0,-1-1 0,1 1 0,-1 0 0,3 2 0,30 34 0,-28-30 0,0 0 0,0 0 0,9 7 0,18 12-1365,-25-20-5461</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1.509"/>
    </inkml:context>
    <inkml:brush xml:id="br0">
      <inkml:brushProperty name="width" value="0.05" units="cm"/>
      <inkml:brushProperty name="height" value="0.05" units="cm"/>
    </inkml:brush>
  </inkml:definitions>
  <inkml:trace contextRef="#ctx0" brushRef="#br0">288 35 24575,'-4'-1'0,"0"1"0,0-1 0,0-1 0,0 1 0,0-1 0,1 1 0,-1-1 0,1 0 0,-4-3 0,-17-7 0,19 10 0,-1 1 0,0 0 0,0 0 0,0 1 0,0 0 0,0 0 0,0 0 0,0 0 0,0 1 0,0 0 0,1 0 0,-1 1 0,0 0 0,1 0 0,-1 0 0,1 1 0,-1-1 0,1 1 0,0 1 0,-8 6 0,4-4 0,1 1 0,1 0 0,-1 1 0,1-1 0,0 1 0,1 1 0,0-1 0,0 1 0,1 0 0,-9 20 0,11-21 0,1 0 0,0 0 0,0 0 0,1 0 0,0 0 0,0 1 0,1-1 0,0 0 0,0 1 0,1-1 0,3 16 0,-2-19 0,0 0 0,-1-1 0,2 1 0,-1 0 0,1 0 0,-1-1 0,1 0 0,1 1 0,-1-1 0,1 0 0,-1-1 0,1 1 0,0-1 0,0 1 0,1-1 0,-1 0 0,1-1 0,-1 1 0,9 2 0,-6-2 0,-1-1 0,1 0 0,0 0 0,0 0 0,0-1 0,0 0 0,0-1 0,0 0 0,0 0 0,1 0 0,-1-1 0,0 0 0,0 0 0,0-1 0,7-2 0,-10 2 0,1 0 0,-1-1 0,1 1 0,-1-1 0,0 0 0,0 0 0,0 0 0,0 0 0,-1-1 0,1 0 0,-1 1 0,0-1 0,0-1 0,0 1 0,-1 0 0,1-1 0,-1 1 0,0-1 0,-1 0 0,1 1 0,-1-1 0,1-5 0,0-2 0,-1 0 0,-1 1 0,0-1 0,0 0 0,-1 1 0,-5-20 0,1 6 0,-2 1 0,-11-25 0,17 46 0,-1-1 0,0 1 0,0-1 0,0 1 0,-5-6 0,7 8 0,0 1 0,0 0 0,-1-1 0,1 1 0,0 0 0,-1-1 0,1 1 0,-1 0 0,1-1 0,0 1 0,-1 0 0,1 0 0,-1-1 0,1 1 0,-1 0 0,1 0 0,-1 0 0,1 0 0,-1-1 0,1 1 0,-1 0 0,1 0 0,-1 0 0,1 0 0,-1 0 0,1 0 0,-1 0 0,1 1 0,-1-1 0,1 0 0,0 0 0,-1 0 0,1 0 0,-1 1 0,1-1 0,-1 0 0,1 0 0,0 1 0,-1-1 0,1 0 0,-1 1 0,1-1 0,0 0 0,-1 1 0,1-1 0,0 1 0,0-1 0,-1 0 0,1 1 0,0-1 0,0 1 0,0-1 0,-1 1 0,1-1 0,0 1 0,0 0 0,-2 7 0,-1-1 0,2 1 0,-1 0 0,1 0 0,0 0 0,0-1 0,2 15 0,8 59 0,-7-64 0,46 238 284,-15-92-1933,-29-141-5177</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1.802"/>
    </inkml:context>
    <inkml:brush xml:id="br0">
      <inkml:brushProperty name="width" value="0.05" units="cm"/>
      <inkml:brushProperty name="height" value="0.05" units="cm"/>
    </inkml:brush>
  </inkml:definitions>
  <inkml:trace contextRef="#ctx0" brushRef="#br0">44 62 24575,'-3'-3'0,"1"0"0,0 0 0,0 0 0,0 0 0,0 0 0,0-1 0,1 1 0,-2-6 0,-10-17 0,13 26 0,0 0 0,0 0 0,0 0 0,0-1 0,0 1 0,0 0 0,0 0 0,0 0 0,0 0 0,0 0 0,0 0 0,-1 0 0,1 0 0,0 0 0,0 0 0,0-1 0,0 1 0,0 0 0,0 0 0,0 0 0,0 0 0,0 0 0,-1 0 0,1 0 0,0 0 0,0 0 0,0 0 0,0 0 0,0 0 0,0 0 0,0 0 0,-1 0 0,1 0 0,0 0 0,0 0 0,0 0 0,0 0 0,0 0 0,0 0 0,0 0 0,0 1 0,-1-1 0,1 0 0,0 0 0,0 0 0,0 0 0,0 0 0,0 0 0,0 0 0,0 0 0,0 0 0,0 0 0,0 0 0,0 1 0,0-1 0,-1 0 0,1 0 0,-3 11 0,1 13 0,0 77-682,21 182-1,-14-251-6143</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2.346"/>
    </inkml:context>
    <inkml:brush xml:id="br0">
      <inkml:brushProperty name="width" value="0.05" units="cm"/>
      <inkml:brushProperty name="height" value="0.05" units="cm"/>
    </inkml:brush>
  </inkml:definitions>
  <inkml:trace contextRef="#ctx0" brushRef="#br0">0 131 24575,'0'-3'0,"1"0"0,-1 0 0,1 0 0,-1 0 0,1 1 0,0-1 0,0 0 0,0 0 0,1 0 0,-1 1 0,1-1 0,-1 1 0,1-1 0,0 1 0,0 0 0,0-1 0,0 1 0,0 0 0,1 0 0,-1 1 0,1-1 0,4-2 0,6-3 0,0 1 0,1 0 0,21-5 0,-13 4 0,15-6 0,22-8 0,-58 21 0,-1 0 0,0 0 0,1 0 0,-1 0 0,0 0 0,1 0 0,-1-1 0,0 1 0,1 0 0,-1 0 0,0 0 0,1 0 0,-1 1 0,0-1 0,1 0 0,-1 0 0,0 0 0,1 0 0,-1 0 0,0 0 0,1 0 0,-1 1 0,0-1 0,0 0 0,1 0 0,-1 0 0,0 1 0,1-1 0,-1 0 0,0 1 0,1 11 0,-14 22 0,8-23 0,4-6 0,0 1 0,1-1 0,0 0 0,-1 0 0,2 1 0,-1-1 0,1 0 0,-1 0 0,2 1 0,-1-1 0,0 0 0,1 0 0,0 0 0,0-1 0,1 1 0,-1 0 0,1-1 0,4 6 0,-5-7 0,0 0 0,0 0 0,0-1 0,0 1 0,1 0 0,0-1 0,-1 0 0,1 1 0,0-1 0,0 0 0,0 0 0,0-1 0,1 1 0,-1-1 0,0 1 0,1-1 0,-1 0 0,1-1 0,-1 1 0,1 0 0,-1-1 0,1 0 0,-1 0 0,1 0 0,0 0 0,-1-1 0,5 0 0,-5 0 0,0-1 0,-1 1 0,1-1 0,-1 1 0,1-1 0,-1 0 0,0 0 0,0 0 0,0 0 0,0 0 0,0-1 0,0 1 0,-1-1 0,1 1 0,-1-1 0,0 1 0,1-1 0,-1 0 0,0 0 0,-1 1 0,1-1 0,0 0 0,0-5 0,0-7 0,0 0 0,0 0 0,-3-18 0,2 27 0,9 121 0,4 79 0,-12-183 0,-1 0 0,-1 0 0,0 0 0,0-1 0,-1 1 0,-1 0 0,0-1 0,0 1 0,-7 14 0,6-19 0,1 0 0,-1 0 0,0-1 0,-1 1 0,1-1 0,-1 0 0,0 0 0,0-1 0,-1 1 0,1-1 0,-1-1 0,0 1 0,0-1 0,0 0 0,0 0 0,-9 2 0,-28 6-1365,2-4-5461</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3.960"/>
    </inkml:context>
    <inkml:brush xml:id="br0">
      <inkml:brushProperty name="width" value="0.05" units="cm"/>
      <inkml:brushProperty name="height" value="0.05" units="cm"/>
    </inkml:brush>
  </inkml:definitions>
  <inkml:trace contextRef="#ctx0" brushRef="#br0">19 0 24575,'-2'2'0,"-1"4"0,-2 2 0,-1 3 0,4 1 0,1 2 0,2 2 0,2 3 0,2 6 0,-1 3 0,3 4 0,2 0 0,-2 1 0,-2-7-8191</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5.079"/>
    </inkml:context>
    <inkml:brush xml:id="br0">
      <inkml:brushProperty name="width" value="0.05" units="cm"/>
      <inkml:brushProperty name="height" value="0.05" units="cm"/>
    </inkml:brush>
  </inkml:definitions>
  <inkml:trace contextRef="#ctx0" brushRef="#br0">371 57 24575,'-24'-14'0,"22"13"0,0 0 0,0 0 0,0 0 0,0 0 0,0 0 0,0 0 0,0 0 0,1-1 0,-1 1 0,0 0 0,1-1 0,-1 0 0,1 1 0,-1-1 0,1 0 0,-2-3 0,3 5 0,0-1 0,0 1 0,0-1 0,1 1 0,-1 0 0,0-1 0,0 1 0,0-1 0,0 1 0,0-1 0,0 1 0,1 0 0,-1-1 0,0 1 0,0-1 0,1 1 0,-1 0 0,0-1 0,1 1 0,-1 0 0,0-1 0,1 1 0,-1 0 0,0 0 0,1-1 0,-1 1 0,1 0 0,-1 0 0,1 0 0,-1 0 0,0 0 0,1-1 0,-1 1 0,1 0 0,-1 0 0,1 0 0,21-3 0,-20 3 0,308-3 0,-208 5 0,1199 39-1320,192 2-300,-1141-45 1352,353 8-738,-385 15 3922,-317-21-2828,-1 0 0,1 1 0,-1-1 0,1 0 0,-1 1 0,1 0 0,-1-1-1,5 3 1,-10 2 270,-12 0-209,-1-2-149,0 1 0,0 1 0,0 0 0,1 1 0,-26 14 0,37-17 0,0-1 0,0 1 0,1 0 0,-1 0 0,1 0 0,0 0 0,0 1 0,0-1 0,1 1 0,-1 0 0,1 0 0,0 0 0,0 0 0,0 0 0,0 1 0,1-1 0,0 0 0,0 1 0,0-1 0,0 1 0,1-1 0,0 1 0,-1-1 0,2 1 0,-1 0 0,1 4 0,24 113 0,-16-92 0,-3 1 0,0 0 0,-2 0 0,0 57 0,-4-86 0,0 1 0,-1 0 0,1-1 0,-1 1 0,0-1 0,0 0 0,0 1 0,0-1 0,-1 0 0,1 1 0,0-1 0,-1 0 0,0 0 0,1 0 0,-1 0 0,0-1 0,0 1 0,0 0 0,0-1 0,0 1 0,-1-1 0,1 0 0,0 0 0,-1 0 0,1 0 0,-1 0 0,1 0 0,-1-1 0,-4 2 0,-10 0 0,1 0 0,-1-1 0,-27-2 0,20 1 0,-944-19-2022,394 3 1103,-760-3-865,401 7 474,712 10 1158,-296-10 1809,499 12-1594,-31-4 969,46 4-896,0-1 0,0 1 0,0-1 0,0 0 0,0 0 0,0 0 0,0 0 0,0-1 0,1 1 0,-1-1 0,-4-3 0,7 5-103,-1-1 0,1 1 1,0-1-1,0 1 0,0-1 1,0 1-1,-1-1 0,1 1 1,0-1-1,0 1 1,0-1-1,0 1 0,0-1 1,0 1-1,0-1 0,1 1 1,-1-1-1,0 1 0,0-1 1,0 1-1,0-1 1,1 1-1,-1-1 0,0 1 1,0-1-1,1 1 0,-1-1 1,0 1-1,1 0 0,-1-1 1,1 1-1,-1 0 1,0-1-1,1 1 0,-1 0 1,1 0-1,-1-1 0,1 1 1,-1 0-1,1 0 1,-1 0-1,1-1 0,22-10 237,-23 11-258,37-11 20,-1 1 1,66-9-1,-48 9-42,-53 10 10,1 0 0,0 0 0,-1-1 0,1 1 0,-1-1 0,1 1 0,-1-1 0,0 0 0,1 0 0,-1 1 0,0-1 0,1 0 0,-1 0 0,0 0 0,0 0 0,0-1 0,0 1 0,0 0 0,0 0 0,0-1 0,0 1 0,0 0 0,-1-1 0,1 1 0,-1-1 0,1 1 0,-1-1 0,1 1 0,-1-1 0,0 1 0,0-1 0,0 1 0,0-1 0,0 0 0,0 1 0,0-1 0,-1-2 0,-1-7 0,-1 0 0,0 0 0,-1 0 0,-6-14 0,0 0 0,6 14-273,1-1 0,1 1 0,0-1 0,0-13 0,1 10-6553</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5.731"/>
    </inkml:context>
    <inkml:brush xml:id="br0">
      <inkml:brushProperty name="width" value="0.05" units="cm"/>
      <inkml:brushProperty name="height" value="0.05" units="cm"/>
    </inkml:brush>
  </inkml:definitions>
  <inkml:trace contextRef="#ctx0" brushRef="#br0">145 142 24575,'0'-3'0,"0"1"0,-1-1 0,1 1 0,-1-1 0,1 0 0,-1 1 0,0-1 0,0 1 0,-3-5 0,4 6 0,0 1 0,-1 0 0,1-1 0,0 1 0,-1 0 0,1-1 0,0 1 0,-1 0 0,1-1 0,0 1 0,-1 0 0,1-1 0,0 1 0,-1 0 0,1 0 0,-1 0 0,1 0 0,-1-1 0,1 1 0,0 0 0,-1 0 0,1 0 0,-2 0 0,2 0 0,-1 1 0,0-1 0,0 0 0,1 1 0,-1-1 0,0 1 0,1-1 0,-1 1 0,1-1 0,-1 1 0,1 0 0,-1-1 0,1 1 0,-1 0 0,1-1 0,-1 1 0,1 0 0,-1 1 0,-51 128 0,13-28 0,32-87 0,4-11 0,1 1 0,-1 0 0,1 0 0,1 1 0,-1-1 0,-1 11 0,5-13 0,4-7 0,5-10 0,77-134 0,-65 105 0,1 1 0,3 2 0,40-50 0,-65 87 0,1-1 0,0 1 0,1 0 0,-1 1 0,0-1 0,1 1 0,0-1 0,-1 1 0,1 0 0,6-2 0,-9 3 0,0 1 0,1 0 0,-1 0 0,0 0 0,0 0 0,0 0 0,0 0 0,1 0 0,-1 0 0,0 0 0,0 1 0,0-1 0,0 0 0,0 1 0,0-1 0,0 1 0,2 0 0,-2 0 0,1 0 0,-1 1 0,1-1 0,-1 1 0,0-1 0,1 1 0,-1 0 0,0-1 0,0 1 0,0 0 0,0 0 0,1 3 0,4 20 0,0 0 0,-2 0 0,0 1 0,-2-1 0,-1 41 0,1 10 0,4 41-1365,-5-101-5461</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5.901"/>
    </inkml:context>
    <inkml:brush xml:id="br0">
      <inkml:brushProperty name="width" value="0.05" units="cm"/>
      <inkml:brushProperty name="height" value="0.05" units="cm"/>
    </inkml:brush>
  </inkml:definitions>
  <inkml:trace contextRef="#ctx0" brushRef="#br0">45 117 24575,'-3'-5'0,"-2"-6"0,-1-5 0,-1-6 0,-3 2 0,1 2 0,5 4 0,7 6 0,7 5 0,8 3 0,4 4 0,6 0 0,5 3 0,4 0 0,-4-1-8191</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6.452"/>
    </inkml:context>
    <inkml:brush xml:id="br0">
      <inkml:brushProperty name="width" value="0.05" units="cm"/>
      <inkml:brushProperty name="height" value="0.05" units="cm"/>
    </inkml:brush>
  </inkml:definitions>
  <inkml:trace contextRef="#ctx0" brushRef="#br0">148 129 24575,'0'-1'0,"1"-1"0,-1 1 0,0 0 0,0 0 0,-1-1 0,1 1 0,0 0 0,0-1 0,0 1 0,-1 0 0,1 0 0,-1-1 0,1 1 0,-1 0 0,0 0 0,1 0 0,-1 0 0,0 0 0,0 0 0,1 0 0,-1 0 0,0 0 0,0 0 0,0 0 0,0 0 0,-1 1 0,1-1 0,0 0 0,0 1 0,0-1 0,0 1 0,-1-1 0,1 1 0,0 0 0,0-1 0,-1 1 0,1 0 0,0 0 0,-2 0 0,0 0 0,0 1 0,0-1 0,-1 1 0,1 0 0,0-1 0,0 1 0,0 1 0,1-1 0,-1 0 0,0 1 0,0 0 0,1-1 0,-1 1 0,1 0 0,-4 4 0,-2 3 0,1 1 0,0 0 0,0 0 0,1 1 0,1-1 0,0 2 0,0-1 0,1 0 0,1 1 0,0 0 0,0 0 0,1 0 0,0 0 0,1 0 0,1 17 0,0-27 0,0 1 0,1-1 0,-1 1 0,1-1 0,-1 1 0,1-1 0,0 1 0,-1-1 0,1 0 0,1 1 0,-1-1 0,0 0 0,0 0 0,1 0 0,-1 0 0,1 0 0,0 0 0,0 0 0,-1-1 0,1 1 0,0 0 0,1-1 0,-1 0 0,0 1 0,0-1 0,0 0 0,1 0 0,-1 0 0,1-1 0,-1 1 0,1 0 0,-1-1 0,1 0 0,-1 0 0,1 1 0,-1-2 0,1 1 0,-1 0 0,1 0 0,-1-1 0,1 1 0,-1-1 0,1 0 0,-1 0 0,0 0 0,1 0 0,2-2 0,6-3 0,-1 0 0,0-1 0,0-1 0,-1 1 0,0-2 0,0 1 0,-1-1 0,0 0 0,-1-1 0,0 0 0,11-20 0,-6 8 0,-2-1 0,0 0 0,-2-1 0,11-43 0,-18 60 0,1 1 0,-1-1 0,1 1 0,-1-1 0,-1 1 0,0-1 0,1 1 0,-2-1 0,0-7 0,1 14 0,0 0 0,0-1 0,0 1 0,0 0 0,0-1 0,0 1 0,0-1 0,0 1 0,0 0 0,0-1 0,-1 1 0,1 0 0,0-1 0,0 1 0,0 0 0,-1-1 0,1 1 0,0 0 0,0-1 0,0 1 0,-1 0 0,1-1 0,0 1 0,-1 0 0,1 0 0,0 0 0,-1-1 0,1 1 0,0 0 0,-1 0 0,1 0 0,0 0 0,-1 0 0,1-1 0,-1 1 0,1 0 0,0 0 0,-1 0 0,1 0 0,-1 0 0,1 0 0,0 0 0,-1 0 0,1 1 0,0-1 0,-1 0 0,1 0 0,0 0 0,-1 0 0,1 0 0,-1 1 0,1-1 0,0 0 0,0 0 0,-1 1 0,1-1 0,0 0 0,-1 0 0,1 1 0,0-1 0,0 0 0,0 1 0,-1-1 0,1 0 0,0 1 0,-16 24 0,12-12 38,0 0 0,0 0 0,1 0 0,1 1 0,0-1 0,1 1 0,0-1 0,2 17 0,0-11-323,2-1 1,0 0-1,0 0 1,2 0-1,10 26 1,-3-16-6542</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6.853"/>
    </inkml:context>
    <inkml:brush xml:id="br0">
      <inkml:brushProperty name="width" value="0.05" units="cm"/>
      <inkml:brushProperty name="height" value="0.05" units="cm"/>
    </inkml:brush>
  </inkml:definitions>
  <inkml:trace contextRef="#ctx0" brushRef="#br0">204 303 24575,'3'-5'0,"0"0"0,0 0 0,0 0 0,-1-1 0,0 1 0,0-1 0,-1 0 0,1 1 0,-1-1 0,0 0 0,-1 0 0,1 0 0,-2-10 0,1 13 0,0 0 0,-1 1 0,0-1 0,1 0 0,-1 0 0,0 1 0,0-1 0,0 1 0,0-1 0,-1 1 0,1-1 0,-1 1 0,0 0 0,1 0 0,-1-1 0,0 1 0,0 0 0,-1 1 0,1-1 0,0 0 0,0 1 0,-1-1 0,1 1 0,-1 0 0,1 0 0,-1 0 0,0 0 0,0 0 0,1 0 0,-1 1 0,0 0 0,0-1 0,1 1 0,-1 0 0,0 0 0,-3 1 0,-2 0 0,0 0 0,0 0 0,0 1 0,1 0 0,-1 0 0,1 1 0,0 0 0,0 0 0,0 1 0,0-1 0,-12 11 0,14-9 0,0 0 0,0 0 0,1 1 0,-1 0 0,1 0 0,1 0 0,-1 0 0,1 0 0,1 1 0,-1-1 0,1 1 0,-2 9 0,3-14 0,0 1 0,1-1 0,0 1 0,-1-1 0,1 1 0,0-1 0,0 1 0,0-1 0,1 0 0,-1 1 0,0-1 0,1 1 0,0-1 0,0 0 0,-1 1 0,1-1 0,1 0 0,-1 0 0,0 0 0,0 0 0,1 0 0,-1 0 0,1 0 0,0 0 0,0 0 0,-1-1 0,1 1 0,0-1 0,0 1 0,0-1 0,1 0 0,-1 0 0,0 0 0,0 0 0,1 0 0,-1-1 0,0 1 0,3 0 0,1-1 0,-1 1 0,1-1 0,-1 0 0,1-1 0,-1 1 0,1-1 0,-1 0 0,0 0 0,1-1 0,-1 0 0,0 0 0,0 0 0,0-1 0,0 1 0,-1-1 0,1 0 0,-1 0 0,0-1 0,1 1 0,-2-1 0,5-5 0,2-2 0,0 0 0,-1-1 0,-1 0 0,0-1 0,0 0 0,9-22 0,-9 13 0,0-1 0,-1 1 0,-2-1 0,0-1 0,2-30 0,-11 27 0,4 26 0,0 1 0,-1 0 0,1-1 0,0 1 0,0 0 0,0-1 0,0 1 0,0 0 0,-1 0 0,1-1 0,0 1 0,0 0 0,0 0 0,-1-1 0,1 1 0,0 0 0,0 0 0,-1 0 0,1-1 0,0 1 0,-1 0 0,1 0 0,0 0 0,-1 0 0,1 0 0,-1-1 0,1 2 0,-1-1 0,1 0 0,-1 1 0,0-1 0,1 0 0,-1 1 0,1-1 0,-1 1 0,1-1 0,-1 1 0,1-1 0,-1 1 0,1-1 0,0 1 0,-1 0 0,1-1 0,0 1 0,-1 1 0,-3 6 0,1 1 0,0-1 0,1 1 0,-1 0 0,2 0 0,-2 15 0,0 58 0,4-74 0,-1 11-170,1-1-1,0 0 0,2 1 1,0-1-1,1 0 0,1-1 1,9 22-1,-1-11-6655</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7.257"/>
    </inkml:context>
    <inkml:brush xml:id="br0">
      <inkml:brushProperty name="width" value="0.05" units="cm"/>
      <inkml:brushProperty name="height" value="0.05" units="cm"/>
    </inkml:brush>
  </inkml:definitions>
  <inkml:trace contextRef="#ctx0" brushRef="#br0">82 40 24575,'0'-2'0,"-1"0"0,1 0 0,-1 0 0,1 0 0,-1 0 0,0 0 0,1 0 0,-1 0 0,0 0 0,0 0 0,-1 1 0,1-1 0,0 0 0,-1 1 0,1-1 0,-3-1 0,4 2 0,-1 1 0,1-1 0,-1 1 0,0-1 0,1 1 0,-1-1 0,0 1 0,1 0 0,-1-1 0,0 1 0,0 0 0,1 0 0,-1-1 0,0 1 0,0 0 0,0 0 0,1 0 0,-1 0 0,0 0 0,0 0 0,0 0 0,0 0 0,1 0 0,-1 0 0,0 1 0,0-1 0,1 0 0,-1 0 0,0 1 0,0-1 0,1 1 0,-1-1 0,0 1 0,1-1 0,-1 1 0,0-1 0,1 1 0,-1-1 0,1 1 0,-1 0 0,1-1 0,-1 2 0,-3 5 0,1 0 0,0 0 0,0 0 0,1 0 0,0 0 0,-2 13 0,-3 48 0,6-50 0,-4 173-1365,5-163-5461</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7.724"/>
    </inkml:context>
    <inkml:brush xml:id="br0">
      <inkml:brushProperty name="width" value="0.05" units="cm"/>
      <inkml:brushProperty name="height" value="0.05" units="cm"/>
    </inkml:brush>
  </inkml:definitions>
  <inkml:trace contextRef="#ctx0" brushRef="#br0">19 55 24575,'-2'-2'0,"1"0"0,-1 0 0,0 1 0,1-1 0,0 0 0,-1 0 0,1-1 0,0 1 0,0 0 0,0 0 0,0 0 0,0-1 0,1 1 0,-1-3 0,1 4 0,0 1 0,0-1 0,0 0 0,0 1 0,0-1 0,0 0 0,0 1 0,1-1 0,-1 1 0,0-1 0,0 1 0,1-1 0,-1 0 0,0 1 0,1-1 0,-1 1 0,0-1 0,1 1 0,-1-1 0,1 1 0,0-1 0,0 0 0,1 1 0,-1-1 0,1 0 0,0 1 0,-1-1 0,1 1 0,-1 0 0,1-1 0,0 1 0,-1 0 0,4 0 0,47 3 0,79 14 0,-85-10 0,0-1 0,71 0 0,-116-6 0,1-1 0,0 1 0,-1 0 0,1 0 0,0 0 0,0-1 0,-1 1 0,1-1 0,-1 0 0,3 0 0,-4 0 0,1 1 0,-1 0 0,0 0 0,0 0 0,1-1 0,-1 1 0,0 0 0,0 0 0,1-1 0,-1 1 0,0 0 0,0-1 0,0 1 0,0 0 0,1-1 0,-1 1 0,0 0 0,0-1 0,0 1 0,0 0 0,0-1 0,0 1 0,0 0 0,0-1 0,0 1 0,0 0 0,0-1 0,0 1 0,0-1 0,-1-1 0,0 1 0,0 0 0,0-1 0,-1 1 0,1-1 0,0 1 0,0 0 0,-1 0 0,1 0 0,-1 0 0,1 0 0,-1 0 0,1 0 0,-1 1 0,1-1 0,-1 0 0,-3 0 0,1 0 0,0 0 0,0 0 0,0 1 0,0 0 0,0-1 0,-1 1 0,1 1 0,0-1 0,0 1 0,0-1 0,0 1 0,0 0 0,0 1 0,0-1 0,0 1 0,0 0 0,1-1 0,-1 2 0,1-1 0,-1 0 0,1 1 0,0 0 0,0-1 0,0 1 0,0 0 0,0 1 0,1-1 0,-1 0 0,1 1 0,-2 4 0,1-4 0,1 1 0,-1 0 0,1 0 0,0 0 0,1 1 0,-1-1 0,1 0 0,0 1 0,0-1 0,1 0 0,0 1 0,0-1 0,0 1 0,0-1 0,1 1 0,0-1 0,0 1 0,1-1 0,-1 0 0,1 0 0,0 0 0,5 9 0,-5-11 0,0-1 0,0 1 0,1-1 0,-1 0 0,0 1 0,1-1 0,-1 0 0,1 0 0,0-1 0,0 1 0,0 0 0,0-1 0,0 0 0,0 0 0,0 0 0,5 1 0,-3-1 0,1-1 0,-1 1 0,1-1 0,-1 0 0,1-1 0,-1 1 0,0-1 0,1 0 0,7-3 0,-7 2 0,-1 0 0,0 0 0,1 0 0,-1-1 0,0 1 0,0-1 0,-1 0 0,1-1 0,-1 1 0,1-1 0,-1 0 0,0 0 0,-1-1 0,1 1 0,-1-1 0,0 1 0,0-1 0,0 0 0,4-10 0,-6 11 12,-1-1-1,1 1 0,-1 0 1,1 0-1,-1 0 1,-1-1-1,1 1 0,-1 0 1,1 0-1,-1 0 0,0 0 1,0 0-1,-1 0 1,0 0-1,1 0 0,-1 0 1,0 1-1,-1-1 0,1 1 1,-1-1-1,1 1 1,-1 0-1,0 0 0,0 0 1,0 1-1,-1-1 0,1 1 1,-1-1-1,-6-2 1,4 1-119,-1 1 0,0 0 1,0 1-1,0 0 0,0 0 1,-1 0-1,1 1 0,0 0 1,-1 0-1,1 1 0,-1 0 1,1 0-1,0 1 0,-1-1 1,-14 5-1,6 1-6719</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8.037"/>
    </inkml:context>
    <inkml:brush xml:id="br0">
      <inkml:brushProperty name="width" value="0.05" units="cm"/>
      <inkml:brushProperty name="height" value="0.05" units="cm"/>
    </inkml:brush>
  </inkml:definitions>
  <inkml:trace contextRef="#ctx0" brushRef="#br0">233 63 24575,'0'-2'0,"0"-1"0,0 0 0,0 1 0,0-1 0,-1 1 0,1-1 0,-1 1 0,0-1 0,0 1 0,0 0 0,0-1 0,0 1 0,0 0 0,0 0 0,-1 0 0,1 0 0,-1 0 0,0 0 0,0 0 0,1 0 0,-1 0 0,0 1 0,-1-1 0,1 1 0,0 0 0,-4-2 0,3 2 0,0 0 0,-1 0 0,1 0 0,0 1 0,-1-1 0,1 1 0,-1 0 0,1 0 0,-1 0 0,1 1 0,-1-1 0,1 1 0,-1 0 0,1 0 0,0 0 0,-1 0 0,1 1 0,-5 2 0,-2 3 0,0 1 0,0 0 0,1 0 0,1 1 0,-1 0 0,1 0 0,1 1 0,0 0 0,0 1 0,1 0 0,0-1 0,1 2 0,0-1 0,-3 15 0,5-16 0,0 1 0,1 0 0,0 0 0,1 0 0,0 0 0,1 1 0,1 11 0,0-16 0,0 1 0,0-1 0,1 0 0,0-1 0,0 1 0,1 0 0,0 0 0,0-1 0,1 0 0,-1 0 0,8 9 0,-7-11-151,0 0-1,0 0 0,0 0 0,1-1 1,-1 0-1,1 0 0,0 0 1,9 4-1,11 2-6674</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8.422"/>
    </inkml:context>
    <inkml:brush xml:id="br0">
      <inkml:brushProperty name="width" value="0.05" units="cm"/>
      <inkml:brushProperty name="height" value="0.05" units="cm"/>
    </inkml:brush>
  </inkml:definitions>
  <inkml:trace contextRef="#ctx0" brushRef="#br0">204 62 24575,'0'-1'0,"0"0"0,-1 0 0,1 0 0,-1 0 0,1 0 0,0 0 0,-1 0 0,0 0 0,1 1 0,-1-1 0,0 0 0,1 0 0,-1 1 0,0-1 0,0 0 0,1 1 0,-1-1 0,0 1 0,0-1 0,-1 0 0,-22-10 0,18 9 0,-14-8 0,13 7 0,0-1 0,-1 1 0,1 0 0,0 1 0,-1 0 0,-10-2 0,16 4 0,-1 0 0,1 0 0,0 0 0,-1 1 0,1-1 0,0 1 0,0-1 0,-1 1 0,1 0 0,0 0 0,0 0 0,0 0 0,0 0 0,0 0 0,0 1 0,0-1 0,1 0 0,-1 1 0,0 0 0,1-1 0,-1 1 0,1 0 0,0 0 0,-1 0 0,1 0 0,-1 3 0,-2 1 0,1 1 0,-1 0 0,2 0 0,-1 0 0,1 1 0,0-1 0,0 1 0,1-1 0,0 1 0,0-1 0,1 1 0,0 0 0,0-1 0,1 1 0,2 10 0,-3-16 0,1 0 0,0-1 0,0 1 0,0-1 0,0 1 0,0-1 0,1 1 0,-1-1 0,0 0 0,0 0 0,1 0 0,-1 1 0,1-1 0,-1-1 0,1 1 0,0 0 0,-1 0 0,1 0 0,0-1 0,0 1 0,-1-1 0,1 0 0,0 1 0,0-1 0,0 0 0,-1 0 0,1 0 0,0 0 0,0 0 0,0-1 0,-1 1 0,1 0 0,3-2 0,1 1 0,1-1 0,-1 0 0,1-1 0,-1 1 0,0-1 0,0 0 0,11-8 0,-8 2 0,0 0 0,0-1 0,-1 0 0,0 0 0,9-17 0,-5 9 0,-12 17 0,0 1 0,0 0 0,0 0 0,0-1 0,0 1 0,0 0 0,0 0 0,0 0 0,0-1 0,1 1 0,-1 0 0,0 0 0,0-1 0,0 1 0,0 0 0,0 0 0,1 0 0,-1 0 0,0-1 0,0 1 0,0 0 0,0 0 0,1 0 0,-1 0 0,0 0 0,0 0 0,0-1 0,1 1 0,-1 0 0,0 0 0,0 0 0,1 0 0,-1 0 0,0 0 0,0 0 0,1 0 0,-1 0 0,0 0 0,0 0 0,1 0 0,-1 12 0,-8 23 0,7-32 0,-1 4-97,0 0-1,1 0 1,-1 0-1,1 0 1,1 1-1,0-1 1,0 0-1,0 1 1,1-1-1,0 0 1,0 1-1,1-1 0,3 10 1,3-1-6729</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8.767"/>
    </inkml:context>
    <inkml:brush xml:id="br0">
      <inkml:brushProperty name="width" value="0.05" units="cm"/>
      <inkml:brushProperty name="height" value="0.05" units="cm"/>
    </inkml:brush>
  </inkml:definitions>
  <inkml:trace contextRef="#ctx0" brushRef="#br0">0 91 24575,'0'-8'0,"0"-2"0,0-1 0,3-18 0,-3 27 0,0 1 0,1 0 0,-1-1 0,0 1 0,1-1 0,-1 1 0,0-1 0,1 1 0,0 0 0,-1-1 0,1 1 0,0 0 0,0 0 0,-1 0 0,1-1 0,0 1 0,0 0 0,0 0 0,1 0 0,-1 0 0,0 1 0,0-1 0,0 0 0,1 0 0,-1 1 0,0-1 0,1 1 0,1-1 0,-2 1 0,1 0 0,0 0 0,-1 1 0,1-1 0,0 1 0,-1-1 0,1 1 0,-1 0 0,1 0 0,-1-1 0,1 1 0,-1 0 0,0 0 0,1 0 0,-1 1 0,0-1 0,0 0 0,0 0 0,0 1 0,0-1 0,0 1 0,0-1 0,0 1 0,-1-1 0,1 1 0,0 1 0,2 6 0,0-1 0,0 1 0,2 13 0,-3-12 0,0 0 0,-1 0 0,-1 0 0,1 0 0,-2 0 0,1 0 0,-1 0 0,-1 0 0,0 0 0,0 0 0,-1 0 0,-7 15 0,41-98 0,-19 48 0,-6 11 0,0 1 0,1-1 0,1 1 0,0 0 0,0 1 0,21-22 0,-28 33 20,0 0 0,0 0 0,-1 1 1,1-1-1,0 1 0,0-1 0,0 1 0,0-1 0,0 1 0,0-1 0,0 1 0,0 0 0,0 0 0,0-1 0,1 1 0,0 0 1,-1 0-69,-1 0 1,1 1-1,-1-1 1,0 0 0,1 0-1,-1 0 1,1 1-1,-1-1 1,1 0 0,-1 1-1,0-1 1,1 0-1,-1 1 1,0-1-1,1 0 1,-1 1 0,0-1-1,0 1 1,1-1-1,-1 1 1,0-1 0,0 0-1,0 1 1,0-1-1,0 1 1,1-1 0,-1 1-1,0-1 1,0 1-1,0-1 1,0 1 0,0-1-1,-1 1 1,1-1-1,0 1 1,-1 10-6779</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18.996"/>
    </inkml:context>
    <inkml:brush xml:id="br0">
      <inkml:brushProperty name="width" value="0.05" units="cm"/>
      <inkml:brushProperty name="height" value="0.05" units="cm"/>
    </inkml:brush>
  </inkml:definitions>
  <inkml:trace contextRef="#ctx0" brushRef="#br0">0 141 24575,'1'-5'0,"0"0"0,1-1 0,-1 1 0,1 0 0,0 0 0,1 0 0,-1 0 0,5-6 0,-1 0 0,4-7 0,-8 11 0,1 0 0,1 1 0,-1 0 0,1 0 0,0 0 0,0 0 0,8-6 0,-12 11 0,0 1 0,1 0 0,-1-1 0,0 1 0,1 0 0,-1 0 0,1-1 0,-1 1 0,1 0 0,-1 0 0,0 0 0,1 0 0,-1 0 0,1-1 0,-1 1 0,1 0 0,-1 0 0,1 0 0,-1 0 0,1 0 0,-1 0 0,1 0 0,-1 1 0,1-1 0,-1 0 0,0 0 0,1 0 0,-1 0 0,1 1 0,-1-1 0,1 0 0,-1 0 0,0 1 0,1-1 0,-1 0 0,0 1 0,1-1 0,-1 0 0,0 1 0,1-1 0,-1 0 0,0 1 0,0-1 0,1 1 0,-1-1 0,0 1 0,0-1 0,0 0 0,0 1 0,0-1 0,1 1 0,-1-1 0,0 1 0,0-1 0,0 1 0,-1 0 0,4 31 0,-22 128 0,0-15 0,19-142 3,-2 24-687,4 50 0,1-55-6142</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30.392"/>
    </inkml:context>
    <inkml:brush xml:id="br0">
      <inkml:brushProperty name="width" value="0.05" units="cm"/>
      <inkml:brushProperty name="height" value="0.05" units="cm"/>
    </inkml:brush>
  </inkml:definitions>
  <inkml:trace contextRef="#ctx0" brushRef="#br0">0 32 24575,'7'-16'0,"-1"1"0,-3 14 0,0 8 0,1 14 0,-1 1 0,-1 0 0,-1-1 0,-2 28 0,1-7 0,-23 384-1365,21-405-5461</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31.016"/>
    </inkml:context>
    <inkml:brush xml:id="br0">
      <inkml:brushProperty name="width" value="0.05" units="cm"/>
      <inkml:brushProperty name="height" value="0.05" units="cm"/>
    </inkml:brush>
  </inkml:definitions>
  <inkml:trace contextRef="#ctx0" brushRef="#br0">1254 252 24575,'-14'-30'0,"-1"1"0,-2 0 0,-33-43 0,44 64 0,-2 0 0,1 0 0,-1 1 0,0 0 0,0 1 0,-1-1 0,0 2 0,0-1 0,0 1 0,-1 1 0,1 0 0,-1 0 0,0 1 0,0 0 0,-17-3 0,8 5 0,1 1 0,-1 1 0,1 0 0,-1 1 0,1 1 0,0 1 0,0 0 0,0 1 0,1 1 0,0 1 0,-27 14 0,-1 4 0,2 2 0,1 2 0,-38 34 0,18-11 0,3 2 0,3 3 0,2 2 0,2 3 0,-51 82 0,77-103 0,3 2 0,1 1 0,-29 88 0,40-97 0,3 1 0,0-1 0,3 1 0,1 1 0,1 68 0,4-82 0,2 1 0,0 0 0,2-1 0,0 0 0,2 0 0,1-1 0,0 1 0,2-2 0,0 1 0,2-1 0,0-1 0,1 0 0,20 22 0,-16-22 0,2-1 0,0-1 0,1-1 0,0-1 0,2 0 0,0-2 0,0 0 0,2-2 0,-1 0 0,2-2 0,44 13 0,-27-12 0,1-3 0,0-1 0,0-2 0,1-2 0,-1-2 0,1-2 0,-1-2 0,1-2 0,55-13 0,-63 10 0,-1-3 0,0 0 0,-1-3 0,-1 0 0,0-3 0,-1 0 0,-1-2 0,0-1 0,-2-2 0,0-1 0,36-39 0,-38 31 0,-1-1 0,-2-1 0,-1-2 0,-2 0 0,-1-1 0,-2-1 0,-2-1 0,-1 0 0,-2-1 0,-2-1 0,-1 0 0,-3 0 0,6-83 0,-12 89 0,-2 1 0,-1-1 0,-2 1 0,-1 0 0,-1 0 0,-2 0 0,-20-51 0,17 58 0,-1 1 0,-1 1 0,-1 0 0,-1 1 0,-1 0 0,-2 1 0,0 1 0,-1 1 0,-41-34 0,34 35-80,-1 0 0,-1 2-1,0 1 1,-2 2 0,0 0-1,0 3 1,-1 0 0,0 2-1,-1 1 1,0 1 0,0 2 0,-1 1-1,1 2 1,-1 1 0,0 2-1,-42 5 1,21 4-6746</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37.106"/>
    </inkml:context>
    <inkml:brush xml:id="br0">
      <inkml:brushProperty name="width" value="0.05" units="cm"/>
      <inkml:brushProperty name="height" value="0.05" units="cm"/>
    </inkml:brush>
  </inkml:definitions>
  <inkml:trace contextRef="#ctx0" brushRef="#br0">507 230 24575,'2'-1'0,"0"0"0,0 0 0,0 0 0,0-1 0,0 1 0,-1 0 0,1-1 0,0 1 0,-1-1 0,0 0 0,3-3 0,2-2 0,71-81 0,-76 87 0,0 0 0,0-1 0,-1 1 0,1 0 0,0 0 0,0 0 0,-1-1 0,1 1 0,-1 0 0,1-1 0,-1 1 0,1-1 0,-1 1 0,0 0 0,0-3 0,0 4 0,0-1 0,0 1 0,-1-1 0,1 1 0,0-1 0,-1 1 0,1-1 0,-1 1 0,1 0 0,-1-1 0,1 1 0,-1 0 0,1-1 0,-1 1 0,1 0 0,-1-1 0,1 1 0,-1 0 0,1 0 0,-1 0 0,1 0 0,-1 0 0,0 0 0,1-1 0,-1 1 0,1 0 0,-1 1 0,0-1 0,1 0 0,-1 0 0,1 0 0,-1 0 0,1 0 0,-1 1 0,1-1 0,-1 0 0,1 0 0,-2 1 0,-31 8 0,-103 25 0,118-31 0,0-1 0,-1 0 0,1-2 0,-1 0 0,-27-3 0,44 3 0,0-1 0,0 1 0,-1 0 0,1-1 0,0 0 0,0 1 0,0-1 0,0 0 0,0 0 0,0 0 0,0 0 0,0 0 0,1-1 0,-1 1 0,0 0 0,1-1 0,-1 1 0,1-1 0,-1 0 0,0-2 0,1 3 0,1-1 0,0 1 0,-1-1 0,1 0 0,0 1 0,0-1 0,0 0 0,0 1 0,1-1 0,-1 1 0,0-1 0,1 0 0,-1 1 0,1-1 0,0 1 0,-1-1 0,1 1 0,0 0 0,0-1 0,0 1 0,0 0 0,0 0 0,0-1 0,0 1 0,0 0 0,1 0 0,1-1 0,6-6 0,0 1 0,1 0 0,0 1 0,1 0 0,-1 0 0,1 1 0,0 1 0,0 0 0,1 0 0,18-3 0,-24 6 0,1 0 0,0 0 0,0 0 0,0 1 0,0 0 0,0 0 0,-1 1 0,1 0 0,0 0 0,0 1 0,-1 0 0,1 0 0,-1 0 0,1 1 0,-1 0 0,0 0 0,0 1 0,0 0 0,8 7 0,-11-9 0,0 1 0,-1 0 0,1 0 0,-1 1 0,0-1 0,0 0 0,0 1 0,0-1 0,0 1 0,-1 0 0,0 0 0,0-1 0,0 1 0,0 0 0,0 0 0,-1 4 0,0-1 0,0-1 0,-1 1 0,0-1 0,0 1 0,0-1 0,-1 0 0,0 1 0,-1-1 0,-2 6 0,-4 3 0,0 1 0,0-2 0,-2 1 0,0-2 0,0 1 0,-19 15 0,9-11 0,-1 0 0,-1-2 0,0-1 0,-1-1 0,0-1 0,-1-1 0,-1-1 0,0-1 0,0-2 0,-1 0 0,0-2 0,0-1 0,-53 3 0,76-8 0,0 0 0,1 0 0,-1 0 0,0-1 0,0 0 0,0 1 0,0-2 0,1 1 0,-1 0 0,0-1 0,1 1 0,-5-4 0,7 4 0,0 0 0,0 0 0,0 0 0,0 0 0,0-1 0,0 1 0,0 0 0,0 0 0,1-1 0,-1 1 0,1-1 0,-1 1 0,1 0 0,-1-1 0,1 1 0,0-1 0,0 1 0,-1-1 0,1 1 0,0-1 0,1 1 0,-1-1 0,0 1 0,0-1 0,1 1 0,-1-1 0,0 1 0,1 0 0,0-1 0,-1 1 0,1-1 0,0 1 0,0 0 0,1-2 0,4-7 0,1 1 0,0 0 0,1 0 0,0 0 0,0 1 0,1 0 0,0 1 0,19-12 0,-20 13 0,1 1 0,0 1 0,0 0 0,0 0 0,1 0 0,-1 1 0,1 1 0,0 0 0,0 0 0,17-1 0,-21 4 0,-1 0 0,1 0 0,0 0 0,0 0 0,-1 1 0,1 0 0,-1 0 0,0 1 0,0 0 0,1 0 0,-2 0 0,1 0 0,0 1 0,-1-1 0,1 1 0,6 8 0,5 8 0,-1 0 0,21 37 0,-13-19 0,-17-29 18,9 12 141,17 23 1,-27-39-350,0 0 1,0 0 0,0 0 0,1 0 0,0-1 0,0 0 0,0 0 0,12 5 0,-1-3-6637</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37.615"/>
    </inkml:context>
    <inkml:brush xml:id="br0">
      <inkml:brushProperty name="width" value="0.05" units="cm"/>
      <inkml:brushProperty name="height" value="0.05" units="cm"/>
    </inkml:brush>
  </inkml:definitions>
  <inkml:trace contextRef="#ctx0" brushRef="#br0">943 225 24575,'-10'-19'0,"-1"0"0,0 1 0,-1 0 0,-1 0 0,-1 2 0,-1 0 0,-17-16 0,23 24 0,0 1 0,-1 0 0,0 1 0,0 0 0,0 0 0,0 1 0,-1 1 0,0 0 0,0 0 0,0 1 0,-1 0 0,1 1 0,-1 0 0,-20 0 0,9 4 0,1 0 0,1 2 0,-1 0 0,0 2 0,1 0 0,0 1 0,1 1 0,-1 1 0,1 1 0,1 1 0,0 0 0,-25 21 0,14-8 0,1 2 0,1 1 0,1 1 0,2 1 0,1 1 0,-27 44 0,30-38 0,2 0 0,1 1 0,1 1 0,3 1 0,-17 67 0,26-81 0,0 1 0,2 0 0,1 0 0,1 0 0,1 1 0,1-1 0,1 0 0,1 0 0,2 0 0,8 26 0,-8-36 0,2-1 0,-1 0 0,2 0 0,0 0 0,0-1 0,2-1 0,-1 0 0,2 0 0,0 0 0,13 11 0,-7-10 0,0-1 0,1-1 0,0 0 0,1-1 0,0-1 0,41 15 0,-22-14 0,0-1 0,0-2 0,1-1 0,0-2 0,0-2 0,0-2 0,0-1 0,46-7 0,-53 3 0,-1-2 0,-1 0 0,1-2 0,-1-2 0,-1-1 0,0-1 0,42-23 0,-47 20 0,-1 0 0,-1-2 0,-1-1 0,0 0 0,-1-2 0,-1 0 0,-1-1 0,27-40 0,-25 29 0,-2-1 0,-2-1 0,-1 0 0,-1-1 0,17-70 0,-25 75 0,0 0 0,-2-1 0,-2 0 0,0 0 0,-2 0 0,-2 0 0,-7-47 0,5 62 0,0-1 0,-1 1 0,-1 0 0,0 1 0,-1-1 0,-1 1 0,-1 1 0,0-1 0,0 1 0,-1 1 0,-1 0 0,-1 0 0,-20-17 0,14 16 0,-1 1 0,0 0 0,0 2 0,-1 0 0,-1 1 0,1 1 0,-2 1 0,1 1 0,-38-7 0,14 7-341,0 2 0,-1 2-1,-50 2 1,33 5-6485</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40.774"/>
    </inkml:context>
    <inkml:brush xml:id="br0">
      <inkml:brushProperty name="width" value="0.05" units="cm"/>
      <inkml:brushProperty name="height" value="0.05" units="cm"/>
    </inkml:brush>
  </inkml:definitions>
  <inkml:trace contextRef="#ctx0" brushRef="#br0">1 57 24575,'5'0'0,"0"-1"0,0 0 0,0 0 0,0-1 0,0 1 0,0-1 0,0 0 0,0-1 0,0 1 0,6-5 0,-4 2 0,0 1 0,0 1 0,13-6 0,-7 6 0,0-1 0,1 2 0,-1 0 0,0 0 0,1 2 0,-1-1 0,1 2 0,-1-1 0,18 5 0,-26-4 0,0 0 0,0 0 0,0 1 0,0-1 0,-1 1 0,1 1 0,-1-1 0,1 0 0,-1 1 0,0 0 0,0 0 0,0 0 0,-1 1 0,1-1 0,-1 1 0,0 0 0,0 0 0,0 0 0,0 0 0,-1 1 0,1-1 0,-1 1 0,0-1 0,-1 1 0,1 0 0,-1 0 0,2 9 0,-3-8 0,0 1 0,0-1 0,0 1 0,-1-1 0,0 0 0,0 1 0,0-1 0,-1 0 0,0 0 0,0 0 0,-1 0 0,0 0 0,0 0 0,0-1 0,0 1 0,-1-1 0,-7 8 0,3-4 0,-1-1 0,0 0 0,0 0 0,-1-1 0,0 0 0,0-1 0,0 0 0,-18 7 0,43-18 0,1 1 0,-1 0 0,1 1 0,28-2 0,-33 4 0,0 1 0,0 0 0,0 0 0,-1 1 0,1 1 0,0 0 0,0 0 0,-1 1 0,11 5 0,-18-7 0,0 0 0,0 1 0,-1-1 0,1 1 0,-1 0 0,1-1 0,-1 1 0,1 1 0,-1-1 0,0 0 0,0 0 0,0 1 0,0-1 0,-1 1 0,1 0 0,-1-1 0,1 1 0,-1 0 0,0 0 0,0 0 0,0 0 0,-1 0 0,1 0 0,-1 0 0,1 0 0,-1 0 0,0 0 0,0 0 0,-1 0 0,0 4 0,0-1 0,-1 0 0,0 0 0,0 0 0,-1 0 0,1 0 0,-1-1 0,0 1 0,-1-1 0,1 0 0,-1 0 0,0 0 0,-1 0 0,-9 7 0,4-5 0,0-1 0,-1 1 0,0-2 0,0 0 0,-1 0 0,0-1 0,1 0 0,-1-1 0,-1-1 0,1 0 0,0 0 0,0-1 0,-21-1 0,18-1 0,0 0 0,0-1 0,0 0 0,0-1 0,1-1 0,0 0 0,-1-1 0,2-1 0,-1 0 0,-25-16 0,33 18-227,0-1-1,1 1 1,0-2-1,0 1 1,-6-8-1,-1-5-6598</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41.472"/>
    </inkml:context>
    <inkml:brush xml:id="br0">
      <inkml:brushProperty name="width" value="0.05" units="cm"/>
      <inkml:brushProperty name="height" value="0.05" units="cm"/>
    </inkml:brush>
  </inkml:definitions>
  <inkml:trace contextRef="#ctx0" brushRef="#br0">764 160 24575,'-6'-9'0,"0"-1"0,0 1 0,0 0 0,-1 1 0,-16-15 0,3 5 0,-27-19 0,40 32 0,1 1 0,-1 0 0,0 0 0,-1 1 0,1 0 0,0 0 0,-1 0 0,0 1 0,0 0 0,1 1 0,-1 0 0,0 0 0,-15 1 0,13 1 0,0 0 0,0 1 0,1 0 0,-1 1 0,1 0 0,-1 1 0,1 0 0,0 0 0,0 1 0,-14 10 0,-9 9 0,0 2 0,2 1 0,1 2 0,-48 60 0,44-44 0,2 1 0,2 2 0,-24 53 0,42-78 0,1 2 0,2-1 0,0 1 0,1 0 0,2 1 0,1-1 0,-3 51 0,7-63 0,1 1 0,0 0 0,1 0 0,0 0 0,1-1 0,0 1 0,1-1 0,1 0 0,0 0 0,1-1 0,0 1 0,1-1 0,1-1 0,0 1 0,0-1 0,14 14 0,-5-10 0,-1-2 0,2 0 0,-1-1 0,2 0 0,0-2 0,0 0 0,0-2 0,1 0 0,31 8 0,-14-7 0,1-1 0,0-2 0,1-1 0,53-2 0,-60-3 0,-1-2 0,0-2 0,-1 0 0,1-2 0,-1-1 0,0-2 0,-1-1 0,46-22 0,-58 24 0,0-2 0,0-1 0,-2 0 0,1 0 0,-1-2 0,-1 0 0,0-1 0,-1 0 0,-1-1 0,0 0 0,-1-1 0,0 0 0,-1-1 0,14-35 0,-18 34 0,0 0 0,-1-1 0,0 0 0,-2 0 0,0 0 0,-2 0 0,0-1 0,-1 1 0,-1 0 0,-4-29 0,2 32 0,-1 1 0,0 0 0,-1 0 0,-1 0 0,0 1 0,-1 0 0,-1 0 0,0 1 0,-1-1 0,0 2 0,-1-1 0,0 2 0,-16-15 0,-3 2 0,0 2 0,-46-27 0,-70-29 0,53 30 0,90 47 7,0 0-113,-1-1 1,1 1-1,-1-1 1,0 1-1,0 0 1,1 0-1,-1 0 1,0 0-1,0 1 0,0-1 1,0 1-1,-3 0 1</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47.181"/>
    </inkml:context>
    <inkml:brush xml:id="br0">
      <inkml:brushProperty name="width" value="0.05" units="cm"/>
      <inkml:brushProperty name="height" value="0.05" units="cm"/>
    </inkml:brush>
  </inkml:definitions>
  <inkml:trace contextRef="#ctx0" brushRef="#br0">0 30 24575,'2'-11'0,"11"8"0,41 1 0,92 10 0,-22-1 0,-2-5 0,190 7 0,160 19 0,-344-17 0,149 6 0,-212-16 0,0-4 0,82-12 0,-85 8 0,0 3 0,82 5 0,-47 1 0,-20-2 0,55 1 0,214-25 0,-242 9 0,180-2 0,-76 6 0,-155 7 0,106 5 0,-25 20 0,-86-12 0,-6-2 0,1-3 0,-1-1 0,83-7 0,-81-3 342,-41 6-443,-1 1 1,0-1-1,0 1 1,0-1 0,0 0-1,0 0 1,0 0-1,0 0 1,0-1 0,0 1-1,0 0 1,0-1 0,-1 1-1,1-1 1,-1 0-1,3-2 1,-1-4-6726</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47.597"/>
    </inkml:context>
    <inkml:brush xml:id="br0">
      <inkml:brushProperty name="width" value="0.05" units="cm"/>
      <inkml:brushProperty name="height" value="0.05" units="cm"/>
    </inkml:brush>
  </inkml:definitions>
  <inkml:trace contextRef="#ctx0" brushRef="#br0">67 67 24575,'0'-2'0,"0"0"0,-1 0 0,0 0 0,1 0 0,-1 0 0,0 1 0,0-1 0,0 0 0,0 0 0,0 1 0,0-1 0,-3-2 0,3 3 0,0 0 0,0 0 0,0 0 0,0 0 0,0-1 0,0 1 0,0 0 0,0-1 0,1 1 0,-1-1 0,0 1 0,1-1 0,-1 1 0,1-1 0,0 1 0,-1-1 0,1 0 0,0 1 0,0-1 0,0 1 0,0-3 0,1 4 0,-1-1 0,1 0 0,-1 1 0,0-1 0,1 1 0,-1-1 0,1 1 0,-1-1 0,1 1 0,0 0 0,-1-1 0,1 1 0,-1 0 0,1-1 0,0 1 0,-1 0 0,1 0 0,0 0 0,-1-1 0,1 1 0,0 0 0,-1 0 0,1 0 0,0 0 0,-1 0 0,1 0 0,0 0 0,-1 0 0,1 1 0,0-1 0,-1 0 0,2 1 0,24 8 0,-22-7 0,9 4 0,0 1 0,-1 0 0,0 0 0,0 2 0,-1-1 0,0 2 0,-1-1 0,0 1 0,0 1 0,-1 0 0,-1 0 0,1 1 0,-2 0 0,0 0 0,9 21 0,-12-24 0,-1 1 0,0-1 0,0 1 0,-1 0 0,0 0 0,0 0 0,-1 0 0,-1 1 0,0-1 0,0 0 0,-1 0 0,0 0 0,-1 0 0,0 0 0,-1 0 0,1 0 0,-2-1 0,0 1 0,0-1 0,-1 0 0,0 0 0,-7 10 0,1-6 57,-1 0 0,0-1 0,0 0 0,-1-1 0,-22 14 0,7-7-911,-55 25 1,53-30-5973</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8:49.588"/>
    </inkml:context>
    <inkml:brush xml:id="br0">
      <inkml:brushProperty name="width" value="0.05" units="cm"/>
      <inkml:brushProperty name="height" value="0.05" units="cm"/>
    </inkml:brush>
  </inkml:definitions>
  <inkml:trace contextRef="#ctx0" brushRef="#br0">4 147 24575,'-2'-17'0,"2"16"0,-1-1 0,1 1 0,0 0 0,0 0 0,-1-1 0,1 1 0,0-1 0,0 1 0,0 0 0,1-1 0,-1 1 0,0 0 0,0-1 0,1 1 0,-1 0 0,0 0 0,1-1 0,0 1 0,-1 0 0,1 0 0,0 0 0,-1 0 0,1-1 0,0 1 0,0 0 0,0 0 0,0 1 0,0-1 0,0 0 0,0 0 0,2-1 0,-2 2 0,0-1 0,0 0 0,0 1 0,0-1 0,0 1 0,1 0 0,-1-1 0,0 1 0,0 0 0,0 0 0,0-1 0,0 1 0,0 0 0,1 0 0,-1 0 0,0 0 0,0 1 0,0-1 0,0 0 0,0 0 0,1 1 0,-1-1 0,1 2 0,0-1 0,0 0 0,0 1 0,0 0 0,0-1 0,0 1 0,-1 0 0,1 0 0,-1 0 0,0 0 0,3 4 0,-1 2 0,1 0 0,-1 0 0,-1 1 0,1-1 0,0 12 0,0 11 0,-4 56 0,5-107 0,1-1 0,1 1 0,1 0 0,18-37 0,-23 54 0,39-77 0,-36 73 0,-1-1 0,2 1 0,-1 0 0,1 0 0,0 1 0,0 0 0,14-11 0,-19 17 0,0-1 0,-1 1 0,1-1 0,0 1 0,0-1 0,0 1 0,0-1 0,0 1 0,0 0 0,0-1 0,0 1 0,0 0 0,0 0 0,0 0 0,0 0 0,0 0 0,0 0 0,0 0 0,0 0 0,0 0 0,0 0 0,0 1 0,0-1 0,0 0 0,0 1 0,0-1 0,1 1 0,-1 1 0,1-1 0,-1 1 0,1-1 0,-1 1 0,0 0 0,0 0 0,1 0 0,-1 0 0,0 0 0,-1 0 0,1 0 0,0 2 0,3 10 0,-2-1 0,0 1 0,1 16 0,-3-25 0,1 11 0,-2-9 0,1 0 0,1 0 0,-1 0 0,1 0 0,2 8 0,-2-14 0,-1 0 0,0-1 0,1 1 0,-1 0 0,0 0 0,1 0 0,-1 0 0,1-1 0,-1 1 0,1 0 0,0-1 0,-1 1 0,1 0 0,0-1 0,-1 1 0,1-1 0,0 1 0,0-1 0,0 1 0,-1-1 0,1 1 0,0-1 0,0 0 0,0 0 0,0 1 0,0-1 0,0 0 0,0 0 0,-1 0 0,1 0 0,0 0 0,0 0 0,0 0 0,0 0 0,0-1 0,0 1 0,0 0 0,0 0 0,-1-1 0,1 1 0,0-1 0,0 1 0,0 0 0,-1-1 0,2-1 0,10-4 0,-1-2 0,0 0 0,-1 0 0,12-13 0,-15 14 0,0 0 0,1 0 0,0 1 0,0 0 0,0 0 0,1 1 0,0 0 0,17-6 0,-24 10 0,-1 0 0,1 1 0,0 0 0,-1-1 0,1 1 0,0 0 0,0 0 0,-1 0 0,1 0 0,0 0 0,0 0 0,-1 1 0,1-1 0,0 0 0,-1 1 0,1 0 0,-1-1 0,1 1 0,0 0 0,-1 0 0,1 0 0,-1 0 0,0 0 0,1 0 0,-1 0 0,0 0 0,0 0 0,0 1 0,0-1 0,0 0 0,0 1 0,0-1 0,0 1 0,0 0 0,-1-1 0,2 4 0,1 6 0,0-1 0,-1 2 0,0-1 0,0 19 0,0-5 0,-2-22 0,1 0 0,-1 0 0,1 0 0,0-1 0,0 1 0,0 0 0,0-1 0,0 1 0,0-1 0,1 1 0,-1-1 0,1 0 0,0 1 0,-1-1 0,1 0 0,0 0 0,0 0 0,1-1 0,1 3 0,0-2 0,0-1 0,0 1 0,0-1 0,0 0 0,0 0 0,0 0 0,0 0 0,0-1 0,0 1 0,0-1 0,7-1 0,9-2 0,-1 0 0,0-2 0,0 0 0,25-11 0,-36 13 0,8-3 0,-1 0 0,0-2 0,0 0 0,22-15 0,-33 20 0,1 0 0,-1-1 0,0 1 0,-1-1 0,1 0 0,-1 0 0,1 0 0,-1 0 0,0-1 0,-1 1 0,1-1 0,-1 1 0,0-1 0,0 0 0,0 0 0,-1 0 0,0 0 0,2-9 0,-3 12 0,0 1 0,0 0 0,0 0 0,0-1 0,0 1 0,-1 0 0,1 0 0,0-1 0,-1 1 0,1 0 0,0 0 0,-1 0 0,1 0 0,-1 0 0,0-1 0,1 1 0,-1 0 0,0 0 0,0 0 0,0 1 0,0-1 0,1 0 0,-1 0 0,0 0 0,-1 1 0,1-1 0,0 0 0,0 1 0,0-1 0,0 1 0,0-1 0,-1 1 0,1 0 0,0 0 0,0-1 0,0 1 0,-1 0 0,1 0 0,0 0 0,0 0 0,-1 0 0,-1 1 0,-1-1 0,-1 1 0,0 0 0,0 0 0,1 1 0,-1-1 0,1 1 0,-1 0 0,1 0 0,-8 5 0,4-1 0,0 1 0,0-1 0,1 2 0,0-1 0,0 1 0,1 0 0,0 0 0,0 1 0,1-1 0,0 1 0,1 0 0,-6 16 0,10-24 0,-1 0 0,1 0 0,0 0 0,0 0 0,0 0 0,-1 0 0,1 0 0,0 0 0,0 0 0,0 0 0,1 0 0,-1 0 0,0 0 0,0 0 0,0 0 0,1 0 0,-1 0 0,0 0 0,1 0 0,-1 0 0,1 0 0,-1-1 0,1 1 0,1 1 0,-1-1 0,0 0 0,1-1 0,-1 1 0,0 0 0,1-1 0,-1 1 0,1-1 0,-1 0 0,1 0 0,-1 1 0,1-1 0,-1 0 0,0 0 0,3 0 0,4-2 0,0 1 0,0-1 0,0 0 0,14-6 0,-9 2 0,-1-2 0,1 1 0,-1-2 0,-1 0 0,17-16 0,-14 13 0,-13 11 0,0 0 0,0 1 0,0-1 0,0 0 0,0 1 0,0-1 0,0 1 0,0 0 0,0-1 0,0 1 0,1 0 0,-1 0 0,0 0 0,0 0 0,0 0 0,0 0 0,1 0 0,-1 0 0,0 0 0,0 0 0,0 0 0,0 1 0,2 0 0,28 16 0,-7-3 0,-20-13 0,0 0 0,0 1 0,0-2 0,1 1 0,-1 0 0,0-1 0,1 0 0,-1 0 0,1 0 0,-1-1 0,0 1 0,1-1 0,-1 0 0,0 0 0,0 0 0,8-4 0,-6 1 0,-1 1 0,1-1 0,-1 0 0,1 0 0,-1 0 0,-1-1 0,1 0 0,-1 0 0,1 0 0,4-8 0,-9 12 0,1 0 0,-1 0 0,1 0 0,-1 0 0,1 0 0,0 0 0,0 1 0,-1-1 0,1 0 0,0 0 0,0 1 0,0-1 0,0 0 0,0 1 0,1-1 0,-1 1 0,-1 0 0,1 0 0,-1 0 0,0 0 0,1 0 0,-1 0 0,0 0 0,1 1 0,-1-1 0,0 0 0,0 0 0,1 0 0,-1 1 0,0-1 0,1 0 0,-1 0 0,0 1 0,0-1 0,0 0 0,1 1 0,-1-1 0,0 0 0,0 1 0,0-1 0,0 0 0,0 1 0,1-1 0,-1 0 0,0 1 0,3 38 0,-3-36 0,1 85 0,-17 140 0,17-244 0,-1 1 0,0 0 0,-2 0 0,-2-16 0,-2-20 0,5 26 0,-2-4 0,2 0 0,1 0 0,1 1 0,8-49 0,-8 74 0,0-1 0,0 1 0,0 0 0,1-1 0,-1 1 0,1 0 0,0 0 0,0-1 0,0 1 0,0 1 0,0-1 0,1 0 0,-1 1 0,1-1 0,0 1 0,-1 0 0,1 0 0,0 0 0,7-3 0,-6 3 0,0 1 0,0 0 0,0 0 0,0 0 0,1 1 0,-1-1 0,0 1 0,0 0 0,0 1 0,1-1 0,-1 1 0,0-1 0,0 1 0,0 0 0,0 1 0,7 2 0,0 1 0,-1 1 0,0 0 0,-1 0 0,14 11 0,-19-14 0,0 1 0,-1-1 0,1 1 0,-1 0 0,0 0 0,1 0 0,-2 0 0,1 1 0,-1-1 0,1 1 0,-1 0 0,2 6 0,-4-9 0,0-1 0,1 1 0,-1-1 0,0 1 0,0-1 0,0 1 0,0 0 0,-1-1 0,1 1 0,0-1 0,-1 1 0,1-1 0,-1 1 0,1-1 0,-1 0 0,0 1 0,0-1 0,1 1 0,-3 0 0,1 1 0,0-1 0,-1 0 0,1 0 0,-1 0 0,1 0 0,-1 0 0,0 0 0,-5 1 0,-4 1 0,1 0 0,-1-1 0,-23 3 0,-36-1-1365,39-4-5461</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06.280"/>
    </inkml:context>
    <inkml:brush xml:id="br0">
      <inkml:brushProperty name="width" value="0.05" units="cm"/>
      <inkml:brushProperty name="height" value="0.05" units="cm"/>
    </inkml:brush>
  </inkml:definitions>
  <inkml:trace contextRef="#ctx0" brushRef="#br0">0 32 24575,'0'-2'0,"1"1"0,-1-1 0,1 1 0,-1-1 0,1 1 0,0-1 0,-1 1 0,1-1 0,0 1 0,0 0 0,0-1 0,0 1 0,0 0 0,0 0 0,0 0 0,1 0 0,-1 0 0,0 0 0,1 0 0,-1 0 0,1 0 0,-1 0 0,1 1 0,-1-1 0,1 1 0,-1-1 0,1 1 0,-1 0 0,1 0 0,0-1 0,-1 1 0,1 0 0,0 0 0,-1 1 0,1-1 0,-1 0 0,1 0 0,0 1 0,-1-1 0,1 1 0,-1 0 0,1-1 0,-1 1 0,3 1 0,1 3 0,0 0 0,-1 0 0,1 1 0,-1-1 0,0 1 0,0 0 0,3 8 0,20 49 0,-17-37 0,56 155 0,-8 2 0,49 265 0,-102-426-1365,0-7-5461</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06.916"/>
    </inkml:context>
    <inkml:brush xml:id="br0">
      <inkml:brushProperty name="width" value="0.05" units="cm"/>
      <inkml:brushProperty name="height" value="0.05" units="cm"/>
    </inkml:brush>
  </inkml:definitions>
  <inkml:trace contextRef="#ctx0" brushRef="#br0">0 154 24575,'1'-10'0,"0"0"0,1 0 0,3-12 0,1-2 0,-2 1 0,6-24 0,-10 47 0,0-1 0,0 1 0,0 0 0,0-1 0,0 1 0,0 0 0,0-1 0,0 1 0,0 0 0,1-1 0,-1 1 0,0 0 0,0 0 0,0-1 0,0 1 0,1 0 0,-1 0 0,0-1 0,0 1 0,1 0 0,-1 0 0,0 0 0,0-1 0,1 1 0,-1 0 0,0 0 0,1 0 0,-1 0 0,0 0 0,0 0 0,1-1 0,-1 1 0,0 0 0,1 0 0,-1 0 0,0 0 0,1 0 0,-1 0 0,9 12 0,3 19 0,7 47 0,12 39 0,-26-103 0,0 1 0,2-2 0,-1 1 0,2-1 0,16 23 0,-23-34 0,0 0 0,1 0 0,-1 0 0,1-1 0,0 1 0,-1-1 0,1 1 0,0-1 0,0 0 0,0 1 0,0-1 0,0 0 0,0 0 0,0-1 0,0 1 0,0 0 0,0-1 0,0 1 0,1-1 0,-1 0 0,3 1 0,-2-2 0,0 0 0,0 0 0,0 0 0,0 0 0,-1 0 0,1 0 0,0-1 0,-1 1 0,1-1 0,-1 0 0,1 0 0,-1 0 0,0 0 0,0 0 0,3-4 0,7-10 0,-1-1 0,0 0 0,-1 0 0,8-22 0,-7 15 0,19-29 0,-16 38 0,-13 15 0,-1 0 0,0 0 0,0 0 0,0 0 0,1 0 0,-1 0 0,0 0 0,0 0 0,1 0 0,-1 0 0,0 0 0,0 0 0,0 0 0,1 0 0,-1 0 0,0 0 0,0 1 0,0-1 0,0 0 0,1 0 0,-1 0 0,0 0 0,0 0 0,0 1 0,0-1 0,1 0 0,-1 0 0,0 0 0,0 0 0,0 1 0,0-1 0,0 0 0,0 0 0,0 0 0,0 1 0,0-1 0,0 0 0,0 0 0,0 0 0,0 1 0,0-1 0,0 0 0,1 6 0,-1-1 0,0 0 0,-1 1 0,1-1 0,-2 6 0,-7 35 53,-18 116 219,25-138-610,1 1 0,0-1 0,2 1 0,7 40 0,0-29-6488</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9:07.425"/>
    </inkml:context>
    <inkml:brush xml:id="br0">
      <inkml:brushProperty name="width" value="0.05" units="cm"/>
      <inkml:brushProperty name="height" value="0.05" units="cm"/>
    </inkml:brush>
  </inkml:definitions>
  <inkml:trace contextRef="#ctx0" brushRef="#br0">664 45 24575,'-23'-12'0,"16"8"0,1 0 0,-1 0 0,0 1 0,0 0 0,0 0 0,-1 0 0,1 1 0,-1 0 0,0 1 0,1 0 0,-1 0 0,0 0 0,1 1 0,-10 1 0,1 2 0,1 1 0,0 0 0,1 1 0,-1 1 0,1 0 0,0 1 0,1 1 0,0 0 0,0 0 0,-12 12 0,-10 10 0,1 1 0,-32 40 0,36-37 0,1 3 0,2 0 0,1 1 0,-31 64 0,47-80 0,1 0 0,2 1 0,0 0 0,-5 31 0,9-39 0,2 1 0,0 0 0,0 0 0,2 0 0,0 0 0,1-1 0,4 22 0,-2-23 0,1-1 0,0 1 0,0 0 0,2-1 0,-1 0 0,2-1 0,0 0 0,0 0 0,18 19 0,-12-16 0,2-2 0,-1 0 0,2 0 0,-1-1 0,2-1 0,24 11 0,-8-7 0,1-2 0,0-1 0,0-2 0,1-1 0,0-2 0,1-2 0,50 1 0,-50-5 0,-1-2 0,1-2 0,-1-1 0,0-2 0,0-2 0,-1-1 0,0-1 0,0-2 0,-1-2 0,51-28 0,-63 30 0,-1-2 0,-1 0 0,0-1 0,-1-2 0,-1 1 0,0-2 0,-2-1 0,0 0 0,-1-1 0,0 0 0,-2-1 0,-1-1 0,0 0 0,-2-1 0,0 0 0,8-34 0,-13 39 0,-2-1 0,0 1 0,-1-1 0,-1 0 0,-1 0 0,0 0 0,-2 0 0,0 0 0,-1 1 0,-1-1 0,0 1 0,-2-1 0,0 2 0,-1-1 0,-11-20 0,7 19 0,-1 1 0,0 0 0,-1 1 0,-1 0 0,-1 1 0,0 1 0,-1 0 0,0 2 0,-2-1 0,1 2 0,-1 0 0,-1 1 0,-22-9 0,9 8-151,-1 1-1,1 1 0,-2 2 0,1 2 1,-1 1-1,0 1 0,0 2 1,-61 4-1,22 4-6674</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55.439"/>
    </inkml:context>
    <inkml:brush xml:id="br0">
      <inkml:brushProperty name="width" value="0.05" units="cm"/>
      <inkml:brushProperty name="height" value="0.05" units="cm"/>
    </inkml:brush>
  </inkml:definitions>
  <inkml:trace contextRef="#ctx0" brushRef="#br0">1 116 24575,'0'-1'0,"0"1"0,0 0 0,0 0 0,0-1 0,0 1 0,0 0 0,0-1 0,0 1 0,0 0 0,0-1 0,0 1 0,0-1 0,0 1 0,0 0 0,0-1 0,0 1 0,0 0 0,0 0 0,0-1 0,0 1 0,1 0 0,-1-1 0,0 1 0,0 0 0,0-1 0,1 1 0,-1 0 0,0 0 0,0-1 0,1 1 0,-1 0 0,0 0 0,0 0 0,1 0 0,-1-1 0,0 1 0,1 0 0,-1 0 0,0 0 0,1 0 0,-1 0 0,0 0 0,1 0 0,-1 0 0,1 0 0,0 0 0,-1 0 0,1 1 0,0-1 0,-1 1 0,1-1 0,0 1 0,-1-1 0,1 1 0,0 0 0,-1-1 0,1 1 0,-1 0 0,1-1 0,-1 1 0,1 0 0,-1 0 0,1 1 0,25 69 0,19 46 0,-18-54 0,-37-86 0,3 8 0,0-1 0,1 1 0,-4-19 0,5 9 0,2 0 0,-1-45 0,4 59 0,0-1 0,1 0 0,1 1 0,0 0 0,1-1 0,0 1 0,0 0 0,7-13 0,-9 22 0,0 0 0,0 0 0,0 1 0,0-1 0,0 0 0,0 1 0,0-1 0,1 1 0,-1-1 0,0 1 0,1 0 0,0-1 0,-1 1 0,1 0 0,0 0 0,-1 0 0,1 0 0,0 1 0,0-1 0,0 0 0,0 1 0,0-1 0,0 1 0,0 0 0,0 0 0,0-1 0,0 1 0,0 1 0,0-1 0,0 0 0,0 0 0,-1 1 0,1-1 0,0 1 0,3 1 0,-2-1 0,0 1 0,1 0 0,-1 0 0,0 0 0,0 0 0,0 0 0,0 1 0,0 0 0,-1-1 0,1 1 0,-1 0 0,0 0 0,0 0 0,0 1 0,0-1 0,0 0 0,2 7 0,-4-6 16,1-1-1,0 1 1,-1 0-1,1 0 1,-1-1-1,0 1 1,0 0-1,-1 0 1,1-1-1,-1 1 1,0 0-1,0-1 1,0 1-1,0-1 1,-1 1-1,1-1 1,-1 1 0,0-1-1,0 0 1,0 0-1,-5 5 1,1-2-206,0 0 0,-1-1 1,1 1-1,-1-2 0,0 1 1,0-1-1,0 0 1,-15 6-1,6-5-6636</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55.909"/>
    </inkml:context>
    <inkml:brush xml:id="br0">
      <inkml:brushProperty name="width" value="0.05" units="cm"/>
      <inkml:brushProperty name="height" value="0.05" units="cm"/>
    </inkml:brush>
  </inkml:definitions>
  <inkml:trace contextRef="#ctx0" brushRef="#br0">0 128 24575,'1'3'0,"0"0"0,0 0 0,0-1 0,0 1 0,0 0 0,0 0 0,3 3 0,3 8 0,5 20 0,49 116 0,-53-140 0,-8-21 0,-8-29 0,6 34 0,-3-20 0,-4-6 0,3 0 0,0-1 0,3 0 0,0-63 0,3 94 0,0 0 0,0-1 0,0 1 0,0 0 0,1 0 0,-1 0 0,1 0 0,0 0 0,-1 0 0,1 0 0,0 0 0,0 0 0,0 0 0,0 0 0,1 0 0,-1 1 0,1-1 0,-1 0 0,1 1 0,-1-1 0,1 1 0,0 0 0,-1 0 0,1-1 0,0 1 0,0 0 0,0 1 0,0-1 0,0 0 0,0 0 0,0 1 0,1-1 0,-1 1 0,0 0 0,0 0 0,0 0 0,0 0 0,1 0 0,-1 0 0,0 0 0,0 1 0,0-1 0,3 2 0,-1-1 0,1 0 0,-1 0 0,0 0 0,1 1 0,-1 0 0,0 0 0,0 0 0,0 0 0,-1 1 0,1-1 0,0 1 0,-1 0 0,0 0 0,1 0 0,-1 1 0,3 4 0,-5-6 0,1 1 0,-1-1 0,0 1 0,0 0 0,0-1 0,-1 1 0,1 0 0,-1-1 0,1 1 0,-1 0 0,0 0 0,0-1 0,0 1 0,0 0 0,-1 0 0,1-1 0,-1 1 0,1 0 0,-1-1 0,0 1 0,0-1 0,0 1 0,-1-1 0,1 1 0,-1-1 0,1 0 0,-4 4 0,-2 2-195,-1-1 0,0 1 0,0-2 0,0 1 0,0-1 0,-19 9 0,0-1-6631</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56.341"/>
    </inkml:context>
    <inkml:brush xml:id="br0">
      <inkml:brushProperty name="width" value="0.05" units="cm"/>
      <inkml:brushProperty name="height" value="0.05" units="cm"/>
    </inkml:brush>
  </inkml:definitions>
  <inkml:trace contextRef="#ctx0" brushRef="#br0">17 39 24575,'-2'0'0,"-3"0"0,-1-2 0,3-1 0,4 0 0,5 1 0,3 0 0,5-1 0,4-1 0,4 1 0,3 1 0,2 0 0,1-1 0,0-1 0,-2 1 0,-6 1-8191</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56.650"/>
    </inkml:context>
    <inkml:brush xml:id="br0">
      <inkml:brushProperty name="width" value="0.05" units="cm"/>
      <inkml:brushProperty name="height" value="0.05" units="cm"/>
    </inkml:brush>
  </inkml:definitions>
  <inkml:trace contextRef="#ctx0" brushRef="#br0">7 17 24575,'-2'-3'0,"-2"-2"0,4-1 0,3 3 0,3 4 0,4 5 0,2 3 0,1 5 0,3 5 0,2 1 0,-1 2 0,-1 1 0,0 3 0,-1 0 0,-3-1 0,-1-1 0,-3-2 0,-2-4-8191</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56.943"/>
    </inkml:context>
    <inkml:brush xml:id="br0">
      <inkml:brushProperty name="width" value="0.05" units="cm"/>
      <inkml:brushProperty name="height" value="0.05" units="cm"/>
    </inkml:brush>
  </inkml:definitions>
  <inkml:trace contextRef="#ctx0" brushRef="#br0">38 0 24575,'-3'3'0,"-1"-1"0,1 1 0,0 0 0,0 0 0,1 0 0,-1 0 0,1 1 0,-4 4 0,5-7 0,0 1 0,0-1 0,1 0 0,-1 0 0,0 0 0,1 0 0,-1 1 0,1-1 0,-1 0 0,1 1 0,-1-1 0,1 0 0,0 1 0,0-1 0,0 0 0,-1 1 0,2-1 0,-1 1 0,0-1 0,0 0 0,0 1 0,1-1 0,-1 0 0,0 1 0,1-1 0,-1 0 0,1 1 0,0-1 0,-1 0 0,1 0 0,0 0 0,0 0 0,0 1 0,0-1 0,0-1 0,0 1 0,0 0 0,0 0 0,0 0 0,0 0 0,0-1 0,1 1 0,-1 0 0,2 0 0,50 20-682,55 14-1,-89-30-6143</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5:08:57.861"/>
    </inkml:context>
    <inkml:brush xml:id="br0">
      <inkml:brushProperty name="width" value="0.05" units="cm"/>
      <inkml:brushProperty name="height" value="0.05" units="cm"/>
    </inkml:brush>
  </inkml:definitions>
  <inkml:trace contextRef="#ctx0" brushRef="#br0">49 24 24575,'-5'1'0,"1"-1"0,-1 1 0,0 0 0,1 0 0,-6 2 0,9-3 0,0 0 0,1 0 0,-1 1 0,0-1 0,1 0 0,-1 0 0,0 0 0,1 1 0,-1-1 0,1 0 0,-1 1 0,0-1 0,1 0 0,-1 1 0,1-1 0,-1 1 0,1-1 0,-1 1 0,1-1 0,0 1 0,-1-1 0,1 1 0,0-1 0,-1 1 0,1 0 0,0-1 0,0 1 0,-1-1 0,1 1 0,0 0 0,0-1 0,0 1 0,0 0 0,0-1 0,0 1 0,0 0 0,0-1 0,0 1 0,0 0 0,0-1 0,0 1 0,1 0 0,-1-1 0,0 1 0,0-1 0,1 2 0,1 0 0,1 0 0,-1 0 0,0-1 0,0 1 0,1 0 0,-1-1 0,1 0 0,0 1 0,-1-1 0,1 0 0,0-1 0,0 1 0,-1 0 0,6 0 0,42 2 0,-2-7 0,-45 4 0,1-1 0,0 0 0,-1 0 0,1 0 0,-1 0 0,1-1 0,-1 1 0,0-1 0,0 0 0,6-4 0,-8 5 0,-1 1 0,1-1 0,-1 1 0,1 0 0,-1-1 0,0 1 0,1-1 0,-1 1 0,0-1 0,1 1 0,-1-1 0,0 0 0,0 1 0,1-1 0,-1 1 0,0-1 0,0 0 0,0 1 0,0-1 0,0 1 0,0-1 0,0 0 0,0 1 0,0-1 0,0 0 0,0 1 0,0-1 0,0 1 0,-1-1 0,1 0 0,0 0 0,-2 0 0,1-1 0,0 1 0,0-1 0,-1 1 0,1 0 0,-1-1 0,1 1 0,-1 0 0,0 0 0,-2-1 0,-4-2 0,-1 0 0,-19-5 0,23 8 0,-1-1 0,0 2 0,1-1 0,-1 1 0,0-1 0,1 2 0,-1-1 0,0 1 0,1-1 0,-1 2 0,-5 1 0,8-3 0,1 1 0,0 0 0,-1 0 0,1 0 0,0 1 0,0-1 0,0 0 0,0 1 0,0 0 0,0-1 0,1 1 0,-1 0 0,0 0 0,1 0 0,-1 0 0,1 0 0,0 0 0,0 0 0,0 0 0,0 1 0,0-1 0,0 0 0,1 1 0,-1-1 0,1 1 0,-1-1 0,1 0 0,0 4 0,0-2 0,1-1 0,0 1 0,-1-1 0,1 1 0,1-1 0,-1 1 0,0-1 0,1 0 0,0 1 0,-1-1 0,1 0 0,1 0 0,-1 0 0,0 0 0,1-1 0,-1 1 0,1-1 0,0 1 0,0-1 0,0 0 0,4 2 0,3 2 0,0-1 0,1 0 0,0 0 0,0-1 0,15 4 0,-14-6 0,0 0 0,0 0 0,1-1 0,-1 0 0,1-1 0,-1-1 0,20-3 0,-26 3 0,0 0 0,-1 0 0,1-1 0,0 0 0,-1 0 0,1 0 0,-1-1 0,0 0 0,0 0 0,0 0 0,0 0 0,-1-1 0,1 0 0,-1 0 0,0 0 0,0-1 0,0 1 0,3-7 0,-5 8 0,-1 0 0,1-1 0,-1 1 0,0-1 0,0 1 0,0-1 0,-1 1 0,1-1 0,-1 0 0,0 1 0,0-1 0,0 0 0,-1 1 0,1-1 0,-1 0 0,0 1 0,0-1 0,0 1 0,0-1 0,0 1 0,-1 0 0,0-1 0,-4-4 0,6 7 0,0 1 0,0 0 0,0 0 0,0 0 0,0 0 0,0 0 0,0 0 0,0-1 0,0 1 0,0 0 0,0 0 0,0 0 0,0 0 0,0 0 0,-1 0 0,1 0 0,0 0 0,0 0 0,0 0 0,0 0 0,0-1 0,0 1 0,0 0 0,-1 0 0,1 0 0,0 0 0,0 0 0,0 0 0,0 0 0,0 0 0,0 0 0,-1 0 0,1 0 0,0 0 0,0 0 0,0 0 0,0 0 0,0 0 0,0 0 0,0 0 0,-1 1 0,1-1 0,0 0 0,0 0 0,0 0 0,0 0 0,0 0 0,0 0 0,0 0 0,-1 9 0,5 10 0,-1-11 0,0 0 0,1-1 0,0 1 0,0-1 0,1 0 0,0 0 0,0-1 0,11 12 0,-14-17 0,-1 1 0,1-1 0,0 0 0,0 0 0,0 0 0,-1 0 0,1 0 0,0 0 0,0 0 0,0-1 0,0 1 0,1-1 0,-1 1 0,0-1 0,0 0 0,3 0 0,-3 0 0,1-1 0,-1 0 0,0 1 0,0-1 0,1 0 0,-1 0 0,0-1 0,0 1 0,0 0 0,0-1 0,0 1 0,-1-1 0,1 0 0,0 1 0,-1-1 0,1 0 0,-1 0 0,2-2 0,11-26 0,-8 53 0,5 21 0,19 48 0,-17-54 0,-1-1 0,7 45 0,-18-80 0,-1 1 0,0-1 0,1 1 0,-1-1 0,0 1 0,0-1 0,-1 1 0,1 0 0,0-1 0,-1 1 0,0-1 0,1 1 0,-1-1 0,0 0 0,0 1 0,0-1 0,-3 3 0,3-4 0,0 0 0,0 0 0,-1 0 0,1 0 0,-1 0 0,1 0 0,-1-1 0,1 1 0,-1-1 0,1 1 0,-1-1 0,1 1 0,-1-1 0,0 0 0,1 0 0,-1 1 0,0-1 0,1-1 0,-1 1 0,0 0 0,1 0 0,-1-1 0,0 1 0,1-1 0,-1 1 0,1-1 0,-3-1 0,-1 0 0,1 0 0,-1 0 0,1 0 0,0-1 0,0 1 0,0-1 0,0 0 0,1-1 0,-1 1 0,1-1 0,-1 1 0,1-1 0,1 0 0,-1 0 0,0 0 0,1-1 0,0 1 0,0-1 0,0 1 0,1-1 0,-1 0 0,1 1 0,0-1 0,1 0 0,-1 0 0,1 0 0,0 0 0,0 0 0,0 1 0,2-7 0,-1 0 0,1 1 0,0 0 0,1 1 0,1-1 0,-1 0 0,1 1 0,1 0 0,0 0 0,0 0 0,0 0 0,1 1 0,1 0 0,12-12 0,-14 15-124,1 0 0,-1 1 0,1 0 0,0 0 0,1 0 0,-1 1-1,1 0 1,-1 0 0,1 0 0,10-1 0,-1 1-6702</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5:23.331"/>
    </inkml:context>
    <inkml:brush xml:id="br0">
      <inkml:brushProperty name="width" value="0.05" units="cm"/>
      <inkml:brushProperty name="height" value="0.05" units="cm"/>
      <inkml:brushProperty name="color" value="#F6630D"/>
    </inkml:brush>
  </inkml:definitions>
  <inkml:trace contextRef="#ctx0" brushRef="#br0">0 18 23778,'10448'0'0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5:30.976"/>
    </inkml:context>
    <inkml:brush xml:id="br0">
      <inkml:brushProperty name="width" value="0.05" units="cm"/>
      <inkml:brushProperty name="height" value="0.05" units="cm"/>
      <inkml:brushProperty name="color" value="#F6630D"/>
    </inkml:brush>
  </inkml:definitions>
  <inkml:trace contextRef="#ctx0" brushRef="#br0">0 137 24575,'8'-3'0,"0"1"0,1 0 0,-1 0 0,0 1 0,1 0 0,-1 0 0,1 1 0,9 0 0,2 0 0,74-2 0,-20 2 0,0-4 0,83-14 0,235-40 0,-148 26 0,-209 27-682,68-1-1,-91 7-6143</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5:49.351"/>
    </inkml:context>
    <inkml:brush xml:id="br0">
      <inkml:brushProperty name="width" value="0.05" units="cm"/>
      <inkml:brushProperty name="height" value="0.05" units="cm"/>
      <inkml:brushProperty name="color" value="#F6630D"/>
    </inkml:brush>
  </inkml:definitions>
  <inkml:trace contextRef="#ctx0" brushRef="#br0">0 0 24145,'3002'137'0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8-14T04:25:52.134"/>
    </inkml:context>
    <inkml:brush xml:id="br0">
      <inkml:brushProperty name="width" value="0.05" units="cm"/>
      <inkml:brushProperty name="height" value="0.05" units="cm"/>
      <inkml:brushProperty name="color" value="#F6630D"/>
    </inkml:brush>
  </inkml:definitions>
  <inkml:trace contextRef="#ctx0" brushRef="#br0">1 6 24575,'13'0'0,"19"0"0,23 0 0,24 0 0,27 0 0,14 0 0,10 0 0,-7 0 0,-2 0 0,-15 0 0,-15 0 0,-19 0 0,-19 0 0,-14 0 0,-9-2 0,-8-2-8191</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4-14T13:39:48.605"/>
    </inkml:context>
    <inkml:brush xml:id="br0">
      <inkml:brushProperty name="width" value="0.05" units="cm"/>
      <inkml:brushProperty name="height" value="0.05" units="cm"/>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D976A73D-237B-4034-AB8C-962174A8D351}" type="datetimeFigureOut">
              <a:rPr lang="en-US" smtClean="0"/>
              <a:t>8/14/2025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1123B04-A11E-4ECA-8C2F-B25EF2142BD0}" type="slidenum">
              <a:rPr lang="en-US" smtClean="0"/>
              <a:t>‹#›</a:t>
            </a:fld>
            <a:endParaRPr lang="en-US"/>
          </a:p>
        </p:txBody>
      </p:sp>
    </p:spTree>
    <p:extLst>
      <p:ext uri="{BB962C8B-B14F-4D97-AF65-F5344CB8AC3E}">
        <p14:creationId xmlns:p14="http://schemas.microsoft.com/office/powerpoint/2010/main" val="1468142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B1123B04-A11E-4ECA-8C2F-B25EF2142BD0}" type="slidenum">
              <a:rPr lang="en-US" smtClean="0"/>
              <a:t>1</a:t>
            </a:fld>
            <a:endParaRPr lang="en-US"/>
          </a:p>
        </p:txBody>
      </p:sp>
    </p:spTree>
    <p:extLst>
      <p:ext uri="{BB962C8B-B14F-4D97-AF65-F5344CB8AC3E}">
        <p14:creationId xmlns:p14="http://schemas.microsoft.com/office/powerpoint/2010/main" val="12192589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1218987" rtl="0" eaLnBrk="1" fontAlgn="auto" latinLnBrk="0" hangingPunct="1">
              <a:lnSpc>
                <a:spcPct val="100000"/>
              </a:lnSpc>
              <a:spcBef>
                <a:spcPts val="0"/>
              </a:spcBef>
              <a:spcAft>
                <a:spcPts val="0"/>
              </a:spcAft>
              <a:buClrTx/>
              <a:buSzTx/>
              <a:buFontTx/>
              <a:buNone/>
              <a:tabLst/>
              <a:defRPr/>
            </a:pPr>
            <a:fld id="{66B8D726-D0BC-B240-A677-46F99704B744}"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1218987"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2538230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slideMaster" Target="../slideMasters/slideMaster1.xml"/><Relationship Id="rId1" Type="http://schemas.openxmlformats.org/officeDocument/2006/relationships/themeOverride" Target="../theme/themeOverride1.xml"/><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2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76600" y="1123950"/>
            <a:ext cx="5257800" cy="533400"/>
          </a:xfrm>
          <a:prstGeom prst="rect">
            <a:avLst/>
          </a:prstGeom>
        </p:spPr>
        <p:txBody>
          <a:bodyPr vert="horz" lIns="91440" tIns="45720" rIns="91440" bIns="45720" rtlCol="0" anchor="ctr">
            <a:noAutofit/>
          </a:bodyPr>
          <a:lstStyle>
            <a:lvl1pPr algn="r">
              <a:defRPr lang="en-US" sz="3600" dirty="0"/>
            </a:lvl1pPr>
          </a:lstStyle>
          <a:p>
            <a:pPr lvl="0"/>
            <a:r>
              <a:rPr lang="en-US" dirty="0"/>
              <a:t>Click to edit title</a:t>
            </a:r>
          </a:p>
        </p:txBody>
      </p:sp>
      <p:sp>
        <p:nvSpPr>
          <p:cNvPr id="3" name="Subtitle 2"/>
          <p:cNvSpPr>
            <a:spLocks noGrp="1"/>
          </p:cNvSpPr>
          <p:nvPr>
            <p:ph type="subTitle" idx="1"/>
          </p:nvPr>
        </p:nvSpPr>
        <p:spPr>
          <a:xfrm>
            <a:off x="3276600" y="1657350"/>
            <a:ext cx="5257800" cy="914400"/>
          </a:xfrm>
        </p:spPr>
        <p:txBody>
          <a:bodyPr/>
          <a:lstStyle>
            <a:lvl1pPr marL="0" indent="0" algn="r">
              <a:buNone/>
              <a:defRPr>
                <a:solidFill>
                  <a:schemeClr val="bg1">
                    <a:lumMod val="50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BA5CE939-B381-3A45-13A6-F58CC000B48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642741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457200" y="4767263"/>
            <a:ext cx="2133600" cy="273844"/>
          </a:xfrm>
        </p:spPr>
        <p:txBody>
          <a:bodyPr/>
          <a:lstStyle>
            <a:lvl1pPr algn="l">
              <a:defRPr/>
            </a:lvl1pPr>
          </a:lstStyle>
          <a:p>
            <a:fld id="{B6F15528-21DE-4FAA-801E-634DDDAF4B2B}" type="slidenum">
              <a:rPr lang="en-US" smtClean="0"/>
              <a:pPr/>
              <a:t>‹#›</a:t>
            </a:fld>
            <a:endParaRPr lang="en-US"/>
          </a:p>
        </p:txBody>
      </p:sp>
      <p:sp>
        <p:nvSpPr>
          <p:cNvPr id="8"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BE9035D6-1EB0-67FD-788E-258B941A5BB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722313" y="3305176"/>
            <a:ext cx="7772400" cy="1021556"/>
          </a:xfrm>
          <a:prstGeom prst="rect">
            <a:avLst/>
          </a:prstGeom>
        </p:spPr>
        <p:txBody>
          <a:bodyPr anchor="t"/>
          <a:lstStyle>
            <a:lvl1pPr algn="l">
              <a:defRPr sz="3200" b="1" cap="none"/>
            </a:lvl1pPr>
          </a:lstStyle>
          <a:p>
            <a:r>
              <a:rPr lang="en-US"/>
              <a:t>Click to edit title style</a:t>
            </a:r>
            <a:endParaRPr lang="en-US" dirty="0"/>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a:xfrm>
            <a:off x="228600" y="4767263"/>
            <a:ext cx="2133600" cy="273844"/>
          </a:xfrm>
        </p:spPr>
        <p:txBody>
          <a:bodyPr/>
          <a:lstStyle>
            <a:lvl1pPr algn="l">
              <a:defRPr/>
            </a:lvl1p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19859E39-C1F4-F452-A609-81C93B9864E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57200" y="57150"/>
            <a:ext cx="8229600" cy="6096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40386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4648200" y="971550"/>
            <a:ext cx="4038600" cy="3657600"/>
          </a:xfrm>
        </p:spPr>
        <p:txBody>
          <a:bodyPr>
            <a:normAutofit/>
          </a:bodyPr>
          <a:lstStyle>
            <a:lvl1pPr marL="0" inden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8"/>
          <p:cNvSpPr>
            <a:spLocks noGrp="1"/>
          </p:cNvSpPr>
          <p:nvPr>
            <p:ph sz="quarter" idx="15"/>
          </p:nvPr>
        </p:nvSpPr>
        <p:spPr>
          <a:xfrm>
            <a:off x="60198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5FDBF0D3-6CF9-4440-94E9-AA4A742169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5756757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Two Content">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4572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8"/>
          <p:cNvSpPr>
            <a:spLocks noGrp="1"/>
          </p:cNvSpPr>
          <p:nvPr>
            <p:ph sz="quarter" idx="14"/>
          </p:nvPr>
        </p:nvSpPr>
        <p:spPr>
          <a:xfrm>
            <a:off x="3238500" y="971550"/>
            <a:ext cx="2667000" cy="3657600"/>
          </a:xfrm>
        </p:spPr>
        <p:txBody>
          <a:bodyPr>
            <a:normAutofit/>
          </a:bodyPr>
          <a:lstStyle>
            <a:lvl1pPr marL="0" indent="0">
              <a:buFont typeface="Arial" pitchFamily="34" charset="0"/>
              <a:buNone/>
              <a:defRPr sz="1400"/>
            </a:lvl1pPr>
            <a:lvl2pPr>
              <a:defRPr sz="1200"/>
            </a:lvl2pPr>
            <a:lvl3pPr>
              <a:defRPr sz="1100"/>
            </a:lvl3pPr>
            <a:lvl4pPr>
              <a:defRPr sz="11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CB3935A3-C998-9B3D-079E-B7BC7E8C2A3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3539502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4" name="Footer Placeholder 3"/>
          <p:cNvSpPr>
            <a:spLocks noGrp="1"/>
          </p:cNvSpPr>
          <p:nvPr>
            <p:ph type="ftr" sz="quarter" idx="11"/>
          </p:nvPr>
        </p:nvSpPr>
        <p:spPr/>
        <p:txBody>
          <a:bodyPr/>
          <a:lstStyle/>
          <a:p>
            <a:r>
              <a:rPr lang="en-US" dirty="0"/>
              <a:t>www.anubhavtrainings.com</a:t>
            </a:r>
          </a:p>
        </p:txBody>
      </p:sp>
      <p:sp>
        <p:nvSpPr>
          <p:cNvPr id="5" name="Slide Number Placeholder 4"/>
          <p:cNvSpPr>
            <a:spLocks noGrp="1"/>
          </p:cNvSpPr>
          <p:nvPr>
            <p:ph type="sldNum" sz="quarter" idx="12"/>
          </p:nvPr>
        </p:nvSpPr>
        <p:spPr>
          <a:xfrm>
            <a:off x="152400" y="4781550"/>
            <a:ext cx="2133600" cy="273844"/>
          </a:xfrm>
        </p:spPr>
        <p:txBody>
          <a:bodyPr/>
          <a:lstStyle>
            <a:lvl1pPr algn="l">
              <a:defRPr/>
            </a:lvl1pPr>
          </a:lstStyle>
          <a:p>
            <a:fld id="{B6F15528-21DE-4FAA-801E-634DDDAF4B2B}" type="slidenum">
              <a:rPr lang="en-US" smtClean="0"/>
              <a:pPr/>
              <a:t>‹#›</a:t>
            </a:fld>
            <a:endParaRPr lang="en-US"/>
          </a:p>
        </p:txBody>
      </p:sp>
      <p:sp>
        <p:nvSpPr>
          <p:cNvPr id="6" name="Title 1"/>
          <p:cNvSpPr>
            <a:spLocks noGrp="1"/>
          </p:cNvSpPr>
          <p:nvPr>
            <p:ph type="title" hasCustomPrompt="1"/>
          </p:nvPr>
        </p:nvSpPr>
        <p:spPr>
          <a:xfrm>
            <a:off x="166577" y="209550"/>
            <a:ext cx="8229600" cy="533401"/>
          </a:xfrm>
          <a:prstGeom prst="rect">
            <a:avLst/>
          </a:prstGeom>
        </p:spPr>
        <p:txBody>
          <a:bodyPr/>
          <a:lstStyle>
            <a:lvl1pPr>
              <a:defRPr sz="2600">
                <a:gradFill>
                  <a:gsLst>
                    <a:gs pos="0">
                      <a:srgbClr val="002060"/>
                    </a:gs>
                    <a:gs pos="100000">
                      <a:srgbClr val="0070C0"/>
                    </a:gs>
                  </a:gsLst>
                  <a:lin ang="5400000" scaled="0"/>
                </a:gradFill>
                <a:latin typeface="Cooper Black" panose="0208090404030B020404" pitchFamily="18" charset="0"/>
              </a:defRPr>
            </a:lvl1pPr>
          </a:lstStyle>
          <a:p>
            <a:r>
              <a:rPr lang="en-US" dirty="0"/>
              <a:t>Click to edit title style</a:t>
            </a:r>
          </a:p>
        </p:txBody>
      </p:sp>
      <p:pic>
        <p:nvPicPr>
          <p:cNvPr id="8" name="Picture 7" descr="A yellow circle with black letters and a black background&#10;&#10;Description automatically generated">
            <a:extLst>
              <a:ext uri="{FF2B5EF4-FFF2-40B4-BE49-F238E27FC236}">
                <a16:creationId xmlns:a16="http://schemas.microsoft.com/office/drawing/2014/main" id="{547D5447-D822-E114-D105-30608DBB5E2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610600" y="57150"/>
            <a:ext cx="493786" cy="487715"/>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p:cNvSpPr>
            <a:spLocks noGrp="1"/>
          </p:cNvSpPr>
          <p:nvPr>
            <p:ph type="ftr" sz="quarter" idx="11"/>
          </p:nvPr>
        </p:nvSpPr>
        <p:spPr/>
        <p:txBody>
          <a:bodyPr/>
          <a:lstStyle/>
          <a:p>
            <a:r>
              <a:rPr lang="en-US" dirty="0"/>
              <a:t>www.anubhavtrainings.com</a:t>
            </a:r>
          </a:p>
        </p:txBody>
      </p:sp>
      <p:sp>
        <p:nvSpPr>
          <p:cNvPr id="4" name="Slide Number Placeholder 3"/>
          <p:cNvSpPr>
            <a:spLocks noGrp="1"/>
          </p:cNvSpPr>
          <p:nvPr>
            <p:ph type="sldNum" sz="quarter" idx="12"/>
          </p:nvPr>
        </p:nvSpPr>
        <p:spPr>
          <a:xfrm>
            <a:off x="152400" y="4767263"/>
            <a:ext cx="2133600" cy="273844"/>
          </a:xfrm>
        </p:spPr>
        <p:txBody>
          <a:bodyPr/>
          <a:lstStyle>
            <a:lvl1pPr algn="l">
              <a:defRPr/>
            </a:lvl1pPr>
          </a:lstStyle>
          <a:p>
            <a:fld id="{B6F15528-21DE-4FAA-801E-634DDDAF4B2B}" type="slidenum">
              <a:rPr lang="en-US" smtClean="0"/>
              <a:pPr/>
              <a:t>‹#›</a:t>
            </a:fld>
            <a:endParaRPr lang="en-US"/>
          </a:p>
        </p:txBody>
      </p:sp>
      <p:pic>
        <p:nvPicPr>
          <p:cNvPr id="5" name="Picture 4" descr="A yellow circle with black letters and a black background&#10;&#10;Description automatically generated">
            <a:extLst>
              <a:ext uri="{FF2B5EF4-FFF2-40B4-BE49-F238E27FC236}">
                <a16:creationId xmlns:a16="http://schemas.microsoft.com/office/drawing/2014/main" id="{BFC459EA-C247-C5E7-6491-AEF2B5F94E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819150"/>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819150"/>
            <a:ext cx="5111750" cy="3775473"/>
          </a:xfrm>
        </p:spPr>
        <p:txBody>
          <a:bodyPr>
            <a:normAutofit/>
          </a:bodyPr>
          <a:lstStyle>
            <a:lvl1pPr>
              <a:defRPr sz="24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733550"/>
            <a:ext cx="3008313" cy="286107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40C7AE83-204E-A484-7237-A7EA3EBC4DA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895349"/>
            <a:ext cx="5486400" cy="265033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pic>
        <p:nvPicPr>
          <p:cNvPr id="8" name="Picture 7" descr="A yellow circle with black letters and a black background&#10;&#10;Description automatically generated">
            <a:extLst>
              <a:ext uri="{FF2B5EF4-FFF2-40B4-BE49-F238E27FC236}">
                <a16:creationId xmlns:a16="http://schemas.microsoft.com/office/drawing/2014/main" id="{23DAEE89-C03B-1705-0782-CE3B90349A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
        <p:nvSpPr>
          <p:cNvPr id="7" name="Title 1"/>
          <p:cNvSpPr>
            <a:spLocks noGrp="1"/>
          </p:cNvSpPr>
          <p:nvPr>
            <p:ph type="title" hasCustomPrompt="1"/>
          </p:nvPr>
        </p:nvSpPr>
        <p:spPr>
          <a:xfrm>
            <a:off x="457200" y="438150"/>
            <a:ext cx="8229600" cy="533401"/>
          </a:xfrm>
          <a:prstGeom prst="rect">
            <a:avLst/>
          </a:prstGeom>
        </p:spPr>
        <p:txBody>
          <a:bodyPr/>
          <a:lstStyle>
            <a:lvl1pPr>
              <a:defRPr sz="2800">
                <a:gradFill>
                  <a:gsLst>
                    <a:gs pos="0">
                      <a:srgbClr val="002060"/>
                    </a:gs>
                    <a:gs pos="100000">
                      <a:srgbClr val="0070C0"/>
                    </a:gs>
                  </a:gsLst>
                  <a:lin ang="5400000" scaled="0"/>
                </a:gradFill>
              </a:defRPr>
            </a:lvl1pPr>
          </a:lstStyle>
          <a:p>
            <a:r>
              <a:rPr lang="en-US" dirty="0"/>
              <a:t>Click to edit title style</a:t>
            </a:r>
          </a:p>
        </p:txBody>
      </p:sp>
      <p:pic>
        <p:nvPicPr>
          <p:cNvPr id="2" name="Picture 1" descr="A yellow circle with black letters and a black background&#10;&#10;Description automatically generated">
            <a:extLst>
              <a:ext uri="{FF2B5EF4-FFF2-40B4-BE49-F238E27FC236}">
                <a16:creationId xmlns:a16="http://schemas.microsoft.com/office/drawing/2014/main" id="{FDBE062A-C013-A203-17DC-F9C61DBF2E3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hasCustomPrompt="1"/>
          </p:nvPr>
        </p:nvSpPr>
        <p:spPr>
          <a:xfrm>
            <a:off x="6629400" y="1047749"/>
            <a:ext cx="2057400" cy="3546873"/>
          </a:xfrm>
          <a:prstGeom prst="rect">
            <a:avLst/>
          </a:prstGeom>
        </p:spPr>
        <p:txBody>
          <a:bodyPr vert="eaVert"/>
          <a:lstStyle/>
          <a:p>
            <a:r>
              <a:rPr lang="en-US" dirty="0"/>
              <a:t>Click to edit title style</a:t>
            </a:r>
          </a:p>
        </p:txBody>
      </p:sp>
      <p:sp>
        <p:nvSpPr>
          <p:cNvPr id="3" name="Vertical Text Placeholder 2"/>
          <p:cNvSpPr>
            <a:spLocks noGrp="1"/>
          </p:cNvSpPr>
          <p:nvPr>
            <p:ph type="body" orient="vert" idx="1"/>
          </p:nvPr>
        </p:nvSpPr>
        <p:spPr>
          <a:xfrm>
            <a:off x="457200" y="1047749"/>
            <a:ext cx="6019800" cy="354687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11"/>
          </p:nvPr>
        </p:nvSpPr>
        <p:spPr/>
        <p:txBody>
          <a:bodyPr/>
          <a:lstStyle/>
          <a:p>
            <a:r>
              <a:rPr lang="en-US" dirty="0"/>
              <a:t>www.anubhavtrainings.com</a:t>
            </a:r>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pic>
        <p:nvPicPr>
          <p:cNvPr id="7" name="Picture 6" descr="A yellow circle with black letters and a black background&#10;&#10;Description automatically generated">
            <a:extLst>
              <a:ext uri="{FF2B5EF4-FFF2-40B4-BE49-F238E27FC236}">
                <a16:creationId xmlns:a16="http://schemas.microsoft.com/office/drawing/2014/main" id="{CA6DBE16-F08A-6A41-329C-56621EE53684}"/>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3">
            <a:lum/>
          </a:blip>
          <a:srcRect/>
          <a:stretch>
            <a:fillRect b="-20000"/>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457200" y="1352550"/>
            <a:ext cx="8229600" cy="1295400"/>
          </a:xfrm>
          <a:prstGeom prst="rect">
            <a:avLst/>
          </a:prstGeom>
        </p:spPr>
        <p:txBody>
          <a:bodyPr/>
          <a:lstStyle>
            <a:lvl1pPr algn="l">
              <a:defRPr sz="6000" b="1">
                <a:gradFill flip="none" rotWithShape="1">
                  <a:gsLst>
                    <a:gs pos="0">
                      <a:srgbClr val="0070C0"/>
                    </a:gs>
                    <a:gs pos="100000">
                      <a:srgbClr val="00B0F0"/>
                    </a:gs>
                  </a:gsLst>
                  <a:lin ang="16200000" scaled="1"/>
                  <a:tileRect/>
                </a:gradFill>
                <a:effectLst/>
              </a:defRPr>
            </a:lvl1pPr>
          </a:lstStyle>
          <a:p>
            <a:r>
              <a:rPr lang="en-US"/>
              <a:t>Thank You</a:t>
            </a:r>
            <a:endParaRPr lang="en-US" dirty="0"/>
          </a:p>
        </p:txBody>
      </p:sp>
      <p:sp>
        <p:nvSpPr>
          <p:cNvPr id="3" name="Subtitle 2"/>
          <p:cNvSpPr>
            <a:spLocks noGrp="1"/>
          </p:cNvSpPr>
          <p:nvPr>
            <p:ph type="subTitle" idx="1" hasCustomPrompt="1"/>
          </p:nvPr>
        </p:nvSpPr>
        <p:spPr>
          <a:xfrm>
            <a:off x="457200" y="2647950"/>
            <a:ext cx="8229600" cy="914400"/>
          </a:xfrm>
        </p:spPr>
        <p:txBody>
          <a:bodyPr/>
          <a:lstStyle>
            <a:lvl1pPr marL="0" indent="0" algn="l">
              <a:buNone/>
              <a:defRPr>
                <a:solidFill>
                  <a:schemeClr val="tx1">
                    <a:lumMod val="85000"/>
                    <a:lumOff val="15000"/>
                  </a:schemeClr>
                </a:solidFill>
                <a:effectLs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Contact Information</a:t>
            </a:r>
            <a:endParaRPr lang="en-US" dirty="0"/>
          </a:p>
        </p:txBody>
      </p:sp>
      <p:pic>
        <p:nvPicPr>
          <p:cNvPr id="4" name="Picture 3" descr="A yellow circle with black letters and a black background&#10;&#10;Description automatically generated">
            <a:extLst>
              <a:ext uri="{FF2B5EF4-FFF2-40B4-BE49-F238E27FC236}">
                <a16:creationId xmlns:a16="http://schemas.microsoft.com/office/drawing/2014/main" id="{624E307F-BC23-D6AD-3DDE-45757A637AC3}"/>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8534400" y="133350"/>
            <a:ext cx="548721" cy="541974"/>
          </a:xfrm>
          <a:prstGeom prst="rect">
            <a:avLst/>
          </a:prstGeom>
        </p:spPr>
      </p:pic>
    </p:spTree>
    <p:extLst>
      <p:ext uri="{BB962C8B-B14F-4D97-AF65-F5344CB8AC3E}">
        <p14:creationId xmlns:p14="http://schemas.microsoft.com/office/powerpoint/2010/main" val="2338062753"/>
      </p:ext>
    </p:extLst>
  </p:cSld>
  <p:clrMapOvr>
    <a:overrideClrMapping bg1="lt1" tx1="dk1" bg2="lt2" tx2="dk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0"/>
            <a:ext cx="9144000" cy="5143499"/>
          </a:xfrm>
          <a:prstGeom prst="rect">
            <a:avLst/>
          </a:prstGeom>
          <a:solidFill>
            <a:schemeClr val="bg1">
              <a:lumMod val="95000"/>
            </a:schemeClr>
          </a:solidFill>
        </p:spPr>
        <p:txBody>
          <a:bodyPr anchor="ctr"/>
          <a:lstStyle>
            <a:lvl1pPr marL="0" indent="0" algn="ctr">
              <a:buNone/>
              <a:defRPr sz="1200" baseline="0">
                <a:solidFill>
                  <a:schemeClr val="tx1">
                    <a:lumMod val="75000"/>
                    <a:lumOff val="25000"/>
                  </a:schemeClr>
                </a:solidFill>
                <a:latin typeface="+mn-lt"/>
                <a:cs typeface="Arial" pitchFamily="34" charset="0"/>
              </a:defRPr>
            </a:lvl1pPr>
            <a:lvl2pPr marL="456949" indent="0">
              <a:buNone/>
              <a:defRPr sz="2799"/>
            </a:lvl2pPr>
            <a:lvl3pPr marL="913897" indent="0">
              <a:buNone/>
              <a:defRPr sz="2399"/>
            </a:lvl3pPr>
            <a:lvl4pPr marL="1370846" indent="0">
              <a:buNone/>
              <a:defRPr sz="1999"/>
            </a:lvl4pPr>
            <a:lvl5pPr marL="1827795" indent="0">
              <a:buNone/>
              <a:defRPr sz="1999"/>
            </a:lvl5pPr>
            <a:lvl6pPr marL="2284743" indent="0">
              <a:buNone/>
              <a:defRPr sz="1999"/>
            </a:lvl6pPr>
            <a:lvl7pPr marL="2741692" indent="0">
              <a:buNone/>
              <a:defRPr sz="1999"/>
            </a:lvl7pPr>
            <a:lvl8pPr marL="3198640" indent="0">
              <a:buNone/>
              <a:defRPr sz="1999"/>
            </a:lvl8pPr>
            <a:lvl9pPr marL="3655589" indent="0">
              <a:buNone/>
              <a:defRPr sz="1999"/>
            </a:lvl9pPr>
          </a:lstStyle>
          <a:p>
            <a:r>
              <a:rPr lang="en-US" altLang="ko-KR" dirty="0"/>
              <a:t>Insert Your Image</a:t>
            </a:r>
            <a:endParaRPr lang="ko-KR" altLang="en-US" dirty="0"/>
          </a:p>
        </p:txBody>
      </p:sp>
    </p:spTree>
    <p:extLst>
      <p:ext uri="{BB962C8B-B14F-4D97-AF65-F5344CB8AC3E}">
        <p14:creationId xmlns:p14="http://schemas.microsoft.com/office/powerpoint/2010/main" val="1563480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9144000" cy="2571751"/>
          </a:xfrm>
          <a:prstGeom prst="rect">
            <a:avLst/>
          </a:prstGeom>
          <a:solidFill>
            <a:schemeClr val="bg1">
              <a:lumMod val="95000"/>
            </a:schemeClr>
          </a:solidFill>
        </p:spPr>
        <p:txBody>
          <a:bodyPr>
            <a:normAutofit/>
          </a:bodyPr>
          <a:lstStyle>
            <a:lvl1pPr>
              <a:defRPr sz="788"/>
            </a:lvl1pPr>
          </a:lstStyle>
          <a:p>
            <a:endParaRPr lang="en-US" dirty="0"/>
          </a:p>
        </p:txBody>
      </p:sp>
    </p:spTree>
    <p:extLst>
      <p:ext uri="{BB962C8B-B14F-4D97-AF65-F5344CB8AC3E}">
        <p14:creationId xmlns:p14="http://schemas.microsoft.com/office/powerpoint/2010/main" val="1695279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971550"/>
            <a:ext cx="8229600" cy="362307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defRPr>
            </a:lvl1pPr>
          </a:lstStyle>
          <a:p>
            <a:fld id="{940CB006-912F-44E1-9560-9CBFEBE946EF}" type="datetime4">
              <a:rPr lang="en-US" smtClean="0"/>
              <a:t>August 14, 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slidemodel.com</a:t>
            </a:r>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76" r:id="rId1"/>
    <p:sldLayoutId id="2147483650" r:id="rId2"/>
    <p:sldLayoutId id="2147483651" r:id="rId3"/>
    <p:sldLayoutId id="2147483652" r:id="rId4"/>
    <p:sldLayoutId id="2147483672" r:id="rId5"/>
    <p:sldLayoutId id="2147483673" r:id="rId6"/>
    <p:sldLayoutId id="2147483654" r:id="rId7"/>
    <p:sldLayoutId id="2147483655" r:id="rId8"/>
    <p:sldLayoutId id="2147483656" r:id="rId9"/>
    <p:sldLayoutId id="2147483657" r:id="rId10"/>
    <p:sldLayoutId id="2147483658" r:id="rId11"/>
    <p:sldLayoutId id="2147483659" r:id="rId12"/>
    <p:sldLayoutId id="2147483675" r:id="rId13"/>
    <p:sldLayoutId id="2147483687" r:id="rId14"/>
    <p:sldLayoutId id="2147483688" r:id="rId15"/>
  </p:sldLayoutIdLst>
  <p:hf hdr="0"/>
  <p:txStyles>
    <p:titleStyle>
      <a:lvl1pPr algn="l" defTabSz="914400" rtl="0" eaLnBrk="1" latinLnBrk="0" hangingPunct="1">
        <a:spcBef>
          <a:spcPct val="0"/>
        </a:spcBef>
        <a:buNone/>
        <a:defRPr lang="en-US" sz="2800" b="1" kern="1200" dirty="0">
          <a:gradFill flip="none" rotWithShape="1">
            <a:gsLst>
              <a:gs pos="0">
                <a:srgbClr val="26588D"/>
              </a:gs>
              <a:gs pos="100000">
                <a:srgbClr val="4197C6"/>
              </a:gs>
            </a:gsLst>
            <a:lin ang="16200000" scaled="1"/>
            <a:tileRect/>
          </a:gradFill>
          <a:latin typeface="Arial" pitchFamily="34" charset="0"/>
          <a:ea typeface="+mj-ea"/>
          <a:cs typeface="Arial"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17" Type="http://schemas.openxmlformats.org/officeDocument/2006/relationships/image" Target="../media/image64.png"/><Relationship Id="rId299" Type="http://schemas.openxmlformats.org/officeDocument/2006/relationships/image" Target="../media/image155.png"/><Relationship Id="rId21" Type="http://schemas.openxmlformats.org/officeDocument/2006/relationships/image" Target="../media/image16.png"/><Relationship Id="rId63" Type="http://schemas.openxmlformats.org/officeDocument/2006/relationships/image" Target="../media/image37.png"/><Relationship Id="rId159" Type="http://schemas.openxmlformats.org/officeDocument/2006/relationships/image" Target="../media/image85.png"/><Relationship Id="rId324" Type="http://schemas.openxmlformats.org/officeDocument/2006/relationships/customXml" Target="../ink/ink162.xml"/><Relationship Id="rId366" Type="http://schemas.openxmlformats.org/officeDocument/2006/relationships/customXml" Target="../ink/ink183.xml"/><Relationship Id="rId170" Type="http://schemas.openxmlformats.org/officeDocument/2006/relationships/customXml" Target="../ink/ink85.xml"/><Relationship Id="rId226" Type="http://schemas.openxmlformats.org/officeDocument/2006/relationships/customXml" Target="../ink/ink113.xml"/><Relationship Id="rId268" Type="http://schemas.openxmlformats.org/officeDocument/2006/relationships/customXml" Target="../ink/ink134.xml"/><Relationship Id="rId32" Type="http://schemas.openxmlformats.org/officeDocument/2006/relationships/customXml" Target="../ink/ink16.xml"/><Relationship Id="rId74" Type="http://schemas.openxmlformats.org/officeDocument/2006/relationships/customXml" Target="../ink/ink37.xml"/><Relationship Id="rId128" Type="http://schemas.openxmlformats.org/officeDocument/2006/relationships/customXml" Target="../ink/ink64.xml"/><Relationship Id="rId335" Type="http://schemas.openxmlformats.org/officeDocument/2006/relationships/image" Target="../media/image173.png"/><Relationship Id="rId377" Type="http://schemas.openxmlformats.org/officeDocument/2006/relationships/image" Target="../media/image194.png"/><Relationship Id="rId5" Type="http://schemas.openxmlformats.org/officeDocument/2006/relationships/image" Target="../media/image8.png"/><Relationship Id="rId181" Type="http://schemas.openxmlformats.org/officeDocument/2006/relationships/image" Target="../media/image96.png"/><Relationship Id="rId237" Type="http://schemas.openxmlformats.org/officeDocument/2006/relationships/image" Target="../media/image124.png"/><Relationship Id="rId279" Type="http://schemas.openxmlformats.org/officeDocument/2006/relationships/image" Target="../media/image145.png"/><Relationship Id="rId43" Type="http://schemas.openxmlformats.org/officeDocument/2006/relationships/image" Target="../media/image27.png"/><Relationship Id="rId139" Type="http://schemas.openxmlformats.org/officeDocument/2006/relationships/image" Target="../media/image75.png"/><Relationship Id="rId290" Type="http://schemas.openxmlformats.org/officeDocument/2006/relationships/customXml" Target="../ink/ink145.xml"/><Relationship Id="rId304" Type="http://schemas.openxmlformats.org/officeDocument/2006/relationships/customXml" Target="../ink/ink152.xml"/><Relationship Id="rId346" Type="http://schemas.openxmlformats.org/officeDocument/2006/relationships/customXml" Target="../ink/ink173.xml"/><Relationship Id="rId85" Type="http://schemas.openxmlformats.org/officeDocument/2006/relationships/image" Target="../media/image48.png"/><Relationship Id="rId150" Type="http://schemas.openxmlformats.org/officeDocument/2006/relationships/customXml" Target="../ink/ink75.xml"/><Relationship Id="rId192" Type="http://schemas.openxmlformats.org/officeDocument/2006/relationships/customXml" Target="../ink/ink96.xml"/><Relationship Id="rId206" Type="http://schemas.openxmlformats.org/officeDocument/2006/relationships/customXml" Target="../ink/ink103.xml"/><Relationship Id="rId248" Type="http://schemas.openxmlformats.org/officeDocument/2006/relationships/customXml" Target="../ink/ink124.xml"/><Relationship Id="rId12" Type="http://schemas.openxmlformats.org/officeDocument/2006/relationships/customXml" Target="../ink/ink6.xml"/><Relationship Id="rId108" Type="http://schemas.openxmlformats.org/officeDocument/2006/relationships/customXml" Target="../ink/ink54.xml"/><Relationship Id="rId315" Type="http://schemas.openxmlformats.org/officeDocument/2006/relationships/image" Target="../media/image163.png"/><Relationship Id="rId357" Type="http://schemas.openxmlformats.org/officeDocument/2006/relationships/image" Target="../media/image184.png"/><Relationship Id="rId54" Type="http://schemas.openxmlformats.org/officeDocument/2006/relationships/customXml" Target="../ink/ink27.xml"/><Relationship Id="rId96" Type="http://schemas.openxmlformats.org/officeDocument/2006/relationships/customXml" Target="../ink/ink48.xml"/><Relationship Id="rId161" Type="http://schemas.openxmlformats.org/officeDocument/2006/relationships/image" Target="../media/image86.png"/><Relationship Id="rId217" Type="http://schemas.openxmlformats.org/officeDocument/2006/relationships/image" Target="../media/image114.png"/><Relationship Id="rId259" Type="http://schemas.openxmlformats.org/officeDocument/2006/relationships/image" Target="../media/image135.png"/><Relationship Id="rId23" Type="http://schemas.openxmlformats.org/officeDocument/2006/relationships/image" Target="../media/image17.png"/><Relationship Id="rId119" Type="http://schemas.openxmlformats.org/officeDocument/2006/relationships/image" Target="../media/image65.png"/><Relationship Id="rId270" Type="http://schemas.openxmlformats.org/officeDocument/2006/relationships/customXml" Target="../ink/ink135.xml"/><Relationship Id="rId326" Type="http://schemas.openxmlformats.org/officeDocument/2006/relationships/customXml" Target="../ink/ink163.xml"/><Relationship Id="rId65" Type="http://schemas.openxmlformats.org/officeDocument/2006/relationships/image" Target="../media/image38.png"/><Relationship Id="rId130" Type="http://schemas.openxmlformats.org/officeDocument/2006/relationships/customXml" Target="../ink/ink65.xml"/><Relationship Id="rId368" Type="http://schemas.openxmlformats.org/officeDocument/2006/relationships/customXml" Target="../ink/ink184.xml"/><Relationship Id="rId172" Type="http://schemas.openxmlformats.org/officeDocument/2006/relationships/customXml" Target="../ink/ink86.xml"/><Relationship Id="rId228" Type="http://schemas.openxmlformats.org/officeDocument/2006/relationships/customXml" Target="../ink/ink114.xml"/><Relationship Id="rId281" Type="http://schemas.openxmlformats.org/officeDocument/2006/relationships/image" Target="../media/image146.png"/><Relationship Id="rId337" Type="http://schemas.openxmlformats.org/officeDocument/2006/relationships/image" Target="../media/image174.png"/><Relationship Id="rId34" Type="http://schemas.openxmlformats.org/officeDocument/2006/relationships/customXml" Target="../ink/ink17.xml"/><Relationship Id="rId76" Type="http://schemas.openxmlformats.org/officeDocument/2006/relationships/customXml" Target="../ink/ink38.xml"/><Relationship Id="rId141" Type="http://schemas.openxmlformats.org/officeDocument/2006/relationships/image" Target="../media/image76.png"/><Relationship Id="rId379" Type="http://schemas.openxmlformats.org/officeDocument/2006/relationships/image" Target="../media/image195.png"/><Relationship Id="rId7" Type="http://schemas.openxmlformats.org/officeDocument/2006/relationships/image" Target="../media/image9.png"/><Relationship Id="rId183" Type="http://schemas.openxmlformats.org/officeDocument/2006/relationships/image" Target="../media/image97.png"/><Relationship Id="rId239" Type="http://schemas.openxmlformats.org/officeDocument/2006/relationships/image" Target="../media/image125.png"/><Relationship Id="rId250" Type="http://schemas.openxmlformats.org/officeDocument/2006/relationships/customXml" Target="../ink/ink125.xml"/><Relationship Id="rId292" Type="http://schemas.openxmlformats.org/officeDocument/2006/relationships/customXml" Target="../ink/ink146.xml"/><Relationship Id="rId306" Type="http://schemas.openxmlformats.org/officeDocument/2006/relationships/customXml" Target="../ink/ink153.xml"/><Relationship Id="rId45" Type="http://schemas.openxmlformats.org/officeDocument/2006/relationships/image" Target="../media/image28.png"/><Relationship Id="rId87" Type="http://schemas.openxmlformats.org/officeDocument/2006/relationships/image" Target="../media/image49.png"/><Relationship Id="rId110" Type="http://schemas.openxmlformats.org/officeDocument/2006/relationships/customXml" Target="../ink/ink55.xml"/><Relationship Id="rId348" Type="http://schemas.openxmlformats.org/officeDocument/2006/relationships/customXml" Target="../ink/ink174.xml"/><Relationship Id="rId152" Type="http://schemas.openxmlformats.org/officeDocument/2006/relationships/customXml" Target="../ink/ink76.xml"/><Relationship Id="rId194" Type="http://schemas.openxmlformats.org/officeDocument/2006/relationships/customXml" Target="../ink/ink97.xml"/><Relationship Id="rId208" Type="http://schemas.openxmlformats.org/officeDocument/2006/relationships/customXml" Target="../ink/ink104.xml"/><Relationship Id="rId261" Type="http://schemas.openxmlformats.org/officeDocument/2006/relationships/image" Target="../media/image136.png"/><Relationship Id="rId14" Type="http://schemas.openxmlformats.org/officeDocument/2006/relationships/customXml" Target="../ink/ink7.xml"/><Relationship Id="rId56" Type="http://schemas.openxmlformats.org/officeDocument/2006/relationships/customXml" Target="../ink/ink28.xml"/><Relationship Id="rId317" Type="http://schemas.openxmlformats.org/officeDocument/2006/relationships/image" Target="../media/image164.png"/><Relationship Id="rId359" Type="http://schemas.openxmlformats.org/officeDocument/2006/relationships/image" Target="../media/image185.png"/><Relationship Id="rId98" Type="http://schemas.openxmlformats.org/officeDocument/2006/relationships/customXml" Target="../ink/ink49.xml"/><Relationship Id="rId121" Type="http://schemas.openxmlformats.org/officeDocument/2006/relationships/image" Target="../media/image66.png"/><Relationship Id="rId163" Type="http://schemas.openxmlformats.org/officeDocument/2006/relationships/image" Target="../media/image87.png"/><Relationship Id="rId219" Type="http://schemas.openxmlformats.org/officeDocument/2006/relationships/image" Target="../media/image115.png"/><Relationship Id="rId370" Type="http://schemas.openxmlformats.org/officeDocument/2006/relationships/customXml" Target="../ink/ink185.xml"/><Relationship Id="rId230" Type="http://schemas.openxmlformats.org/officeDocument/2006/relationships/customXml" Target="../ink/ink115.xml"/><Relationship Id="rId25" Type="http://schemas.openxmlformats.org/officeDocument/2006/relationships/image" Target="../media/image18.png"/><Relationship Id="rId67" Type="http://schemas.openxmlformats.org/officeDocument/2006/relationships/image" Target="../media/image39.png"/><Relationship Id="rId272" Type="http://schemas.openxmlformats.org/officeDocument/2006/relationships/customXml" Target="../ink/ink136.xml"/><Relationship Id="rId328" Type="http://schemas.openxmlformats.org/officeDocument/2006/relationships/customXml" Target="../ink/ink164.xml"/><Relationship Id="rId132" Type="http://schemas.openxmlformats.org/officeDocument/2006/relationships/customXml" Target="../ink/ink66.xml"/><Relationship Id="rId174" Type="http://schemas.openxmlformats.org/officeDocument/2006/relationships/customXml" Target="../ink/ink87.xml"/><Relationship Id="rId381" Type="http://schemas.openxmlformats.org/officeDocument/2006/relationships/image" Target="../media/image196.png"/><Relationship Id="rId241" Type="http://schemas.openxmlformats.org/officeDocument/2006/relationships/image" Target="../media/image126.png"/><Relationship Id="rId36" Type="http://schemas.openxmlformats.org/officeDocument/2006/relationships/customXml" Target="../ink/ink18.xml"/><Relationship Id="rId283" Type="http://schemas.openxmlformats.org/officeDocument/2006/relationships/image" Target="../media/image147.png"/><Relationship Id="rId339" Type="http://schemas.openxmlformats.org/officeDocument/2006/relationships/image" Target="../media/image175.png"/><Relationship Id="rId78" Type="http://schemas.openxmlformats.org/officeDocument/2006/relationships/customXml" Target="../ink/ink39.xml"/><Relationship Id="rId101" Type="http://schemas.openxmlformats.org/officeDocument/2006/relationships/image" Target="../media/image56.png"/><Relationship Id="rId143" Type="http://schemas.openxmlformats.org/officeDocument/2006/relationships/image" Target="../media/image77.png"/><Relationship Id="rId185" Type="http://schemas.openxmlformats.org/officeDocument/2006/relationships/image" Target="../media/image98.png"/><Relationship Id="rId350" Type="http://schemas.openxmlformats.org/officeDocument/2006/relationships/customXml" Target="../ink/ink175.xml"/><Relationship Id="rId9" Type="http://schemas.openxmlformats.org/officeDocument/2006/relationships/image" Target="../media/image10.png"/><Relationship Id="rId210" Type="http://schemas.openxmlformats.org/officeDocument/2006/relationships/customXml" Target="../ink/ink105.xml"/><Relationship Id="rId252" Type="http://schemas.openxmlformats.org/officeDocument/2006/relationships/customXml" Target="../ink/ink126.xml"/><Relationship Id="rId294" Type="http://schemas.openxmlformats.org/officeDocument/2006/relationships/customXml" Target="../ink/ink147.xml"/><Relationship Id="rId308" Type="http://schemas.openxmlformats.org/officeDocument/2006/relationships/customXml" Target="../ink/ink154.xml"/><Relationship Id="rId47" Type="http://schemas.openxmlformats.org/officeDocument/2006/relationships/image" Target="../media/image29.png"/><Relationship Id="rId68" Type="http://schemas.openxmlformats.org/officeDocument/2006/relationships/customXml" Target="../ink/ink34.xml"/><Relationship Id="rId89" Type="http://schemas.openxmlformats.org/officeDocument/2006/relationships/image" Target="../media/image50.png"/><Relationship Id="rId112" Type="http://schemas.openxmlformats.org/officeDocument/2006/relationships/customXml" Target="../ink/ink56.xml"/><Relationship Id="rId133" Type="http://schemas.openxmlformats.org/officeDocument/2006/relationships/image" Target="../media/image72.png"/><Relationship Id="rId154" Type="http://schemas.openxmlformats.org/officeDocument/2006/relationships/customXml" Target="../ink/ink77.xml"/><Relationship Id="rId175" Type="http://schemas.openxmlformats.org/officeDocument/2006/relationships/image" Target="../media/image93.png"/><Relationship Id="rId340" Type="http://schemas.openxmlformats.org/officeDocument/2006/relationships/customXml" Target="../ink/ink170.xml"/><Relationship Id="rId361" Type="http://schemas.openxmlformats.org/officeDocument/2006/relationships/image" Target="../media/image186.png"/><Relationship Id="rId196" Type="http://schemas.openxmlformats.org/officeDocument/2006/relationships/customXml" Target="../ink/ink98.xml"/><Relationship Id="rId200" Type="http://schemas.openxmlformats.org/officeDocument/2006/relationships/customXml" Target="../ink/ink100.xml"/><Relationship Id="rId382" Type="http://schemas.openxmlformats.org/officeDocument/2006/relationships/customXml" Target="../ink/ink191.xml"/><Relationship Id="rId16" Type="http://schemas.openxmlformats.org/officeDocument/2006/relationships/customXml" Target="../ink/ink8.xml"/><Relationship Id="rId221" Type="http://schemas.openxmlformats.org/officeDocument/2006/relationships/image" Target="../media/image116.png"/><Relationship Id="rId242" Type="http://schemas.openxmlformats.org/officeDocument/2006/relationships/customXml" Target="../ink/ink121.xml"/><Relationship Id="rId263" Type="http://schemas.openxmlformats.org/officeDocument/2006/relationships/image" Target="../media/image137.png"/><Relationship Id="rId284" Type="http://schemas.openxmlformats.org/officeDocument/2006/relationships/customXml" Target="../ink/ink142.xml"/><Relationship Id="rId319" Type="http://schemas.openxmlformats.org/officeDocument/2006/relationships/image" Target="../media/image165.png"/><Relationship Id="rId37" Type="http://schemas.openxmlformats.org/officeDocument/2006/relationships/image" Target="../media/image24.png"/><Relationship Id="rId58" Type="http://schemas.openxmlformats.org/officeDocument/2006/relationships/customXml" Target="../ink/ink29.xml"/><Relationship Id="rId79" Type="http://schemas.openxmlformats.org/officeDocument/2006/relationships/image" Target="../media/image45.png"/><Relationship Id="rId102" Type="http://schemas.openxmlformats.org/officeDocument/2006/relationships/customXml" Target="../ink/ink51.xml"/><Relationship Id="rId123" Type="http://schemas.openxmlformats.org/officeDocument/2006/relationships/image" Target="../media/image67.png"/><Relationship Id="rId144" Type="http://schemas.openxmlformats.org/officeDocument/2006/relationships/customXml" Target="../ink/ink72.xml"/><Relationship Id="rId330" Type="http://schemas.openxmlformats.org/officeDocument/2006/relationships/customXml" Target="../ink/ink165.xml"/><Relationship Id="rId90" Type="http://schemas.openxmlformats.org/officeDocument/2006/relationships/customXml" Target="../ink/ink45.xml"/><Relationship Id="rId165" Type="http://schemas.openxmlformats.org/officeDocument/2006/relationships/image" Target="../media/image88.png"/><Relationship Id="rId186" Type="http://schemas.openxmlformats.org/officeDocument/2006/relationships/customXml" Target="../ink/ink93.xml"/><Relationship Id="rId351" Type="http://schemas.openxmlformats.org/officeDocument/2006/relationships/image" Target="../media/image181.png"/><Relationship Id="rId372" Type="http://schemas.openxmlformats.org/officeDocument/2006/relationships/customXml" Target="../ink/ink186.xml"/><Relationship Id="rId211" Type="http://schemas.openxmlformats.org/officeDocument/2006/relationships/image" Target="../media/image111.png"/><Relationship Id="rId232" Type="http://schemas.openxmlformats.org/officeDocument/2006/relationships/customXml" Target="../ink/ink116.xml"/><Relationship Id="rId253" Type="http://schemas.openxmlformats.org/officeDocument/2006/relationships/image" Target="../media/image132.png"/><Relationship Id="rId274" Type="http://schemas.openxmlformats.org/officeDocument/2006/relationships/customXml" Target="../ink/ink137.xml"/><Relationship Id="rId295" Type="http://schemas.openxmlformats.org/officeDocument/2006/relationships/image" Target="../media/image153.png"/><Relationship Id="rId309" Type="http://schemas.openxmlformats.org/officeDocument/2006/relationships/image" Target="../media/image160.png"/><Relationship Id="rId27" Type="http://schemas.openxmlformats.org/officeDocument/2006/relationships/image" Target="../media/image19.png"/><Relationship Id="rId48" Type="http://schemas.openxmlformats.org/officeDocument/2006/relationships/customXml" Target="../ink/ink24.xml"/><Relationship Id="rId69" Type="http://schemas.openxmlformats.org/officeDocument/2006/relationships/image" Target="../media/image40.png"/><Relationship Id="rId113" Type="http://schemas.openxmlformats.org/officeDocument/2006/relationships/image" Target="../media/image62.png"/><Relationship Id="rId134" Type="http://schemas.openxmlformats.org/officeDocument/2006/relationships/customXml" Target="../ink/ink67.xml"/><Relationship Id="rId320" Type="http://schemas.openxmlformats.org/officeDocument/2006/relationships/customXml" Target="../ink/ink160.xml"/><Relationship Id="rId80" Type="http://schemas.openxmlformats.org/officeDocument/2006/relationships/customXml" Target="../ink/ink40.xml"/><Relationship Id="rId155" Type="http://schemas.openxmlformats.org/officeDocument/2006/relationships/image" Target="../media/image83.png"/><Relationship Id="rId176" Type="http://schemas.openxmlformats.org/officeDocument/2006/relationships/customXml" Target="../ink/ink88.xml"/><Relationship Id="rId197" Type="http://schemas.openxmlformats.org/officeDocument/2006/relationships/image" Target="../media/image104.png"/><Relationship Id="rId341" Type="http://schemas.openxmlformats.org/officeDocument/2006/relationships/image" Target="../media/image176.png"/><Relationship Id="rId362" Type="http://schemas.openxmlformats.org/officeDocument/2006/relationships/customXml" Target="../ink/ink181.xml"/><Relationship Id="rId383" Type="http://schemas.openxmlformats.org/officeDocument/2006/relationships/image" Target="../media/image197.png"/><Relationship Id="rId201" Type="http://schemas.openxmlformats.org/officeDocument/2006/relationships/image" Target="../media/image106.png"/><Relationship Id="rId222" Type="http://schemas.openxmlformats.org/officeDocument/2006/relationships/customXml" Target="../ink/ink111.xml"/><Relationship Id="rId243" Type="http://schemas.openxmlformats.org/officeDocument/2006/relationships/image" Target="../media/image127.png"/><Relationship Id="rId264" Type="http://schemas.openxmlformats.org/officeDocument/2006/relationships/customXml" Target="../ink/ink132.xml"/><Relationship Id="rId285" Type="http://schemas.openxmlformats.org/officeDocument/2006/relationships/image" Target="../media/image148.png"/><Relationship Id="rId17" Type="http://schemas.openxmlformats.org/officeDocument/2006/relationships/image" Target="../media/image14.png"/><Relationship Id="rId38" Type="http://schemas.openxmlformats.org/officeDocument/2006/relationships/customXml" Target="../ink/ink19.xml"/><Relationship Id="rId59" Type="http://schemas.openxmlformats.org/officeDocument/2006/relationships/image" Target="../media/image35.png"/><Relationship Id="rId103" Type="http://schemas.openxmlformats.org/officeDocument/2006/relationships/image" Target="../media/image57.png"/><Relationship Id="rId124" Type="http://schemas.openxmlformats.org/officeDocument/2006/relationships/customXml" Target="../ink/ink62.xml"/><Relationship Id="rId310" Type="http://schemas.openxmlformats.org/officeDocument/2006/relationships/customXml" Target="../ink/ink155.xml"/><Relationship Id="rId70" Type="http://schemas.openxmlformats.org/officeDocument/2006/relationships/customXml" Target="../ink/ink35.xml"/><Relationship Id="rId91" Type="http://schemas.openxmlformats.org/officeDocument/2006/relationships/image" Target="../media/image51.png"/><Relationship Id="rId145" Type="http://schemas.openxmlformats.org/officeDocument/2006/relationships/image" Target="../media/image78.png"/><Relationship Id="rId166" Type="http://schemas.openxmlformats.org/officeDocument/2006/relationships/customXml" Target="../ink/ink83.xml"/><Relationship Id="rId187" Type="http://schemas.openxmlformats.org/officeDocument/2006/relationships/image" Target="../media/image99.png"/><Relationship Id="rId331" Type="http://schemas.openxmlformats.org/officeDocument/2006/relationships/image" Target="../media/image171.png"/><Relationship Id="rId352" Type="http://schemas.openxmlformats.org/officeDocument/2006/relationships/customXml" Target="../ink/ink176.xml"/><Relationship Id="rId373" Type="http://schemas.openxmlformats.org/officeDocument/2006/relationships/image" Target="../media/image192.png"/><Relationship Id="rId1" Type="http://schemas.openxmlformats.org/officeDocument/2006/relationships/slideLayout" Target="../slideLayouts/slideLayout7.xml"/><Relationship Id="rId212" Type="http://schemas.openxmlformats.org/officeDocument/2006/relationships/customXml" Target="../ink/ink106.xml"/><Relationship Id="rId233" Type="http://schemas.openxmlformats.org/officeDocument/2006/relationships/image" Target="../media/image122.png"/><Relationship Id="rId254" Type="http://schemas.openxmlformats.org/officeDocument/2006/relationships/customXml" Target="../ink/ink127.xml"/><Relationship Id="rId28" Type="http://schemas.openxmlformats.org/officeDocument/2006/relationships/customXml" Target="../ink/ink14.xml"/><Relationship Id="rId49" Type="http://schemas.openxmlformats.org/officeDocument/2006/relationships/image" Target="../media/image30.png"/><Relationship Id="rId114" Type="http://schemas.openxmlformats.org/officeDocument/2006/relationships/customXml" Target="../ink/ink57.xml"/><Relationship Id="rId275" Type="http://schemas.openxmlformats.org/officeDocument/2006/relationships/image" Target="../media/image143.png"/><Relationship Id="rId296" Type="http://schemas.openxmlformats.org/officeDocument/2006/relationships/customXml" Target="../ink/ink148.xml"/><Relationship Id="rId300" Type="http://schemas.openxmlformats.org/officeDocument/2006/relationships/customXml" Target="../ink/ink150.xml"/><Relationship Id="rId60" Type="http://schemas.openxmlformats.org/officeDocument/2006/relationships/customXml" Target="../ink/ink30.xml"/><Relationship Id="rId81" Type="http://schemas.openxmlformats.org/officeDocument/2006/relationships/image" Target="../media/image46.png"/><Relationship Id="rId135" Type="http://schemas.openxmlformats.org/officeDocument/2006/relationships/image" Target="../media/image73.png"/><Relationship Id="rId156" Type="http://schemas.openxmlformats.org/officeDocument/2006/relationships/customXml" Target="../ink/ink78.xml"/><Relationship Id="rId177" Type="http://schemas.openxmlformats.org/officeDocument/2006/relationships/image" Target="../media/image94.png"/><Relationship Id="rId198" Type="http://schemas.openxmlformats.org/officeDocument/2006/relationships/customXml" Target="../ink/ink99.xml"/><Relationship Id="rId321" Type="http://schemas.openxmlformats.org/officeDocument/2006/relationships/image" Target="../media/image166.png"/><Relationship Id="rId342" Type="http://schemas.openxmlformats.org/officeDocument/2006/relationships/customXml" Target="../ink/ink171.xml"/><Relationship Id="rId363" Type="http://schemas.openxmlformats.org/officeDocument/2006/relationships/image" Target="../media/image187.png"/><Relationship Id="rId384" Type="http://schemas.openxmlformats.org/officeDocument/2006/relationships/customXml" Target="../ink/ink192.xml"/><Relationship Id="rId202" Type="http://schemas.openxmlformats.org/officeDocument/2006/relationships/customXml" Target="../ink/ink101.xml"/><Relationship Id="rId223" Type="http://schemas.openxmlformats.org/officeDocument/2006/relationships/image" Target="../media/image117.png"/><Relationship Id="rId244" Type="http://schemas.openxmlformats.org/officeDocument/2006/relationships/customXml" Target="../ink/ink122.xml"/><Relationship Id="rId18" Type="http://schemas.openxmlformats.org/officeDocument/2006/relationships/customXml" Target="../ink/ink9.xml"/><Relationship Id="rId39" Type="http://schemas.openxmlformats.org/officeDocument/2006/relationships/image" Target="../media/image25.png"/><Relationship Id="rId265" Type="http://schemas.openxmlformats.org/officeDocument/2006/relationships/image" Target="../media/image138.png"/><Relationship Id="rId286" Type="http://schemas.openxmlformats.org/officeDocument/2006/relationships/customXml" Target="../ink/ink143.xml"/><Relationship Id="rId50" Type="http://schemas.openxmlformats.org/officeDocument/2006/relationships/customXml" Target="../ink/ink25.xml"/><Relationship Id="rId104" Type="http://schemas.openxmlformats.org/officeDocument/2006/relationships/customXml" Target="../ink/ink52.xml"/><Relationship Id="rId125" Type="http://schemas.openxmlformats.org/officeDocument/2006/relationships/image" Target="../media/image68.png"/><Relationship Id="rId146" Type="http://schemas.openxmlformats.org/officeDocument/2006/relationships/customXml" Target="../ink/ink73.xml"/><Relationship Id="rId167" Type="http://schemas.openxmlformats.org/officeDocument/2006/relationships/image" Target="../media/image89.png"/><Relationship Id="rId188" Type="http://schemas.openxmlformats.org/officeDocument/2006/relationships/customXml" Target="../ink/ink94.xml"/><Relationship Id="rId311" Type="http://schemas.openxmlformats.org/officeDocument/2006/relationships/image" Target="../media/image161.png"/><Relationship Id="rId332" Type="http://schemas.openxmlformats.org/officeDocument/2006/relationships/customXml" Target="../ink/ink166.xml"/><Relationship Id="rId353" Type="http://schemas.openxmlformats.org/officeDocument/2006/relationships/image" Target="../media/image182.png"/><Relationship Id="rId374" Type="http://schemas.openxmlformats.org/officeDocument/2006/relationships/customXml" Target="../ink/ink187.xml"/><Relationship Id="rId71" Type="http://schemas.openxmlformats.org/officeDocument/2006/relationships/image" Target="../media/image41.png"/><Relationship Id="rId92" Type="http://schemas.openxmlformats.org/officeDocument/2006/relationships/customXml" Target="../ink/ink46.xml"/><Relationship Id="rId213" Type="http://schemas.openxmlformats.org/officeDocument/2006/relationships/image" Target="../media/image112.png"/><Relationship Id="rId234" Type="http://schemas.openxmlformats.org/officeDocument/2006/relationships/customXml" Target="../ink/ink117.xml"/><Relationship Id="rId2" Type="http://schemas.openxmlformats.org/officeDocument/2006/relationships/customXml" Target="../ink/ink1.xml"/><Relationship Id="rId29" Type="http://schemas.openxmlformats.org/officeDocument/2006/relationships/image" Target="../media/image20.png"/><Relationship Id="rId255" Type="http://schemas.openxmlformats.org/officeDocument/2006/relationships/image" Target="../media/image133.png"/><Relationship Id="rId276" Type="http://schemas.openxmlformats.org/officeDocument/2006/relationships/customXml" Target="../ink/ink138.xml"/><Relationship Id="rId297" Type="http://schemas.openxmlformats.org/officeDocument/2006/relationships/image" Target="../media/image154.png"/><Relationship Id="rId40" Type="http://schemas.openxmlformats.org/officeDocument/2006/relationships/customXml" Target="../ink/ink20.xml"/><Relationship Id="rId115" Type="http://schemas.openxmlformats.org/officeDocument/2006/relationships/image" Target="../media/image63.png"/><Relationship Id="rId136" Type="http://schemas.openxmlformats.org/officeDocument/2006/relationships/customXml" Target="../ink/ink68.xml"/><Relationship Id="rId157" Type="http://schemas.openxmlformats.org/officeDocument/2006/relationships/image" Target="../media/image84.png"/><Relationship Id="rId178" Type="http://schemas.openxmlformats.org/officeDocument/2006/relationships/customXml" Target="../ink/ink89.xml"/><Relationship Id="rId301" Type="http://schemas.openxmlformats.org/officeDocument/2006/relationships/image" Target="../media/image156.png"/><Relationship Id="rId322" Type="http://schemas.openxmlformats.org/officeDocument/2006/relationships/customXml" Target="../ink/ink161.xml"/><Relationship Id="rId343" Type="http://schemas.openxmlformats.org/officeDocument/2006/relationships/image" Target="../media/image177.png"/><Relationship Id="rId364" Type="http://schemas.openxmlformats.org/officeDocument/2006/relationships/customXml" Target="../ink/ink182.xml"/><Relationship Id="rId61" Type="http://schemas.openxmlformats.org/officeDocument/2006/relationships/image" Target="../media/image36.png"/><Relationship Id="rId82" Type="http://schemas.openxmlformats.org/officeDocument/2006/relationships/customXml" Target="../ink/ink41.xml"/><Relationship Id="rId199" Type="http://schemas.openxmlformats.org/officeDocument/2006/relationships/image" Target="../media/image105.png"/><Relationship Id="rId203" Type="http://schemas.openxmlformats.org/officeDocument/2006/relationships/image" Target="../media/image107.png"/><Relationship Id="rId385" Type="http://schemas.openxmlformats.org/officeDocument/2006/relationships/image" Target="../media/image198.png"/><Relationship Id="rId19" Type="http://schemas.openxmlformats.org/officeDocument/2006/relationships/image" Target="../media/image15.png"/><Relationship Id="rId224" Type="http://schemas.openxmlformats.org/officeDocument/2006/relationships/customXml" Target="../ink/ink112.xml"/><Relationship Id="rId245" Type="http://schemas.openxmlformats.org/officeDocument/2006/relationships/image" Target="../media/image128.png"/><Relationship Id="rId266" Type="http://schemas.openxmlformats.org/officeDocument/2006/relationships/customXml" Target="../ink/ink133.xml"/><Relationship Id="rId287" Type="http://schemas.openxmlformats.org/officeDocument/2006/relationships/image" Target="../media/image149.png"/><Relationship Id="rId30" Type="http://schemas.openxmlformats.org/officeDocument/2006/relationships/customXml" Target="../ink/ink15.xml"/><Relationship Id="rId105" Type="http://schemas.openxmlformats.org/officeDocument/2006/relationships/image" Target="../media/image58.png"/><Relationship Id="rId126" Type="http://schemas.openxmlformats.org/officeDocument/2006/relationships/customXml" Target="../ink/ink63.xml"/><Relationship Id="rId147" Type="http://schemas.openxmlformats.org/officeDocument/2006/relationships/image" Target="../media/image79.png"/><Relationship Id="rId168" Type="http://schemas.openxmlformats.org/officeDocument/2006/relationships/customXml" Target="../ink/ink84.xml"/><Relationship Id="rId312" Type="http://schemas.openxmlformats.org/officeDocument/2006/relationships/customXml" Target="../ink/ink156.xml"/><Relationship Id="rId333" Type="http://schemas.openxmlformats.org/officeDocument/2006/relationships/image" Target="../media/image172.png"/><Relationship Id="rId354" Type="http://schemas.openxmlformats.org/officeDocument/2006/relationships/customXml" Target="../ink/ink177.xml"/><Relationship Id="rId51" Type="http://schemas.openxmlformats.org/officeDocument/2006/relationships/image" Target="../media/image31.png"/><Relationship Id="rId72" Type="http://schemas.openxmlformats.org/officeDocument/2006/relationships/customXml" Target="../ink/ink36.xml"/><Relationship Id="rId93" Type="http://schemas.openxmlformats.org/officeDocument/2006/relationships/image" Target="../media/image52.png"/><Relationship Id="rId189" Type="http://schemas.openxmlformats.org/officeDocument/2006/relationships/image" Target="../media/image100.png"/><Relationship Id="rId375" Type="http://schemas.openxmlformats.org/officeDocument/2006/relationships/image" Target="../media/image193.png"/><Relationship Id="rId3" Type="http://schemas.openxmlformats.org/officeDocument/2006/relationships/image" Target="../media/image471.png"/><Relationship Id="rId214" Type="http://schemas.openxmlformats.org/officeDocument/2006/relationships/customXml" Target="../ink/ink107.xml"/><Relationship Id="rId235" Type="http://schemas.openxmlformats.org/officeDocument/2006/relationships/image" Target="../media/image123.png"/><Relationship Id="rId256" Type="http://schemas.openxmlformats.org/officeDocument/2006/relationships/customXml" Target="../ink/ink128.xml"/><Relationship Id="rId277" Type="http://schemas.openxmlformats.org/officeDocument/2006/relationships/image" Target="../media/image144.png"/><Relationship Id="rId298" Type="http://schemas.openxmlformats.org/officeDocument/2006/relationships/customXml" Target="../ink/ink149.xml"/><Relationship Id="rId116" Type="http://schemas.openxmlformats.org/officeDocument/2006/relationships/customXml" Target="../ink/ink58.xml"/><Relationship Id="rId137" Type="http://schemas.openxmlformats.org/officeDocument/2006/relationships/image" Target="../media/image74.png"/><Relationship Id="rId158" Type="http://schemas.openxmlformats.org/officeDocument/2006/relationships/customXml" Target="../ink/ink79.xml"/><Relationship Id="rId302" Type="http://schemas.openxmlformats.org/officeDocument/2006/relationships/customXml" Target="../ink/ink151.xml"/><Relationship Id="rId323" Type="http://schemas.openxmlformats.org/officeDocument/2006/relationships/image" Target="../media/image167.png"/><Relationship Id="rId344" Type="http://schemas.openxmlformats.org/officeDocument/2006/relationships/customXml" Target="../ink/ink172.xml"/><Relationship Id="rId20" Type="http://schemas.openxmlformats.org/officeDocument/2006/relationships/customXml" Target="../ink/ink10.xml"/><Relationship Id="rId41" Type="http://schemas.openxmlformats.org/officeDocument/2006/relationships/image" Target="../media/image26.png"/><Relationship Id="rId62" Type="http://schemas.openxmlformats.org/officeDocument/2006/relationships/customXml" Target="../ink/ink31.xml"/><Relationship Id="rId83" Type="http://schemas.openxmlformats.org/officeDocument/2006/relationships/image" Target="../media/image47.png"/><Relationship Id="rId179" Type="http://schemas.openxmlformats.org/officeDocument/2006/relationships/image" Target="../media/image95.png"/><Relationship Id="rId365" Type="http://schemas.openxmlformats.org/officeDocument/2006/relationships/image" Target="../media/image188.png"/><Relationship Id="rId190" Type="http://schemas.openxmlformats.org/officeDocument/2006/relationships/customXml" Target="../ink/ink95.xml"/><Relationship Id="rId204" Type="http://schemas.openxmlformats.org/officeDocument/2006/relationships/customXml" Target="../ink/ink102.xml"/><Relationship Id="rId225" Type="http://schemas.openxmlformats.org/officeDocument/2006/relationships/image" Target="../media/image118.png"/><Relationship Id="rId246" Type="http://schemas.openxmlformats.org/officeDocument/2006/relationships/customXml" Target="../ink/ink123.xml"/><Relationship Id="rId267" Type="http://schemas.openxmlformats.org/officeDocument/2006/relationships/image" Target="../media/image139.png"/><Relationship Id="rId288" Type="http://schemas.openxmlformats.org/officeDocument/2006/relationships/customXml" Target="../ink/ink144.xml"/><Relationship Id="rId106" Type="http://schemas.openxmlformats.org/officeDocument/2006/relationships/customXml" Target="../ink/ink53.xml"/><Relationship Id="rId127" Type="http://schemas.openxmlformats.org/officeDocument/2006/relationships/image" Target="../media/image69.png"/><Relationship Id="rId313" Type="http://schemas.openxmlformats.org/officeDocument/2006/relationships/image" Target="../media/image162.png"/><Relationship Id="rId10" Type="http://schemas.openxmlformats.org/officeDocument/2006/relationships/customXml" Target="../ink/ink5.xml"/><Relationship Id="rId31" Type="http://schemas.openxmlformats.org/officeDocument/2006/relationships/image" Target="../media/image21.png"/><Relationship Id="rId52" Type="http://schemas.openxmlformats.org/officeDocument/2006/relationships/customXml" Target="../ink/ink26.xml"/><Relationship Id="rId73" Type="http://schemas.openxmlformats.org/officeDocument/2006/relationships/image" Target="../media/image42.png"/><Relationship Id="rId94" Type="http://schemas.openxmlformats.org/officeDocument/2006/relationships/customXml" Target="../ink/ink47.xml"/><Relationship Id="rId148" Type="http://schemas.openxmlformats.org/officeDocument/2006/relationships/customXml" Target="../ink/ink74.xml"/><Relationship Id="rId169" Type="http://schemas.openxmlformats.org/officeDocument/2006/relationships/image" Target="../media/image90.png"/><Relationship Id="rId334" Type="http://schemas.openxmlformats.org/officeDocument/2006/relationships/customXml" Target="../ink/ink167.xml"/><Relationship Id="rId355" Type="http://schemas.openxmlformats.org/officeDocument/2006/relationships/image" Target="../media/image183.png"/><Relationship Id="rId376" Type="http://schemas.openxmlformats.org/officeDocument/2006/relationships/customXml" Target="../ink/ink188.xml"/><Relationship Id="rId4" Type="http://schemas.openxmlformats.org/officeDocument/2006/relationships/customXml" Target="../ink/ink2.xml"/><Relationship Id="rId180" Type="http://schemas.openxmlformats.org/officeDocument/2006/relationships/customXml" Target="../ink/ink90.xml"/><Relationship Id="rId215" Type="http://schemas.openxmlformats.org/officeDocument/2006/relationships/image" Target="../media/image113.png"/><Relationship Id="rId236" Type="http://schemas.openxmlformats.org/officeDocument/2006/relationships/customXml" Target="../ink/ink118.xml"/><Relationship Id="rId257" Type="http://schemas.openxmlformats.org/officeDocument/2006/relationships/image" Target="../media/image134.png"/><Relationship Id="rId278" Type="http://schemas.openxmlformats.org/officeDocument/2006/relationships/customXml" Target="../ink/ink139.xml"/><Relationship Id="rId303" Type="http://schemas.openxmlformats.org/officeDocument/2006/relationships/image" Target="../media/image157.png"/><Relationship Id="rId42" Type="http://schemas.openxmlformats.org/officeDocument/2006/relationships/customXml" Target="../ink/ink21.xml"/><Relationship Id="rId84" Type="http://schemas.openxmlformats.org/officeDocument/2006/relationships/customXml" Target="../ink/ink42.xml"/><Relationship Id="rId138" Type="http://schemas.openxmlformats.org/officeDocument/2006/relationships/customXml" Target="../ink/ink69.xml"/><Relationship Id="rId345" Type="http://schemas.openxmlformats.org/officeDocument/2006/relationships/image" Target="../media/image178.png"/><Relationship Id="rId191" Type="http://schemas.openxmlformats.org/officeDocument/2006/relationships/image" Target="../media/image101.png"/><Relationship Id="rId205" Type="http://schemas.openxmlformats.org/officeDocument/2006/relationships/image" Target="../media/image108.png"/><Relationship Id="rId247" Type="http://schemas.openxmlformats.org/officeDocument/2006/relationships/image" Target="../media/image129.png"/><Relationship Id="rId107" Type="http://schemas.openxmlformats.org/officeDocument/2006/relationships/image" Target="../media/image59.png"/><Relationship Id="rId289" Type="http://schemas.openxmlformats.org/officeDocument/2006/relationships/image" Target="../media/image150.png"/><Relationship Id="rId11" Type="http://schemas.openxmlformats.org/officeDocument/2006/relationships/image" Target="../media/image11.png"/><Relationship Id="rId53" Type="http://schemas.openxmlformats.org/officeDocument/2006/relationships/image" Target="../media/image32.png"/><Relationship Id="rId149" Type="http://schemas.openxmlformats.org/officeDocument/2006/relationships/image" Target="../media/image80.png"/><Relationship Id="rId314" Type="http://schemas.openxmlformats.org/officeDocument/2006/relationships/customXml" Target="../ink/ink157.xml"/><Relationship Id="rId356" Type="http://schemas.openxmlformats.org/officeDocument/2006/relationships/customXml" Target="../ink/ink178.xml"/><Relationship Id="rId95" Type="http://schemas.openxmlformats.org/officeDocument/2006/relationships/image" Target="../media/image53.png"/><Relationship Id="rId160" Type="http://schemas.openxmlformats.org/officeDocument/2006/relationships/customXml" Target="../ink/ink80.xml"/><Relationship Id="rId216" Type="http://schemas.openxmlformats.org/officeDocument/2006/relationships/customXml" Target="../ink/ink108.xml"/><Relationship Id="rId258" Type="http://schemas.openxmlformats.org/officeDocument/2006/relationships/customXml" Target="../ink/ink129.xml"/><Relationship Id="rId22" Type="http://schemas.openxmlformats.org/officeDocument/2006/relationships/customXml" Target="../ink/ink11.xml"/><Relationship Id="rId64" Type="http://schemas.openxmlformats.org/officeDocument/2006/relationships/customXml" Target="../ink/ink32.xml"/><Relationship Id="rId118" Type="http://schemas.openxmlformats.org/officeDocument/2006/relationships/customXml" Target="../ink/ink59.xml"/><Relationship Id="rId325" Type="http://schemas.openxmlformats.org/officeDocument/2006/relationships/image" Target="../media/image168.png"/><Relationship Id="rId367" Type="http://schemas.openxmlformats.org/officeDocument/2006/relationships/image" Target="../media/image189.png"/><Relationship Id="rId171" Type="http://schemas.openxmlformats.org/officeDocument/2006/relationships/image" Target="../media/image91.png"/><Relationship Id="rId227" Type="http://schemas.openxmlformats.org/officeDocument/2006/relationships/image" Target="../media/image119.png"/><Relationship Id="rId269" Type="http://schemas.openxmlformats.org/officeDocument/2006/relationships/image" Target="../media/image140.png"/><Relationship Id="rId33" Type="http://schemas.openxmlformats.org/officeDocument/2006/relationships/image" Target="../media/image22.png"/><Relationship Id="rId129" Type="http://schemas.openxmlformats.org/officeDocument/2006/relationships/image" Target="../media/image70.png"/><Relationship Id="rId280" Type="http://schemas.openxmlformats.org/officeDocument/2006/relationships/customXml" Target="../ink/ink140.xml"/><Relationship Id="rId336" Type="http://schemas.openxmlformats.org/officeDocument/2006/relationships/customXml" Target="../ink/ink168.xml"/><Relationship Id="rId75" Type="http://schemas.openxmlformats.org/officeDocument/2006/relationships/image" Target="../media/image43.png"/><Relationship Id="rId140" Type="http://schemas.openxmlformats.org/officeDocument/2006/relationships/customXml" Target="../ink/ink70.xml"/><Relationship Id="rId182" Type="http://schemas.openxmlformats.org/officeDocument/2006/relationships/customXml" Target="../ink/ink91.xml"/><Relationship Id="rId378" Type="http://schemas.openxmlformats.org/officeDocument/2006/relationships/customXml" Target="../ink/ink189.xml"/><Relationship Id="rId6" Type="http://schemas.openxmlformats.org/officeDocument/2006/relationships/customXml" Target="../ink/ink3.xml"/><Relationship Id="rId238" Type="http://schemas.openxmlformats.org/officeDocument/2006/relationships/customXml" Target="../ink/ink119.xml"/><Relationship Id="rId291" Type="http://schemas.openxmlformats.org/officeDocument/2006/relationships/image" Target="../media/image151.png"/><Relationship Id="rId305" Type="http://schemas.openxmlformats.org/officeDocument/2006/relationships/image" Target="../media/image158.png"/><Relationship Id="rId347" Type="http://schemas.openxmlformats.org/officeDocument/2006/relationships/image" Target="../media/image179.png"/><Relationship Id="rId44" Type="http://schemas.openxmlformats.org/officeDocument/2006/relationships/customXml" Target="../ink/ink22.xml"/><Relationship Id="rId86" Type="http://schemas.openxmlformats.org/officeDocument/2006/relationships/customXml" Target="../ink/ink43.xml"/><Relationship Id="rId151" Type="http://schemas.openxmlformats.org/officeDocument/2006/relationships/image" Target="../media/image81.png"/><Relationship Id="rId193" Type="http://schemas.openxmlformats.org/officeDocument/2006/relationships/image" Target="../media/image102.png"/><Relationship Id="rId207" Type="http://schemas.openxmlformats.org/officeDocument/2006/relationships/image" Target="../media/image109.png"/><Relationship Id="rId249" Type="http://schemas.openxmlformats.org/officeDocument/2006/relationships/image" Target="../media/image130.png"/><Relationship Id="rId13" Type="http://schemas.openxmlformats.org/officeDocument/2006/relationships/image" Target="../media/image12.png"/><Relationship Id="rId109" Type="http://schemas.openxmlformats.org/officeDocument/2006/relationships/image" Target="../media/image60.png"/><Relationship Id="rId260" Type="http://schemas.openxmlformats.org/officeDocument/2006/relationships/customXml" Target="../ink/ink130.xml"/><Relationship Id="rId316" Type="http://schemas.openxmlformats.org/officeDocument/2006/relationships/customXml" Target="../ink/ink158.xml"/><Relationship Id="rId55" Type="http://schemas.openxmlformats.org/officeDocument/2006/relationships/image" Target="../media/image33.png"/><Relationship Id="rId97" Type="http://schemas.openxmlformats.org/officeDocument/2006/relationships/image" Target="../media/image54.png"/><Relationship Id="rId120" Type="http://schemas.openxmlformats.org/officeDocument/2006/relationships/customXml" Target="../ink/ink60.xml"/><Relationship Id="rId358" Type="http://schemas.openxmlformats.org/officeDocument/2006/relationships/customXml" Target="../ink/ink179.xml"/><Relationship Id="rId162" Type="http://schemas.openxmlformats.org/officeDocument/2006/relationships/customXml" Target="../ink/ink81.xml"/><Relationship Id="rId218" Type="http://schemas.openxmlformats.org/officeDocument/2006/relationships/customXml" Target="../ink/ink109.xml"/><Relationship Id="rId271" Type="http://schemas.openxmlformats.org/officeDocument/2006/relationships/image" Target="../media/image141.png"/><Relationship Id="rId24" Type="http://schemas.openxmlformats.org/officeDocument/2006/relationships/customXml" Target="../ink/ink12.xml"/><Relationship Id="rId66" Type="http://schemas.openxmlformats.org/officeDocument/2006/relationships/customXml" Target="../ink/ink33.xml"/><Relationship Id="rId131" Type="http://schemas.openxmlformats.org/officeDocument/2006/relationships/image" Target="../media/image71.png"/><Relationship Id="rId327" Type="http://schemas.openxmlformats.org/officeDocument/2006/relationships/image" Target="../media/image169.png"/><Relationship Id="rId369" Type="http://schemas.openxmlformats.org/officeDocument/2006/relationships/image" Target="../media/image190.png"/><Relationship Id="rId173" Type="http://schemas.openxmlformats.org/officeDocument/2006/relationships/image" Target="../media/image92.png"/><Relationship Id="rId229" Type="http://schemas.openxmlformats.org/officeDocument/2006/relationships/image" Target="../media/image120.png"/><Relationship Id="rId380" Type="http://schemas.openxmlformats.org/officeDocument/2006/relationships/customXml" Target="../ink/ink190.xml"/><Relationship Id="rId240" Type="http://schemas.openxmlformats.org/officeDocument/2006/relationships/customXml" Target="../ink/ink120.xml"/><Relationship Id="rId35" Type="http://schemas.openxmlformats.org/officeDocument/2006/relationships/image" Target="../media/image23.png"/><Relationship Id="rId77" Type="http://schemas.openxmlformats.org/officeDocument/2006/relationships/image" Target="../media/image44.png"/><Relationship Id="rId100" Type="http://schemas.openxmlformats.org/officeDocument/2006/relationships/customXml" Target="../ink/ink50.xml"/><Relationship Id="rId282" Type="http://schemas.openxmlformats.org/officeDocument/2006/relationships/customXml" Target="../ink/ink141.xml"/><Relationship Id="rId338" Type="http://schemas.openxmlformats.org/officeDocument/2006/relationships/customXml" Target="../ink/ink169.xml"/><Relationship Id="rId8" Type="http://schemas.openxmlformats.org/officeDocument/2006/relationships/customXml" Target="../ink/ink4.xml"/><Relationship Id="rId142" Type="http://schemas.openxmlformats.org/officeDocument/2006/relationships/customXml" Target="../ink/ink71.xml"/><Relationship Id="rId184" Type="http://schemas.openxmlformats.org/officeDocument/2006/relationships/customXml" Target="../ink/ink92.xml"/><Relationship Id="rId251" Type="http://schemas.openxmlformats.org/officeDocument/2006/relationships/image" Target="../media/image131.png"/><Relationship Id="rId46" Type="http://schemas.openxmlformats.org/officeDocument/2006/relationships/customXml" Target="../ink/ink23.xml"/><Relationship Id="rId293" Type="http://schemas.openxmlformats.org/officeDocument/2006/relationships/image" Target="../media/image152.png"/><Relationship Id="rId307" Type="http://schemas.openxmlformats.org/officeDocument/2006/relationships/image" Target="../media/image159.png"/><Relationship Id="rId349" Type="http://schemas.openxmlformats.org/officeDocument/2006/relationships/image" Target="../media/image180.png"/><Relationship Id="rId88" Type="http://schemas.openxmlformats.org/officeDocument/2006/relationships/customXml" Target="../ink/ink44.xml"/><Relationship Id="rId111" Type="http://schemas.openxmlformats.org/officeDocument/2006/relationships/image" Target="../media/image61.png"/><Relationship Id="rId153" Type="http://schemas.openxmlformats.org/officeDocument/2006/relationships/image" Target="../media/image82.png"/><Relationship Id="rId195" Type="http://schemas.openxmlformats.org/officeDocument/2006/relationships/image" Target="../media/image103.png"/><Relationship Id="rId209" Type="http://schemas.openxmlformats.org/officeDocument/2006/relationships/image" Target="../media/image110.png"/><Relationship Id="rId360" Type="http://schemas.openxmlformats.org/officeDocument/2006/relationships/customXml" Target="../ink/ink180.xml"/><Relationship Id="rId220" Type="http://schemas.openxmlformats.org/officeDocument/2006/relationships/customXml" Target="../ink/ink110.xml"/><Relationship Id="rId15" Type="http://schemas.openxmlformats.org/officeDocument/2006/relationships/image" Target="../media/image13.png"/><Relationship Id="rId57" Type="http://schemas.openxmlformats.org/officeDocument/2006/relationships/image" Target="../media/image34.png"/><Relationship Id="rId262" Type="http://schemas.openxmlformats.org/officeDocument/2006/relationships/customXml" Target="../ink/ink131.xml"/><Relationship Id="rId318" Type="http://schemas.openxmlformats.org/officeDocument/2006/relationships/customXml" Target="../ink/ink159.xml"/><Relationship Id="rId99" Type="http://schemas.openxmlformats.org/officeDocument/2006/relationships/image" Target="../media/image55.png"/><Relationship Id="rId122" Type="http://schemas.openxmlformats.org/officeDocument/2006/relationships/customXml" Target="../ink/ink61.xml"/><Relationship Id="rId164" Type="http://schemas.openxmlformats.org/officeDocument/2006/relationships/customXml" Target="../ink/ink82.xml"/><Relationship Id="rId371" Type="http://schemas.openxmlformats.org/officeDocument/2006/relationships/image" Target="../media/image191.png"/><Relationship Id="rId26" Type="http://schemas.openxmlformats.org/officeDocument/2006/relationships/customXml" Target="../ink/ink13.xml"/><Relationship Id="rId231" Type="http://schemas.openxmlformats.org/officeDocument/2006/relationships/image" Target="../media/image121.png"/><Relationship Id="rId273" Type="http://schemas.openxmlformats.org/officeDocument/2006/relationships/image" Target="../media/image142.png"/><Relationship Id="rId329" Type="http://schemas.openxmlformats.org/officeDocument/2006/relationships/image" Target="../media/image170.png"/></Relationships>
</file>

<file path=ppt/slides/_rels/slide5.xml.rels><?xml version="1.0" encoding="UTF-8" standalone="yes"?>
<Relationships xmlns="http://schemas.openxmlformats.org/package/2006/relationships"><Relationship Id="rId2" Type="http://schemas.openxmlformats.org/officeDocument/2006/relationships/image" Target="../media/image199.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customXml" Target="../ink/ink196.xml"/><Relationship Id="rId3" Type="http://schemas.openxmlformats.org/officeDocument/2006/relationships/image" Target="../media/image200.png"/><Relationship Id="rId7" Type="http://schemas.openxmlformats.org/officeDocument/2006/relationships/image" Target="../media/image202.png"/><Relationship Id="rId2" Type="http://schemas.openxmlformats.org/officeDocument/2006/relationships/customXml" Target="../ink/ink193.xml"/><Relationship Id="rId1" Type="http://schemas.openxmlformats.org/officeDocument/2006/relationships/slideLayout" Target="../slideLayouts/slideLayout7.xml"/><Relationship Id="rId6" Type="http://schemas.openxmlformats.org/officeDocument/2006/relationships/customXml" Target="../ink/ink195.xml"/><Relationship Id="rId5" Type="http://schemas.openxmlformats.org/officeDocument/2006/relationships/image" Target="../media/image201.png"/><Relationship Id="rId4" Type="http://schemas.openxmlformats.org/officeDocument/2006/relationships/customXml" Target="../ink/ink194.xml"/><Relationship Id="rId9" Type="http://schemas.openxmlformats.org/officeDocument/2006/relationships/image" Target="../media/image20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71.png"/><Relationship Id="rId2" Type="http://schemas.openxmlformats.org/officeDocument/2006/relationships/customXml" Target="../ink/ink19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04.jpg"/><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8.xml"/><Relationship Id="rId5" Type="http://schemas.openxmlformats.org/officeDocument/2006/relationships/image" Target="../media/image7.png"/><Relationship Id="rId4" Type="http://schemas.openxmlformats.org/officeDocument/2006/relationships/hyperlink" Target="http://www.dribbble.com/"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210.jpeg"/><Relationship Id="rId3" Type="http://schemas.openxmlformats.org/officeDocument/2006/relationships/image" Target="../media/image205.jpeg"/><Relationship Id="rId7" Type="http://schemas.openxmlformats.org/officeDocument/2006/relationships/image" Target="../media/image209.tiff"/><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208.tiff"/><Relationship Id="rId5" Type="http://schemas.openxmlformats.org/officeDocument/2006/relationships/image" Target="../media/image207.tiff"/><Relationship Id="rId4" Type="http://schemas.openxmlformats.org/officeDocument/2006/relationships/image" Target="../media/image206.tiff"/><Relationship Id="rId9" Type="http://schemas.openxmlformats.org/officeDocument/2006/relationships/image" Target="../media/image2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352550"/>
            <a:ext cx="8229600" cy="1295400"/>
          </a:xfrm>
        </p:spPr>
        <p:txBody>
          <a:bodyPr>
            <a:normAutofit/>
          </a:bodyPr>
          <a:lstStyle/>
          <a:p>
            <a:pPr>
              <a:lnSpc>
                <a:spcPct val="90000"/>
              </a:lnSpc>
            </a:pPr>
            <a:r>
              <a:rPr lang="en-PH" sz="3600" dirty="0"/>
              <a:t>SAP Build Training for Corporate Professionals</a:t>
            </a:r>
          </a:p>
        </p:txBody>
      </p:sp>
      <p:sp>
        <p:nvSpPr>
          <p:cNvPr id="3" name="Subtitle 2"/>
          <p:cNvSpPr>
            <a:spLocks noGrp="1"/>
          </p:cNvSpPr>
          <p:nvPr>
            <p:ph type="subTitle" idx="1"/>
          </p:nvPr>
        </p:nvSpPr>
        <p:spPr>
          <a:xfrm>
            <a:off x="457200" y="2495550"/>
            <a:ext cx="8229600" cy="914400"/>
          </a:xfrm>
        </p:spPr>
        <p:txBody>
          <a:bodyPr>
            <a:normAutofit/>
          </a:bodyPr>
          <a:lstStyle/>
          <a:p>
            <a:r>
              <a:rPr lang="en-PH" sz="3600" b="1">
                <a:solidFill>
                  <a:srgbClr val="00B050"/>
                </a:solidFill>
                <a:latin typeface="Cooper Black" panose="0208090404030B020404" pitchFamily="18" charset="0"/>
              </a:rPr>
              <a:t>www.anubhavtrainings.com</a:t>
            </a:r>
            <a:endParaRPr lang="en-PH" sz="3600" b="1" dirty="0">
              <a:solidFill>
                <a:srgbClr val="00B050"/>
              </a:solidFill>
              <a:latin typeface="Cooper Black" panose="0208090404030B020404" pitchFamily="18" charset="0"/>
            </a:endParaRPr>
          </a:p>
        </p:txBody>
      </p:sp>
      <p:sp>
        <p:nvSpPr>
          <p:cNvPr id="4" name="Google Shape;500;p1">
            <a:extLst>
              <a:ext uri="{FF2B5EF4-FFF2-40B4-BE49-F238E27FC236}">
                <a16:creationId xmlns:a16="http://schemas.microsoft.com/office/drawing/2014/main" id="{A035E2B0-75D9-4BCC-1173-8F7FB8C99C8A}"/>
              </a:ext>
            </a:extLst>
          </p:cNvPr>
          <p:cNvSpPr txBox="1"/>
          <p:nvPr/>
        </p:nvSpPr>
        <p:spPr>
          <a:xfrm>
            <a:off x="609600" y="496005"/>
            <a:ext cx="1828800" cy="646290"/>
          </a:xfrm>
          <a:prstGeom prst="rect">
            <a:avLst/>
          </a:prstGeom>
          <a:gradFill>
            <a:gsLst>
              <a:gs pos="0">
                <a:srgbClr val="F3FCFF"/>
              </a:gs>
              <a:gs pos="35000">
                <a:srgbClr val="F6FCFF"/>
              </a:gs>
              <a:gs pos="100000">
                <a:srgbClr val="FBFFFF"/>
              </a:gs>
            </a:gsLst>
            <a:lin ang="16200000" scaled="0"/>
          </a:gradFill>
          <a:ln w="9525" cap="flat" cmpd="sng">
            <a:solidFill>
              <a:srgbClr val="000000"/>
            </a:solidFill>
            <a:prstDash val="solid"/>
            <a:round/>
            <a:headEnd type="none" w="sm" len="sm"/>
            <a:tailEnd type="none" w="sm" len="sm"/>
          </a:ln>
          <a:effectLst>
            <a:outerShdw blurRad="40000" dist="20000" dir="5400000" rotWithShape="0">
              <a:srgbClr val="000000">
                <a:alpha val="37647"/>
              </a:srgbClr>
            </a:outerShdw>
          </a:effectLst>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dirty="0">
                <a:gradFill flip="none" rotWithShape="1">
                  <a:gsLst>
                    <a:gs pos="0">
                      <a:srgbClr val="0070C0"/>
                    </a:gs>
                    <a:gs pos="100000">
                      <a:srgbClr val="00B0F0"/>
                    </a:gs>
                  </a:gsLst>
                  <a:lin ang="16200000" scaled="1"/>
                  <a:tileRect/>
                </a:gradFill>
                <a:latin typeface="Arial" pitchFamily="34" charset="0"/>
                <a:ea typeface="+mj-ea"/>
                <a:cs typeface="Arial" pitchFamily="34" charset="0"/>
                <a:sym typeface="Corben"/>
              </a:rPr>
              <a:t>DAY-23</a:t>
            </a:r>
          </a:p>
        </p:txBody>
      </p:sp>
      <p:pic>
        <p:nvPicPr>
          <p:cNvPr id="6" name="Google Shape;497;p1">
            <a:extLst>
              <a:ext uri="{FF2B5EF4-FFF2-40B4-BE49-F238E27FC236}">
                <a16:creationId xmlns:a16="http://schemas.microsoft.com/office/drawing/2014/main" id="{503397FB-5BCD-D008-7827-9E43E26D9D15}"/>
              </a:ext>
            </a:extLst>
          </p:cNvPr>
          <p:cNvPicPr preferRelativeResize="0"/>
          <p:nvPr/>
        </p:nvPicPr>
        <p:blipFill rotWithShape="1">
          <a:blip r:embed="rId3">
            <a:alphaModFix/>
          </a:blip>
          <a:srcRect/>
          <a:stretch/>
        </p:blipFill>
        <p:spPr>
          <a:xfrm>
            <a:off x="7010400" y="3181350"/>
            <a:ext cx="1733995" cy="1656184"/>
          </a:xfrm>
          <a:prstGeom prst="rect">
            <a:avLst/>
          </a:prstGeom>
          <a:noFill/>
          <a:ln>
            <a:noFill/>
          </a:ln>
        </p:spPr>
      </p:pic>
    </p:spTree>
    <p:extLst>
      <p:ext uri="{BB962C8B-B14F-4D97-AF65-F5344CB8AC3E}">
        <p14:creationId xmlns:p14="http://schemas.microsoft.com/office/powerpoint/2010/main" val="838087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arn(inVertical)">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2382" y="-10043"/>
            <a:ext cx="9139238" cy="5691851"/>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a:endParaRPr>
          </a:p>
        </p:txBody>
      </p:sp>
      <p:sp>
        <p:nvSpPr>
          <p:cNvPr id="6" name="Rectangle 5"/>
          <p:cNvSpPr/>
          <p:nvPr/>
        </p:nvSpPr>
        <p:spPr>
          <a:xfrm>
            <a:off x="2382" y="2392863"/>
            <a:ext cx="9139238" cy="188222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7" name="Rectangle 6"/>
          <p:cNvSpPr/>
          <p:nvPr/>
        </p:nvSpPr>
        <p:spPr>
          <a:xfrm>
            <a:off x="2382" y="2522237"/>
            <a:ext cx="9139238" cy="159582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ko-KR" altLang="en-US" sz="134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2881727" y="2577435"/>
            <a:ext cx="3380548" cy="507703"/>
          </a:xfrm>
          <a:prstGeom prst="rect">
            <a:avLst/>
          </a:prstGeom>
          <a:noFill/>
          <a:ln>
            <a:noFill/>
          </a:ln>
        </p:spPr>
        <p:txBody>
          <a:bodyPr wrap="square" rtlCol="0">
            <a:spAutoFit/>
          </a:bodyPr>
          <a:lstStyle/>
          <a:p>
            <a:pPr algn="ctr" defTabSz="685457">
              <a:defRPr/>
            </a:pPr>
            <a:r>
              <a:rPr lang="en-IN" sz="26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2474" spc="113"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332706" y="3044889"/>
            <a:ext cx="8478590" cy="922945"/>
          </a:xfrm>
          <a:prstGeom prst="rect">
            <a:avLst/>
          </a:prstGeom>
          <a:noFill/>
          <a:ln>
            <a:noFill/>
          </a:ln>
        </p:spPr>
        <p:txBody>
          <a:bodyPr wrap="square" rtlCol="0">
            <a:spAutoFit/>
          </a:bodyPr>
          <a:lstStyle/>
          <a:p>
            <a:pPr algn="ctr" defTabSz="685457">
              <a:defRPr/>
            </a:pPr>
            <a:r>
              <a:rPr lang="en-IN" sz="17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3806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2" name="Straight Connector 31"/>
          <p:cNvCxnSpPr/>
          <p:nvPr/>
        </p:nvCxnSpPr>
        <p:spPr>
          <a:xfrm>
            <a:off x="609600" y="2190750"/>
            <a:ext cx="7924800" cy="158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9" name="Footer Placeholder 8"/>
          <p:cNvSpPr>
            <a:spLocks noGrp="1"/>
          </p:cNvSpPr>
          <p:nvPr>
            <p:ph type="ftr" sz="quarter" idx="11"/>
          </p:nvPr>
        </p:nvSpPr>
        <p:spPr/>
        <p:txBody>
          <a:bodyPr/>
          <a:lstStyle/>
          <a:p>
            <a:r>
              <a:rPr lang="en-US" dirty="0"/>
              <a:t>www.anubhavtrainings.com</a:t>
            </a:r>
          </a:p>
        </p:txBody>
      </p:sp>
      <p:sp>
        <p:nvSpPr>
          <p:cNvPr id="16" name="Slide Number Placeholder 15"/>
          <p:cNvSpPr>
            <a:spLocks noGrp="1"/>
          </p:cNvSpPr>
          <p:nvPr>
            <p:ph type="sldNum" sz="quarter" idx="12"/>
          </p:nvPr>
        </p:nvSpPr>
        <p:spPr/>
        <p:txBody>
          <a:bodyPr/>
          <a:lstStyle/>
          <a:p>
            <a:fld id="{B6F15528-21DE-4FAA-801E-634DDDAF4B2B}" type="slidenum">
              <a:rPr lang="en-US" smtClean="0"/>
              <a:pPr/>
              <a:t>3</a:t>
            </a:fld>
            <a:endParaRPr lang="en-US"/>
          </a:p>
        </p:txBody>
      </p:sp>
      <p:sp>
        <p:nvSpPr>
          <p:cNvPr id="2" name="Title 1"/>
          <p:cNvSpPr>
            <a:spLocks noGrp="1"/>
          </p:cNvSpPr>
          <p:nvPr>
            <p:ph type="title"/>
          </p:nvPr>
        </p:nvSpPr>
        <p:spPr/>
        <p:txBody>
          <a:bodyPr/>
          <a:lstStyle/>
          <a:p>
            <a:r>
              <a:rPr lang="en-US" dirty="0"/>
              <a:t>Agenda</a:t>
            </a:r>
          </a:p>
        </p:txBody>
      </p:sp>
      <p:grpSp>
        <p:nvGrpSpPr>
          <p:cNvPr id="8" name="Group 7"/>
          <p:cNvGrpSpPr/>
          <p:nvPr/>
        </p:nvGrpSpPr>
        <p:grpSpPr>
          <a:xfrm>
            <a:off x="1219200" y="1733550"/>
            <a:ext cx="6705600" cy="933450"/>
            <a:chOff x="914400" y="2190750"/>
            <a:chExt cx="6705600" cy="933450"/>
          </a:xfrm>
          <a:solidFill>
            <a:srgbClr val="0563B8"/>
          </a:solidFill>
        </p:grpSpPr>
        <p:sp>
          <p:nvSpPr>
            <p:cNvPr id="4" name="Oval 3"/>
            <p:cNvSpPr/>
            <p:nvPr/>
          </p:nvSpPr>
          <p:spPr>
            <a:xfrm>
              <a:off x="9144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p:cNvSpPr/>
            <p:nvPr/>
          </p:nvSpPr>
          <p:spPr>
            <a:xfrm>
              <a:off x="28384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p:cNvSpPr/>
            <p:nvPr/>
          </p:nvSpPr>
          <p:spPr>
            <a:xfrm>
              <a:off x="476250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p:cNvSpPr/>
            <p:nvPr/>
          </p:nvSpPr>
          <p:spPr>
            <a:xfrm>
              <a:off x="6686550" y="2190750"/>
              <a:ext cx="933450" cy="93345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 name="TextBox 11"/>
          <p:cNvSpPr txBox="1"/>
          <p:nvPr/>
        </p:nvSpPr>
        <p:spPr>
          <a:xfrm>
            <a:off x="6705600" y="2929176"/>
            <a:ext cx="1600200" cy="523220"/>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Binding detail page data</a:t>
            </a:r>
            <a:endParaRPr lang="en-US" sz="1050" dirty="0">
              <a:solidFill>
                <a:schemeClr val="bg1">
                  <a:lumMod val="50000"/>
                </a:schemeClr>
              </a:solidFill>
              <a:latin typeface="Arial" pitchFamily="34" charset="0"/>
              <a:cs typeface="Arial" pitchFamily="34" charset="0"/>
            </a:endParaRPr>
          </a:p>
        </p:txBody>
      </p:sp>
      <p:grpSp>
        <p:nvGrpSpPr>
          <p:cNvPr id="28" name="Group 27"/>
          <p:cNvGrpSpPr/>
          <p:nvPr/>
        </p:nvGrpSpPr>
        <p:grpSpPr>
          <a:xfrm>
            <a:off x="1457325" y="1952625"/>
            <a:ext cx="443206" cy="484863"/>
            <a:chOff x="1981201" y="1547809"/>
            <a:chExt cx="443206" cy="484863"/>
          </a:xfrm>
          <a:solidFill>
            <a:schemeClr val="bg1"/>
          </a:solidFill>
        </p:grpSpPr>
        <p:sp>
          <p:nvSpPr>
            <p:cNvPr id="1030" name="Freeform 6"/>
            <p:cNvSpPr>
              <a:spLocks noEditPoints="1"/>
            </p:cNvSpPr>
            <p:nvPr/>
          </p:nvSpPr>
          <p:spPr bwMode="auto">
            <a:xfrm>
              <a:off x="2085003" y="1547809"/>
              <a:ext cx="339404" cy="340770"/>
            </a:xfrm>
            <a:custGeom>
              <a:avLst/>
              <a:gdLst/>
              <a:ahLst/>
              <a:cxnLst>
                <a:cxn ang="0">
                  <a:pos x="219" y="91"/>
                </a:cxn>
                <a:cxn ang="0">
                  <a:pos x="166" y="110"/>
                </a:cxn>
                <a:cxn ang="0">
                  <a:pos x="123" y="147"/>
                </a:cxn>
                <a:cxn ang="0">
                  <a:pos x="96" y="197"/>
                </a:cxn>
                <a:cxn ang="0">
                  <a:pos x="87" y="251"/>
                </a:cxn>
                <a:cxn ang="0">
                  <a:pos x="97" y="306"/>
                </a:cxn>
                <a:cxn ang="0">
                  <a:pos x="126" y="354"/>
                </a:cxn>
                <a:cxn ang="0">
                  <a:pos x="170" y="390"/>
                </a:cxn>
                <a:cxn ang="0">
                  <a:pos x="223" y="410"/>
                </a:cxn>
                <a:cxn ang="0">
                  <a:pos x="279" y="408"/>
                </a:cxn>
                <a:cxn ang="0">
                  <a:pos x="330" y="389"/>
                </a:cxn>
                <a:cxn ang="0">
                  <a:pos x="373" y="352"/>
                </a:cxn>
                <a:cxn ang="0">
                  <a:pos x="401" y="301"/>
                </a:cxn>
                <a:cxn ang="0">
                  <a:pos x="409" y="247"/>
                </a:cxn>
                <a:cxn ang="0">
                  <a:pos x="399" y="193"/>
                </a:cxn>
                <a:cxn ang="0">
                  <a:pos x="370" y="145"/>
                </a:cxn>
                <a:cxn ang="0">
                  <a:pos x="326" y="108"/>
                </a:cxn>
                <a:cxn ang="0">
                  <a:pos x="274" y="90"/>
                </a:cxn>
                <a:cxn ang="0">
                  <a:pos x="241" y="0"/>
                </a:cxn>
                <a:cxn ang="0">
                  <a:pos x="310" y="8"/>
                </a:cxn>
                <a:cxn ang="0">
                  <a:pos x="376" y="35"/>
                </a:cxn>
                <a:cxn ang="0">
                  <a:pos x="433" y="82"/>
                </a:cxn>
                <a:cxn ang="0">
                  <a:pos x="472" y="141"/>
                </a:cxn>
                <a:cxn ang="0">
                  <a:pos x="494" y="207"/>
                </a:cxn>
                <a:cxn ang="0">
                  <a:pos x="495" y="278"/>
                </a:cxn>
                <a:cxn ang="0">
                  <a:pos x="478" y="345"/>
                </a:cxn>
                <a:cxn ang="0">
                  <a:pos x="441" y="407"/>
                </a:cxn>
                <a:cxn ang="0">
                  <a:pos x="387" y="456"/>
                </a:cxn>
                <a:cxn ang="0">
                  <a:pos x="324" y="487"/>
                </a:cxn>
                <a:cxn ang="0">
                  <a:pos x="256" y="499"/>
                </a:cxn>
                <a:cxn ang="0">
                  <a:pos x="187" y="491"/>
                </a:cxn>
                <a:cxn ang="0">
                  <a:pos x="121" y="464"/>
                </a:cxn>
                <a:cxn ang="0">
                  <a:pos x="64" y="418"/>
                </a:cxn>
                <a:cxn ang="0">
                  <a:pos x="25" y="358"/>
                </a:cxn>
                <a:cxn ang="0">
                  <a:pos x="3" y="292"/>
                </a:cxn>
                <a:cxn ang="0">
                  <a:pos x="2" y="222"/>
                </a:cxn>
                <a:cxn ang="0">
                  <a:pos x="19" y="155"/>
                </a:cxn>
                <a:cxn ang="0">
                  <a:pos x="56" y="92"/>
                </a:cxn>
                <a:cxn ang="0">
                  <a:pos x="110" y="43"/>
                </a:cxn>
                <a:cxn ang="0">
                  <a:pos x="173" y="13"/>
                </a:cxn>
                <a:cxn ang="0">
                  <a:pos x="241" y="0"/>
                </a:cxn>
              </a:cxnLst>
              <a:rect l="0" t="0" r="r" b="b"/>
              <a:pathLst>
                <a:path w="497" h="499">
                  <a:moveTo>
                    <a:pt x="246" y="88"/>
                  </a:moveTo>
                  <a:lnTo>
                    <a:pt x="219" y="91"/>
                  </a:lnTo>
                  <a:lnTo>
                    <a:pt x="192" y="98"/>
                  </a:lnTo>
                  <a:lnTo>
                    <a:pt x="166" y="110"/>
                  </a:lnTo>
                  <a:lnTo>
                    <a:pt x="144" y="126"/>
                  </a:lnTo>
                  <a:lnTo>
                    <a:pt x="123" y="147"/>
                  </a:lnTo>
                  <a:lnTo>
                    <a:pt x="107" y="171"/>
                  </a:lnTo>
                  <a:lnTo>
                    <a:pt x="96" y="197"/>
                  </a:lnTo>
                  <a:lnTo>
                    <a:pt x="89" y="224"/>
                  </a:lnTo>
                  <a:lnTo>
                    <a:pt x="87" y="251"/>
                  </a:lnTo>
                  <a:lnTo>
                    <a:pt x="90" y="280"/>
                  </a:lnTo>
                  <a:lnTo>
                    <a:pt x="97" y="306"/>
                  </a:lnTo>
                  <a:lnTo>
                    <a:pt x="110" y="331"/>
                  </a:lnTo>
                  <a:lnTo>
                    <a:pt x="126" y="354"/>
                  </a:lnTo>
                  <a:lnTo>
                    <a:pt x="146" y="374"/>
                  </a:lnTo>
                  <a:lnTo>
                    <a:pt x="170" y="390"/>
                  </a:lnTo>
                  <a:lnTo>
                    <a:pt x="196" y="403"/>
                  </a:lnTo>
                  <a:lnTo>
                    <a:pt x="223" y="410"/>
                  </a:lnTo>
                  <a:lnTo>
                    <a:pt x="250" y="411"/>
                  </a:lnTo>
                  <a:lnTo>
                    <a:pt x="279" y="408"/>
                  </a:lnTo>
                  <a:lnTo>
                    <a:pt x="305" y="400"/>
                  </a:lnTo>
                  <a:lnTo>
                    <a:pt x="330" y="389"/>
                  </a:lnTo>
                  <a:lnTo>
                    <a:pt x="352" y="372"/>
                  </a:lnTo>
                  <a:lnTo>
                    <a:pt x="373" y="352"/>
                  </a:lnTo>
                  <a:lnTo>
                    <a:pt x="388" y="328"/>
                  </a:lnTo>
                  <a:lnTo>
                    <a:pt x="401" y="301"/>
                  </a:lnTo>
                  <a:lnTo>
                    <a:pt x="408" y="275"/>
                  </a:lnTo>
                  <a:lnTo>
                    <a:pt x="409" y="247"/>
                  </a:lnTo>
                  <a:lnTo>
                    <a:pt x="407" y="220"/>
                  </a:lnTo>
                  <a:lnTo>
                    <a:pt x="399" y="193"/>
                  </a:lnTo>
                  <a:lnTo>
                    <a:pt x="387" y="167"/>
                  </a:lnTo>
                  <a:lnTo>
                    <a:pt x="370" y="145"/>
                  </a:lnTo>
                  <a:lnTo>
                    <a:pt x="350" y="124"/>
                  </a:lnTo>
                  <a:lnTo>
                    <a:pt x="326" y="108"/>
                  </a:lnTo>
                  <a:lnTo>
                    <a:pt x="300" y="97"/>
                  </a:lnTo>
                  <a:lnTo>
                    <a:pt x="274" y="90"/>
                  </a:lnTo>
                  <a:lnTo>
                    <a:pt x="246" y="88"/>
                  </a:lnTo>
                  <a:close/>
                  <a:moveTo>
                    <a:pt x="241" y="0"/>
                  </a:moveTo>
                  <a:lnTo>
                    <a:pt x="276" y="2"/>
                  </a:lnTo>
                  <a:lnTo>
                    <a:pt x="310" y="8"/>
                  </a:lnTo>
                  <a:lnTo>
                    <a:pt x="343" y="19"/>
                  </a:lnTo>
                  <a:lnTo>
                    <a:pt x="376" y="35"/>
                  </a:lnTo>
                  <a:lnTo>
                    <a:pt x="405" y="57"/>
                  </a:lnTo>
                  <a:lnTo>
                    <a:pt x="433" y="82"/>
                  </a:lnTo>
                  <a:lnTo>
                    <a:pt x="454" y="110"/>
                  </a:lnTo>
                  <a:lnTo>
                    <a:pt x="472" y="141"/>
                  </a:lnTo>
                  <a:lnTo>
                    <a:pt x="485" y="174"/>
                  </a:lnTo>
                  <a:lnTo>
                    <a:pt x="494" y="207"/>
                  </a:lnTo>
                  <a:lnTo>
                    <a:pt x="497" y="242"/>
                  </a:lnTo>
                  <a:lnTo>
                    <a:pt x="495" y="278"/>
                  </a:lnTo>
                  <a:lnTo>
                    <a:pt x="489" y="312"/>
                  </a:lnTo>
                  <a:lnTo>
                    <a:pt x="478" y="345"/>
                  </a:lnTo>
                  <a:lnTo>
                    <a:pt x="462" y="378"/>
                  </a:lnTo>
                  <a:lnTo>
                    <a:pt x="441" y="407"/>
                  </a:lnTo>
                  <a:lnTo>
                    <a:pt x="416" y="435"/>
                  </a:lnTo>
                  <a:lnTo>
                    <a:pt x="387" y="456"/>
                  </a:lnTo>
                  <a:lnTo>
                    <a:pt x="357" y="474"/>
                  </a:lnTo>
                  <a:lnTo>
                    <a:pt x="324" y="487"/>
                  </a:lnTo>
                  <a:lnTo>
                    <a:pt x="291" y="496"/>
                  </a:lnTo>
                  <a:lnTo>
                    <a:pt x="256" y="499"/>
                  </a:lnTo>
                  <a:lnTo>
                    <a:pt x="221" y="497"/>
                  </a:lnTo>
                  <a:lnTo>
                    <a:pt x="187" y="491"/>
                  </a:lnTo>
                  <a:lnTo>
                    <a:pt x="154" y="480"/>
                  </a:lnTo>
                  <a:lnTo>
                    <a:pt x="121" y="464"/>
                  </a:lnTo>
                  <a:lnTo>
                    <a:pt x="92" y="443"/>
                  </a:lnTo>
                  <a:lnTo>
                    <a:pt x="64" y="418"/>
                  </a:lnTo>
                  <a:lnTo>
                    <a:pt x="43" y="389"/>
                  </a:lnTo>
                  <a:lnTo>
                    <a:pt x="25" y="358"/>
                  </a:lnTo>
                  <a:lnTo>
                    <a:pt x="12" y="325"/>
                  </a:lnTo>
                  <a:lnTo>
                    <a:pt x="3" y="292"/>
                  </a:lnTo>
                  <a:lnTo>
                    <a:pt x="0" y="257"/>
                  </a:lnTo>
                  <a:lnTo>
                    <a:pt x="2" y="222"/>
                  </a:lnTo>
                  <a:lnTo>
                    <a:pt x="8" y="188"/>
                  </a:lnTo>
                  <a:lnTo>
                    <a:pt x="19" y="155"/>
                  </a:lnTo>
                  <a:lnTo>
                    <a:pt x="35" y="122"/>
                  </a:lnTo>
                  <a:lnTo>
                    <a:pt x="56" y="92"/>
                  </a:lnTo>
                  <a:lnTo>
                    <a:pt x="81" y="65"/>
                  </a:lnTo>
                  <a:lnTo>
                    <a:pt x="110" y="43"/>
                  </a:lnTo>
                  <a:lnTo>
                    <a:pt x="140" y="25"/>
                  </a:lnTo>
                  <a:lnTo>
                    <a:pt x="173" y="13"/>
                  </a:lnTo>
                  <a:lnTo>
                    <a:pt x="206" y="3"/>
                  </a:lnTo>
                  <a:lnTo>
                    <a:pt x="24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1" name="Freeform 7"/>
            <p:cNvSpPr>
              <a:spLocks/>
            </p:cNvSpPr>
            <p:nvPr/>
          </p:nvSpPr>
          <p:spPr bwMode="auto">
            <a:xfrm>
              <a:off x="1981201" y="1803216"/>
              <a:ext cx="204872" cy="229456"/>
            </a:xfrm>
            <a:custGeom>
              <a:avLst/>
              <a:gdLst/>
              <a:ahLst/>
              <a:cxnLst>
                <a:cxn ang="0">
                  <a:pos x="221" y="0"/>
                </a:cxn>
                <a:cxn ang="0">
                  <a:pos x="232" y="4"/>
                </a:cxn>
                <a:cxn ang="0">
                  <a:pos x="242" y="11"/>
                </a:cxn>
                <a:cxn ang="0">
                  <a:pos x="287" y="47"/>
                </a:cxn>
                <a:cxn ang="0">
                  <a:pos x="295" y="56"/>
                </a:cxn>
                <a:cxn ang="0">
                  <a:pos x="299" y="66"/>
                </a:cxn>
                <a:cxn ang="0">
                  <a:pos x="300" y="78"/>
                </a:cxn>
                <a:cxn ang="0">
                  <a:pos x="298" y="89"/>
                </a:cxn>
                <a:cxn ang="0">
                  <a:pos x="292" y="99"/>
                </a:cxn>
                <a:cxn ang="0">
                  <a:pos x="111" y="322"/>
                </a:cxn>
                <a:cxn ang="0">
                  <a:pos x="100" y="331"/>
                </a:cxn>
                <a:cxn ang="0">
                  <a:pos x="85" y="336"/>
                </a:cxn>
                <a:cxn ang="0">
                  <a:pos x="71" y="335"/>
                </a:cxn>
                <a:cxn ang="0">
                  <a:pos x="58" y="328"/>
                </a:cxn>
                <a:cxn ang="0">
                  <a:pos x="14" y="292"/>
                </a:cxn>
                <a:cxn ang="0">
                  <a:pos x="5" y="280"/>
                </a:cxn>
                <a:cxn ang="0">
                  <a:pos x="0" y="265"/>
                </a:cxn>
                <a:cxn ang="0">
                  <a:pos x="1" y="252"/>
                </a:cxn>
                <a:cxn ang="0">
                  <a:pos x="8" y="238"/>
                </a:cxn>
                <a:cxn ang="0">
                  <a:pos x="190" y="15"/>
                </a:cxn>
                <a:cxn ang="0">
                  <a:pos x="199" y="7"/>
                </a:cxn>
                <a:cxn ang="0">
                  <a:pos x="210" y="3"/>
                </a:cxn>
                <a:cxn ang="0">
                  <a:pos x="221" y="0"/>
                </a:cxn>
              </a:cxnLst>
              <a:rect l="0" t="0" r="r" b="b"/>
              <a:pathLst>
                <a:path w="300" h="336">
                  <a:moveTo>
                    <a:pt x="221" y="0"/>
                  </a:moveTo>
                  <a:lnTo>
                    <a:pt x="232" y="4"/>
                  </a:lnTo>
                  <a:lnTo>
                    <a:pt x="242" y="11"/>
                  </a:lnTo>
                  <a:lnTo>
                    <a:pt x="287" y="47"/>
                  </a:lnTo>
                  <a:lnTo>
                    <a:pt x="295" y="56"/>
                  </a:lnTo>
                  <a:lnTo>
                    <a:pt x="299" y="66"/>
                  </a:lnTo>
                  <a:lnTo>
                    <a:pt x="300" y="78"/>
                  </a:lnTo>
                  <a:lnTo>
                    <a:pt x="298" y="89"/>
                  </a:lnTo>
                  <a:lnTo>
                    <a:pt x="292" y="99"/>
                  </a:lnTo>
                  <a:lnTo>
                    <a:pt x="111" y="322"/>
                  </a:lnTo>
                  <a:lnTo>
                    <a:pt x="100" y="331"/>
                  </a:lnTo>
                  <a:lnTo>
                    <a:pt x="85" y="336"/>
                  </a:lnTo>
                  <a:lnTo>
                    <a:pt x="71" y="335"/>
                  </a:lnTo>
                  <a:lnTo>
                    <a:pt x="58" y="328"/>
                  </a:lnTo>
                  <a:lnTo>
                    <a:pt x="14" y="292"/>
                  </a:lnTo>
                  <a:lnTo>
                    <a:pt x="5" y="280"/>
                  </a:lnTo>
                  <a:lnTo>
                    <a:pt x="0" y="265"/>
                  </a:lnTo>
                  <a:lnTo>
                    <a:pt x="1" y="252"/>
                  </a:lnTo>
                  <a:lnTo>
                    <a:pt x="8" y="238"/>
                  </a:lnTo>
                  <a:lnTo>
                    <a:pt x="190" y="15"/>
                  </a:lnTo>
                  <a:lnTo>
                    <a:pt x="199" y="7"/>
                  </a:lnTo>
                  <a:lnTo>
                    <a:pt x="210" y="3"/>
                  </a:lnTo>
                  <a:lnTo>
                    <a:pt x="22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9" name="Group 28"/>
          <p:cNvGrpSpPr/>
          <p:nvPr/>
        </p:nvGrpSpPr>
        <p:grpSpPr>
          <a:xfrm>
            <a:off x="3362325" y="1924050"/>
            <a:ext cx="482814" cy="544275"/>
            <a:chOff x="2698251" y="1515030"/>
            <a:chExt cx="482814" cy="544275"/>
          </a:xfrm>
          <a:solidFill>
            <a:schemeClr val="bg1"/>
          </a:solidFill>
        </p:grpSpPr>
        <p:sp>
          <p:nvSpPr>
            <p:cNvPr id="1032" name="Freeform 8"/>
            <p:cNvSpPr>
              <a:spLocks noEditPoints="1"/>
            </p:cNvSpPr>
            <p:nvPr/>
          </p:nvSpPr>
          <p:spPr bwMode="auto">
            <a:xfrm>
              <a:off x="2698251" y="1575125"/>
              <a:ext cx="482814" cy="484180"/>
            </a:xfrm>
            <a:custGeom>
              <a:avLst/>
              <a:gdLst/>
              <a:ahLst/>
              <a:cxnLst>
                <a:cxn ang="0">
                  <a:pos x="79" y="78"/>
                </a:cxn>
                <a:cxn ang="0">
                  <a:pos x="79" y="631"/>
                </a:cxn>
                <a:cxn ang="0">
                  <a:pos x="629" y="631"/>
                </a:cxn>
                <a:cxn ang="0">
                  <a:pos x="629" y="78"/>
                </a:cxn>
                <a:cxn ang="0">
                  <a:pos x="79" y="78"/>
                </a:cxn>
                <a:cxn ang="0">
                  <a:pos x="71" y="0"/>
                </a:cxn>
                <a:cxn ang="0">
                  <a:pos x="637" y="0"/>
                </a:cxn>
                <a:cxn ang="0">
                  <a:pos x="655" y="2"/>
                </a:cxn>
                <a:cxn ang="0">
                  <a:pos x="672" y="10"/>
                </a:cxn>
                <a:cxn ang="0">
                  <a:pos x="687" y="20"/>
                </a:cxn>
                <a:cxn ang="0">
                  <a:pos x="697" y="35"/>
                </a:cxn>
                <a:cxn ang="0">
                  <a:pos x="705" y="52"/>
                </a:cxn>
                <a:cxn ang="0">
                  <a:pos x="707" y="70"/>
                </a:cxn>
                <a:cxn ang="0">
                  <a:pos x="707" y="638"/>
                </a:cxn>
                <a:cxn ang="0">
                  <a:pos x="705" y="657"/>
                </a:cxn>
                <a:cxn ang="0">
                  <a:pos x="697" y="674"/>
                </a:cxn>
                <a:cxn ang="0">
                  <a:pos x="687" y="688"/>
                </a:cxn>
                <a:cxn ang="0">
                  <a:pos x="672" y="699"/>
                </a:cxn>
                <a:cxn ang="0">
                  <a:pos x="655" y="706"/>
                </a:cxn>
                <a:cxn ang="0">
                  <a:pos x="637" y="709"/>
                </a:cxn>
                <a:cxn ang="0">
                  <a:pos x="71" y="709"/>
                </a:cxn>
                <a:cxn ang="0">
                  <a:pos x="53" y="706"/>
                </a:cxn>
                <a:cxn ang="0">
                  <a:pos x="36" y="699"/>
                </a:cxn>
                <a:cxn ang="0">
                  <a:pos x="21" y="688"/>
                </a:cxn>
                <a:cxn ang="0">
                  <a:pos x="11" y="674"/>
                </a:cxn>
                <a:cxn ang="0">
                  <a:pos x="3" y="657"/>
                </a:cxn>
                <a:cxn ang="0">
                  <a:pos x="0" y="638"/>
                </a:cxn>
                <a:cxn ang="0">
                  <a:pos x="0" y="70"/>
                </a:cxn>
                <a:cxn ang="0">
                  <a:pos x="3" y="52"/>
                </a:cxn>
                <a:cxn ang="0">
                  <a:pos x="11" y="35"/>
                </a:cxn>
                <a:cxn ang="0">
                  <a:pos x="21" y="20"/>
                </a:cxn>
                <a:cxn ang="0">
                  <a:pos x="36" y="10"/>
                </a:cxn>
                <a:cxn ang="0">
                  <a:pos x="53" y="2"/>
                </a:cxn>
                <a:cxn ang="0">
                  <a:pos x="71" y="0"/>
                </a:cxn>
              </a:cxnLst>
              <a:rect l="0" t="0" r="r" b="b"/>
              <a:pathLst>
                <a:path w="707" h="709">
                  <a:moveTo>
                    <a:pt x="79" y="78"/>
                  </a:moveTo>
                  <a:lnTo>
                    <a:pt x="79" y="631"/>
                  </a:lnTo>
                  <a:lnTo>
                    <a:pt x="629" y="631"/>
                  </a:lnTo>
                  <a:lnTo>
                    <a:pt x="629" y="78"/>
                  </a:lnTo>
                  <a:lnTo>
                    <a:pt x="79" y="78"/>
                  </a:lnTo>
                  <a:close/>
                  <a:moveTo>
                    <a:pt x="71" y="0"/>
                  </a:moveTo>
                  <a:lnTo>
                    <a:pt x="637" y="0"/>
                  </a:lnTo>
                  <a:lnTo>
                    <a:pt x="655" y="2"/>
                  </a:lnTo>
                  <a:lnTo>
                    <a:pt x="672" y="10"/>
                  </a:lnTo>
                  <a:lnTo>
                    <a:pt x="687" y="20"/>
                  </a:lnTo>
                  <a:lnTo>
                    <a:pt x="697" y="35"/>
                  </a:lnTo>
                  <a:lnTo>
                    <a:pt x="705" y="52"/>
                  </a:lnTo>
                  <a:lnTo>
                    <a:pt x="707" y="70"/>
                  </a:lnTo>
                  <a:lnTo>
                    <a:pt x="707" y="638"/>
                  </a:lnTo>
                  <a:lnTo>
                    <a:pt x="705" y="657"/>
                  </a:lnTo>
                  <a:lnTo>
                    <a:pt x="697" y="674"/>
                  </a:lnTo>
                  <a:lnTo>
                    <a:pt x="687" y="688"/>
                  </a:lnTo>
                  <a:lnTo>
                    <a:pt x="672" y="699"/>
                  </a:lnTo>
                  <a:lnTo>
                    <a:pt x="655" y="706"/>
                  </a:lnTo>
                  <a:lnTo>
                    <a:pt x="637" y="709"/>
                  </a:lnTo>
                  <a:lnTo>
                    <a:pt x="71" y="709"/>
                  </a:lnTo>
                  <a:lnTo>
                    <a:pt x="53" y="706"/>
                  </a:lnTo>
                  <a:lnTo>
                    <a:pt x="36" y="699"/>
                  </a:lnTo>
                  <a:lnTo>
                    <a:pt x="21" y="688"/>
                  </a:lnTo>
                  <a:lnTo>
                    <a:pt x="11" y="674"/>
                  </a:lnTo>
                  <a:lnTo>
                    <a:pt x="3" y="657"/>
                  </a:lnTo>
                  <a:lnTo>
                    <a:pt x="0" y="638"/>
                  </a:lnTo>
                  <a:lnTo>
                    <a:pt x="0" y="70"/>
                  </a:lnTo>
                  <a:lnTo>
                    <a:pt x="3" y="52"/>
                  </a:lnTo>
                  <a:lnTo>
                    <a:pt x="11" y="35"/>
                  </a:lnTo>
                  <a:lnTo>
                    <a:pt x="21" y="20"/>
                  </a:lnTo>
                  <a:lnTo>
                    <a:pt x="36" y="10"/>
                  </a:lnTo>
                  <a:lnTo>
                    <a:pt x="53" y="2"/>
                  </a:lnTo>
                  <a:lnTo>
                    <a:pt x="7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3" name="Freeform 9"/>
            <p:cNvSpPr>
              <a:spLocks/>
            </p:cNvSpPr>
            <p:nvPr/>
          </p:nvSpPr>
          <p:spPr bwMode="auto">
            <a:xfrm>
              <a:off x="2817077" y="1515030"/>
              <a:ext cx="55998" cy="172775"/>
            </a:xfrm>
            <a:custGeom>
              <a:avLst/>
              <a:gdLst/>
              <a:ahLst/>
              <a:cxnLst>
                <a:cxn ang="0">
                  <a:pos x="31" y="0"/>
                </a:cxn>
                <a:cxn ang="0">
                  <a:pos x="51" y="0"/>
                </a:cxn>
                <a:cxn ang="0">
                  <a:pos x="63" y="3"/>
                </a:cxn>
                <a:cxn ang="0">
                  <a:pos x="73" y="9"/>
                </a:cxn>
                <a:cxn ang="0">
                  <a:pos x="80" y="20"/>
                </a:cxn>
                <a:cxn ang="0">
                  <a:pos x="82" y="32"/>
                </a:cxn>
                <a:cxn ang="0">
                  <a:pos x="82" y="222"/>
                </a:cxn>
                <a:cxn ang="0">
                  <a:pos x="80" y="235"/>
                </a:cxn>
                <a:cxn ang="0">
                  <a:pos x="73" y="244"/>
                </a:cxn>
                <a:cxn ang="0">
                  <a:pos x="63" y="251"/>
                </a:cxn>
                <a:cxn ang="0">
                  <a:pos x="51" y="253"/>
                </a:cxn>
                <a:cxn ang="0">
                  <a:pos x="31" y="253"/>
                </a:cxn>
                <a:cxn ang="0">
                  <a:pos x="19" y="251"/>
                </a:cxn>
                <a:cxn ang="0">
                  <a:pos x="9" y="244"/>
                </a:cxn>
                <a:cxn ang="0">
                  <a:pos x="2" y="235"/>
                </a:cxn>
                <a:cxn ang="0">
                  <a:pos x="0" y="222"/>
                </a:cxn>
                <a:cxn ang="0">
                  <a:pos x="0" y="32"/>
                </a:cxn>
                <a:cxn ang="0">
                  <a:pos x="2" y="20"/>
                </a:cxn>
                <a:cxn ang="0">
                  <a:pos x="9" y="9"/>
                </a:cxn>
                <a:cxn ang="0">
                  <a:pos x="19" y="3"/>
                </a:cxn>
                <a:cxn ang="0">
                  <a:pos x="31" y="0"/>
                </a:cxn>
              </a:cxnLst>
              <a:rect l="0" t="0" r="r" b="b"/>
              <a:pathLst>
                <a:path w="82" h="253">
                  <a:moveTo>
                    <a:pt x="31" y="0"/>
                  </a:moveTo>
                  <a:lnTo>
                    <a:pt x="51" y="0"/>
                  </a:lnTo>
                  <a:lnTo>
                    <a:pt x="63" y="3"/>
                  </a:lnTo>
                  <a:lnTo>
                    <a:pt x="73" y="9"/>
                  </a:lnTo>
                  <a:lnTo>
                    <a:pt x="80" y="20"/>
                  </a:lnTo>
                  <a:lnTo>
                    <a:pt x="82" y="32"/>
                  </a:lnTo>
                  <a:lnTo>
                    <a:pt x="82" y="222"/>
                  </a:lnTo>
                  <a:lnTo>
                    <a:pt x="80" y="235"/>
                  </a:lnTo>
                  <a:lnTo>
                    <a:pt x="73" y="244"/>
                  </a:lnTo>
                  <a:lnTo>
                    <a:pt x="63" y="251"/>
                  </a:lnTo>
                  <a:lnTo>
                    <a:pt x="51" y="253"/>
                  </a:lnTo>
                  <a:lnTo>
                    <a:pt x="31" y="253"/>
                  </a:lnTo>
                  <a:lnTo>
                    <a:pt x="19" y="251"/>
                  </a:lnTo>
                  <a:lnTo>
                    <a:pt x="9" y="244"/>
                  </a:lnTo>
                  <a:lnTo>
                    <a:pt x="2" y="235"/>
                  </a:lnTo>
                  <a:lnTo>
                    <a:pt x="0" y="222"/>
                  </a:lnTo>
                  <a:lnTo>
                    <a:pt x="0" y="32"/>
                  </a:lnTo>
                  <a:lnTo>
                    <a:pt x="2" y="20"/>
                  </a:lnTo>
                  <a:lnTo>
                    <a:pt x="9" y="9"/>
                  </a:lnTo>
                  <a:lnTo>
                    <a:pt x="19" y="3"/>
                  </a:lnTo>
                  <a:lnTo>
                    <a:pt x="31"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4" name="Freeform 10"/>
            <p:cNvSpPr>
              <a:spLocks/>
            </p:cNvSpPr>
            <p:nvPr/>
          </p:nvSpPr>
          <p:spPr bwMode="auto">
            <a:xfrm>
              <a:off x="3004876" y="1515030"/>
              <a:ext cx="55998" cy="172775"/>
            </a:xfrm>
            <a:custGeom>
              <a:avLst/>
              <a:gdLst/>
              <a:ahLst/>
              <a:cxnLst>
                <a:cxn ang="0">
                  <a:pos x="32" y="0"/>
                </a:cxn>
                <a:cxn ang="0">
                  <a:pos x="51" y="0"/>
                </a:cxn>
                <a:cxn ang="0">
                  <a:pos x="64" y="3"/>
                </a:cxn>
                <a:cxn ang="0">
                  <a:pos x="73" y="9"/>
                </a:cxn>
                <a:cxn ang="0">
                  <a:pos x="79" y="20"/>
                </a:cxn>
                <a:cxn ang="0">
                  <a:pos x="82" y="32"/>
                </a:cxn>
                <a:cxn ang="0">
                  <a:pos x="82" y="222"/>
                </a:cxn>
                <a:cxn ang="0">
                  <a:pos x="79" y="235"/>
                </a:cxn>
                <a:cxn ang="0">
                  <a:pos x="73" y="244"/>
                </a:cxn>
                <a:cxn ang="0">
                  <a:pos x="64" y="251"/>
                </a:cxn>
                <a:cxn ang="0">
                  <a:pos x="51" y="253"/>
                </a:cxn>
                <a:cxn ang="0">
                  <a:pos x="32" y="253"/>
                </a:cxn>
                <a:cxn ang="0">
                  <a:pos x="19" y="251"/>
                </a:cxn>
                <a:cxn ang="0">
                  <a:pos x="9" y="244"/>
                </a:cxn>
                <a:cxn ang="0">
                  <a:pos x="2" y="235"/>
                </a:cxn>
                <a:cxn ang="0">
                  <a:pos x="0" y="222"/>
                </a:cxn>
                <a:cxn ang="0">
                  <a:pos x="0" y="32"/>
                </a:cxn>
                <a:cxn ang="0">
                  <a:pos x="2" y="20"/>
                </a:cxn>
                <a:cxn ang="0">
                  <a:pos x="9" y="9"/>
                </a:cxn>
                <a:cxn ang="0">
                  <a:pos x="19" y="3"/>
                </a:cxn>
                <a:cxn ang="0">
                  <a:pos x="32" y="0"/>
                </a:cxn>
              </a:cxnLst>
              <a:rect l="0" t="0" r="r" b="b"/>
              <a:pathLst>
                <a:path w="82" h="253">
                  <a:moveTo>
                    <a:pt x="32" y="0"/>
                  </a:moveTo>
                  <a:lnTo>
                    <a:pt x="51" y="0"/>
                  </a:lnTo>
                  <a:lnTo>
                    <a:pt x="64" y="3"/>
                  </a:lnTo>
                  <a:lnTo>
                    <a:pt x="73" y="9"/>
                  </a:lnTo>
                  <a:lnTo>
                    <a:pt x="79" y="20"/>
                  </a:lnTo>
                  <a:lnTo>
                    <a:pt x="82" y="32"/>
                  </a:lnTo>
                  <a:lnTo>
                    <a:pt x="82" y="222"/>
                  </a:lnTo>
                  <a:lnTo>
                    <a:pt x="79" y="235"/>
                  </a:lnTo>
                  <a:lnTo>
                    <a:pt x="73" y="244"/>
                  </a:lnTo>
                  <a:lnTo>
                    <a:pt x="64" y="251"/>
                  </a:lnTo>
                  <a:lnTo>
                    <a:pt x="51" y="253"/>
                  </a:lnTo>
                  <a:lnTo>
                    <a:pt x="32" y="253"/>
                  </a:lnTo>
                  <a:lnTo>
                    <a:pt x="19" y="251"/>
                  </a:lnTo>
                  <a:lnTo>
                    <a:pt x="9" y="244"/>
                  </a:lnTo>
                  <a:lnTo>
                    <a:pt x="2" y="235"/>
                  </a:lnTo>
                  <a:lnTo>
                    <a:pt x="0" y="222"/>
                  </a:lnTo>
                  <a:lnTo>
                    <a:pt x="0" y="32"/>
                  </a:lnTo>
                  <a:lnTo>
                    <a:pt x="2" y="20"/>
                  </a:lnTo>
                  <a:lnTo>
                    <a:pt x="9" y="9"/>
                  </a:lnTo>
                  <a:lnTo>
                    <a:pt x="19" y="3"/>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5" name="Freeform 11"/>
            <p:cNvSpPr>
              <a:spLocks/>
            </p:cNvSpPr>
            <p:nvPr/>
          </p:nvSpPr>
          <p:spPr bwMode="auto">
            <a:xfrm>
              <a:off x="2811614" y="1741754"/>
              <a:ext cx="258821" cy="48486"/>
            </a:xfrm>
            <a:custGeom>
              <a:avLst/>
              <a:gdLst/>
              <a:ahLst/>
              <a:cxnLst>
                <a:cxn ang="0">
                  <a:pos x="30" y="0"/>
                </a:cxn>
                <a:cxn ang="0">
                  <a:pos x="348" y="0"/>
                </a:cxn>
                <a:cxn ang="0">
                  <a:pos x="360" y="3"/>
                </a:cxn>
                <a:cxn ang="0">
                  <a:pos x="370" y="10"/>
                </a:cxn>
                <a:cxn ang="0">
                  <a:pos x="377" y="20"/>
                </a:cxn>
                <a:cxn ang="0">
                  <a:pos x="379" y="32"/>
                </a:cxn>
                <a:cxn ang="0">
                  <a:pos x="379" y="39"/>
                </a:cxn>
                <a:cxn ang="0">
                  <a:pos x="377" y="52"/>
                </a:cxn>
                <a:cxn ang="0">
                  <a:pos x="370" y="62"/>
                </a:cxn>
                <a:cxn ang="0">
                  <a:pos x="360" y="69"/>
                </a:cxn>
                <a:cxn ang="0">
                  <a:pos x="348" y="71"/>
                </a:cxn>
                <a:cxn ang="0">
                  <a:pos x="30" y="71"/>
                </a:cxn>
                <a:cxn ang="0">
                  <a:pos x="18" y="69"/>
                </a:cxn>
                <a:cxn ang="0">
                  <a:pos x="9" y="62"/>
                </a:cxn>
                <a:cxn ang="0">
                  <a:pos x="2" y="52"/>
                </a:cxn>
                <a:cxn ang="0">
                  <a:pos x="0" y="39"/>
                </a:cxn>
                <a:cxn ang="0">
                  <a:pos x="0" y="32"/>
                </a:cxn>
                <a:cxn ang="0">
                  <a:pos x="2" y="20"/>
                </a:cxn>
                <a:cxn ang="0">
                  <a:pos x="9" y="10"/>
                </a:cxn>
                <a:cxn ang="0">
                  <a:pos x="18" y="3"/>
                </a:cxn>
                <a:cxn ang="0">
                  <a:pos x="30" y="0"/>
                </a:cxn>
              </a:cxnLst>
              <a:rect l="0" t="0" r="r" b="b"/>
              <a:pathLst>
                <a:path w="379" h="71">
                  <a:moveTo>
                    <a:pt x="30" y="0"/>
                  </a:moveTo>
                  <a:lnTo>
                    <a:pt x="348" y="0"/>
                  </a:lnTo>
                  <a:lnTo>
                    <a:pt x="360" y="3"/>
                  </a:lnTo>
                  <a:lnTo>
                    <a:pt x="370" y="10"/>
                  </a:lnTo>
                  <a:lnTo>
                    <a:pt x="377" y="20"/>
                  </a:lnTo>
                  <a:lnTo>
                    <a:pt x="379" y="32"/>
                  </a:lnTo>
                  <a:lnTo>
                    <a:pt x="379" y="39"/>
                  </a:lnTo>
                  <a:lnTo>
                    <a:pt x="377" y="52"/>
                  </a:lnTo>
                  <a:lnTo>
                    <a:pt x="370" y="62"/>
                  </a:lnTo>
                  <a:lnTo>
                    <a:pt x="360" y="69"/>
                  </a:lnTo>
                  <a:lnTo>
                    <a:pt x="348" y="71"/>
                  </a:lnTo>
                  <a:lnTo>
                    <a:pt x="30" y="71"/>
                  </a:lnTo>
                  <a:lnTo>
                    <a:pt x="18" y="69"/>
                  </a:lnTo>
                  <a:lnTo>
                    <a:pt x="9" y="62"/>
                  </a:lnTo>
                  <a:lnTo>
                    <a:pt x="2" y="52"/>
                  </a:lnTo>
                  <a:lnTo>
                    <a:pt x="0" y="39"/>
                  </a:lnTo>
                  <a:lnTo>
                    <a:pt x="0" y="32"/>
                  </a:lnTo>
                  <a:lnTo>
                    <a:pt x="2" y="20"/>
                  </a:lnTo>
                  <a:lnTo>
                    <a:pt x="9" y="10"/>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6" name="Freeform 12"/>
            <p:cNvSpPr>
              <a:spLocks/>
            </p:cNvSpPr>
            <p:nvPr/>
          </p:nvSpPr>
          <p:spPr bwMode="auto">
            <a:xfrm>
              <a:off x="2811614" y="1814142"/>
              <a:ext cx="258821" cy="48486"/>
            </a:xfrm>
            <a:custGeom>
              <a:avLst/>
              <a:gdLst/>
              <a:ahLst/>
              <a:cxnLst>
                <a:cxn ang="0">
                  <a:pos x="30" y="0"/>
                </a:cxn>
                <a:cxn ang="0">
                  <a:pos x="348" y="0"/>
                </a:cxn>
                <a:cxn ang="0">
                  <a:pos x="360" y="3"/>
                </a:cxn>
                <a:cxn ang="0">
                  <a:pos x="370" y="9"/>
                </a:cxn>
                <a:cxn ang="0">
                  <a:pos x="377" y="20"/>
                </a:cxn>
                <a:cxn ang="0">
                  <a:pos x="379" y="32"/>
                </a:cxn>
                <a:cxn ang="0">
                  <a:pos x="379" y="39"/>
                </a:cxn>
                <a:cxn ang="0">
                  <a:pos x="377" y="51"/>
                </a:cxn>
                <a:cxn ang="0">
                  <a:pos x="370" y="62"/>
                </a:cxn>
                <a:cxn ang="0">
                  <a:pos x="360" y="68"/>
                </a:cxn>
                <a:cxn ang="0">
                  <a:pos x="348" y="71"/>
                </a:cxn>
                <a:cxn ang="0">
                  <a:pos x="30" y="71"/>
                </a:cxn>
                <a:cxn ang="0">
                  <a:pos x="18" y="68"/>
                </a:cxn>
                <a:cxn ang="0">
                  <a:pos x="9" y="62"/>
                </a:cxn>
                <a:cxn ang="0">
                  <a:pos x="2" y="51"/>
                </a:cxn>
                <a:cxn ang="0">
                  <a:pos x="0" y="39"/>
                </a:cxn>
                <a:cxn ang="0">
                  <a:pos x="0" y="32"/>
                </a:cxn>
                <a:cxn ang="0">
                  <a:pos x="2" y="20"/>
                </a:cxn>
                <a:cxn ang="0">
                  <a:pos x="9" y="9"/>
                </a:cxn>
                <a:cxn ang="0">
                  <a:pos x="18" y="3"/>
                </a:cxn>
                <a:cxn ang="0">
                  <a:pos x="30" y="0"/>
                </a:cxn>
              </a:cxnLst>
              <a:rect l="0" t="0" r="r" b="b"/>
              <a:pathLst>
                <a:path w="379" h="71">
                  <a:moveTo>
                    <a:pt x="30" y="0"/>
                  </a:moveTo>
                  <a:lnTo>
                    <a:pt x="348" y="0"/>
                  </a:lnTo>
                  <a:lnTo>
                    <a:pt x="360" y="3"/>
                  </a:lnTo>
                  <a:lnTo>
                    <a:pt x="370" y="9"/>
                  </a:lnTo>
                  <a:lnTo>
                    <a:pt x="377" y="20"/>
                  </a:lnTo>
                  <a:lnTo>
                    <a:pt x="379" y="32"/>
                  </a:lnTo>
                  <a:lnTo>
                    <a:pt x="379" y="39"/>
                  </a:lnTo>
                  <a:lnTo>
                    <a:pt x="377" y="51"/>
                  </a:lnTo>
                  <a:lnTo>
                    <a:pt x="370" y="62"/>
                  </a:lnTo>
                  <a:lnTo>
                    <a:pt x="360" y="68"/>
                  </a:lnTo>
                  <a:lnTo>
                    <a:pt x="348" y="71"/>
                  </a:lnTo>
                  <a:lnTo>
                    <a:pt x="30" y="71"/>
                  </a:lnTo>
                  <a:lnTo>
                    <a:pt x="18" y="68"/>
                  </a:lnTo>
                  <a:lnTo>
                    <a:pt x="9" y="62"/>
                  </a:lnTo>
                  <a:lnTo>
                    <a:pt x="2" y="51"/>
                  </a:lnTo>
                  <a:lnTo>
                    <a:pt x="0" y="39"/>
                  </a:lnTo>
                  <a:lnTo>
                    <a:pt x="0" y="32"/>
                  </a:lnTo>
                  <a:lnTo>
                    <a:pt x="2" y="20"/>
                  </a:lnTo>
                  <a:lnTo>
                    <a:pt x="9" y="9"/>
                  </a:lnTo>
                  <a:lnTo>
                    <a:pt x="18" y="3"/>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7" name="Freeform 13"/>
            <p:cNvSpPr>
              <a:spLocks/>
            </p:cNvSpPr>
            <p:nvPr/>
          </p:nvSpPr>
          <p:spPr bwMode="auto">
            <a:xfrm>
              <a:off x="2811614" y="1890628"/>
              <a:ext cx="258821" cy="47803"/>
            </a:xfrm>
            <a:custGeom>
              <a:avLst/>
              <a:gdLst/>
              <a:ahLst/>
              <a:cxnLst>
                <a:cxn ang="0">
                  <a:pos x="30" y="0"/>
                </a:cxn>
                <a:cxn ang="0">
                  <a:pos x="348" y="0"/>
                </a:cxn>
                <a:cxn ang="0">
                  <a:pos x="360" y="2"/>
                </a:cxn>
                <a:cxn ang="0">
                  <a:pos x="370" y="9"/>
                </a:cxn>
                <a:cxn ang="0">
                  <a:pos x="377" y="19"/>
                </a:cxn>
                <a:cxn ang="0">
                  <a:pos x="379" y="32"/>
                </a:cxn>
                <a:cxn ang="0">
                  <a:pos x="379" y="38"/>
                </a:cxn>
                <a:cxn ang="0">
                  <a:pos x="377" y="51"/>
                </a:cxn>
                <a:cxn ang="0">
                  <a:pos x="370" y="61"/>
                </a:cxn>
                <a:cxn ang="0">
                  <a:pos x="360" y="68"/>
                </a:cxn>
                <a:cxn ang="0">
                  <a:pos x="348" y="70"/>
                </a:cxn>
                <a:cxn ang="0">
                  <a:pos x="30" y="70"/>
                </a:cxn>
                <a:cxn ang="0">
                  <a:pos x="18" y="68"/>
                </a:cxn>
                <a:cxn ang="0">
                  <a:pos x="9" y="61"/>
                </a:cxn>
                <a:cxn ang="0">
                  <a:pos x="2" y="51"/>
                </a:cxn>
                <a:cxn ang="0">
                  <a:pos x="0" y="38"/>
                </a:cxn>
                <a:cxn ang="0">
                  <a:pos x="0" y="32"/>
                </a:cxn>
                <a:cxn ang="0">
                  <a:pos x="2" y="19"/>
                </a:cxn>
                <a:cxn ang="0">
                  <a:pos x="9" y="9"/>
                </a:cxn>
                <a:cxn ang="0">
                  <a:pos x="18" y="2"/>
                </a:cxn>
                <a:cxn ang="0">
                  <a:pos x="30" y="0"/>
                </a:cxn>
              </a:cxnLst>
              <a:rect l="0" t="0" r="r" b="b"/>
              <a:pathLst>
                <a:path w="379" h="70">
                  <a:moveTo>
                    <a:pt x="30" y="0"/>
                  </a:moveTo>
                  <a:lnTo>
                    <a:pt x="348" y="0"/>
                  </a:lnTo>
                  <a:lnTo>
                    <a:pt x="360" y="2"/>
                  </a:lnTo>
                  <a:lnTo>
                    <a:pt x="370" y="9"/>
                  </a:lnTo>
                  <a:lnTo>
                    <a:pt x="377" y="19"/>
                  </a:lnTo>
                  <a:lnTo>
                    <a:pt x="379" y="32"/>
                  </a:lnTo>
                  <a:lnTo>
                    <a:pt x="379" y="38"/>
                  </a:lnTo>
                  <a:lnTo>
                    <a:pt x="377" y="51"/>
                  </a:lnTo>
                  <a:lnTo>
                    <a:pt x="370" y="61"/>
                  </a:lnTo>
                  <a:lnTo>
                    <a:pt x="360" y="68"/>
                  </a:lnTo>
                  <a:lnTo>
                    <a:pt x="348" y="70"/>
                  </a:lnTo>
                  <a:lnTo>
                    <a:pt x="30" y="70"/>
                  </a:lnTo>
                  <a:lnTo>
                    <a:pt x="18" y="68"/>
                  </a:lnTo>
                  <a:lnTo>
                    <a:pt x="9" y="61"/>
                  </a:lnTo>
                  <a:lnTo>
                    <a:pt x="2" y="51"/>
                  </a:lnTo>
                  <a:lnTo>
                    <a:pt x="0" y="38"/>
                  </a:lnTo>
                  <a:lnTo>
                    <a:pt x="0" y="32"/>
                  </a:lnTo>
                  <a:lnTo>
                    <a:pt x="2" y="19"/>
                  </a:lnTo>
                  <a:lnTo>
                    <a:pt x="9" y="9"/>
                  </a:lnTo>
                  <a:lnTo>
                    <a:pt x="18" y="2"/>
                  </a:lnTo>
                  <a:lnTo>
                    <a:pt x="3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30" name="Group 29"/>
          <p:cNvGrpSpPr/>
          <p:nvPr/>
        </p:nvGrpSpPr>
        <p:grpSpPr>
          <a:xfrm>
            <a:off x="5276850" y="1990725"/>
            <a:ext cx="515593" cy="493740"/>
            <a:chOff x="3359303" y="1601759"/>
            <a:chExt cx="515593" cy="493740"/>
          </a:xfrm>
          <a:solidFill>
            <a:schemeClr val="bg1"/>
          </a:solidFill>
        </p:grpSpPr>
        <p:sp>
          <p:nvSpPr>
            <p:cNvPr id="1038" name="Freeform 14"/>
            <p:cNvSpPr>
              <a:spLocks noEditPoints="1"/>
            </p:cNvSpPr>
            <p:nvPr/>
          </p:nvSpPr>
          <p:spPr bwMode="auto">
            <a:xfrm>
              <a:off x="3359303" y="1601759"/>
              <a:ext cx="515593" cy="376964"/>
            </a:xfrm>
            <a:custGeom>
              <a:avLst/>
              <a:gdLst/>
              <a:ahLst/>
              <a:cxnLst>
                <a:cxn ang="0">
                  <a:pos x="69" y="72"/>
                </a:cxn>
                <a:cxn ang="0">
                  <a:pos x="69" y="477"/>
                </a:cxn>
                <a:cxn ang="0">
                  <a:pos x="683" y="477"/>
                </a:cxn>
                <a:cxn ang="0">
                  <a:pos x="683" y="72"/>
                </a:cxn>
                <a:cxn ang="0">
                  <a:pos x="69" y="72"/>
                </a:cxn>
                <a:cxn ang="0">
                  <a:pos x="32" y="0"/>
                </a:cxn>
                <a:cxn ang="0">
                  <a:pos x="723" y="0"/>
                </a:cxn>
                <a:cxn ang="0">
                  <a:pos x="735" y="2"/>
                </a:cxn>
                <a:cxn ang="0">
                  <a:pos x="746" y="9"/>
                </a:cxn>
                <a:cxn ang="0">
                  <a:pos x="752" y="19"/>
                </a:cxn>
                <a:cxn ang="0">
                  <a:pos x="755" y="31"/>
                </a:cxn>
                <a:cxn ang="0">
                  <a:pos x="755" y="521"/>
                </a:cxn>
                <a:cxn ang="0">
                  <a:pos x="752" y="533"/>
                </a:cxn>
                <a:cxn ang="0">
                  <a:pos x="746" y="543"/>
                </a:cxn>
                <a:cxn ang="0">
                  <a:pos x="735" y="550"/>
                </a:cxn>
                <a:cxn ang="0">
                  <a:pos x="723" y="552"/>
                </a:cxn>
                <a:cxn ang="0">
                  <a:pos x="32" y="552"/>
                </a:cxn>
                <a:cxn ang="0">
                  <a:pos x="19" y="550"/>
                </a:cxn>
                <a:cxn ang="0">
                  <a:pos x="9" y="543"/>
                </a:cxn>
                <a:cxn ang="0">
                  <a:pos x="2" y="533"/>
                </a:cxn>
                <a:cxn ang="0">
                  <a:pos x="0" y="521"/>
                </a:cxn>
                <a:cxn ang="0">
                  <a:pos x="0" y="31"/>
                </a:cxn>
                <a:cxn ang="0">
                  <a:pos x="2" y="19"/>
                </a:cxn>
                <a:cxn ang="0">
                  <a:pos x="9" y="9"/>
                </a:cxn>
                <a:cxn ang="0">
                  <a:pos x="19" y="2"/>
                </a:cxn>
                <a:cxn ang="0">
                  <a:pos x="32" y="0"/>
                </a:cxn>
              </a:cxnLst>
              <a:rect l="0" t="0" r="r" b="b"/>
              <a:pathLst>
                <a:path w="755" h="552">
                  <a:moveTo>
                    <a:pt x="69" y="72"/>
                  </a:moveTo>
                  <a:lnTo>
                    <a:pt x="69" y="477"/>
                  </a:lnTo>
                  <a:lnTo>
                    <a:pt x="683" y="477"/>
                  </a:lnTo>
                  <a:lnTo>
                    <a:pt x="683" y="72"/>
                  </a:lnTo>
                  <a:lnTo>
                    <a:pt x="69" y="72"/>
                  </a:lnTo>
                  <a:close/>
                  <a:moveTo>
                    <a:pt x="32" y="0"/>
                  </a:moveTo>
                  <a:lnTo>
                    <a:pt x="723" y="0"/>
                  </a:lnTo>
                  <a:lnTo>
                    <a:pt x="735" y="2"/>
                  </a:lnTo>
                  <a:lnTo>
                    <a:pt x="746" y="9"/>
                  </a:lnTo>
                  <a:lnTo>
                    <a:pt x="752" y="19"/>
                  </a:lnTo>
                  <a:lnTo>
                    <a:pt x="755" y="31"/>
                  </a:lnTo>
                  <a:lnTo>
                    <a:pt x="755" y="521"/>
                  </a:lnTo>
                  <a:lnTo>
                    <a:pt x="752" y="533"/>
                  </a:lnTo>
                  <a:lnTo>
                    <a:pt x="746" y="543"/>
                  </a:lnTo>
                  <a:lnTo>
                    <a:pt x="735" y="550"/>
                  </a:lnTo>
                  <a:lnTo>
                    <a:pt x="723" y="552"/>
                  </a:lnTo>
                  <a:lnTo>
                    <a:pt x="32" y="552"/>
                  </a:lnTo>
                  <a:lnTo>
                    <a:pt x="19" y="550"/>
                  </a:lnTo>
                  <a:lnTo>
                    <a:pt x="9" y="543"/>
                  </a:lnTo>
                  <a:lnTo>
                    <a:pt x="2" y="533"/>
                  </a:lnTo>
                  <a:lnTo>
                    <a:pt x="0" y="521"/>
                  </a:lnTo>
                  <a:lnTo>
                    <a:pt x="0" y="31"/>
                  </a:lnTo>
                  <a:lnTo>
                    <a:pt x="2" y="19"/>
                  </a:lnTo>
                  <a:lnTo>
                    <a:pt x="9" y="9"/>
                  </a:lnTo>
                  <a:lnTo>
                    <a:pt x="19" y="2"/>
                  </a:lnTo>
                  <a:lnTo>
                    <a:pt x="32"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39" name="Freeform 15"/>
            <p:cNvSpPr>
              <a:spLocks/>
            </p:cNvSpPr>
            <p:nvPr/>
          </p:nvSpPr>
          <p:spPr bwMode="auto">
            <a:xfrm>
              <a:off x="3489055" y="2012185"/>
              <a:ext cx="255406" cy="83314"/>
            </a:xfrm>
            <a:custGeom>
              <a:avLst/>
              <a:gdLst/>
              <a:ahLst/>
              <a:cxnLst>
                <a:cxn ang="0">
                  <a:pos x="0" y="0"/>
                </a:cxn>
                <a:cxn ang="0">
                  <a:pos x="374" y="0"/>
                </a:cxn>
                <a:cxn ang="0">
                  <a:pos x="358" y="30"/>
                </a:cxn>
                <a:cxn ang="0">
                  <a:pos x="338" y="56"/>
                </a:cxn>
                <a:cxn ang="0">
                  <a:pos x="314" y="79"/>
                </a:cxn>
                <a:cxn ang="0">
                  <a:pos x="286" y="97"/>
                </a:cxn>
                <a:cxn ang="0">
                  <a:pos x="255" y="111"/>
                </a:cxn>
                <a:cxn ang="0">
                  <a:pos x="223" y="119"/>
                </a:cxn>
                <a:cxn ang="0">
                  <a:pos x="187" y="122"/>
                </a:cxn>
                <a:cxn ang="0">
                  <a:pos x="152" y="119"/>
                </a:cxn>
                <a:cxn ang="0">
                  <a:pos x="119" y="111"/>
                </a:cxn>
                <a:cxn ang="0">
                  <a:pos x="89" y="97"/>
                </a:cxn>
                <a:cxn ang="0">
                  <a:pos x="60" y="79"/>
                </a:cxn>
                <a:cxn ang="0">
                  <a:pos x="37" y="56"/>
                </a:cxn>
                <a:cxn ang="0">
                  <a:pos x="16" y="30"/>
                </a:cxn>
                <a:cxn ang="0">
                  <a:pos x="0" y="0"/>
                </a:cxn>
              </a:cxnLst>
              <a:rect l="0" t="0" r="r" b="b"/>
              <a:pathLst>
                <a:path w="374" h="122">
                  <a:moveTo>
                    <a:pt x="0" y="0"/>
                  </a:moveTo>
                  <a:lnTo>
                    <a:pt x="374" y="0"/>
                  </a:lnTo>
                  <a:lnTo>
                    <a:pt x="358" y="30"/>
                  </a:lnTo>
                  <a:lnTo>
                    <a:pt x="338" y="56"/>
                  </a:lnTo>
                  <a:lnTo>
                    <a:pt x="314" y="79"/>
                  </a:lnTo>
                  <a:lnTo>
                    <a:pt x="286" y="97"/>
                  </a:lnTo>
                  <a:lnTo>
                    <a:pt x="255" y="111"/>
                  </a:lnTo>
                  <a:lnTo>
                    <a:pt x="223" y="119"/>
                  </a:lnTo>
                  <a:lnTo>
                    <a:pt x="187" y="122"/>
                  </a:lnTo>
                  <a:lnTo>
                    <a:pt x="152" y="119"/>
                  </a:lnTo>
                  <a:lnTo>
                    <a:pt x="119" y="111"/>
                  </a:lnTo>
                  <a:lnTo>
                    <a:pt x="89" y="97"/>
                  </a:lnTo>
                  <a:lnTo>
                    <a:pt x="60" y="79"/>
                  </a:lnTo>
                  <a:lnTo>
                    <a:pt x="37" y="56"/>
                  </a:lnTo>
                  <a:lnTo>
                    <a:pt x="16" y="30"/>
                  </a:lnTo>
                  <a:lnTo>
                    <a:pt x="0" y="0"/>
                  </a:lnTo>
                  <a:close/>
                </a:path>
              </a:pathLst>
            </a:custGeom>
            <a:grp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40" name="Freeform 16"/>
          <p:cNvSpPr>
            <a:spLocks/>
          </p:cNvSpPr>
          <p:nvPr/>
        </p:nvSpPr>
        <p:spPr bwMode="auto">
          <a:xfrm>
            <a:off x="7229475" y="2066925"/>
            <a:ext cx="463693" cy="288869"/>
          </a:xfrm>
          <a:custGeom>
            <a:avLst/>
            <a:gdLst/>
            <a:ahLst/>
            <a:cxnLst>
              <a:cxn ang="0">
                <a:pos x="418" y="0"/>
              </a:cxn>
              <a:cxn ang="0">
                <a:pos x="679" y="0"/>
              </a:cxn>
              <a:cxn ang="0">
                <a:pos x="679" y="257"/>
              </a:cxn>
              <a:cxn ang="0">
                <a:pos x="614" y="192"/>
              </a:cxn>
              <a:cxn ang="0">
                <a:pos x="387" y="423"/>
              </a:cxn>
              <a:cxn ang="0">
                <a:pos x="257" y="293"/>
              </a:cxn>
              <a:cxn ang="0">
                <a:pos x="127" y="423"/>
              </a:cxn>
              <a:cxn ang="0">
                <a:pos x="0" y="290"/>
              </a:cxn>
              <a:cxn ang="0">
                <a:pos x="257" y="34"/>
              </a:cxn>
              <a:cxn ang="0">
                <a:pos x="387" y="162"/>
              </a:cxn>
              <a:cxn ang="0">
                <a:pos x="482" y="68"/>
              </a:cxn>
              <a:cxn ang="0">
                <a:pos x="418" y="0"/>
              </a:cxn>
            </a:cxnLst>
            <a:rect l="0" t="0" r="r" b="b"/>
            <a:pathLst>
              <a:path w="679" h="423">
                <a:moveTo>
                  <a:pt x="418" y="0"/>
                </a:moveTo>
                <a:lnTo>
                  <a:pt x="679" y="0"/>
                </a:lnTo>
                <a:lnTo>
                  <a:pt x="679" y="257"/>
                </a:lnTo>
                <a:lnTo>
                  <a:pt x="614" y="192"/>
                </a:lnTo>
                <a:lnTo>
                  <a:pt x="387" y="423"/>
                </a:lnTo>
                <a:lnTo>
                  <a:pt x="257" y="293"/>
                </a:lnTo>
                <a:lnTo>
                  <a:pt x="127" y="423"/>
                </a:lnTo>
                <a:lnTo>
                  <a:pt x="0" y="290"/>
                </a:lnTo>
                <a:lnTo>
                  <a:pt x="257" y="34"/>
                </a:lnTo>
                <a:lnTo>
                  <a:pt x="387" y="162"/>
                </a:lnTo>
                <a:lnTo>
                  <a:pt x="482" y="68"/>
                </a:lnTo>
                <a:lnTo>
                  <a:pt x="418"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TextBox 32"/>
          <p:cNvSpPr txBox="1"/>
          <p:nvPr/>
        </p:nvSpPr>
        <p:spPr>
          <a:xfrm>
            <a:off x="4724400" y="2929176"/>
            <a:ext cx="1600200" cy="307777"/>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Page Parameters</a:t>
            </a:r>
            <a:endParaRPr lang="en-US" sz="1100" dirty="0">
              <a:solidFill>
                <a:schemeClr val="bg1">
                  <a:lumMod val="50000"/>
                </a:schemeClr>
              </a:solidFill>
              <a:latin typeface="Arial" pitchFamily="34" charset="0"/>
              <a:cs typeface="Arial" pitchFamily="34" charset="0"/>
            </a:endParaRPr>
          </a:p>
        </p:txBody>
      </p:sp>
      <p:sp>
        <p:nvSpPr>
          <p:cNvPr id="34" name="TextBox 33"/>
          <p:cNvSpPr txBox="1"/>
          <p:nvPr/>
        </p:nvSpPr>
        <p:spPr>
          <a:xfrm>
            <a:off x="2809875" y="2929176"/>
            <a:ext cx="1600200" cy="584775"/>
          </a:xfrm>
          <a:prstGeom prst="rect">
            <a:avLst/>
          </a:prstGeom>
          <a:noFill/>
        </p:spPr>
        <p:txBody>
          <a:bodyPr wrap="square" rtlCol="0">
            <a:spAutoFit/>
          </a:bodyPr>
          <a:lstStyle/>
          <a:p>
            <a:pPr algn="ctr"/>
            <a:r>
              <a:rPr lang="en-US" sz="1600" dirty="0">
                <a:solidFill>
                  <a:srgbClr val="0563B8"/>
                </a:solidFill>
                <a:latin typeface="Arial" pitchFamily="34" charset="0"/>
                <a:cs typeface="Arial" pitchFamily="34" charset="0"/>
              </a:rPr>
              <a:t>Create another page</a:t>
            </a:r>
            <a:endParaRPr lang="en-US" sz="1100" dirty="0">
              <a:solidFill>
                <a:schemeClr val="bg1">
                  <a:lumMod val="50000"/>
                </a:schemeClr>
              </a:solidFill>
              <a:latin typeface="Arial" pitchFamily="34" charset="0"/>
              <a:cs typeface="Arial" pitchFamily="34" charset="0"/>
            </a:endParaRPr>
          </a:p>
        </p:txBody>
      </p:sp>
      <p:sp>
        <p:nvSpPr>
          <p:cNvPr id="35" name="TextBox 34"/>
          <p:cNvSpPr txBox="1"/>
          <p:nvPr/>
        </p:nvSpPr>
        <p:spPr>
          <a:xfrm>
            <a:off x="885825" y="2929176"/>
            <a:ext cx="1600200" cy="738664"/>
          </a:xfrm>
          <a:prstGeom prst="rect">
            <a:avLst/>
          </a:prstGeom>
          <a:noFill/>
        </p:spPr>
        <p:txBody>
          <a:bodyPr wrap="square" rtlCol="0">
            <a:spAutoFit/>
          </a:bodyPr>
          <a:lstStyle/>
          <a:p>
            <a:pPr algn="ctr"/>
            <a:r>
              <a:rPr lang="en-US" sz="1400" dirty="0">
                <a:solidFill>
                  <a:srgbClr val="0563B8"/>
                </a:solidFill>
                <a:latin typeface="Arial" pitchFamily="34" charset="0"/>
                <a:cs typeface="Arial" pitchFamily="34" charset="0"/>
              </a:rPr>
              <a:t>Load data from OData Connections</a:t>
            </a:r>
            <a:endParaRPr lang="en-US" sz="1100" dirty="0">
              <a:solidFill>
                <a:schemeClr val="bg1">
                  <a:lumMod val="50000"/>
                </a:schemeClr>
              </a:solidFill>
              <a:latin typeface="Arial" pitchFamily="34" charset="0"/>
              <a:cs typeface="Arial" pitchFamily="34" charset="0"/>
            </a:endParaRPr>
          </a:p>
        </p:txBody>
      </p:sp>
    </p:spTree>
    <p:extLst>
      <p:ext uri="{BB962C8B-B14F-4D97-AF65-F5344CB8AC3E}">
        <p14:creationId xmlns:p14="http://schemas.microsoft.com/office/powerpoint/2010/main" val="34123259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D847A-1EC7-E6DF-7AA9-D36588B7231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EACF7D5-65B9-9897-7F77-D4A9D52BA392}"/>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1D2B919B-5DB7-6FF9-6E75-86AE4A9536E5}"/>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4" name="Title 3">
            <a:extLst>
              <a:ext uri="{FF2B5EF4-FFF2-40B4-BE49-F238E27FC236}">
                <a16:creationId xmlns:a16="http://schemas.microsoft.com/office/drawing/2014/main" id="{66E6DCCC-BCD9-47C8-F89E-38DBC4F2850E}"/>
              </a:ext>
            </a:extLst>
          </p:cNvPr>
          <p:cNvSpPr>
            <a:spLocks noGrp="1"/>
          </p:cNvSpPr>
          <p:nvPr>
            <p:ph type="title"/>
          </p:nvPr>
        </p:nvSpPr>
        <p:spPr/>
        <p:txBody>
          <a:bodyPr/>
          <a:lstStyle/>
          <a:p>
            <a:endParaRPr lang="en-IN"/>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0DCFA913-7DC6-B81C-6E46-547013DB4B28}"/>
                  </a:ext>
                </a:extLst>
              </p14:cNvPr>
              <p14:cNvContentPartPr/>
              <p14:nvPr/>
            </p14:nvContentPartPr>
            <p14:xfrm>
              <a:off x="1315357" y="-14658"/>
              <a:ext cx="360" cy="360"/>
            </p14:xfrm>
          </p:contentPart>
        </mc:Choice>
        <mc:Fallback xmlns="">
          <p:pic>
            <p:nvPicPr>
              <p:cNvPr id="5" name="Ink 4">
                <a:extLst>
                  <a:ext uri="{FF2B5EF4-FFF2-40B4-BE49-F238E27FC236}">
                    <a16:creationId xmlns:a16="http://schemas.microsoft.com/office/drawing/2014/main" id="{AB080056-AF3B-2DD1-1233-CD37BCC6426B}"/>
                  </a:ext>
                </a:extLst>
              </p:cNvPr>
              <p:cNvPicPr/>
              <p:nvPr/>
            </p:nvPicPr>
            <p:blipFill>
              <a:blip r:embed="rId3"/>
              <a:stretch>
                <a:fillRect/>
              </a:stretch>
            </p:blipFill>
            <p:spPr>
              <a:xfrm>
                <a:off x="1306357" y="-23658"/>
                <a:ext cx="180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7" name="Ink 6">
                <a:extLst>
                  <a:ext uri="{FF2B5EF4-FFF2-40B4-BE49-F238E27FC236}">
                    <a16:creationId xmlns:a16="http://schemas.microsoft.com/office/drawing/2014/main" id="{F876F616-D396-2DF3-46E4-C5626486E7C9}"/>
                  </a:ext>
                </a:extLst>
              </p14:cNvPr>
              <p14:cNvContentPartPr/>
              <p14:nvPr/>
            </p14:nvContentPartPr>
            <p14:xfrm>
              <a:off x="717390" y="1608942"/>
              <a:ext cx="1736280" cy="2193840"/>
            </p14:xfrm>
          </p:contentPart>
        </mc:Choice>
        <mc:Fallback>
          <p:pic>
            <p:nvPicPr>
              <p:cNvPr id="7" name="Ink 6">
                <a:extLst>
                  <a:ext uri="{FF2B5EF4-FFF2-40B4-BE49-F238E27FC236}">
                    <a16:creationId xmlns:a16="http://schemas.microsoft.com/office/drawing/2014/main" id="{F876F616-D396-2DF3-46E4-C5626486E7C9}"/>
                  </a:ext>
                </a:extLst>
              </p:cNvPr>
              <p:cNvPicPr/>
              <p:nvPr/>
            </p:nvPicPr>
            <p:blipFill>
              <a:blip r:embed="rId5"/>
              <a:stretch>
                <a:fillRect/>
              </a:stretch>
            </p:blipFill>
            <p:spPr>
              <a:xfrm>
                <a:off x="708390" y="1599942"/>
                <a:ext cx="1753920" cy="221148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63" name="Ink 62">
                <a:extLst>
                  <a:ext uri="{FF2B5EF4-FFF2-40B4-BE49-F238E27FC236}">
                    <a16:creationId xmlns:a16="http://schemas.microsoft.com/office/drawing/2014/main" id="{FEACFA11-893C-987E-A91A-2986B32514D0}"/>
                  </a:ext>
                </a:extLst>
              </p14:cNvPr>
              <p14:cNvContentPartPr/>
              <p14:nvPr/>
            </p14:nvContentPartPr>
            <p14:xfrm>
              <a:off x="1862190" y="4643382"/>
              <a:ext cx="369720" cy="361440"/>
            </p14:xfrm>
          </p:contentPart>
        </mc:Choice>
        <mc:Fallback>
          <p:pic>
            <p:nvPicPr>
              <p:cNvPr id="63" name="Ink 62">
                <a:extLst>
                  <a:ext uri="{FF2B5EF4-FFF2-40B4-BE49-F238E27FC236}">
                    <a16:creationId xmlns:a16="http://schemas.microsoft.com/office/drawing/2014/main" id="{FEACFA11-893C-987E-A91A-2986B32514D0}"/>
                  </a:ext>
                </a:extLst>
              </p:cNvPr>
              <p:cNvPicPr/>
              <p:nvPr/>
            </p:nvPicPr>
            <p:blipFill>
              <a:blip r:embed="rId7"/>
              <a:stretch>
                <a:fillRect/>
              </a:stretch>
            </p:blipFill>
            <p:spPr>
              <a:xfrm>
                <a:off x="1853550" y="4634382"/>
                <a:ext cx="387360" cy="37908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90" name="Ink 89">
                <a:extLst>
                  <a:ext uri="{FF2B5EF4-FFF2-40B4-BE49-F238E27FC236}">
                    <a16:creationId xmlns:a16="http://schemas.microsoft.com/office/drawing/2014/main" id="{B580BA38-DF6F-0BE1-D064-7109B23DEEB6}"/>
                  </a:ext>
                </a:extLst>
              </p14:cNvPr>
              <p14:cNvContentPartPr/>
              <p14:nvPr/>
            </p14:nvContentPartPr>
            <p14:xfrm>
              <a:off x="3095550" y="4110582"/>
              <a:ext cx="329760" cy="400680"/>
            </p14:xfrm>
          </p:contentPart>
        </mc:Choice>
        <mc:Fallback>
          <p:pic>
            <p:nvPicPr>
              <p:cNvPr id="90" name="Ink 89">
                <a:extLst>
                  <a:ext uri="{FF2B5EF4-FFF2-40B4-BE49-F238E27FC236}">
                    <a16:creationId xmlns:a16="http://schemas.microsoft.com/office/drawing/2014/main" id="{B580BA38-DF6F-0BE1-D064-7109B23DEEB6}"/>
                  </a:ext>
                </a:extLst>
              </p:cNvPr>
              <p:cNvPicPr/>
              <p:nvPr/>
            </p:nvPicPr>
            <p:blipFill>
              <a:blip r:embed="rId9"/>
              <a:stretch>
                <a:fillRect/>
              </a:stretch>
            </p:blipFill>
            <p:spPr>
              <a:xfrm>
                <a:off x="3086550" y="4101942"/>
                <a:ext cx="347400" cy="418320"/>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98" name="Ink 97">
                <a:extLst>
                  <a:ext uri="{FF2B5EF4-FFF2-40B4-BE49-F238E27FC236}">
                    <a16:creationId xmlns:a16="http://schemas.microsoft.com/office/drawing/2014/main" id="{6E25E2C9-C189-6FD2-F876-140587F17A2B}"/>
                  </a:ext>
                </a:extLst>
              </p14:cNvPr>
              <p14:cNvContentPartPr/>
              <p14:nvPr/>
            </p14:nvContentPartPr>
            <p14:xfrm>
              <a:off x="766710" y="2058582"/>
              <a:ext cx="1600920" cy="531360"/>
            </p14:xfrm>
          </p:contentPart>
        </mc:Choice>
        <mc:Fallback>
          <p:pic>
            <p:nvPicPr>
              <p:cNvPr id="98" name="Ink 97">
                <a:extLst>
                  <a:ext uri="{FF2B5EF4-FFF2-40B4-BE49-F238E27FC236}">
                    <a16:creationId xmlns:a16="http://schemas.microsoft.com/office/drawing/2014/main" id="{6E25E2C9-C189-6FD2-F876-140587F17A2B}"/>
                  </a:ext>
                </a:extLst>
              </p:cNvPr>
              <p:cNvPicPr/>
              <p:nvPr/>
            </p:nvPicPr>
            <p:blipFill>
              <a:blip r:embed="rId11"/>
              <a:stretch>
                <a:fillRect/>
              </a:stretch>
            </p:blipFill>
            <p:spPr>
              <a:xfrm>
                <a:off x="757710" y="2049942"/>
                <a:ext cx="1618560" cy="54900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9" name="Ink 98">
                <a:extLst>
                  <a:ext uri="{FF2B5EF4-FFF2-40B4-BE49-F238E27FC236}">
                    <a16:creationId xmlns:a16="http://schemas.microsoft.com/office/drawing/2014/main" id="{1D5788BD-8568-9CAB-24BE-75AF74BF3267}"/>
                  </a:ext>
                </a:extLst>
              </p14:cNvPr>
              <p14:cNvContentPartPr/>
              <p14:nvPr/>
            </p14:nvContentPartPr>
            <p14:xfrm>
              <a:off x="777510" y="2666622"/>
              <a:ext cx="1564920" cy="517320"/>
            </p14:xfrm>
          </p:contentPart>
        </mc:Choice>
        <mc:Fallback>
          <p:pic>
            <p:nvPicPr>
              <p:cNvPr id="99" name="Ink 98">
                <a:extLst>
                  <a:ext uri="{FF2B5EF4-FFF2-40B4-BE49-F238E27FC236}">
                    <a16:creationId xmlns:a16="http://schemas.microsoft.com/office/drawing/2014/main" id="{1D5788BD-8568-9CAB-24BE-75AF74BF3267}"/>
                  </a:ext>
                </a:extLst>
              </p:cNvPr>
              <p:cNvPicPr/>
              <p:nvPr/>
            </p:nvPicPr>
            <p:blipFill>
              <a:blip r:embed="rId13"/>
              <a:stretch>
                <a:fillRect/>
              </a:stretch>
            </p:blipFill>
            <p:spPr>
              <a:xfrm>
                <a:off x="768510" y="2657982"/>
                <a:ext cx="1582560" cy="53496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0" name="Ink 99">
                <a:extLst>
                  <a:ext uri="{FF2B5EF4-FFF2-40B4-BE49-F238E27FC236}">
                    <a16:creationId xmlns:a16="http://schemas.microsoft.com/office/drawing/2014/main" id="{439758EE-C6A8-4C86-DD12-81D583F46739}"/>
                  </a:ext>
                </a:extLst>
              </p14:cNvPr>
              <p14:cNvContentPartPr/>
              <p14:nvPr/>
            </p14:nvContentPartPr>
            <p14:xfrm>
              <a:off x="2545830" y="2220942"/>
              <a:ext cx="75960" cy="101520"/>
            </p14:xfrm>
          </p:contentPart>
        </mc:Choice>
        <mc:Fallback>
          <p:pic>
            <p:nvPicPr>
              <p:cNvPr id="100" name="Ink 99">
                <a:extLst>
                  <a:ext uri="{FF2B5EF4-FFF2-40B4-BE49-F238E27FC236}">
                    <a16:creationId xmlns:a16="http://schemas.microsoft.com/office/drawing/2014/main" id="{439758EE-C6A8-4C86-DD12-81D583F46739}"/>
                  </a:ext>
                </a:extLst>
              </p:cNvPr>
              <p:cNvPicPr/>
              <p:nvPr/>
            </p:nvPicPr>
            <p:blipFill>
              <a:blip r:embed="rId15"/>
              <a:stretch>
                <a:fillRect/>
              </a:stretch>
            </p:blipFill>
            <p:spPr>
              <a:xfrm>
                <a:off x="2536830" y="2211942"/>
                <a:ext cx="93600" cy="119160"/>
              </a:xfrm>
              <a:prstGeom prst="rect">
                <a:avLst/>
              </a:prstGeom>
            </p:spPr>
          </p:pic>
        </mc:Fallback>
      </mc:AlternateContent>
      <mc:AlternateContent xmlns:mc="http://schemas.openxmlformats.org/markup-compatibility/2006">
        <mc:Choice xmlns:p14="http://schemas.microsoft.com/office/powerpoint/2010/main" Requires="p14">
          <p:contentPart p14:bwMode="auto" r:id="rId16">
            <p14:nvContentPartPr>
              <p14:cNvPr id="101" name="Ink 100">
                <a:extLst>
                  <a:ext uri="{FF2B5EF4-FFF2-40B4-BE49-F238E27FC236}">
                    <a16:creationId xmlns:a16="http://schemas.microsoft.com/office/drawing/2014/main" id="{AD966DF5-2588-4A45-1E58-9B465413816F}"/>
                  </a:ext>
                </a:extLst>
              </p14:cNvPr>
              <p14:cNvContentPartPr/>
              <p14:nvPr/>
            </p14:nvContentPartPr>
            <p14:xfrm>
              <a:off x="2579670" y="2841582"/>
              <a:ext cx="16920" cy="112680"/>
            </p14:xfrm>
          </p:contentPart>
        </mc:Choice>
        <mc:Fallback>
          <p:pic>
            <p:nvPicPr>
              <p:cNvPr id="101" name="Ink 100">
                <a:extLst>
                  <a:ext uri="{FF2B5EF4-FFF2-40B4-BE49-F238E27FC236}">
                    <a16:creationId xmlns:a16="http://schemas.microsoft.com/office/drawing/2014/main" id="{AD966DF5-2588-4A45-1E58-9B465413816F}"/>
                  </a:ext>
                </a:extLst>
              </p:cNvPr>
              <p:cNvPicPr/>
              <p:nvPr/>
            </p:nvPicPr>
            <p:blipFill>
              <a:blip r:embed="rId17"/>
              <a:stretch>
                <a:fillRect/>
              </a:stretch>
            </p:blipFill>
            <p:spPr>
              <a:xfrm>
                <a:off x="2571030" y="2832942"/>
                <a:ext cx="34560" cy="130320"/>
              </a:xfrm>
              <a:prstGeom prst="rect">
                <a:avLst/>
              </a:prstGeom>
            </p:spPr>
          </p:pic>
        </mc:Fallback>
      </mc:AlternateContent>
      <mc:AlternateContent xmlns:mc="http://schemas.openxmlformats.org/markup-compatibility/2006">
        <mc:Choice xmlns:p14="http://schemas.microsoft.com/office/powerpoint/2010/main" Requires="p14">
          <p:contentPart p14:bwMode="auto" r:id="rId18">
            <p14:nvContentPartPr>
              <p14:cNvPr id="102" name="Ink 101">
                <a:extLst>
                  <a:ext uri="{FF2B5EF4-FFF2-40B4-BE49-F238E27FC236}">
                    <a16:creationId xmlns:a16="http://schemas.microsoft.com/office/drawing/2014/main" id="{1EA50520-34F3-4D63-6BDC-572D473B6566}"/>
                  </a:ext>
                </a:extLst>
              </p14:cNvPr>
              <p14:cNvContentPartPr/>
              <p14:nvPr/>
            </p14:nvContentPartPr>
            <p14:xfrm>
              <a:off x="2583990" y="3417942"/>
              <a:ext cx="110160" cy="113760"/>
            </p14:xfrm>
          </p:contentPart>
        </mc:Choice>
        <mc:Fallback>
          <p:pic>
            <p:nvPicPr>
              <p:cNvPr id="102" name="Ink 101">
                <a:extLst>
                  <a:ext uri="{FF2B5EF4-FFF2-40B4-BE49-F238E27FC236}">
                    <a16:creationId xmlns:a16="http://schemas.microsoft.com/office/drawing/2014/main" id="{1EA50520-34F3-4D63-6BDC-572D473B6566}"/>
                  </a:ext>
                </a:extLst>
              </p:cNvPr>
              <p:cNvPicPr/>
              <p:nvPr/>
            </p:nvPicPr>
            <p:blipFill>
              <a:blip r:embed="rId19"/>
              <a:stretch>
                <a:fillRect/>
              </a:stretch>
            </p:blipFill>
            <p:spPr>
              <a:xfrm>
                <a:off x="2575350" y="3408942"/>
                <a:ext cx="127800" cy="131400"/>
              </a:xfrm>
              <a:prstGeom prst="rect">
                <a:avLst/>
              </a:prstGeom>
            </p:spPr>
          </p:pic>
        </mc:Fallback>
      </mc:AlternateContent>
      <p:grpSp>
        <p:nvGrpSpPr>
          <p:cNvPr id="106" name="Group 105">
            <a:extLst>
              <a:ext uri="{FF2B5EF4-FFF2-40B4-BE49-F238E27FC236}">
                <a16:creationId xmlns:a16="http://schemas.microsoft.com/office/drawing/2014/main" id="{4D1B3984-D410-F77E-3014-38828E8626C9}"/>
              </a:ext>
            </a:extLst>
          </p:cNvPr>
          <p:cNvGrpSpPr/>
          <p:nvPr/>
        </p:nvGrpSpPr>
        <p:grpSpPr>
          <a:xfrm>
            <a:off x="2645190" y="3740502"/>
            <a:ext cx="15120" cy="131400"/>
            <a:chOff x="2645190" y="3740502"/>
            <a:chExt cx="15120" cy="131400"/>
          </a:xfrm>
        </p:grpSpPr>
        <mc:AlternateContent xmlns:mc="http://schemas.openxmlformats.org/markup-compatibility/2006">
          <mc:Choice xmlns:p14="http://schemas.microsoft.com/office/powerpoint/2010/main" Requires="p14">
            <p:contentPart p14:bwMode="auto" r:id="rId20">
              <p14:nvContentPartPr>
                <p14:cNvPr id="103" name="Ink 102">
                  <a:extLst>
                    <a:ext uri="{FF2B5EF4-FFF2-40B4-BE49-F238E27FC236}">
                      <a16:creationId xmlns:a16="http://schemas.microsoft.com/office/drawing/2014/main" id="{88F5D409-C14B-8E5C-0A1F-B13C93646221}"/>
                    </a:ext>
                  </a:extLst>
                </p14:cNvPr>
                <p14:cNvContentPartPr/>
                <p14:nvPr/>
              </p14:nvContentPartPr>
              <p14:xfrm>
                <a:off x="2645190" y="3740502"/>
                <a:ext cx="10080" cy="15120"/>
              </p14:xfrm>
            </p:contentPart>
          </mc:Choice>
          <mc:Fallback>
            <p:pic>
              <p:nvPicPr>
                <p:cNvPr id="103" name="Ink 102">
                  <a:extLst>
                    <a:ext uri="{FF2B5EF4-FFF2-40B4-BE49-F238E27FC236}">
                      <a16:creationId xmlns:a16="http://schemas.microsoft.com/office/drawing/2014/main" id="{88F5D409-C14B-8E5C-0A1F-B13C93646221}"/>
                    </a:ext>
                  </a:extLst>
                </p:cNvPr>
                <p:cNvPicPr/>
                <p:nvPr/>
              </p:nvPicPr>
              <p:blipFill>
                <a:blip r:embed="rId21"/>
                <a:stretch>
                  <a:fillRect/>
                </a:stretch>
              </p:blipFill>
              <p:spPr>
                <a:xfrm>
                  <a:off x="2636550" y="3731502"/>
                  <a:ext cx="27720" cy="32760"/>
                </a:xfrm>
                <a:prstGeom prst="rect">
                  <a:avLst/>
                </a:prstGeom>
              </p:spPr>
            </p:pic>
          </mc:Fallback>
        </mc:AlternateContent>
        <mc:AlternateContent xmlns:mc="http://schemas.openxmlformats.org/markup-compatibility/2006">
          <mc:Choice xmlns:p14="http://schemas.microsoft.com/office/powerpoint/2010/main" Requires="p14">
            <p:contentPart p14:bwMode="auto" r:id="rId22">
              <p14:nvContentPartPr>
                <p14:cNvPr id="104" name="Ink 103">
                  <a:extLst>
                    <a:ext uri="{FF2B5EF4-FFF2-40B4-BE49-F238E27FC236}">
                      <a16:creationId xmlns:a16="http://schemas.microsoft.com/office/drawing/2014/main" id="{9CDA9759-B391-0561-AB66-C5840BB56A2E}"/>
                    </a:ext>
                  </a:extLst>
                </p14:cNvPr>
                <p14:cNvContentPartPr/>
                <p14:nvPr/>
              </p14:nvContentPartPr>
              <p14:xfrm>
                <a:off x="2658870" y="3867582"/>
                <a:ext cx="1440" cy="4320"/>
              </p14:xfrm>
            </p:contentPart>
          </mc:Choice>
          <mc:Fallback>
            <p:pic>
              <p:nvPicPr>
                <p:cNvPr id="104" name="Ink 103">
                  <a:extLst>
                    <a:ext uri="{FF2B5EF4-FFF2-40B4-BE49-F238E27FC236}">
                      <a16:creationId xmlns:a16="http://schemas.microsoft.com/office/drawing/2014/main" id="{9CDA9759-B391-0561-AB66-C5840BB56A2E}"/>
                    </a:ext>
                  </a:extLst>
                </p:cNvPr>
                <p:cNvPicPr/>
                <p:nvPr/>
              </p:nvPicPr>
              <p:blipFill>
                <a:blip r:embed="rId23"/>
                <a:stretch>
                  <a:fillRect/>
                </a:stretch>
              </p:blipFill>
              <p:spPr>
                <a:xfrm>
                  <a:off x="2649870" y="3858942"/>
                  <a:ext cx="19080" cy="2196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24">
            <p14:nvContentPartPr>
              <p14:cNvPr id="105" name="Ink 104">
                <a:extLst>
                  <a:ext uri="{FF2B5EF4-FFF2-40B4-BE49-F238E27FC236}">
                    <a16:creationId xmlns:a16="http://schemas.microsoft.com/office/drawing/2014/main" id="{A8000427-D444-D047-CA58-92414F1CD8F5}"/>
                  </a:ext>
                </a:extLst>
              </p14:cNvPr>
              <p14:cNvContentPartPr/>
              <p14:nvPr/>
            </p14:nvContentPartPr>
            <p14:xfrm>
              <a:off x="2652390" y="4024182"/>
              <a:ext cx="7920" cy="16200"/>
            </p14:xfrm>
          </p:contentPart>
        </mc:Choice>
        <mc:Fallback>
          <p:pic>
            <p:nvPicPr>
              <p:cNvPr id="105" name="Ink 104">
                <a:extLst>
                  <a:ext uri="{FF2B5EF4-FFF2-40B4-BE49-F238E27FC236}">
                    <a16:creationId xmlns:a16="http://schemas.microsoft.com/office/drawing/2014/main" id="{A8000427-D444-D047-CA58-92414F1CD8F5}"/>
                  </a:ext>
                </a:extLst>
              </p:cNvPr>
              <p:cNvPicPr/>
              <p:nvPr/>
            </p:nvPicPr>
            <p:blipFill>
              <a:blip r:embed="rId25"/>
              <a:stretch>
                <a:fillRect/>
              </a:stretch>
            </p:blipFill>
            <p:spPr>
              <a:xfrm>
                <a:off x="2643750" y="4015542"/>
                <a:ext cx="25560" cy="33840"/>
              </a:xfrm>
              <a:prstGeom prst="rect">
                <a:avLst/>
              </a:prstGeom>
            </p:spPr>
          </p:pic>
        </mc:Fallback>
      </mc:AlternateContent>
      <p:grpSp>
        <p:nvGrpSpPr>
          <p:cNvPr id="116" name="Group 115">
            <a:extLst>
              <a:ext uri="{FF2B5EF4-FFF2-40B4-BE49-F238E27FC236}">
                <a16:creationId xmlns:a16="http://schemas.microsoft.com/office/drawing/2014/main" id="{1AE778F0-44FD-6BDD-335D-DB14E0559CDF}"/>
              </a:ext>
            </a:extLst>
          </p:cNvPr>
          <p:cNvGrpSpPr/>
          <p:nvPr/>
        </p:nvGrpSpPr>
        <p:grpSpPr>
          <a:xfrm>
            <a:off x="693270" y="990822"/>
            <a:ext cx="1158480" cy="324720"/>
            <a:chOff x="693270" y="990822"/>
            <a:chExt cx="1158480" cy="324720"/>
          </a:xfrm>
        </p:grpSpPr>
        <mc:AlternateContent xmlns:mc="http://schemas.openxmlformats.org/markup-compatibility/2006">
          <mc:Choice xmlns:p14="http://schemas.microsoft.com/office/powerpoint/2010/main" Requires="p14">
            <p:contentPart p14:bwMode="auto" r:id="rId26">
              <p14:nvContentPartPr>
                <p14:cNvPr id="107" name="Ink 106">
                  <a:extLst>
                    <a:ext uri="{FF2B5EF4-FFF2-40B4-BE49-F238E27FC236}">
                      <a16:creationId xmlns:a16="http://schemas.microsoft.com/office/drawing/2014/main" id="{098A822F-EDC9-700E-DA41-623A148DD617}"/>
                    </a:ext>
                  </a:extLst>
                </p14:cNvPr>
                <p14:cNvContentPartPr/>
                <p14:nvPr/>
              </p14:nvContentPartPr>
              <p14:xfrm>
                <a:off x="752670" y="1124382"/>
                <a:ext cx="15120" cy="116280"/>
              </p14:xfrm>
            </p:contentPart>
          </mc:Choice>
          <mc:Fallback>
            <p:pic>
              <p:nvPicPr>
                <p:cNvPr id="107" name="Ink 106">
                  <a:extLst>
                    <a:ext uri="{FF2B5EF4-FFF2-40B4-BE49-F238E27FC236}">
                      <a16:creationId xmlns:a16="http://schemas.microsoft.com/office/drawing/2014/main" id="{098A822F-EDC9-700E-DA41-623A148DD617}"/>
                    </a:ext>
                  </a:extLst>
                </p:cNvPr>
                <p:cNvPicPr/>
                <p:nvPr/>
              </p:nvPicPr>
              <p:blipFill>
                <a:blip r:embed="rId27"/>
                <a:stretch>
                  <a:fillRect/>
                </a:stretch>
              </p:blipFill>
              <p:spPr>
                <a:xfrm>
                  <a:off x="743670" y="1115742"/>
                  <a:ext cx="32760" cy="133920"/>
                </a:xfrm>
                <a:prstGeom prst="rect">
                  <a:avLst/>
                </a:prstGeom>
              </p:spPr>
            </p:pic>
          </mc:Fallback>
        </mc:AlternateContent>
        <mc:AlternateContent xmlns:mc="http://schemas.openxmlformats.org/markup-compatibility/2006">
          <mc:Choice xmlns:p14="http://schemas.microsoft.com/office/powerpoint/2010/main" Requires="p14">
            <p:contentPart p14:bwMode="auto" r:id="rId28">
              <p14:nvContentPartPr>
                <p14:cNvPr id="108" name="Ink 107">
                  <a:extLst>
                    <a:ext uri="{FF2B5EF4-FFF2-40B4-BE49-F238E27FC236}">
                      <a16:creationId xmlns:a16="http://schemas.microsoft.com/office/drawing/2014/main" id="{4CBDFABA-4EB6-B099-CD4B-ECE1A5515ACF}"/>
                    </a:ext>
                  </a:extLst>
                </p14:cNvPr>
                <p14:cNvContentPartPr/>
                <p14:nvPr/>
              </p14:nvContentPartPr>
              <p14:xfrm>
                <a:off x="751230" y="990822"/>
                <a:ext cx="88560" cy="187920"/>
              </p14:xfrm>
            </p:contentPart>
          </mc:Choice>
          <mc:Fallback>
            <p:pic>
              <p:nvPicPr>
                <p:cNvPr id="108" name="Ink 107">
                  <a:extLst>
                    <a:ext uri="{FF2B5EF4-FFF2-40B4-BE49-F238E27FC236}">
                      <a16:creationId xmlns:a16="http://schemas.microsoft.com/office/drawing/2014/main" id="{4CBDFABA-4EB6-B099-CD4B-ECE1A5515ACF}"/>
                    </a:ext>
                  </a:extLst>
                </p:cNvPr>
                <p:cNvPicPr/>
                <p:nvPr/>
              </p:nvPicPr>
              <p:blipFill>
                <a:blip r:embed="rId29"/>
                <a:stretch>
                  <a:fillRect/>
                </a:stretch>
              </p:blipFill>
              <p:spPr>
                <a:xfrm>
                  <a:off x="742590" y="982182"/>
                  <a:ext cx="106200" cy="205560"/>
                </a:xfrm>
                <a:prstGeom prst="rect">
                  <a:avLst/>
                </a:prstGeom>
              </p:spPr>
            </p:pic>
          </mc:Fallback>
        </mc:AlternateContent>
        <mc:AlternateContent xmlns:mc="http://schemas.openxmlformats.org/markup-compatibility/2006">
          <mc:Choice xmlns:p14="http://schemas.microsoft.com/office/powerpoint/2010/main" Requires="p14">
            <p:contentPart p14:bwMode="auto" r:id="rId30">
              <p14:nvContentPartPr>
                <p14:cNvPr id="109" name="Ink 108">
                  <a:extLst>
                    <a:ext uri="{FF2B5EF4-FFF2-40B4-BE49-F238E27FC236}">
                      <a16:creationId xmlns:a16="http://schemas.microsoft.com/office/drawing/2014/main" id="{57D70BA3-55E4-078C-EAA9-F5CE62AF0E42}"/>
                    </a:ext>
                  </a:extLst>
                </p14:cNvPr>
                <p14:cNvContentPartPr/>
                <p14:nvPr/>
              </p14:nvContentPartPr>
              <p14:xfrm>
                <a:off x="833310" y="1148862"/>
                <a:ext cx="95400" cy="89280"/>
              </p14:xfrm>
            </p:contentPart>
          </mc:Choice>
          <mc:Fallback>
            <p:pic>
              <p:nvPicPr>
                <p:cNvPr id="109" name="Ink 108">
                  <a:extLst>
                    <a:ext uri="{FF2B5EF4-FFF2-40B4-BE49-F238E27FC236}">
                      <a16:creationId xmlns:a16="http://schemas.microsoft.com/office/drawing/2014/main" id="{57D70BA3-55E4-078C-EAA9-F5CE62AF0E42}"/>
                    </a:ext>
                  </a:extLst>
                </p:cNvPr>
                <p:cNvPicPr/>
                <p:nvPr/>
              </p:nvPicPr>
              <p:blipFill>
                <a:blip r:embed="rId31"/>
                <a:stretch>
                  <a:fillRect/>
                </a:stretch>
              </p:blipFill>
              <p:spPr>
                <a:xfrm>
                  <a:off x="824670" y="1139862"/>
                  <a:ext cx="113040" cy="106920"/>
                </a:xfrm>
                <a:prstGeom prst="rect">
                  <a:avLst/>
                </a:prstGeom>
              </p:spPr>
            </p:pic>
          </mc:Fallback>
        </mc:AlternateContent>
        <mc:AlternateContent xmlns:mc="http://schemas.openxmlformats.org/markup-compatibility/2006">
          <mc:Choice xmlns:p14="http://schemas.microsoft.com/office/powerpoint/2010/main" Requires="p14">
            <p:contentPart p14:bwMode="auto" r:id="rId32">
              <p14:nvContentPartPr>
                <p14:cNvPr id="110" name="Ink 109">
                  <a:extLst>
                    <a:ext uri="{FF2B5EF4-FFF2-40B4-BE49-F238E27FC236}">
                      <a16:creationId xmlns:a16="http://schemas.microsoft.com/office/drawing/2014/main" id="{312736B8-1753-C7C0-E75B-8F05E3E04881}"/>
                    </a:ext>
                  </a:extLst>
                </p14:cNvPr>
                <p14:cNvContentPartPr/>
                <p14:nvPr/>
              </p14:nvContentPartPr>
              <p14:xfrm>
                <a:off x="953190" y="1053102"/>
                <a:ext cx="223920" cy="179280"/>
              </p14:xfrm>
            </p:contentPart>
          </mc:Choice>
          <mc:Fallback>
            <p:pic>
              <p:nvPicPr>
                <p:cNvPr id="110" name="Ink 109">
                  <a:extLst>
                    <a:ext uri="{FF2B5EF4-FFF2-40B4-BE49-F238E27FC236}">
                      <a16:creationId xmlns:a16="http://schemas.microsoft.com/office/drawing/2014/main" id="{312736B8-1753-C7C0-E75B-8F05E3E04881}"/>
                    </a:ext>
                  </a:extLst>
                </p:cNvPr>
                <p:cNvPicPr/>
                <p:nvPr/>
              </p:nvPicPr>
              <p:blipFill>
                <a:blip r:embed="rId33"/>
                <a:stretch>
                  <a:fillRect/>
                </a:stretch>
              </p:blipFill>
              <p:spPr>
                <a:xfrm>
                  <a:off x="944550" y="1044462"/>
                  <a:ext cx="24156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34">
              <p14:nvContentPartPr>
                <p14:cNvPr id="111" name="Ink 110">
                  <a:extLst>
                    <a:ext uri="{FF2B5EF4-FFF2-40B4-BE49-F238E27FC236}">
                      <a16:creationId xmlns:a16="http://schemas.microsoft.com/office/drawing/2014/main" id="{08C01568-CD5C-972D-FD02-0C64A8382477}"/>
                    </a:ext>
                  </a:extLst>
                </p14:cNvPr>
                <p14:cNvContentPartPr/>
                <p14:nvPr/>
              </p14:nvContentPartPr>
              <p14:xfrm>
                <a:off x="1300230" y="1059582"/>
                <a:ext cx="95400" cy="179280"/>
              </p14:xfrm>
            </p:contentPart>
          </mc:Choice>
          <mc:Fallback>
            <p:pic>
              <p:nvPicPr>
                <p:cNvPr id="111" name="Ink 110">
                  <a:extLst>
                    <a:ext uri="{FF2B5EF4-FFF2-40B4-BE49-F238E27FC236}">
                      <a16:creationId xmlns:a16="http://schemas.microsoft.com/office/drawing/2014/main" id="{08C01568-CD5C-972D-FD02-0C64A8382477}"/>
                    </a:ext>
                  </a:extLst>
                </p:cNvPr>
                <p:cNvPicPr/>
                <p:nvPr/>
              </p:nvPicPr>
              <p:blipFill>
                <a:blip r:embed="rId35"/>
                <a:stretch>
                  <a:fillRect/>
                </a:stretch>
              </p:blipFill>
              <p:spPr>
                <a:xfrm>
                  <a:off x="1291230" y="1050942"/>
                  <a:ext cx="113040" cy="196920"/>
                </a:xfrm>
                <a:prstGeom prst="rect">
                  <a:avLst/>
                </a:prstGeom>
              </p:spPr>
            </p:pic>
          </mc:Fallback>
        </mc:AlternateContent>
        <mc:AlternateContent xmlns:mc="http://schemas.openxmlformats.org/markup-compatibility/2006">
          <mc:Choice xmlns:p14="http://schemas.microsoft.com/office/powerpoint/2010/main" Requires="p14">
            <p:contentPart p14:bwMode="auto" r:id="rId36">
              <p14:nvContentPartPr>
                <p14:cNvPr id="112" name="Ink 111">
                  <a:extLst>
                    <a:ext uri="{FF2B5EF4-FFF2-40B4-BE49-F238E27FC236}">
                      <a16:creationId xmlns:a16="http://schemas.microsoft.com/office/drawing/2014/main" id="{73AFDFC0-583B-1891-6EF3-BAA6DB6A712A}"/>
                    </a:ext>
                  </a:extLst>
                </p14:cNvPr>
                <p14:cNvContentPartPr/>
                <p14:nvPr/>
              </p14:nvContentPartPr>
              <p14:xfrm>
                <a:off x="1436670" y="1119702"/>
                <a:ext cx="79920" cy="89640"/>
              </p14:xfrm>
            </p:contentPart>
          </mc:Choice>
          <mc:Fallback>
            <p:pic>
              <p:nvPicPr>
                <p:cNvPr id="112" name="Ink 111">
                  <a:extLst>
                    <a:ext uri="{FF2B5EF4-FFF2-40B4-BE49-F238E27FC236}">
                      <a16:creationId xmlns:a16="http://schemas.microsoft.com/office/drawing/2014/main" id="{73AFDFC0-583B-1891-6EF3-BAA6DB6A712A}"/>
                    </a:ext>
                  </a:extLst>
                </p:cNvPr>
                <p:cNvPicPr/>
                <p:nvPr/>
              </p:nvPicPr>
              <p:blipFill>
                <a:blip r:embed="rId37"/>
                <a:stretch>
                  <a:fillRect/>
                </a:stretch>
              </p:blipFill>
              <p:spPr>
                <a:xfrm>
                  <a:off x="1428030" y="1110702"/>
                  <a:ext cx="97560" cy="107280"/>
                </a:xfrm>
                <a:prstGeom prst="rect">
                  <a:avLst/>
                </a:prstGeom>
              </p:spPr>
            </p:pic>
          </mc:Fallback>
        </mc:AlternateContent>
        <mc:AlternateContent xmlns:mc="http://schemas.openxmlformats.org/markup-compatibility/2006">
          <mc:Choice xmlns:p14="http://schemas.microsoft.com/office/powerpoint/2010/main" Requires="p14">
            <p:contentPart p14:bwMode="auto" r:id="rId38">
              <p14:nvContentPartPr>
                <p14:cNvPr id="113" name="Ink 112">
                  <a:extLst>
                    <a:ext uri="{FF2B5EF4-FFF2-40B4-BE49-F238E27FC236}">
                      <a16:creationId xmlns:a16="http://schemas.microsoft.com/office/drawing/2014/main" id="{67CC8D40-1B30-8FB8-05AA-546CAA8649B9}"/>
                    </a:ext>
                  </a:extLst>
                </p14:cNvPr>
                <p14:cNvContentPartPr/>
                <p14:nvPr/>
              </p14:nvContentPartPr>
              <p14:xfrm>
                <a:off x="1559430" y="1075062"/>
                <a:ext cx="80280" cy="158400"/>
              </p14:xfrm>
            </p:contentPart>
          </mc:Choice>
          <mc:Fallback>
            <p:pic>
              <p:nvPicPr>
                <p:cNvPr id="113" name="Ink 112">
                  <a:extLst>
                    <a:ext uri="{FF2B5EF4-FFF2-40B4-BE49-F238E27FC236}">
                      <a16:creationId xmlns:a16="http://schemas.microsoft.com/office/drawing/2014/main" id="{67CC8D40-1B30-8FB8-05AA-546CAA8649B9}"/>
                    </a:ext>
                  </a:extLst>
                </p:cNvPr>
                <p:cNvPicPr/>
                <p:nvPr/>
              </p:nvPicPr>
              <p:blipFill>
                <a:blip r:embed="rId39"/>
                <a:stretch>
                  <a:fillRect/>
                </a:stretch>
              </p:blipFill>
              <p:spPr>
                <a:xfrm>
                  <a:off x="1550430" y="1066062"/>
                  <a:ext cx="97920" cy="176040"/>
                </a:xfrm>
                <a:prstGeom prst="rect">
                  <a:avLst/>
                </a:prstGeom>
              </p:spPr>
            </p:pic>
          </mc:Fallback>
        </mc:AlternateContent>
        <mc:AlternateContent xmlns:mc="http://schemas.openxmlformats.org/markup-compatibility/2006">
          <mc:Choice xmlns:p14="http://schemas.microsoft.com/office/powerpoint/2010/main" Requires="p14">
            <p:contentPart p14:bwMode="auto" r:id="rId40">
              <p14:nvContentPartPr>
                <p14:cNvPr id="115" name="Ink 114">
                  <a:extLst>
                    <a:ext uri="{FF2B5EF4-FFF2-40B4-BE49-F238E27FC236}">
                      <a16:creationId xmlns:a16="http://schemas.microsoft.com/office/drawing/2014/main" id="{7DA61F59-78EA-B68E-82F3-B1520F506D42}"/>
                    </a:ext>
                  </a:extLst>
                </p14:cNvPr>
                <p14:cNvContentPartPr/>
                <p14:nvPr/>
              </p14:nvContentPartPr>
              <p14:xfrm>
                <a:off x="693270" y="1295382"/>
                <a:ext cx="1158480" cy="20160"/>
              </p14:xfrm>
            </p:contentPart>
          </mc:Choice>
          <mc:Fallback>
            <p:pic>
              <p:nvPicPr>
                <p:cNvPr id="115" name="Ink 114">
                  <a:extLst>
                    <a:ext uri="{FF2B5EF4-FFF2-40B4-BE49-F238E27FC236}">
                      <a16:creationId xmlns:a16="http://schemas.microsoft.com/office/drawing/2014/main" id="{7DA61F59-78EA-B68E-82F3-B1520F506D42}"/>
                    </a:ext>
                  </a:extLst>
                </p:cNvPr>
                <p:cNvPicPr/>
                <p:nvPr/>
              </p:nvPicPr>
              <p:blipFill>
                <a:blip r:embed="rId41"/>
                <a:stretch>
                  <a:fillRect/>
                </a:stretch>
              </p:blipFill>
              <p:spPr>
                <a:xfrm>
                  <a:off x="684270" y="1286742"/>
                  <a:ext cx="1176120" cy="37800"/>
                </a:xfrm>
                <a:prstGeom prst="rect">
                  <a:avLst/>
                </a:prstGeom>
              </p:spPr>
            </p:pic>
          </mc:Fallback>
        </mc:AlternateContent>
      </p:grpSp>
      <p:grpSp>
        <p:nvGrpSpPr>
          <p:cNvPr id="141" name="Group 140">
            <a:extLst>
              <a:ext uri="{FF2B5EF4-FFF2-40B4-BE49-F238E27FC236}">
                <a16:creationId xmlns:a16="http://schemas.microsoft.com/office/drawing/2014/main" id="{B66F06FA-E17A-5572-0A28-CA0323EC0949}"/>
              </a:ext>
            </a:extLst>
          </p:cNvPr>
          <p:cNvGrpSpPr/>
          <p:nvPr/>
        </p:nvGrpSpPr>
        <p:grpSpPr>
          <a:xfrm>
            <a:off x="2835990" y="813702"/>
            <a:ext cx="810720" cy="786600"/>
            <a:chOff x="2835990" y="813702"/>
            <a:chExt cx="810720" cy="786600"/>
          </a:xfrm>
        </p:grpSpPr>
        <mc:AlternateContent xmlns:mc="http://schemas.openxmlformats.org/markup-compatibility/2006">
          <mc:Choice xmlns:p14="http://schemas.microsoft.com/office/powerpoint/2010/main" Requires="p14">
            <p:contentPart p14:bwMode="auto" r:id="rId42">
              <p14:nvContentPartPr>
                <p14:cNvPr id="132" name="Ink 131">
                  <a:extLst>
                    <a:ext uri="{FF2B5EF4-FFF2-40B4-BE49-F238E27FC236}">
                      <a16:creationId xmlns:a16="http://schemas.microsoft.com/office/drawing/2014/main" id="{BC15C0E5-4FEA-8D34-0FA7-07BA4E1452EA}"/>
                    </a:ext>
                  </a:extLst>
                </p14:cNvPr>
                <p14:cNvContentPartPr/>
                <p14:nvPr/>
              </p14:nvContentPartPr>
              <p14:xfrm>
                <a:off x="2868750" y="894702"/>
                <a:ext cx="351000" cy="133560"/>
              </p14:xfrm>
            </p:contentPart>
          </mc:Choice>
          <mc:Fallback>
            <p:pic>
              <p:nvPicPr>
                <p:cNvPr id="132" name="Ink 131">
                  <a:extLst>
                    <a:ext uri="{FF2B5EF4-FFF2-40B4-BE49-F238E27FC236}">
                      <a16:creationId xmlns:a16="http://schemas.microsoft.com/office/drawing/2014/main" id="{BC15C0E5-4FEA-8D34-0FA7-07BA4E1452EA}"/>
                    </a:ext>
                  </a:extLst>
                </p:cNvPr>
                <p:cNvPicPr/>
                <p:nvPr/>
              </p:nvPicPr>
              <p:blipFill>
                <a:blip r:embed="rId43"/>
                <a:stretch>
                  <a:fillRect/>
                </a:stretch>
              </p:blipFill>
              <p:spPr>
                <a:xfrm>
                  <a:off x="2860110" y="885702"/>
                  <a:ext cx="36864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44">
              <p14:nvContentPartPr>
                <p14:cNvPr id="133" name="Ink 132">
                  <a:extLst>
                    <a:ext uri="{FF2B5EF4-FFF2-40B4-BE49-F238E27FC236}">
                      <a16:creationId xmlns:a16="http://schemas.microsoft.com/office/drawing/2014/main" id="{172DF968-F038-60BB-3282-BCC3130671AD}"/>
                    </a:ext>
                  </a:extLst>
                </p14:cNvPr>
                <p14:cNvContentPartPr/>
                <p14:nvPr/>
              </p14:nvContentPartPr>
              <p14:xfrm>
                <a:off x="2888190" y="825942"/>
                <a:ext cx="502200" cy="191160"/>
              </p14:xfrm>
            </p:contentPart>
          </mc:Choice>
          <mc:Fallback>
            <p:pic>
              <p:nvPicPr>
                <p:cNvPr id="133" name="Ink 132">
                  <a:extLst>
                    <a:ext uri="{FF2B5EF4-FFF2-40B4-BE49-F238E27FC236}">
                      <a16:creationId xmlns:a16="http://schemas.microsoft.com/office/drawing/2014/main" id="{172DF968-F038-60BB-3282-BCC3130671AD}"/>
                    </a:ext>
                  </a:extLst>
                </p:cNvPr>
                <p:cNvPicPr/>
                <p:nvPr/>
              </p:nvPicPr>
              <p:blipFill>
                <a:blip r:embed="rId45"/>
                <a:stretch>
                  <a:fillRect/>
                </a:stretch>
              </p:blipFill>
              <p:spPr>
                <a:xfrm>
                  <a:off x="2879190" y="817302"/>
                  <a:ext cx="519840" cy="208800"/>
                </a:xfrm>
                <a:prstGeom prst="rect">
                  <a:avLst/>
                </a:prstGeom>
              </p:spPr>
            </p:pic>
          </mc:Fallback>
        </mc:AlternateContent>
        <mc:AlternateContent xmlns:mc="http://schemas.openxmlformats.org/markup-compatibility/2006">
          <mc:Choice xmlns:p14="http://schemas.microsoft.com/office/powerpoint/2010/main" Requires="p14">
            <p:contentPart p14:bwMode="auto" r:id="rId46">
              <p14:nvContentPartPr>
                <p14:cNvPr id="134" name="Ink 133">
                  <a:extLst>
                    <a:ext uri="{FF2B5EF4-FFF2-40B4-BE49-F238E27FC236}">
                      <a16:creationId xmlns:a16="http://schemas.microsoft.com/office/drawing/2014/main" id="{01317895-8847-A4D4-D08A-60C67F21A37D}"/>
                    </a:ext>
                  </a:extLst>
                </p14:cNvPr>
                <p14:cNvContentPartPr/>
                <p14:nvPr/>
              </p14:nvContentPartPr>
              <p14:xfrm>
                <a:off x="2865150" y="1172262"/>
                <a:ext cx="360" cy="109440"/>
              </p14:xfrm>
            </p:contentPart>
          </mc:Choice>
          <mc:Fallback>
            <p:pic>
              <p:nvPicPr>
                <p:cNvPr id="134" name="Ink 133">
                  <a:extLst>
                    <a:ext uri="{FF2B5EF4-FFF2-40B4-BE49-F238E27FC236}">
                      <a16:creationId xmlns:a16="http://schemas.microsoft.com/office/drawing/2014/main" id="{01317895-8847-A4D4-D08A-60C67F21A37D}"/>
                    </a:ext>
                  </a:extLst>
                </p:cNvPr>
                <p:cNvPicPr/>
                <p:nvPr/>
              </p:nvPicPr>
              <p:blipFill>
                <a:blip r:embed="rId47"/>
                <a:stretch>
                  <a:fillRect/>
                </a:stretch>
              </p:blipFill>
              <p:spPr>
                <a:xfrm>
                  <a:off x="2856510" y="1163262"/>
                  <a:ext cx="18000" cy="127080"/>
                </a:xfrm>
                <a:prstGeom prst="rect">
                  <a:avLst/>
                </a:prstGeom>
              </p:spPr>
            </p:pic>
          </mc:Fallback>
        </mc:AlternateContent>
        <mc:AlternateContent xmlns:mc="http://schemas.openxmlformats.org/markup-compatibility/2006">
          <mc:Choice xmlns:p14="http://schemas.microsoft.com/office/powerpoint/2010/main" Requires="p14">
            <p:contentPart p14:bwMode="auto" r:id="rId48">
              <p14:nvContentPartPr>
                <p14:cNvPr id="135" name="Ink 134">
                  <a:extLst>
                    <a:ext uri="{FF2B5EF4-FFF2-40B4-BE49-F238E27FC236}">
                      <a16:creationId xmlns:a16="http://schemas.microsoft.com/office/drawing/2014/main" id="{A04109A0-6B1C-3F69-5830-29DE0EB7AD52}"/>
                    </a:ext>
                  </a:extLst>
                </p14:cNvPr>
                <p14:cNvContentPartPr/>
                <p14:nvPr/>
              </p14:nvContentPartPr>
              <p14:xfrm>
                <a:off x="2868750" y="1143462"/>
                <a:ext cx="576000" cy="149400"/>
              </p14:xfrm>
            </p:contentPart>
          </mc:Choice>
          <mc:Fallback>
            <p:pic>
              <p:nvPicPr>
                <p:cNvPr id="135" name="Ink 134">
                  <a:extLst>
                    <a:ext uri="{FF2B5EF4-FFF2-40B4-BE49-F238E27FC236}">
                      <a16:creationId xmlns:a16="http://schemas.microsoft.com/office/drawing/2014/main" id="{A04109A0-6B1C-3F69-5830-29DE0EB7AD52}"/>
                    </a:ext>
                  </a:extLst>
                </p:cNvPr>
                <p:cNvPicPr/>
                <p:nvPr/>
              </p:nvPicPr>
              <p:blipFill>
                <a:blip r:embed="rId49"/>
                <a:stretch>
                  <a:fillRect/>
                </a:stretch>
              </p:blipFill>
              <p:spPr>
                <a:xfrm>
                  <a:off x="2859750" y="1134462"/>
                  <a:ext cx="59364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50">
              <p14:nvContentPartPr>
                <p14:cNvPr id="136" name="Ink 135">
                  <a:extLst>
                    <a:ext uri="{FF2B5EF4-FFF2-40B4-BE49-F238E27FC236}">
                      <a16:creationId xmlns:a16="http://schemas.microsoft.com/office/drawing/2014/main" id="{9A895BD9-4800-C5B7-F1C5-1C950ACCBF94}"/>
                    </a:ext>
                  </a:extLst>
                </p14:cNvPr>
                <p14:cNvContentPartPr/>
                <p14:nvPr/>
              </p14:nvContentPartPr>
              <p14:xfrm>
                <a:off x="2835990" y="1466742"/>
                <a:ext cx="31320" cy="116640"/>
              </p14:xfrm>
            </p:contentPart>
          </mc:Choice>
          <mc:Fallback>
            <p:pic>
              <p:nvPicPr>
                <p:cNvPr id="136" name="Ink 135">
                  <a:extLst>
                    <a:ext uri="{FF2B5EF4-FFF2-40B4-BE49-F238E27FC236}">
                      <a16:creationId xmlns:a16="http://schemas.microsoft.com/office/drawing/2014/main" id="{9A895BD9-4800-C5B7-F1C5-1C950ACCBF94}"/>
                    </a:ext>
                  </a:extLst>
                </p:cNvPr>
                <p:cNvPicPr/>
                <p:nvPr/>
              </p:nvPicPr>
              <p:blipFill>
                <a:blip r:embed="rId51"/>
                <a:stretch>
                  <a:fillRect/>
                </a:stretch>
              </p:blipFill>
              <p:spPr>
                <a:xfrm>
                  <a:off x="2826990" y="1457742"/>
                  <a:ext cx="48960" cy="134280"/>
                </a:xfrm>
                <a:prstGeom prst="rect">
                  <a:avLst/>
                </a:prstGeom>
              </p:spPr>
            </p:pic>
          </mc:Fallback>
        </mc:AlternateContent>
        <mc:AlternateContent xmlns:mc="http://schemas.openxmlformats.org/markup-compatibility/2006">
          <mc:Choice xmlns:p14="http://schemas.microsoft.com/office/powerpoint/2010/main" Requires="p14">
            <p:contentPart p14:bwMode="auto" r:id="rId52">
              <p14:nvContentPartPr>
                <p14:cNvPr id="137" name="Ink 136">
                  <a:extLst>
                    <a:ext uri="{FF2B5EF4-FFF2-40B4-BE49-F238E27FC236}">
                      <a16:creationId xmlns:a16="http://schemas.microsoft.com/office/drawing/2014/main" id="{FFCDBC2A-B73C-7277-7760-F3718CC7A2FF}"/>
                    </a:ext>
                  </a:extLst>
                </p14:cNvPr>
                <p14:cNvContentPartPr/>
                <p14:nvPr/>
              </p14:nvContentPartPr>
              <p14:xfrm>
                <a:off x="2863350" y="1436862"/>
                <a:ext cx="549000" cy="163440"/>
              </p14:xfrm>
            </p:contentPart>
          </mc:Choice>
          <mc:Fallback>
            <p:pic>
              <p:nvPicPr>
                <p:cNvPr id="137" name="Ink 136">
                  <a:extLst>
                    <a:ext uri="{FF2B5EF4-FFF2-40B4-BE49-F238E27FC236}">
                      <a16:creationId xmlns:a16="http://schemas.microsoft.com/office/drawing/2014/main" id="{FFCDBC2A-B73C-7277-7760-F3718CC7A2FF}"/>
                    </a:ext>
                  </a:extLst>
                </p:cNvPr>
                <p:cNvPicPr/>
                <p:nvPr/>
              </p:nvPicPr>
              <p:blipFill>
                <a:blip r:embed="rId53"/>
                <a:stretch>
                  <a:fillRect/>
                </a:stretch>
              </p:blipFill>
              <p:spPr>
                <a:xfrm>
                  <a:off x="2854350" y="1427862"/>
                  <a:ext cx="566640" cy="181080"/>
                </a:xfrm>
                <a:prstGeom prst="rect">
                  <a:avLst/>
                </a:prstGeom>
              </p:spPr>
            </p:pic>
          </mc:Fallback>
        </mc:AlternateContent>
        <mc:AlternateContent xmlns:mc="http://schemas.openxmlformats.org/markup-compatibility/2006">
          <mc:Choice xmlns:p14="http://schemas.microsoft.com/office/powerpoint/2010/main" Requires="p14">
            <p:contentPart p14:bwMode="auto" r:id="rId54">
              <p14:nvContentPartPr>
                <p14:cNvPr id="140" name="Ink 139">
                  <a:extLst>
                    <a:ext uri="{FF2B5EF4-FFF2-40B4-BE49-F238E27FC236}">
                      <a16:creationId xmlns:a16="http://schemas.microsoft.com/office/drawing/2014/main" id="{79876817-5DE7-862F-77C5-FBABBA2FA7CB}"/>
                    </a:ext>
                  </a:extLst>
                </p14:cNvPr>
                <p14:cNvContentPartPr/>
                <p14:nvPr/>
              </p14:nvContentPartPr>
              <p14:xfrm>
                <a:off x="3496950" y="813702"/>
                <a:ext cx="149760" cy="761400"/>
              </p14:xfrm>
            </p:contentPart>
          </mc:Choice>
          <mc:Fallback>
            <p:pic>
              <p:nvPicPr>
                <p:cNvPr id="140" name="Ink 139">
                  <a:extLst>
                    <a:ext uri="{FF2B5EF4-FFF2-40B4-BE49-F238E27FC236}">
                      <a16:creationId xmlns:a16="http://schemas.microsoft.com/office/drawing/2014/main" id="{79876817-5DE7-862F-77C5-FBABBA2FA7CB}"/>
                    </a:ext>
                  </a:extLst>
                </p:cNvPr>
                <p:cNvPicPr/>
                <p:nvPr/>
              </p:nvPicPr>
              <p:blipFill>
                <a:blip r:embed="rId55"/>
                <a:stretch>
                  <a:fillRect/>
                </a:stretch>
              </p:blipFill>
              <p:spPr>
                <a:xfrm>
                  <a:off x="3487950" y="805062"/>
                  <a:ext cx="167400" cy="77904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56">
            <p14:nvContentPartPr>
              <p14:cNvPr id="246" name="Ink 245">
                <a:extLst>
                  <a:ext uri="{FF2B5EF4-FFF2-40B4-BE49-F238E27FC236}">
                    <a16:creationId xmlns:a16="http://schemas.microsoft.com/office/drawing/2014/main" id="{DD5DA664-920D-CFCD-5F35-A5C36BEEC3CA}"/>
                  </a:ext>
                </a:extLst>
              </p14:cNvPr>
              <p14:cNvContentPartPr/>
              <p14:nvPr/>
            </p14:nvContentPartPr>
            <p14:xfrm>
              <a:off x="4518990" y="2264862"/>
              <a:ext cx="960120" cy="483480"/>
            </p14:xfrm>
          </p:contentPart>
        </mc:Choice>
        <mc:Fallback>
          <p:pic>
            <p:nvPicPr>
              <p:cNvPr id="246" name="Ink 245">
                <a:extLst>
                  <a:ext uri="{FF2B5EF4-FFF2-40B4-BE49-F238E27FC236}">
                    <a16:creationId xmlns:a16="http://schemas.microsoft.com/office/drawing/2014/main" id="{DD5DA664-920D-CFCD-5F35-A5C36BEEC3CA}"/>
                  </a:ext>
                </a:extLst>
              </p:cNvPr>
              <p:cNvPicPr/>
              <p:nvPr/>
            </p:nvPicPr>
            <p:blipFill>
              <a:blip r:embed="rId57"/>
              <a:stretch>
                <a:fillRect/>
              </a:stretch>
            </p:blipFill>
            <p:spPr>
              <a:xfrm>
                <a:off x="4510350" y="2255862"/>
                <a:ext cx="977760" cy="501120"/>
              </a:xfrm>
              <a:prstGeom prst="rect">
                <a:avLst/>
              </a:prstGeom>
            </p:spPr>
          </p:pic>
        </mc:Fallback>
      </mc:AlternateContent>
      <p:grpSp>
        <p:nvGrpSpPr>
          <p:cNvPr id="279" name="Group 278">
            <a:extLst>
              <a:ext uri="{FF2B5EF4-FFF2-40B4-BE49-F238E27FC236}">
                <a16:creationId xmlns:a16="http://schemas.microsoft.com/office/drawing/2014/main" id="{23C9EC59-A5E1-559B-1BB6-86E2228C891E}"/>
              </a:ext>
            </a:extLst>
          </p:cNvPr>
          <p:cNvGrpSpPr/>
          <p:nvPr/>
        </p:nvGrpSpPr>
        <p:grpSpPr>
          <a:xfrm>
            <a:off x="7106670" y="1936542"/>
            <a:ext cx="1473840" cy="797040"/>
            <a:chOff x="7106670" y="1936542"/>
            <a:chExt cx="1473840" cy="797040"/>
          </a:xfrm>
        </p:grpSpPr>
        <mc:AlternateContent xmlns:mc="http://schemas.openxmlformats.org/markup-compatibility/2006">
          <mc:Choice xmlns:p14="http://schemas.microsoft.com/office/powerpoint/2010/main" Requires="p14">
            <p:contentPart p14:bwMode="auto" r:id="rId58">
              <p14:nvContentPartPr>
                <p14:cNvPr id="264" name="Ink 263">
                  <a:extLst>
                    <a:ext uri="{FF2B5EF4-FFF2-40B4-BE49-F238E27FC236}">
                      <a16:creationId xmlns:a16="http://schemas.microsoft.com/office/drawing/2014/main" id="{ADCA1C8A-BBCC-6C9B-21BA-163E07F4229F}"/>
                    </a:ext>
                  </a:extLst>
                </p14:cNvPr>
                <p14:cNvContentPartPr/>
                <p14:nvPr/>
              </p14:nvContentPartPr>
              <p14:xfrm>
                <a:off x="7275150" y="1936542"/>
                <a:ext cx="426960" cy="479520"/>
              </p14:xfrm>
            </p:contentPart>
          </mc:Choice>
          <mc:Fallback>
            <p:pic>
              <p:nvPicPr>
                <p:cNvPr id="264" name="Ink 263">
                  <a:extLst>
                    <a:ext uri="{FF2B5EF4-FFF2-40B4-BE49-F238E27FC236}">
                      <a16:creationId xmlns:a16="http://schemas.microsoft.com/office/drawing/2014/main" id="{ADCA1C8A-BBCC-6C9B-21BA-163E07F4229F}"/>
                    </a:ext>
                  </a:extLst>
                </p:cNvPr>
                <p:cNvPicPr/>
                <p:nvPr/>
              </p:nvPicPr>
              <p:blipFill>
                <a:blip r:embed="rId59"/>
                <a:stretch>
                  <a:fillRect/>
                </a:stretch>
              </p:blipFill>
              <p:spPr>
                <a:xfrm>
                  <a:off x="7266150" y="1927902"/>
                  <a:ext cx="444600" cy="497160"/>
                </a:xfrm>
                <a:prstGeom prst="rect">
                  <a:avLst/>
                </a:prstGeom>
              </p:spPr>
            </p:pic>
          </mc:Fallback>
        </mc:AlternateContent>
        <mc:AlternateContent xmlns:mc="http://schemas.openxmlformats.org/markup-compatibility/2006">
          <mc:Choice xmlns:p14="http://schemas.microsoft.com/office/powerpoint/2010/main" Requires="p14">
            <p:contentPart p14:bwMode="auto" r:id="rId60">
              <p14:nvContentPartPr>
                <p14:cNvPr id="265" name="Ink 264">
                  <a:extLst>
                    <a:ext uri="{FF2B5EF4-FFF2-40B4-BE49-F238E27FC236}">
                      <a16:creationId xmlns:a16="http://schemas.microsoft.com/office/drawing/2014/main" id="{1FE23AB4-8C4C-29A3-8745-F3F5E2891A49}"/>
                    </a:ext>
                  </a:extLst>
                </p14:cNvPr>
                <p14:cNvContentPartPr/>
                <p14:nvPr/>
              </p14:nvContentPartPr>
              <p14:xfrm>
                <a:off x="8021790" y="1994862"/>
                <a:ext cx="444960" cy="430200"/>
              </p14:xfrm>
            </p:contentPart>
          </mc:Choice>
          <mc:Fallback>
            <p:pic>
              <p:nvPicPr>
                <p:cNvPr id="265" name="Ink 264">
                  <a:extLst>
                    <a:ext uri="{FF2B5EF4-FFF2-40B4-BE49-F238E27FC236}">
                      <a16:creationId xmlns:a16="http://schemas.microsoft.com/office/drawing/2014/main" id="{1FE23AB4-8C4C-29A3-8745-F3F5E2891A49}"/>
                    </a:ext>
                  </a:extLst>
                </p:cNvPr>
                <p:cNvPicPr/>
                <p:nvPr/>
              </p:nvPicPr>
              <p:blipFill>
                <a:blip r:embed="rId61"/>
                <a:stretch>
                  <a:fillRect/>
                </a:stretch>
              </p:blipFill>
              <p:spPr>
                <a:xfrm>
                  <a:off x="8013150" y="1985862"/>
                  <a:ext cx="462600" cy="447840"/>
                </a:xfrm>
                <a:prstGeom prst="rect">
                  <a:avLst/>
                </a:prstGeom>
              </p:spPr>
            </p:pic>
          </mc:Fallback>
        </mc:AlternateContent>
        <mc:AlternateContent xmlns:mc="http://schemas.openxmlformats.org/markup-compatibility/2006">
          <mc:Choice xmlns:p14="http://schemas.microsoft.com/office/powerpoint/2010/main" Requires="p14">
            <p:contentPart p14:bwMode="auto" r:id="rId62">
              <p14:nvContentPartPr>
                <p14:cNvPr id="266" name="Ink 265">
                  <a:extLst>
                    <a:ext uri="{FF2B5EF4-FFF2-40B4-BE49-F238E27FC236}">
                      <a16:creationId xmlns:a16="http://schemas.microsoft.com/office/drawing/2014/main" id="{F99439A7-00A7-3000-43CC-4C6308868E7F}"/>
                    </a:ext>
                  </a:extLst>
                </p14:cNvPr>
                <p14:cNvContentPartPr/>
                <p14:nvPr/>
              </p14:nvContentPartPr>
              <p14:xfrm>
                <a:off x="7106670" y="2561502"/>
                <a:ext cx="113760" cy="172080"/>
              </p14:xfrm>
            </p:contentPart>
          </mc:Choice>
          <mc:Fallback>
            <p:pic>
              <p:nvPicPr>
                <p:cNvPr id="266" name="Ink 265">
                  <a:extLst>
                    <a:ext uri="{FF2B5EF4-FFF2-40B4-BE49-F238E27FC236}">
                      <a16:creationId xmlns:a16="http://schemas.microsoft.com/office/drawing/2014/main" id="{F99439A7-00A7-3000-43CC-4C6308868E7F}"/>
                    </a:ext>
                  </a:extLst>
                </p:cNvPr>
                <p:cNvPicPr/>
                <p:nvPr/>
              </p:nvPicPr>
              <p:blipFill>
                <a:blip r:embed="rId63"/>
                <a:stretch>
                  <a:fillRect/>
                </a:stretch>
              </p:blipFill>
              <p:spPr>
                <a:xfrm>
                  <a:off x="7098030" y="2552862"/>
                  <a:ext cx="131400" cy="189720"/>
                </a:xfrm>
                <a:prstGeom prst="rect">
                  <a:avLst/>
                </a:prstGeom>
              </p:spPr>
            </p:pic>
          </mc:Fallback>
        </mc:AlternateContent>
        <mc:AlternateContent xmlns:mc="http://schemas.openxmlformats.org/markup-compatibility/2006">
          <mc:Choice xmlns:p14="http://schemas.microsoft.com/office/powerpoint/2010/main" Requires="p14">
            <p:contentPart p14:bwMode="auto" r:id="rId64">
              <p14:nvContentPartPr>
                <p14:cNvPr id="267" name="Ink 266">
                  <a:extLst>
                    <a:ext uri="{FF2B5EF4-FFF2-40B4-BE49-F238E27FC236}">
                      <a16:creationId xmlns:a16="http://schemas.microsoft.com/office/drawing/2014/main" id="{DACC7D16-555B-1EF6-7974-D768C2A72645}"/>
                    </a:ext>
                  </a:extLst>
                </p14:cNvPr>
                <p14:cNvContentPartPr/>
                <p14:nvPr/>
              </p14:nvContentPartPr>
              <p14:xfrm>
                <a:off x="7278030" y="2561142"/>
                <a:ext cx="90720" cy="161280"/>
              </p14:xfrm>
            </p:contentPart>
          </mc:Choice>
          <mc:Fallback>
            <p:pic>
              <p:nvPicPr>
                <p:cNvPr id="267" name="Ink 266">
                  <a:extLst>
                    <a:ext uri="{FF2B5EF4-FFF2-40B4-BE49-F238E27FC236}">
                      <a16:creationId xmlns:a16="http://schemas.microsoft.com/office/drawing/2014/main" id="{DACC7D16-555B-1EF6-7974-D768C2A72645}"/>
                    </a:ext>
                  </a:extLst>
                </p:cNvPr>
                <p:cNvPicPr/>
                <p:nvPr/>
              </p:nvPicPr>
              <p:blipFill>
                <a:blip r:embed="rId65"/>
                <a:stretch>
                  <a:fillRect/>
                </a:stretch>
              </p:blipFill>
              <p:spPr>
                <a:xfrm>
                  <a:off x="7269390" y="2552142"/>
                  <a:ext cx="108360" cy="178920"/>
                </a:xfrm>
                <a:prstGeom prst="rect">
                  <a:avLst/>
                </a:prstGeom>
              </p:spPr>
            </p:pic>
          </mc:Fallback>
        </mc:AlternateContent>
        <mc:AlternateContent xmlns:mc="http://schemas.openxmlformats.org/markup-compatibility/2006">
          <mc:Choice xmlns:p14="http://schemas.microsoft.com/office/powerpoint/2010/main" Requires="p14">
            <p:contentPart p14:bwMode="auto" r:id="rId66">
              <p14:nvContentPartPr>
                <p14:cNvPr id="268" name="Ink 267">
                  <a:extLst>
                    <a:ext uri="{FF2B5EF4-FFF2-40B4-BE49-F238E27FC236}">
                      <a16:creationId xmlns:a16="http://schemas.microsoft.com/office/drawing/2014/main" id="{74C348F8-DB99-40F8-F742-772F2A546691}"/>
                    </a:ext>
                  </a:extLst>
                </p14:cNvPr>
                <p14:cNvContentPartPr/>
                <p14:nvPr/>
              </p14:nvContentPartPr>
              <p14:xfrm>
                <a:off x="7310070" y="2575182"/>
                <a:ext cx="201600" cy="150120"/>
              </p14:xfrm>
            </p:contentPart>
          </mc:Choice>
          <mc:Fallback>
            <p:pic>
              <p:nvPicPr>
                <p:cNvPr id="268" name="Ink 267">
                  <a:extLst>
                    <a:ext uri="{FF2B5EF4-FFF2-40B4-BE49-F238E27FC236}">
                      <a16:creationId xmlns:a16="http://schemas.microsoft.com/office/drawing/2014/main" id="{74C348F8-DB99-40F8-F742-772F2A546691}"/>
                    </a:ext>
                  </a:extLst>
                </p:cNvPr>
                <p:cNvPicPr/>
                <p:nvPr/>
              </p:nvPicPr>
              <p:blipFill>
                <a:blip r:embed="rId67"/>
                <a:stretch>
                  <a:fillRect/>
                </a:stretch>
              </p:blipFill>
              <p:spPr>
                <a:xfrm>
                  <a:off x="7301070" y="2566182"/>
                  <a:ext cx="219240" cy="167760"/>
                </a:xfrm>
                <a:prstGeom prst="rect">
                  <a:avLst/>
                </a:prstGeom>
              </p:spPr>
            </p:pic>
          </mc:Fallback>
        </mc:AlternateContent>
        <mc:AlternateContent xmlns:mc="http://schemas.openxmlformats.org/markup-compatibility/2006">
          <mc:Choice xmlns:p14="http://schemas.microsoft.com/office/powerpoint/2010/main" Requires="p14">
            <p:contentPart p14:bwMode="auto" r:id="rId68">
              <p14:nvContentPartPr>
                <p14:cNvPr id="269" name="Ink 268">
                  <a:extLst>
                    <a:ext uri="{FF2B5EF4-FFF2-40B4-BE49-F238E27FC236}">
                      <a16:creationId xmlns:a16="http://schemas.microsoft.com/office/drawing/2014/main" id="{00AEAE12-8D82-D841-BBCB-A942AC4F959C}"/>
                    </a:ext>
                  </a:extLst>
                </p14:cNvPr>
                <p14:cNvContentPartPr/>
                <p14:nvPr/>
              </p14:nvContentPartPr>
              <p14:xfrm>
                <a:off x="7542990" y="2572662"/>
                <a:ext cx="77040" cy="125640"/>
              </p14:xfrm>
            </p:contentPart>
          </mc:Choice>
          <mc:Fallback>
            <p:pic>
              <p:nvPicPr>
                <p:cNvPr id="269" name="Ink 268">
                  <a:extLst>
                    <a:ext uri="{FF2B5EF4-FFF2-40B4-BE49-F238E27FC236}">
                      <a16:creationId xmlns:a16="http://schemas.microsoft.com/office/drawing/2014/main" id="{00AEAE12-8D82-D841-BBCB-A942AC4F959C}"/>
                    </a:ext>
                  </a:extLst>
                </p:cNvPr>
                <p:cNvPicPr/>
                <p:nvPr/>
              </p:nvPicPr>
              <p:blipFill>
                <a:blip r:embed="rId69"/>
                <a:stretch>
                  <a:fillRect/>
                </a:stretch>
              </p:blipFill>
              <p:spPr>
                <a:xfrm>
                  <a:off x="7534350" y="2563662"/>
                  <a:ext cx="94680" cy="143280"/>
                </a:xfrm>
                <a:prstGeom prst="rect">
                  <a:avLst/>
                </a:prstGeom>
              </p:spPr>
            </p:pic>
          </mc:Fallback>
        </mc:AlternateContent>
        <mc:AlternateContent xmlns:mc="http://schemas.openxmlformats.org/markup-compatibility/2006">
          <mc:Choice xmlns:p14="http://schemas.microsoft.com/office/powerpoint/2010/main" Requires="p14">
            <p:contentPart p14:bwMode="auto" r:id="rId70">
              <p14:nvContentPartPr>
                <p14:cNvPr id="272" name="Ink 271">
                  <a:extLst>
                    <a:ext uri="{FF2B5EF4-FFF2-40B4-BE49-F238E27FC236}">
                      <a16:creationId xmlns:a16="http://schemas.microsoft.com/office/drawing/2014/main" id="{0522FD29-4BD7-8F3F-25C0-000F30E59296}"/>
                    </a:ext>
                  </a:extLst>
                </p14:cNvPr>
                <p14:cNvContentPartPr/>
                <p14:nvPr/>
              </p14:nvContentPartPr>
              <p14:xfrm>
                <a:off x="8263710" y="2583102"/>
                <a:ext cx="34560" cy="132120"/>
              </p14:xfrm>
            </p:contentPart>
          </mc:Choice>
          <mc:Fallback>
            <p:pic>
              <p:nvPicPr>
                <p:cNvPr id="272" name="Ink 271">
                  <a:extLst>
                    <a:ext uri="{FF2B5EF4-FFF2-40B4-BE49-F238E27FC236}">
                      <a16:creationId xmlns:a16="http://schemas.microsoft.com/office/drawing/2014/main" id="{0522FD29-4BD7-8F3F-25C0-000F30E59296}"/>
                    </a:ext>
                  </a:extLst>
                </p:cNvPr>
                <p:cNvPicPr/>
                <p:nvPr/>
              </p:nvPicPr>
              <p:blipFill>
                <a:blip r:embed="rId71"/>
                <a:stretch>
                  <a:fillRect/>
                </a:stretch>
              </p:blipFill>
              <p:spPr>
                <a:xfrm>
                  <a:off x="8255070" y="2574462"/>
                  <a:ext cx="52200" cy="149760"/>
                </a:xfrm>
                <a:prstGeom prst="rect">
                  <a:avLst/>
                </a:prstGeom>
              </p:spPr>
            </p:pic>
          </mc:Fallback>
        </mc:AlternateContent>
        <mc:AlternateContent xmlns:mc="http://schemas.openxmlformats.org/markup-compatibility/2006">
          <mc:Choice xmlns:p14="http://schemas.microsoft.com/office/powerpoint/2010/main" Requires="p14">
            <p:contentPart p14:bwMode="auto" r:id="rId72">
              <p14:nvContentPartPr>
                <p14:cNvPr id="273" name="Ink 272">
                  <a:extLst>
                    <a:ext uri="{FF2B5EF4-FFF2-40B4-BE49-F238E27FC236}">
                      <a16:creationId xmlns:a16="http://schemas.microsoft.com/office/drawing/2014/main" id="{6B4182A9-EE5F-4839-422E-29229B005360}"/>
                    </a:ext>
                  </a:extLst>
                </p14:cNvPr>
                <p14:cNvContentPartPr/>
                <p14:nvPr/>
              </p14:nvContentPartPr>
              <p14:xfrm>
                <a:off x="8253990" y="2533782"/>
                <a:ext cx="108360" cy="174600"/>
              </p14:xfrm>
            </p:contentPart>
          </mc:Choice>
          <mc:Fallback>
            <p:pic>
              <p:nvPicPr>
                <p:cNvPr id="273" name="Ink 272">
                  <a:extLst>
                    <a:ext uri="{FF2B5EF4-FFF2-40B4-BE49-F238E27FC236}">
                      <a16:creationId xmlns:a16="http://schemas.microsoft.com/office/drawing/2014/main" id="{6B4182A9-EE5F-4839-422E-29229B005360}"/>
                    </a:ext>
                  </a:extLst>
                </p:cNvPr>
                <p:cNvPicPr/>
                <p:nvPr/>
              </p:nvPicPr>
              <p:blipFill>
                <a:blip r:embed="rId73"/>
                <a:stretch>
                  <a:fillRect/>
                </a:stretch>
              </p:blipFill>
              <p:spPr>
                <a:xfrm>
                  <a:off x="8244990" y="2525142"/>
                  <a:ext cx="126000" cy="192240"/>
                </a:xfrm>
                <a:prstGeom prst="rect">
                  <a:avLst/>
                </a:prstGeom>
              </p:spPr>
            </p:pic>
          </mc:Fallback>
        </mc:AlternateContent>
        <mc:AlternateContent xmlns:mc="http://schemas.openxmlformats.org/markup-compatibility/2006">
          <mc:Choice xmlns:p14="http://schemas.microsoft.com/office/powerpoint/2010/main" Requires="p14">
            <p:contentPart p14:bwMode="auto" r:id="rId74">
              <p14:nvContentPartPr>
                <p14:cNvPr id="274" name="Ink 273">
                  <a:extLst>
                    <a:ext uri="{FF2B5EF4-FFF2-40B4-BE49-F238E27FC236}">
                      <a16:creationId xmlns:a16="http://schemas.microsoft.com/office/drawing/2014/main" id="{04C152C4-5322-ECDD-F018-DBA8A4AAD314}"/>
                    </a:ext>
                  </a:extLst>
                </p14:cNvPr>
                <p14:cNvContentPartPr/>
                <p14:nvPr/>
              </p14:nvContentPartPr>
              <p14:xfrm>
                <a:off x="8385390" y="2569422"/>
                <a:ext cx="62640" cy="155160"/>
              </p14:xfrm>
            </p:contentPart>
          </mc:Choice>
          <mc:Fallback>
            <p:pic>
              <p:nvPicPr>
                <p:cNvPr id="274" name="Ink 273">
                  <a:extLst>
                    <a:ext uri="{FF2B5EF4-FFF2-40B4-BE49-F238E27FC236}">
                      <a16:creationId xmlns:a16="http://schemas.microsoft.com/office/drawing/2014/main" id="{04C152C4-5322-ECDD-F018-DBA8A4AAD314}"/>
                    </a:ext>
                  </a:extLst>
                </p:cNvPr>
                <p:cNvPicPr/>
                <p:nvPr/>
              </p:nvPicPr>
              <p:blipFill>
                <a:blip r:embed="rId75"/>
                <a:stretch>
                  <a:fillRect/>
                </a:stretch>
              </p:blipFill>
              <p:spPr>
                <a:xfrm>
                  <a:off x="8376750" y="2560782"/>
                  <a:ext cx="80280" cy="172800"/>
                </a:xfrm>
                <a:prstGeom prst="rect">
                  <a:avLst/>
                </a:prstGeom>
              </p:spPr>
            </p:pic>
          </mc:Fallback>
        </mc:AlternateContent>
        <mc:AlternateContent xmlns:mc="http://schemas.openxmlformats.org/markup-compatibility/2006">
          <mc:Choice xmlns:p14="http://schemas.microsoft.com/office/powerpoint/2010/main" Requires="p14">
            <p:contentPart p14:bwMode="auto" r:id="rId76">
              <p14:nvContentPartPr>
                <p14:cNvPr id="275" name="Ink 274">
                  <a:extLst>
                    <a:ext uri="{FF2B5EF4-FFF2-40B4-BE49-F238E27FC236}">
                      <a16:creationId xmlns:a16="http://schemas.microsoft.com/office/drawing/2014/main" id="{C25E078B-F959-BB2B-6D26-65EB32DC9013}"/>
                    </a:ext>
                  </a:extLst>
                </p14:cNvPr>
                <p14:cNvContentPartPr/>
                <p14:nvPr/>
              </p14:nvContentPartPr>
              <p14:xfrm>
                <a:off x="8410950" y="2640342"/>
                <a:ext cx="87480" cy="5040"/>
              </p14:xfrm>
            </p:contentPart>
          </mc:Choice>
          <mc:Fallback>
            <p:pic>
              <p:nvPicPr>
                <p:cNvPr id="275" name="Ink 274">
                  <a:extLst>
                    <a:ext uri="{FF2B5EF4-FFF2-40B4-BE49-F238E27FC236}">
                      <a16:creationId xmlns:a16="http://schemas.microsoft.com/office/drawing/2014/main" id="{C25E078B-F959-BB2B-6D26-65EB32DC9013}"/>
                    </a:ext>
                  </a:extLst>
                </p:cNvPr>
                <p:cNvPicPr/>
                <p:nvPr/>
              </p:nvPicPr>
              <p:blipFill>
                <a:blip r:embed="rId77"/>
                <a:stretch>
                  <a:fillRect/>
                </a:stretch>
              </p:blipFill>
              <p:spPr>
                <a:xfrm>
                  <a:off x="8402310" y="2631702"/>
                  <a:ext cx="105120" cy="22680"/>
                </a:xfrm>
                <a:prstGeom prst="rect">
                  <a:avLst/>
                </a:prstGeom>
              </p:spPr>
            </p:pic>
          </mc:Fallback>
        </mc:AlternateContent>
        <mc:AlternateContent xmlns:mc="http://schemas.openxmlformats.org/markup-compatibility/2006">
          <mc:Choice xmlns:p14="http://schemas.microsoft.com/office/powerpoint/2010/main" Requires="p14">
            <p:contentPart p14:bwMode="auto" r:id="rId78">
              <p14:nvContentPartPr>
                <p14:cNvPr id="276" name="Ink 275">
                  <a:extLst>
                    <a:ext uri="{FF2B5EF4-FFF2-40B4-BE49-F238E27FC236}">
                      <a16:creationId xmlns:a16="http://schemas.microsoft.com/office/drawing/2014/main" id="{49ABF277-BD8C-98A2-D6B9-3D644218E06F}"/>
                    </a:ext>
                  </a:extLst>
                </p14:cNvPr>
                <p14:cNvContentPartPr/>
                <p14:nvPr/>
              </p14:nvContentPartPr>
              <p14:xfrm>
                <a:off x="8513190" y="2578422"/>
                <a:ext cx="67320" cy="142200"/>
              </p14:xfrm>
            </p:contentPart>
          </mc:Choice>
          <mc:Fallback>
            <p:pic>
              <p:nvPicPr>
                <p:cNvPr id="276" name="Ink 275">
                  <a:extLst>
                    <a:ext uri="{FF2B5EF4-FFF2-40B4-BE49-F238E27FC236}">
                      <a16:creationId xmlns:a16="http://schemas.microsoft.com/office/drawing/2014/main" id="{49ABF277-BD8C-98A2-D6B9-3D644218E06F}"/>
                    </a:ext>
                  </a:extLst>
                </p:cNvPr>
                <p:cNvPicPr/>
                <p:nvPr/>
              </p:nvPicPr>
              <p:blipFill>
                <a:blip r:embed="rId79"/>
                <a:stretch>
                  <a:fillRect/>
                </a:stretch>
              </p:blipFill>
              <p:spPr>
                <a:xfrm>
                  <a:off x="8504550" y="2569422"/>
                  <a:ext cx="84960" cy="159840"/>
                </a:xfrm>
                <a:prstGeom prst="rect">
                  <a:avLst/>
                </a:prstGeom>
              </p:spPr>
            </p:pic>
          </mc:Fallback>
        </mc:AlternateContent>
        <mc:AlternateContent xmlns:mc="http://schemas.openxmlformats.org/markup-compatibility/2006">
          <mc:Choice xmlns:p14="http://schemas.microsoft.com/office/powerpoint/2010/main" Requires="p14">
            <p:contentPart p14:bwMode="auto" r:id="rId80">
              <p14:nvContentPartPr>
                <p14:cNvPr id="278" name="Ink 277">
                  <a:extLst>
                    <a:ext uri="{FF2B5EF4-FFF2-40B4-BE49-F238E27FC236}">
                      <a16:creationId xmlns:a16="http://schemas.microsoft.com/office/drawing/2014/main" id="{AB88CBAF-7358-023B-D678-CE231556BFA1}"/>
                    </a:ext>
                  </a:extLst>
                </p14:cNvPr>
                <p14:cNvContentPartPr/>
                <p14:nvPr/>
              </p14:nvContentPartPr>
              <p14:xfrm>
                <a:off x="7490070" y="2313822"/>
                <a:ext cx="879120" cy="175320"/>
              </p14:xfrm>
            </p:contentPart>
          </mc:Choice>
          <mc:Fallback>
            <p:pic>
              <p:nvPicPr>
                <p:cNvPr id="278" name="Ink 277">
                  <a:extLst>
                    <a:ext uri="{FF2B5EF4-FFF2-40B4-BE49-F238E27FC236}">
                      <a16:creationId xmlns:a16="http://schemas.microsoft.com/office/drawing/2014/main" id="{AB88CBAF-7358-023B-D678-CE231556BFA1}"/>
                    </a:ext>
                  </a:extLst>
                </p:cNvPr>
                <p:cNvPicPr/>
                <p:nvPr/>
              </p:nvPicPr>
              <p:blipFill>
                <a:blip r:embed="rId81"/>
                <a:stretch>
                  <a:fillRect/>
                </a:stretch>
              </p:blipFill>
              <p:spPr>
                <a:xfrm>
                  <a:off x="7481430" y="2304822"/>
                  <a:ext cx="896760" cy="192960"/>
                </a:xfrm>
                <a:prstGeom prst="rect">
                  <a:avLst/>
                </a:prstGeom>
              </p:spPr>
            </p:pic>
          </mc:Fallback>
        </mc:AlternateContent>
      </p:grpSp>
      <p:grpSp>
        <p:nvGrpSpPr>
          <p:cNvPr id="285" name="Group 284">
            <a:extLst>
              <a:ext uri="{FF2B5EF4-FFF2-40B4-BE49-F238E27FC236}">
                <a16:creationId xmlns:a16="http://schemas.microsoft.com/office/drawing/2014/main" id="{34AB3ECA-887E-7112-FB97-0824FF04A3CD}"/>
              </a:ext>
            </a:extLst>
          </p:cNvPr>
          <p:cNvGrpSpPr/>
          <p:nvPr/>
        </p:nvGrpSpPr>
        <p:grpSpPr>
          <a:xfrm>
            <a:off x="7759710" y="1603542"/>
            <a:ext cx="484200" cy="275400"/>
            <a:chOff x="7759710" y="1603542"/>
            <a:chExt cx="484200" cy="275400"/>
          </a:xfrm>
        </p:grpSpPr>
        <mc:AlternateContent xmlns:mc="http://schemas.openxmlformats.org/markup-compatibility/2006">
          <mc:Choice xmlns:p14="http://schemas.microsoft.com/office/powerpoint/2010/main" Requires="p14">
            <p:contentPart p14:bwMode="auto" r:id="rId82">
              <p14:nvContentPartPr>
                <p14:cNvPr id="280" name="Ink 279">
                  <a:extLst>
                    <a:ext uri="{FF2B5EF4-FFF2-40B4-BE49-F238E27FC236}">
                      <a16:creationId xmlns:a16="http://schemas.microsoft.com/office/drawing/2014/main" id="{A4694FD7-D770-75C2-43F0-81F82EF212C1}"/>
                    </a:ext>
                  </a:extLst>
                </p14:cNvPr>
                <p14:cNvContentPartPr/>
                <p14:nvPr/>
              </p14:nvContentPartPr>
              <p14:xfrm>
                <a:off x="7759710" y="1603542"/>
                <a:ext cx="100080" cy="29880"/>
              </p14:xfrm>
            </p:contentPart>
          </mc:Choice>
          <mc:Fallback>
            <p:pic>
              <p:nvPicPr>
                <p:cNvPr id="280" name="Ink 279">
                  <a:extLst>
                    <a:ext uri="{FF2B5EF4-FFF2-40B4-BE49-F238E27FC236}">
                      <a16:creationId xmlns:a16="http://schemas.microsoft.com/office/drawing/2014/main" id="{A4694FD7-D770-75C2-43F0-81F82EF212C1}"/>
                    </a:ext>
                  </a:extLst>
                </p:cNvPr>
                <p:cNvPicPr/>
                <p:nvPr/>
              </p:nvPicPr>
              <p:blipFill>
                <a:blip r:embed="rId83"/>
                <a:stretch>
                  <a:fillRect/>
                </a:stretch>
              </p:blipFill>
              <p:spPr>
                <a:xfrm>
                  <a:off x="7751070" y="1594542"/>
                  <a:ext cx="117720" cy="47520"/>
                </a:xfrm>
                <a:prstGeom prst="rect">
                  <a:avLst/>
                </a:prstGeom>
              </p:spPr>
            </p:pic>
          </mc:Fallback>
        </mc:AlternateContent>
        <mc:AlternateContent xmlns:mc="http://schemas.openxmlformats.org/markup-compatibility/2006">
          <mc:Choice xmlns:p14="http://schemas.microsoft.com/office/powerpoint/2010/main" Requires="p14">
            <p:contentPart p14:bwMode="auto" r:id="rId84">
              <p14:nvContentPartPr>
                <p14:cNvPr id="281" name="Ink 280">
                  <a:extLst>
                    <a:ext uri="{FF2B5EF4-FFF2-40B4-BE49-F238E27FC236}">
                      <a16:creationId xmlns:a16="http://schemas.microsoft.com/office/drawing/2014/main" id="{D19F1C38-3AD3-2CEC-5A30-0B12230F6257}"/>
                    </a:ext>
                  </a:extLst>
                </p14:cNvPr>
                <p14:cNvContentPartPr/>
                <p14:nvPr/>
              </p14:nvContentPartPr>
              <p14:xfrm>
                <a:off x="7812630" y="1613622"/>
                <a:ext cx="36000" cy="169560"/>
              </p14:xfrm>
            </p:contentPart>
          </mc:Choice>
          <mc:Fallback>
            <p:pic>
              <p:nvPicPr>
                <p:cNvPr id="281" name="Ink 280">
                  <a:extLst>
                    <a:ext uri="{FF2B5EF4-FFF2-40B4-BE49-F238E27FC236}">
                      <a16:creationId xmlns:a16="http://schemas.microsoft.com/office/drawing/2014/main" id="{D19F1C38-3AD3-2CEC-5A30-0B12230F6257}"/>
                    </a:ext>
                  </a:extLst>
                </p:cNvPr>
                <p:cNvPicPr/>
                <p:nvPr/>
              </p:nvPicPr>
              <p:blipFill>
                <a:blip r:embed="rId85"/>
                <a:stretch>
                  <a:fillRect/>
                </a:stretch>
              </p:blipFill>
              <p:spPr>
                <a:xfrm>
                  <a:off x="7803630" y="1604622"/>
                  <a:ext cx="53640" cy="187200"/>
                </a:xfrm>
                <a:prstGeom prst="rect">
                  <a:avLst/>
                </a:prstGeom>
              </p:spPr>
            </p:pic>
          </mc:Fallback>
        </mc:AlternateContent>
        <mc:AlternateContent xmlns:mc="http://schemas.openxmlformats.org/markup-compatibility/2006">
          <mc:Choice xmlns:p14="http://schemas.microsoft.com/office/powerpoint/2010/main" Requires="p14">
            <p:contentPart p14:bwMode="auto" r:id="rId86">
              <p14:nvContentPartPr>
                <p14:cNvPr id="282" name="Ink 281">
                  <a:extLst>
                    <a:ext uri="{FF2B5EF4-FFF2-40B4-BE49-F238E27FC236}">
                      <a16:creationId xmlns:a16="http://schemas.microsoft.com/office/drawing/2014/main" id="{DEDAB028-2768-9C96-D865-A35E2D0F969D}"/>
                    </a:ext>
                  </a:extLst>
                </p14:cNvPr>
                <p14:cNvContentPartPr/>
                <p14:nvPr/>
              </p14:nvContentPartPr>
              <p14:xfrm>
                <a:off x="7882110" y="1696062"/>
                <a:ext cx="95760" cy="182880"/>
              </p14:xfrm>
            </p:contentPart>
          </mc:Choice>
          <mc:Fallback>
            <p:pic>
              <p:nvPicPr>
                <p:cNvPr id="282" name="Ink 281">
                  <a:extLst>
                    <a:ext uri="{FF2B5EF4-FFF2-40B4-BE49-F238E27FC236}">
                      <a16:creationId xmlns:a16="http://schemas.microsoft.com/office/drawing/2014/main" id="{DEDAB028-2768-9C96-D865-A35E2D0F969D}"/>
                    </a:ext>
                  </a:extLst>
                </p:cNvPr>
                <p:cNvPicPr/>
                <p:nvPr/>
              </p:nvPicPr>
              <p:blipFill>
                <a:blip r:embed="rId87"/>
                <a:stretch>
                  <a:fillRect/>
                </a:stretch>
              </p:blipFill>
              <p:spPr>
                <a:xfrm>
                  <a:off x="7873470" y="1687422"/>
                  <a:ext cx="113400" cy="200520"/>
                </a:xfrm>
                <a:prstGeom prst="rect">
                  <a:avLst/>
                </a:prstGeom>
              </p:spPr>
            </p:pic>
          </mc:Fallback>
        </mc:AlternateContent>
        <mc:AlternateContent xmlns:mc="http://schemas.openxmlformats.org/markup-compatibility/2006">
          <mc:Choice xmlns:p14="http://schemas.microsoft.com/office/powerpoint/2010/main" Requires="p14">
            <p:contentPart p14:bwMode="auto" r:id="rId88">
              <p14:nvContentPartPr>
                <p14:cNvPr id="283" name="Ink 282">
                  <a:extLst>
                    <a:ext uri="{FF2B5EF4-FFF2-40B4-BE49-F238E27FC236}">
                      <a16:creationId xmlns:a16="http://schemas.microsoft.com/office/drawing/2014/main" id="{9B0F57E4-F800-8155-116D-6EE9D60159A5}"/>
                    </a:ext>
                  </a:extLst>
                </p14:cNvPr>
                <p14:cNvContentPartPr/>
                <p14:nvPr/>
              </p14:nvContentPartPr>
              <p14:xfrm>
                <a:off x="8005230" y="1662222"/>
                <a:ext cx="58320" cy="180360"/>
              </p14:xfrm>
            </p:contentPart>
          </mc:Choice>
          <mc:Fallback>
            <p:pic>
              <p:nvPicPr>
                <p:cNvPr id="283" name="Ink 282">
                  <a:extLst>
                    <a:ext uri="{FF2B5EF4-FFF2-40B4-BE49-F238E27FC236}">
                      <a16:creationId xmlns:a16="http://schemas.microsoft.com/office/drawing/2014/main" id="{9B0F57E4-F800-8155-116D-6EE9D60159A5}"/>
                    </a:ext>
                  </a:extLst>
                </p:cNvPr>
                <p:cNvPicPr/>
                <p:nvPr/>
              </p:nvPicPr>
              <p:blipFill>
                <a:blip r:embed="rId89"/>
                <a:stretch>
                  <a:fillRect/>
                </a:stretch>
              </p:blipFill>
              <p:spPr>
                <a:xfrm>
                  <a:off x="7996590" y="1653222"/>
                  <a:ext cx="75960" cy="198000"/>
                </a:xfrm>
                <a:prstGeom prst="rect">
                  <a:avLst/>
                </a:prstGeom>
              </p:spPr>
            </p:pic>
          </mc:Fallback>
        </mc:AlternateContent>
        <mc:AlternateContent xmlns:mc="http://schemas.openxmlformats.org/markup-compatibility/2006">
          <mc:Choice xmlns:p14="http://schemas.microsoft.com/office/powerpoint/2010/main" Requires="p14">
            <p:contentPart p14:bwMode="auto" r:id="rId90">
              <p14:nvContentPartPr>
                <p14:cNvPr id="284" name="Ink 283">
                  <a:extLst>
                    <a:ext uri="{FF2B5EF4-FFF2-40B4-BE49-F238E27FC236}">
                      <a16:creationId xmlns:a16="http://schemas.microsoft.com/office/drawing/2014/main" id="{4D227CD4-3707-A7F7-FFD2-9D0E5A7C3669}"/>
                    </a:ext>
                  </a:extLst>
                </p14:cNvPr>
                <p14:cNvContentPartPr/>
                <p14:nvPr/>
              </p14:nvContentPartPr>
              <p14:xfrm>
                <a:off x="8125830" y="1693542"/>
                <a:ext cx="118080" cy="108000"/>
              </p14:xfrm>
            </p:contentPart>
          </mc:Choice>
          <mc:Fallback>
            <p:pic>
              <p:nvPicPr>
                <p:cNvPr id="284" name="Ink 283">
                  <a:extLst>
                    <a:ext uri="{FF2B5EF4-FFF2-40B4-BE49-F238E27FC236}">
                      <a16:creationId xmlns:a16="http://schemas.microsoft.com/office/drawing/2014/main" id="{4D227CD4-3707-A7F7-FFD2-9D0E5A7C3669}"/>
                    </a:ext>
                  </a:extLst>
                </p:cNvPr>
                <p:cNvPicPr/>
                <p:nvPr/>
              </p:nvPicPr>
              <p:blipFill>
                <a:blip r:embed="rId91"/>
                <a:stretch>
                  <a:fillRect/>
                </a:stretch>
              </p:blipFill>
              <p:spPr>
                <a:xfrm>
                  <a:off x="8116830" y="1684902"/>
                  <a:ext cx="135720" cy="125640"/>
                </a:xfrm>
                <a:prstGeom prst="rect">
                  <a:avLst/>
                </a:prstGeom>
              </p:spPr>
            </p:pic>
          </mc:Fallback>
        </mc:AlternateContent>
      </p:grpSp>
      <p:grpSp>
        <p:nvGrpSpPr>
          <p:cNvPr id="313" name="Group 312">
            <a:extLst>
              <a:ext uri="{FF2B5EF4-FFF2-40B4-BE49-F238E27FC236}">
                <a16:creationId xmlns:a16="http://schemas.microsoft.com/office/drawing/2014/main" id="{4828F003-2945-8C8F-452B-68FEF72FD33B}"/>
              </a:ext>
            </a:extLst>
          </p:cNvPr>
          <p:cNvGrpSpPr/>
          <p:nvPr/>
        </p:nvGrpSpPr>
        <p:grpSpPr>
          <a:xfrm>
            <a:off x="6250230" y="2859942"/>
            <a:ext cx="2799360" cy="1810080"/>
            <a:chOff x="6250230" y="2859942"/>
            <a:chExt cx="2799360" cy="1810080"/>
          </a:xfrm>
        </p:grpSpPr>
        <mc:AlternateContent xmlns:mc="http://schemas.openxmlformats.org/markup-compatibility/2006">
          <mc:Choice xmlns:p14="http://schemas.microsoft.com/office/powerpoint/2010/main" Requires="p14">
            <p:contentPart p14:bwMode="auto" r:id="rId92">
              <p14:nvContentPartPr>
                <p14:cNvPr id="252" name="Ink 251">
                  <a:extLst>
                    <a:ext uri="{FF2B5EF4-FFF2-40B4-BE49-F238E27FC236}">
                      <a16:creationId xmlns:a16="http://schemas.microsoft.com/office/drawing/2014/main" id="{3E38254C-A43B-8384-B675-FFA19974797C}"/>
                    </a:ext>
                  </a:extLst>
                </p14:cNvPr>
                <p14:cNvContentPartPr/>
                <p14:nvPr/>
              </p14:nvContentPartPr>
              <p14:xfrm>
                <a:off x="6250230" y="4565982"/>
                <a:ext cx="445320" cy="15840"/>
              </p14:xfrm>
            </p:contentPart>
          </mc:Choice>
          <mc:Fallback>
            <p:pic>
              <p:nvPicPr>
                <p:cNvPr id="252" name="Ink 251">
                  <a:extLst>
                    <a:ext uri="{FF2B5EF4-FFF2-40B4-BE49-F238E27FC236}">
                      <a16:creationId xmlns:a16="http://schemas.microsoft.com/office/drawing/2014/main" id="{3E38254C-A43B-8384-B675-FFA19974797C}"/>
                    </a:ext>
                  </a:extLst>
                </p:cNvPr>
                <p:cNvPicPr/>
                <p:nvPr/>
              </p:nvPicPr>
              <p:blipFill>
                <a:blip r:embed="rId93"/>
                <a:stretch>
                  <a:fillRect/>
                </a:stretch>
              </p:blipFill>
              <p:spPr>
                <a:xfrm>
                  <a:off x="6241230" y="4557342"/>
                  <a:ext cx="462960" cy="33480"/>
                </a:xfrm>
                <a:prstGeom prst="rect">
                  <a:avLst/>
                </a:prstGeom>
              </p:spPr>
            </p:pic>
          </mc:Fallback>
        </mc:AlternateContent>
        <mc:AlternateContent xmlns:mc="http://schemas.openxmlformats.org/markup-compatibility/2006">
          <mc:Choice xmlns:p14="http://schemas.microsoft.com/office/powerpoint/2010/main" Requires="p14">
            <p:contentPart p14:bwMode="auto" r:id="rId94">
              <p14:nvContentPartPr>
                <p14:cNvPr id="253" name="Ink 252">
                  <a:extLst>
                    <a:ext uri="{FF2B5EF4-FFF2-40B4-BE49-F238E27FC236}">
                      <a16:creationId xmlns:a16="http://schemas.microsoft.com/office/drawing/2014/main" id="{6A525A62-692D-CCBB-EAFE-1F9FA1A2589B}"/>
                    </a:ext>
                  </a:extLst>
                </p14:cNvPr>
                <p14:cNvContentPartPr/>
                <p14:nvPr/>
              </p14:nvContentPartPr>
              <p14:xfrm>
                <a:off x="6628950" y="4499742"/>
                <a:ext cx="151200" cy="154080"/>
              </p14:xfrm>
            </p:contentPart>
          </mc:Choice>
          <mc:Fallback>
            <p:pic>
              <p:nvPicPr>
                <p:cNvPr id="253" name="Ink 252">
                  <a:extLst>
                    <a:ext uri="{FF2B5EF4-FFF2-40B4-BE49-F238E27FC236}">
                      <a16:creationId xmlns:a16="http://schemas.microsoft.com/office/drawing/2014/main" id="{6A525A62-692D-CCBB-EAFE-1F9FA1A2589B}"/>
                    </a:ext>
                  </a:extLst>
                </p:cNvPr>
                <p:cNvPicPr/>
                <p:nvPr/>
              </p:nvPicPr>
              <p:blipFill>
                <a:blip r:embed="rId95"/>
                <a:stretch>
                  <a:fillRect/>
                </a:stretch>
              </p:blipFill>
              <p:spPr>
                <a:xfrm>
                  <a:off x="6620310" y="4490742"/>
                  <a:ext cx="168840" cy="171720"/>
                </a:xfrm>
                <a:prstGeom prst="rect">
                  <a:avLst/>
                </a:prstGeom>
              </p:spPr>
            </p:pic>
          </mc:Fallback>
        </mc:AlternateContent>
        <mc:AlternateContent xmlns:mc="http://schemas.openxmlformats.org/markup-compatibility/2006">
          <mc:Choice xmlns:p14="http://schemas.microsoft.com/office/powerpoint/2010/main" Requires="p14">
            <p:contentPart p14:bwMode="auto" r:id="rId96">
              <p14:nvContentPartPr>
                <p14:cNvPr id="255" name="Ink 254">
                  <a:extLst>
                    <a:ext uri="{FF2B5EF4-FFF2-40B4-BE49-F238E27FC236}">
                      <a16:creationId xmlns:a16="http://schemas.microsoft.com/office/drawing/2014/main" id="{7FC34D42-8709-735F-03C7-07CD95871F1C}"/>
                    </a:ext>
                  </a:extLst>
                </p14:cNvPr>
                <p14:cNvContentPartPr/>
                <p14:nvPr/>
              </p14:nvContentPartPr>
              <p14:xfrm>
                <a:off x="7031430" y="4507302"/>
                <a:ext cx="15120" cy="149400"/>
              </p14:xfrm>
            </p:contentPart>
          </mc:Choice>
          <mc:Fallback>
            <p:pic>
              <p:nvPicPr>
                <p:cNvPr id="255" name="Ink 254">
                  <a:extLst>
                    <a:ext uri="{FF2B5EF4-FFF2-40B4-BE49-F238E27FC236}">
                      <a16:creationId xmlns:a16="http://schemas.microsoft.com/office/drawing/2014/main" id="{7FC34D42-8709-735F-03C7-07CD95871F1C}"/>
                    </a:ext>
                  </a:extLst>
                </p:cNvPr>
                <p:cNvPicPr/>
                <p:nvPr/>
              </p:nvPicPr>
              <p:blipFill>
                <a:blip r:embed="rId97"/>
                <a:stretch>
                  <a:fillRect/>
                </a:stretch>
              </p:blipFill>
              <p:spPr>
                <a:xfrm>
                  <a:off x="7022430" y="4498662"/>
                  <a:ext cx="32760" cy="167040"/>
                </a:xfrm>
                <a:prstGeom prst="rect">
                  <a:avLst/>
                </a:prstGeom>
              </p:spPr>
            </p:pic>
          </mc:Fallback>
        </mc:AlternateContent>
        <mc:AlternateContent xmlns:mc="http://schemas.openxmlformats.org/markup-compatibility/2006">
          <mc:Choice xmlns:p14="http://schemas.microsoft.com/office/powerpoint/2010/main" Requires="p14">
            <p:contentPart p14:bwMode="auto" r:id="rId98">
              <p14:nvContentPartPr>
                <p14:cNvPr id="256" name="Ink 255">
                  <a:extLst>
                    <a:ext uri="{FF2B5EF4-FFF2-40B4-BE49-F238E27FC236}">
                      <a16:creationId xmlns:a16="http://schemas.microsoft.com/office/drawing/2014/main" id="{6F31CBE7-3D6B-E38F-7270-7B12AD6B73E8}"/>
                    </a:ext>
                  </a:extLst>
                </p14:cNvPr>
                <p14:cNvContentPartPr/>
                <p14:nvPr/>
              </p14:nvContentPartPr>
              <p14:xfrm>
                <a:off x="7026390" y="4405062"/>
                <a:ext cx="134280" cy="152280"/>
              </p14:xfrm>
            </p:contentPart>
          </mc:Choice>
          <mc:Fallback>
            <p:pic>
              <p:nvPicPr>
                <p:cNvPr id="256" name="Ink 255">
                  <a:extLst>
                    <a:ext uri="{FF2B5EF4-FFF2-40B4-BE49-F238E27FC236}">
                      <a16:creationId xmlns:a16="http://schemas.microsoft.com/office/drawing/2014/main" id="{6F31CBE7-3D6B-E38F-7270-7B12AD6B73E8}"/>
                    </a:ext>
                  </a:extLst>
                </p:cNvPr>
                <p:cNvPicPr/>
                <p:nvPr/>
              </p:nvPicPr>
              <p:blipFill>
                <a:blip r:embed="rId99"/>
                <a:stretch>
                  <a:fillRect/>
                </a:stretch>
              </p:blipFill>
              <p:spPr>
                <a:xfrm>
                  <a:off x="7017390" y="4396422"/>
                  <a:ext cx="151920" cy="169920"/>
                </a:xfrm>
                <a:prstGeom prst="rect">
                  <a:avLst/>
                </a:prstGeom>
              </p:spPr>
            </p:pic>
          </mc:Fallback>
        </mc:AlternateContent>
        <mc:AlternateContent xmlns:mc="http://schemas.openxmlformats.org/markup-compatibility/2006">
          <mc:Choice xmlns:p14="http://schemas.microsoft.com/office/powerpoint/2010/main" Requires="p14">
            <p:contentPart p14:bwMode="auto" r:id="rId100">
              <p14:nvContentPartPr>
                <p14:cNvPr id="257" name="Ink 256">
                  <a:extLst>
                    <a:ext uri="{FF2B5EF4-FFF2-40B4-BE49-F238E27FC236}">
                      <a16:creationId xmlns:a16="http://schemas.microsoft.com/office/drawing/2014/main" id="{1B090E7C-D1A0-066D-5A07-C65D8B3F1571}"/>
                    </a:ext>
                  </a:extLst>
                </p14:cNvPr>
                <p14:cNvContentPartPr/>
                <p14:nvPr/>
              </p14:nvContentPartPr>
              <p14:xfrm>
                <a:off x="7192710" y="4487142"/>
                <a:ext cx="117720" cy="128160"/>
              </p14:xfrm>
            </p:contentPart>
          </mc:Choice>
          <mc:Fallback>
            <p:pic>
              <p:nvPicPr>
                <p:cNvPr id="257" name="Ink 256">
                  <a:extLst>
                    <a:ext uri="{FF2B5EF4-FFF2-40B4-BE49-F238E27FC236}">
                      <a16:creationId xmlns:a16="http://schemas.microsoft.com/office/drawing/2014/main" id="{1B090E7C-D1A0-066D-5A07-C65D8B3F1571}"/>
                    </a:ext>
                  </a:extLst>
                </p:cNvPr>
                <p:cNvPicPr/>
                <p:nvPr/>
              </p:nvPicPr>
              <p:blipFill>
                <a:blip r:embed="rId101"/>
                <a:stretch>
                  <a:fillRect/>
                </a:stretch>
              </p:blipFill>
              <p:spPr>
                <a:xfrm>
                  <a:off x="7183710" y="4478502"/>
                  <a:ext cx="135360" cy="145800"/>
                </a:xfrm>
                <a:prstGeom prst="rect">
                  <a:avLst/>
                </a:prstGeom>
              </p:spPr>
            </p:pic>
          </mc:Fallback>
        </mc:AlternateContent>
        <mc:AlternateContent xmlns:mc="http://schemas.openxmlformats.org/markup-compatibility/2006">
          <mc:Choice xmlns:p14="http://schemas.microsoft.com/office/powerpoint/2010/main" Requires="p14">
            <p:contentPart p14:bwMode="auto" r:id="rId102">
              <p14:nvContentPartPr>
                <p14:cNvPr id="258" name="Ink 257">
                  <a:extLst>
                    <a:ext uri="{FF2B5EF4-FFF2-40B4-BE49-F238E27FC236}">
                      <a16:creationId xmlns:a16="http://schemas.microsoft.com/office/drawing/2014/main" id="{20900158-25D4-6224-A706-07F49E90E7E2}"/>
                    </a:ext>
                  </a:extLst>
                </p14:cNvPr>
                <p14:cNvContentPartPr/>
                <p14:nvPr/>
              </p14:nvContentPartPr>
              <p14:xfrm>
                <a:off x="7374870" y="4469142"/>
                <a:ext cx="119880" cy="123840"/>
              </p14:xfrm>
            </p:contentPart>
          </mc:Choice>
          <mc:Fallback>
            <p:pic>
              <p:nvPicPr>
                <p:cNvPr id="258" name="Ink 257">
                  <a:extLst>
                    <a:ext uri="{FF2B5EF4-FFF2-40B4-BE49-F238E27FC236}">
                      <a16:creationId xmlns:a16="http://schemas.microsoft.com/office/drawing/2014/main" id="{20900158-25D4-6224-A706-07F49E90E7E2}"/>
                    </a:ext>
                  </a:extLst>
                </p:cNvPr>
                <p:cNvPicPr/>
                <p:nvPr/>
              </p:nvPicPr>
              <p:blipFill>
                <a:blip r:embed="rId103"/>
                <a:stretch>
                  <a:fillRect/>
                </a:stretch>
              </p:blipFill>
              <p:spPr>
                <a:xfrm>
                  <a:off x="7366230" y="4460142"/>
                  <a:ext cx="137520" cy="141480"/>
                </a:xfrm>
                <a:prstGeom prst="rect">
                  <a:avLst/>
                </a:prstGeom>
              </p:spPr>
            </p:pic>
          </mc:Fallback>
        </mc:AlternateContent>
        <mc:AlternateContent xmlns:mc="http://schemas.openxmlformats.org/markup-compatibility/2006">
          <mc:Choice xmlns:p14="http://schemas.microsoft.com/office/powerpoint/2010/main" Requires="p14">
            <p:contentPart p14:bwMode="auto" r:id="rId104">
              <p14:nvContentPartPr>
                <p14:cNvPr id="259" name="Ink 258">
                  <a:extLst>
                    <a:ext uri="{FF2B5EF4-FFF2-40B4-BE49-F238E27FC236}">
                      <a16:creationId xmlns:a16="http://schemas.microsoft.com/office/drawing/2014/main" id="{6C52601B-9DB1-6C4F-9EF1-FCFDB79C9035}"/>
                    </a:ext>
                  </a:extLst>
                </p14:cNvPr>
                <p14:cNvContentPartPr/>
                <p14:nvPr/>
              </p14:nvContentPartPr>
              <p14:xfrm>
                <a:off x="7575030" y="4446822"/>
                <a:ext cx="114840" cy="174240"/>
              </p14:xfrm>
            </p:contentPart>
          </mc:Choice>
          <mc:Fallback>
            <p:pic>
              <p:nvPicPr>
                <p:cNvPr id="259" name="Ink 258">
                  <a:extLst>
                    <a:ext uri="{FF2B5EF4-FFF2-40B4-BE49-F238E27FC236}">
                      <a16:creationId xmlns:a16="http://schemas.microsoft.com/office/drawing/2014/main" id="{6C52601B-9DB1-6C4F-9EF1-FCFDB79C9035}"/>
                    </a:ext>
                  </a:extLst>
                </p:cNvPr>
                <p:cNvPicPr/>
                <p:nvPr/>
              </p:nvPicPr>
              <p:blipFill>
                <a:blip r:embed="rId105"/>
                <a:stretch>
                  <a:fillRect/>
                </a:stretch>
              </p:blipFill>
              <p:spPr>
                <a:xfrm>
                  <a:off x="7566390" y="4438182"/>
                  <a:ext cx="132480" cy="191880"/>
                </a:xfrm>
                <a:prstGeom prst="rect">
                  <a:avLst/>
                </a:prstGeom>
              </p:spPr>
            </p:pic>
          </mc:Fallback>
        </mc:AlternateContent>
        <mc:AlternateContent xmlns:mc="http://schemas.openxmlformats.org/markup-compatibility/2006">
          <mc:Choice xmlns:p14="http://schemas.microsoft.com/office/powerpoint/2010/main" Requires="p14">
            <p:contentPart p14:bwMode="auto" r:id="rId106">
              <p14:nvContentPartPr>
                <p14:cNvPr id="261" name="Ink 260">
                  <a:extLst>
                    <a:ext uri="{FF2B5EF4-FFF2-40B4-BE49-F238E27FC236}">
                      <a16:creationId xmlns:a16="http://schemas.microsoft.com/office/drawing/2014/main" id="{9E2B2564-E57E-24D2-A64E-DF582FF1CA9A}"/>
                    </a:ext>
                  </a:extLst>
                </p14:cNvPr>
                <p14:cNvContentPartPr/>
                <p14:nvPr/>
              </p14:nvContentPartPr>
              <p14:xfrm>
                <a:off x="6887790" y="4351782"/>
                <a:ext cx="99720" cy="318240"/>
              </p14:xfrm>
            </p:contentPart>
          </mc:Choice>
          <mc:Fallback>
            <p:pic>
              <p:nvPicPr>
                <p:cNvPr id="261" name="Ink 260">
                  <a:extLst>
                    <a:ext uri="{FF2B5EF4-FFF2-40B4-BE49-F238E27FC236}">
                      <a16:creationId xmlns:a16="http://schemas.microsoft.com/office/drawing/2014/main" id="{9E2B2564-E57E-24D2-A64E-DF582FF1CA9A}"/>
                    </a:ext>
                  </a:extLst>
                </p:cNvPr>
                <p:cNvPicPr/>
                <p:nvPr/>
              </p:nvPicPr>
              <p:blipFill>
                <a:blip r:embed="rId107"/>
                <a:stretch>
                  <a:fillRect/>
                </a:stretch>
              </p:blipFill>
              <p:spPr>
                <a:xfrm>
                  <a:off x="6879150" y="4342782"/>
                  <a:ext cx="117360" cy="335880"/>
                </a:xfrm>
                <a:prstGeom prst="rect">
                  <a:avLst/>
                </a:prstGeom>
              </p:spPr>
            </p:pic>
          </mc:Fallback>
        </mc:AlternateContent>
        <mc:AlternateContent xmlns:mc="http://schemas.openxmlformats.org/markup-compatibility/2006">
          <mc:Choice xmlns:p14="http://schemas.microsoft.com/office/powerpoint/2010/main" Requires="p14">
            <p:contentPart p14:bwMode="auto" r:id="rId108">
              <p14:nvContentPartPr>
                <p14:cNvPr id="262" name="Ink 261">
                  <a:extLst>
                    <a:ext uri="{FF2B5EF4-FFF2-40B4-BE49-F238E27FC236}">
                      <a16:creationId xmlns:a16="http://schemas.microsoft.com/office/drawing/2014/main" id="{39EB100B-AC3B-C531-DD87-99F775BFA681}"/>
                    </a:ext>
                  </a:extLst>
                </p14:cNvPr>
                <p14:cNvContentPartPr/>
                <p14:nvPr/>
              </p14:nvContentPartPr>
              <p14:xfrm>
                <a:off x="7730550" y="4355382"/>
                <a:ext cx="140040" cy="288720"/>
              </p14:xfrm>
            </p:contentPart>
          </mc:Choice>
          <mc:Fallback>
            <p:pic>
              <p:nvPicPr>
                <p:cNvPr id="262" name="Ink 261">
                  <a:extLst>
                    <a:ext uri="{FF2B5EF4-FFF2-40B4-BE49-F238E27FC236}">
                      <a16:creationId xmlns:a16="http://schemas.microsoft.com/office/drawing/2014/main" id="{39EB100B-AC3B-C531-DD87-99F775BFA681}"/>
                    </a:ext>
                  </a:extLst>
                </p:cNvPr>
                <p:cNvPicPr/>
                <p:nvPr/>
              </p:nvPicPr>
              <p:blipFill>
                <a:blip r:embed="rId109"/>
                <a:stretch>
                  <a:fillRect/>
                </a:stretch>
              </p:blipFill>
              <p:spPr>
                <a:xfrm>
                  <a:off x="7721910" y="4346742"/>
                  <a:ext cx="157680" cy="306360"/>
                </a:xfrm>
                <a:prstGeom prst="rect">
                  <a:avLst/>
                </a:prstGeom>
              </p:spPr>
            </p:pic>
          </mc:Fallback>
        </mc:AlternateContent>
        <mc:AlternateContent xmlns:mc="http://schemas.openxmlformats.org/markup-compatibility/2006">
          <mc:Choice xmlns:p14="http://schemas.microsoft.com/office/powerpoint/2010/main" Requires="p14">
            <p:contentPart p14:bwMode="auto" r:id="rId110">
              <p14:nvContentPartPr>
                <p14:cNvPr id="286" name="Ink 285">
                  <a:extLst>
                    <a:ext uri="{FF2B5EF4-FFF2-40B4-BE49-F238E27FC236}">
                      <a16:creationId xmlns:a16="http://schemas.microsoft.com/office/drawing/2014/main" id="{9973A817-E6B6-5072-6C7D-B3AD1BB4B343}"/>
                    </a:ext>
                  </a:extLst>
                </p14:cNvPr>
                <p14:cNvContentPartPr/>
                <p14:nvPr/>
              </p14:nvContentPartPr>
              <p14:xfrm>
                <a:off x="7076070" y="2859942"/>
                <a:ext cx="414360" cy="5400"/>
              </p14:xfrm>
            </p:contentPart>
          </mc:Choice>
          <mc:Fallback>
            <p:pic>
              <p:nvPicPr>
                <p:cNvPr id="286" name="Ink 285">
                  <a:extLst>
                    <a:ext uri="{FF2B5EF4-FFF2-40B4-BE49-F238E27FC236}">
                      <a16:creationId xmlns:a16="http://schemas.microsoft.com/office/drawing/2014/main" id="{9973A817-E6B6-5072-6C7D-B3AD1BB4B343}"/>
                    </a:ext>
                  </a:extLst>
                </p:cNvPr>
                <p:cNvPicPr/>
                <p:nvPr/>
              </p:nvPicPr>
              <p:blipFill>
                <a:blip r:embed="rId111"/>
                <a:stretch>
                  <a:fillRect/>
                </a:stretch>
              </p:blipFill>
              <p:spPr>
                <a:xfrm>
                  <a:off x="7067430" y="2851302"/>
                  <a:ext cx="432000" cy="23040"/>
                </a:xfrm>
                <a:prstGeom prst="rect">
                  <a:avLst/>
                </a:prstGeom>
              </p:spPr>
            </p:pic>
          </mc:Fallback>
        </mc:AlternateContent>
        <mc:AlternateContent xmlns:mc="http://schemas.openxmlformats.org/markup-compatibility/2006">
          <mc:Choice xmlns:p14="http://schemas.microsoft.com/office/powerpoint/2010/main" Requires="p14">
            <p:contentPart p14:bwMode="auto" r:id="rId112">
              <p14:nvContentPartPr>
                <p14:cNvPr id="287" name="Ink 286">
                  <a:extLst>
                    <a:ext uri="{FF2B5EF4-FFF2-40B4-BE49-F238E27FC236}">
                      <a16:creationId xmlns:a16="http://schemas.microsoft.com/office/drawing/2014/main" id="{658772DC-50FB-6C8A-DDD5-566429AFB381}"/>
                    </a:ext>
                  </a:extLst>
                </p14:cNvPr>
                <p14:cNvContentPartPr/>
                <p14:nvPr/>
              </p14:nvContentPartPr>
              <p14:xfrm>
                <a:off x="7176150" y="2914302"/>
                <a:ext cx="229320" cy="20520"/>
              </p14:xfrm>
            </p:contentPart>
          </mc:Choice>
          <mc:Fallback>
            <p:pic>
              <p:nvPicPr>
                <p:cNvPr id="287" name="Ink 286">
                  <a:extLst>
                    <a:ext uri="{FF2B5EF4-FFF2-40B4-BE49-F238E27FC236}">
                      <a16:creationId xmlns:a16="http://schemas.microsoft.com/office/drawing/2014/main" id="{658772DC-50FB-6C8A-DDD5-566429AFB381}"/>
                    </a:ext>
                  </a:extLst>
                </p:cNvPr>
                <p:cNvPicPr/>
                <p:nvPr/>
              </p:nvPicPr>
              <p:blipFill>
                <a:blip r:embed="rId113"/>
                <a:stretch>
                  <a:fillRect/>
                </a:stretch>
              </p:blipFill>
              <p:spPr>
                <a:xfrm>
                  <a:off x="7167150" y="2905302"/>
                  <a:ext cx="246960" cy="38160"/>
                </a:xfrm>
                <a:prstGeom prst="rect">
                  <a:avLst/>
                </a:prstGeom>
              </p:spPr>
            </p:pic>
          </mc:Fallback>
        </mc:AlternateContent>
        <mc:AlternateContent xmlns:mc="http://schemas.openxmlformats.org/markup-compatibility/2006">
          <mc:Choice xmlns:p14="http://schemas.microsoft.com/office/powerpoint/2010/main" Requires="p14">
            <p:contentPart p14:bwMode="auto" r:id="rId114">
              <p14:nvContentPartPr>
                <p14:cNvPr id="289" name="Ink 288">
                  <a:extLst>
                    <a:ext uri="{FF2B5EF4-FFF2-40B4-BE49-F238E27FC236}">
                      <a16:creationId xmlns:a16="http://schemas.microsoft.com/office/drawing/2014/main" id="{D3C63A55-D43C-594D-DC3A-9D7244A7F351}"/>
                    </a:ext>
                  </a:extLst>
                </p14:cNvPr>
                <p14:cNvContentPartPr/>
                <p14:nvPr/>
              </p14:nvContentPartPr>
              <p14:xfrm>
                <a:off x="7236630" y="2953542"/>
                <a:ext cx="331920" cy="367560"/>
              </p14:xfrm>
            </p:contentPart>
          </mc:Choice>
          <mc:Fallback>
            <p:pic>
              <p:nvPicPr>
                <p:cNvPr id="289" name="Ink 288">
                  <a:extLst>
                    <a:ext uri="{FF2B5EF4-FFF2-40B4-BE49-F238E27FC236}">
                      <a16:creationId xmlns:a16="http://schemas.microsoft.com/office/drawing/2014/main" id="{D3C63A55-D43C-594D-DC3A-9D7244A7F351}"/>
                    </a:ext>
                  </a:extLst>
                </p:cNvPr>
                <p:cNvPicPr/>
                <p:nvPr/>
              </p:nvPicPr>
              <p:blipFill>
                <a:blip r:embed="rId115"/>
                <a:stretch>
                  <a:fillRect/>
                </a:stretch>
              </p:blipFill>
              <p:spPr>
                <a:xfrm>
                  <a:off x="7227630" y="2944542"/>
                  <a:ext cx="349560" cy="385200"/>
                </a:xfrm>
                <a:prstGeom prst="rect">
                  <a:avLst/>
                </a:prstGeom>
              </p:spPr>
            </p:pic>
          </mc:Fallback>
        </mc:AlternateContent>
        <mc:AlternateContent xmlns:mc="http://schemas.openxmlformats.org/markup-compatibility/2006">
          <mc:Choice xmlns:p14="http://schemas.microsoft.com/office/powerpoint/2010/main" Requires="p14">
            <p:contentPart p14:bwMode="auto" r:id="rId116">
              <p14:nvContentPartPr>
                <p14:cNvPr id="290" name="Ink 289">
                  <a:extLst>
                    <a:ext uri="{FF2B5EF4-FFF2-40B4-BE49-F238E27FC236}">
                      <a16:creationId xmlns:a16="http://schemas.microsoft.com/office/drawing/2014/main" id="{5026FCFD-1B7E-3260-97B2-55E7B8106D6B}"/>
                    </a:ext>
                  </a:extLst>
                </p14:cNvPr>
                <p14:cNvContentPartPr/>
                <p14:nvPr/>
              </p14:nvContentPartPr>
              <p14:xfrm>
                <a:off x="7539390" y="3255582"/>
                <a:ext cx="73800" cy="131400"/>
              </p14:xfrm>
            </p:contentPart>
          </mc:Choice>
          <mc:Fallback>
            <p:pic>
              <p:nvPicPr>
                <p:cNvPr id="290" name="Ink 289">
                  <a:extLst>
                    <a:ext uri="{FF2B5EF4-FFF2-40B4-BE49-F238E27FC236}">
                      <a16:creationId xmlns:a16="http://schemas.microsoft.com/office/drawing/2014/main" id="{5026FCFD-1B7E-3260-97B2-55E7B8106D6B}"/>
                    </a:ext>
                  </a:extLst>
                </p:cNvPr>
                <p:cNvPicPr/>
                <p:nvPr/>
              </p:nvPicPr>
              <p:blipFill>
                <a:blip r:embed="rId117"/>
                <a:stretch>
                  <a:fillRect/>
                </a:stretch>
              </p:blipFill>
              <p:spPr>
                <a:xfrm>
                  <a:off x="7530390" y="3246582"/>
                  <a:ext cx="9144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118">
              <p14:nvContentPartPr>
                <p14:cNvPr id="291" name="Ink 290">
                  <a:extLst>
                    <a:ext uri="{FF2B5EF4-FFF2-40B4-BE49-F238E27FC236}">
                      <a16:creationId xmlns:a16="http://schemas.microsoft.com/office/drawing/2014/main" id="{3BCCD086-8C2F-8DFC-C73E-428E2978BD3F}"/>
                    </a:ext>
                  </a:extLst>
                </p14:cNvPr>
                <p14:cNvContentPartPr/>
                <p14:nvPr/>
              </p14:nvContentPartPr>
              <p14:xfrm>
                <a:off x="7750350" y="3236862"/>
                <a:ext cx="5400" cy="141480"/>
              </p14:xfrm>
            </p:contentPart>
          </mc:Choice>
          <mc:Fallback>
            <p:pic>
              <p:nvPicPr>
                <p:cNvPr id="291" name="Ink 290">
                  <a:extLst>
                    <a:ext uri="{FF2B5EF4-FFF2-40B4-BE49-F238E27FC236}">
                      <a16:creationId xmlns:a16="http://schemas.microsoft.com/office/drawing/2014/main" id="{3BCCD086-8C2F-8DFC-C73E-428E2978BD3F}"/>
                    </a:ext>
                  </a:extLst>
                </p:cNvPr>
                <p:cNvPicPr/>
                <p:nvPr/>
              </p:nvPicPr>
              <p:blipFill>
                <a:blip r:embed="rId119"/>
                <a:stretch>
                  <a:fillRect/>
                </a:stretch>
              </p:blipFill>
              <p:spPr>
                <a:xfrm>
                  <a:off x="7741350" y="3228222"/>
                  <a:ext cx="23040" cy="159120"/>
                </a:xfrm>
                <a:prstGeom prst="rect">
                  <a:avLst/>
                </a:prstGeom>
              </p:spPr>
            </p:pic>
          </mc:Fallback>
        </mc:AlternateContent>
        <mc:AlternateContent xmlns:mc="http://schemas.openxmlformats.org/markup-compatibility/2006">
          <mc:Choice xmlns:p14="http://schemas.microsoft.com/office/powerpoint/2010/main" Requires="p14">
            <p:contentPart p14:bwMode="auto" r:id="rId120">
              <p14:nvContentPartPr>
                <p14:cNvPr id="292" name="Ink 291">
                  <a:extLst>
                    <a:ext uri="{FF2B5EF4-FFF2-40B4-BE49-F238E27FC236}">
                      <a16:creationId xmlns:a16="http://schemas.microsoft.com/office/drawing/2014/main" id="{8E86D724-86F3-D3A0-4069-AE4DCDBC8B7F}"/>
                    </a:ext>
                  </a:extLst>
                </p14:cNvPr>
                <p14:cNvContentPartPr/>
                <p14:nvPr/>
              </p14:nvContentPartPr>
              <p14:xfrm>
                <a:off x="7752510" y="3134982"/>
                <a:ext cx="7920" cy="14040"/>
              </p14:xfrm>
            </p:contentPart>
          </mc:Choice>
          <mc:Fallback>
            <p:pic>
              <p:nvPicPr>
                <p:cNvPr id="292" name="Ink 291">
                  <a:extLst>
                    <a:ext uri="{FF2B5EF4-FFF2-40B4-BE49-F238E27FC236}">
                      <a16:creationId xmlns:a16="http://schemas.microsoft.com/office/drawing/2014/main" id="{8E86D724-86F3-D3A0-4069-AE4DCDBC8B7F}"/>
                    </a:ext>
                  </a:extLst>
                </p:cNvPr>
                <p:cNvPicPr/>
                <p:nvPr/>
              </p:nvPicPr>
              <p:blipFill>
                <a:blip r:embed="rId121"/>
                <a:stretch>
                  <a:fillRect/>
                </a:stretch>
              </p:blipFill>
              <p:spPr>
                <a:xfrm>
                  <a:off x="7743870" y="3126342"/>
                  <a:ext cx="25560" cy="31680"/>
                </a:xfrm>
                <a:prstGeom prst="rect">
                  <a:avLst/>
                </a:prstGeom>
              </p:spPr>
            </p:pic>
          </mc:Fallback>
        </mc:AlternateContent>
        <mc:AlternateContent xmlns:mc="http://schemas.openxmlformats.org/markup-compatibility/2006">
          <mc:Choice xmlns:p14="http://schemas.microsoft.com/office/powerpoint/2010/main" Requires="p14">
            <p:contentPart p14:bwMode="auto" r:id="rId122">
              <p14:nvContentPartPr>
                <p14:cNvPr id="293" name="Ink 292">
                  <a:extLst>
                    <a:ext uri="{FF2B5EF4-FFF2-40B4-BE49-F238E27FC236}">
                      <a16:creationId xmlns:a16="http://schemas.microsoft.com/office/drawing/2014/main" id="{C5944869-E023-152D-3189-471608892020}"/>
                    </a:ext>
                  </a:extLst>
                </p14:cNvPr>
                <p14:cNvContentPartPr/>
                <p14:nvPr/>
              </p14:nvContentPartPr>
              <p14:xfrm>
                <a:off x="7817670" y="3202662"/>
                <a:ext cx="11520" cy="184320"/>
              </p14:xfrm>
            </p:contentPart>
          </mc:Choice>
          <mc:Fallback>
            <p:pic>
              <p:nvPicPr>
                <p:cNvPr id="293" name="Ink 292">
                  <a:extLst>
                    <a:ext uri="{FF2B5EF4-FFF2-40B4-BE49-F238E27FC236}">
                      <a16:creationId xmlns:a16="http://schemas.microsoft.com/office/drawing/2014/main" id="{C5944869-E023-152D-3189-471608892020}"/>
                    </a:ext>
                  </a:extLst>
                </p:cNvPr>
                <p:cNvPicPr/>
                <p:nvPr/>
              </p:nvPicPr>
              <p:blipFill>
                <a:blip r:embed="rId123"/>
                <a:stretch>
                  <a:fillRect/>
                </a:stretch>
              </p:blipFill>
              <p:spPr>
                <a:xfrm>
                  <a:off x="7808670" y="3193662"/>
                  <a:ext cx="29160" cy="201960"/>
                </a:xfrm>
                <a:prstGeom prst="rect">
                  <a:avLst/>
                </a:prstGeom>
              </p:spPr>
            </p:pic>
          </mc:Fallback>
        </mc:AlternateContent>
        <mc:AlternateContent xmlns:mc="http://schemas.openxmlformats.org/markup-compatibility/2006">
          <mc:Choice xmlns:p14="http://schemas.microsoft.com/office/powerpoint/2010/main" Requires="p14">
            <p:contentPart p14:bwMode="auto" r:id="rId124">
              <p14:nvContentPartPr>
                <p14:cNvPr id="294" name="Ink 293">
                  <a:extLst>
                    <a:ext uri="{FF2B5EF4-FFF2-40B4-BE49-F238E27FC236}">
                      <a16:creationId xmlns:a16="http://schemas.microsoft.com/office/drawing/2014/main" id="{D9A990A6-79A9-95D3-3305-E26CA07DEB35}"/>
                    </a:ext>
                  </a:extLst>
                </p14:cNvPr>
                <p14:cNvContentPartPr/>
                <p14:nvPr/>
              </p14:nvContentPartPr>
              <p14:xfrm>
                <a:off x="7815510" y="3231462"/>
                <a:ext cx="128160" cy="160560"/>
              </p14:xfrm>
            </p:contentPart>
          </mc:Choice>
          <mc:Fallback>
            <p:pic>
              <p:nvPicPr>
                <p:cNvPr id="294" name="Ink 293">
                  <a:extLst>
                    <a:ext uri="{FF2B5EF4-FFF2-40B4-BE49-F238E27FC236}">
                      <a16:creationId xmlns:a16="http://schemas.microsoft.com/office/drawing/2014/main" id="{D9A990A6-79A9-95D3-3305-E26CA07DEB35}"/>
                    </a:ext>
                  </a:extLst>
                </p:cNvPr>
                <p:cNvPicPr/>
                <p:nvPr/>
              </p:nvPicPr>
              <p:blipFill>
                <a:blip r:embed="rId125"/>
                <a:stretch>
                  <a:fillRect/>
                </a:stretch>
              </p:blipFill>
              <p:spPr>
                <a:xfrm>
                  <a:off x="7806510" y="3222822"/>
                  <a:ext cx="145800" cy="178200"/>
                </a:xfrm>
                <a:prstGeom prst="rect">
                  <a:avLst/>
                </a:prstGeom>
              </p:spPr>
            </p:pic>
          </mc:Fallback>
        </mc:AlternateContent>
        <mc:AlternateContent xmlns:mc="http://schemas.openxmlformats.org/markup-compatibility/2006">
          <mc:Choice xmlns:p14="http://schemas.microsoft.com/office/powerpoint/2010/main" Requires="p14">
            <p:contentPart p14:bwMode="auto" r:id="rId126">
              <p14:nvContentPartPr>
                <p14:cNvPr id="295" name="Ink 294">
                  <a:extLst>
                    <a:ext uri="{FF2B5EF4-FFF2-40B4-BE49-F238E27FC236}">
                      <a16:creationId xmlns:a16="http://schemas.microsoft.com/office/drawing/2014/main" id="{3D833C35-E983-08B6-82DA-D59CEA6DE696}"/>
                    </a:ext>
                  </a:extLst>
                </p14:cNvPr>
                <p14:cNvContentPartPr/>
                <p14:nvPr/>
              </p14:nvContentPartPr>
              <p14:xfrm>
                <a:off x="7999470" y="3241542"/>
                <a:ext cx="300600" cy="188640"/>
              </p14:xfrm>
            </p:contentPart>
          </mc:Choice>
          <mc:Fallback>
            <p:pic>
              <p:nvPicPr>
                <p:cNvPr id="295" name="Ink 294">
                  <a:extLst>
                    <a:ext uri="{FF2B5EF4-FFF2-40B4-BE49-F238E27FC236}">
                      <a16:creationId xmlns:a16="http://schemas.microsoft.com/office/drawing/2014/main" id="{3D833C35-E983-08B6-82DA-D59CEA6DE696}"/>
                    </a:ext>
                  </a:extLst>
                </p:cNvPr>
                <p:cNvPicPr/>
                <p:nvPr/>
              </p:nvPicPr>
              <p:blipFill>
                <a:blip r:embed="rId127"/>
                <a:stretch>
                  <a:fillRect/>
                </a:stretch>
              </p:blipFill>
              <p:spPr>
                <a:xfrm>
                  <a:off x="7990830" y="3232902"/>
                  <a:ext cx="318240" cy="206280"/>
                </a:xfrm>
                <a:prstGeom prst="rect">
                  <a:avLst/>
                </a:prstGeom>
              </p:spPr>
            </p:pic>
          </mc:Fallback>
        </mc:AlternateContent>
        <mc:AlternateContent xmlns:mc="http://schemas.openxmlformats.org/markup-compatibility/2006">
          <mc:Choice xmlns:p14="http://schemas.microsoft.com/office/powerpoint/2010/main" Requires="p14">
            <p:contentPart p14:bwMode="auto" r:id="rId128">
              <p14:nvContentPartPr>
                <p14:cNvPr id="296" name="Ink 295">
                  <a:extLst>
                    <a:ext uri="{FF2B5EF4-FFF2-40B4-BE49-F238E27FC236}">
                      <a16:creationId xmlns:a16="http://schemas.microsoft.com/office/drawing/2014/main" id="{0646CE47-D5A4-3BA1-10A5-DDBF903A77FE}"/>
                    </a:ext>
                  </a:extLst>
                </p14:cNvPr>
                <p14:cNvContentPartPr/>
                <p14:nvPr/>
              </p14:nvContentPartPr>
              <p14:xfrm>
                <a:off x="7872390" y="3502542"/>
                <a:ext cx="307800" cy="146520"/>
              </p14:xfrm>
            </p:contentPart>
          </mc:Choice>
          <mc:Fallback>
            <p:pic>
              <p:nvPicPr>
                <p:cNvPr id="296" name="Ink 295">
                  <a:extLst>
                    <a:ext uri="{FF2B5EF4-FFF2-40B4-BE49-F238E27FC236}">
                      <a16:creationId xmlns:a16="http://schemas.microsoft.com/office/drawing/2014/main" id="{0646CE47-D5A4-3BA1-10A5-DDBF903A77FE}"/>
                    </a:ext>
                  </a:extLst>
                </p:cNvPr>
                <p:cNvPicPr/>
                <p:nvPr/>
              </p:nvPicPr>
              <p:blipFill>
                <a:blip r:embed="rId129"/>
                <a:stretch>
                  <a:fillRect/>
                </a:stretch>
              </p:blipFill>
              <p:spPr>
                <a:xfrm>
                  <a:off x="7863750" y="3493542"/>
                  <a:ext cx="325440" cy="164160"/>
                </a:xfrm>
                <a:prstGeom prst="rect">
                  <a:avLst/>
                </a:prstGeom>
              </p:spPr>
            </p:pic>
          </mc:Fallback>
        </mc:AlternateContent>
        <mc:AlternateContent xmlns:mc="http://schemas.openxmlformats.org/markup-compatibility/2006">
          <mc:Choice xmlns:p14="http://schemas.microsoft.com/office/powerpoint/2010/main" Requires="p14">
            <p:contentPart p14:bwMode="auto" r:id="rId130">
              <p14:nvContentPartPr>
                <p14:cNvPr id="297" name="Ink 296">
                  <a:extLst>
                    <a:ext uri="{FF2B5EF4-FFF2-40B4-BE49-F238E27FC236}">
                      <a16:creationId xmlns:a16="http://schemas.microsoft.com/office/drawing/2014/main" id="{BD4685F6-3B5E-E527-B783-53ECD3BF8E9C}"/>
                    </a:ext>
                  </a:extLst>
                </p14:cNvPr>
                <p14:cNvContentPartPr/>
                <p14:nvPr/>
              </p14:nvContentPartPr>
              <p14:xfrm>
                <a:off x="7904790" y="3633942"/>
                <a:ext cx="238320" cy="200880"/>
              </p14:xfrm>
            </p:contentPart>
          </mc:Choice>
          <mc:Fallback>
            <p:pic>
              <p:nvPicPr>
                <p:cNvPr id="297" name="Ink 296">
                  <a:extLst>
                    <a:ext uri="{FF2B5EF4-FFF2-40B4-BE49-F238E27FC236}">
                      <a16:creationId xmlns:a16="http://schemas.microsoft.com/office/drawing/2014/main" id="{BD4685F6-3B5E-E527-B783-53ECD3BF8E9C}"/>
                    </a:ext>
                  </a:extLst>
                </p:cNvPr>
                <p:cNvPicPr/>
                <p:nvPr/>
              </p:nvPicPr>
              <p:blipFill>
                <a:blip r:embed="rId131"/>
                <a:stretch>
                  <a:fillRect/>
                </a:stretch>
              </p:blipFill>
              <p:spPr>
                <a:xfrm>
                  <a:off x="7896150" y="3624942"/>
                  <a:ext cx="255960" cy="218520"/>
                </a:xfrm>
                <a:prstGeom prst="rect">
                  <a:avLst/>
                </a:prstGeom>
              </p:spPr>
            </p:pic>
          </mc:Fallback>
        </mc:AlternateContent>
        <mc:AlternateContent xmlns:mc="http://schemas.openxmlformats.org/markup-compatibility/2006">
          <mc:Choice xmlns:p14="http://schemas.microsoft.com/office/powerpoint/2010/main" Requires="p14">
            <p:contentPart p14:bwMode="auto" r:id="rId132">
              <p14:nvContentPartPr>
                <p14:cNvPr id="298" name="Ink 297">
                  <a:extLst>
                    <a:ext uri="{FF2B5EF4-FFF2-40B4-BE49-F238E27FC236}">
                      <a16:creationId xmlns:a16="http://schemas.microsoft.com/office/drawing/2014/main" id="{B86F19EC-52DF-E96A-3013-F5A7950A55BD}"/>
                    </a:ext>
                  </a:extLst>
                </p14:cNvPr>
                <p14:cNvContentPartPr/>
                <p14:nvPr/>
              </p14:nvContentPartPr>
              <p14:xfrm>
                <a:off x="7936110" y="3764982"/>
                <a:ext cx="275040" cy="250200"/>
              </p14:xfrm>
            </p:contentPart>
          </mc:Choice>
          <mc:Fallback>
            <p:pic>
              <p:nvPicPr>
                <p:cNvPr id="298" name="Ink 297">
                  <a:extLst>
                    <a:ext uri="{FF2B5EF4-FFF2-40B4-BE49-F238E27FC236}">
                      <a16:creationId xmlns:a16="http://schemas.microsoft.com/office/drawing/2014/main" id="{B86F19EC-52DF-E96A-3013-F5A7950A55BD}"/>
                    </a:ext>
                  </a:extLst>
                </p:cNvPr>
                <p:cNvPicPr/>
                <p:nvPr/>
              </p:nvPicPr>
              <p:blipFill>
                <a:blip r:embed="rId133"/>
                <a:stretch>
                  <a:fillRect/>
                </a:stretch>
              </p:blipFill>
              <p:spPr>
                <a:xfrm>
                  <a:off x="7927110" y="3756342"/>
                  <a:ext cx="292680" cy="267840"/>
                </a:xfrm>
                <a:prstGeom prst="rect">
                  <a:avLst/>
                </a:prstGeom>
              </p:spPr>
            </p:pic>
          </mc:Fallback>
        </mc:AlternateContent>
        <mc:AlternateContent xmlns:mc="http://schemas.openxmlformats.org/markup-compatibility/2006">
          <mc:Choice xmlns:p14="http://schemas.microsoft.com/office/powerpoint/2010/main" Requires="p14">
            <p:contentPart p14:bwMode="auto" r:id="rId134">
              <p14:nvContentPartPr>
                <p14:cNvPr id="300" name="Ink 299">
                  <a:extLst>
                    <a:ext uri="{FF2B5EF4-FFF2-40B4-BE49-F238E27FC236}">
                      <a16:creationId xmlns:a16="http://schemas.microsoft.com/office/drawing/2014/main" id="{043683F9-5ED9-16B3-243D-350F70A6EC44}"/>
                    </a:ext>
                  </a:extLst>
                </p14:cNvPr>
                <p14:cNvContentPartPr/>
                <p14:nvPr/>
              </p14:nvContentPartPr>
              <p14:xfrm>
                <a:off x="8277750" y="3573462"/>
                <a:ext cx="15480" cy="65520"/>
              </p14:xfrm>
            </p:contentPart>
          </mc:Choice>
          <mc:Fallback>
            <p:pic>
              <p:nvPicPr>
                <p:cNvPr id="300" name="Ink 299">
                  <a:extLst>
                    <a:ext uri="{FF2B5EF4-FFF2-40B4-BE49-F238E27FC236}">
                      <a16:creationId xmlns:a16="http://schemas.microsoft.com/office/drawing/2014/main" id="{043683F9-5ED9-16B3-243D-350F70A6EC44}"/>
                    </a:ext>
                  </a:extLst>
                </p:cNvPr>
                <p:cNvPicPr/>
                <p:nvPr/>
              </p:nvPicPr>
              <p:blipFill>
                <a:blip r:embed="rId135"/>
                <a:stretch>
                  <a:fillRect/>
                </a:stretch>
              </p:blipFill>
              <p:spPr>
                <a:xfrm>
                  <a:off x="8269110" y="3564822"/>
                  <a:ext cx="33120" cy="83160"/>
                </a:xfrm>
                <a:prstGeom prst="rect">
                  <a:avLst/>
                </a:prstGeom>
              </p:spPr>
            </p:pic>
          </mc:Fallback>
        </mc:AlternateContent>
        <mc:AlternateContent xmlns:mc="http://schemas.openxmlformats.org/markup-compatibility/2006">
          <mc:Choice xmlns:p14="http://schemas.microsoft.com/office/powerpoint/2010/main" Requires="p14">
            <p:contentPart p14:bwMode="auto" r:id="rId136">
              <p14:nvContentPartPr>
                <p14:cNvPr id="301" name="Ink 300">
                  <a:extLst>
                    <a:ext uri="{FF2B5EF4-FFF2-40B4-BE49-F238E27FC236}">
                      <a16:creationId xmlns:a16="http://schemas.microsoft.com/office/drawing/2014/main" id="{9D85B65F-F52D-4BC4-CB8A-043286658A34}"/>
                    </a:ext>
                  </a:extLst>
                </p14:cNvPr>
                <p14:cNvContentPartPr/>
                <p14:nvPr/>
              </p14:nvContentPartPr>
              <p14:xfrm>
                <a:off x="8374590" y="3559062"/>
                <a:ext cx="129600" cy="96840"/>
              </p14:xfrm>
            </p:contentPart>
          </mc:Choice>
          <mc:Fallback>
            <p:pic>
              <p:nvPicPr>
                <p:cNvPr id="301" name="Ink 300">
                  <a:extLst>
                    <a:ext uri="{FF2B5EF4-FFF2-40B4-BE49-F238E27FC236}">
                      <a16:creationId xmlns:a16="http://schemas.microsoft.com/office/drawing/2014/main" id="{9D85B65F-F52D-4BC4-CB8A-043286658A34}"/>
                    </a:ext>
                  </a:extLst>
                </p:cNvPr>
                <p:cNvPicPr/>
                <p:nvPr/>
              </p:nvPicPr>
              <p:blipFill>
                <a:blip r:embed="rId137"/>
                <a:stretch>
                  <a:fillRect/>
                </a:stretch>
              </p:blipFill>
              <p:spPr>
                <a:xfrm>
                  <a:off x="8365950" y="3550422"/>
                  <a:ext cx="147240" cy="114480"/>
                </a:xfrm>
                <a:prstGeom prst="rect">
                  <a:avLst/>
                </a:prstGeom>
              </p:spPr>
            </p:pic>
          </mc:Fallback>
        </mc:AlternateContent>
        <mc:AlternateContent xmlns:mc="http://schemas.openxmlformats.org/markup-compatibility/2006">
          <mc:Choice xmlns:p14="http://schemas.microsoft.com/office/powerpoint/2010/main" Requires="p14">
            <p:contentPart p14:bwMode="auto" r:id="rId138">
              <p14:nvContentPartPr>
                <p14:cNvPr id="302" name="Ink 301">
                  <a:extLst>
                    <a:ext uri="{FF2B5EF4-FFF2-40B4-BE49-F238E27FC236}">
                      <a16:creationId xmlns:a16="http://schemas.microsoft.com/office/drawing/2014/main" id="{8AB92EB5-EA32-D605-8420-CD2A50DF6F89}"/>
                    </a:ext>
                  </a:extLst>
                </p14:cNvPr>
                <p14:cNvContentPartPr/>
                <p14:nvPr/>
              </p14:nvContentPartPr>
              <p14:xfrm>
                <a:off x="8557110" y="3541422"/>
                <a:ext cx="94680" cy="134280"/>
              </p14:xfrm>
            </p:contentPart>
          </mc:Choice>
          <mc:Fallback>
            <p:pic>
              <p:nvPicPr>
                <p:cNvPr id="302" name="Ink 301">
                  <a:extLst>
                    <a:ext uri="{FF2B5EF4-FFF2-40B4-BE49-F238E27FC236}">
                      <a16:creationId xmlns:a16="http://schemas.microsoft.com/office/drawing/2014/main" id="{8AB92EB5-EA32-D605-8420-CD2A50DF6F89}"/>
                    </a:ext>
                  </a:extLst>
                </p:cNvPr>
                <p:cNvPicPr/>
                <p:nvPr/>
              </p:nvPicPr>
              <p:blipFill>
                <a:blip r:embed="rId139"/>
                <a:stretch>
                  <a:fillRect/>
                </a:stretch>
              </p:blipFill>
              <p:spPr>
                <a:xfrm>
                  <a:off x="8548110" y="3532422"/>
                  <a:ext cx="112320" cy="151920"/>
                </a:xfrm>
                <a:prstGeom prst="rect">
                  <a:avLst/>
                </a:prstGeom>
              </p:spPr>
            </p:pic>
          </mc:Fallback>
        </mc:AlternateContent>
        <mc:AlternateContent xmlns:mc="http://schemas.openxmlformats.org/markup-compatibility/2006">
          <mc:Choice xmlns:p14="http://schemas.microsoft.com/office/powerpoint/2010/main" Requires="p14">
            <p:contentPart p14:bwMode="auto" r:id="rId140">
              <p14:nvContentPartPr>
                <p14:cNvPr id="303" name="Ink 302">
                  <a:extLst>
                    <a:ext uri="{FF2B5EF4-FFF2-40B4-BE49-F238E27FC236}">
                      <a16:creationId xmlns:a16="http://schemas.microsoft.com/office/drawing/2014/main" id="{FA587D6A-F17B-512D-143E-6E068AF8948F}"/>
                    </a:ext>
                  </a:extLst>
                </p14:cNvPr>
                <p14:cNvContentPartPr/>
                <p14:nvPr/>
              </p14:nvContentPartPr>
              <p14:xfrm>
                <a:off x="8268390" y="3784422"/>
                <a:ext cx="10440" cy="119160"/>
              </p14:xfrm>
            </p:contentPart>
          </mc:Choice>
          <mc:Fallback>
            <p:pic>
              <p:nvPicPr>
                <p:cNvPr id="303" name="Ink 302">
                  <a:extLst>
                    <a:ext uri="{FF2B5EF4-FFF2-40B4-BE49-F238E27FC236}">
                      <a16:creationId xmlns:a16="http://schemas.microsoft.com/office/drawing/2014/main" id="{FA587D6A-F17B-512D-143E-6E068AF8948F}"/>
                    </a:ext>
                  </a:extLst>
                </p:cNvPr>
                <p:cNvPicPr/>
                <p:nvPr/>
              </p:nvPicPr>
              <p:blipFill>
                <a:blip r:embed="rId141"/>
                <a:stretch>
                  <a:fillRect/>
                </a:stretch>
              </p:blipFill>
              <p:spPr>
                <a:xfrm>
                  <a:off x="8259750" y="3775782"/>
                  <a:ext cx="28080" cy="136800"/>
                </a:xfrm>
                <a:prstGeom prst="rect">
                  <a:avLst/>
                </a:prstGeom>
              </p:spPr>
            </p:pic>
          </mc:Fallback>
        </mc:AlternateContent>
        <mc:AlternateContent xmlns:mc="http://schemas.openxmlformats.org/markup-compatibility/2006">
          <mc:Choice xmlns:p14="http://schemas.microsoft.com/office/powerpoint/2010/main" Requires="p14">
            <p:contentPart p14:bwMode="auto" r:id="rId142">
              <p14:nvContentPartPr>
                <p14:cNvPr id="304" name="Ink 303">
                  <a:extLst>
                    <a:ext uri="{FF2B5EF4-FFF2-40B4-BE49-F238E27FC236}">
                      <a16:creationId xmlns:a16="http://schemas.microsoft.com/office/drawing/2014/main" id="{22BB6943-66FC-309C-44DD-2EC79081A564}"/>
                    </a:ext>
                  </a:extLst>
                </p14:cNvPr>
                <p14:cNvContentPartPr/>
                <p14:nvPr/>
              </p14:nvContentPartPr>
              <p14:xfrm>
                <a:off x="8418870" y="3786942"/>
                <a:ext cx="11880" cy="107640"/>
              </p14:xfrm>
            </p:contentPart>
          </mc:Choice>
          <mc:Fallback>
            <p:pic>
              <p:nvPicPr>
                <p:cNvPr id="304" name="Ink 303">
                  <a:extLst>
                    <a:ext uri="{FF2B5EF4-FFF2-40B4-BE49-F238E27FC236}">
                      <a16:creationId xmlns:a16="http://schemas.microsoft.com/office/drawing/2014/main" id="{22BB6943-66FC-309C-44DD-2EC79081A564}"/>
                    </a:ext>
                  </a:extLst>
                </p:cNvPr>
                <p:cNvPicPr/>
                <p:nvPr/>
              </p:nvPicPr>
              <p:blipFill>
                <a:blip r:embed="rId143"/>
                <a:stretch>
                  <a:fillRect/>
                </a:stretch>
              </p:blipFill>
              <p:spPr>
                <a:xfrm>
                  <a:off x="8410230" y="3778302"/>
                  <a:ext cx="29520" cy="125280"/>
                </a:xfrm>
                <a:prstGeom prst="rect">
                  <a:avLst/>
                </a:prstGeom>
              </p:spPr>
            </p:pic>
          </mc:Fallback>
        </mc:AlternateContent>
        <mc:AlternateContent xmlns:mc="http://schemas.openxmlformats.org/markup-compatibility/2006">
          <mc:Choice xmlns:p14="http://schemas.microsoft.com/office/powerpoint/2010/main" Requires="p14">
            <p:contentPart p14:bwMode="auto" r:id="rId144">
              <p14:nvContentPartPr>
                <p14:cNvPr id="305" name="Ink 304">
                  <a:extLst>
                    <a:ext uri="{FF2B5EF4-FFF2-40B4-BE49-F238E27FC236}">
                      <a16:creationId xmlns:a16="http://schemas.microsoft.com/office/drawing/2014/main" id="{DA0201E1-6839-7D94-C3F2-6C533F5BA868}"/>
                    </a:ext>
                  </a:extLst>
                </p14:cNvPr>
                <p14:cNvContentPartPr/>
                <p14:nvPr/>
              </p14:nvContentPartPr>
              <p14:xfrm>
                <a:off x="8419950" y="3795222"/>
                <a:ext cx="98640" cy="101880"/>
              </p14:xfrm>
            </p:contentPart>
          </mc:Choice>
          <mc:Fallback>
            <p:pic>
              <p:nvPicPr>
                <p:cNvPr id="305" name="Ink 304">
                  <a:extLst>
                    <a:ext uri="{FF2B5EF4-FFF2-40B4-BE49-F238E27FC236}">
                      <a16:creationId xmlns:a16="http://schemas.microsoft.com/office/drawing/2014/main" id="{DA0201E1-6839-7D94-C3F2-6C533F5BA868}"/>
                    </a:ext>
                  </a:extLst>
                </p:cNvPr>
                <p:cNvPicPr/>
                <p:nvPr/>
              </p:nvPicPr>
              <p:blipFill>
                <a:blip r:embed="rId145"/>
                <a:stretch>
                  <a:fillRect/>
                </a:stretch>
              </p:blipFill>
              <p:spPr>
                <a:xfrm>
                  <a:off x="8411310" y="3786222"/>
                  <a:ext cx="116280" cy="119520"/>
                </a:xfrm>
                <a:prstGeom prst="rect">
                  <a:avLst/>
                </a:prstGeom>
              </p:spPr>
            </p:pic>
          </mc:Fallback>
        </mc:AlternateContent>
        <mc:AlternateContent xmlns:mc="http://schemas.openxmlformats.org/markup-compatibility/2006">
          <mc:Choice xmlns:p14="http://schemas.microsoft.com/office/powerpoint/2010/main" Requires="p14">
            <p:contentPart p14:bwMode="auto" r:id="rId146">
              <p14:nvContentPartPr>
                <p14:cNvPr id="306" name="Ink 305">
                  <a:extLst>
                    <a:ext uri="{FF2B5EF4-FFF2-40B4-BE49-F238E27FC236}">
                      <a16:creationId xmlns:a16="http://schemas.microsoft.com/office/drawing/2014/main" id="{1F37F492-B542-C800-9DFB-EEC7C8B4C4FF}"/>
                    </a:ext>
                  </a:extLst>
                </p14:cNvPr>
                <p14:cNvContentPartPr/>
                <p14:nvPr/>
              </p14:nvContentPartPr>
              <p14:xfrm>
                <a:off x="8595990" y="3822582"/>
                <a:ext cx="5400" cy="94680"/>
              </p14:xfrm>
            </p:contentPart>
          </mc:Choice>
          <mc:Fallback>
            <p:pic>
              <p:nvPicPr>
                <p:cNvPr id="306" name="Ink 305">
                  <a:extLst>
                    <a:ext uri="{FF2B5EF4-FFF2-40B4-BE49-F238E27FC236}">
                      <a16:creationId xmlns:a16="http://schemas.microsoft.com/office/drawing/2014/main" id="{1F37F492-B542-C800-9DFB-EEC7C8B4C4FF}"/>
                    </a:ext>
                  </a:extLst>
                </p:cNvPr>
                <p:cNvPicPr/>
                <p:nvPr/>
              </p:nvPicPr>
              <p:blipFill>
                <a:blip r:embed="rId147"/>
                <a:stretch>
                  <a:fillRect/>
                </a:stretch>
              </p:blipFill>
              <p:spPr>
                <a:xfrm>
                  <a:off x="8587350" y="3813582"/>
                  <a:ext cx="23040" cy="112320"/>
                </a:xfrm>
                <a:prstGeom prst="rect">
                  <a:avLst/>
                </a:prstGeom>
              </p:spPr>
            </p:pic>
          </mc:Fallback>
        </mc:AlternateContent>
        <mc:AlternateContent xmlns:mc="http://schemas.openxmlformats.org/markup-compatibility/2006">
          <mc:Choice xmlns:p14="http://schemas.microsoft.com/office/powerpoint/2010/main" Requires="p14">
            <p:contentPart p14:bwMode="auto" r:id="rId148">
              <p14:nvContentPartPr>
                <p14:cNvPr id="307" name="Ink 306">
                  <a:extLst>
                    <a:ext uri="{FF2B5EF4-FFF2-40B4-BE49-F238E27FC236}">
                      <a16:creationId xmlns:a16="http://schemas.microsoft.com/office/drawing/2014/main" id="{85E009E4-8045-187E-8B50-879FE03A95B2}"/>
                    </a:ext>
                  </a:extLst>
                </p14:cNvPr>
                <p14:cNvContentPartPr/>
                <p14:nvPr/>
              </p14:nvContentPartPr>
              <p14:xfrm>
                <a:off x="8594910" y="3763902"/>
                <a:ext cx="103680" cy="160560"/>
              </p14:xfrm>
            </p:contentPart>
          </mc:Choice>
          <mc:Fallback>
            <p:pic>
              <p:nvPicPr>
                <p:cNvPr id="307" name="Ink 306">
                  <a:extLst>
                    <a:ext uri="{FF2B5EF4-FFF2-40B4-BE49-F238E27FC236}">
                      <a16:creationId xmlns:a16="http://schemas.microsoft.com/office/drawing/2014/main" id="{85E009E4-8045-187E-8B50-879FE03A95B2}"/>
                    </a:ext>
                  </a:extLst>
                </p:cNvPr>
                <p:cNvPicPr/>
                <p:nvPr/>
              </p:nvPicPr>
              <p:blipFill>
                <a:blip r:embed="rId149"/>
                <a:stretch>
                  <a:fillRect/>
                </a:stretch>
              </p:blipFill>
              <p:spPr>
                <a:xfrm>
                  <a:off x="8585910" y="3755262"/>
                  <a:ext cx="121320" cy="178200"/>
                </a:xfrm>
                <a:prstGeom prst="rect">
                  <a:avLst/>
                </a:prstGeom>
              </p:spPr>
            </p:pic>
          </mc:Fallback>
        </mc:AlternateContent>
        <mc:AlternateContent xmlns:mc="http://schemas.openxmlformats.org/markup-compatibility/2006">
          <mc:Choice xmlns:p14="http://schemas.microsoft.com/office/powerpoint/2010/main" Requires="p14">
            <p:contentPart p14:bwMode="auto" r:id="rId150">
              <p14:nvContentPartPr>
                <p14:cNvPr id="308" name="Ink 307">
                  <a:extLst>
                    <a:ext uri="{FF2B5EF4-FFF2-40B4-BE49-F238E27FC236}">
                      <a16:creationId xmlns:a16="http://schemas.microsoft.com/office/drawing/2014/main" id="{E93F7C8B-EEBE-C57F-9DE6-C00D83E2506D}"/>
                    </a:ext>
                  </a:extLst>
                </p14:cNvPr>
                <p14:cNvContentPartPr/>
                <p14:nvPr/>
              </p14:nvContentPartPr>
              <p14:xfrm>
                <a:off x="8229150" y="4018782"/>
                <a:ext cx="113400" cy="93600"/>
              </p14:xfrm>
            </p:contentPart>
          </mc:Choice>
          <mc:Fallback>
            <p:pic>
              <p:nvPicPr>
                <p:cNvPr id="308" name="Ink 307">
                  <a:extLst>
                    <a:ext uri="{FF2B5EF4-FFF2-40B4-BE49-F238E27FC236}">
                      <a16:creationId xmlns:a16="http://schemas.microsoft.com/office/drawing/2014/main" id="{E93F7C8B-EEBE-C57F-9DE6-C00D83E2506D}"/>
                    </a:ext>
                  </a:extLst>
                </p:cNvPr>
                <p:cNvPicPr/>
                <p:nvPr/>
              </p:nvPicPr>
              <p:blipFill>
                <a:blip r:embed="rId151"/>
                <a:stretch>
                  <a:fillRect/>
                </a:stretch>
              </p:blipFill>
              <p:spPr>
                <a:xfrm>
                  <a:off x="8220510" y="4010142"/>
                  <a:ext cx="131040" cy="111240"/>
                </a:xfrm>
                <a:prstGeom prst="rect">
                  <a:avLst/>
                </a:prstGeom>
              </p:spPr>
            </p:pic>
          </mc:Fallback>
        </mc:AlternateContent>
        <mc:AlternateContent xmlns:mc="http://schemas.openxmlformats.org/markup-compatibility/2006">
          <mc:Choice xmlns:p14="http://schemas.microsoft.com/office/powerpoint/2010/main" Requires="p14">
            <p:contentPart p14:bwMode="auto" r:id="rId152">
              <p14:nvContentPartPr>
                <p14:cNvPr id="309" name="Ink 308">
                  <a:extLst>
                    <a:ext uri="{FF2B5EF4-FFF2-40B4-BE49-F238E27FC236}">
                      <a16:creationId xmlns:a16="http://schemas.microsoft.com/office/drawing/2014/main" id="{411A9682-628B-06FC-5FFF-37A201ECCC74}"/>
                    </a:ext>
                  </a:extLst>
                </p14:cNvPr>
                <p14:cNvContentPartPr/>
                <p14:nvPr/>
              </p14:nvContentPartPr>
              <p14:xfrm>
                <a:off x="8449470" y="4028502"/>
                <a:ext cx="113400" cy="110520"/>
              </p14:xfrm>
            </p:contentPart>
          </mc:Choice>
          <mc:Fallback>
            <p:pic>
              <p:nvPicPr>
                <p:cNvPr id="309" name="Ink 308">
                  <a:extLst>
                    <a:ext uri="{FF2B5EF4-FFF2-40B4-BE49-F238E27FC236}">
                      <a16:creationId xmlns:a16="http://schemas.microsoft.com/office/drawing/2014/main" id="{411A9682-628B-06FC-5FFF-37A201ECCC74}"/>
                    </a:ext>
                  </a:extLst>
                </p:cNvPr>
                <p:cNvPicPr/>
                <p:nvPr/>
              </p:nvPicPr>
              <p:blipFill>
                <a:blip r:embed="rId153"/>
                <a:stretch>
                  <a:fillRect/>
                </a:stretch>
              </p:blipFill>
              <p:spPr>
                <a:xfrm>
                  <a:off x="8440470" y="4019502"/>
                  <a:ext cx="131040" cy="128160"/>
                </a:xfrm>
                <a:prstGeom prst="rect">
                  <a:avLst/>
                </a:prstGeom>
              </p:spPr>
            </p:pic>
          </mc:Fallback>
        </mc:AlternateContent>
        <mc:AlternateContent xmlns:mc="http://schemas.openxmlformats.org/markup-compatibility/2006">
          <mc:Choice xmlns:p14="http://schemas.microsoft.com/office/powerpoint/2010/main" Requires="p14">
            <p:contentPart p14:bwMode="auto" r:id="rId154">
              <p14:nvContentPartPr>
                <p14:cNvPr id="310" name="Ink 309">
                  <a:extLst>
                    <a:ext uri="{FF2B5EF4-FFF2-40B4-BE49-F238E27FC236}">
                      <a16:creationId xmlns:a16="http://schemas.microsoft.com/office/drawing/2014/main" id="{C140487C-160D-340B-141C-0EB47C37C036}"/>
                    </a:ext>
                  </a:extLst>
                </p14:cNvPr>
                <p14:cNvContentPartPr/>
                <p14:nvPr/>
              </p14:nvContentPartPr>
              <p14:xfrm>
                <a:off x="8600310" y="3985662"/>
                <a:ext cx="93960" cy="131400"/>
              </p14:xfrm>
            </p:contentPart>
          </mc:Choice>
          <mc:Fallback>
            <p:pic>
              <p:nvPicPr>
                <p:cNvPr id="310" name="Ink 309">
                  <a:extLst>
                    <a:ext uri="{FF2B5EF4-FFF2-40B4-BE49-F238E27FC236}">
                      <a16:creationId xmlns:a16="http://schemas.microsoft.com/office/drawing/2014/main" id="{C140487C-160D-340B-141C-0EB47C37C036}"/>
                    </a:ext>
                  </a:extLst>
                </p:cNvPr>
                <p:cNvPicPr/>
                <p:nvPr/>
              </p:nvPicPr>
              <p:blipFill>
                <a:blip r:embed="rId155"/>
                <a:stretch>
                  <a:fillRect/>
                </a:stretch>
              </p:blipFill>
              <p:spPr>
                <a:xfrm>
                  <a:off x="8591670" y="3976662"/>
                  <a:ext cx="111600" cy="149040"/>
                </a:xfrm>
                <a:prstGeom prst="rect">
                  <a:avLst/>
                </a:prstGeom>
              </p:spPr>
            </p:pic>
          </mc:Fallback>
        </mc:AlternateContent>
        <mc:AlternateContent xmlns:mc="http://schemas.openxmlformats.org/markup-compatibility/2006">
          <mc:Choice xmlns:p14="http://schemas.microsoft.com/office/powerpoint/2010/main" Requires="p14">
            <p:contentPart p14:bwMode="auto" r:id="rId156">
              <p14:nvContentPartPr>
                <p14:cNvPr id="311" name="Ink 310">
                  <a:extLst>
                    <a:ext uri="{FF2B5EF4-FFF2-40B4-BE49-F238E27FC236}">
                      <a16:creationId xmlns:a16="http://schemas.microsoft.com/office/drawing/2014/main" id="{2C090E0B-88E8-CFC9-F912-78293D6425FC}"/>
                    </a:ext>
                  </a:extLst>
                </p14:cNvPr>
                <p14:cNvContentPartPr/>
                <p14:nvPr/>
              </p14:nvContentPartPr>
              <p14:xfrm>
                <a:off x="8606070" y="4006902"/>
                <a:ext cx="206280" cy="133920"/>
              </p14:xfrm>
            </p:contentPart>
          </mc:Choice>
          <mc:Fallback>
            <p:pic>
              <p:nvPicPr>
                <p:cNvPr id="311" name="Ink 310">
                  <a:extLst>
                    <a:ext uri="{FF2B5EF4-FFF2-40B4-BE49-F238E27FC236}">
                      <a16:creationId xmlns:a16="http://schemas.microsoft.com/office/drawing/2014/main" id="{2C090E0B-88E8-CFC9-F912-78293D6425FC}"/>
                    </a:ext>
                  </a:extLst>
                </p:cNvPr>
                <p:cNvPicPr/>
                <p:nvPr/>
              </p:nvPicPr>
              <p:blipFill>
                <a:blip r:embed="rId157"/>
                <a:stretch>
                  <a:fillRect/>
                </a:stretch>
              </p:blipFill>
              <p:spPr>
                <a:xfrm>
                  <a:off x="8597070" y="3997902"/>
                  <a:ext cx="22392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158">
              <p14:nvContentPartPr>
                <p14:cNvPr id="312" name="Ink 311">
                  <a:extLst>
                    <a:ext uri="{FF2B5EF4-FFF2-40B4-BE49-F238E27FC236}">
                      <a16:creationId xmlns:a16="http://schemas.microsoft.com/office/drawing/2014/main" id="{A896BF42-4808-6834-6FFA-39658E0C759F}"/>
                    </a:ext>
                  </a:extLst>
                </p14:cNvPr>
                <p14:cNvContentPartPr/>
                <p14:nvPr/>
              </p14:nvContentPartPr>
              <p14:xfrm>
                <a:off x="7872750" y="3344502"/>
                <a:ext cx="1176840" cy="947160"/>
              </p14:xfrm>
            </p:contentPart>
          </mc:Choice>
          <mc:Fallback>
            <p:pic>
              <p:nvPicPr>
                <p:cNvPr id="312" name="Ink 311">
                  <a:extLst>
                    <a:ext uri="{FF2B5EF4-FFF2-40B4-BE49-F238E27FC236}">
                      <a16:creationId xmlns:a16="http://schemas.microsoft.com/office/drawing/2014/main" id="{A896BF42-4808-6834-6FFA-39658E0C759F}"/>
                    </a:ext>
                  </a:extLst>
                </p:cNvPr>
                <p:cNvPicPr/>
                <p:nvPr/>
              </p:nvPicPr>
              <p:blipFill>
                <a:blip r:embed="rId159"/>
                <a:stretch>
                  <a:fillRect/>
                </a:stretch>
              </p:blipFill>
              <p:spPr>
                <a:xfrm>
                  <a:off x="7864110" y="3335502"/>
                  <a:ext cx="1194480" cy="964800"/>
                </a:xfrm>
                <a:prstGeom prst="rect">
                  <a:avLst/>
                </a:prstGeom>
              </p:spPr>
            </p:pic>
          </mc:Fallback>
        </mc:AlternateContent>
      </p:grpSp>
      <mc:AlternateContent xmlns:mc="http://schemas.openxmlformats.org/markup-compatibility/2006">
        <mc:Choice xmlns:p14="http://schemas.microsoft.com/office/powerpoint/2010/main" Requires="p14">
          <p:contentPart p14:bwMode="auto" r:id="rId160">
            <p14:nvContentPartPr>
              <p14:cNvPr id="314" name="Ink 313">
                <a:extLst>
                  <a:ext uri="{FF2B5EF4-FFF2-40B4-BE49-F238E27FC236}">
                    <a16:creationId xmlns:a16="http://schemas.microsoft.com/office/drawing/2014/main" id="{FD7E4759-569F-1F0A-7C7B-C7DDFC454062}"/>
                  </a:ext>
                </a:extLst>
              </p14:cNvPr>
              <p14:cNvContentPartPr/>
              <p14:nvPr/>
            </p14:nvContentPartPr>
            <p14:xfrm>
              <a:off x="5790870" y="1475382"/>
              <a:ext cx="423000" cy="322920"/>
            </p14:xfrm>
          </p:contentPart>
        </mc:Choice>
        <mc:Fallback>
          <p:pic>
            <p:nvPicPr>
              <p:cNvPr id="314" name="Ink 313">
                <a:extLst>
                  <a:ext uri="{FF2B5EF4-FFF2-40B4-BE49-F238E27FC236}">
                    <a16:creationId xmlns:a16="http://schemas.microsoft.com/office/drawing/2014/main" id="{FD7E4759-569F-1F0A-7C7B-C7DDFC454062}"/>
                  </a:ext>
                </a:extLst>
              </p:cNvPr>
              <p:cNvPicPr/>
              <p:nvPr/>
            </p:nvPicPr>
            <p:blipFill>
              <a:blip r:embed="rId161"/>
              <a:stretch>
                <a:fillRect/>
              </a:stretch>
            </p:blipFill>
            <p:spPr>
              <a:xfrm>
                <a:off x="5781870" y="1466742"/>
                <a:ext cx="440640" cy="340560"/>
              </a:xfrm>
              <a:prstGeom prst="rect">
                <a:avLst/>
              </a:prstGeom>
            </p:spPr>
          </p:pic>
        </mc:Fallback>
      </mc:AlternateContent>
      <mc:AlternateContent xmlns:mc="http://schemas.openxmlformats.org/markup-compatibility/2006">
        <mc:Choice xmlns:p14="http://schemas.microsoft.com/office/powerpoint/2010/main" Requires="p14">
          <p:contentPart p14:bwMode="auto" r:id="rId162">
            <p14:nvContentPartPr>
              <p14:cNvPr id="316" name="Ink 315">
                <a:extLst>
                  <a:ext uri="{FF2B5EF4-FFF2-40B4-BE49-F238E27FC236}">
                    <a16:creationId xmlns:a16="http://schemas.microsoft.com/office/drawing/2014/main" id="{81A0F526-760B-7B94-8BB6-B51FC3744EE6}"/>
                  </a:ext>
                </a:extLst>
              </p14:cNvPr>
              <p14:cNvContentPartPr/>
              <p14:nvPr/>
            </p14:nvContentPartPr>
            <p14:xfrm>
              <a:off x="3236310" y="2322822"/>
              <a:ext cx="307800" cy="265680"/>
            </p14:xfrm>
          </p:contentPart>
        </mc:Choice>
        <mc:Fallback>
          <p:pic>
            <p:nvPicPr>
              <p:cNvPr id="316" name="Ink 315">
                <a:extLst>
                  <a:ext uri="{FF2B5EF4-FFF2-40B4-BE49-F238E27FC236}">
                    <a16:creationId xmlns:a16="http://schemas.microsoft.com/office/drawing/2014/main" id="{81A0F526-760B-7B94-8BB6-B51FC3744EE6}"/>
                  </a:ext>
                </a:extLst>
              </p:cNvPr>
              <p:cNvPicPr/>
              <p:nvPr/>
            </p:nvPicPr>
            <p:blipFill>
              <a:blip r:embed="rId163"/>
              <a:stretch>
                <a:fillRect/>
              </a:stretch>
            </p:blipFill>
            <p:spPr>
              <a:xfrm>
                <a:off x="3227310" y="2313822"/>
                <a:ext cx="325440" cy="283320"/>
              </a:xfrm>
              <a:prstGeom prst="rect">
                <a:avLst/>
              </a:prstGeom>
            </p:spPr>
          </p:pic>
        </mc:Fallback>
      </mc:AlternateContent>
      <p:grpSp>
        <p:nvGrpSpPr>
          <p:cNvPr id="324" name="Group 323">
            <a:extLst>
              <a:ext uri="{FF2B5EF4-FFF2-40B4-BE49-F238E27FC236}">
                <a16:creationId xmlns:a16="http://schemas.microsoft.com/office/drawing/2014/main" id="{3B9F2BF5-613A-7E88-E6F3-827402238C47}"/>
              </a:ext>
            </a:extLst>
          </p:cNvPr>
          <p:cNvGrpSpPr/>
          <p:nvPr/>
        </p:nvGrpSpPr>
        <p:grpSpPr>
          <a:xfrm>
            <a:off x="116190" y="1449462"/>
            <a:ext cx="6004080" cy="3571920"/>
            <a:chOff x="116190" y="1449462"/>
            <a:chExt cx="6004080" cy="3571920"/>
          </a:xfrm>
        </p:grpSpPr>
        <mc:AlternateContent xmlns:mc="http://schemas.openxmlformats.org/markup-compatibility/2006">
          <mc:Choice xmlns:p14="http://schemas.microsoft.com/office/powerpoint/2010/main" Requires="p14">
            <p:contentPart p14:bwMode="auto" r:id="rId164">
              <p14:nvContentPartPr>
                <p14:cNvPr id="8" name="Ink 7">
                  <a:extLst>
                    <a:ext uri="{FF2B5EF4-FFF2-40B4-BE49-F238E27FC236}">
                      <a16:creationId xmlns:a16="http://schemas.microsoft.com/office/drawing/2014/main" id="{F2993A4C-2AE2-1771-10A2-999D6E388791}"/>
                    </a:ext>
                  </a:extLst>
                </p14:cNvPr>
                <p14:cNvContentPartPr/>
                <p14:nvPr/>
              </p14:nvContentPartPr>
              <p14:xfrm>
                <a:off x="750150" y="1936182"/>
                <a:ext cx="1680840" cy="49320"/>
              </p14:xfrm>
            </p:contentPart>
          </mc:Choice>
          <mc:Fallback>
            <p:pic>
              <p:nvPicPr>
                <p:cNvPr id="8" name="Ink 7">
                  <a:extLst>
                    <a:ext uri="{FF2B5EF4-FFF2-40B4-BE49-F238E27FC236}">
                      <a16:creationId xmlns:a16="http://schemas.microsoft.com/office/drawing/2014/main" id="{F2993A4C-2AE2-1771-10A2-999D6E388791}"/>
                    </a:ext>
                  </a:extLst>
                </p:cNvPr>
                <p:cNvPicPr/>
                <p:nvPr/>
              </p:nvPicPr>
              <p:blipFill>
                <a:blip r:embed="rId165"/>
                <a:stretch>
                  <a:fillRect/>
                </a:stretch>
              </p:blipFill>
              <p:spPr>
                <a:xfrm>
                  <a:off x="741510" y="1927542"/>
                  <a:ext cx="1698480" cy="66960"/>
                </a:xfrm>
                <a:prstGeom prst="rect">
                  <a:avLst/>
                </a:prstGeom>
              </p:spPr>
            </p:pic>
          </mc:Fallback>
        </mc:AlternateContent>
        <mc:AlternateContent xmlns:mc="http://schemas.openxmlformats.org/markup-compatibility/2006">
          <mc:Choice xmlns:p14="http://schemas.microsoft.com/office/powerpoint/2010/main" Requires="p14">
            <p:contentPart p14:bwMode="auto" r:id="rId166">
              <p14:nvContentPartPr>
                <p14:cNvPr id="9" name="Ink 8">
                  <a:extLst>
                    <a:ext uri="{FF2B5EF4-FFF2-40B4-BE49-F238E27FC236}">
                      <a16:creationId xmlns:a16="http://schemas.microsoft.com/office/drawing/2014/main" id="{0A289163-35FA-77E8-6F37-C00201C83AA2}"/>
                    </a:ext>
                  </a:extLst>
                </p14:cNvPr>
                <p14:cNvContentPartPr/>
                <p14:nvPr/>
              </p14:nvContentPartPr>
              <p14:xfrm>
                <a:off x="797670" y="1701462"/>
                <a:ext cx="660960" cy="243000"/>
              </p14:xfrm>
            </p:contentPart>
          </mc:Choice>
          <mc:Fallback>
            <p:pic>
              <p:nvPicPr>
                <p:cNvPr id="9" name="Ink 8">
                  <a:extLst>
                    <a:ext uri="{FF2B5EF4-FFF2-40B4-BE49-F238E27FC236}">
                      <a16:creationId xmlns:a16="http://schemas.microsoft.com/office/drawing/2014/main" id="{0A289163-35FA-77E8-6F37-C00201C83AA2}"/>
                    </a:ext>
                  </a:extLst>
                </p:cNvPr>
                <p:cNvPicPr/>
                <p:nvPr/>
              </p:nvPicPr>
              <p:blipFill>
                <a:blip r:embed="rId167"/>
                <a:stretch>
                  <a:fillRect/>
                </a:stretch>
              </p:blipFill>
              <p:spPr>
                <a:xfrm>
                  <a:off x="789030" y="1692822"/>
                  <a:ext cx="678600" cy="260640"/>
                </a:xfrm>
                <a:prstGeom prst="rect">
                  <a:avLst/>
                </a:prstGeom>
              </p:spPr>
            </p:pic>
          </mc:Fallback>
        </mc:AlternateContent>
        <mc:AlternateContent xmlns:mc="http://schemas.openxmlformats.org/markup-compatibility/2006">
          <mc:Choice xmlns:p14="http://schemas.microsoft.com/office/powerpoint/2010/main" Requires="p14">
            <p:contentPart p14:bwMode="auto" r:id="rId168">
              <p14:nvContentPartPr>
                <p14:cNvPr id="10" name="Ink 9">
                  <a:extLst>
                    <a:ext uri="{FF2B5EF4-FFF2-40B4-BE49-F238E27FC236}">
                      <a16:creationId xmlns:a16="http://schemas.microsoft.com/office/drawing/2014/main" id="{D51F6F79-BDB4-2EEE-79B9-9632A9044D3D}"/>
                    </a:ext>
                  </a:extLst>
                </p14:cNvPr>
                <p14:cNvContentPartPr/>
                <p14:nvPr/>
              </p14:nvContentPartPr>
              <p14:xfrm>
                <a:off x="1662390" y="1692822"/>
                <a:ext cx="465480" cy="18720"/>
              </p14:xfrm>
            </p:contentPart>
          </mc:Choice>
          <mc:Fallback>
            <p:pic>
              <p:nvPicPr>
                <p:cNvPr id="10" name="Ink 9">
                  <a:extLst>
                    <a:ext uri="{FF2B5EF4-FFF2-40B4-BE49-F238E27FC236}">
                      <a16:creationId xmlns:a16="http://schemas.microsoft.com/office/drawing/2014/main" id="{D51F6F79-BDB4-2EEE-79B9-9632A9044D3D}"/>
                    </a:ext>
                  </a:extLst>
                </p:cNvPr>
                <p:cNvPicPr/>
                <p:nvPr/>
              </p:nvPicPr>
              <p:blipFill>
                <a:blip r:embed="rId169"/>
                <a:stretch>
                  <a:fillRect/>
                </a:stretch>
              </p:blipFill>
              <p:spPr>
                <a:xfrm>
                  <a:off x="1653750" y="1683822"/>
                  <a:ext cx="48312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170">
              <p14:nvContentPartPr>
                <p14:cNvPr id="11" name="Ink 10">
                  <a:extLst>
                    <a:ext uri="{FF2B5EF4-FFF2-40B4-BE49-F238E27FC236}">
                      <a16:creationId xmlns:a16="http://schemas.microsoft.com/office/drawing/2014/main" id="{919671A6-B254-A3D8-DDD5-5831478092D9}"/>
                    </a:ext>
                  </a:extLst>
                </p14:cNvPr>
                <p14:cNvContentPartPr/>
                <p14:nvPr/>
              </p14:nvContentPartPr>
              <p14:xfrm>
                <a:off x="1671030" y="1801182"/>
                <a:ext cx="368640" cy="23400"/>
              </p14:xfrm>
            </p:contentPart>
          </mc:Choice>
          <mc:Fallback>
            <p:pic>
              <p:nvPicPr>
                <p:cNvPr id="11" name="Ink 10">
                  <a:extLst>
                    <a:ext uri="{FF2B5EF4-FFF2-40B4-BE49-F238E27FC236}">
                      <a16:creationId xmlns:a16="http://schemas.microsoft.com/office/drawing/2014/main" id="{919671A6-B254-A3D8-DDD5-5831478092D9}"/>
                    </a:ext>
                  </a:extLst>
                </p:cNvPr>
                <p:cNvPicPr/>
                <p:nvPr/>
              </p:nvPicPr>
              <p:blipFill>
                <a:blip r:embed="rId171"/>
                <a:stretch>
                  <a:fillRect/>
                </a:stretch>
              </p:blipFill>
              <p:spPr>
                <a:xfrm>
                  <a:off x="1662030" y="1792542"/>
                  <a:ext cx="386280" cy="41040"/>
                </a:xfrm>
                <a:prstGeom prst="rect">
                  <a:avLst/>
                </a:prstGeom>
              </p:spPr>
            </p:pic>
          </mc:Fallback>
        </mc:AlternateContent>
        <mc:AlternateContent xmlns:mc="http://schemas.openxmlformats.org/markup-compatibility/2006">
          <mc:Choice xmlns:p14="http://schemas.microsoft.com/office/powerpoint/2010/main" Requires="p14">
            <p:contentPart p14:bwMode="auto" r:id="rId172">
              <p14:nvContentPartPr>
                <p14:cNvPr id="13" name="Ink 12">
                  <a:extLst>
                    <a:ext uri="{FF2B5EF4-FFF2-40B4-BE49-F238E27FC236}">
                      <a16:creationId xmlns:a16="http://schemas.microsoft.com/office/drawing/2014/main" id="{DB9C67D8-70DE-07AF-E1DC-400884A8E871}"/>
                    </a:ext>
                  </a:extLst>
                </p14:cNvPr>
                <p14:cNvContentPartPr/>
                <p14:nvPr/>
              </p14:nvContentPartPr>
              <p14:xfrm>
                <a:off x="854550" y="2205822"/>
                <a:ext cx="414000" cy="371880"/>
              </p14:xfrm>
            </p:contentPart>
          </mc:Choice>
          <mc:Fallback>
            <p:pic>
              <p:nvPicPr>
                <p:cNvPr id="13" name="Ink 12">
                  <a:extLst>
                    <a:ext uri="{FF2B5EF4-FFF2-40B4-BE49-F238E27FC236}">
                      <a16:creationId xmlns:a16="http://schemas.microsoft.com/office/drawing/2014/main" id="{DB9C67D8-70DE-07AF-E1DC-400884A8E871}"/>
                    </a:ext>
                  </a:extLst>
                </p:cNvPr>
                <p:cNvPicPr/>
                <p:nvPr/>
              </p:nvPicPr>
              <p:blipFill>
                <a:blip r:embed="rId173"/>
                <a:stretch>
                  <a:fillRect/>
                </a:stretch>
              </p:blipFill>
              <p:spPr>
                <a:xfrm>
                  <a:off x="845550" y="2196822"/>
                  <a:ext cx="431640" cy="389520"/>
                </a:xfrm>
                <a:prstGeom prst="rect">
                  <a:avLst/>
                </a:prstGeom>
              </p:spPr>
            </p:pic>
          </mc:Fallback>
        </mc:AlternateContent>
        <mc:AlternateContent xmlns:mc="http://schemas.openxmlformats.org/markup-compatibility/2006">
          <mc:Choice xmlns:p14="http://schemas.microsoft.com/office/powerpoint/2010/main" Requires="p14">
            <p:contentPart p14:bwMode="auto" r:id="rId174">
              <p14:nvContentPartPr>
                <p14:cNvPr id="14" name="Ink 13">
                  <a:extLst>
                    <a:ext uri="{FF2B5EF4-FFF2-40B4-BE49-F238E27FC236}">
                      <a16:creationId xmlns:a16="http://schemas.microsoft.com/office/drawing/2014/main" id="{72668E68-BBA6-45F7-F9C8-F22143C793E5}"/>
                    </a:ext>
                  </a:extLst>
                </p14:cNvPr>
                <p14:cNvContentPartPr/>
                <p14:nvPr/>
              </p14:nvContentPartPr>
              <p14:xfrm>
                <a:off x="1430910" y="2235702"/>
                <a:ext cx="343800" cy="4680"/>
              </p14:xfrm>
            </p:contentPart>
          </mc:Choice>
          <mc:Fallback>
            <p:pic>
              <p:nvPicPr>
                <p:cNvPr id="14" name="Ink 13">
                  <a:extLst>
                    <a:ext uri="{FF2B5EF4-FFF2-40B4-BE49-F238E27FC236}">
                      <a16:creationId xmlns:a16="http://schemas.microsoft.com/office/drawing/2014/main" id="{72668E68-BBA6-45F7-F9C8-F22143C793E5}"/>
                    </a:ext>
                  </a:extLst>
                </p:cNvPr>
                <p:cNvPicPr/>
                <p:nvPr/>
              </p:nvPicPr>
              <p:blipFill>
                <a:blip r:embed="rId175"/>
                <a:stretch>
                  <a:fillRect/>
                </a:stretch>
              </p:blipFill>
              <p:spPr>
                <a:xfrm>
                  <a:off x="1422270" y="2226702"/>
                  <a:ext cx="36144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176">
              <p14:nvContentPartPr>
                <p14:cNvPr id="15" name="Ink 14">
                  <a:extLst>
                    <a:ext uri="{FF2B5EF4-FFF2-40B4-BE49-F238E27FC236}">
                      <a16:creationId xmlns:a16="http://schemas.microsoft.com/office/drawing/2014/main" id="{2E603CCD-36BF-C72D-70E2-341EFA9AD61F}"/>
                    </a:ext>
                  </a:extLst>
                </p14:cNvPr>
                <p14:cNvContentPartPr/>
                <p14:nvPr/>
              </p14:nvContentPartPr>
              <p14:xfrm>
                <a:off x="1416510" y="2342622"/>
                <a:ext cx="860400" cy="24120"/>
              </p14:xfrm>
            </p:contentPart>
          </mc:Choice>
          <mc:Fallback>
            <p:pic>
              <p:nvPicPr>
                <p:cNvPr id="15" name="Ink 14">
                  <a:extLst>
                    <a:ext uri="{FF2B5EF4-FFF2-40B4-BE49-F238E27FC236}">
                      <a16:creationId xmlns:a16="http://schemas.microsoft.com/office/drawing/2014/main" id="{2E603CCD-36BF-C72D-70E2-341EFA9AD61F}"/>
                    </a:ext>
                  </a:extLst>
                </p:cNvPr>
                <p:cNvPicPr/>
                <p:nvPr/>
              </p:nvPicPr>
              <p:blipFill>
                <a:blip r:embed="rId177"/>
                <a:stretch>
                  <a:fillRect/>
                </a:stretch>
              </p:blipFill>
              <p:spPr>
                <a:xfrm>
                  <a:off x="1407510" y="2333622"/>
                  <a:ext cx="878040" cy="41760"/>
                </a:xfrm>
                <a:prstGeom prst="rect">
                  <a:avLst/>
                </a:prstGeom>
              </p:spPr>
            </p:pic>
          </mc:Fallback>
        </mc:AlternateContent>
        <mc:AlternateContent xmlns:mc="http://schemas.openxmlformats.org/markup-compatibility/2006">
          <mc:Choice xmlns:p14="http://schemas.microsoft.com/office/powerpoint/2010/main" Requires="p14">
            <p:contentPart p14:bwMode="auto" r:id="rId178">
              <p14:nvContentPartPr>
                <p14:cNvPr id="16" name="Ink 15">
                  <a:extLst>
                    <a:ext uri="{FF2B5EF4-FFF2-40B4-BE49-F238E27FC236}">
                      <a16:creationId xmlns:a16="http://schemas.microsoft.com/office/drawing/2014/main" id="{1D2B720F-AA05-2A5B-FDD9-E9B34623CD85}"/>
                    </a:ext>
                  </a:extLst>
                </p14:cNvPr>
                <p14:cNvContentPartPr/>
                <p14:nvPr/>
              </p14:nvContentPartPr>
              <p14:xfrm>
                <a:off x="820350" y="2731422"/>
                <a:ext cx="471960" cy="439920"/>
              </p14:xfrm>
            </p:contentPart>
          </mc:Choice>
          <mc:Fallback>
            <p:pic>
              <p:nvPicPr>
                <p:cNvPr id="16" name="Ink 15">
                  <a:extLst>
                    <a:ext uri="{FF2B5EF4-FFF2-40B4-BE49-F238E27FC236}">
                      <a16:creationId xmlns:a16="http://schemas.microsoft.com/office/drawing/2014/main" id="{1D2B720F-AA05-2A5B-FDD9-E9B34623CD85}"/>
                    </a:ext>
                  </a:extLst>
                </p:cNvPr>
                <p:cNvPicPr/>
                <p:nvPr/>
              </p:nvPicPr>
              <p:blipFill>
                <a:blip r:embed="rId179"/>
                <a:stretch>
                  <a:fillRect/>
                </a:stretch>
              </p:blipFill>
              <p:spPr>
                <a:xfrm>
                  <a:off x="811350" y="2722782"/>
                  <a:ext cx="489600" cy="457560"/>
                </a:xfrm>
                <a:prstGeom prst="rect">
                  <a:avLst/>
                </a:prstGeom>
              </p:spPr>
            </p:pic>
          </mc:Fallback>
        </mc:AlternateContent>
        <mc:AlternateContent xmlns:mc="http://schemas.openxmlformats.org/markup-compatibility/2006">
          <mc:Choice xmlns:p14="http://schemas.microsoft.com/office/powerpoint/2010/main" Requires="p14">
            <p:contentPart p14:bwMode="auto" r:id="rId180">
              <p14:nvContentPartPr>
                <p14:cNvPr id="17" name="Ink 16">
                  <a:extLst>
                    <a:ext uri="{FF2B5EF4-FFF2-40B4-BE49-F238E27FC236}">
                      <a16:creationId xmlns:a16="http://schemas.microsoft.com/office/drawing/2014/main" id="{052CF0D3-EFC4-5E37-8B2C-8FFA8D29C950}"/>
                    </a:ext>
                  </a:extLst>
                </p14:cNvPr>
                <p14:cNvContentPartPr/>
                <p14:nvPr/>
              </p14:nvContentPartPr>
              <p14:xfrm>
                <a:off x="1471590" y="2782182"/>
                <a:ext cx="477360" cy="24480"/>
              </p14:xfrm>
            </p:contentPart>
          </mc:Choice>
          <mc:Fallback>
            <p:pic>
              <p:nvPicPr>
                <p:cNvPr id="17" name="Ink 16">
                  <a:extLst>
                    <a:ext uri="{FF2B5EF4-FFF2-40B4-BE49-F238E27FC236}">
                      <a16:creationId xmlns:a16="http://schemas.microsoft.com/office/drawing/2014/main" id="{052CF0D3-EFC4-5E37-8B2C-8FFA8D29C950}"/>
                    </a:ext>
                  </a:extLst>
                </p:cNvPr>
                <p:cNvPicPr/>
                <p:nvPr/>
              </p:nvPicPr>
              <p:blipFill>
                <a:blip r:embed="rId181"/>
                <a:stretch>
                  <a:fillRect/>
                </a:stretch>
              </p:blipFill>
              <p:spPr>
                <a:xfrm>
                  <a:off x="1462950" y="2773542"/>
                  <a:ext cx="495000" cy="42120"/>
                </a:xfrm>
                <a:prstGeom prst="rect">
                  <a:avLst/>
                </a:prstGeom>
              </p:spPr>
            </p:pic>
          </mc:Fallback>
        </mc:AlternateContent>
        <mc:AlternateContent xmlns:mc="http://schemas.openxmlformats.org/markup-compatibility/2006">
          <mc:Choice xmlns:p14="http://schemas.microsoft.com/office/powerpoint/2010/main" Requires="p14">
            <p:contentPart p14:bwMode="auto" r:id="rId182">
              <p14:nvContentPartPr>
                <p14:cNvPr id="18" name="Ink 17">
                  <a:extLst>
                    <a:ext uri="{FF2B5EF4-FFF2-40B4-BE49-F238E27FC236}">
                      <a16:creationId xmlns:a16="http://schemas.microsoft.com/office/drawing/2014/main" id="{25AC983C-D84B-D124-2250-2E3B629086B7}"/>
                    </a:ext>
                  </a:extLst>
                </p14:cNvPr>
                <p14:cNvContentPartPr/>
                <p14:nvPr/>
              </p14:nvContentPartPr>
              <p14:xfrm>
                <a:off x="1466550" y="2925462"/>
                <a:ext cx="819360" cy="11880"/>
              </p14:xfrm>
            </p:contentPart>
          </mc:Choice>
          <mc:Fallback>
            <p:pic>
              <p:nvPicPr>
                <p:cNvPr id="18" name="Ink 17">
                  <a:extLst>
                    <a:ext uri="{FF2B5EF4-FFF2-40B4-BE49-F238E27FC236}">
                      <a16:creationId xmlns:a16="http://schemas.microsoft.com/office/drawing/2014/main" id="{25AC983C-D84B-D124-2250-2E3B629086B7}"/>
                    </a:ext>
                  </a:extLst>
                </p:cNvPr>
                <p:cNvPicPr/>
                <p:nvPr/>
              </p:nvPicPr>
              <p:blipFill>
                <a:blip r:embed="rId183"/>
                <a:stretch>
                  <a:fillRect/>
                </a:stretch>
              </p:blipFill>
              <p:spPr>
                <a:xfrm>
                  <a:off x="1457910" y="2916462"/>
                  <a:ext cx="83700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184">
              <p14:nvContentPartPr>
                <p14:cNvPr id="21" name="Ink 20">
                  <a:extLst>
                    <a:ext uri="{FF2B5EF4-FFF2-40B4-BE49-F238E27FC236}">
                      <a16:creationId xmlns:a16="http://schemas.microsoft.com/office/drawing/2014/main" id="{0E122143-8CE2-23A5-A1AA-8E5F921E3711}"/>
                    </a:ext>
                  </a:extLst>
                </p14:cNvPr>
                <p14:cNvContentPartPr/>
                <p14:nvPr/>
              </p14:nvContentPartPr>
              <p14:xfrm>
                <a:off x="784710" y="3294462"/>
                <a:ext cx="644400" cy="500760"/>
              </p14:xfrm>
            </p:contentPart>
          </mc:Choice>
          <mc:Fallback>
            <p:pic>
              <p:nvPicPr>
                <p:cNvPr id="21" name="Ink 20">
                  <a:extLst>
                    <a:ext uri="{FF2B5EF4-FFF2-40B4-BE49-F238E27FC236}">
                      <a16:creationId xmlns:a16="http://schemas.microsoft.com/office/drawing/2014/main" id="{0E122143-8CE2-23A5-A1AA-8E5F921E3711}"/>
                    </a:ext>
                  </a:extLst>
                </p:cNvPr>
                <p:cNvPicPr/>
                <p:nvPr/>
              </p:nvPicPr>
              <p:blipFill>
                <a:blip r:embed="rId185"/>
                <a:stretch>
                  <a:fillRect/>
                </a:stretch>
              </p:blipFill>
              <p:spPr>
                <a:xfrm>
                  <a:off x="776070" y="3285462"/>
                  <a:ext cx="662040" cy="518400"/>
                </a:xfrm>
                <a:prstGeom prst="rect">
                  <a:avLst/>
                </a:prstGeom>
              </p:spPr>
            </p:pic>
          </mc:Fallback>
        </mc:AlternateContent>
        <mc:AlternateContent xmlns:mc="http://schemas.openxmlformats.org/markup-compatibility/2006">
          <mc:Choice xmlns:p14="http://schemas.microsoft.com/office/powerpoint/2010/main" Requires="p14">
            <p:contentPart p14:bwMode="auto" r:id="rId186">
              <p14:nvContentPartPr>
                <p14:cNvPr id="22" name="Ink 21">
                  <a:extLst>
                    <a:ext uri="{FF2B5EF4-FFF2-40B4-BE49-F238E27FC236}">
                      <a16:creationId xmlns:a16="http://schemas.microsoft.com/office/drawing/2014/main" id="{9F6A019A-9DBD-161C-AC7B-CE73A3AB5124}"/>
                    </a:ext>
                  </a:extLst>
                </p14:cNvPr>
                <p14:cNvContentPartPr/>
                <p14:nvPr/>
              </p14:nvContentPartPr>
              <p14:xfrm>
                <a:off x="1510830" y="3354222"/>
                <a:ext cx="521280" cy="15480"/>
              </p14:xfrm>
            </p:contentPart>
          </mc:Choice>
          <mc:Fallback>
            <p:pic>
              <p:nvPicPr>
                <p:cNvPr id="22" name="Ink 21">
                  <a:extLst>
                    <a:ext uri="{FF2B5EF4-FFF2-40B4-BE49-F238E27FC236}">
                      <a16:creationId xmlns:a16="http://schemas.microsoft.com/office/drawing/2014/main" id="{9F6A019A-9DBD-161C-AC7B-CE73A3AB5124}"/>
                    </a:ext>
                  </a:extLst>
                </p:cNvPr>
                <p:cNvPicPr/>
                <p:nvPr/>
              </p:nvPicPr>
              <p:blipFill>
                <a:blip r:embed="rId187"/>
                <a:stretch>
                  <a:fillRect/>
                </a:stretch>
              </p:blipFill>
              <p:spPr>
                <a:xfrm>
                  <a:off x="1501830" y="3345582"/>
                  <a:ext cx="538920" cy="33120"/>
                </a:xfrm>
                <a:prstGeom prst="rect">
                  <a:avLst/>
                </a:prstGeom>
              </p:spPr>
            </p:pic>
          </mc:Fallback>
        </mc:AlternateContent>
        <mc:AlternateContent xmlns:mc="http://schemas.openxmlformats.org/markup-compatibility/2006">
          <mc:Choice xmlns:p14="http://schemas.microsoft.com/office/powerpoint/2010/main" Requires="p14">
            <p:contentPart p14:bwMode="auto" r:id="rId188">
              <p14:nvContentPartPr>
                <p14:cNvPr id="23" name="Ink 22">
                  <a:extLst>
                    <a:ext uri="{FF2B5EF4-FFF2-40B4-BE49-F238E27FC236}">
                      <a16:creationId xmlns:a16="http://schemas.microsoft.com/office/drawing/2014/main" id="{FF279D45-EB04-D91D-51F3-9D030C643512}"/>
                    </a:ext>
                  </a:extLst>
                </p14:cNvPr>
                <p14:cNvContentPartPr/>
                <p14:nvPr/>
              </p14:nvContentPartPr>
              <p14:xfrm>
                <a:off x="1569510" y="3491022"/>
                <a:ext cx="776160" cy="30240"/>
              </p14:xfrm>
            </p:contentPart>
          </mc:Choice>
          <mc:Fallback>
            <p:pic>
              <p:nvPicPr>
                <p:cNvPr id="23" name="Ink 22">
                  <a:extLst>
                    <a:ext uri="{FF2B5EF4-FFF2-40B4-BE49-F238E27FC236}">
                      <a16:creationId xmlns:a16="http://schemas.microsoft.com/office/drawing/2014/main" id="{FF279D45-EB04-D91D-51F3-9D030C643512}"/>
                    </a:ext>
                  </a:extLst>
                </p:cNvPr>
                <p:cNvPicPr/>
                <p:nvPr/>
              </p:nvPicPr>
              <p:blipFill>
                <a:blip r:embed="rId189"/>
                <a:stretch>
                  <a:fillRect/>
                </a:stretch>
              </p:blipFill>
              <p:spPr>
                <a:xfrm>
                  <a:off x="1560870" y="3482382"/>
                  <a:ext cx="793800" cy="47880"/>
                </a:xfrm>
                <a:prstGeom prst="rect">
                  <a:avLst/>
                </a:prstGeom>
              </p:spPr>
            </p:pic>
          </mc:Fallback>
        </mc:AlternateContent>
        <mc:AlternateContent xmlns:mc="http://schemas.openxmlformats.org/markup-compatibility/2006">
          <mc:Choice xmlns:p14="http://schemas.microsoft.com/office/powerpoint/2010/main" Requires="p14">
            <p:contentPart p14:bwMode="auto" r:id="rId190">
              <p14:nvContentPartPr>
                <p14:cNvPr id="25" name="Ink 24">
                  <a:extLst>
                    <a:ext uri="{FF2B5EF4-FFF2-40B4-BE49-F238E27FC236}">
                      <a16:creationId xmlns:a16="http://schemas.microsoft.com/office/drawing/2014/main" id="{4DC94068-0546-AFB8-282B-7935916C240F}"/>
                    </a:ext>
                  </a:extLst>
                </p14:cNvPr>
                <p14:cNvContentPartPr/>
                <p14:nvPr/>
              </p14:nvContentPartPr>
              <p14:xfrm>
                <a:off x="366030" y="2166582"/>
                <a:ext cx="344520" cy="1738440"/>
              </p14:xfrm>
            </p:contentPart>
          </mc:Choice>
          <mc:Fallback>
            <p:pic>
              <p:nvPicPr>
                <p:cNvPr id="25" name="Ink 24">
                  <a:extLst>
                    <a:ext uri="{FF2B5EF4-FFF2-40B4-BE49-F238E27FC236}">
                      <a16:creationId xmlns:a16="http://schemas.microsoft.com/office/drawing/2014/main" id="{4DC94068-0546-AFB8-282B-7935916C240F}"/>
                    </a:ext>
                  </a:extLst>
                </p:cNvPr>
                <p:cNvPicPr/>
                <p:nvPr/>
              </p:nvPicPr>
              <p:blipFill>
                <a:blip r:embed="rId191"/>
                <a:stretch>
                  <a:fillRect/>
                </a:stretch>
              </p:blipFill>
              <p:spPr>
                <a:xfrm>
                  <a:off x="357030" y="2157582"/>
                  <a:ext cx="362160" cy="1756080"/>
                </a:xfrm>
                <a:prstGeom prst="rect">
                  <a:avLst/>
                </a:prstGeom>
              </p:spPr>
            </p:pic>
          </mc:Fallback>
        </mc:AlternateContent>
        <mc:AlternateContent xmlns:mc="http://schemas.openxmlformats.org/markup-compatibility/2006">
          <mc:Choice xmlns:p14="http://schemas.microsoft.com/office/powerpoint/2010/main" Requires="p14">
            <p:contentPart p14:bwMode="auto" r:id="rId192">
              <p14:nvContentPartPr>
                <p14:cNvPr id="26" name="Ink 25">
                  <a:extLst>
                    <a:ext uri="{FF2B5EF4-FFF2-40B4-BE49-F238E27FC236}">
                      <a16:creationId xmlns:a16="http://schemas.microsoft.com/office/drawing/2014/main" id="{ED5CA737-0D39-5AB6-C66D-A1040C1659C6}"/>
                    </a:ext>
                  </a:extLst>
                </p14:cNvPr>
                <p14:cNvContentPartPr/>
                <p14:nvPr/>
              </p14:nvContentPartPr>
              <p14:xfrm>
                <a:off x="152910" y="2821422"/>
                <a:ext cx="77040" cy="215640"/>
              </p14:xfrm>
            </p:contentPart>
          </mc:Choice>
          <mc:Fallback>
            <p:pic>
              <p:nvPicPr>
                <p:cNvPr id="26" name="Ink 25">
                  <a:extLst>
                    <a:ext uri="{FF2B5EF4-FFF2-40B4-BE49-F238E27FC236}">
                      <a16:creationId xmlns:a16="http://schemas.microsoft.com/office/drawing/2014/main" id="{ED5CA737-0D39-5AB6-C66D-A1040C1659C6}"/>
                    </a:ext>
                  </a:extLst>
                </p:cNvPr>
                <p:cNvPicPr/>
                <p:nvPr/>
              </p:nvPicPr>
              <p:blipFill>
                <a:blip r:embed="rId193"/>
                <a:stretch>
                  <a:fillRect/>
                </a:stretch>
              </p:blipFill>
              <p:spPr>
                <a:xfrm>
                  <a:off x="144270" y="2812782"/>
                  <a:ext cx="94680" cy="233280"/>
                </a:xfrm>
                <a:prstGeom prst="rect">
                  <a:avLst/>
                </a:prstGeom>
              </p:spPr>
            </p:pic>
          </mc:Fallback>
        </mc:AlternateContent>
        <mc:AlternateContent xmlns:mc="http://schemas.openxmlformats.org/markup-compatibility/2006">
          <mc:Choice xmlns:p14="http://schemas.microsoft.com/office/powerpoint/2010/main" Requires="p14">
            <p:contentPart p14:bwMode="auto" r:id="rId194">
              <p14:nvContentPartPr>
                <p14:cNvPr id="27" name="Ink 26">
                  <a:extLst>
                    <a:ext uri="{FF2B5EF4-FFF2-40B4-BE49-F238E27FC236}">
                      <a16:creationId xmlns:a16="http://schemas.microsoft.com/office/drawing/2014/main" id="{382EC097-EC8E-1F85-DD59-96CC08304ADD}"/>
                    </a:ext>
                  </a:extLst>
                </p14:cNvPr>
                <p14:cNvContentPartPr/>
                <p14:nvPr/>
              </p14:nvContentPartPr>
              <p14:xfrm>
                <a:off x="268830" y="2946342"/>
                <a:ext cx="15120" cy="75600"/>
              </p14:xfrm>
            </p:contentPart>
          </mc:Choice>
          <mc:Fallback>
            <p:pic>
              <p:nvPicPr>
                <p:cNvPr id="27" name="Ink 26">
                  <a:extLst>
                    <a:ext uri="{FF2B5EF4-FFF2-40B4-BE49-F238E27FC236}">
                      <a16:creationId xmlns:a16="http://schemas.microsoft.com/office/drawing/2014/main" id="{382EC097-EC8E-1F85-DD59-96CC08304ADD}"/>
                    </a:ext>
                  </a:extLst>
                </p:cNvPr>
                <p:cNvPicPr/>
                <p:nvPr/>
              </p:nvPicPr>
              <p:blipFill>
                <a:blip r:embed="rId195"/>
                <a:stretch>
                  <a:fillRect/>
                </a:stretch>
              </p:blipFill>
              <p:spPr>
                <a:xfrm>
                  <a:off x="260190" y="2937342"/>
                  <a:ext cx="32760" cy="93240"/>
                </a:xfrm>
                <a:prstGeom prst="rect">
                  <a:avLst/>
                </a:prstGeom>
              </p:spPr>
            </p:pic>
          </mc:Fallback>
        </mc:AlternateContent>
        <mc:AlternateContent xmlns:mc="http://schemas.openxmlformats.org/markup-compatibility/2006">
          <mc:Choice xmlns:p14="http://schemas.microsoft.com/office/powerpoint/2010/main" Requires="p14">
            <p:contentPart p14:bwMode="auto" r:id="rId196">
              <p14:nvContentPartPr>
                <p14:cNvPr id="28" name="Ink 27">
                  <a:extLst>
                    <a:ext uri="{FF2B5EF4-FFF2-40B4-BE49-F238E27FC236}">
                      <a16:creationId xmlns:a16="http://schemas.microsoft.com/office/drawing/2014/main" id="{1FC0C668-4C25-F696-3731-999550392AC5}"/>
                    </a:ext>
                  </a:extLst>
                </p14:cNvPr>
                <p14:cNvContentPartPr/>
                <p14:nvPr/>
              </p14:nvContentPartPr>
              <p14:xfrm>
                <a:off x="286470" y="2882982"/>
                <a:ext cx="16920" cy="36360"/>
              </p14:xfrm>
            </p:contentPart>
          </mc:Choice>
          <mc:Fallback>
            <p:pic>
              <p:nvPicPr>
                <p:cNvPr id="28" name="Ink 27">
                  <a:extLst>
                    <a:ext uri="{FF2B5EF4-FFF2-40B4-BE49-F238E27FC236}">
                      <a16:creationId xmlns:a16="http://schemas.microsoft.com/office/drawing/2014/main" id="{1FC0C668-4C25-F696-3731-999550392AC5}"/>
                    </a:ext>
                  </a:extLst>
                </p:cNvPr>
                <p:cNvPicPr/>
                <p:nvPr/>
              </p:nvPicPr>
              <p:blipFill>
                <a:blip r:embed="rId197"/>
                <a:stretch>
                  <a:fillRect/>
                </a:stretch>
              </p:blipFill>
              <p:spPr>
                <a:xfrm>
                  <a:off x="277830" y="2873982"/>
                  <a:ext cx="34560" cy="54000"/>
                </a:xfrm>
                <a:prstGeom prst="rect">
                  <a:avLst/>
                </a:prstGeom>
              </p:spPr>
            </p:pic>
          </mc:Fallback>
        </mc:AlternateContent>
        <mc:AlternateContent xmlns:mc="http://schemas.openxmlformats.org/markup-compatibility/2006">
          <mc:Choice xmlns:p14="http://schemas.microsoft.com/office/powerpoint/2010/main" Requires="p14">
            <p:contentPart p14:bwMode="auto" r:id="rId198">
              <p14:nvContentPartPr>
                <p14:cNvPr id="29" name="Ink 28">
                  <a:extLst>
                    <a:ext uri="{FF2B5EF4-FFF2-40B4-BE49-F238E27FC236}">
                      <a16:creationId xmlns:a16="http://schemas.microsoft.com/office/drawing/2014/main" id="{2EAB5915-1E56-16A1-2987-D3FE8B836833}"/>
                    </a:ext>
                  </a:extLst>
                </p14:cNvPr>
                <p14:cNvContentPartPr/>
                <p14:nvPr/>
              </p14:nvContentPartPr>
              <p14:xfrm>
                <a:off x="303750" y="2930862"/>
                <a:ext cx="54720" cy="116280"/>
              </p14:xfrm>
            </p:contentPart>
          </mc:Choice>
          <mc:Fallback>
            <p:pic>
              <p:nvPicPr>
                <p:cNvPr id="29" name="Ink 28">
                  <a:extLst>
                    <a:ext uri="{FF2B5EF4-FFF2-40B4-BE49-F238E27FC236}">
                      <a16:creationId xmlns:a16="http://schemas.microsoft.com/office/drawing/2014/main" id="{2EAB5915-1E56-16A1-2987-D3FE8B836833}"/>
                    </a:ext>
                  </a:extLst>
                </p:cNvPr>
                <p:cNvPicPr/>
                <p:nvPr/>
              </p:nvPicPr>
              <p:blipFill>
                <a:blip r:embed="rId199"/>
                <a:stretch>
                  <a:fillRect/>
                </a:stretch>
              </p:blipFill>
              <p:spPr>
                <a:xfrm>
                  <a:off x="295110" y="2921862"/>
                  <a:ext cx="72360" cy="133920"/>
                </a:xfrm>
                <a:prstGeom prst="rect">
                  <a:avLst/>
                </a:prstGeom>
              </p:spPr>
            </p:pic>
          </mc:Fallback>
        </mc:AlternateContent>
        <mc:AlternateContent xmlns:mc="http://schemas.openxmlformats.org/markup-compatibility/2006">
          <mc:Choice xmlns:p14="http://schemas.microsoft.com/office/powerpoint/2010/main" Requires="p14">
            <p:contentPart p14:bwMode="auto" r:id="rId200">
              <p14:nvContentPartPr>
                <p14:cNvPr id="30" name="Ink 29">
                  <a:extLst>
                    <a:ext uri="{FF2B5EF4-FFF2-40B4-BE49-F238E27FC236}">
                      <a16:creationId xmlns:a16="http://schemas.microsoft.com/office/drawing/2014/main" id="{00528E2B-C895-689E-02C5-A4E381BA9C4C}"/>
                    </a:ext>
                  </a:extLst>
                </p14:cNvPr>
                <p14:cNvContentPartPr/>
                <p14:nvPr/>
              </p14:nvContentPartPr>
              <p14:xfrm>
                <a:off x="371430" y="2844102"/>
                <a:ext cx="28440" cy="204840"/>
              </p14:xfrm>
            </p:contentPart>
          </mc:Choice>
          <mc:Fallback>
            <p:pic>
              <p:nvPicPr>
                <p:cNvPr id="30" name="Ink 29">
                  <a:extLst>
                    <a:ext uri="{FF2B5EF4-FFF2-40B4-BE49-F238E27FC236}">
                      <a16:creationId xmlns:a16="http://schemas.microsoft.com/office/drawing/2014/main" id="{00528E2B-C895-689E-02C5-A4E381BA9C4C}"/>
                    </a:ext>
                  </a:extLst>
                </p:cNvPr>
                <p:cNvPicPr/>
                <p:nvPr/>
              </p:nvPicPr>
              <p:blipFill>
                <a:blip r:embed="rId201"/>
                <a:stretch>
                  <a:fillRect/>
                </a:stretch>
              </p:blipFill>
              <p:spPr>
                <a:xfrm>
                  <a:off x="362430" y="2835462"/>
                  <a:ext cx="46080" cy="222480"/>
                </a:xfrm>
                <a:prstGeom prst="rect">
                  <a:avLst/>
                </a:prstGeom>
              </p:spPr>
            </p:pic>
          </mc:Fallback>
        </mc:AlternateContent>
        <mc:AlternateContent xmlns:mc="http://schemas.openxmlformats.org/markup-compatibility/2006">
          <mc:Choice xmlns:p14="http://schemas.microsoft.com/office/powerpoint/2010/main" Requires="p14">
            <p:contentPart p14:bwMode="auto" r:id="rId202">
              <p14:nvContentPartPr>
                <p14:cNvPr id="31" name="Ink 30">
                  <a:extLst>
                    <a:ext uri="{FF2B5EF4-FFF2-40B4-BE49-F238E27FC236}">
                      <a16:creationId xmlns:a16="http://schemas.microsoft.com/office/drawing/2014/main" id="{AD4CD596-835A-E5CD-BC0E-D10D2599A81D}"/>
                    </a:ext>
                  </a:extLst>
                </p14:cNvPr>
                <p14:cNvContentPartPr/>
                <p14:nvPr/>
              </p14:nvContentPartPr>
              <p14:xfrm>
                <a:off x="395910" y="2870742"/>
                <a:ext cx="83160" cy="107280"/>
              </p14:xfrm>
            </p:contentPart>
          </mc:Choice>
          <mc:Fallback>
            <p:pic>
              <p:nvPicPr>
                <p:cNvPr id="31" name="Ink 30">
                  <a:extLst>
                    <a:ext uri="{FF2B5EF4-FFF2-40B4-BE49-F238E27FC236}">
                      <a16:creationId xmlns:a16="http://schemas.microsoft.com/office/drawing/2014/main" id="{AD4CD596-835A-E5CD-BC0E-D10D2599A81D}"/>
                    </a:ext>
                  </a:extLst>
                </p:cNvPr>
                <p:cNvPicPr/>
                <p:nvPr/>
              </p:nvPicPr>
              <p:blipFill>
                <a:blip r:embed="rId203"/>
                <a:stretch>
                  <a:fillRect/>
                </a:stretch>
              </p:blipFill>
              <p:spPr>
                <a:xfrm>
                  <a:off x="386910" y="2862102"/>
                  <a:ext cx="100800" cy="124920"/>
                </a:xfrm>
                <a:prstGeom prst="rect">
                  <a:avLst/>
                </a:prstGeom>
              </p:spPr>
            </p:pic>
          </mc:Fallback>
        </mc:AlternateContent>
        <mc:AlternateContent xmlns:mc="http://schemas.openxmlformats.org/markup-compatibility/2006">
          <mc:Choice xmlns:p14="http://schemas.microsoft.com/office/powerpoint/2010/main" Requires="p14">
            <p:contentPart p14:bwMode="auto" r:id="rId204">
              <p14:nvContentPartPr>
                <p14:cNvPr id="32" name="Ink 31">
                  <a:extLst>
                    <a:ext uri="{FF2B5EF4-FFF2-40B4-BE49-F238E27FC236}">
                      <a16:creationId xmlns:a16="http://schemas.microsoft.com/office/drawing/2014/main" id="{F324BAA7-9D84-90A9-07D6-58F684502A57}"/>
                    </a:ext>
                  </a:extLst>
                </p14:cNvPr>
                <p14:cNvContentPartPr/>
                <p14:nvPr/>
              </p14:nvContentPartPr>
              <p14:xfrm>
                <a:off x="116190" y="3136062"/>
                <a:ext cx="870120" cy="1423080"/>
              </p14:xfrm>
            </p:contentPart>
          </mc:Choice>
          <mc:Fallback>
            <p:pic>
              <p:nvPicPr>
                <p:cNvPr id="32" name="Ink 31">
                  <a:extLst>
                    <a:ext uri="{FF2B5EF4-FFF2-40B4-BE49-F238E27FC236}">
                      <a16:creationId xmlns:a16="http://schemas.microsoft.com/office/drawing/2014/main" id="{F324BAA7-9D84-90A9-07D6-58F684502A57}"/>
                    </a:ext>
                  </a:extLst>
                </p:cNvPr>
                <p:cNvPicPr/>
                <p:nvPr/>
              </p:nvPicPr>
              <p:blipFill>
                <a:blip r:embed="rId205"/>
                <a:stretch>
                  <a:fillRect/>
                </a:stretch>
              </p:blipFill>
              <p:spPr>
                <a:xfrm>
                  <a:off x="107550" y="3127062"/>
                  <a:ext cx="887760" cy="1440720"/>
                </a:xfrm>
                <a:prstGeom prst="rect">
                  <a:avLst/>
                </a:prstGeom>
              </p:spPr>
            </p:pic>
          </mc:Fallback>
        </mc:AlternateContent>
        <mc:AlternateContent xmlns:mc="http://schemas.openxmlformats.org/markup-compatibility/2006">
          <mc:Choice xmlns:p14="http://schemas.microsoft.com/office/powerpoint/2010/main" Requires="p14">
            <p:contentPart p14:bwMode="auto" r:id="rId206">
              <p14:nvContentPartPr>
                <p14:cNvPr id="33" name="Ink 32">
                  <a:extLst>
                    <a:ext uri="{FF2B5EF4-FFF2-40B4-BE49-F238E27FC236}">
                      <a16:creationId xmlns:a16="http://schemas.microsoft.com/office/drawing/2014/main" id="{986917A6-2734-90E4-88B7-7EB718A0CB91}"/>
                    </a:ext>
                  </a:extLst>
                </p14:cNvPr>
                <p14:cNvContentPartPr/>
                <p14:nvPr/>
              </p14:nvContentPartPr>
              <p14:xfrm>
                <a:off x="904590" y="4459422"/>
                <a:ext cx="70200" cy="150840"/>
              </p14:xfrm>
            </p:contentPart>
          </mc:Choice>
          <mc:Fallback>
            <p:pic>
              <p:nvPicPr>
                <p:cNvPr id="33" name="Ink 32">
                  <a:extLst>
                    <a:ext uri="{FF2B5EF4-FFF2-40B4-BE49-F238E27FC236}">
                      <a16:creationId xmlns:a16="http://schemas.microsoft.com/office/drawing/2014/main" id="{986917A6-2734-90E4-88B7-7EB718A0CB91}"/>
                    </a:ext>
                  </a:extLst>
                </p:cNvPr>
                <p:cNvPicPr/>
                <p:nvPr/>
              </p:nvPicPr>
              <p:blipFill>
                <a:blip r:embed="rId207"/>
                <a:stretch>
                  <a:fillRect/>
                </a:stretch>
              </p:blipFill>
              <p:spPr>
                <a:xfrm>
                  <a:off x="895590" y="4450422"/>
                  <a:ext cx="87840" cy="168480"/>
                </a:xfrm>
                <a:prstGeom prst="rect">
                  <a:avLst/>
                </a:prstGeom>
              </p:spPr>
            </p:pic>
          </mc:Fallback>
        </mc:AlternateContent>
        <mc:AlternateContent xmlns:mc="http://schemas.openxmlformats.org/markup-compatibility/2006">
          <mc:Choice xmlns:p14="http://schemas.microsoft.com/office/powerpoint/2010/main" Requires="p14">
            <p:contentPart p14:bwMode="auto" r:id="rId208">
              <p14:nvContentPartPr>
                <p14:cNvPr id="34" name="Ink 33">
                  <a:extLst>
                    <a:ext uri="{FF2B5EF4-FFF2-40B4-BE49-F238E27FC236}">
                      <a16:creationId xmlns:a16="http://schemas.microsoft.com/office/drawing/2014/main" id="{386A9EFC-C551-EFF0-59BC-1D280A3475A5}"/>
                    </a:ext>
                  </a:extLst>
                </p14:cNvPr>
                <p14:cNvContentPartPr/>
                <p14:nvPr/>
              </p14:nvContentPartPr>
              <p14:xfrm>
                <a:off x="1174230" y="4317942"/>
                <a:ext cx="110160" cy="326520"/>
              </p14:xfrm>
            </p:contentPart>
          </mc:Choice>
          <mc:Fallback>
            <p:pic>
              <p:nvPicPr>
                <p:cNvPr id="34" name="Ink 33">
                  <a:extLst>
                    <a:ext uri="{FF2B5EF4-FFF2-40B4-BE49-F238E27FC236}">
                      <a16:creationId xmlns:a16="http://schemas.microsoft.com/office/drawing/2014/main" id="{386A9EFC-C551-EFF0-59BC-1D280A3475A5}"/>
                    </a:ext>
                  </a:extLst>
                </p:cNvPr>
                <p:cNvPicPr/>
                <p:nvPr/>
              </p:nvPicPr>
              <p:blipFill>
                <a:blip r:embed="rId209"/>
                <a:stretch>
                  <a:fillRect/>
                </a:stretch>
              </p:blipFill>
              <p:spPr>
                <a:xfrm>
                  <a:off x="1165230" y="4309302"/>
                  <a:ext cx="127800" cy="344160"/>
                </a:xfrm>
                <a:prstGeom prst="rect">
                  <a:avLst/>
                </a:prstGeom>
              </p:spPr>
            </p:pic>
          </mc:Fallback>
        </mc:AlternateContent>
        <mc:AlternateContent xmlns:mc="http://schemas.openxmlformats.org/markup-compatibility/2006">
          <mc:Choice xmlns:p14="http://schemas.microsoft.com/office/powerpoint/2010/main" Requires="p14">
            <p:contentPart p14:bwMode="auto" r:id="rId210">
              <p14:nvContentPartPr>
                <p14:cNvPr id="35" name="Ink 34">
                  <a:extLst>
                    <a:ext uri="{FF2B5EF4-FFF2-40B4-BE49-F238E27FC236}">
                      <a16:creationId xmlns:a16="http://schemas.microsoft.com/office/drawing/2014/main" id="{547CE7D9-6CF3-D186-C809-FECB516B1A85}"/>
                    </a:ext>
                  </a:extLst>
                </p14:cNvPr>
                <p14:cNvContentPartPr/>
                <p14:nvPr/>
              </p14:nvContentPartPr>
              <p14:xfrm>
                <a:off x="1251630" y="4405062"/>
                <a:ext cx="396720" cy="217080"/>
              </p14:xfrm>
            </p:contentPart>
          </mc:Choice>
          <mc:Fallback>
            <p:pic>
              <p:nvPicPr>
                <p:cNvPr id="35" name="Ink 34">
                  <a:extLst>
                    <a:ext uri="{FF2B5EF4-FFF2-40B4-BE49-F238E27FC236}">
                      <a16:creationId xmlns:a16="http://schemas.microsoft.com/office/drawing/2014/main" id="{547CE7D9-6CF3-D186-C809-FECB516B1A85}"/>
                    </a:ext>
                  </a:extLst>
                </p:cNvPr>
                <p:cNvPicPr/>
                <p:nvPr/>
              </p:nvPicPr>
              <p:blipFill>
                <a:blip r:embed="rId211"/>
                <a:stretch>
                  <a:fillRect/>
                </a:stretch>
              </p:blipFill>
              <p:spPr>
                <a:xfrm>
                  <a:off x="1242630" y="4396422"/>
                  <a:ext cx="414360" cy="234720"/>
                </a:xfrm>
                <a:prstGeom prst="rect">
                  <a:avLst/>
                </a:prstGeom>
              </p:spPr>
            </p:pic>
          </mc:Fallback>
        </mc:AlternateContent>
        <mc:AlternateContent xmlns:mc="http://schemas.openxmlformats.org/markup-compatibility/2006">
          <mc:Choice xmlns:p14="http://schemas.microsoft.com/office/powerpoint/2010/main" Requires="p14">
            <p:contentPart p14:bwMode="auto" r:id="rId212">
              <p14:nvContentPartPr>
                <p14:cNvPr id="36" name="Ink 35">
                  <a:extLst>
                    <a:ext uri="{FF2B5EF4-FFF2-40B4-BE49-F238E27FC236}">
                      <a16:creationId xmlns:a16="http://schemas.microsoft.com/office/drawing/2014/main" id="{44362A75-804B-2C85-4C43-75B63FFC3C76}"/>
                    </a:ext>
                  </a:extLst>
                </p14:cNvPr>
                <p14:cNvContentPartPr/>
                <p14:nvPr/>
              </p14:nvContentPartPr>
              <p14:xfrm>
                <a:off x="1676070" y="4497942"/>
                <a:ext cx="78480" cy="105480"/>
              </p14:xfrm>
            </p:contentPart>
          </mc:Choice>
          <mc:Fallback>
            <p:pic>
              <p:nvPicPr>
                <p:cNvPr id="36" name="Ink 35">
                  <a:extLst>
                    <a:ext uri="{FF2B5EF4-FFF2-40B4-BE49-F238E27FC236}">
                      <a16:creationId xmlns:a16="http://schemas.microsoft.com/office/drawing/2014/main" id="{44362A75-804B-2C85-4C43-75B63FFC3C76}"/>
                    </a:ext>
                  </a:extLst>
                </p:cNvPr>
                <p:cNvPicPr/>
                <p:nvPr/>
              </p:nvPicPr>
              <p:blipFill>
                <a:blip r:embed="rId213"/>
                <a:stretch>
                  <a:fillRect/>
                </a:stretch>
              </p:blipFill>
              <p:spPr>
                <a:xfrm>
                  <a:off x="1667430" y="4489302"/>
                  <a:ext cx="96120" cy="123120"/>
                </a:xfrm>
                <a:prstGeom prst="rect">
                  <a:avLst/>
                </a:prstGeom>
              </p:spPr>
            </p:pic>
          </mc:Fallback>
        </mc:AlternateContent>
        <mc:AlternateContent xmlns:mc="http://schemas.openxmlformats.org/markup-compatibility/2006">
          <mc:Choice xmlns:p14="http://schemas.microsoft.com/office/powerpoint/2010/main" Requires="p14">
            <p:contentPart p14:bwMode="auto" r:id="rId214">
              <p14:nvContentPartPr>
                <p14:cNvPr id="37" name="Ink 36">
                  <a:extLst>
                    <a:ext uri="{FF2B5EF4-FFF2-40B4-BE49-F238E27FC236}">
                      <a16:creationId xmlns:a16="http://schemas.microsoft.com/office/drawing/2014/main" id="{BD5BE600-1D9A-DAB2-39C5-9725FFB79B56}"/>
                    </a:ext>
                  </a:extLst>
                </p14:cNvPr>
                <p14:cNvContentPartPr/>
                <p14:nvPr/>
              </p14:nvContentPartPr>
              <p14:xfrm>
                <a:off x="1776150" y="4478142"/>
                <a:ext cx="66960" cy="143280"/>
              </p14:xfrm>
            </p:contentPart>
          </mc:Choice>
          <mc:Fallback>
            <p:pic>
              <p:nvPicPr>
                <p:cNvPr id="37" name="Ink 36">
                  <a:extLst>
                    <a:ext uri="{FF2B5EF4-FFF2-40B4-BE49-F238E27FC236}">
                      <a16:creationId xmlns:a16="http://schemas.microsoft.com/office/drawing/2014/main" id="{BD5BE600-1D9A-DAB2-39C5-9725FFB79B56}"/>
                    </a:ext>
                  </a:extLst>
                </p:cNvPr>
                <p:cNvPicPr/>
                <p:nvPr/>
              </p:nvPicPr>
              <p:blipFill>
                <a:blip r:embed="rId215"/>
                <a:stretch>
                  <a:fillRect/>
                </a:stretch>
              </p:blipFill>
              <p:spPr>
                <a:xfrm>
                  <a:off x="1767510" y="4469142"/>
                  <a:ext cx="84600" cy="160920"/>
                </a:xfrm>
                <a:prstGeom prst="rect">
                  <a:avLst/>
                </a:prstGeom>
              </p:spPr>
            </p:pic>
          </mc:Fallback>
        </mc:AlternateContent>
        <mc:AlternateContent xmlns:mc="http://schemas.openxmlformats.org/markup-compatibility/2006">
          <mc:Choice xmlns:p14="http://schemas.microsoft.com/office/powerpoint/2010/main" Requires="p14">
            <p:contentPart p14:bwMode="auto" r:id="rId216">
              <p14:nvContentPartPr>
                <p14:cNvPr id="38" name="Ink 37">
                  <a:extLst>
                    <a:ext uri="{FF2B5EF4-FFF2-40B4-BE49-F238E27FC236}">
                      <a16:creationId xmlns:a16="http://schemas.microsoft.com/office/drawing/2014/main" id="{D480396B-AFC5-E25F-393F-5E4847ED1F11}"/>
                    </a:ext>
                  </a:extLst>
                </p14:cNvPr>
                <p14:cNvContentPartPr/>
                <p14:nvPr/>
              </p14:nvContentPartPr>
              <p14:xfrm>
                <a:off x="1881990" y="4430262"/>
                <a:ext cx="24480" cy="175680"/>
              </p14:xfrm>
            </p:contentPart>
          </mc:Choice>
          <mc:Fallback>
            <p:pic>
              <p:nvPicPr>
                <p:cNvPr id="38" name="Ink 37">
                  <a:extLst>
                    <a:ext uri="{FF2B5EF4-FFF2-40B4-BE49-F238E27FC236}">
                      <a16:creationId xmlns:a16="http://schemas.microsoft.com/office/drawing/2014/main" id="{D480396B-AFC5-E25F-393F-5E4847ED1F11}"/>
                    </a:ext>
                  </a:extLst>
                </p:cNvPr>
                <p:cNvPicPr/>
                <p:nvPr/>
              </p:nvPicPr>
              <p:blipFill>
                <a:blip r:embed="rId217"/>
                <a:stretch>
                  <a:fillRect/>
                </a:stretch>
              </p:blipFill>
              <p:spPr>
                <a:xfrm>
                  <a:off x="1873350" y="4421262"/>
                  <a:ext cx="42120" cy="193320"/>
                </a:xfrm>
                <a:prstGeom prst="rect">
                  <a:avLst/>
                </a:prstGeom>
              </p:spPr>
            </p:pic>
          </mc:Fallback>
        </mc:AlternateContent>
        <mc:AlternateContent xmlns:mc="http://schemas.openxmlformats.org/markup-compatibility/2006">
          <mc:Choice xmlns:p14="http://schemas.microsoft.com/office/powerpoint/2010/main" Requires="p14">
            <p:contentPart p14:bwMode="auto" r:id="rId218">
              <p14:nvContentPartPr>
                <p14:cNvPr id="39" name="Ink 38">
                  <a:extLst>
                    <a:ext uri="{FF2B5EF4-FFF2-40B4-BE49-F238E27FC236}">
                      <a16:creationId xmlns:a16="http://schemas.microsoft.com/office/drawing/2014/main" id="{86735C0F-3168-78D1-240B-08475B16CBDF}"/>
                    </a:ext>
                  </a:extLst>
                </p14:cNvPr>
                <p14:cNvContentPartPr/>
                <p14:nvPr/>
              </p14:nvContentPartPr>
              <p14:xfrm>
                <a:off x="1892430" y="4526382"/>
                <a:ext cx="23400" cy="21240"/>
              </p14:xfrm>
            </p:contentPart>
          </mc:Choice>
          <mc:Fallback>
            <p:pic>
              <p:nvPicPr>
                <p:cNvPr id="39" name="Ink 38">
                  <a:extLst>
                    <a:ext uri="{FF2B5EF4-FFF2-40B4-BE49-F238E27FC236}">
                      <a16:creationId xmlns:a16="http://schemas.microsoft.com/office/drawing/2014/main" id="{86735C0F-3168-78D1-240B-08475B16CBDF}"/>
                    </a:ext>
                  </a:extLst>
                </p:cNvPr>
                <p:cNvPicPr/>
                <p:nvPr/>
              </p:nvPicPr>
              <p:blipFill>
                <a:blip r:embed="rId219"/>
                <a:stretch>
                  <a:fillRect/>
                </a:stretch>
              </p:blipFill>
              <p:spPr>
                <a:xfrm>
                  <a:off x="1883430" y="4517742"/>
                  <a:ext cx="41040" cy="38880"/>
                </a:xfrm>
                <a:prstGeom prst="rect">
                  <a:avLst/>
                </a:prstGeom>
              </p:spPr>
            </p:pic>
          </mc:Fallback>
        </mc:AlternateContent>
        <mc:AlternateContent xmlns:mc="http://schemas.openxmlformats.org/markup-compatibility/2006">
          <mc:Choice xmlns:p14="http://schemas.microsoft.com/office/powerpoint/2010/main" Requires="p14">
            <p:contentPart p14:bwMode="auto" r:id="rId220">
              <p14:nvContentPartPr>
                <p14:cNvPr id="41" name="Ink 40">
                  <a:extLst>
                    <a:ext uri="{FF2B5EF4-FFF2-40B4-BE49-F238E27FC236}">
                      <a16:creationId xmlns:a16="http://schemas.microsoft.com/office/drawing/2014/main" id="{6B4CD895-FA65-D6D1-D9F2-87246D81D4EC}"/>
                    </a:ext>
                  </a:extLst>
                </p14:cNvPr>
                <p14:cNvContentPartPr/>
                <p14:nvPr/>
              </p14:nvContentPartPr>
              <p14:xfrm>
                <a:off x="839790" y="4008702"/>
                <a:ext cx="1575360" cy="960480"/>
              </p14:xfrm>
            </p:contentPart>
          </mc:Choice>
          <mc:Fallback>
            <p:pic>
              <p:nvPicPr>
                <p:cNvPr id="41" name="Ink 40">
                  <a:extLst>
                    <a:ext uri="{FF2B5EF4-FFF2-40B4-BE49-F238E27FC236}">
                      <a16:creationId xmlns:a16="http://schemas.microsoft.com/office/drawing/2014/main" id="{6B4CD895-FA65-D6D1-D9F2-87246D81D4EC}"/>
                    </a:ext>
                  </a:extLst>
                </p:cNvPr>
                <p:cNvPicPr/>
                <p:nvPr/>
              </p:nvPicPr>
              <p:blipFill>
                <a:blip r:embed="rId221"/>
                <a:stretch>
                  <a:fillRect/>
                </a:stretch>
              </p:blipFill>
              <p:spPr>
                <a:xfrm>
                  <a:off x="830790" y="4000062"/>
                  <a:ext cx="1593000" cy="978120"/>
                </a:xfrm>
                <a:prstGeom prst="rect">
                  <a:avLst/>
                </a:prstGeom>
              </p:spPr>
            </p:pic>
          </mc:Fallback>
        </mc:AlternateContent>
        <mc:AlternateContent xmlns:mc="http://schemas.openxmlformats.org/markup-compatibility/2006">
          <mc:Choice xmlns:p14="http://schemas.microsoft.com/office/powerpoint/2010/main" Requires="p14">
            <p:contentPart p14:bwMode="auto" r:id="rId222">
              <p14:nvContentPartPr>
                <p14:cNvPr id="43" name="Ink 42">
                  <a:extLst>
                    <a:ext uri="{FF2B5EF4-FFF2-40B4-BE49-F238E27FC236}">
                      <a16:creationId xmlns:a16="http://schemas.microsoft.com/office/drawing/2014/main" id="{3E95F568-06EA-50D4-C99C-3B73BEC1AD3A}"/>
                    </a:ext>
                  </a:extLst>
                </p14:cNvPr>
                <p14:cNvContentPartPr/>
                <p14:nvPr/>
              </p14:nvContentPartPr>
              <p14:xfrm>
                <a:off x="1735470" y="4654542"/>
                <a:ext cx="101160" cy="103680"/>
              </p14:xfrm>
            </p:contentPart>
          </mc:Choice>
          <mc:Fallback>
            <p:pic>
              <p:nvPicPr>
                <p:cNvPr id="43" name="Ink 42">
                  <a:extLst>
                    <a:ext uri="{FF2B5EF4-FFF2-40B4-BE49-F238E27FC236}">
                      <a16:creationId xmlns:a16="http://schemas.microsoft.com/office/drawing/2014/main" id="{3E95F568-06EA-50D4-C99C-3B73BEC1AD3A}"/>
                    </a:ext>
                  </a:extLst>
                </p:cNvPr>
                <p:cNvPicPr/>
                <p:nvPr/>
              </p:nvPicPr>
              <p:blipFill>
                <a:blip r:embed="rId223"/>
                <a:stretch>
                  <a:fillRect/>
                </a:stretch>
              </p:blipFill>
              <p:spPr>
                <a:xfrm>
                  <a:off x="1726470" y="4645902"/>
                  <a:ext cx="118800" cy="121320"/>
                </a:xfrm>
                <a:prstGeom prst="rect">
                  <a:avLst/>
                </a:prstGeom>
              </p:spPr>
            </p:pic>
          </mc:Fallback>
        </mc:AlternateContent>
        <mc:AlternateContent xmlns:mc="http://schemas.openxmlformats.org/markup-compatibility/2006">
          <mc:Choice xmlns:p14="http://schemas.microsoft.com/office/powerpoint/2010/main" Requires="p14">
            <p:contentPart p14:bwMode="auto" r:id="rId224">
              <p14:nvContentPartPr>
                <p14:cNvPr id="44" name="Ink 43">
                  <a:extLst>
                    <a:ext uri="{FF2B5EF4-FFF2-40B4-BE49-F238E27FC236}">
                      <a16:creationId xmlns:a16="http://schemas.microsoft.com/office/drawing/2014/main" id="{E3ABF1BA-C3AA-D5C9-797D-F9CB6E12B219}"/>
                    </a:ext>
                  </a:extLst>
                </p14:cNvPr>
                <p14:cNvContentPartPr/>
                <p14:nvPr/>
              </p14:nvContentPartPr>
              <p14:xfrm>
                <a:off x="1711350" y="4756062"/>
                <a:ext cx="153720" cy="153720"/>
              </p14:xfrm>
            </p:contentPart>
          </mc:Choice>
          <mc:Fallback>
            <p:pic>
              <p:nvPicPr>
                <p:cNvPr id="44" name="Ink 43">
                  <a:extLst>
                    <a:ext uri="{FF2B5EF4-FFF2-40B4-BE49-F238E27FC236}">
                      <a16:creationId xmlns:a16="http://schemas.microsoft.com/office/drawing/2014/main" id="{E3ABF1BA-C3AA-D5C9-797D-F9CB6E12B219}"/>
                    </a:ext>
                  </a:extLst>
                </p:cNvPr>
                <p:cNvPicPr/>
                <p:nvPr/>
              </p:nvPicPr>
              <p:blipFill>
                <a:blip r:embed="rId225"/>
                <a:stretch>
                  <a:fillRect/>
                </a:stretch>
              </p:blipFill>
              <p:spPr>
                <a:xfrm>
                  <a:off x="1702350" y="4747422"/>
                  <a:ext cx="171360" cy="171360"/>
                </a:xfrm>
                <a:prstGeom prst="rect">
                  <a:avLst/>
                </a:prstGeom>
              </p:spPr>
            </p:pic>
          </mc:Fallback>
        </mc:AlternateContent>
        <mc:AlternateContent xmlns:mc="http://schemas.openxmlformats.org/markup-compatibility/2006">
          <mc:Choice xmlns:p14="http://schemas.microsoft.com/office/powerpoint/2010/main" Requires="p14">
            <p:contentPart p14:bwMode="auto" r:id="rId226">
              <p14:nvContentPartPr>
                <p14:cNvPr id="45" name="Ink 44">
                  <a:extLst>
                    <a:ext uri="{FF2B5EF4-FFF2-40B4-BE49-F238E27FC236}">
                      <a16:creationId xmlns:a16="http://schemas.microsoft.com/office/drawing/2014/main" id="{D6A95D44-2237-41C4-7A3D-8091E0CF7197}"/>
                    </a:ext>
                  </a:extLst>
                </p14:cNvPr>
                <p14:cNvContentPartPr/>
                <p14:nvPr/>
              </p14:nvContentPartPr>
              <p14:xfrm>
                <a:off x="1759950" y="4909062"/>
                <a:ext cx="127440" cy="112320"/>
              </p14:xfrm>
            </p:contentPart>
          </mc:Choice>
          <mc:Fallback>
            <p:pic>
              <p:nvPicPr>
                <p:cNvPr id="45" name="Ink 44">
                  <a:extLst>
                    <a:ext uri="{FF2B5EF4-FFF2-40B4-BE49-F238E27FC236}">
                      <a16:creationId xmlns:a16="http://schemas.microsoft.com/office/drawing/2014/main" id="{D6A95D44-2237-41C4-7A3D-8091E0CF7197}"/>
                    </a:ext>
                  </a:extLst>
                </p:cNvPr>
                <p:cNvPicPr/>
                <p:nvPr/>
              </p:nvPicPr>
              <p:blipFill>
                <a:blip r:embed="rId227"/>
                <a:stretch>
                  <a:fillRect/>
                </a:stretch>
              </p:blipFill>
              <p:spPr>
                <a:xfrm>
                  <a:off x="1751310" y="4900422"/>
                  <a:ext cx="145080" cy="129960"/>
                </a:xfrm>
                <a:prstGeom prst="rect">
                  <a:avLst/>
                </a:prstGeom>
              </p:spPr>
            </p:pic>
          </mc:Fallback>
        </mc:AlternateContent>
        <mc:AlternateContent xmlns:mc="http://schemas.openxmlformats.org/markup-compatibility/2006">
          <mc:Choice xmlns:p14="http://schemas.microsoft.com/office/powerpoint/2010/main" Requires="p14">
            <p:contentPart p14:bwMode="auto" r:id="rId228">
              <p14:nvContentPartPr>
                <p14:cNvPr id="46" name="Ink 45">
                  <a:extLst>
                    <a:ext uri="{FF2B5EF4-FFF2-40B4-BE49-F238E27FC236}">
                      <a16:creationId xmlns:a16="http://schemas.microsoft.com/office/drawing/2014/main" id="{74553BCB-80E8-D308-E09A-7B3D0D4BA94B}"/>
                    </a:ext>
                  </a:extLst>
                </p14:cNvPr>
                <p14:cNvContentPartPr/>
                <p14:nvPr/>
              </p14:nvContentPartPr>
              <p14:xfrm>
                <a:off x="1918710" y="4719342"/>
                <a:ext cx="14760" cy="76320"/>
              </p14:xfrm>
            </p:contentPart>
          </mc:Choice>
          <mc:Fallback>
            <p:pic>
              <p:nvPicPr>
                <p:cNvPr id="46" name="Ink 45">
                  <a:extLst>
                    <a:ext uri="{FF2B5EF4-FFF2-40B4-BE49-F238E27FC236}">
                      <a16:creationId xmlns:a16="http://schemas.microsoft.com/office/drawing/2014/main" id="{74553BCB-80E8-D308-E09A-7B3D0D4BA94B}"/>
                    </a:ext>
                  </a:extLst>
                </p:cNvPr>
                <p:cNvPicPr/>
                <p:nvPr/>
              </p:nvPicPr>
              <p:blipFill>
                <a:blip r:embed="rId229"/>
                <a:stretch>
                  <a:fillRect/>
                </a:stretch>
              </p:blipFill>
              <p:spPr>
                <a:xfrm>
                  <a:off x="1909710" y="4710342"/>
                  <a:ext cx="32400" cy="93960"/>
                </a:xfrm>
                <a:prstGeom prst="rect">
                  <a:avLst/>
                </a:prstGeom>
              </p:spPr>
            </p:pic>
          </mc:Fallback>
        </mc:AlternateContent>
        <mc:AlternateContent xmlns:mc="http://schemas.openxmlformats.org/markup-compatibility/2006">
          <mc:Choice xmlns:p14="http://schemas.microsoft.com/office/powerpoint/2010/main" Requires="p14">
            <p:contentPart p14:bwMode="auto" r:id="rId230">
              <p14:nvContentPartPr>
                <p14:cNvPr id="47" name="Ink 46">
                  <a:extLst>
                    <a:ext uri="{FF2B5EF4-FFF2-40B4-BE49-F238E27FC236}">
                      <a16:creationId xmlns:a16="http://schemas.microsoft.com/office/drawing/2014/main" id="{08240EBC-138D-C950-7027-5DF1400B7D4C}"/>
                    </a:ext>
                  </a:extLst>
                </p14:cNvPr>
                <p14:cNvContentPartPr/>
                <p14:nvPr/>
              </p14:nvContentPartPr>
              <p14:xfrm>
                <a:off x="1933830" y="4667502"/>
                <a:ext cx="17280" cy="27000"/>
              </p14:xfrm>
            </p:contentPart>
          </mc:Choice>
          <mc:Fallback>
            <p:pic>
              <p:nvPicPr>
                <p:cNvPr id="47" name="Ink 46">
                  <a:extLst>
                    <a:ext uri="{FF2B5EF4-FFF2-40B4-BE49-F238E27FC236}">
                      <a16:creationId xmlns:a16="http://schemas.microsoft.com/office/drawing/2014/main" id="{08240EBC-138D-C950-7027-5DF1400B7D4C}"/>
                    </a:ext>
                  </a:extLst>
                </p:cNvPr>
                <p:cNvPicPr/>
                <p:nvPr/>
              </p:nvPicPr>
              <p:blipFill>
                <a:blip r:embed="rId231"/>
                <a:stretch>
                  <a:fillRect/>
                </a:stretch>
              </p:blipFill>
              <p:spPr>
                <a:xfrm>
                  <a:off x="1925190" y="4658502"/>
                  <a:ext cx="34920" cy="44640"/>
                </a:xfrm>
                <a:prstGeom prst="rect">
                  <a:avLst/>
                </a:prstGeom>
              </p:spPr>
            </p:pic>
          </mc:Fallback>
        </mc:AlternateContent>
        <mc:AlternateContent xmlns:mc="http://schemas.openxmlformats.org/markup-compatibility/2006">
          <mc:Choice xmlns:p14="http://schemas.microsoft.com/office/powerpoint/2010/main" Requires="p14">
            <p:contentPart p14:bwMode="auto" r:id="rId232">
              <p14:nvContentPartPr>
                <p14:cNvPr id="48" name="Ink 47">
                  <a:extLst>
                    <a:ext uri="{FF2B5EF4-FFF2-40B4-BE49-F238E27FC236}">
                      <a16:creationId xmlns:a16="http://schemas.microsoft.com/office/drawing/2014/main" id="{822A745E-71D2-A26F-04FC-3C4BBB7FBDEC}"/>
                    </a:ext>
                  </a:extLst>
                </p14:cNvPr>
                <p14:cNvContentPartPr/>
                <p14:nvPr/>
              </p14:nvContentPartPr>
              <p14:xfrm>
                <a:off x="1996110" y="4650942"/>
                <a:ext cx="73800" cy="129960"/>
              </p14:xfrm>
            </p:contentPart>
          </mc:Choice>
          <mc:Fallback>
            <p:pic>
              <p:nvPicPr>
                <p:cNvPr id="48" name="Ink 47">
                  <a:extLst>
                    <a:ext uri="{FF2B5EF4-FFF2-40B4-BE49-F238E27FC236}">
                      <a16:creationId xmlns:a16="http://schemas.microsoft.com/office/drawing/2014/main" id="{822A745E-71D2-A26F-04FC-3C4BBB7FBDEC}"/>
                    </a:ext>
                  </a:extLst>
                </p:cNvPr>
                <p:cNvPicPr/>
                <p:nvPr/>
              </p:nvPicPr>
              <p:blipFill>
                <a:blip r:embed="rId233"/>
                <a:stretch>
                  <a:fillRect/>
                </a:stretch>
              </p:blipFill>
              <p:spPr>
                <a:xfrm>
                  <a:off x="1987470" y="4642302"/>
                  <a:ext cx="91440" cy="147600"/>
                </a:xfrm>
                <a:prstGeom prst="rect">
                  <a:avLst/>
                </a:prstGeom>
              </p:spPr>
            </p:pic>
          </mc:Fallback>
        </mc:AlternateContent>
        <mc:AlternateContent xmlns:mc="http://schemas.openxmlformats.org/markup-compatibility/2006">
          <mc:Choice xmlns:p14="http://schemas.microsoft.com/office/powerpoint/2010/main" Requires="p14">
            <p:contentPart p14:bwMode="auto" r:id="rId234">
              <p14:nvContentPartPr>
                <p14:cNvPr id="49" name="Ink 48">
                  <a:extLst>
                    <a:ext uri="{FF2B5EF4-FFF2-40B4-BE49-F238E27FC236}">
                      <a16:creationId xmlns:a16="http://schemas.microsoft.com/office/drawing/2014/main" id="{0B606803-433F-2AA3-6168-66C15F3D052B}"/>
                    </a:ext>
                  </a:extLst>
                </p14:cNvPr>
                <p14:cNvContentPartPr/>
                <p14:nvPr/>
              </p14:nvContentPartPr>
              <p14:xfrm>
                <a:off x="1941030" y="4860462"/>
                <a:ext cx="117360" cy="90360"/>
              </p14:xfrm>
            </p:contentPart>
          </mc:Choice>
          <mc:Fallback>
            <p:pic>
              <p:nvPicPr>
                <p:cNvPr id="49" name="Ink 48">
                  <a:extLst>
                    <a:ext uri="{FF2B5EF4-FFF2-40B4-BE49-F238E27FC236}">
                      <a16:creationId xmlns:a16="http://schemas.microsoft.com/office/drawing/2014/main" id="{0B606803-433F-2AA3-6168-66C15F3D052B}"/>
                    </a:ext>
                  </a:extLst>
                </p:cNvPr>
                <p:cNvPicPr/>
                <p:nvPr/>
              </p:nvPicPr>
              <p:blipFill>
                <a:blip r:embed="rId235"/>
                <a:stretch>
                  <a:fillRect/>
                </a:stretch>
              </p:blipFill>
              <p:spPr>
                <a:xfrm>
                  <a:off x="1932030" y="4851822"/>
                  <a:ext cx="135000" cy="108000"/>
                </a:xfrm>
                <a:prstGeom prst="rect">
                  <a:avLst/>
                </a:prstGeom>
              </p:spPr>
            </p:pic>
          </mc:Fallback>
        </mc:AlternateContent>
        <mc:AlternateContent xmlns:mc="http://schemas.openxmlformats.org/markup-compatibility/2006">
          <mc:Choice xmlns:p14="http://schemas.microsoft.com/office/powerpoint/2010/main" Requires="p14">
            <p:contentPart p14:bwMode="auto" r:id="rId236">
              <p14:nvContentPartPr>
                <p14:cNvPr id="51" name="Ink 50">
                  <a:extLst>
                    <a:ext uri="{FF2B5EF4-FFF2-40B4-BE49-F238E27FC236}">
                      <a16:creationId xmlns:a16="http://schemas.microsoft.com/office/drawing/2014/main" id="{91722E0B-F053-7E36-118C-7861D8F71BB9}"/>
                    </a:ext>
                  </a:extLst>
                </p14:cNvPr>
                <p14:cNvContentPartPr/>
                <p14:nvPr/>
              </p14:nvContentPartPr>
              <p14:xfrm>
                <a:off x="1823670" y="2197902"/>
                <a:ext cx="22680" cy="74160"/>
              </p14:xfrm>
            </p:contentPart>
          </mc:Choice>
          <mc:Fallback>
            <p:pic>
              <p:nvPicPr>
                <p:cNvPr id="51" name="Ink 50">
                  <a:extLst>
                    <a:ext uri="{FF2B5EF4-FFF2-40B4-BE49-F238E27FC236}">
                      <a16:creationId xmlns:a16="http://schemas.microsoft.com/office/drawing/2014/main" id="{91722E0B-F053-7E36-118C-7861D8F71BB9}"/>
                    </a:ext>
                  </a:extLst>
                </p:cNvPr>
                <p:cNvPicPr/>
                <p:nvPr/>
              </p:nvPicPr>
              <p:blipFill>
                <a:blip r:embed="rId237"/>
                <a:stretch>
                  <a:fillRect/>
                </a:stretch>
              </p:blipFill>
              <p:spPr>
                <a:xfrm>
                  <a:off x="1815030" y="2188902"/>
                  <a:ext cx="40320" cy="91800"/>
                </a:xfrm>
                <a:prstGeom prst="rect">
                  <a:avLst/>
                </a:prstGeom>
              </p:spPr>
            </p:pic>
          </mc:Fallback>
        </mc:AlternateContent>
        <mc:AlternateContent xmlns:mc="http://schemas.openxmlformats.org/markup-compatibility/2006">
          <mc:Choice xmlns:p14="http://schemas.microsoft.com/office/powerpoint/2010/main" Requires="p14">
            <p:contentPart p14:bwMode="auto" r:id="rId238">
              <p14:nvContentPartPr>
                <p14:cNvPr id="52" name="Ink 51">
                  <a:extLst>
                    <a:ext uri="{FF2B5EF4-FFF2-40B4-BE49-F238E27FC236}">
                      <a16:creationId xmlns:a16="http://schemas.microsoft.com/office/drawing/2014/main" id="{E77734B3-A150-D9A2-4E4B-F6BF06E4E051}"/>
                    </a:ext>
                  </a:extLst>
                </p14:cNvPr>
                <p14:cNvContentPartPr/>
                <p14:nvPr/>
              </p14:nvContentPartPr>
              <p14:xfrm>
                <a:off x="1838790" y="2158662"/>
                <a:ext cx="14760" cy="12600"/>
              </p14:xfrm>
            </p:contentPart>
          </mc:Choice>
          <mc:Fallback>
            <p:pic>
              <p:nvPicPr>
                <p:cNvPr id="52" name="Ink 51">
                  <a:extLst>
                    <a:ext uri="{FF2B5EF4-FFF2-40B4-BE49-F238E27FC236}">
                      <a16:creationId xmlns:a16="http://schemas.microsoft.com/office/drawing/2014/main" id="{E77734B3-A150-D9A2-4E4B-F6BF06E4E051}"/>
                    </a:ext>
                  </a:extLst>
                </p:cNvPr>
                <p:cNvPicPr/>
                <p:nvPr/>
              </p:nvPicPr>
              <p:blipFill>
                <a:blip r:embed="rId239"/>
                <a:stretch>
                  <a:fillRect/>
                </a:stretch>
              </p:blipFill>
              <p:spPr>
                <a:xfrm>
                  <a:off x="1830150" y="2150022"/>
                  <a:ext cx="32400" cy="30240"/>
                </a:xfrm>
                <a:prstGeom prst="rect">
                  <a:avLst/>
                </a:prstGeom>
              </p:spPr>
            </p:pic>
          </mc:Fallback>
        </mc:AlternateContent>
        <mc:AlternateContent xmlns:mc="http://schemas.openxmlformats.org/markup-compatibility/2006">
          <mc:Choice xmlns:p14="http://schemas.microsoft.com/office/powerpoint/2010/main" Requires="p14">
            <p:contentPart p14:bwMode="auto" r:id="rId240">
              <p14:nvContentPartPr>
                <p14:cNvPr id="53" name="Ink 52">
                  <a:extLst>
                    <a:ext uri="{FF2B5EF4-FFF2-40B4-BE49-F238E27FC236}">
                      <a16:creationId xmlns:a16="http://schemas.microsoft.com/office/drawing/2014/main" id="{FE8A5E56-2B1F-93E7-F9C2-D9B2C391A5C4}"/>
                    </a:ext>
                  </a:extLst>
                </p14:cNvPr>
                <p14:cNvContentPartPr/>
                <p14:nvPr/>
              </p14:nvContentPartPr>
              <p14:xfrm>
                <a:off x="1872630" y="2134902"/>
                <a:ext cx="46440" cy="95040"/>
              </p14:xfrm>
            </p:contentPart>
          </mc:Choice>
          <mc:Fallback>
            <p:pic>
              <p:nvPicPr>
                <p:cNvPr id="53" name="Ink 52">
                  <a:extLst>
                    <a:ext uri="{FF2B5EF4-FFF2-40B4-BE49-F238E27FC236}">
                      <a16:creationId xmlns:a16="http://schemas.microsoft.com/office/drawing/2014/main" id="{FE8A5E56-2B1F-93E7-F9C2-D9B2C391A5C4}"/>
                    </a:ext>
                  </a:extLst>
                </p:cNvPr>
                <p:cNvPicPr/>
                <p:nvPr/>
              </p:nvPicPr>
              <p:blipFill>
                <a:blip r:embed="rId241"/>
                <a:stretch>
                  <a:fillRect/>
                </a:stretch>
              </p:blipFill>
              <p:spPr>
                <a:xfrm>
                  <a:off x="1863630" y="2126262"/>
                  <a:ext cx="64080" cy="112680"/>
                </a:xfrm>
                <a:prstGeom prst="rect">
                  <a:avLst/>
                </a:prstGeom>
              </p:spPr>
            </p:pic>
          </mc:Fallback>
        </mc:AlternateContent>
        <mc:AlternateContent xmlns:mc="http://schemas.openxmlformats.org/markup-compatibility/2006">
          <mc:Choice xmlns:p14="http://schemas.microsoft.com/office/powerpoint/2010/main" Requires="p14">
            <p:contentPart p14:bwMode="auto" r:id="rId242">
              <p14:nvContentPartPr>
                <p14:cNvPr id="55" name="Ink 54">
                  <a:extLst>
                    <a:ext uri="{FF2B5EF4-FFF2-40B4-BE49-F238E27FC236}">
                      <a16:creationId xmlns:a16="http://schemas.microsoft.com/office/drawing/2014/main" id="{9D89CAA5-08C3-AAF4-C6BB-52A8CE875B81}"/>
                    </a:ext>
                  </a:extLst>
                </p14:cNvPr>
                <p14:cNvContentPartPr/>
                <p14:nvPr/>
              </p14:nvContentPartPr>
              <p14:xfrm>
                <a:off x="2180430" y="2265222"/>
                <a:ext cx="94680" cy="113760"/>
              </p14:xfrm>
            </p:contentPart>
          </mc:Choice>
          <mc:Fallback>
            <p:pic>
              <p:nvPicPr>
                <p:cNvPr id="55" name="Ink 54">
                  <a:extLst>
                    <a:ext uri="{FF2B5EF4-FFF2-40B4-BE49-F238E27FC236}">
                      <a16:creationId xmlns:a16="http://schemas.microsoft.com/office/drawing/2014/main" id="{9D89CAA5-08C3-AAF4-C6BB-52A8CE875B81}"/>
                    </a:ext>
                  </a:extLst>
                </p:cNvPr>
                <p:cNvPicPr/>
                <p:nvPr/>
              </p:nvPicPr>
              <p:blipFill>
                <a:blip r:embed="rId243"/>
                <a:stretch>
                  <a:fillRect/>
                </a:stretch>
              </p:blipFill>
              <p:spPr>
                <a:xfrm>
                  <a:off x="2171790" y="2256582"/>
                  <a:ext cx="112320" cy="131400"/>
                </a:xfrm>
                <a:prstGeom prst="rect">
                  <a:avLst/>
                </a:prstGeom>
              </p:spPr>
            </p:pic>
          </mc:Fallback>
        </mc:AlternateContent>
        <mc:AlternateContent xmlns:mc="http://schemas.openxmlformats.org/markup-compatibility/2006">
          <mc:Choice xmlns:p14="http://schemas.microsoft.com/office/powerpoint/2010/main" Requires="p14">
            <p:contentPart p14:bwMode="auto" r:id="rId244">
              <p14:nvContentPartPr>
                <p14:cNvPr id="57" name="Ink 56">
                  <a:extLst>
                    <a:ext uri="{FF2B5EF4-FFF2-40B4-BE49-F238E27FC236}">
                      <a16:creationId xmlns:a16="http://schemas.microsoft.com/office/drawing/2014/main" id="{53E72C15-AA48-6970-D0EC-F304D2BCE083}"/>
                    </a:ext>
                  </a:extLst>
                </p14:cNvPr>
                <p14:cNvContentPartPr/>
                <p14:nvPr/>
              </p14:nvContentPartPr>
              <p14:xfrm>
                <a:off x="1318950" y="4649862"/>
                <a:ext cx="119880" cy="24840"/>
              </p14:xfrm>
            </p:contentPart>
          </mc:Choice>
          <mc:Fallback>
            <p:pic>
              <p:nvPicPr>
                <p:cNvPr id="57" name="Ink 56">
                  <a:extLst>
                    <a:ext uri="{FF2B5EF4-FFF2-40B4-BE49-F238E27FC236}">
                      <a16:creationId xmlns:a16="http://schemas.microsoft.com/office/drawing/2014/main" id="{53E72C15-AA48-6970-D0EC-F304D2BCE083}"/>
                    </a:ext>
                  </a:extLst>
                </p:cNvPr>
                <p:cNvPicPr/>
                <p:nvPr/>
              </p:nvPicPr>
              <p:blipFill>
                <a:blip r:embed="rId245"/>
                <a:stretch>
                  <a:fillRect/>
                </a:stretch>
              </p:blipFill>
              <p:spPr>
                <a:xfrm>
                  <a:off x="1309950" y="4641222"/>
                  <a:ext cx="137520" cy="42480"/>
                </a:xfrm>
                <a:prstGeom prst="rect">
                  <a:avLst/>
                </a:prstGeom>
              </p:spPr>
            </p:pic>
          </mc:Fallback>
        </mc:AlternateContent>
        <mc:AlternateContent xmlns:mc="http://schemas.openxmlformats.org/markup-compatibility/2006">
          <mc:Choice xmlns:p14="http://schemas.microsoft.com/office/powerpoint/2010/main" Requires="p14">
            <p:contentPart p14:bwMode="auto" r:id="rId246">
              <p14:nvContentPartPr>
                <p14:cNvPr id="58" name="Ink 57">
                  <a:extLst>
                    <a:ext uri="{FF2B5EF4-FFF2-40B4-BE49-F238E27FC236}">
                      <a16:creationId xmlns:a16="http://schemas.microsoft.com/office/drawing/2014/main" id="{03ED3D28-8F24-19F6-36F6-B8FE5A985AED}"/>
                    </a:ext>
                  </a:extLst>
                </p14:cNvPr>
                <p14:cNvContentPartPr/>
                <p14:nvPr/>
              </p14:nvContentPartPr>
              <p14:xfrm>
                <a:off x="1389150" y="4698462"/>
                <a:ext cx="28440" cy="4680"/>
              </p14:xfrm>
            </p:contentPart>
          </mc:Choice>
          <mc:Fallback>
            <p:pic>
              <p:nvPicPr>
                <p:cNvPr id="58" name="Ink 57">
                  <a:extLst>
                    <a:ext uri="{FF2B5EF4-FFF2-40B4-BE49-F238E27FC236}">
                      <a16:creationId xmlns:a16="http://schemas.microsoft.com/office/drawing/2014/main" id="{03ED3D28-8F24-19F6-36F6-B8FE5A985AED}"/>
                    </a:ext>
                  </a:extLst>
                </p:cNvPr>
                <p:cNvPicPr/>
                <p:nvPr/>
              </p:nvPicPr>
              <p:blipFill>
                <a:blip r:embed="rId247"/>
                <a:stretch>
                  <a:fillRect/>
                </a:stretch>
              </p:blipFill>
              <p:spPr>
                <a:xfrm>
                  <a:off x="1380510" y="4689822"/>
                  <a:ext cx="46080" cy="22320"/>
                </a:xfrm>
                <a:prstGeom prst="rect">
                  <a:avLst/>
                </a:prstGeom>
              </p:spPr>
            </p:pic>
          </mc:Fallback>
        </mc:AlternateContent>
        <mc:AlternateContent xmlns:mc="http://schemas.openxmlformats.org/markup-compatibility/2006">
          <mc:Choice xmlns:p14="http://schemas.microsoft.com/office/powerpoint/2010/main" Requires="p14">
            <p:contentPart p14:bwMode="auto" r:id="rId248">
              <p14:nvContentPartPr>
                <p14:cNvPr id="60" name="Ink 59">
                  <a:extLst>
                    <a:ext uri="{FF2B5EF4-FFF2-40B4-BE49-F238E27FC236}">
                      <a16:creationId xmlns:a16="http://schemas.microsoft.com/office/drawing/2014/main" id="{D22C5D83-F85E-2FA1-8BD2-13DBDB6131DF}"/>
                    </a:ext>
                  </a:extLst>
                </p14:cNvPr>
                <p14:cNvContentPartPr/>
                <p14:nvPr/>
              </p14:nvContentPartPr>
              <p14:xfrm>
                <a:off x="228510" y="3080262"/>
                <a:ext cx="66960" cy="8280"/>
              </p14:xfrm>
            </p:contentPart>
          </mc:Choice>
          <mc:Fallback>
            <p:pic>
              <p:nvPicPr>
                <p:cNvPr id="60" name="Ink 59">
                  <a:extLst>
                    <a:ext uri="{FF2B5EF4-FFF2-40B4-BE49-F238E27FC236}">
                      <a16:creationId xmlns:a16="http://schemas.microsoft.com/office/drawing/2014/main" id="{D22C5D83-F85E-2FA1-8BD2-13DBDB6131DF}"/>
                    </a:ext>
                  </a:extLst>
                </p:cNvPr>
                <p:cNvPicPr/>
                <p:nvPr/>
              </p:nvPicPr>
              <p:blipFill>
                <a:blip r:embed="rId249"/>
                <a:stretch>
                  <a:fillRect/>
                </a:stretch>
              </p:blipFill>
              <p:spPr>
                <a:xfrm>
                  <a:off x="219870" y="3071622"/>
                  <a:ext cx="84600" cy="25920"/>
                </a:xfrm>
                <a:prstGeom prst="rect">
                  <a:avLst/>
                </a:prstGeom>
              </p:spPr>
            </p:pic>
          </mc:Fallback>
        </mc:AlternateContent>
        <mc:AlternateContent xmlns:mc="http://schemas.openxmlformats.org/markup-compatibility/2006">
          <mc:Choice xmlns:p14="http://schemas.microsoft.com/office/powerpoint/2010/main" Requires="p14">
            <p:contentPart p14:bwMode="auto" r:id="rId250">
              <p14:nvContentPartPr>
                <p14:cNvPr id="61" name="Ink 60">
                  <a:extLst>
                    <a:ext uri="{FF2B5EF4-FFF2-40B4-BE49-F238E27FC236}">
                      <a16:creationId xmlns:a16="http://schemas.microsoft.com/office/drawing/2014/main" id="{48D14F83-2732-56E0-41B5-4C93C5B744C0}"/>
                    </a:ext>
                  </a:extLst>
                </p14:cNvPr>
                <p14:cNvContentPartPr/>
                <p14:nvPr/>
              </p14:nvContentPartPr>
              <p14:xfrm>
                <a:off x="264510" y="3125622"/>
                <a:ext cx="70920" cy="11880"/>
              </p14:xfrm>
            </p:contentPart>
          </mc:Choice>
          <mc:Fallback>
            <p:pic>
              <p:nvPicPr>
                <p:cNvPr id="61" name="Ink 60">
                  <a:extLst>
                    <a:ext uri="{FF2B5EF4-FFF2-40B4-BE49-F238E27FC236}">
                      <a16:creationId xmlns:a16="http://schemas.microsoft.com/office/drawing/2014/main" id="{48D14F83-2732-56E0-41B5-4C93C5B744C0}"/>
                    </a:ext>
                  </a:extLst>
                </p:cNvPr>
                <p:cNvPicPr/>
                <p:nvPr/>
              </p:nvPicPr>
              <p:blipFill>
                <a:blip r:embed="rId251"/>
                <a:stretch>
                  <a:fillRect/>
                </a:stretch>
              </p:blipFill>
              <p:spPr>
                <a:xfrm>
                  <a:off x="255870" y="3116982"/>
                  <a:ext cx="88560" cy="29520"/>
                </a:xfrm>
                <a:prstGeom prst="rect">
                  <a:avLst/>
                </a:prstGeom>
              </p:spPr>
            </p:pic>
          </mc:Fallback>
        </mc:AlternateContent>
        <mc:AlternateContent xmlns:mc="http://schemas.openxmlformats.org/markup-compatibility/2006">
          <mc:Choice xmlns:p14="http://schemas.microsoft.com/office/powerpoint/2010/main" Requires="p14">
            <p:contentPart p14:bwMode="auto" r:id="rId252">
              <p14:nvContentPartPr>
                <p14:cNvPr id="66" name="Ink 65">
                  <a:extLst>
                    <a:ext uri="{FF2B5EF4-FFF2-40B4-BE49-F238E27FC236}">
                      <a16:creationId xmlns:a16="http://schemas.microsoft.com/office/drawing/2014/main" id="{DEC85417-4CF4-3C32-198C-A0842E821ECD}"/>
                    </a:ext>
                  </a:extLst>
                </p14:cNvPr>
                <p14:cNvContentPartPr/>
                <p14:nvPr/>
              </p14:nvContentPartPr>
              <p14:xfrm>
                <a:off x="2023830" y="4542582"/>
                <a:ext cx="779400" cy="11520"/>
              </p14:xfrm>
            </p:contentPart>
          </mc:Choice>
          <mc:Fallback>
            <p:pic>
              <p:nvPicPr>
                <p:cNvPr id="66" name="Ink 65">
                  <a:extLst>
                    <a:ext uri="{FF2B5EF4-FFF2-40B4-BE49-F238E27FC236}">
                      <a16:creationId xmlns:a16="http://schemas.microsoft.com/office/drawing/2014/main" id="{DEC85417-4CF4-3C32-198C-A0842E821ECD}"/>
                    </a:ext>
                  </a:extLst>
                </p:cNvPr>
                <p:cNvPicPr/>
                <p:nvPr/>
              </p:nvPicPr>
              <p:blipFill>
                <a:blip r:embed="rId253"/>
                <a:stretch>
                  <a:fillRect/>
                </a:stretch>
              </p:blipFill>
              <p:spPr>
                <a:xfrm>
                  <a:off x="2014830" y="4533582"/>
                  <a:ext cx="79704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254">
              <p14:nvContentPartPr>
                <p14:cNvPr id="67" name="Ink 66">
                  <a:extLst>
                    <a:ext uri="{FF2B5EF4-FFF2-40B4-BE49-F238E27FC236}">
                      <a16:creationId xmlns:a16="http://schemas.microsoft.com/office/drawing/2014/main" id="{C2FC9C05-2FEC-5278-4595-386343D02016}"/>
                    </a:ext>
                  </a:extLst>
                </p14:cNvPr>
                <p14:cNvContentPartPr/>
                <p14:nvPr/>
              </p14:nvContentPartPr>
              <p14:xfrm>
                <a:off x="2684070" y="4415862"/>
                <a:ext cx="294840" cy="113040"/>
              </p14:xfrm>
            </p:contentPart>
          </mc:Choice>
          <mc:Fallback>
            <p:pic>
              <p:nvPicPr>
                <p:cNvPr id="67" name="Ink 66">
                  <a:extLst>
                    <a:ext uri="{FF2B5EF4-FFF2-40B4-BE49-F238E27FC236}">
                      <a16:creationId xmlns:a16="http://schemas.microsoft.com/office/drawing/2014/main" id="{C2FC9C05-2FEC-5278-4595-386343D02016}"/>
                    </a:ext>
                  </a:extLst>
                </p:cNvPr>
                <p:cNvPicPr/>
                <p:nvPr/>
              </p:nvPicPr>
              <p:blipFill>
                <a:blip r:embed="rId255"/>
                <a:stretch>
                  <a:fillRect/>
                </a:stretch>
              </p:blipFill>
              <p:spPr>
                <a:xfrm>
                  <a:off x="2675430" y="4406862"/>
                  <a:ext cx="312480" cy="130680"/>
                </a:xfrm>
                <a:prstGeom prst="rect">
                  <a:avLst/>
                </a:prstGeom>
              </p:spPr>
            </p:pic>
          </mc:Fallback>
        </mc:AlternateContent>
        <mc:AlternateContent xmlns:mc="http://schemas.openxmlformats.org/markup-compatibility/2006">
          <mc:Choice xmlns:p14="http://schemas.microsoft.com/office/powerpoint/2010/main" Requires="p14">
            <p:contentPart p14:bwMode="auto" r:id="rId256">
              <p14:nvContentPartPr>
                <p14:cNvPr id="68" name="Ink 67">
                  <a:extLst>
                    <a:ext uri="{FF2B5EF4-FFF2-40B4-BE49-F238E27FC236}">
                      <a16:creationId xmlns:a16="http://schemas.microsoft.com/office/drawing/2014/main" id="{D4706421-E52B-C549-FADE-20C78FEF6AC4}"/>
                    </a:ext>
                  </a:extLst>
                </p14:cNvPr>
                <p14:cNvContentPartPr/>
                <p14:nvPr/>
              </p14:nvContentPartPr>
              <p14:xfrm>
                <a:off x="2662470" y="4498302"/>
                <a:ext cx="221760" cy="260280"/>
              </p14:xfrm>
            </p:contentPart>
          </mc:Choice>
          <mc:Fallback>
            <p:pic>
              <p:nvPicPr>
                <p:cNvPr id="68" name="Ink 67">
                  <a:extLst>
                    <a:ext uri="{FF2B5EF4-FFF2-40B4-BE49-F238E27FC236}">
                      <a16:creationId xmlns:a16="http://schemas.microsoft.com/office/drawing/2014/main" id="{D4706421-E52B-C549-FADE-20C78FEF6AC4}"/>
                    </a:ext>
                  </a:extLst>
                </p:cNvPr>
                <p:cNvPicPr/>
                <p:nvPr/>
              </p:nvPicPr>
              <p:blipFill>
                <a:blip r:embed="rId257"/>
                <a:stretch>
                  <a:fillRect/>
                </a:stretch>
              </p:blipFill>
              <p:spPr>
                <a:xfrm>
                  <a:off x="2653830" y="4489662"/>
                  <a:ext cx="239400" cy="277920"/>
                </a:xfrm>
                <a:prstGeom prst="rect">
                  <a:avLst/>
                </a:prstGeom>
              </p:spPr>
            </p:pic>
          </mc:Fallback>
        </mc:AlternateContent>
        <mc:AlternateContent xmlns:mc="http://schemas.openxmlformats.org/markup-compatibility/2006">
          <mc:Choice xmlns:p14="http://schemas.microsoft.com/office/powerpoint/2010/main" Requires="p14">
            <p:contentPart p14:bwMode="auto" r:id="rId258">
              <p14:nvContentPartPr>
                <p14:cNvPr id="69" name="Ink 68">
                  <a:extLst>
                    <a:ext uri="{FF2B5EF4-FFF2-40B4-BE49-F238E27FC236}">
                      <a16:creationId xmlns:a16="http://schemas.microsoft.com/office/drawing/2014/main" id="{5882055B-8A04-2C2D-358F-0F80FDF547C2}"/>
                    </a:ext>
                  </a:extLst>
                </p14:cNvPr>
                <p14:cNvContentPartPr/>
                <p14:nvPr/>
              </p14:nvContentPartPr>
              <p14:xfrm>
                <a:off x="2872710" y="4528902"/>
                <a:ext cx="66240" cy="232920"/>
              </p14:xfrm>
            </p:contentPart>
          </mc:Choice>
          <mc:Fallback>
            <p:pic>
              <p:nvPicPr>
                <p:cNvPr id="69" name="Ink 68">
                  <a:extLst>
                    <a:ext uri="{FF2B5EF4-FFF2-40B4-BE49-F238E27FC236}">
                      <a16:creationId xmlns:a16="http://schemas.microsoft.com/office/drawing/2014/main" id="{5882055B-8A04-2C2D-358F-0F80FDF547C2}"/>
                    </a:ext>
                  </a:extLst>
                </p:cNvPr>
                <p:cNvPicPr/>
                <p:nvPr/>
              </p:nvPicPr>
              <p:blipFill>
                <a:blip r:embed="rId259"/>
                <a:stretch>
                  <a:fillRect/>
                </a:stretch>
              </p:blipFill>
              <p:spPr>
                <a:xfrm>
                  <a:off x="2863710" y="4520262"/>
                  <a:ext cx="83880" cy="250560"/>
                </a:xfrm>
                <a:prstGeom prst="rect">
                  <a:avLst/>
                </a:prstGeom>
              </p:spPr>
            </p:pic>
          </mc:Fallback>
        </mc:AlternateContent>
        <mc:AlternateContent xmlns:mc="http://schemas.openxmlformats.org/markup-compatibility/2006">
          <mc:Choice xmlns:p14="http://schemas.microsoft.com/office/powerpoint/2010/main" Requires="p14">
            <p:contentPart p14:bwMode="auto" r:id="rId260">
              <p14:nvContentPartPr>
                <p14:cNvPr id="71" name="Ink 70">
                  <a:extLst>
                    <a:ext uri="{FF2B5EF4-FFF2-40B4-BE49-F238E27FC236}">
                      <a16:creationId xmlns:a16="http://schemas.microsoft.com/office/drawing/2014/main" id="{99A7C72A-B412-FBA5-6D5C-81CF207C0FEA}"/>
                    </a:ext>
                  </a:extLst>
                </p14:cNvPr>
                <p14:cNvContentPartPr/>
                <p14:nvPr/>
              </p14:nvContentPartPr>
              <p14:xfrm>
                <a:off x="3096270" y="4478862"/>
                <a:ext cx="133920" cy="231120"/>
              </p14:xfrm>
            </p:contentPart>
          </mc:Choice>
          <mc:Fallback>
            <p:pic>
              <p:nvPicPr>
                <p:cNvPr id="71" name="Ink 70">
                  <a:extLst>
                    <a:ext uri="{FF2B5EF4-FFF2-40B4-BE49-F238E27FC236}">
                      <a16:creationId xmlns:a16="http://schemas.microsoft.com/office/drawing/2014/main" id="{99A7C72A-B412-FBA5-6D5C-81CF207C0FEA}"/>
                    </a:ext>
                  </a:extLst>
                </p:cNvPr>
                <p:cNvPicPr/>
                <p:nvPr/>
              </p:nvPicPr>
              <p:blipFill>
                <a:blip r:embed="rId261"/>
                <a:stretch>
                  <a:fillRect/>
                </a:stretch>
              </p:blipFill>
              <p:spPr>
                <a:xfrm>
                  <a:off x="3087630" y="4469862"/>
                  <a:ext cx="151560" cy="248760"/>
                </a:xfrm>
                <a:prstGeom prst="rect">
                  <a:avLst/>
                </a:prstGeom>
              </p:spPr>
            </p:pic>
          </mc:Fallback>
        </mc:AlternateContent>
        <mc:AlternateContent xmlns:mc="http://schemas.openxmlformats.org/markup-compatibility/2006">
          <mc:Choice xmlns:p14="http://schemas.microsoft.com/office/powerpoint/2010/main" Requires="p14">
            <p:contentPart p14:bwMode="auto" r:id="rId262">
              <p14:nvContentPartPr>
                <p14:cNvPr id="72" name="Ink 71">
                  <a:extLst>
                    <a:ext uri="{FF2B5EF4-FFF2-40B4-BE49-F238E27FC236}">
                      <a16:creationId xmlns:a16="http://schemas.microsoft.com/office/drawing/2014/main" id="{826750A7-9A84-56FD-ACF4-5476C364EAB6}"/>
                    </a:ext>
                  </a:extLst>
                </p14:cNvPr>
                <p14:cNvContentPartPr/>
                <p14:nvPr/>
              </p14:nvContentPartPr>
              <p14:xfrm>
                <a:off x="3168270" y="4782342"/>
                <a:ext cx="41040" cy="57960"/>
              </p14:xfrm>
            </p:contentPart>
          </mc:Choice>
          <mc:Fallback>
            <p:pic>
              <p:nvPicPr>
                <p:cNvPr id="72" name="Ink 71">
                  <a:extLst>
                    <a:ext uri="{FF2B5EF4-FFF2-40B4-BE49-F238E27FC236}">
                      <a16:creationId xmlns:a16="http://schemas.microsoft.com/office/drawing/2014/main" id="{826750A7-9A84-56FD-ACF4-5476C364EAB6}"/>
                    </a:ext>
                  </a:extLst>
                </p:cNvPr>
                <p:cNvPicPr/>
                <p:nvPr/>
              </p:nvPicPr>
              <p:blipFill>
                <a:blip r:embed="rId263"/>
                <a:stretch>
                  <a:fillRect/>
                </a:stretch>
              </p:blipFill>
              <p:spPr>
                <a:xfrm>
                  <a:off x="3159630" y="4773342"/>
                  <a:ext cx="58680" cy="75600"/>
                </a:xfrm>
                <a:prstGeom prst="rect">
                  <a:avLst/>
                </a:prstGeom>
              </p:spPr>
            </p:pic>
          </mc:Fallback>
        </mc:AlternateContent>
        <mc:AlternateContent xmlns:mc="http://schemas.openxmlformats.org/markup-compatibility/2006">
          <mc:Choice xmlns:p14="http://schemas.microsoft.com/office/powerpoint/2010/main" Requires="p14">
            <p:contentPart p14:bwMode="auto" r:id="rId264">
              <p14:nvContentPartPr>
                <p14:cNvPr id="73" name="Ink 72">
                  <a:extLst>
                    <a:ext uri="{FF2B5EF4-FFF2-40B4-BE49-F238E27FC236}">
                      <a16:creationId xmlns:a16="http://schemas.microsoft.com/office/drawing/2014/main" id="{704D1073-1AFD-0615-D8C8-63F74A244B45}"/>
                    </a:ext>
                  </a:extLst>
                </p14:cNvPr>
                <p14:cNvContentPartPr/>
                <p14:nvPr/>
              </p14:nvContentPartPr>
              <p14:xfrm>
                <a:off x="3281310" y="4499382"/>
                <a:ext cx="68760" cy="300600"/>
              </p14:xfrm>
            </p:contentPart>
          </mc:Choice>
          <mc:Fallback>
            <p:pic>
              <p:nvPicPr>
                <p:cNvPr id="73" name="Ink 72">
                  <a:extLst>
                    <a:ext uri="{FF2B5EF4-FFF2-40B4-BE49-F238E27FC236}">
                      <a16:creationId xmlns:a16="http://schemas.microsoft.com/office/drawing/2014/main" id="{704D1073-1AFD-0615-D8C8-63F74A244B45}"/>
                    </a:ext>
                  </a:extLst>
                </p:cNvPr>
                <p:cNvPicPr/>
                <p:nvPr/>
              </p:nvPicPr>
              <p:blipFill>
                <a:blip r:embed="rId265"/>
                <a:stretch>
                  <a:fillRect/>
                </a:stretch>
              </p:blipFill>
              <p:spPr>
                <a:xfrm>
                  <a:off x="3272310" y="4490742"/>
                  <a:ext cx="86400" cy="318240"/>
                </a:xfrm>
                <a:prstGeom prst="rect">
                  <a:avLst/>
                </a:prstGeom>
              </p:spPr>
            </p:pic>
          </mc:Fallback>
        </mc:AlternateContent>
        <mc:AlternateContent xmlns:mc="http://schemas.openxmlformats.org/markup-compatibility/2006">
          <mc:Choice xmlns:p14="http://schemas.microsoft.com/office/powerpoint/2010/main" Requires="p14">
            <p:contentPart p14:bwMode="auto" r:id="rId266">
              <p14:nvContentPartPr>
                <p14:cNvPr id="75" name="Ink 74">
                  <a:extLst>
                    <a:ext uri="{FF2B5EF4-FFF2-40B4-BE49-F238E27FC236}">
                      <a16:creationId xmlns:a16="http://schemas.microsoft.com/office/drawing/2014/main" id="{6F80142A-D018-C5CC-A2C4-67255E04C80E}"/>
                    </a:ext>
                  </a:extLst>
                </p14:cNvPr>
                <p14:cNvContentPartPr/>
                <p14:nvPr/>
              </p14:nvContentPartPr>
              <p14:xfrm>
                <a:off x="2971710" y="4201662"/>
                <a:ext cx="104400" cy="132840"/>
              </p14:xfrm>
            </p:contentPart>
          </mc:Choice>
          <mc:Fallback>
            <p:pic>
              <p:nvPicPr>
                <p:cNvPr id="75" name="Ink 74">
                  <a:extLst>
                    <a:ext uri="{FF2B5EF4-FFF2-40B4-BE49-F238E27FC236}">
                      <a16:creationId xmlns:a16="http://schemas.microsoft.com/office/drawing/2014/main" id="{6F80142A-D018-C5CC-A2C4-67255E04C80E}"/>
                    </a:ext>
                  </a:extLst>
                </p:cNvPr>
                <p:cNvPicPr/>
                <p:nvPr/>
              </p:nvPicPr>
              <p:blipFill>
                <a:blip r:embed="rId267"/>
                <a:stretch>
                  <a:fillRect/>
                </a:stretch>
              </p:blipFill>
              <p:spPr>
                <a:xfrm>
                  <a:off x="2962710" y="4192662"/>
                  <a:ext cx="122040" cy="150480"/>
                </a:xfrm>
                <a:prstGeom prst="rect">
                  <a:avLst/>
                </a:prstGeom>
              </p:spPr>
            </p:pic>
          </mc:Fallback>
        </mc:AlternateContent>
        <mc:AlternateContent xmlns:mc="http://schemas.openxmlformats.org/markup-compatibility/2006">
          <mc:Choice xmlns:p14="http://schemas.microsoft.com/office/powerpoint/2010/main" Requires="p14">
            <p:contentPart p14:bwMode="auto" r:id="rId268">
              <p14:nvContentPartPr>
                <p14:cNvPr id="76" name="Ink 75">
                  <a:extLst>
                    <a:ext uri="{FF2B5EF4-FFF2-40B4-BE49-F238E27FC236}">
                      <a16:creationId xmlns:a16="http://schemas.microsoft.com/office/drawing/2014/main" id="{42427BE0-D108-07DF-60DF-578604BB3054}"/>
                    </a:ext>
                  </a:extLst>
                </p14:cNvPr>
                <p14:cNvContentPartPr/>
                <p14:nvPr/>
              </p14:nvContentPartPr>
              <p14:xfrm>
                <a:off x="3189510" y="4184742"/>
                <a:ext cx="62280" cy="170640"/>
              </p14:xfrm>
            </p:contentPart>
          </mc:Choice>
          <mc:Fallback>
            <p:pic>
              <p:nvPicPr>
                <p:cNvPr id="76" name="Ink 75">
                  <a:extLst>
                    <a:ext uri="{FF2B5EF4-FFF2-40B4-BE49-F238E27FC236}">
                      <a16:creationId xmlns:a16="http://schemas.microsoft.com/office/drawing/2014/main" id="{42427BE0-D108-07DF-60DF-578604BB3054}"/>
                    </a:ext>
                  </a:extLst>
                </p:cNvPr>
                <p:cNvPicPr/>
                <p:nvPr/>
              </p:nvPicPr>
              <p:blipFill>
                <a:blip r:embed="rId269"/>
                <a:stretch>
                  <a:fillRect/>
                </a:stretch>
              </p:blipFill>
              <p:spPr>
                <a:xfrm>
                  <a:off x="3180870" y="4176102"/>
                  <a:ext cx="79920" cy="188280"/>
                </a:xfrm>
                <a:prstGeom prst="rect">
                  <a:avLst/>
                </a:prstGeom>
              </p:spPr>
            </p:pic>
          </mc:Fallback>
        </mc:AlternateContent>
        <mc:AlternateContent xmlns:mc="http://schemas.openxmlformats.org/markup-compatibility/2006">
          <mc:Choice xmlns:p14="http://schemas.microsoft.com/office/powerpoint/2010/main" Requires="p14">
            <p:contentPart p14:bwMode="auto" r:id="rId270">
              <p14:nvContentPartPr>
                <p14:cNvPr id="77" name="Ink 76">
                  <a:extLst>
                    <a:ext uri="{FF2B5EF4-FFF2-40B4-BE49-F238E27FC236}">
                      <a16:creationId xmlns:a16="http://schemas.microsoft.com/office/drawing/2014/main" id="{9076BD7B-3341-D783-CF86-10335423DA73}"/>
                    </a:ext>
                  </a:extLst>
                </p14:cNvPr>
                <p14:cNvContentPartPr/>
                <p14:nvPr/>
              </p14:nvContentPartPr>
              <p14:xfrm>
                <a:off x="3231990" y="4155222"/>
                <a:ext cx="83160" cy="55080"/>
              </p14:xfrm>
            </p:contentPart>
          </mc:Choice>
          <mc:Fallback>
            <p:pic>
              <p:nvPicPr>
                <p:cNvPr id="77" name="Ink 76">
                  <a:extLst>
                    <a:ext uri="{FF2B5EF4-FFF2-40B4-BE49-F238E27FC236}">
                      <a16:creationId xmlns:a16="http://schemas.microsoft.com/office/drawing/2014/main" id="{9076BD7B-3341-D783-CF86-10335423DA73}"/>
                    </a:ext>
                  </a:extLst>
                </p:cNvPr>
                <p:cNvPicPr/>
                <p:nvPr/>
              </p:nvPicPr>
              <p:blipFill>
                <a:blip r:embed="rId271"/>
                <a:stretch>
                  <a:fillRect/>
                </a:stretch>
              </p:blipFill>
              <p:spPr>
                <a:xfrm>
                  <a:off x="3223350" y="4146222"/>
                  <a:ext cx="100800" cy="72720"/>
                </a:xfrm>
                <a:prstGeom prst="rect">
                  <a:avLst/>
                </a:prstGeom>
              </p:spPr>
            </p:pic>
          </mc:Fallback>
        </mc:AlternateContent>
        <mc:AlternateContent xmlns:mc="http://schemas.openxmlformats.org/markup-compatibility/2006">
          <mc:Choice xmlns:p14="http://schemas.microsoft.com/office/powerpoint/2010/main" Requires="p14">
            <p:contentPart p14:bwMode="auto" r:id="rId272">
              <p14:nvContentPartPr>
                <p14:cNvPr id="78" name="Ink 77">
                  <a:extLst>
                    <a:ext uri="{FF2B5EF4-FFF2-40B4-BE49-F238E27FC236}">
                      <a16:creationId xmlns:a16="http://schemas.microsoft.com/office/drawing/2014/main" id="{89DA5995-2DFE-EE86-AC4E-29CC35DC51BB}"/>
                    </a:ext>
                  </a:extLst>
                </p14:cNvPr>
                <p14:cNvContentPartPr/>
                <p14:nvPr/>
              </p14:nvContentPartPr>
              <p14:xfrm>
                <a:off x="3422790" y="4252422"/>
                <a:ext cx="19080" cy="110520"/>
              </p14:xfrm>
            </p:contentPart>
          </mc:Choice>
          <mc:Fallback>
            <p:pic>
              <p:nvPicPr>
                <p:cNvPr id="78" name="Ink 77">
                  <a:extLst>
                    <a:ext uri="{FF2B5EF4-FFF2-40B4-BE49-F238E27FC236}">
                      <a16:creationId xmlns:a16="http://schemas.microsoft.com/office/drawing/2014/main" id="{89DA5995-2DFE-EE86-AC4E-29CC35DC51BB}"/>
                    </a:ext>
                  </a:extLst>
                </p:cNvPr>
                <p:cNvPicPr/>
                <p:nvPr/>
              </p:nvPicPr>
              <p:blipFill>
                <a:blip r:embed="rId273"/>
                <a:stretch>
                  <a:fillRect/>
                </a:stretch>
              </p:blipFill>
              <p:spPr>
                <a:xfrm>
                  <a:off x="3414150" y="4243422"/>
                  <a:ext cx="36720" cy="128160"/>
                </a:xfrm>
                <a:prstGeom prst="rect">
                  <a:avLst/>
                </a:prstGeom>
              </p:spPr>
            </p:pic>
          </mc:Fallback>
        </mc:AlternateContent>
        <mc:AlternateContent xmlns:mc="http://schemas.openxmlformats.org/markup-compatibility/2006">
          <mc:Choice xmlns:p14="http://schemas.microsoft.com/office/powerpoint/2010/main" Requires="p14">
            <p:contentPart p14:bwMode="auto" r:id="rId274">
              <p14:nvContentPartPr>
                <p14:cNvPr id="79" name="Ink 78">
                  <a:extLst>
                    <a:ext uri="{FF2B5EF4-FFF2-40B4-BE49-F238E27FC236}">
                      <a16:creationId xmlns:a16="http://schemas.microsoft.com/office/drawing/2014/main" id="{1C27B44C-2903-EB77-33CA-F7AA780A2F17}"/>
                    </a:ext>
                  </a:extLst>
                </p14:cNvPr>
                <p14:cNvContentPartPr/>
                <p14:nvPr/>
              </p14:nvContentPartPr>
              <p14:xfrm>
                <a:off x="3501990" y="4278702"/>
                <a:ext cx="91800" cy="102240"/>
              </p14:xfrm>
            </p:contentPart>
          </mc:Choice>
          <mc:Fallback>
            <p:pic>
              <p:nvPicPr>
                <p:cNvPr id="79" name="Ink 78">
                  <a:extLst>
                    <a:ext uri="{FF2B5EF4-FFF2-40B4-BE49-F238E27FC236}">
                      <a16:creationId xmlns:a16="http://schemas.microsoft.com/office/drawing/2014/main" id="{1C27B44C-2903-EB77-33CA-F7AA780A2F17}"/>
                    </a:ext>
                  </a:extLst>
                </p:cNvPr>
                <p:cNvPicPr/>
                <p:nvPr/>
              </p:nvPicPr>
              <p:blipFill>
                <a:blip r:embed="rId275"/>
                <a:stretch>
                  <a:fillRect/>
                </a:stretch>
              </p:blipFill>
              <p:spPr>
                <a:xfrm>
                  <a:off x="3493350" y="4270062"/>
                  <a:ext cx="109440" cy="119880"/>
                </a:xfrm>
                <a:prstGeom prst="rect">
                  <a:avLst/>
                </a:prstGeom>
              </p:spPr>
            </p:pic>
          </mc:Fallback>
        </mc:AlternateContent>
        <mc:AlternateContent xmlns:mc="http://schemas.openxmlformats.org/markup-compatibility/2006">
          <mc:Choice xmlns:p14="http://schemas.microsoft.com/office/powerpoint/2010/main" Requires="p14">
            <p:contentPart p14:bwMode="auto" r:id="rId276">
              <p14:nvContentPartPr>
                <p14:cNvPr id="80" name="Ink 79">
                  <a:extLst>
                    <a:ext uri="{FF2B5EF4-FFF2-40B4-BE49-F238E27FC236}">
                      <a16:creationId xmlns:a16="http://schemas.microsoft.com/office/drawing/2014/main" id="{F4C8D81B-40E8-15D4-47D0-EA3D36FFEA6B}"/>
                    </a:ext>
                  </a:extLst>
                </p14:cNvPr>
                <p14:cNvContentPartPr/>
                <p14:nvPr/>
              </p14:nvContentPartPr>
              <p14:xfrm>
                <a:off x="3485790" y="4522062"/>
                <a:ext cx="20160" cy="103320"/>
              </p14:xfrm>
            </p:contentPart>
          </mc:Choice>
          <mc:Fallback>
            <p:pic>
              <p:nvPicPr>
                <p:cNvPr id="80" name="Ink 79">
                  <a:extLst>
                    <a:ext uri="{FF2B5EF4-FFF2-40B4-BE49-F238E27FC236}">
                      <a16:creationId xmlns:a16="http://schemas.microsoft.com/office/drawing/2014/main" id="{F4C8D81B-40E8-15D4-47D0-EA3D36FFEA6B}"/>
                    </a:ext>
                  </a:extLst>
                </p:cNvPr>
                <p:cNvPicPr/>
                <p:nvPr/>
              </p:nvPicPr>
              <p:blipFill>
                <a:blip r:embed="rId277"/>
                <a:stretch>
                  <a:fillRect/>
                </a:stretch>
              </p:blipFill>
              <p:spPr>
                <a:xfrm>
                  <a:off x="3477150" y="4513062"/>
                  <a:ext cx="37800" cy="120960"/>
                </a:xfrm>
                <a:prstGeom prst="rect">
                  <a:avLst/>
                </a:prstGeom>
              </p:spPr>
            </p:pic>
          </mc:Fallback>
        </mc:AlternateContent>
        <mc:AlternateContent xmlns:mc="http://schemas.openxmlformats.org/markup-compatibility/2006">
          <mc:Choice xmlns:p14="http://schemas.microsoft.com/office/powerpoint/2010/main" Requires="p14">
            <p:contentPart p14:bwMode="auto" r:id="rId278">
              <p14:nvContentPartPr>
                <p14:cNvPr id="81" name="Ink 80">
                  <a:extLst>
                    <a:ext uri="{FF2B5EF4-FFF2-40B4-BE49-F238E27FC236}">
                      <a16:creationId xmlns:a16="http://schemas.microsoft.com/office/drawing/2014/main" id="{171DFF80-027B-EE16-0DCD-A8C09CF2D3E6}"/>
                    </a:ext>
                  </a:extLst>
                </p14:cNvPr>
                <p14:cNvContentPartPr/>
                <p14:nvPr/>
              </p14:nvContentPartPr>
              <p14:xfrm>
                <a:off x="3543750" y="4544382"/>
                <a:ext cx="65160" cy="60480"/>
              </p14:xfrm>
            </p:contentPart>
          </mc:Choice>
          <mc:Fallback>
            <p:pic>
              <p:nvPicPr>
                <p:cNvPr id="81" name="Ink 80">
                  <a:extLst>
                    <a:ext uri="{FF2B5EF4-FFF2-40B4-BE49-F238E27FC236}">
                      <a16:creationId xmlns:a16="http://schemas.microsoft.com/office/drawing/2014/main" id="{171DFF80-027B-EE16-0DCD-A8C09CF2D3E6}"/>
                    </a:ext>
                  </a:extLst>
                </p:cNvPr>
                <p:cNvPicPr/>
                <p:nvPr/>
              </p:nvPicPr>
              <p:blipFill>
                <a:blip r:embed="rId279"/>
                <a:stretch>
                  <a:fillRect/>
                </a:stretch>
              </p:blipFill>
              <p:spPr>
                <a:xfrm>
                  <a:off x="3535110" y="4535742"/>
                  <a:ext cx="82800" cy="78120"/>
                </a:xfrm>
                <a:prstGeom prst="rect">
                  <a:avLst/>
                </a:prstGeom>
              </p:spPr>
            </p:pic>
          </mc:Fallback>
        </mc:AlternateContent>
        <mc:AlternateContent xmlns:mc="http://schemas.openxmlformats.org/markup-compatibility/2006">
          <mc:Choice xmlns:p14="http://schemas.microsoft.com/office/powerpoint/2010/main" Requires="p14">
            <p:contentPart p14:bwMode="auto" r:id="rId280">
              <p14:nvContentPartPr>
                <p14:cNvPr id="82" name="Ink 81">
                  <a:extLst>
                    <a:ext uri="{FF2B5EF4-FFF2-40B4-BE49-F238E27FC236}">
                      <a16:creationId xmlns:a16="http://schemas.microsoft.com/office/drawing/2014/main" id="{9A707BED-CAC0-22DF-E954-42067D560E79}"/>
                    </a:ext>
                  </a:extLst>
                </p14:cNvPr>
                <p14:cNvContentPartPr/>
                <p14:nvPr/>
              </p14:nvContentPartPr>
              <p14:xfrm>
                <a:off x="3644190" y="4545462"/>
                <a:ext cx="101880" cy="93960"/>
              </p14:xfrm>
            </p:contentPart>
          </mc:Choice>
          <mc:Fallback>
            <p:pic>
              <p:nvPicPr>
                <p:cNvPr id="82" name="Ink 81">
                  <a:extLst>
                    <a:ext uri="{FF2B5EF4-FFF2-40B4-BE49-F238E27FC236}">
                      <a16:creationId xmlns:a16="http://schemas.microsoft.com/office/drawing/2014/main" id="{9A707BED-CAC0-22DF-E954-42067D560E79}"/>
                    </a:ext>
                  </a:extLst>
                </p:cNvPr>
                <p:cNvPicPr/>
                <p:nvPr/>
              </p:nvPicPr>
              <p:blipFill>
                <a:blip r:embed="rId281"/>
                <a:stretch>
                  <a:fillRect/>
                </a:stretch>
              </p:blipFill>
              <p:spPr>
                <a:xfrm>
                  <a:off x="3635550" y="4536822"/>
                  <a:ext cx="119520" cy="111600"/>
                </a:xfrm>
                <a:prstGeom prst="rect">
                  <a:avLst/>
                </a:prstGeom>
              </p:spPr>
            </p:pic>
          </mc:Fallback>
        </mc:AlternateContent>
        <mc:AlternateContent xmlns:mc="http://schemas.openxmlformats.org/markup-compatibility/2006">
          <mc:Choice xmlns:p14="http://schemas.microsoft.com/office/powerpoint/2010/main" Requires="p14">
            <p:contentPart p14:bwMode="auto" r:id="rId282">
              <p14:nvContentPartPr>
                <p14:cNvPr id="83" name="Ink 82">
                  <a:extLst>
                    <a:ext uri="{FF2B5EF4-FFF2-40B4-BE49-F238E27FC236}">
                      <a16:creationId xmlns:a16="http://schemas.microsoft.com/office/drawing/2014/main" id="{8D844FD6-5685-5CDF-4D2A-B80C5CAD1E76}"/>
                    </a:ext>
                  </a:extLst>
                </p14:cNvPr>
                <p14:cNvContentPartPr/>
                <p14:nvPr/>
              </p14:nvContentPartPr>
              <p14:xfrm>
                <a:off x="3462030" y="4721502"/>
                <a:ext cx="317520" cy="139320"/>
              </p14:xfrm>
            </p:contentPart>
          </mc:Choice>
          <mc:Fallback>
            <p:pic>
              <p:nvPicPr>
                <p:cNvPr id="83" name="Ink 82">
                  <a:extLst>
                    <a:ext uri="{FF2B5EF4-FFF2-40B4-BE49-F238E27FC236}">
                      <a16:creationId xmlns:a16="http://schemas.microsoft.com/office/drawing/2014/main" id="{8D844FD6-5685-5CDF-4D2A-B80C5CAD1E76}"/>
                    </a:ext>
                  </a:extLst>
                </p:cNvPr>
                <p:cNvPicPr/>
                <p:nvPr/>
              </p:nvPicPr>
              <p:blipFill>
                <a:blip r:embed="rId283"/>
                <a:stretch>
                  <a:fillRect/>
                </a:stretch>
              </p:blipFill>
              <p:spPr>
                <a:xfrm>
                  <a:off x="3453390" y="4712862"/>
                  <a:ext cx="335160" cy="156960"/>
                </a:xfrm>
                <a:prstGeom prst="rect">
                  <a:avLst/>
                </a:prstGeom>
              </p:spPr>
            </p:pic>
          </mc:Fallback>
        </mc:AlternateContent>
        <mc:AlternateContent xmlns:mc="http://schemas.openxmlformats.org/markup-compatibility/2006">
          <mc:Choice xmlns:p14="http://schemas.microsoft.com/office/powerpoint/2010/main" Requires="p14">
            <p:contentPart p14:bwMode="auto" r:id="rId284">
              <p14:nvContentPartPr>
                <p14:cNvPr id="85" name="Ink 84">
                  <a:extLst>
                    <a:ext uri="{FF2B5EF4-FFF2-40B4-BE49-F238E27FC236}">
                      <a16:creationId xmlns:a16="http://schemas.microsoft.com/office/drawing/2014/main" id="{478EB762-ABA5-725C-018A-264AFE57363B}"/>
                    </a:ext>
                  </a:extLst>
                </p14:cNvPr>
                <p14:cNvContentPartPr/>
                <p14:nvPr/>
              </p14:nvContentPartPr>
              <p14:xfrm>
                <a:off x="2913390" y="4405422"/>
                <a:ext cx="133560" cy="18000"/>
              </p14:xfrm>
            </p:contentPart>
          </mc:Choice>
          <mc:Fallback>
            <p:pic>
              <p:nvPicPr>
                <p:cNvPr id="85" name="Ink 84">
                  <a:extLst>
                    <a:ext uri="{FF2B5EF4-FFF2-40B4-BE49-F238E27FC236}">
                      <a16:creationId xmlns:a16="http://schemas.microsoft.com/office/drawing/2014/main" id="{478EB762-ABA5-725C-018A-264AFE57363B}"/>
                    </a:ext>
                  </a:extLst>
                </p:cNvPr>
                <p:cNvPicPr/>
                <p:nvPr/>
              </p:nvPicPr>
              <p:blipFill>
                <a:blip r:embed="rId285"/>
                <a:stretch>
                  <a:fillRect/>
                </a:stretch>
              </p:blipFill>
              <p:spPr>
                <a:xfrm>
                  <a:off x="2904390" y="4396782"/>
                  <a:ext cx="15120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286">
              <p14:nvContentPartPr>
                <p14:cNvPr id="86" name="Ink 85">
                  <a:extLst>
                    <a:ext uri="{FF2B5EF4-FFF2-40B4-BE49-F238E27FC236}">
                      <a16:creationId xmlns:a16="http://schemas.microsoft.com/office/drawing/2014/main" id="{547951A3-CA12-9415-DC44-A0E224215C57}"/>
                    </a:ext>
                  </a:extLst>
                </p14:cNvPr>
                <p14:cNvContentPartPr/>
                <p14:nvPr/>
              </p14:nvContentPartPr>
              <p14:xfrm>
                <a:off x="3305430" y="4415502"/>
                <a:ext cx="32760" cy="360"/>
              </p14:xfrm>
            </p:contentPart>
          </mc:Choice>
          <mc:Fallback>
            <p:pic>
              <p:nvPicPr>
                <p:cNvPr id="86" name="Ink 85">
                  <a:extLst>
                    <a:ext uri="{FF2B5EF4-FFF2-40B4-BE49-F238E27FC236}">
                      <a16:creationId xmlns:a16="http://schemas.microsoft.com/office/drawing/2014/main" id="{547951A3-CA12-9415-DC44-A0E224215C57}"/>
                    </a:ext>
                  </a:extLst>
                </p:cNvPr>
                <p:cNvPicPr/>
                <p:nvPr/>
              </p:nvPicPr>
              <p:blipFill>
                <a:blip r:embed="rId287"/>
                <a:stretch>
                  <a:fillRect/>
                </a:stretch>
              </p:blipFill>
              <p:spPr>
                <a:xfrm>
                  <a:off x="3296430" y="4406502"/>
                  <a:ext cx="5040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288">
              <p14:nvContentPartPr>
                <p14:cNvPr id="87" name="Ink 86">
                  <a:extLst>
                    <a:ext uri="{FF2B5EF4-FFF2-40B4-BE49-F238E27FC236}">
                      <a16:creationId xmlns:a16="http://schemas.microsoft.com/office/drawing/2014/main" id="{E6AFDE61-8655-BC7A-90E2-F4F62D665C98}"/>
                    </a:ext>
                  </a:extLst>
                </p14:cNvPr>
                <p14:cNvContentPartPr/>
                <p14:nvPr/>
              </p14:nvContentPartPr>
              <p14:xfrm>
                <a:off x="3579030" y="4454382"/>
                <a:ext cx="55080" cy="360"/>
              </p14:xfrm>
            </p:contentPart>
          </mc:Choice>
          <mc:Fallback>
            <p:pic>
              <p:nvPicPr>
                <p:cNvPr id="87" name="Ink 86">
                  <a:extLst>
                    <a:ext uri="{FF2B5EF4-FFF2-40B4-BE49-F238E27FC236}">
                      <a16:creationId xmlns:a16="http://schemas.microsoft.com/office/drawing/2014/main" id="{E6AFDE61-8655-BC7A-90E2-F4F62D665C98}"/>
                    </a:ext>
                  </a:extLst>
                </p:cNvPr>
                <p:cNvPicPr/>
                <p:nvPr/>
              </p:nvPicPr>
              <p:blipFill>
                <a:blip r:embed="rId289"/>
                <a:stretch>
                  <a:fillRect/>
                </a:stretch>
              </p:blipFill>
              <p:spPr>
                <a:xfrm>
                  <a:off x="3570390" y="4445742"/>
                  <a:ext cx="72720" cy="18000"/>
                </a:xfrm>
                <a:prstGeom prst="rect">
                  <a:avLst/>
                </a:prstGeom>
              </p:spPr>
            </p:pic>
          </mc:Fallback>
        </mc:AlternateContent>
        <mc:AlternateContent xmlns:mc="http://schemas.openxmlformats.org/markup-compatibility/2006">
          <mc:Choice xmlns:p14="http://schemas.microsoft.com/office/powerpoint/2010/main" Requires="p14">
            <p:contentPart p14:bwMode="auto" r:id="rId290">
              <p14:nvContentPartPr>
                <p14:cNvPr id="88" name="Ink 87">
                  <a:extLst>
                    <a:ext uri="{FF2B5EF4-FFF2-40B4-BE49-F238E27FC236}">
                      <a16:creationId xmlns:a16="http://schemas.microsoft.com/office/drawing/2014/main" id="{18E581F4-0521-33EE-45D2-B5F687BF4942}"/>
                    </a:ext>
                  </a:extLst>
                </p14:cNvPr>
                <p14:cNvContentPartPr/>
                <p14:nvPr/>
              </p14:nvContentPartPr>
              <p14:xfrm>
                <a:off x="3491190" y="4690182"/>
                <a:ext cx="156240" cy="18720"/>
              </p14:xfrm>
            </p:contentPart>
          </mc:Choice>
          <mc:Fallback>
            <p:pic>
              <p:nvPicPr>
                <p:cNvPr id="88" name="Ink 87">
                  <a:extLst>
                    <a:ext uri="{FF2B5EF4-FFF2-40B4-BE49-F238E27FC236}">
                      <a16:creationId xmlns:a16="http://schemas.microsoft.com/office/drawing/2014/main" id="{18E581F4-0521-33EE-45D2-B5F687BF4942}"/>
                    </a:ext>
                  </a:extLst>
                </p:cNvPr>
                <p:cNvPicPr/>
                <p:nvPr/>
              </p:nvPicPr>
              <p:blipFill>
                <a:blip r:embed="rId291"/>
                <a:stretch>
                  <a:fillRect/>
                </a:stretch>
              </p:blipFill>
              <p:spPr>
                <a:xfrm>
                  <a:off x="3482550" y="4681542"/>
                  <a:ext cx="173880" cy="36360"/>
                </a:xfrm>
                <a:prstGeom prst="rect">
                  <a:avLst/>
                </a:prstGeom>
              </p:spPr>
            </p:pic>
          </mc:Fallback>
        </mc:AlternateContent>
        <mc:AlternateContent xmlns:mc="http://schemas.openxmlformats.org/markup-compatibility/2006">
          <mc:Choice xmlns:p14="http://schemas.microsoft.com/office/powerpoint/2010/main" Requires="p14">
            <p:contentPart p14:bwMode="auto" r:id="rId292">
              <p14:nvContentPartPr>
                <p14:cNvPr id="92" name="Ink 91">
                  <a:extLst>
                    <a:ext uri="{FF2B5EF4-FFF2-40B4-BE49-F238E27FC236}">
                      <a16:creationId xmlns:a16="http://schemas.microsoft.com/office/drawing/2014/main" id="{2785CD4E-438E-ECF4-FBD6-C60EF7446C37}"/>
                    </a:ext>
                  </a:extLst>
                </p14:cNvPr>
                <p14:cNvContentPartPr/>
                <p14:nvPr/>
              </p14:nvContentPartPr>
              <p14:xfrm>
                <a:off x="200070" y="4307862"/>
                <a:ext cx="93960" cy="209520"/>
              </p14:xfrm>
            </p:contentPart>
          </mc:Choice>
          <mc:Fallback>
            <p:pic>
              <p:nvPicPr>
                <p:cNvPr id="92" name="Ink 91">
                  <a:extLst>
                    <a:ext uri="{FF2B5EF4-FFF2-40B4-BE49-F238E27FC236}">
                      <a16:creationId xmlns:a16="http://schemas.microsoft.com/office/drawing/2014/main" id="{2785CD4E-438E-ECF4-FBD6-C60EF7446C37}"/>
                    </a:ext>
                  </a:extLst>
                </p:cNvPr>
                <p:cNvPicPr/>
                <p:nvPr/>
              </p:nvPicPr>
              <p:blipFill>
                <a:blip r:embed="rId293"/>
                <a:stretch>
                  <a:fillRect/>
                </a:stretch>
              </p:blipFill>
              <p:spPr>
                <a:xfrm>
                  <a:off x="191430" y="4298862"/>
                  <a:ext cx="111600" cy="227160"/>
                </a:xfrm>
                <a:prstGeom prst="rect">
                  <a:avLst/>
                </a:prstGeom>
              </p:spPr>
            </p:pic>
          </mc:Fallback>
        </mc:AlternateContent>
        <mc:AlternateContent xmlns:mc="http://schemas.openxmlformats.org/markup-compatibility/2006">
          <mc:Choice xmlns:p14="http://schemas.microsoft.com/office/powerpoint/2010/main" Requires="p14">
            <p:contentPart p14:bwMode="auto" r:id="rId294">
              <p14:nvContentPartPr>
                <p14:cNvPr id="93" name="Ink 92">
                  <a:extLst>
                    <a:ext uri="{FF2B5EF4-FFF2-40B4-BE49-F238E27FC236}">
                      <a16:creationId xmlns:a16="http://schemas.microsoft.com/office/drawing/2014/main" id="{638F066F-5B1E-0AB7-421F-0BCBA102CD06}"/>
                    </a:ext>
                  </a:extLst>
                </p14:cNvPr>
                <p14:cNvContentPartPr/>
                <p14:nvPr/>
              </p14:nvContentPartPr>
              <p14:xfrm>
                <a:off x="331470" y="4415502"/>
                <a:ext cx="35280" cy="92880"/>
              </p14:xfrm>
            </p:contentPart>
          </mc:Choice>
          <mc:Fallback>
            <p:pic>
              <p:nvPicPr>
                <p:cNvPr id="93" name="Ink 92">
                  <a:extLst>
                    <a:ext uri="{FF2B5EF4-FFF2-40B4-BE49-F238E27FC236}">
                      <a16:creationId xmlns:a16="http://schemas.microsoft.com/office/drawing/2014/main" id="{638F066F-5B1E-0AB7-421F-0BCBA102CD06}"/>
                    </a:ext>
                  </a:extLst>
                </p:cNvPr>
                <p:cNvPicPr/>
                <p:nvPr/>
              </p:nvPicPr>
              <p:blipFill>
                <a:blip r:embed="rId295"/>
                <a:stretch>
                  <a:fillRect/>
                </a:stretch>
              </p:blipFill>
              <p:spPr>
                <a:xfrm>
                  <a:off x="322830" y="4406502"/>
                  <a:ext cx="52920" cy="110520"/>
                </a:xfrm>
                <a:prstGeom prst="rect">
                  <a:avLst/>
                </a:prstGeom>
              </p:spPr>
            </p:pic>
          </mc:Fallback>
        </mc:AlternateContent>
        <mc:AlternateContent xmlns:mc="http://schemas.openxmlformats.org/markup-compatibility/2006">
          <mc:Choice xmlns:p14="http://schemas.microsoft.com/office/powerpoint/2010/main" Requires="p14">
            <p:contentPart p14:bwMode="auto" r:id="rId296">
              <p14:nvContentPartPr>
                <p14:cNvPr id="94" name="Ink 93">
                  <a:extLst>
                    <a:ext uri="{FF2B5EF4-FFF2-40B4-BE49-F238E27FC236}">
                      <a16:creationId xmlns:a16="http://schemas.microsoft.com/office/drawing/2014/main" id="{A8A6A4A2-5A20-E6DB-05EB-E274B56E38C9}"/>
                    </a:ext>
                  </a:extLst>
                </p14:cNvPr>
                <p14:cNvContentPartPr/>
                <p14:nvPr/>
              </p14:nvContentPartPr>
              <p14:xfrm>
                <a:off x="394470" y="4351782"/>
                <a:ext cx="3960" cy="20160"/>
              </p14:xfrm>
            </p:contentPart>
          </mc:Choice>
          <mc:Fallback>
            <p:pic>
              <p:nvPicPr>
                <p:cNvPr id="94" name="Ink 93">
                  <a:extLst>
                    <a:ext uri="{FF2B5EF4-FFF2-40B4-BE49-F238E27FC236}">
                      <a16:creationId xmlns:a16="http://schemas.microsoft.com/office/drawing/2014/main" id="{A8A6A4A2-5A20-E6DB-05EB-E274B56E38C9}"/>
                    </a:ext>
                  </a:extLst>
                </p:cNvPr>
                <p:cNvPicPr/>
                <p:nvPr/>
              </p:nvPicPr>
              <p:blipFill>
                <a:blip r:embed="rId297"/>
                <a:stretch>
                  <a:fillRect/>
                </a:stretch>
              </p:blipFill>
              <p:spPr>
                <a:xfrm>
                  <a:off x="385830" y="4342782"/>
                  <a:ext cx="21600" cy="37800"/>
                </a:xfrm>
                <a:prstGeom prst="rect">
                  <a:avLst/>
                </a:prstGeom>
              </p:spPr>
            </p:pic>
          </mc:Fallback>
        </mc:AlternateContent>
        <mc:AlternateContent xmlns:mc="http://schemas.openxmlformats.org/markup-compatibility/2006">
          <mc:Choice xmlns:p14="http://schemas.microsoft.com/office/powerpoint/2010/main" Requires="p14">
            <p:contentPart p14:bwMode="auto" r:id="rId298">
              <p14:nvContentPartPr>
                <p14:cNvPr id="95" name="Ink 94">
                  <a:extLst>
                    <a:ext uri="{FF2B5EF4-FFF2-40B4-BE49-F238E27FC236}">
                      <a16:creationId xmlns:a16="http://schemas.microsoft.com/office/drawing/2014/main" id="{E7246A8C-E423-EBEC-F5E0-60608FEFAF89}"/>
                    </a:ext>
                  </a:extLst>
                </p14:cNvPr>
                <p14:cNvContentPartPr/>
                <p14:nvPr/>
              </p14:nvContentPartPr>
              <p14:xfrm>
                <a:off x="408510" y="4423062"/>
                <a:ext cx="90000" cy="99360"/>
              </p14:xfrm>
            </p:contentPart>
          </mc:Choice>
          <mc:Fallback>
            <p:pic>
              <p:nvPicPr>
                <p:cNvPr id="95" name="Ink 94">
                  <a:extLst>
                    <a:ext uri="{FF2B5EF4-FFF2-40B4-BE49-F238E27FC236}">
                      <a16:creationId xmlns:a16="http://schemas.microsoft.com/office/drawing/2014/main" id="{E7246A8C-E423-EBEC-F5E0-60608FEFAF89}"/>
                    </a:ext>
                  </a:extLst>
                </p:cNvPr>
                <p:cNvPicPr/>
                <p:nvPr/>
              </p:nvPicPr>
              <p:blipFill>
                <a:blip r:embed="rId299"/>
                <a:stretch>
                  <a:fillRect/>
                </a:stretch>
              </p:blipFill>
              <p:spPr>
                <a:xfrm>
                  <a:off x="399510" y="4414422"/>
                  <a:ext cx="107640" cy="117000"/>
                </a:xfrm>
                <a:prstGeom prst="rect">
                  <a:avLst/>
                </a:prstGeom>
              </p:spPr>
            </p:pic>
          </mc:Fallback>
        </mc:AlternateContent>
        <mc:AlternateContent xmlns:mc="http://schemas.openxmlformats.org/markup-compatibility/2006">
          <mc:Choice xmlns:p14="http://schemas.microsoft.com/office/powerpoint/2010/main" Requires="p14">
            <p:contentPart p14:bwMode="auto" r:id="rId300">
              <p14:nvContentPartPr>
                <p14:cNvPr id="96" name="Ink 95">
                  <a:extLst>
                    <a:ext uri="{FF2B5EF4-FFF2-40B4-BE49-F238E27FC236}">
                      <a16:creationId xmlns:a16="http://schemas.microsoft.com/office/drawing/2014/main" id="{425B49A4-7F79-447D-F90D-1391672E944B}"/>
                    </a:ext>
                  </a:extLst>
                </p14:cNvPr>
                <p14:cNvContentPartPr/>
                <p14:nvPr/>
              </p14:nvContentPartPr>
              <p14:xfrm>
                <a:off x="528750" y="4343502"/>
                <a:ext cx="125280" cy="182520"/>
              </p14:xfrm>
            </p:contentPart>
          </mc:Choice>
          <mc:Fallback>
            <p:pic>
              <p:nvPicPr>
                <p:cNvPr id="96" name="Ink 95">
                  <a:extLst>
                    <a:ext uri="{FF2B5EF4-FFF2-40B4-BE49-F238E27FC236}">
                      <a16:creationId xmlns:a16="http://schemas.microsoft.com/office/drawing/2014/main" id="{425B49A4-7F79-447D-F90D-1391672E944B}"/>
                    </a:ext>
                  </a:extLst>
                </p:cNvPr>
                <p:cNvPicPr/>
                <p:nvPr/>
              </p:nvPicPr>
              <p:blipFill>
                <a:blip r:embed="rId301"/>
                <a:stretch>
                  <a:fillRect/>
                </a:stretch>
              </p:blipFill>
              <p:spPr>
                <a:xfrm>
                  <a:off x="519750" y="4334862"/>
                  <a:ext cx="142920" cy="200160"/>
                </a:xfrm>
                <a:prstGeom prst="rect">
                  <a:avLst/>
                </a:prstGeom>
              </p:spPr>
            </p:pic>
          </mc:Fallback>
        </mc:AlternateContent>
        <mc:AlternateContent xmlns:mc="http://schemas.openxmlformats.org/markup-compatibility/2006">
          <mc:Choice xmlns:p14="http://schemas.microsoft.com/office/powerpoint/2010/main" Requires="p14">
            <p:contentPart p14:bwMode="auto" r:id="rId302">
              <p14:nvContentPartPr>
                <p14:cNvPr id="198" name="Ink 197">
                  <a:extLst>
                    <a:ext uri="{FF2B5EF4-FFF2-40B4-BE49-F238E27FC236}">
                      <a16:creationId xmlns:a16="http://schemas.microsoft.com/office/drawing/2014/main" id="{A21F16B6-40CA-26D9-2D79-13D2272E7320}"/>
                    </a:ext>
                  </a:extLst>
                </p14:cNvPr>
                <p14:cNvContentPartPr/>
                <p14:nvPr/>
              </p14:nvContentPartPr>
              <p14:xfrm>
                <a:off x="2342070" y="2807382"/>
                <a:ext cx="1496880" cy="48240"/>
              </p14:xfrm>
            </p:contentPart>
          </mc:Choice>
          <mc:Fallback>
            <p:pic>
              <p:nvPicPr>
                <p:cNvPr id="198" name="Ink 197">
                  <a:extLst>
                    <a:ext uri="{FF2B5EF4-FFF2-40B4-BE49-F238E27FC236}">
                      <a16:creationId xmlns:a16="http://schemas.microsoft.com/office/drawing/2014/main" id="{A21F16B6-40CA-26D9-2D79-13D2272E7320}"/>
                    </a:ext>
                  </a:extLst>
                </p:cNvPr>
                <p:cNvPicPr/>
                <p:nvPr/>
              </p:nvPicPr>
              <p:blipFill>
                <a:blip r:embed="rId303"/>
                <a:stretch>
                  <a:fillRect/>
                </a:stretch>
              </p:blipFill>
              <p:spPr>
                <a:xfrm>
                  <a:off x="2333070" y="2798742"/>
                  <a:ext cx="1514520" cy="65880"/>
                </a:xfrm>
                <a:prstGeom prst="rect">
                  <a:avLst/>
                </a:prstGeom>
              </p:spPr>
            </p:pic>
          </mc:Fallback>
        </mc:AlternateContent>
        <mc:AlternateContent xmlns:mc="http://schemas.openxmlformats.org/markup-compatibility/2006">
          <mc:Choice xmlns:p14="http://schemas.microsoft.com/office/powerpoint/2010/main" Requires="p14">
            <p:contentPart p14:bwMode="auto" r:id="rId304">
              <p14:nvContentPartPr>
                <p14:cNvPr id="199" name="Ink 198">
                  <a:extLst>
                    <a:ext uri="{FF2B5EF4-FFF2-40B4-BE49-F238E27FC236}">
                      <a16:creationId xmlns:a16="http://schemas.microsoft.com/office/drawing/2014/main" id="{1D03B775-75A9-C705-584D-C7900FD14360}"/>
                    </a:ext>
                  </a:extLst>
                </p14:cNvPr>
                <p14:cNvContentPartPr/>
                <p14:nvPr/>
              </p14:nvContentPartPr>
              <p14:xfrm>
                <a:off x="3801510" y="2722782"/>
                <a:ext cx="85680" cy="166680"/>
              </p14:xfrm>
            </p:contentPart>
          </mc:Choice>
          <mc:Fallback>
            <p:pic>
              <p:nvPicPr>
                <p:cNvPr id="199" name="Ink 198">
                  <a:extLst>
                    <a:ext uri="{FF2B5EF4-FFF2-40B4-BE49-F238E27FC236}">
                      <a16:creationId xmlns:a16="http://schemas.microsoft.com/office/drawing/2014/main" id="{1D03B775-75A9-C705-584D-C7900FD14360}"/>
                    </a:ext>
                  </a:extLst>
                </p:cNvPr>
                <p:cNvPicPr/>
                <p:nvPr/>
              </p:nvPicPr>
              <p:blipFill>
                <a:blip r:embed="rId305"/>
                <a:stretch>
                  <a:fillRect/>
                </a:stretch>
              </p:blipFill>
              <p:spPr>
                <a:xfrm>
                  <a:off x="3792510" y="2714142"/>
                  <a:ext cx="103320" cy="184320"/>
                </a:xfrm>
                <a:prstGeom prst="rect">
                  <a:avLst/>
                </a:prstGeom>
              </p:spPr>
            </p:pic>
          </mc:Fallback>
        </mc:AlternateContent>
        <mc:AlternateContent xmlns:mc="http://schemas.openxmlformats.org/markup-compatibility/2006">
          <mc:Choice xmlns:p14="http://schemas.microsoft.com/office/powerpoint/2010/main" Requires="p14">
            <p:contentPart p14:bwMode="auto" r:id="rId306">
              <p14:nvContentPartPr>
                <p14:cNvPr id="200" name="Ink 199">
                  <a:extLst>
                    <a:ext uri="{FF2B5EF4-FFF2-40B4-BE49-F238E27FC236}">
                      <a16:creationId xmlns:a16="http://schemas.microsoft.com/office/drawing/2014/main" id="{D587C917-344D-1C4F-BCFE-975F403C3915}"/>
                    </a:ext>
                  </a:extLst>
                </p14:cNvPr>
                <p14:cNvContentPartPr/>
                <p14:nvPr/>
              </p14:nvContentPartPr>
              <p14:xfrm>
                <a:off x="3602070" y="1871022"/>
                <a:ext cx="2280600" cy="2393280"/>
              </p14:xfrm>
            </p:contentPart>
          </mc:Choice>
          <mc:Fallback>
            <p:pic>
              <p:nvPicPr>
                <p:cNvPr id="200" name="Ink 199">
                  <a:extLst>
                    <a:ext uri="{FF2B5EF4-FFF2-40B4-BE49-F238E27FC236}">
                      <a16:creationId xmlns:a16="http://schemas.microsoft.com/office/drawing/2014/main" id="{D587C917-344D-1C4F-BCFE-975F403C3915}"/>
                    </a:ext>
                  </a:extLst>
                </p:cNvPr>
                <p:cNvPicPr/>
                <p:nvPr/>
              </p:nvPicPr>
              <p:blipFill>
                <a:blip r:embed="rId307"/>
                <a:stretch>
                  <a:fillRect/>
                </a:stretch>
              </p:blipFill>
              <p:spPr>
                <a:xfrm>
                  <a:off x="3593430" y="1862382"/>
                  <a:ext cx="2298240" cy="2410920"/>
                </a:xfrm>
                <a:prstGeom prst="rect">
                  <a:avLst/>
                </a:prstGeom>
              </p:spPr>
            </p:pic>
          </mc:Fallback>
        </mc:AlternateContent>
        <mc:AlternateContent xmlns:mc="http://schemas.openxmlformats.org/markup-compatibility/2006">
          <mc:Choice xmlns:p14="http://schemas.microsoft.com/office/powerpoint/2010/main" Requires="p14">
            <p:contentPart p14:bwMode="auto" r:id="rId308">
              <p14:nvContentPartPr>
                <p14:cNvPr id="202" name="Ink 201">
                  <a:extLst>
                    <a:ext uri="{FF2B5EF4-FFF2-40B4-BE49-F238E27FC236}">
                      <a16:creationId xmlns:a16="http://schemas.microsoft.com/office/drawing/2014/main" id="{8A244CAA-53EF-EB31-A8DD-EB605B52882C}"/>
                    </a:ext>
                  </a:extLst>
                </p14:cNvPr>
                <p14:cNvContentPartPr/>
                <p14:nvPr/>
              </p14:nvContentPartPr>
              <p14:xfrm>
                <a:off x="4255110" y="2078022"/>
                <a:ext cx="1395360" cy="910080"/>
              </p14:xfrm>
            </p:contentPart>
          </mc:Choice>
          <mc:Fallback>
            <p:pic>
              <p:nvPicPr>
                <p:cNvPr id="202" name="Ink 201">
                  <a:extLst>
                    <a:ext uri="{FF2B5EF4-FFF2-40B4-BE49-F238E27FC236}">
                      <a16:creationId xmlns:a16="http://schemas.microsoft.com/office/drawing/2014/main" id="{8A244CAA-53EF-EB31-A8DD-EB605B52882C}"/>
                    </a:ext>
                  </a:extLst>
                </p:cNvPr>
                <p:cNvPicPr/>
                <p:nvPr/>
              </p:nvPicPr>
              <p:blipFill>
                <a:blip r:embed="rId309"/>
                <a:stretch>
                  <a:fillRect/>
                </a:stretch>
              </p:blipFill>
              <p:spPr>
                <a:xfrm>
                  <a:off x="4246110" y="2069022"/>
                  <a:ext cx="1413000" cy="927720"/>
                </a:xfrm>
                <a:prstGeom prst="rect">
                  <a:avLst/>
                </a:prstGeom>
              </p:spPr>
            </p:pic>
          </mc:Fallback>
        </mc:AlternateContent>
        <mc:AlternateContent xmlns:mc="http://schemas.openxmlformats.org/markup-compatibility/2006">
          <mc:Choice xmlns:p14="http://schemas.microsoft.com/office/powerpoint/2010/main" Requires="p14">
            <p:contentPart p14:bwMode="auto" r:id="rId310">
              <p14:nvContentPartPr>
                <p14:cNvPr id="204" name="Ink 203">
                  <a:extLst>
                    <a:ext uri="{FF2B5EF4-FFF2-40B4-BE49-F238E27FC236}">
                      <a16:creationId xmlns:a16="http://schemas.microsoft.com/office/drawing/2014/main" id="{DB0A84D7-FEA1-F79D-DBAC-D86EE2A092E7}"/>
                    </a:ext>
                  </a:extLst>
                </p14:cNvPr>
                <p14:cNvContentPartPr/>
                <p14:nvPr/>
              </p14:nvContentPartPr>
              <p14:xfrm>
                <a:off x="3972150" y="3222102"/>
                <a:ext cx="464040" cy="18000"/>
              </p14:xfrm>
            </p:contentPart>
          </mc:Choice>
          <mc:Fallback>
            <p:pic>
              <p:nvPicPr>
                <p:cNvPr id="204" name="Ink 203">
                  <a:extLst>
                    <a:ext uri="{FF2B5EF4-FFF2-40B4-BE49-F238E27FC236}">
                      <a16:creationId xmlns:a16="http://schemas.microsoft.com/office/drawing/2014/main" id="{DB0A84D7-FEA1-F79D-DBAC-D86EE2A092E7}"/>
                    </a:ext>
                  </a:extLst>
                </p:cNvPr>
                <p:cNvPicPr/>
                <p:nvPr/>
              </p:nvPicPr>
              <p:blipFill>
                <a:blip r:embed="rId311"/>
                <a:stretch>
                  <a:fillRect/>
                </a:stretch>
              </p:blipFill>
              <p:spPr>
                <a:xfrm>
                  <a:off x="3963510" y="3213462"/>
                  <a:ext cx="481680" cy="35640"/>
                </a:xfrm>
                <a:prstGeom prst="rect">
                  <a:avLst/>
                </a:prstGeom>
              </p:spPr>
            </p:pic>
          </mc:Fallback>
        </mc:AlternateContent>
        <mc:AlternateContent xmlns:mc="http://schemas.openxmlformats.org/markup-compatibility/2006">
          <mc:Choice xmlns:p14="http://schemas.microsoft.com/office/powerpoint/2010/main" Requires="p14">
            <p:contentPart p14:bwMode="auto" r:id="rId312">
              <p14:nvContentPartPr>
                <p14:cNvPr id="205" name="Ink 204">
                  <a:extLst>
                    <a:ext uri="{FF2B5EF4-FFF2-40B4-BE49-F238E27FC236}">
                      <a16:creationId xmlns:a16="http://schemas.microsoft.com/office/drawing/2014/main" id="{DDA44898-170A-BBB4-927B-94A261C807D8}"/>
                    </a:ext>
                  </a:extLst>
                </p14:cNvPr>
                <p14:cNvContentPartPr/>
                <p14:nvPr/>
              </p14:nvContentPartPr>
              <p14:xfrm>
                <a:off x="4855230" y="3235782"/>
                <a:ext cx="416520" cy="26640"/>
              </p14:xfrm>
            </p:contentPart>
          </mc:Choice>
          <mc:Fallback>
            <p:pic>
              <p:nvPicPr>
                <p:cNvPr id="205" name="Ink 204">
                  <a:extLst>
                    <a:ext uri="{FF2B5EF4-FFF2-40B4-BE49-F238E27FC236}">
                      <a16:creationId xmlns:a16="http://schemas.microsoft.com/office/drawing/2014/main" id="{DDA44898-170A-BBB4-927B-94A261C807D8}"/>
                    </a:ext>
                  </a:extLst>
                </p:cNvPr>
                <p:cNvPicPr/>
                <p:nvPr/>
              </p:nvPicPr>
              <p:blipFill>
                <a:blip r:embed="rId313"/>
                <a:stretch>
                  <a:fillRect/>
                </a:stretch>
              </p:blipFill>
              <p:spPr>
                <a:xfrm>
                  <a:off x="4846230" y="3226782"/>
                  <a:ext cx="434160" cy="44280"/>
                </a:xfrm>
                <a:prstGeom prst="rect">
                  <a:avLst/>
                </a:prstGeom>
              </p:spPr>
            </p:pic>
          </mc:Fallback>
        </mc:AlternateContent>
        <mc:AlternateContent xmlns:mc="http://schemas.openxmlformats.org/markup-compatibility/2006">
          <mc:Choice xmlns:p14="http://schemas.microsoft.com/office/powerpoint/2010/main" Requires="p14">
            <p:contentPart p14:bwMode="auto" r:id="rId314">
              <p14:nvContentPartPr>
                <p14:cNvPr id="206" name="Ink 205">
                  <a:extLst>
                    <a:ext uri="{FF2B5EF4-FFF2-40B4-BE49-F238E27FC236}">
                      <a16:creationId xmlns:a16="http://schemas.microsoft.com/office/drawing/2014/main" id="{D6E91D73-4EC4-5D00-082C-3067A853B35B}"/>
                    </a:ext>
                  </a:extLst>
                </p14:cNvPr>
                <p14:cNvContentPartPr/>
                <p14:nvPr/>
              </p14:nvContentPartPr>
              <p14:xfrm>
                <a:off x="3973590" y="3500022"/>
                <a:ext cx="479520" cy="11520"/>
              </p14:xfrm>
            </p:contentPart>
          </mc:Choice>
          <mc:Fallback>
            <p:pic>
              <p:nvPicPr>
                <p:cNvPr id="206" name="Ink 205">
                  <a:extLst>
                    <a:ext uri="{FF2B5EF4-FFF2-40B4-BE49-F238E27FC236}">
                      <a16:creationId xmlns:a16="http://schemas.microsoft.com/office/drawing/2014/main" id="{D6E91D73-4EC4-5D00-082C-3067A853B35B}"/>
                    </a:ext>
                  </a:extLst>
                </p:cNvPr>
                <p:cNvPicPr/>
                <p:nvPr/>
              </p:nvPicPr>
              <p:blipFill>
                <a:blip r:embed="rId315"/>
                <a:stretch>
                  <a:fillRect/>
                </a:stretch>
              </p:blipFill>
              <p:spPr>
                <a:xfrm>
                  <a:off x="3964950" y="3491382"/>
                  <a:ext cx="497160" cy="29160"/>
                </a:xfrm>
                <a:prstGeom prst="rect">
                  <a:avLst/>
                </a:prstGeom>
              </p:spPr>
            </p:pic>
          </mc:Fallback>
        </mc:AlternateContent>
        <mc:AlternateContent xmlns:mc="http://schemas.openxmlformats.org/markup-compatibility/2006">
          <mc:Choice xmlns:p14="http://schemas.microsoft.com/office/powerpoint/2010/main" Requires="p14">
            <p:contentPart p14:bwMode="auto" r:id="rId316">
              <p14:nvContentPartPr>
                <p14:cNvPr id="207" name="Ink 206">
                  <a:extLst>
                    <a:ext uri="{FF2B5EF4-FFF2-40B4-BE49-F238E27FC236}">
                      <a16:creationId xmlns:a16="http://schemas.microsoft.com/office/drawing/2014/main" id="{FBCD7A51-6D55-353A-21BD-149FC4F210B0}"/>
                    </a:ext>
                  </a:extLst>
                </p14:cNvPr>
                <p14:cNvContentPartPr/>
                <p14:nvPr/>
              </p14:nvContentPartPr>
              <p14:xfrm>
                <a:off x="4928670" y="3448542"/>
                <a:ext cx="405000" cy="19080"/>
              </p14:xfrm>
            </p:contentPart>
          </mc:Choice>
          <mc:Fallback>
            <p:pic>
              <p:nvPicPr>
                <p:cNvPr id="207" name="Ink 206">
                  <a:extLst>
                    <a:ext uri="{FF2B5EF4-FFF2-40B4-BE49-F238E27FC236}">
                      <a16:creationId xmlns:a16="http://schemas.microsoft.com/office/drawing/2014/main" id="{FBCD7A51-6D55-353A-21BD-149FC4F210B0}"/>
                    </a:ext>
                  </a:extLst>
                </p:cNvPr>
                <p:cNvPicPr/>
                <p:nvPr/>
              </p:nvPicPr>
              <p:blipFill>
                <a:blip r:embed="rId317"/>
                <a:stretch>
                  <a:fillRect/>
                </a:stretch>
              </p:blipFill>
              <p:spPr>
                <a:xfrm>
                  <a:off x="4920030" y="3439902"/>
                  <a:ext cx="422640" cy="36720"/>
                </a:xfrm>
                <a:prstGeom prst="rect">
                  <a:avLst/>
                </a:prstGeom>
              </p:spPr>
            </p:pic>
          </mc:Fallback>
        </mc:AlternateContent>
        <mc:AlternateContent xmlns:mc="http://schemas.openxmlformats.org/markup-compatibility/2006">
          <mc:Choice xmlns:p14="http://schemas.microsoft.com/office/powerpoint/2010/main" Requires="p14">
            <p:contentPart p14:bwMode="auto" r:id="rId318">
              <p14:nvContentPartPr>
                <p14:cNvPr id="208" name="Ink 207">
                  <a:extLst>
                    <a:ext uri="{FF2B5EF4-FFF2-40B4-BE49-F238E27FC236}">
                      <a16:creationId xmlns:a16="http://schemas.microsoft.com/office/drawing/2014/main" id="{19835CA9-B4F1-2F1E-4EB1-7E4219C97E26}"/>
                    </a:ext>
                  </a:extLst>
                </p14:cNvPr>
                <p14:cNvContentPartPr/>
                <p14:nvPr/>
              </p14:nvContentPartPr>
              <p14:xfrm>
                <a:off x="3880350" y="3661662"/>
                <a:ext cx="1369800" cy="273960"/>
              </p14:xfrm>
            </p:contentPart>
          </mc:Choice>
          <mc:Fallback>
            <p:pic>
              <p:nvPicPr>
                <p:cNvPr id="208" name="Ink 207">
                  <a:extLst>
                    <a:ext uri="{FF2B5EF4-FFF2-40B4-BE49-F238E27FC236}">
                      <a16:creationId xmlns:a16="http://schemas.microsoft.com/office/drawing/2014/main" id="{19835CA9-B4F1-2F1E-4EB1-7E4219C97E26}"/>
                    </a:ext>
                  </a:extLst>
                </p:cNvPr>
                <p:cNvPicPr/>
                <p:nvPr/>
              </p:nvPicPr>
              <p:blipFill>
                <a:blip r:embed="rId319"/>
                <a:stretch>
                  <a:fillRect/>
                </a:stretch>
              </p:blipFill>
              <p:spPr>
                <a:xfrm>
                  <a:off x="3871710" y="3652662"/>
                  <a:ext cx="1387440" cy="291600"/>
                </a:xfrm>
                <a:prstGeom prst="rect">
                  <a:avLst/>
                </a:prstGeom>
              </p:spPr>
            </p:pic>
          </mc:Fallback>
        </mc:AlternateContent>
        <mc:AlternateContent xmlns:mc="http://schemas.openxmlformats.org/markup-compatibility/2006">
          <mc:Choice xmlns:p14="http://schemas.microsoft.com/office/powerpoint/2010/main" Requires="p14">
            <p:contentPart p14:bwMode="auto" r:id="rId320">
              <p14:nvContentPartPr>
                <p14:cNvPr id="209" name="Ink 208">
                  <a:extLst>
                    <a:ext uri="{FF2B5EF4-FFF2-40B4-BE49-F238E27FC236}">
                      <a16:creationId xmlns:a16="http://schemas.microsoft.com/office/drawing/2014/main" id="{0805C733-29FC-100D-C625-615149C774E1}"/>
                    </a:ext>
                  </a:extLst>
                </p14:cNvPr>
                <p14:cNvContentPartPr/>
                <p14:nvPr/>
              </p14:nvContentPartPr>
              <p14:xfrm>
                <a:off x="3593070" y="3723222"/>
                <a:ext cx="103680" cy="231840"/>
              </p14:xfrm>
            </p:contentPart>
          </mc:Choice>
          <mc:Fallback>
            <p:pic>
              <p:nvPicPr>
                <p:cNvPr id="209" name="Ink 208">
                  <a:extLst>
                    <a:ext uri="{FF2B5EF4-FFF2-40B4-BE49-F238E27FC236}">
                      <a16:creationId xmlns:a16="http://schemas.microsoft.com/office/drawing/2014/main" id="{0805C733-29FC-100D-C625-615149C774E1}"/>
                    </a:ext>
                  </a:extLst>
                </p:cNvPr>
                <p:cNvPicPr/>
                <p:nvPr/>
              </p:nvPicPr>
              <p:blipFill>
                <a:blip r:embed="rId321"/>
                <a:stretch>
                  <a:fillRect/>
                </a:stretch>
              </p:blipFill>
              <p:spPr>
                <a:xfrm>
                  <a:off x="3584430" y="3714582"/>
                  <a:ext cx="121320" cy="249480"/>
                </a:xfrm>
                <a:prstGeom prst="rect">
                  <a:avLst/>
                </a:prstGeom>
              </p:spPr>
            </p:pic>
          </mc:Fallback>
        </mc:AlternateContent>
        <mc:AlternateContent xmlns:mc="http://schemas.openxmlformats.org/markup-compatibility/2006">
          <mc:Choice xmlns:p14="http://schemas.microsoft.com/office/powerpoint/2010/main" Requires="p14">
            <p:contentPart p14:bwMode="auto" r:id="rId322">
              <p14:nvContentPartPr>
                <p14:cNvPr id="210" name="Ink 209">
                  <a:extLst>
                    <a:ext uri="{FF2B5EF4-FFF2-40B4-BE49-F238E27FC236}">
                      <a16:creationId xmlns:a16="http://schemas.microsoft.com/office/drawing/2014/main" id="{D81DD139-8385-065C-F666-099A70FBCC10}"/>
                    </a:ext>
                  </a:extLst>
                </p14:cNvPr>
                <p14:cNvContentPartPr/>
                <p14:nvPr/>
              </p14:nvContentPartPr>
              <p14:xfrm>
                <a:off x="3754350" y="3718182"/>
                <a:ext cx="15840" cy="163080"/>
              </p14:xfrm>
            </p:contentPart>
          </mc:Choice>
          <mc:Fallback>
            <p:pic>
              <p:nvPicPr>
                <p:cNvPr id="210" name="Ink 209">
                  <a:extLst>
                    <a:ext uri="{FF2B5EF4-FFF2-40B4-BE49-F238E27FC236}">
                      <a16:creationId xmlns:a16="http://schemas.microsoft.com/office/drawing/2014/main" id="{D81DD139-8385-065C-F666-099A70FBCC10}"/>
                    </a:ext>
                  </a:extLst>
                </p:cNvPr>
                <p:cNvPicPr/>
                <p:nvPr/>
              </p:nvPicPr>
              <p:blipFill>
                <a:blip r:embed="rId323"/>
                <a:stretch>
                  <a:fillRect/>
                </a:stretch>
              </p:blipFill>
              <p:spPr>
                <a:xfrm>
                  <a:off x="3745350" y="3709182"/>
                  <a:ext cx="33480" cy="180720"/>
                </a:xfrm>
                <a:prstGeom prst="rect">
                  <a:avLst/>
                </a:prstGeom>
              </p:spPr>
            </p:pic>
          </mc:Fallback>
        </mc:AlternateContent>
        <mc:AlternateContent xmlns:mc="http://schemas.openxmlformats.org/markup-compatibility/2006">
          <mc:Choice xmlns:p14="http://schemas.microsoft.com/office/powerpoint/2010/main" Requires="p14">
            <p:contentPart p14:bwMode="auto" r:id="rId324">
              <p14:nvContentPartPr>
                <p14:cNvPr id="211" name="Ink 210">
                  <a:extLst>
                    <a:ext uri="{FF2B5EF4-FFF2-40B4-BE49-F238E27FC236}">
                      <a16:creationId xmlns:a16="http://schemas.microsoft.com/office/drawing/2014/main" id="{40B8D032-AF3B-3393-D1D6-4191A88B83A5}"/>
                    </a:ext>
                  </a:extLst>
                </p14:cNvPr>
                <p14:cNvContentPartPr/>
                <p14:nvPr/>
              </p14:nvContentPartPr>
              <p14:xfrm>
                <a:off x="3730950" y="3776502"/>
                <a:ext cx="146160" cy="210240"/>
              </p14:xfrm>
            </p:contentPart>
          </mc:Choice>
          <mc:Fallback>
            <p:pic>
              <p:nvPicPr>
                <p:cNvPr id="211" name="Ink 210">
                  <a:extLst>
                    <a:ext uri="{FF2B5EF4-FFF2-40B4-BE49-F238E27FC236}">
                      <a16:creationId xmlns:a16="http://schemas.microsoft.com/office/drawing/2014/main" id="{40B8D032-AF3B-3393-D1D6-4191A88B83A5}"/>
                    </a:ext>
                  </a:extLst>
                </p:cNvPr>
                <p:cNvPicPr/>
                <p:nvPr/>
              </p:nvPicPr>
              <p:blipFill>
                <a:blip r:embed="rId325"/>
                <a:stretch>
                  <a:fillRect/>
                </a:stretch>
              </p:blipFill>
              <p:spPr>
                <a:xfrm>
                  <a:off x="3721950" y="3767502"/>
                  <a:ext cx="163800" cy="227880"/>
                </a:xfrm>
                <a:prstGeom prst="rect">
                  <a:avLst/>
                </a:prstGeom>
              </p:spPr>
            </p:pic>
          </mc:Fallback>
        </mc:AlternateContent>
        <mc:AlternateContent xmlns:mc="http://schemas.openxmlformats.org/markup-compatibility/2006">
          <mc:Choice xmlns:p14="http://schemas.microsoft.com/office/powerpoint/2010/main" Requires="p14">
            <p:contentPart p14:bwMode="auto" r:id="rId326">
              <p14:nvContentPartPr>
                <p14:cNvPr id="213" name="Ink 212">
                  <a:extLst>
                    <a:ext uri="{FF2B5EF4-FFF2-40B4-BE49-F238E27FC236}">
                      <a16:creationId xmlns:a16="http://schemas.microsoft.com/office/drawing/2014/main" id="{4962142C-CD5B-4A14-E869-F77B7F8A4AF7}"/>
                    </a:ext>
                  </a:extLst>
                </p14:cNvPr>
                <p14:cNvContentPartPr/>
                <p14:nvPr/>
              </p14:nvContentPartPr>
              <p14:xfrm>
                <a:off x="3958830" y="4014462"/>
                <a:ext cx="15120" cy="95400"/>
              </p14:xfrm>
            </p:contentPart>
          </mc:Choice>
          <mc:Fallback>
            <p:pic>
              <p:nvPicPr>
                <p:cNvPr id="213" name="Ink 212">
                  <a:extLst>
                    <a:ext uri="{FF2B5EF4-FFF2-40B4-BE49-F238E27FC236}">
                      <a16:creationId xmlns:a16="http://schemas.microsoft.com/office/drawing/2014/main" id="{4962142C-CD5B-4A14-E869-F77B7F8A4AF7}"/>
                    </a:ext>
                  </a:extLst>
                </p:cNvPr>
                <p:cNvPicPr/>
                <p:nvPr/>
              </p:nvPicPr>
              <p:blipFill>
                <a:blip r:embed="rId327"/>
                <a:stretch>
                  <a:fillRect/>
                </a:stretch>
              </p:blipFill>
              <p:spPr>
                <a:xfrm>
                  <a:off x="3949830" y="4005462"/>
                  <a:ext cx="32760" cy="113040"/>
                </a:xfrm>
                <a:prstGeom prst="rect">
                  <a:avLst/>
                </a:prstGeom>
              </p:spPr>
            </p:pic>
          </mc:Fallback>
        </mc:AlternateContent>
        <mc:AlternateContent xmlns:mc="http://schemas.openxmlformats.org/markup-compatibility/2006">
          <mc:Choice xmlns:p14="http://schemas.microsoft.com/office/powerpoint/2010/main" Requires="p14">
            <p:contentPart p14:bwMode="auto" r:id="rId328">
              <p14:nvContentPartPr>
                <p14:cNvPr id="214" name="Ink 213">
                  <a:extLst>
                    <a:ext uri="{FF2B5EF4-FFF2-40B4-BE49-F238E27FC236}">
                      <a16:creationId xmlns:a16="http://schemas.microsoft.com/office/drawing/2014/main" id="{01C57EBC-93E1-B372-4FA6-6D7A6E04CE46}"/>
                    </a:ext>
                  </a:extLst>
                </p14:cNvPr>
                <p14:cNvContentPartPr/>
                <p14:nvPr/>
              </p14:nvContentPartPr>
              <p14:xfrm>
                <a:off x="3851550" y="3984222"/>
                <a:ext cx="1786320" cy="242280"/>
              </p14:xfrm>
            </p:contentPart>
          </mc:Choice>
          <mc:Fallback>
            <p:pic>
              <p:nvPicPr>
                <p:cNvPr id="214" name="Ink 213">
                  <a:extLst>
                    <a:ext uri="{FF2B5EF4-FFF2-40B4-BE49-F238E27FC236}">
                      <a16:creationId xmlns:a16="http://schemas.microsoft.com/office/drawing/2014/main" id="{01C57EBC-93E1-B372-4FA6-6D7A6E04CE46}"/>
                    </a:ext>
                  </a:extLst>
                </p:cNvPr>
                <p:cNvPicPr/>
                <p:nvPr/>
              </p:nvPicPr>
              <p:blipFill>
                <a:blip r:embed="rId329"/>
                <a:stretch>
                  <a:fillRect/>
                </a:stretch>
              </p:blipFill>
              <p:spPr>
                <a:xfrm>
                  <a:off x="3842550" y="3975222"/>
                  <a:ext cx="1803960" cy="259920"/>
                </a:xfrm>
                <a:prstGeom prst="rect">
                  <a:avLst/>
                </a:prstGeom>
              </p:spPr>
            </p:pic>
          </mc:Fallback>
        </mc:AlternateContent>
        <mc:AlternateContent xmlns:mc="http://schemas.openxmlformats.org/markup-compatibility/2006">
          <mc:Choice xmlns:p14="http://schemas.microsoft.com/office/powerpoint/2010/main" Requires="p14">
            <p:contentPart p14:bwMode="auto" r:id="rId330">
              <p14:nvContentPartPr>
                <p14:cNvPr id="215" name="Ink 214">
                  <a:extLst>
                    <a:ext uri="{FF2B5EF4-FFF2-40B4-BE49-F238E27FC236}">
                      <a16:creationId xmlns:a16="http://schemas.microsoft.com/office/drawing/2014/main" id="{88D2F61B-E00E-714E-AA9D-2FA7C27A7F07}"/>
                    </a:ext>
                  </a:extLst>
                </p14:cNvPr>
                <p14:cNvContentPartPr/>
                <p14:nvPr/>
              </p14:nvContentPartPr>
              <p14:xfrm>
                <a:off x="4192110" y="4036782"/>
                <a:ext cx="130680" cy="154800"/>
              </p14:xfrm>
            </p:contentPart>
          </mc:Choice>
          <mc:Fallback>
            <p:pic>
              <p:nvPicPr>
                <p:cNvPr id="215" name="Ink 214">
                  <a:extLst>
                    <a:ext uri="{FF2B5EF4-FFF2-40B4-BE49-F238E27FC236}">
                      <a16:creationId xmlns:a16="http://schemas.microsoft.com/office/drawing/2014/main" id="{88D2F61B-E00E-714E-AA9D-2FA7C27A7F07}"/>
                    </a:ext>
                  </a:extLst>
                </p:cNvPr>
                <p:cNvPicPr/>
                <p:nvPr/>
              </p:nvPicPr>
              <p:blipFill>
                <a:blip r:embed="rId331"/>
                <a:stretch>
                  <a:fillRect/>
                </a:stretch>
              </p:blipFill>
              <p:spPr>
                <a:xfrm>
                  <a:off x="4183470" y="4028142"/>
                  <a:ext cx="148320" cy="172440"/>
                </a:xfrm>
                <a:prstGeom prst="rect">
                  <a:avLst/>
                </a:prstGeom>
              </p:spPr>
            </p:pic>
          </mc:Fallback>
        </mc:AlternateContent>
        <mc:AlternateContent xmlns:mc="http://schemas.openxmlformats.org/markup-compatibility/2006">
          <mc:Choice xmlns:p14="http://schemas.microsoft.com/office/powerpoint/2010/main" Requires="p14">
            <p:contentPart p14:bwMode="auto" r:id="rId332">
              <p14:nvContentPartPr>
                <p14:cNvPr id="216" name="Ink 215">
                  <a:extLst>
                    <a:ext uri="{FF2B5EF4-FFF2-40B4-BE49-F238E27FC236}">
                      <a16:creationId xmlns:a16="http://schemas.microsoft.com/office/drawing/2014/main" id="{767A4D49-3A40-974A-C379-C9F8C45DF908}"/>
                    </a:ext>
                  </a:extLst>
                </p14:cNvPr>
                <p14:cNvContentPartPr/>
                <p14:nvPr/>
              </p14:nvContentPartPr>
              <p14:xfrm>
                <a:off x="4267350" y="4075302"/>
                <a:ext cx="66600" cy="42480"/>
              </p14:xfrm>
            </p:contentPart>
          </mc:Choice>
          <mc:Fallback>
            <p:pic>
              <p:nvPicPr>
                <p:cNvPr id="216" name="Ink 215">
                  <a:extLst>
                    <a:ext uri="{FF2B5EF4-FFF2-40B4-BE49-F238E27FC236}">
                      <a16:creationId xmlns:a16="http://schemas.microsoft.com/office/drawing/2014/main" id="{767A4D49-3A40-974A-C379-C9F8C45DF908}"/>
                    </a:ext>
                  </a:extLst>
                </p:cNvPr>
                <p:cNvPicPr/>
                <p:nvPr/>
              </p:nvPicPr>
              <p:blipFill>
                <a:blip r:embed="rId333"/>
                <a:stretch>
                  <a:fillRect/>
                </a:stretch>
              </p:blipFill>
              <p:spPr>
                <a:xfrm>
                  <a:off x="4258710" y="4066302"/>
                  <a:ext cx="84240" cy="60120"/>
                </a:xfrm>
                <a:prstGeom prst="rect">
                  <a:avLst/>
                </a:prstGeom>
              </p:spPr>
            </p:pic>
          </mc:Fallback>
        </mc:AlternateContent>
        <mc:AlternateContent xmlns:mc="http://schemas.openxmlformats.org/markup-compatibility/2006">
          <mc:Choice xmlns:p14="http://schemas.microsoft.com/office/powerpoint/2010/main" Requires="p14">
            <p:contentPart p14:bwMode="auto" r:id="rId334">
              <p14:nvContentPartPr>
                <p14:cNvPr id="218" name="Ink 217">
                  <a:extLst>
                    <a:ext uri="{FF2B5EF4-FFF2-40B4-BE49-F238E27FC236}">
                      <a16:creationId xmlns:a16="http://schemas.microsoft.com/office/drawing/2014/main" id="{FC87958B-5D82-9C93-1657-0F6C38D7948F}"/>
                    </a:ext>
                  </a:extLst>
                </p14:cNvPr>
                <p14:cNvContentPartPr/>
                <p14:nvPr/>
              </p14:nvContentPartPr>
              <p14:xfrm>
                <a:off x="4376790" y="4060902"/>
                <a:ext cx="98280" cy="133560"/>
              </p14:xfrm>
            </p:contentPart>
          </mc:Choice>
          <mc:Fallback>
            <p:pic>
              <p:nvPicPr>
                <p:cNvPr id="218" name="Ink 217">
                  <a:extLst>
                    <a:ext uri="{FF2B5EF4-FFF2-40B4-BE49-F238E27FC236}">
                      <a16:creationId xmlns:a16="http://schemas.microsoft.com/office/drawing/2014/main" id="{FC87958B-5D82-9C93-1657-0F6C38D7948F}"/>
                    </a:ext>
                  </a:extLst>
                </p:cNvPr>
                <p:cNvPicPr/>
                <p:nvPr/>
              </p:nvPicPr>
              <p:blipFill>
                <a:blip r:embed="rId335"/>
                <a:stretch>
                  <a:fillRect/>
                </a:stretch>
              </p:blipFill>
              <p:spPr>
                <a:xfrm>
                  <a:off x="4367790" y="4051902"/>
                  <a:ext cx="115920" cy="151200"/>
                </a:xfrm>
                <a:prstGeom prst="rect">
                  <a:avLst/>
                </a:prstGeom>
              </p:spPr>
            </p:pic>
          </mc:Fallback>
        </mc:AlternateContent>
        <mc:AlternateContent xmlns:mc="http://schemas.openxmlformats.org/markup-compatibility/2006">
          <mc:Choice xmlns:p14="http://schemas.microsoft.com/office/powerpoint/2010/main" Requires="p14">
            <p:contentPart p14:bwMode="auto" r:id="rId336">
              <p14:nvContentPartPr>
                <p14:cNvPr id="219" name="Ink 218">
                  <a:extLst>
                    <a:ext uri="{FF2B5EF4-FFF2-40B4-BE49-F238E27FC236}">
                      <a16:creationId xmlns:a16="http://schemas.microsoft.com/office/drawing/2014/main" id="{58E6C80E-08D0-C77F-5C3D-5929F67146F9}"/>
                    </a:ext>
                  </a:extLst>
                </p14:cNvPr>
                <p14:cNvContentPartPr/>
                <p14:nvPr/>
              </p14:nvContentPartPr>
              <p14:xfrm>
                <a:off x="4527990" y="4061982"/>
                <a:ext cx="99360" cy="133920"/>
              </p14:xfrm>
            </p:contentPart>
          </mc:Choice>
          <mc:Fallback>
            <p:pic>
              <p:nvPicPr>
                <p:cNvPr id="219" name="Ink 218">
                  <a:extLst>
                    <a:ext uri="{FF2B5EF4-FFF2-40B4-BE49-F238E27FC236}">
                      <a16:creationId xmlns:a16="http://schemas.microsoft.com/office/drawing/2014/main" id="{58E6C80E-08D0-C77F-5C3D-5929F67146F9}"/>
                    </a:ext>
                  </a:extLst>
                </p:cNvPr>
                <p:cNvPicPr/>
                <p:nvPr/>
              </p:nvPicPr>
              <p:blipFill>
                <a:blip r:embed="rId337"/>
                <a:stretch>
                  <a:fillRect/>
                </a:stretch>
              </p:blipFill>
              <p:spPr>
                <a:xfrm>
                  <a:off x="4518990" y="4052982"/>
                  <a:ext cx="117000" cy="151560"/>
                </a:xfrm>
                <a:prstGeom prst="rect">
                  <a:avLst/>
                </a:prstGeom>
              </p:spPr>
            </p:pic>
          </mc:Fallback>
        </mc:AlternateContent>
        <mc:AlternateContent xmlns:mc="http://schemas.openxmlformats.org/markup-compatibility/2006">
          <mc:Choice xmlns:p14="http://schemas.microsoft.com/office/powerpoint/2010/main" Requires="p14">
            <p:contentPart p14:bwMode="auto" r:id="rId338">
              <p14:nvContentPartPr>
                <p14:cNvPr id="220" name="Ink 219">
                  <a:extLst>
                    <a:ext uri="{FF2B5EF4-FFF2-40B4-BE49-F238E27FC236}">
                      <a16:creationId xmlns:a16="http://schemas.microsoft.com/office/drawing/2014/main" id="{643DF0B0-F1E8-89E2-D2D5-A6A5712FCAAC}"/>
                    </a:ext>
                  </a:extLst>
                </p14:cNvPr>
                <p14:cNvContentPartPr/>
                <p14:nvPr/>
              </p14:nvContentPartPr>
              <p14:xfrm>
                <a:off x="4777110" y="4083222"/>
                <a:ext cx="29880" cy="136080"/>
              </p14:xfrm>
            </p:contentPart>
          </mc:Choice>
          <mc:Fallback>
            <p:pic>
              <p:nvPicPr>
                <p:cNvPr id="220" name="Ink 219">
                  <a:extLst>
                    <a:ext uri="{FF2B5EF4-FFF2-40B4-BE49-F238E27FC236}">
                      <a16:creationId xmlns:a16="http://schemas.microsoft.com/office/drawing/2014/main" id="{643DF0B0-F1E8-89E2-D2D5-A6A5712FCAAC}"/>
                    </a:ext>
                  </a:extLst>
                </p:cNvPr>
                <p:cNvPicPr/>
                <p:nvPr/>
              </p:nvPicPr>
              <p:blipFill>
                <a:blip r:embed="rId339"/>
                <a:stretch>
                  <a:fillRect/>
                </a:stretch>
              </p:blipFill>
              <p:spPr>
                <a:xfrm>
                  <a:off x="4768110" y="4074582"/>
                  <a:ext cx="47520" cy="153720"/>
                </a:xfrm>
                <a:prstGeom prst="rect">
                  <a:avLst/>
                </a:prstGeom>
              </p:spPr>
            </p:pic>
          </mc:Fallback>
        </mc:AlternateContent>
        <mc:AlternateContent xmlns:mc="http://schemas.openxmlformats.org/markup-compatibility/2006">
          <mc:Choice xmlns:p14="http://schemas.microsoft.com/office/powerpoint/2010/main" Requires="p14">
            <p:contentPart p14:bwMode="auto" r:id="rId340">
              <p14:nvContentPartPr>
                <p14:cNvPr id="221" name="Ink 220">
                  <a:extLst>
                    <a:ext uri="{FF2B5EF4-FFF2-40B4-BE49-F238E27FC236}">
                      <a16:creationId xmlns:a16="http://schemas.microsoft.com/office/drawing/2014/main" id="{C231B4DA-3FA0-D472-F503-5ACC6A51AFD8}"/>
                    </a:ext>
                  </a:extLst>
                </p14:cNvPr>
                <p14:cNvContentPartPr/>
                <p14:nvPr/>
              </p14:nvContentPartPr>
              <p14:xfrm>
                <a:off x="4755870" y="4122102"/>
                <a:ext cx="182880" cy="79560"/>
              </p14:xfrm>
            </p:contentPart>
          </mc:Choice>
          <mc:Fallback>
            <p:pic>
              <p:nvPicPr>
                <p:cNvPr id="221" name="Ink 220">
                  <a:extLst>
                    <a:ext uri="{FF2B5EF4-FFF2-40B4-BE49-F238E27FC236}">
                      <a16:creationId xmlns:a16="http://schemas.microsoft.com/office/drawing/2014/main" id="{C231B4DA-3FA0-D472-F503-5ACC6A51AFD8}"/>
                    </a:ext>
                  </a:extLst>
                </p:cNvPr>
                <p:cNvPicPr/>
                <p:nvPr/>
              </p:nvPicPr>
              <p:blipFill>
                <a:blip r:embed="rId341"/>
                <a:stretch>
                  <a:fillRect/>
                </a:stretch>
              </p:blipFill>
              <p:spPr>
                <a:xfrm>
                  <a:off x="4747230" y="4113462"/>
                  <a:ext cx="200520" cy="97200"/>
                </a:xfrm>
                <a:prstGeom prst="rect">
                  <a:avLst/>
                </a:prstGeom>
              </p:spPr>
            </p:pic>
          </mc:Fallback>
        </mc:AlternateContent>
        <mc:AlternateContent xmlns:mc="http://schemas.openxmlformats.org/markup-compatibility/2006">
          <mc:Choice xmlns:p14="http://schemas.microsoft.com/office/powerpoint/2010/main" Requires="p14">
            <p:contentPart p14:bwMode="auto" r:id="rId342">
              <p14:nvContentPartPr>
                <p14:cNvPr id="222" name="Ink 221">
                  <a:extLst>
                    <a:ext uri="{FF2B5EF4-FFF2-40B4-BE49-F238E27FC236}">
                      <a16:creationId xmlns:a16="http://schemas.microsoft.com/office/drawing/2014/main" id="{3EDC0AC3-5616-B1AE-7104-6919A0C2BEFF}"/>
                    </a:ext>
                  </a:extLst>
                </p14:cNvPr>
                <p14:cNvContentPartPr/>
                <p14:nvPr/>
              </p14:nvContentPartPr>
              <p14:xfrm>
                <a:off x="5050350" y="4065222"/>
                <a:ext cx="83880" cy="145800"/>
              </p14:xfrm>
            </p:contentPart>
          </mc:Choice>
          <mc:Fallback>
            <p:pic>
              <p:nvPicPr>
                <p:cNvPr id="222" name="Ink 221">
                  <a:extLst>
                    <a:ext uri="{FF2B5EF4-FFF2-40B4-BE49-F238E27FC236}">
                      <a16:creationId xmlns:a16="http://schemas.microsoft.com/office/drawing/2014/main" id="{3EDC0AC3-5616-B1AE-7104-6919A0C2BEFF}"/>
                    </a:ext>
                  </a:extLst>
                </p:cNvPr>
                <p:cNvPicPr/>
                <p:nvPr/>
              </p:nvPicPr>
              <p:blipFill>
                <a:blip r:embed="rId343"/>
                <a:stretch>
                  <a:fillRect/>
                </a:stretch>
              </p:blipFill>
              <p:spPr>
                <a:xfrm>
                  <a:off x="5041710" y="4056222"/>
                  <a:ext cx="101520" cy="163440"/>
                </a:xfrm>
                <a:prstGeom prst="rect">
                  <a:avLst/>
                </a:prstGeom>
              </p:spPr>
            </p:pic>
          </mc:Fallback>
        </mc:AlternateContent>
        <mc:AlternateContent xmlns:mc="http://schemas.openxmlformats.org/markup-compatibility/2006">
          <mc:Choice xmlns:p14="http://schemas.microsoft.com/office/powerpoint/2010/main" Requires="p14">
            <p:contentPart p14:bwMode="auto" r:id="rId344">
              <p14:nvContentPartPr>
                <p14:cNvPr id="223" name="Ink 222">
                  <a:extLst>
                    <a:ext uri="{FF2B5EF4-FFF2-40B4-BE49-F238E27FC236}">
                      <a16:creationId xmlns:a16="http://schemas.microsoft.com/office/drawing/2014/main" id="{193D3DB2-C7B7-50A5-27CA-903B01045260}"/>
                    </a:ext>
                  </a:extLst>
                </p14:cNvPr>
                <p14:cNvContentPartPr/>
                <p14:nvPr/>
              </p14:nvContentPartPr>
              <p14:xfrm>
                <a:off x="5153670" y="4109862"/>
                <a:ext cx="73440" cy="84960"/>
              </p14:xfrm>
            </p:contentPart>
          </mc:Choice>
          <mc:Fallback>
            <p:pic>
              <p:nvPicPr>
                <p:cNvPr id="223" name="Ink 222">
                  <a:extLst>
                    <a:ext uri="{FF2B5EF4-FFF2-40B4-BE49-F238E27FC236}">
                      <a16:creationId xmlns:a16="http://schemas.microsoft.com/office/drawing/2014/main" id="{193D3DB2-C7B7-50A5-27CA-903B01045260}"/>
                    </a:ext>
                  </a:extLst>
                </p:cNvPr>
                <p:cNvPicPr/>
                <p:nvPr/>
              </p:nvPicPr>
              <p:blipFill>
                <a:blip r:embed="rId345"/>
                <a:stretch>
                  <a:fillRect/>
                </a:stretch>
              </p:blipFill>
              <p:spPr>
                <a:xfrm>
                  <a:off x="5145030" y="4101222"/>
                  <a:ext cx="91080" cy="102600"/>
                </a:xfrm>
                <a:prstGeom prst="rect">
                  <a:avLst/>
                </a:prstGeom>
              </p:spPr>
            </p:pic>
          </mc:Fallback>
        </mc:AlternateContent>
        <mc:AlternateContent xmlns:mc="http://schemas.openxmlformats.org/markup-compatibility/2006">
          <mc:Choice xmlns:p14="http://schemas.microsoft.com/office/powerpoint/2010/main" Requires="p14">
            <p:contentPart p14:bwMode="auto" r:id="rId346">
              <p14:nvContentPartPr>
                <p14:cNvPr id="224" name="Ink 223">
                  <a:extLst>
                    <a:ext uri="{FF2B5EF4-FFF2-40B4-BE49-F238E27FC236}">
                      <a16:creationId xmlns:a16="http://schemas.microsoft.com/office/drawing/2014/main" id="{7703860C-CCCA-D067-069C-759AC1FAF7DD}"/>
                    </a:ext>
                  </a:extLst>
                </p14:cNvPr>
                <p14:cNvContentPartPr/>
                <p14:nvPr/>
              </p14:nvContentPartPr>
              <p14:xfrm>
                <a:off x="5285790" y="4099422"/>
                <a:ext cx="73800" cy="79920"/>
              </p14:xfrm>
            </p:contentPart>
          </mc:Choice>
          <mc:Fallback>
            <p:pic>
              <p:nvPicPr>
                <p:cNvPr id="224" name="Ink 223">
                  <a:extLst>
                    <a:ext uri="{FF2B5EF4-FFF2-40B4-BE49-F238E27FC236}">
                      <a16:creationId xmlns:a16="http://schemas.microsoft.com/office/drawing/2014/main" id="{7703860C-CCCA-D067-069C-759AC1FAF7DD}"/>
                    </a:ext>
                  </a:extLst>
                </p:cNvPr>
                <p:cNvPicPr/>
                <p:nvPr/>
              </p:nvPicPr>
              <p:blipFill>
                <a:blip r:embed="rId347"/>
                <a:stretch>
                  <a:fillRect/>
                </a:stretch>
              </p:blipFill>
              <p:spPr>
                <a:xfrm>
                  <a:off x="5276790" y="4090782"/>
                  <a:ext cx="91440" cy="97560"/>
                </a:xfrm>
                <a:prstGeom prst="rect">
                  <a:avLst/>
                </a:prstGeom>
              </p:spPr>
            </p:pic>
          </mc:Fallback>
        </mc:AlternateContent>
        <mc:AlternateContent xmlns:mc="http://schemas.openxmlformats.org/markup-compatibility/2006">
          <mc:Choice xmlns:p14="http://schemas.microsoft.com/office/powerpoint/2010/main" Requires="p14">
            <p:contentPart p14:bwMode="auto" r:id="rId348">
              <p14:nvContentPartPr>
                <p14:cNvPr id="225" name="Ink 224">
                  <a:extLst>
                    <a:ext uri="{FF2B5EF4-FFF2-40B4-BE49-F238E27FC236}">
                      <a16:creationId xmlns:a16="http://schemas.microsoft.com/office/drawing/2014/main" id="{987606CA-9E90-CF4B-5DD8-D882B5B75100}"/>
                    </a:ext>
                  </a:extLst>
                </p14:cNvPr>
                <p14:cNvContentPartPr/>
                <p14:nvPr/>
              </p14:nvContentPartPr>
              <p14:xfrm>
                <a:off x="5388390" y="4041822"/>
                <a:ext cx="34200" cy="172800"/>
              </p14:xfrm>
            </p:contentPart>
          </mc:Choice>
          <mc:Fallback>
            <p:pic>
              <p:nvPicPr>
                <p:cNvPr id="225" name="Ink 224">
                  <a:extLst>
                    <a:ext uri="{FF2B5EF4-FFF2-40B4-BE49-F238E27FC236}">
                      <a16:creationId xmlns:a16="http://schemas.microsoft.com/office/drawing/2014/main" id="{987606CA-9E90-CF4B-5DD8-D882B5B75100}"/>
                    </a:ext>
                  </a:extLst>
                </p:cNvPr>
                <p:cNvPicPr/>
                <p:nvPr/>
              </p:nvPicPr>
              <p:blipFill>
                <a:blip r:embed="rId349"/>
                <a:stretch>
                  <a:fillRect/>
                </a:stretch>
              </p:blipFill>
              <p:spPr>
                <a:xfrm>
                  <a:off x="5379390" y="4032822"/>
                  <a:ext cx="51840" cy="190440"/>
                </a:xfrm>
                <a:prstGeom prst="rect">
                  <a:avLst/>
                </a:prstGeom>
              </p:spPr>
            </p:pic>
          </mc:Fallback>
        </mc:AlternateContent>
        <mc:AlternateContent xmlns:mc="http://schemas.openxmlformats.org/markup-compatibility/2006">
          <mc:Choice xmlns:p14="http://schemas.microsoft.com/office/powerpoint/2010/main" Requires="p14">
            <p:contentPart p14:bwMode="auto" r:id="rId350">
              <p14:nvContentPartPr>
                <p14:cNvPr id="232" name="Ink 231">
                  <a:extLst>
                    <a:ext uri="{FF2B5EF4-FFF2-40B4-BE49-F238E27FC236}">
                      <a16:creationId xmlns:a16="http://schemas.microsoft.com/office/drawing/2014/main" id="{C4ED40CC-B026-A4F6-1CDB-DAF6C500C444}"/>
                    </a:ext>
                  </a:extLst>
                </p14:cNvPr>
                <p14:cNvContentPartPr/>
                <p14:nvPr/>
              </p14:nvContentPartPr>
              <p14:xfrm>
                <a:off x="5628150" y="1660782"/>
                <a:ext cx="10800" cy="227520"/>
              </p14:xfrm>
            </p:contentPart>
          </mc:Choice>
          <mc:Fallback>
            <p:pic>
              <p:nvPicPr>
                <p:cNvPr id="232" name="Ink 231">
                  <a:extLst>
                    <a:ext uri="{FF2B5EF4-FFF2-40B4-BE49-F238E27FC236}">
                      <a16:creationId xmlns:a16="http://schemas.microsoft.com/office/drawing/2014/main" id="{C4ED40CC-B026-A4F6-1CDB-DAF6C500C444}"/>
                    </a:ext>
                  </a:extLst>
                </p:cNvPr>
                <p:cNvPicPr/>
                <p:nvPr/>
              </p:nvPicPr>
              <p:blipFill>
                <a:blip r:embed="rId351"/>
                <a:stretch>
                  <a:fillRect/>
                </a:stretch>
              </p:blipFill>
              <p:spPr>
                <a:xfrm>
                  <a:off x="5619150" y="1651782"/>
                  <a:ext cx="28440" cy="245160"/>
                </a:xfrm>
                <a:prstGeom prst="rect">
                  <a:avLst/>
                </a:prstGeom>
              </p:spPr>
            </p:pic>
          </mc:Fallback>
        </mc:AlternateContent>
        <mc:AlternateContent xmlns:mc="http://schemas.openxmlformats.org/markup-compatibility/2006">
          <mc:Choice xmlns:p14="http://schemas.microsoft.com/office/powerpoint/2010/main" Requires="p14">
            <p:contentPart p14:bwMode="auto" r:id="rId352">
              <p14:nvContentPartPr>
                <p14:cNvPr id="233" name="Ink 232">
                  <a:extLst>
                    <a:ext uri="{FF2B5EF4-FFF2-40B4-BE49-F238E27FC236}">
                      <a16:creationId xmlns:a16="http://schemas.microsoft.com/office/drawing/2014/main" id="{5760793D-BE94-DB77-3B22-179BA3CE4819}"/>
                    </a:ext>
                  </a:extLst>
                </p14:cNvPr>
                <p14:cNvContentPartPr/>
                <p14:nvPr/>
              </p14:nvContentPartPr>
              <p14:xfrm>
                <a:off x="5303790" y="1449462"/>
                <a:ext cx="572040" cy="622080"/>
              </p14:xfrm>
            </p:contentPart>
          </mc:Choice>
          <mc:Fallback>
            <p:pic>
              <p:nvPicPr>
                <p:cNvPr id="233" name="Ink 232">
                  <a:extLst>
                    <a:ext uri="{FF2B5EF4-FFF2-40B4-BE49-F238E27FC236}">
                      <a16:creationId xmlns:a16="http://schemas.microsoft.com/office/drawing/2014/main" id="{5760793D-BE94-DB77-3B22-179BA3CE4819}"/>
                    </a:ext>
                  </a:extLst>
                </p:cNvPr>
                <p:cNvPicPr/>
                <p:nvPr/>
              </p:nvPicPr>
              <p:blipFill>
                <a:blip r:embed="rId353"/>
                <a:stretch>
                  <a:fillRect/>
                </a:stretch>
              </p:blipFill>
              <p:spPr>
                <a:xfrm>
                  <a:off x="5295150" y="1440462"/>
                  <a:ext cx="589680" cy="639720"/>
                </a:xfrm>
                <a:prstGeom prst="rect">
                  <a:avLst/>
                </a:prstGeom>
              </p:spPr>
            </p:pic>
          </mc:Fallback>
        </mc:AlternateContent>
        <mc:AlternateContent xmlns:mc="http://schemas.openxmlformats.org/markup-compatibility/2006">
          <mc:Choice xmlns:p14="http://schemas.microsoft.com/office/powerpoint/2010/main" Requires="p14">
            <p:contentPart p14:bwMode="auto" r:id="rId354">
              <p14:nvContentPartPr>
                <p14:cNvPr id="235" name="Ink 234">
                  <a:extLst>
                    <a:ext uri="{FF2B5EF4-FFF2-40B4-BE49-F238E27FC236}">
                      <a16:creationId xmlns:a16="http://schemas.microsoft.com/office/drawing/2014/main" id="{0DCD2FEA-F687-8031-D701-BCDB9112C77D}"/>
                    </a:ext>
                  </a:extLst>
                </p14:cNvPr>
                <p14:cNvContentPartPr/>
                <p14:nvPr/>
              </p14:nvContentPartPr>
              <p14:xfrm>
                <a:off x="2902950" y="2547822"/>
                <a:ext cx="224280" cy="205560"/>
              </p14:xfrm>
            </p:contentPart>
          </mc:Choice>
          <mc:Fallback>
            <p:pic>
              <p:nvPicPr>
                <p:cNvPr id="235" name="Ink 234">
                  <a:extLst>
                    <a:ext uri="{FF2B5EF4-FFF2-40B4-BE49-F238E27FC236}">
                      <a16:creationId xmlns:a16="http://schemas.microsoft.com/office/drawing/2014/main" id="{0DCD2FEA-F687-8031-D701-BCDB9112C77D}"/>
                    </a:ext>
                  </a:extLst>
                </p:cNvPr>
                <p:cNvPicPr/>
                <p:nvPr/>
              </p:nvPicPr>
              <p:blipFill>
                <a:blip r:embed="rId355"/>
                <a:stretch>
                  <a:fillRect/>
                </a:stretch>
              </p:blipFill>
              <p:spPr>
                <a:xfrm>
                  <a:off x="2893950" y="2539182"/>
                  <a:ext cx="241920" cy="223200"/>
                </a:xfrm>
                <a:prstGeom prst="rect">
                  <a:avLst/>
                </a:prstGeom>
              </p:spPr>
            </p:pic>
          </mc:Fallback>
        </mc:AlternateContent>
        <mc:AlternateContent xmlns:mc="http://schemas.openxmlformats.org/markup-compatibility/2006">
          <mc:Choice xmlns:p14="http://schemas.microsoft.com/office/powerpoint/2010/main" Requires="p14">
            <p:contentPart p14:bwMode="auto" r:id="rId356">
              <p14:nvContentPartPr>
                <p14:cNvPr id="236" name="Ink 235">
                  <a:extLst>
                    <a:ext uri="{FF2B5EF4-FFF2-40B4-BE49-F238E27FC236}">
                      <a16:creationId xmlns:a16="http://schemas.microsoft.com/office/drawing/2014/main" id="{0C4A7516-0A2B-0A03-E9DA-C146C758DC47}"/>
                    </a:ext>
                  </a:extLst>
                </p14:cNvPr>
                <p14:cNvContentPartPr/>
                <p14:nvPr/>
              </p14:nvContentPartPr>
              <p14:xfrm>
                <a:off x="2819430" y="2417502"/>
                <a:ext cx="476640" cy="454320"/>
              </p14:xfrm>
            </p:contentPart>
          </mc:Choice>
          <mc:Fallback>
            <p:pic>
              <p:nvPicPr>
                <p:cNvPr id="236" name="Ink 235">
                  <a:extLst>
                    <a:ext uri="{FF2B5EF4-FFF2-40B4-BE49-F238E27FC236}">
                      <a16:creationId xmlns:a16="http://schemas.microsoft.com/office/drawing/2014/main" id="{0C4A7516-0A2B-0A03-E9DA-C146C758DC47}"/>
                    </a:ext>
                  </a:extLst>
                </p:cNvPr>
                <p:cNvPicPr/>
                <p:nvPr/>
              </p:nvPicPr>
              <p:blipFill>
                <a:blip r:embed="rId357"/>
                <a:stretch>
                  <a:fillRect/>
                </a:stretch>
              </p:blipFill>
              <p:spPr>
                <a:xfrm>
                  <a:off x="2810790" y="2408502"/>
                  <a:ext cx="494280" cy="471960"/>
                </a:xfrm>
                <a:prstGeom prst="rect">
                  <a:avLst/>
                </a:prstGeom>
              </p:spPr>
            </p:pic>
          </mc:Fallback>
        </mc:AlternateContent>
        <mc:AlternateContent xmlns:mc="http://schemas.openxmlformats.org/markup-compatibility/2006">
          <mc:Choice xmlns:p14="http://schemas.microsoft.com/office/powerpoint/2010/main" Requires="p14">
            <p:contentPart p14:bwMode="auto" r:id="rId358">
              <p14:nvContentPartPr>
                <p14:cNvPr id="238" name="Ink 237">
                  <a:extLst>
                    <a:ext uri="{FF2B5EF4-FFF2-40B4-BE49-F238E27FC236}">
                      <a16:creationId xmlns:a16="http://schemas.microsoft.com/office/drawing/2014/main" id="{6988B3CA-20FE-6325-9214-2E9353F484E3}"/>
                    </a:ext>
                  </a:extLst>
                </p14:cNvPr>
                <p14:cNvContentPartPr/>
                <p14:nvPr/>
              </p14:nvContentPartPr>
              <p14:xfrm>
                <a:off x="3950910" y="2913222"/>
                <a:ext cx="172080" cy="182880"/>
              </p14:xfrm>
            </p:contentPart>
          </mc:Choice>
          <mc:Fallback>
            <p:pic>
              <p:nvPicPr>
                <p:cNvPr id="238" name="Ink 237">
                  <a:extLst>
                    <a:ext uri="{FF2B5EF4-FFF2-40B4-BE49-F238E27FC236}">
                      <a16:creationId xmlns:a16="http://schemas.microsoft.com/office/drawing/2014/main" id="{6988B3CA-20FE-6325-9214-2E9353F484E3}"/>
                    </a:ext>
                  </a:extLst>
                </p:cNvPr>
                <p:cNvPicPr/>
                <p:nvPr/>
              </p:nvPicPr>
              <p:blipFill>
                <a:blip r:embed="rId359"/>
                <a:stretch>
                  <a:fillRect/>
                </a:stretch>
              </p:blipFill>
              <p:spPr>
                <a:xfrm>
                  <a:off x="3942270" y="2904222"/>
                  <a:ext cx="189720" cy="200520"/>
                </a:xfrm>
                <a:prstGeom prst="rect">
                  <a:avLst/>
                </a:prstGeom>
              </p:spPr>
            </p:pic>
          </mc:Fallback>
        </mc:AlternateContent>
        <mc:AlternateContent xmlns:mc="http://schemas.openxmlformats.org/markup-compatibility/2006">
          <mc:Choice xmlns:p14="http://schemas.microsoft.com/office/powerpoint/2010/main" Requires="p14">
            <p:contentPart p14:bwMode="auto" r:id="rId360">
              <p14:nvContentPartPr>
                <p14:cNvPr id="239" name="Ink 238">
                  <a:extLst>
                    <a:ext uri="{FF2B5EF4-FFF2-40B4-BE49-F238E27FC236}">
                      <a16:creationId xmlns:a16="http://schemas.microsoft.com/office/drawing/2014/main" id="{A3703F9B-F046-3698-6D56-271D4645D718}"/>
                    </a:ext>
                  </a:extLst>
                </p14:cNvPr>
                <p14:cNvContentPartPr/>
                <p14:nvPr/>
              </p14:nvContentPartPr>
              <p14:xfrm>
                <a:off x="3856950" y="2817462"/>
                <a:ext cx="402480" cy="398880"/>
              </p14:xfrm>
            </p:contentPart>
          </mc:Choice>
          <mc:Fallback>
            <p:pic>
              <p:nvPicPr>
                <p:cNvPr id="239" name="Ink 238">
                  <a:extLst>
                    <a:ext uri="{FF2B5EF4-FFF2-40B4-BE49-F238E27FC236}">
                      <a16:creationId xmlns:a16="http://schemas.microsoft.com/office/drawing/2014/main" id="{A3703F9B-F046-3698-6D56-271D4645D718}"/>
                    </a:ext>
                  </a:extLst>
                </p:cNvPr>
                <p:cNvPicPr/>
                <p:nvPr/>
              </p:nvPicPr>
              <p:blipFill>
                <a:blip r:embed="rId361"/>
                <a:stretch>
                  <a:fillRect/>
                </a:stretch>
              </p:blipFill>
              <p:spPr>
                <a:xfrm>
                  <a:off x="3847950" y="2808822"/>
                  <a:ext cx="420120" cy="416520"/>
                </a:xfrm>
                <a:prstGeom prst="rect">
                  <a:avLst/>
                </a:prstGeom>
              </p:spPr>
            </p:pic>
          </mc:Fallback>
        </mc:AlternateContent>
        <mc:AlternateContent xmlns:mc="http://schemas.openxmlformats.org/markup-compatibility/2006">
          <mc:Choice xmlns:p14="http://schemas.microsoft.com/office/powerpoint/2010/main" Requires="p14">
            <p:contentPart p14:bwMode="auto" r:id="rId362">
              <p14:nvContentPartPr>
                <p14:cNvPr id="241" name="Ink 240">
                  <a:extLst>
                    <a:ext uri="{FF2B5EF4-FFF2-40B4-BE49-F238E27FC236}">
                      <a16:creationId xmlns:a16="http://schemas.microsoft.com/office/drawing/2014/main" id="{892DAD59-E6F0-9A02-397E-23CFB671B064}"/>
                    </a:ext>
                  </a:extLst>
                </p14:cNvPr>
                <p14:cNvContentPartPr/>
                <p14:nvPr/>
              </p14:nvContentPartPr>
              <p14:xfrm>
                <a:off x="2317590" y="2889102"/>
                <a:ext cx="1501920" cy="34920"/>
              </p14:xfrm>
            </p:contentPart>
          </mc:Choice>
          <mc:Fallback>
            <p:pic>
              <p:nvPicPr>
                <p:cNvPr id="241" name="Ink 240">
                  <a:extLst>
                    <a:ext uri="{FF2B5EF4-FFF2-40B4-BE49-F238E27FC236}">
                      <a16:creationId xmlns:a16="http://schemas.microsoft.com/office/drawing/2014/main" id="{892DAD59-E6F0-9A02-397E-23CFB671B064}"/>
                    </a:ext>
                  </a:extLst>
                </p:cNvPr>
                <p:cNvPicPr/>
                <p:nvPr/>
              </p:nvPicPr>
              <p:blipFill>
                <a:blip r:embed="rId363"/>
                <a:stretch>
                  <a:fillRect/>
                </a:stretch>
              </p:blipFill>
              <p:spPr>
                <a:xfrm>
                  <a:off x="2308590" y="2880462"/>
                  <a:ext cx="1519560" cy="52560"/>
                </a:xfrm>
                <a:prstGeom prst="rect">
                  <a:avLst/>
                </a:prstGeom>
              </p:spPr>
            </p:pic>
          </mc:Fallback>
        </mc:AlternateContent>
        <mc:AlternateContent xmlns:mc="http://schemas.openxmlformats.org/markup-compatibility/2006">
          <mc:Choice xmlns:p14="http://schemas.microsoft.com/office/powerpoint/2010/main" Requires="p14">
            <p:contentPart p14:bwMode="auto" r:id="rId364">
              <p14:nvContentPartPr>
                <p14:cNvPr id="242" name="Ink 241">
                  <a:extLst>
                    <a:ext uri="{FF2B5EF4-FFF2-40B4-BE49-F238E27FC236}">
                      <a16:creationId xmlns:a16="http://schemas.microsoft.com/office/drawing/2014/main" id="{6CCCE8B8-87C3-12C2-61C5-E1108016E1F7}"/>
                    </a:ext>
                  </a:extLst>
                </p14:cNvPr>
                <p14:cNvContentPartPr/>
                <p14:nvPr/>
              </p14:nvContentPartPr>
              <p14:xfrm>
                <a:off x="3770190" y="2753382"/>
                <a:ext cx="101520" cy="209880"/>
              </p14:xfrm>
            </p:contentPart>
          </mc:Choice>
          <mc:Fallback>
            <p:pic>
              <p:nvPicPr>
                <p:cNvPr id="242" name="Ink 241">
                  <a:extLst>
                    <a:ext uri="{FF2B5EF4-FFF2-40B4-BE49-F238E27FC236}">
                      <a16:creationId xmlns:a16="http://schemas.microsoft.com/office/drawing/2014/main" id="{6CCCE8B8-87C3-12C2-61C5-E1108016E1F7}"/>
                    </a:ext>
                  </a:extLst>
                </p:cNvPr>
                <p:cNvPicPr/>
                <p:nvPr/>
              </p:nvPicPr>
              <p:blipFill>
                <a:blip r:embed="rId365"/>
                <a:stretch>
                  <a:fillRect/>
                </a:stretch>
              </p:blipFill>
              <p:spPr>
                <a:xfrm>
                  <a:off x="3761550" y="2744382"/>
                  <a:ext cx="119160" cy="227520"/>
                </a:xfrm>
                <a:prstGeom prst="rect">
                  <a:avLst/>
                </a:prstGeom>
              </p:spPr>
            </p:pic>
          </mc:Fallback>
        </mc:AlternateContent>
        <mc:AlternateContent xmlns:mc="http://schemas.openxmlformats.org/markup-compatibility/2006">
          <mc:Choice xmlns:p14="http://schemas.microsoft.com/office/powerpoint/2010/main" Requires="p14">
            <p:contentPart p14:bwMode="auto" r:id="rId366">
              <p14:nvContentPartPr>
                <p14:cNvPr id="244" name="Ink 243">
                  <a:extLst>
                    <a:ext uri="{FF2B5EF4-FFF2-40B4-BE49-F238E27FC236}">
                      <a16:creationId xmlns:a16="http://schemas.microsoft.com/office/drawing/2014/main" id="{C73BF076-E557-C71A-05CC-14A79921E104}"/>
                    </a:ext>
                  </a:extLst>
                </p14:cNvPr>
                <p14:cNvContentPartPr/>
                <p14:nvPr/>
              </p14:nvContentPartPr>
              <p14:xfrm>
                <a:off x="2771190" y="2846982"/>
                <a:ext cx="497520" cy="160200"/>
              </p14:xfrm>
            </p:contentPart>
          </mc:Choice>
          <mc:Fallback>
            <p:pic>
              <p:nvPicPr>
                <p:cNvPr id="244" name="Ink 243">
                  <a:extLst>
                    <a:ext uri="{FF2B5EF4-FFF2-40B4-BE49-F238E27FC236}">
                      <a16:creationId xmlns:a16="http://schemas.microsoft.com/office/drawing/2014/main" id="{C73BF076-E557-C71A-05CC-14A79921E104}"/>
                    </a:ext>
                  </a:extLst>
                </p:cNvPr>
                <p:cNvPicPr/>
                <p:nvPr/>
              </p:nvPicPr>
              <p:blipFill>
                <a:blip r:embed="rId367"/>
                <a:stretch>
                  <a:fillRect/>
                </a:stretch>
              </p:blipFill>
              <p:spPr>
                <a:xfrm>
                  <a:off x="2762190" y="2838342"/>
                  <a:ext cx="515160" cy="177840"/>
                </a:xfrm>
                <a:prstGeom prst="rect">
                  <a:avLst/>
                </a:prstGeom>
              </p:spPr>
            </p:pic>
          </mc:Fallback>
        </mc:AlternateContent>
        <mc:AlternateContent xmlns:mc="http://schemas.openxmlformats.org/markup-compatibility/2006">
          <mc:Choice xmlns:p14="http://schemas.microsoft.com/office/powerpoint/2010/main" Requires="p14">
            <p:contentPart p14:bwMode="auto" r:id="rId368">
              <p14:nvContentPartPr>
                <p14:cNvPr id="248" name="Ink 247">
                  <a:extLst>
                    <a:ext uri="{FF2B5EF4-FFF2-40B4-BE49-F238E27FC236}">
                      <a16:creationId xmlns:a16="http://schemas.microsoft.com/office/drawing/2014/main" id="{D1245FD7-226E-807B-D5FB-70E1EFCDBA62}"/>
                    </a:ext>
                  </a:extLst>
                </p14:cNvPr>
                <p14:cNvContentPartPr/>
                <p14:nvPr/>
              </p14:nvContentPartPr>
              <p14:xfrm>
                <a:off x="5496030" y="4174302"/>
                <a:ext cx="135000" cy="359280"/>
              </p14:xfrm>
            </p:contentPart>
          </mc:Choice>
          <mc:Fallback>
            <p:pic>
              <p:nvPicPr>
                <p:cNvPr id="248" name="Ink 247">
                  <a:extLst>
                    <a:ext uri="{FF2B5EF4-FFF2-40B4-BE49-F238E27FC236}">
                      <a16:creationId xmlns:a16="http://schemas.microsoft.com/office/drawing/2014/main" id="{D1245FD7-226E-807B-D5FB-70E1EFCDBA62}"/>
                    </a:ext>
                  </a:extLst>
                </p:cNvPr>
                <p:cNvPicPr/>
                <p:nvPr/>
              </p:nvPicPr>
              <p:blipFill>
                <a:blip r:embed="rId369"/>
                <a:stretch>
                  <a:fillRect/>
                </a:stretch>
              </p:blipFill>
              <p:spPr>
                <a:xfrm>
                  <a:off x="5487030" y="4165302"/>
                  <a:ext cx="152640" cy="376920"/>
                </a:xfrm>
                <a:prstGeom prst="rect">
                  <a:avLst/>
                </a:prstGeom>
              </p:spPr>
            </p:pic>
          </mc:Fallback>
        </mc:AlternateContent>
        <mc:AlternateContent xmlns:mc="http://schemas.openxmlformats.org/markup-compatibility/2006">
          <mc:Choice xmlns:p14="http://schemas.microsoft.com/office/powerpoint/2010/main" Requires="p14">
            <p:contentPart p14:bwMode="auto" r:id="rId370">
              <p14:nvContentPartPr>
                <p14:cNvPr id="249" name="Ink 248">
                  <a:extLst>
                    <a:ext uri="{FF2B5EF4-FFF2-40B4-BE49-F238E27FC236}">
                      <a16:creationId xmlns:a16="http://schemas.microsoft.com/office/drawing/2014/main" id="{2BC5EF2C-2AF1-C374-712A-39EA6315B7AB}"/>
                    </a:ext>
                  </a:extLst>
                </p14:cNvPr>
                <p14:cNvContentPartPr/>
                <p14:nvPr/>
              </p14:nvContentPartPr>
              <p14:xfrm>
                <a:off x="5745510" y="4482462"/>
                <a:ext cx="135360" cy="213120"/>
              </p14:xfrm>
            </p:contentPart>
          </mc:Choice>
          <mc:Fallback>
            <p:pic>
              <p:nvPicPr>
                <p:cNvPr id="249" name="Ink 248">
                  <a:extLst>
                    <a:ext uri="{FF2B5EF4-FFF2-40B4-BE49-F238E27FC236}">
                      <a16:creationId xmlns:a16="http://schemas.microsoft.com/office/drawing/2014/main" id="{2BC5EF2C-2AF1-C374-712A-39EA6315B7AB}"/>
                    </a:ext>
                  </a:extLst>
                </p:cNvPr>
                <p:cNvPicPr/>
                <p:nvPr/>
              </p:nvPicPr>
              <p:blipFill>
                <a:blip r:embed="rId371"/>
                <a:stretch>
                  <a:fillRect/>
                </a:stretch>
              </p:blipFill>
              <p:spPr>
                <a:xfrm>
                  <a:off x="5736510" y="4473462"/>
                  <a:ext cx="153000" cy="230760"/>
                </a:xfrm>
                <a:prstGeom prst="rect">
                  <a:avLst/>
                </a:prstGeom>
              </p:spPr>
            </p:pic>
          </mc:Fallback>
        </mc:AlternateContent>
        <mc:AlternateContent xmlns:mc="http://schemas.openxmlformats.org/markup-compatibility/2006">
          <mc:Choice xmlns:p14="http://schemas.microsoft.com/office/powerpoint/2010/main" Requires="p14">
            <p:contentPart p14:bwMode="auto" r:id="rId372">
              <p14:nvContentPartPr>
                <p14:cNvPr id="250" name="Ink 249">
                  <a:extLst>
                    <a:ext uri="{FF2B5EF4-FFF2-40B4-BE49-F238E27FC236}">
                      <a16:creationId xmlns:a16="http://schemas.microsoft.com/office/drawing/2014/main" id="{BC0F7CA4-C456-4C38-30F2-C4BF55BE0E32}"/>
                    </a:ext>
                  </a:extLst>
                </p14:cNvPr>
                <p14:cNvContentPartPr/>
                <p14:nvPr/>
              </p14:nvContentPartPr>
              <p14:xfrm>
                <a:off x="5653350" y="4399302"/>
                <a:ext cx="466920" cy="387720"/>
              </p14:xfrm>
            </p:contentPart>
          </mc:Choice>
          <mc:Fallback>
            <p:pic>
              <p:nvPicPr>
                <p:cNvPr id="250" name="Ink 249">
                  <a:extLst>
                    <a:ext uri="{FF2B5EF4-FFF2-40B4-BE49-F238E27FC236}">
                      <a16:creationId xmlns:a16="http://schemas.microsoft.com/office/drawing/2014/main" id="{BC0F7CA4-C456-4C38-30F2-C4BF55BE0E32}"/>
                    </a:ext>
                  </a:extLst>
                </p:cNvPr>
                <p:cNvPicPr/>
                <p:nvPr/>
              </p:nvPicPr>
              <p:blipFill>
                <a:blip r:embed="rId373"/>
                <a:stretch>
                  <a:fillRect/>
                </a:stretch>
              </p:blipFill>
              <p:spPr>
                <a:xfrm>
                  <a:off x="5644350" y="4390662"/>
                  <a:ext cx="484560" cy="405360"/>
                </a:xfrm>
                <a:prstGeom prst="rect">
                  <a:avLst/>
                </a:prstGeom>
              </p:spPr>
            </p:pic>
          </mc:Fallback>
        </mc:AlternateContent>
        <mc:AlternateContent xmlns:mc="http://schemas.openxmlformats.org/markup-compatibility/2006">
          <mc:Choice xmlns:p14="http://schemas.microsoft.com/office/powerpoint/2010/main" Requires="p14">
            <p:contentPart p14:bwMode="auto" r:id="rId374">
              <p14:nvContentPartPr>
                <p14:cNvPr id="318" name="Ink 317">
                  <a:extLst>
                    <a:ext uri="{FF2B5EF4-FFF2-40B4-BE49-F238E27FC236}">
                      <a16:creationId xmlns:a16="http://schemas.microsoft.com/office/drawing/2014/main" id="{CD67C0C4-753C-CA2A-BE90-8372749CB042}"/>
                    </a:ext>
                  </a:extLst>
                </p14:cNvPr>
                <p14:cNvContentPartPr/>
                <p14:nvPr/>
              </p14:nvContentPartPr>
              <p14:xfrm>
                <a:off x="2742750" y="3029142"/>
                <a:ext cx="73440" cy="132480"/>
              </p14:xfrm>
            </p:contentPart>
          </mc:Choice>
          <mc:Fallback>
            <p:pic>
              <p:nvPicPr>
                <p:cNvPr id="318" name="Ink 317">
                  <a:extLst>
                    <a:ext uri="{FF2B5EF4-FFF2-40B4-BE49-F238E27FC236}">
                      <a16:creationId xmlns:a16="http://schemas.microsoft.com/office/drawing/2014/main" id="{CD67C0C4-753C-CA2A-BE90-8372749CB042}"/>
                    </a:ext>
                  </a:extLst>
                </p:cNvPr>
                <p:cNvPicPr/>
                <p:nvPr/>
              </p:nvPicPr>
              <p:blipFill>
                <a:blip r:embed="rId375"/>
                <a:stretch>
                  <a:fillRect/>
                </a:stretch>
              </p:blipFill>
              <p:spPr>
                <a:xfrm>
                  <a:off x="2734110" y="3020142"/>
                  <a:ext cx="91080" cy="150120"/>
                </a:xfrm>
                <a:prstGeom prst="rect">
                  <a:avLst/>
                </a:prstGeom>
              </p:spPr>
            </p:pic>
          </mc:Fallback>
        </mc:AlternateContent>
        <mc:AlternateContent xmlns:mc="http://schemas.openxmlformats.org/markup-compatibility/2006">
          <mc:Choice xmlns:p14="http://schemas.microsoft.com/office/powerpoint/2010/main" Requires="p14">
            <p:contentPart p14:bwMode="auto" r:id="rId376">
              <p14:nvContentPartPr>
                <p14:cNvPr id="319" name="Ink 318">
                  <a:extLst>
                    <a:ext uri="{FF2B5EF4-FFF2-40B4-BE49-F238E27FC236}">
                      <a16:creationId xmlns:a16="http://schemas.microsoft.com/office/drawing/2014/main" id="{2A323074-ADAB-25BE-28F9-FEBEA29FDC48}"/>
                    </a:ext>
                  </a:extLst>
                </p14:cNvPr>
                <p14:cNvContentPartPr/>
                <p14:nvPr/>
              </p14:nvContentPartPr>
              <p14:xfrm>
                <a:off x="2845710" y="3024822"/>
                <a:ext cx="72720" cy="130680"/>
              </p14:xfrm>
            </p:contentPart>
          </mc:Choice>
          <mc:Fallback>
            <p:pic>
              <p:nvPicPr>
                <p:cNvPr id="319" name="Ink 318">
                  <a:extLst>
                    <a:ext uri="{FF2B5EF4-FFF2-40B4-BE49-F238E27FC236}">
                      <a16:creationId xmlns:a16="http://schemas.microsoft.com/office/drawing/2014/main" id="{2A323074-ADAB-25BE-28F9-FEBEA29FDC48}"/>
                    </a:ext>
                  </a:extLst>
                </p:cNvPr>
                <p:cNvPicPr/>
                <p:nvPr/>
              </p:nvPicPr>
              <p:blipFill>
                <a:blip r:embed="rId377"/>
                <a:stretch>
                  <a:fillRect/>
                </a:stretch>
              </p:blipFill>
              <p:spPr>
                <a:xfrm>
                  <a:off x="2836710" y="3016182"/>
                  <a:ext cx="90360" cy="148320"/>
                </a:xfrm>
                <a:prstGeom prst="rect">
                  <a:avLst/>
                </a:prstGeom>
              </p:spPr>
            </p:pic>
          </mc:Fallback>
        </mc:AlternateContent>
        <mc:AlternateContent xmlns:mc="http://schemas.openxmlformats.org/markup-compatibility/2006">
          <mc:Choice xmlns:p14="http://schemas.microsoft.com/office/powerpoint/2010/main" Requires="p14">
            <p:contentPart p14:bwMode="auto" r:id="rId378">
              <p14:nvContentPartPr>
                <p14:cNvPr id="320" name="Ink 319">
                  <a:extLst>
                    <a:ext uri="{FF2B5EF4-FFF2-40B4-BE49-F238E27FC236}">
                      <a16:creationId xmlns:a16="http://schemas.microsoft.com/office/drawing/2014/main" id="{0F398C7A-2067-F3AE-39D2-1D946332E618}"/>
                    </a:ext>
                  </a:extLst>
                </p14:cNvPr>
                <p14:cNvContentPartPr/>
                <p14:nvPr/>
              </p14:nvContentPartPr>
              <p14:xfrm>
                <a:off x="2947230" y="3120222"/>
                <a:ext cx="81000" cy="14400"/>
              </p14:xfrm>
            </p:contentPart>
          </mc:Choice>
          <mc:Fallback>
            <p:pic>
              <p:nvPicPr>
                <p:cNvPr id="320" name="Ink 319">
                  <a:extLst>
                    <a:ext uri="{FF2B5EF4-FFF2-40B4-BE49-F238E27FC236}">
                      <a16:creationId xmlns:a16="http://schemas.microsoft.com/office/drawing/2014/main" id="{0F398C7A-2067-F3AE-39D2-1D946332E618}"/>
                    </a:ext>
                  </a:extLst>
                </p:cNvPr>
                <p:cNvPicPr/>
                <p:nvPr/>
              </p:nvPicPr>
              <p:blipFill>
                <a:blip r:embed="rId379"/>
                <a:stretch>
                  <a:fillRect/>
                </a:stretch>
              </p:blipFill>
              <p:spPr>
                <a:xfrm>
                  <a:off x="2938590" y="3111582"/>
                  <a:ext cx="98640" cy="32040"/>
                </a:xfrm>
                <a:prstGeom prst="rect">
                  <a:avLst/>
                </a:prstGeom>
              </p:spPr>
            </p:pic>
          </mc:Fallback>
        </mc:AlternateContent>
        <mc:AlternateContent xmlns:mc="http://schemas.openxmlformats.org/markup-compatibility/2006">
          <mc:Choice xmlns:p14="http://schemas.microsoft.com/office/powerpoint/2010/main" Requires="p14">
            <p:contentPart p14:bwMode="auto" r:id="rId380">
              <p14:nvContentPartPr>
                <p14:cNvPr id="321" name="Ink 320">
                  <a:extLst>
                    <a:ext uri="{FF2B5EF4-FFF2-40B4-BE49-F238E27FC236}">
                      <a16:creationId xmlns:a16="http://schemas.microsoft.com/office/drawing/2014/main" id="{3873666F-8B15-2D5A-F78F-16DA1DAB6D94}"/>
                    </a:ext>
                  </a:extLst>
                </p14:cNvPr>
                <p14:cNvContentPartPr/>
                <p14:nvPr/>
              </p14:nvContentPartPr>
              <p14:xfrm>
                <a:off x="3039030" y="3064782"/>
                <a:ext cx="64800" cy="92160"/>
              </p14:xfrm>
            </p:contentPart>
          </mc:Choice>
          <mc:Fallback>
            <p:pic>
              <p:nvPicPr>
                <p:cNvPr id="321" name="Ink 320">
                  <a:extLst>
                    <a:ext uri="{FF2B5EF4-FFF2-40B4-BE49-F238E27FC236}">
                      <a16:creationId xmlns:a16="http://schemas.microsoft.com/office/drawing/2014/main" id="{3873666F-8B15-2D5A-F78F-16DA1DAB6D94}"/>
                    </a:ext>
                  </a:extLst>
                </p:cNvPr>
                <p:cNvPicPr/>
                <p:nvPr/>
              </p:nvPicPr>
              <p:blipFill>
                <a:blip r:embed="rId381"/>
                <a:stretch>
                  <a:fillRect/>
                </a:stretch>
              </p:blipFill>
              <p:spPr>
                <a:xfrm>
                  <a:off x="3030390" y="3055782"/>
                  <a:ext cx="82440" cy="109800"/>
                </a:xfrm>
                <a:prstGeom prst="rect">
                  <a:avLst/>
                </a:prstGeom>
              </p:spPr>
            </p:pic>
          </mc:Fallback>
        </mc:AlternateContent>
        <mc:AlternateContent xmlns:mc="http://schemas.openxmlformats.org/markup-compatibility/2006">
          <mc:Choice xmlns:p14="http://schemas.microsoft.com/office/powerpoint/2010/main" Requires="p14">
            <p:contentPart p14:bwMode="auto" r:id="rId382">
              <p14:nvContentPartPr>
                <p14:cNvPr id="322" name="Ink 321">
                  <a:extLst>
                    <a:ext uri="{FF2B5EF4-FFF2-40B4-BE49-F238E27FC236}">
                      <a16:creationId xmlns:a16="http://schemas.microsoft.com/office/drawing/2014/main" id="{3B77ACC8-B1DE-4B9C-7E19-CB5B6A5DECC2}"/>
                    </a:ext>
                  </a:extLst>
                </p14:cNvPr>
                <p14:cNvContentPartPr/>
                <p14:nvPr/>
              </p14:nvContentPartPr>
              <p14:xfrm>
                <a:off x="3115710" y="3100062"/>
                <a:ext cx="73080" cy="52560"/>
              </p14:xfrm>
            </p:contentPart>
          </mc:Choice>
          <mc:Fallback>
            <p:pic>
              <p:nvPicPr>
                <p:cNvPr id="322" name="Ink 321">
                  <a:extLst>
                    <a:ext uri="{FF2B5EF4-FFF2-40B4-BE49-F238E27FC236}">
                      <a16:creationId xmlns:a16="http://schemas.microsoft.com/office/drawing/2014/main" id="{3B77ACC8-B1DE-4B9C-7E19-CB5B6A5DECC2}"/>
                    </a:ext>
                  </a:extLst>
                </p:cNvPr>
                <p:cNvPicPr/>
                <p:nvPr/>
              </p:nvPicPr>
              <p:blipFill>
                <a:blip r:embed="rId383"/>
                <a:stretch>
                  <a:fillRect/>
                </a:stretch>
              </p:blipFill>
              <p:spPr>
                <a:xfrm>
                  <a:off x="3106710" y="3091062"/>
                  <a:ext cx="90720" cy="70200"/>
                </a:xfrm>
                <a:prstGeom prst="rect">
                  <a:avLst/>
                </a:prstGeom>
              </p:spPr>
            </p:pic>
          </mc:Fallback>
        </mc:AlternateContent>
        <mc:AlternateContent xmlns:mc="http://schemas.openxmlformats.org/markup-compatibility/2006">
          <mc:Choice xmlns:p14="http://schemas.microsoft.com/office/powerpoint/2010/main" Requires="p14">
            <p:contentPart p14:bwMode="auto" r:id="rId384">
              <p14:nvContentPartPr>
                <p14:cNvPr id="323" name="Ink 322">
                  <a:extLst>
                    <a:ext uri="{FF2B5EF4-FFF2-40B4-BE49-F238E27FC236}">
                      <a16:creationId xmlns:a16="http://schemas.microsoft.com/office/drawing/2014/main" id="{35611E19-00D1-3262-0D1C-60BE5AD86607}"/>
                    </a:ext>
                  </a:extLst>
                </p14:cNvPr>
                <p14:cNvContentPartPr/>
                <p14:nvPr/>
              </p14:nvContentPartPr>
              <p14:xfrm>
                <a:off x="3199950" y="3081702"/>
                <a:ext cx="220680" cy="161280"/>
              </p14:xfrm>
            </p:contentPart>
          </mc:Choice>
          <mc:Fallback>
            <p:pic>
              <p:nvPicPr>
                <p:cNvPr id="323" name="Ink 322">
                  <a:extLst>
                    <a:ext uri="{FF2B5EF4-FFF2-40B4-BE49-F238E27FC236}">
                      <a16:creationId xmlns:a16="http://schemas.microsoft.com/office/drawing/2014/main" id="{35611E19-00D1-3262-0D1C-60BE5AD86607}"/>
                    </a:ext>
                  </a:extLst>
                </p:cNvPr>
                <p:cNvPicPr/>
                <p:nvPr/>
              </p:nvPicPr>
              <p:blipFill>
                <a:blip r:embed="rId385"/>
                <a:stretch>
                  <a:fillRect/>
                </a:stretch>
              </p:blipFill>
              <p:spPr>
                <a:xfrm>
                  <a:off x="3191310" y="3072702"/>
                  <a:ext cx="238320" cy="178920"/>
                </a:xfrm>
                <a:prstGeom prst="rect">
                  <a:avLst/>
                </a:prstGeom>
              </p:spPr>
            </p:pic>
          </mc:Fallback>
        </mc:AlternateContent>
      </p:grpSp>
    </p:spTree>
    <p:extLst>
      <p:ext uri="{BB962C8B-B14F-4D97-AF65-F5344CB8AC3E}">
        <p14:creationId xmlns:p14="http://schemas.microsoft.com/office/powerpoint/2010/main" val="34693771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63B7F-D73C-B314-685F-FE5912A656F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15BAD24-F3AE-4B53-2ADD-4DAA336403D9}"/>
              </a:ext>
            </a:extLst>
          </p:cNvPr>
          <p:cNvSpPr>
            <a:spLocks noGrp="1"/>
          </p:cNvSpPr>
          <p:nvPr>
            <p:ph type="ftr" sz="quarter" idx="11"/>
          </p:nvPr>
        </p:nvSpPr>
        <p:spPr/>
        <p:txBody>
          <a:bodyPr/>
          <a:lstStyle/>
          <a:p>
            <a:r>
              <a:rPr lang="en-US"/>
              <a:t>www.anubhavtrainings.com</a:t>
            </a:r>
            <a:endParaRPr lang="en-US" dirty="0"/>
          </a:p>
        </p:txBody>
      </p:sp>
      <p:sp>
        <p:nvSpPr>
          <p:cNvPr id="4" name="Slide Number Placeholder 3">
            <a:extLst>
              <a:ext uri="{FF2B5EF4-FFF2-40B4-BE49-F238E27FC236}">
                <a16:creationId xmlns:a16="http://schemas.microsoft.com/office/drawing/2014/main" id="{53F6C8C1-160D-9728-CAB8-063F64A79E1E}"/>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5</a:t>
            </a:fld>
            <a:endParaRPr lang="en-US" dirty="0"/>
          </a:p>
        </p:txBody>
      </p:sp>
      <p:sp>
        <p:nvSpPr>
          <p:cNvPr id="5" name="Title 4">
            <a:extLst>
              <a:ext uri="{FF2B5EF4-FFF2-40B4-BE49-F238E27FC236}">
                <a16:creationId xmlns:a16="http://schemas.microsoft.com/office/drawing/2014/main" id="{CF9AD0A5-FBCE-4FE0-50ED-4BD18899F096}"/>
              </a:ext>
            </a:extLst>
          </p:cNvPr>
          <p:cNvSpPr>
            <a:spLocks noGrp="1"/>
          </p:cNvSpPr>
          <p:nvPr>
            <p:ph type="title"/>
          </p:nvPr>
        </p:nvSpPr>
        <p:spPr>
          <a:xfrm>
            <a:off x="76200" y="133350"/>
            <a:ext cx="8229600" cy="533401"/>
          </a:xfrm>
        </p:spPr>
        <p:txBody>
          <a:bodyPr/>
          <a:lstStyle/>
          <a:p>
            <a:r>
              <a:rPr lang="en-US" sz="2500">
                <a:latin typeface="Cooper Black" panose="0208090404030B020404" pitchFamily="18" charset="0"/>
              </a:rPr>
              <a:t>Scenario – Shopping cart App</a:t>
            </a:r>
            <a:endParaRPr lang="en-IN" sz="2500" dirty="0">
              <a:latin typeface="Cooper Black" panose="0208090404030B020404" pitchFamily="18" charset="0"/>
            </a:endParaRPr>
          </a:p>
        </p:txBody>
      </p:sp>
      <p:sp>
        <p:nvSpPr>
          <p:cNvPr id="7" name="TextBox 6">
            <a:extLst>
              <a:ext uri="{FF2B5EF4-FFF2-40B4-BE49-F238E27FC236}">
                <a16:creationId xmlns:a16="http://schemas.microsoft.com/office/drawing/2014/main" id="{7F3CBDE5-5451-80AE-5C54-56D7560461F2}"/>
              </a:ext>
            </a:extLst>
          </p:cNvPr>
          <p:cNvSpPr txBox="1"/>
          <p:nvPr/>
        </p:nvSpPr>
        <p:spPr>
          <a:xfrm>
            <a:off x="152400" y="1078139"/>
            <a:ext cx="8763000" cy="2031325"/>
          </a:xfrm>
          <a:prstGeom prst="rect">
            <a:avLst/>
          </a:prstGeom>
          <a:noFill/>
        </p:spPr>
        <p:txBody>
          <a:bodyPr wrap="square">
            <a:spAutoFit/>
          </a:bodyPr>
          <a:lstStyle/>
          <a:p>
            <a:pPr>
              <a:buNone/>
            </a:pPr>
            <a:r>
              <a:rPr lang="en-US" sz="1400" b="1" dirty="0"/>
              <a:t>🧑‍💼 Persona: Alex Taylor – Procurement Manager</a:t>
            </a:r>
          </a:p>
          <a:p>
            <a:pPr>
              <a:buFont typeface="Arial" panose="020B0604020202020204" pitchFamily="34" charset="0"/>
              <a:buChar char="•"/>
            </a:pPr>
            <a:r>
              <a:rPr lang="en-US" sz="1400" b="1" dirty="0"/>
              <a:t> Age:</a:t>
            </a:r>
            <a:r>
              <a:rPr lang="en-US" sz="1400" dirty="0"/>
              <a:t> 34</a:t>
            </a:r>
          </a:p>
          <a:p>
            <a:pPr>
              <a:buFont typeface="Arial" panose="020B0604020202020204" pitchFamily="34" charset="0"/>
              <a:buChar char="•"/>
            </a:pPr>
            <a:r>
              <a:rPr lang="en-US" sz="1400" b="1" dirty="0"/>
              <a:t> Location:</a:t>
            </a:r>
            <a:r>
              <a:rPr lang="en-US" sz="1400" dirty="0"/>
              <a:t> Chicago, USA</a:t>
            </a:r>
          </a:p>
          <a:p>
            <a:pPr>
              <a:buFont typeface="Arial" panose="020B0604020202020204" pitchFamily="34" charset="0"/>
              <a:buChar char="•"/>
            </a:pPr>
            <a:r>
              <a:rPr lang="en-US" sz="1400" b="1" dirty="0"/>
              <a:t> Industry:</a:t>
            </a:r>
            <a:r>
              <a:rPr lang="en-US" sz="1400" dirty="0"/>
              <a:t> Manufacturing</a:t>
            </a:r>
          </a:p>
          <a:p>
            <a:pPr>
              <a:buFont typeface="Arial" panose="020B0604020202020204" pitchFamily="34" charset="0"/>
              <a:buChar char="•"/>
            </a:pPr>
            <a:r>
              <a:rPr lang="en-US" sz="1400" b="1" dirty="0"/>
              <a:t> Role:</a:t>
            </a:r>
            <a:r>
              <a:rPr lang="en-US" sz="1400" dirty="0"/>
              <a:t> Manages procurement for factory suppliers</a:t>
            </a:r>
          </a:p>
          <a:p>
            <a:pPr>
              <a:buFont typeface="Arial" panose="020B0604020202020204" pitchFamily="34" charset="0"/>
              <a:buChar char="•"/>
            </a:pPr>
            <a:r>
              <a:rPr lang="en-US" sz="1400" b="1" dirty="0"/>
              <a:t> Goals:</a:t>
            </a:r>
            <a:endParaRPr lang="en-US" sz="1400" dirty="0"/>
          </a:p>
          <a:p>
            <a:pPr marL="742950" lvl="1" indent="-285750">
              <a:buFont typeface="Arial" panose="020B0604020202020204" pitchFamily="34" charset="0"/>
              <a:buChar char="•"/>
            </a:pPr>
            <a:r>
              <a:rPr lang="en-US" sz="1400" dirty="0"/>
              <a:t>Quickly find suppliers</a:t>
            </a:r>
          </a:p>
          <a:p>
            <a:pPr marL="742950" lvl="1" indent="-285750">
              <a:buFont typeface="Arial" panose="020B0604020202020204" pitchFamily="34" charset="0"/>
              <a:buChar char="•"/>
            </a:pPr>
            <a:r>
              <a:rPr lang="en-US" sz="1400" dirty="0"/>
              <a:t>Ensure availability to take orders based on size</a:t>
            </a:r>
          </a:p>
          <a:p>
            <a:pPr marL="742950" lvl="1" indent="-285750">
              <a:buFont typeface="Arial" panose="020B0604020202020204" pitchFamily="34" charset="0"/>
              <a:buChar char="•"/>
            </a:pPr>
            <a:r>
              <a:rPr lang="en-US" sz="1400" dirty="0" err="1"/>
              <a:t>anage</a:t>
            </a:r>
            <a:r>
              <a:rPr lang="en-US" sz="1400" dirty="0"/>
              <a:t> suppliers </a:t>
            </a:r>
          </a:p>
        </p:txBody>
      </p:sp>
      <p:sp>
        <p:nvSpPr>
          <p:cNvPr id="9" name="TextBox 8">
            <a:extLst>
              <a:ext uri="{FF2B5EF4-FFF2-40B4-BE49-F238E27FC236}">
                <a16:creationId xmlns:a16="http://schemas.microsoft.com/office/drawing/2014/main" id="{78D09F02-65AB-62F5-1542-AD95FB99E009}"/>
              </a:ext>
            </a:extLst>
          </p:cNvPr>
          <p:cNvSpPr txBox="1"/>
          <p:nvPr/>
        </p:nvSpPr>
        <p:spPr>
          <a:xfrm>
            <a:off x="152400" y="3260853"/>
            <a:ext cx="4572000" cy="1384995"/>
          </a:xfrm>
          <a:prstGeom prst="rect">
            <a:avLst/>
          </a:prstGeom>
          <a:noFill/>
        </p:spPr>
        <p:txBody>
          <a:bodyPr wrap="square">
            <a:spAutoFit/>
          </a:bodyPr>
          <a:lstStyle/>
          <a:p>
            <a:pPr>
              <a:buNone/>
            </a:pPr>
            <a:r>
              <a:rPr lang="en-US" sz="1400" b="1" dirty="0"/>
              <a:t>🎯 Objective</a:t>
            </a:r>
          </a:p>
          <a:p>
            <a:pPr>
              <a:buNone/>
            </a:pPr>
            <a:r>
              <a:rPr lang="en-US" sz="1400" dirty="0"/>
              <a:t>Design a user-friendly </a:t>
            </a:r>
            <a:r>
              <a:rPr lang="en-US" sz="1400" b="1" dirty="0"/>
              <a:t>mobile app</a:t>
            </a:r>
            <a:r>
              <a:rPr lang="en-US" sz="1400" dirty="0"/>
              <a:t> that allows Alex to:</a:t>
            </a:r>
          </a:p>
          <a:p>
            <a:pPr>
              <a:buFont typeface="Arial" panose="020B0604020202020204" pitchFamily="34" charset="0"/>
              <a:buChar char="•"/>
            </a:pPr>
            <a:r>
              <a:rPr lang="en-US" sz="1400" dirty="0"/>
              <a:t> Browse available products</a:t>
            </a:r>
          </a:p>
          <a:p>
            <a:pPr>
              <a:buFont typeface="Arial" panose="020B0604020202020204" pitchFamily="34" charset="0"/>
              <a:buChar char="•"/>
            </a:pPr>
            <a:r>
              <a:rPr lang="en-US" sz="1400" dirty="0"/>
              <a:t> View detailed product information</a:t>
            </a:r>
          </a:p>
          <a:p>
            <a:pPr>
              <a:buFont typeface="Arial" panose="020B0604020202020204" pitchFamily="34" charset="0"/>
              <a:buChar char="•"/>
            </a:pPr>
            <a:r>
              <a:rPr lang="en-US" sz="1400" dirty="0"/>
              <a:t> Add items to a shopping cart</a:t>
            </a:r>
          </a:p>
          <a:p>
            <a:pPr>
              <a:buFont typeface="Arial" panose="020B0604020202020204" pitchFamily="34" charset="0"/>
              <a:buChar char="•"/>
            </a:pPr>
            <a:r>
              <a:rPr lang="en-US" sz="1400" dirty="0"/>
              <a:t> Place and track orders</a:t>
            </a:r>
          </a:p>
        </p:txBody>
      </p:sp>
      <p:pic>
        <p:nvPicPr>
          <p:cNvPr id="10" name="Picture 2" descr="Man manager administrator consultant avatar Vector Image">
            <a:extLst>
              <a:ext uri="{FF2B5EF4-FFF2-40B4-BE49-F238E27FC236}">
                <a16:creationId xmlns:a16="http://schemas.microsoft.com/office/drawing/2014/main" id="{091F9B7B-6874-8056-E5A6-614891E5D0F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9218" t="8000" r="11483" b="18500"/>
          <a:stretch/>
        </p:blipFill>
        <p:spPr bwMode="auto">
          <a:xfrm>
            <a:off x="5334000" y="1041902"/>
            <a:ext cx="3295298" cy="33644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1813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AE3F0-2804-265C-9E61-EE6FA4E20AB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B0C5542A-DC96-626B-E5F6-190D12EE38BA}"/>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E271DA9A-72DF-1184-B710-D2128B603FDC}"/>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6</a:t>
            </a:fld>
            <a:endParaRPr lang="en-US" dirty="0"/>
          </a:p>
        </p:txBody>
      </p:sp>
      <p:sp>
        <p:nvSpPr>
          <p:cNvPr id="5" name="Title 4">
            <a:extLst>
              <a:ext uri="{FF2B5EF4-FFF2-40B4-BE49-F238E27FC236}">
                <a16:creationId xmlns:a16="http://schemas.microsoft.com/office/drawing/2014/main" id="{C2FF114F-62C7-5E71-E8BB-11CB01088A8C}"/>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Binding Concept</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CD292EDF-818D-7ED7-4507-6F85E9B08B38}"/>
              </a:ext>
            </a:extLst>
          </p:cNvPr>
          <p:cNvSpPr txBox="1"/>
          <p:nvPr/>
        </p:nvSpPr>
        <p:spPr>
          <a:xfrm>
            <a:off x="152400" y="971549"/>
            <a:ext cx="8839200" cy="4069557"/>
          </a:xfrm>
          <a:prstGeom prst="rect">
            <a:avLst/>
          </a:prstGeom>
        </p:spPr>
        <p:txBody>
          <a:bodyPr vert="horz" lIns="91440" tIns="45720" rIns="91440" bIns="45720" rtlCol="0">
            <a:normAutofit/>
          </a:bodyPr>
          <a:lstStyle/>
          <a:p>
            <a:pPr algn="l">
              <a:lnSpc>
                <a:spcPts val="1800"/>
              </a:lnSpc>
              <a:spcAft>
                <a:spcPts val="1500"/>
              </a:spcAft>
              <a:buNone/>
            </a:pPr>
            <a:r>
              <a:rPr lang="en-US" sz="1400" b="0" i="0" dirty="0">
                <a:solidFill>
                  <a:srgbClr val="1F1F1F"/>
                </a:solidFill>
                <a:effectLst/>
                <a:latin typeface="72 Brand Variable"/>
              </a:rPr>
              <a:t>You created a data variable for the </a:t>
            </a:r>
            <a:r>
              <a:rPr lang="en-US" sz="1400" b="1" i="0" dirty="0">
                <a:solidFill>
                  <a:srgbClr val="1F1F1F"/>
                </a:solidFill>
                <a:effectLst/>
                <a:latin typeface="72 Brand Variable"/>
              </a:rPr>
              <a:t>Products</a:t>
            </a:r>
            <a:r>
              <a:rPr lang="en-US" sz="1400" b="0" i="0" dirty="0">
                <a:solidFill>
                  <a:srgbClr val="1F1F1F"/>
                </a:solidFill>
                <a:effectLst/>
                <a:latin typeface="72 Brand Variable"/>
              </a:rPr>
              <a:t> data, and the logic for retrieving the data was created automatically. Now you need to tell the app what to display.</a:t>
            </a:r>
          </a:p>
          <a:p>
            <a:pPr algn="l">
              <a:lnSpc>
                <a:spcPts val="1800"/>
              </a:lnSpc>
              <a:spcAft>
                <a:spcPts val="1500"/>
              </a:spcAft>
              <a:buNone/>
            </a:pPr>
            <a:r>
              <a:rPr lang="en-US" sz="1400" b="0" i="0" dirty="0">
                <a:solidFill>
                  <a:srgbClr val="1F1F1F"/>
                </a:solidFill>
                <a:effectLst/>
                <a:latin typeface="72 Brand Variable"/>
              </a:rPr>
              <a:t>To do this, you create bindings for your UI components, indicating what data you want to display in your component, whether from:</a:t>
            </a:r>
          </a:p>
          <a:p>
            <a:pPr algn="l">
              <a:lnSpc>
                <a:spcPts val="1800"/>
              </a:lnSpc>
              <a:buFont typeface="Arial" panose="020B0604020202020204" pitchFamily="34" charset="0"/>
              <a:buChar char="•"/>
            </a:pPr>
            <a:r>
              <a:rPr lang="en-US" sz="1400" b="0" i="0" dirty="0">
                <a:solidFill>
                  <a:srgbClr val="1F1F1F"/>
                </a:solidFill>
                <a:effectLst/>
                <a:latin typeface="72 Brand Variable"/>
              </a:rPr>
              <a:t>Static values</a:t>
            </a:r>
          </a:p>
          <a:p>
            <a:pPr algn="l">
              <a:lnSpc>
                <a:spcPts val="1800"/>
              </a:lnSpc>
              <a:buFont typeface="Arial" panose="020B0604020202020204" pitchFamily="34" charset="0"/>
              <a:buChar char="•"/>
            </a:pPr>
            <a:r>
              <a:rPr lang="en-US" sz="1400" b="0" i="0" dirty="0">
                <a:solidFill>
                  <a:srgbClr val="1F1F1F"/>
                </a:solidFill>
                <a:effectLst/>
                <a:latin typeface="72 Brand Variable"/>
              </a:rPr>
              <a:t>Calculated values</a:t>
            </a:r>
          </a:p>
          <a:p>
            <a:pPr algn="l">
              <a:lnSpc>
                <a:spcPts val="1800"/>
              </a:lnSpc>
              <a:buFont typeface="Arial" panose="020B0604020202020204" pitchFamily="34" charset="0"/>
              <a:buChar char="•"/>
            </a:pPr>
            <a:r>
              <a:rPr lang="en-US" sz="1400" b="0" i="0" dirty="0">
                <a:solidFill>
                  <a:srgbClr val="1F1F1F"/>
                </a:solidFill>
                <a:effectLst/>
                <a:latin typeface="72 Brand Variable"/>
              </a:rPr>
              <a:t>Values from variables</a:t>
            </a:r>
          </a:p>
          <a:p>
            <a:pPr algn="l">
              <a:lnSpc>
                <a:spcPts val="1800"/>
              </a:lnSpc>
              <a:buFont typeface="Arial" panose="020B0604020202020204" pitchFamily="34" charset="0"/>
              <a:buChar char="•"/>
            </a:pPr>
            <a:r>
              <a:rPr lang="en-US" sz="1400" b="0" i="0" dirty="0">
                <a:solidFill>
                  <a:srgbClr val="1F1F1F"/>
                </a:solidFill>
                <a:effectLst/>
                <a:latin typeface="72 Brand Variable"/>
              </a:rPr>
              <a:t>… or other sources</a:t>
            </a:r>
          </a:p>
          <a:p>
            <a:pPr algn="l">
              <a:lnSpc>
                <a:spcPts val="1800"/>
              </a:lnSpc>
              <a:buFont typeface="Arial" panose="020B0604020202020204" pitchFamily="34" charset="0"/>
              <a:buChar char="•"/>
            </a:pPr>
            <a:endParaRPr lang="en-US" sz="1400" dirty="0">
              <a:solidFill>
                <a:srgbClr val="1F1F1F"/>
              </a:solidFill>
              <a:latin typeface="72 Brand Variable"/>
            </a:endParaRPr>
          </a:p>
          <a:p>
            <a:pPr algn="l">
              <a:lnSpc>
                <a:spcPts val="1800"/>
              </a:lnSpc>
            </a:pPr>
            <a:r>
              <a:rPr lang="en-US" sz="1400" b="1" i="0" dirty="0">
                <a:solidFill>
                  <a:srgbClr val="1F1F1F"/>
                </a:solidFill>
                <a:effectLst/>
                <a:latin typeface="72 Brand Variable"/>
              </a:rPr>
              <a:t>How Binding works</a:t>
            </a:r>
          </a:p>
          <a:p>
            <a:pPr algn="l">
              <a:lnSpc>
                <a:spcPts val="1800"/>
              </a:lnSpc>
            </a:pPr>
            <a:r>
              <a:rPr lang="en-US" sz="1400" b="0" i="0" dirty="0">
                <a:solidFill>
                  <a:srgbClr val="1F1F1F"/>
                </a:solidFill>
                <a:effectLst/>
                <a:latin typeface="72 Brand Variable"/>
              </a:rPr>
              <a:t>When you configure a UI component (or later a logic component called a “flow function”), generally you do this with binding.</a:t>
            </a:r>
          </a:p>
          <a:p>
            <a:pPr algn="l">
              <a:lnSpc>
                <a:spcPts val="1800"/>
              </a:lnSpc>
            </a:pPr>
            <a:r>
              <a:rPr lang="en-US" sz="1400" b="0" i="0" dirty="0">
                <a:solidFill>
                  <a:srgbClr val="1F1F1F"/>
                </a:solidFill>
                <a:effectLst/>
                <a:latin typeface="72 Brand Variable"/>
              </a:rPr>
              <a:t>For most properties, there is a binding icon that indicates what type of binding is used. For example, you can use static text for a text field, or you can show text from a backend service and use a binding to a data variable.</a:t>
            </a:r>
          </a:p>
        </p:txBody>
      </p:sp>
    </p:spTree>
    <p:extLst>
      <p:ext uri="{BB962C8B-B14F-4D97-AF65-F5344CB8AC3E}">
        <p14:creationId xmlns:p14="http://schemas.microsoft.com/office/powerpoint/2010/main" val="423831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EF437-A219-1D5D-346E-39544ABE177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9401CC6-5248-ECE6-BB95-3CD9D669DF13}"/>
              </a:ext>
            </a:extLst>
          </p:cNvPr>
          <p:cNvSpPr>
            <a:spLocks noGrp="1"/>
          </p:cNvSpPr>
          <p:nvPr>
            <p:ph type="ftr" sz="quarter" idx="11"/>
          </p:nvPr>
        </p:nvSpPr>
        <p:spPr/>
        <p:txBody>
          <a:bodyPr/>
          <a:lstStyle/>
          <a:p>
            <a:r>
              <a:rPr lang="en-US" dirty="0"/>
              <a:t>www.anubhavtrainings.com</a:t>
            </a:r>
          </a:p>
        </p:txBody>
      </p:sp>
      <p:sp>
        <p:nvSpPr>
          <p:cNvPr id="4" name="Slide Number Placeholder 3">
            <a:extLst>
              <a:ext uri="{FF2B5EF4-FFF2-40B4-BE49-F238E27FC236}">
                <a16:creationId xmlns:a16="http://schemas.microsoft.com/office/drawing/2014/main" id="{1ED2F5EA-C684-78C8-B973-28AAFE5B9098}"/>
              </a:ext>
            </a:extLst>
          </p:cNvPr>
          <p:cNvSpPr>
            <a:spLocks noGrp="1"/>
          </p:cNvSpPr>
          <p:nvPr>
            <p:ph type="sldNum" sz="quarter" idx="12"/>
          </p:nvPr>
        </p:nvSpPr>
        <p:spPr>
          <a:xfrm>
            <a:off x="152400" y="4781550"/>
            <a:ext cx="457200" cy="273844"/>
          </a:xfrm>
        </p:spPr>
        <p:txBody>
          <a:bodyPr/>
          <a:lstStyle/>
          <a:p>
            <a:fld id="{B6F15528-21DE-4FAA-801E-634DDDAF4B2B}" type="slidenum">
              <a:rPr lang="en-US" smtClean="0"/>
              <a:pPr/>
              <a:t>7</a:t>
            </a:fld>
            <a:endParaRPr lang="en-US" dirty="0"/>
          </a:p>
        </p:txBody>
      </p:sp>
      <p:sp>
        <p:nvSpPr>
          <p:cNvPr id="5" name="Title 4">
            <a:extLst>
              <a:ext uri="{FF2B5EF4-FFF2-40B4-BE49-F238E27FC236}">
                <a16:creationId xmlns:a16="http://schemas.microsoft.com/office/drawing/2014/main" id="{797718A0-B759-2B18-24DC-5BFCFDE32923}"/>
              </a:ext>
            </a:extLst>
          </p:cNvPr>
          <p:cNvSpPr>
            <a:spLocks noGrp="1"/>
          </p:cNvSpPr>
          <p:nvPr>
            <p:ph type="title"/>
          </p:nvPr>
        </p:nvSpPr>
        <p:spPr>
          <a:xfrm>
            <a:off x="76200" y="133350"/>
            <a:ext cx="8229600" cy="533401"/>
          </a:xfrm>
        </p:spPr>
        <p:txBody>
          <a:bodyPr/>
          <a:lstStyle/>
          <a:p>
            <a:r>
              <a:rPr lang="en-US" sz="2500" dirty="0">
                <a:latin typeface="Cooper Black" panose="0208090404030B020404" pitchFamily="18" charset="0"/>
              </a:rPr>
              <a:t>What is repeat?</a:t>
            </a:r>
            <a:endParaRPr lang="en-IN" sz="2500" dirty="0">
              <a:latin typeface="Cooper Black" panose="0208090404030B020404" pitchFamily="18" charset="0"/>
            </a:endParaRPr>
          </a:p>
        </p:txBody>
      </p:sp>
      <p:sp>
        <p:nvSpPr>
          <p:cNvPr id="2" name="TextBox 1">
            <a:extLst>
              <a:ext uri="{FF2B5EF4-FFF2-40B4-BE49-F238E27FC236}">
                <a16:creationId xmlns:a16="http://schemas.microsoft.com/office/drawing/2014/main" id="{1AB65789-E4EB-3F19-FF46-B2B53C6B3102}"/>
              </a:ext>
            </a:extLst>
          </p:cNvPr>
          <p:cNvSpPr txBox="1"/>
          <p:nvPr/>
        </p:nvSpPr>
        <p:spPr>
          <a:xfrm>
            <a:off x="152400" y="971549"/>
            <a:ext cx="8839200" cy="4069557"/>
          </a:xfrm>
          <a:prstGeom prst="rect">
            <a:avLst/>
          </a:prstGeom>
        </p:spPr>
        <p:txBody>
          <a:bodyPr vert="horz" lIns="91440" tIns="45720" rIns="91440" bIns="45720" rtlCol="0">
            <a:normAutofit/>
          </a:bodyPr>
          <a:lstStyle/>
          <a:p>
            <a:pPr algn="l">
              <a:lnSpc>
                <a:spcPts val="1800"/>
              </a:lnSpc>
              <a:spcAft>
                <a:spcPts val="1500"/>
              </a:spcAft>
              <a:buNone/>
            </a:pPr>
            <a:r>
              <a:rPr lang="en-US" sz="1400" b="0" i="0" dirty="0">
                <a:solidFill>
                  <a:srgbClr val="1F1F1F"/>
                </a:solidFill>
                <a:effectLst/>
                <a:latin typeface="72 Brand Variable"/>
              </a:rPr>
              <a:t>The </a:t>
            </a:r>
            <a:r>
              <a:rPr lang="en-US" sz="1400" b="1" i="0" dirty="0">
                <a:solidFill>
                  <a:srgbClr val="1F1F1F"/>
                </a:solidFill>
                <a:effectLst/>
                <a:latin typeface="72 Brand Variable"/>
              </a:rPr>
              <a:t>Repeat with</a:t>
            </a:r>
            <a:r>
              <a:rPr lang="en-US" sz="1400" b="0" i="0" dirty="0">
                <a:solidFill>
                  <a:srgbClr val="1F1F1F"/>
                </a:solidFill>
                <a:effectLst/>
                <a:latin typeface="72 Brand Variable"/>
              </a:rPr>
              <a:t> property lets you create multiple copies of a component by supplying a list – this will repeat the component based on the number of elements in your list, for example, the number of products in our list. The list can be hardcoded, or can be located in a variable (like in our case), or based on a formula.</a:t>
            </a:r>
          </a:p>
          <a:p>
            <a:pPr algn="l">
              <a:lnSpc>
                <a:spcPts val="1800"/>
              </a:lnSpc>
              <a:spcAft>
                <a:spcPts val="1500"/>
              </a:spcAft>
            </a:pPr>
            <a:r>
              <a:rPr lang="en-US" sz="1400" b="0" i="0" dirty="0">
                <a:solidFill>
                  <a:srgbClr val="1F1F1F"/>
                </a:solidFill>
                <a:effectLst/>
                <a:latin typeface="72 Brand Variable"/>
              </a:rPr>
              <a:t>Once you set the </a:t>
            </a:r>
            <a:r>
              <a:rPr lang="en-US" sz="1400" b="1" i="0" dirty="0">
                <a:solidFill>
                  <a:srgbClr val="1F1F1F"/>
                </a:solidFill>
                <a:effectLst/>
                <a:latin typeface="72 Brand Variable"/>
              </a:rPr>
              <a:t>Repeat with</a:t>
            </a:r>
            <a:r>
              <a:rPr lang="en-US" sz="1400" b="0" i="0" dirty="0">
                <a:solidFill>
                  <a:srgbClr val="1F1F1F"/>
                </a:solidFill>
                <a:effectLst/>
                <a:latin typeface="72 Brand Variable"/>
              </a:rPr>
              <a:t> property, you then get the </a:t>
            </a:r>
            <a:r>
              <a:rPr lang="en-US" sz="1400" b="1" i="0" dirty="0">
                <a:solidFill>
                  <a:srgbClr val="1F1F1F"/>
                </a:solidFill>
                <a:effectLst/>
                <a:latin typeface="72 Brand Variable"/>
              </a:rPr>
              <a:t>Data item in repeat</a:t>
            </a:r>
            <a:r>
              <a:rPr lang="en-US" sz="1400" b="0" i="0" dirty="0">
                <a:solidFill>
                  <a:srgbClr val="1F1F1F"/>
                </a:solidFill>
                <a:effectLst/>
                <a:latin typeface="72 Brand Variable"/>
              </a:rPr>
              <a:t> binding option for the other properties in the component. You can now access values within each list item. So the data in the first item will be displayed in the first copy of the component, the data in the second item in the second copy of the component, and so on.</a:t>
            </a:r>
          </a:p>
        </p:txBody>
      </p:sp>
      <mc:AlternateContent xmlns:mc="http://schemas.openxmlformats.org/markup-compatibility/2006">
        <mc:Choice xmlns:p14="http://schemas.microsoft.com/office/powerpoint/2010/main" Requires="p14">
          <p:contentPart p14:bwMode="auto" r:id="rId2">
            <p14:nvContentPartPr>
              <p14:cNvPr id="7" name="Ink 6">
                <a:extLst>
                  <a:ext uri="{FF2B5EF4-FFF2-40B4-BE49-F238E27FC236}">
                    <a16:creationId xmlns:a16="http://schemas.microsoft.com/office/drawing/2014/main" id="{87F2C641-6F33-FF68-2AB6-61FB64203490}"/>
                  </a:ext>
                </a:extLst>
              </p14:cNvPr>
              <p14:cNvContentPartPr/>
              <p14:nvPr/>
            </p14:nvContentPartPr>
            <p14:xfrm>
              <a:off x="3256470" y="1476462"/>
              <a:ext cx="3761640" cy="720"/>
            </p14:xfrm>
          </p:contentPart>
        </mc:Choice>
        <mc:Fallback>
          <p:pic>
            <p:nvPicPr>
              <p:cNvPr id="7" name="Ink 6">
                <a:extLst>
                  <a:ext uri="{FF2B5EF4-FFF2-40B4-BE49-F238E27FC236}">
                    <a16:creationId xmlns:a16="http://schemas.microsoft.com/office/drawing/2014/main" id="{87F2C641-6F33-FF68-2AB6-61FB64203490}"/>
                  </a:ext>
                </a:extLst>
              </p:cNvPr>
              <p:cNvPicPr/>
              <p:nvPr/>
            </p:nvPicPr>
            <p:blipFill>
              <a:blip r:embed="rId3"/>
              <a:stretch>
                <a:fillRect/>
              </a:stretch>
            </p:blipFill>
            <p:spPr>
              <a:xfrm>
                <a:off x="3247470" y="1458462"/>
                <a:ext cx="3779280" cy="360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8" name="Ink 7">
                <a:extLst>
                  <a:ext uri="{FF2B5EF4-FFF2-40B4-BE49-F238E27FC236}">
                    <a16:creationId xmlns:a16="http://schemas.microsoft.com/office/drawing/2014/main" id="{23EFF4E3-D84A-94C2-E671-B049AEDAD10D}"/>
                  </a:ext>
                </a:extLst>
              </p14:cNvPr>
              <p14:cNvContentPartPr/>
              <p14:nvPr/>
            </p14:nvContentPartPr>
            <p14:xfrm>
              <a:off x="660150" y="1666902"/>
              <a:ext cx="464760" cy="49680"/>
            </p14:xfrm>
          </p:contentPart>
        </mc:Choice>
        <mc:Fallback>
          <p:pic>
            <p:nvPicPr>
              <p:cNvPr id="8" name="Ink 7">
                <a:extLst>
                  <a:ext uri="{FF2B5EF4-FFF2-40B4-BE49-F238E27FC236}">
                    <a16:creationId xmlns:a16="http://schemas.microsoft.com/office/drawing/2014/main" id="{23EFF4E3-D84A-94C2-E671-B049AEDAD10D}"/>
                  </a:ext>
                </a:extLst>
              </p:cNvPr>
              <p:cNvPicPr/>
              <p:nvPr/>
            </p:nvPicPr>
            <p:blipFill>
              <a:blip r:embed="rId5"/>
              <a:stretch>
                <a:fillRect/>
              </a:stretch>
            </p:blipFill>
            <p:spPr>
              <a:xfrm>
                <a:off x="651150" y="1657902"/>
                <a:ext cx="482400" cy="67320"/>
              </a:xfrm>
              <a:prstGeom prst="rect">
                <a:avLst/>
              </a:prstGeom>
            </p:spPr>
          </p:pic>
        </mc:Fallback>
      </mc:AlternateContent>
      <mc:AlternateContent xmlns:mc="http://schemas.openxmlformats.org/markup-compatibility/2006">
        <mc:Choice xmlns:p14="http://schemas.microsoft.com/office/powerpoint/2010/main" Requires="p14">
          <p:contentPart p14:bwMode="auto" r:id="rId6">
            <p14:nvContentPartPr>
              <p14:cNvPr id="10" name="Ink 9">
                <a:extLst>
                  <a:ext uri="{FF2B5EF4-FFF2-40B4-BE49-F238E27FC236}">
                    <a16:creationId xmlns:a16="http://schemas.microsoft.com/office/drawing/2014/main" id="{B937F5DB-80C4-A6F8-031C-2DBF3C51E35C}"/>
                  </a:ext>
                </a:extLst>
              </p14:cNvPr>
              <p14:cNvContentPartPr/>
              <p14:nvPr/>
            </p14:nvContentPartPr>
            <p14:xfrm>
              <a:off x="4796550" y="2131662"/>
              <a:ext cx="1081080" cy="49680"/>
            </p14:xfrm>
          </p:contentPart>
        </mc:Choice>
        <mc:Fallback>
          <p:pic>
            <p:nvPicPr>
              <p:cNvPr id="10" name="Ink 9">
                <a:extLst>
                  <a:ext uri="{FF2B5EF4-FFF2-40B4-BE49-F238E27FC236}">
                    <a16:creationId xmlns:a16="http://schemas.microsoft.com/office/drawing/2014/main" id="{B937F5DB-80C4-A6F8-031C-2DBF3C51E35C}"/>
                  </a:ext>
                </a:extLst>
              </p:cNvPr>
              <p:cNvPicPr/>
              <p:nvPr/>
            </p:nvPicPr>
            <p:blipFill>
              <a:blip r:embed="rId7"/>
              <a:stretch>
                <a:fillRect/>
              </a:stretch>
            </p:blipFill>
            <p:spPr>
              <a:xfrm>
                <a:off x="4787550" y="2122662"/>
                <a:ext cx="1098720" cy="67320"/>
              </a:xfrm>
              <a:prstGeom prst="rect">
                <a:avLst/>
              </a:prstGeom>
            </p:spPr>
          </p:pic>
        </mc:Fallback>
      </mc:AlternateContent>
      <mc:AlternateContent xmlns:mc="http://schemas.openxmlformats.org/markup-compatibility/2006">
        <mc:Choice xmlns:p14="http://schemas.microsoft.com/office/powerpoint/2010/main" Requires="p14">
          <p:contentPart p14:bwMode="auto" r:id="rId8">
            <p14:nvContentPartPr>
              <p14:cNvPr id="11" name="Ink 10">
                <a:extLst>
                  <a:ext uri="{FF2B5EF4-FFF2-40B4-BE49-F238E27FC236}">
                    <a16:creationId xmlns:a16="http://schemas.microsoft.com/office/drawing/2014/main" id="{A3E95939-079A-E1C7-CDF1-7D38C97AE011}"/>
                  </a:ext>
                </a:extLst>
              </p14:cNvPr>
              <p14:cNvContentPartPr/>
              <p14:nvPr/>
            </p14:nvContentPartPr>
            <p14:xfrm>
              <a:off x="796950" y="2354862"/>
              <a:ext cx="429840" cy="2160"/>
            </p14:xfrm>
          </p:contentPart>
        </mc:Choice>
        <mc:Fallback>
          <p:pic>
            <p:nvPicPr>
              <p:cNvPr id="11" name="Ink 10">
                <a:extLst>
                  <a:ext uri="{FF2B5EF4-FFF2-40B4-BE49-F238E27FC236}">
                    <a16:creationId xmlns:a16="http://schemas.microsoft.com/office/drawing/2014/main" id="{A3E95939-079A-E1C7-CDF1-7D38C97AE011}"/>
                  </a:ext>
                </a:extLst>
              </p:cNvPr>
              <p:cNvPicPr/>
              <p:nvPr/>
            </p:nvPicPr>
            <p:blipFill>
              <a:blip r:embed="rId9"/>
              <a:stretch>
                <a:fillRect/>
              </a:stretch>
            </p:blipFill>
            <p:spPr>
              <a:xfrm>
                <a:off x="788310" y="2345862"/>
                <a:ext cx="447480" cy="19800"/>
              </a:xfrm>
              <a:prstGeom prst="rect">
                <a:avLst/>
              </a:prstGeom>
            </p:spPr>
          </p:pic>
        </mc:Fallback>
      </mc:AlternateContent>
    </p:spTree>
    <p:extLst>
      <p:ext uri="{BB962C8B-B14F-4D97-AF65-F5344CB8AC3E}">
        <p14:creationId xmlns:p14="http://schemas.microsoft.com/office/powerpoint/2010/main" val="39551442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36E60-6B61-B3A9-10C4-166EB12CC349}"/>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0CD5C2B-B862-0EBD-7A51-9628D8403A3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4F859C68-0FB6-68F0-F50A-7EDEC0FD19CA}"/>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F524B64E-5A65-B3F8-688C-9927E69916D0}"/>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Types of data variables</a:t>
            </a:r>
          </a:p>
        </p:txBody>
      </p:sp>
      <p:sp>
        <p:nvSpPr>
          <p:cNvPr id="2" name="TextBox 1">
            <a:extLst>
              <a:ext uri="{FF2B5EF4-FFF2-40B4-BE49-F238E27FC236}">
                <a16:creationId xmlns:a16="http://schemas.microsoft.com/office/drawing/2014/main" id="{EB35CE80-E78B-DCC4-682A-D599C345DD02}"/>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There are 3 kinds of data variable, which determines its underlying data type (list vs. object) and the inputs that are required:</a:t>
            </a:r>
          </a:p>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72 Brand Variable"/>
                <a:ea typeface="+mn-ea"/>
                <a:cs typeface="+mn-cs"/>
              </a:rPr>
              <a:t>Collection of data records:</a:t>
            </a: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A list of objects. This is what was automatically selected when you created a data variable for the products in the product list page. No inputs are required.</a:t>
            </a:r>
          </a:p>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72 Brand Variable"/>
                <a:ea typeface="+mn-ea"/>
                <a:cs typeface="+mn-cs"/>
              </a:rPr>
              <a:t>Single data record:</a:t>
            </a: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Just a single object. You will generally have to provide a key so SAP Build Apps knows which object to return.</a:t>
            </a:r>
          </a:p>
          <a:p>
            <a:pPr marL="0" marR="0" lvl="0" indent="0" algn="l" defTabSz="914400" rtl="0" eaLnBrk="1" fontAlgn="auto" latinLnBrk="0" hangingPunct="1">
              <a:lnSpc>
                <a:spcPts val="1800"/>
              </a:lnSpc>
              <a:spcBef>
                <a:spcPts val="0"/>
              </a:spcBef>
              <a:spcAft>
                <a:spcPts val="1500"/>
              </a:spcAft>
              <a:buClrTx/>
              <a:buSzTx/>
              <a:buFontTx/>
              <a:buNone/>
              <a:tabLst/>
              <a:defRPr/>
            </a:pPr>
            <a:r>
              <a:rPr kumimoji="0" lang="en-US" sz="1400" b="1" i="0" u="none" strike="noStrike" kern="1200" cap="none" spc="0" normalizeH="0" baseline="0" noProof="0" dirty="0">
                <a:ln>
                  <a:noFill/>
                </a:ln>
                <a:solidFill>
                  <a:srgbClr val="1F1F1F"/>
                </a:solidFill>
                <a:effectLst/>
                <a:uLnTx/>
                <a:uFillTx/>
                <a:latin typeface="72 Brand Variable"/>
                <a:ea typeface="+mn-ea"/>
                <a:cs typeface="+mn-cs"/>
              </a:rPr>
              <a:t>New data record:</a:t>
            </a:r>
            <a:r>
              <a:rPr kumimoji="0" lang="en-US" sz="1400" b="0" i="0" u="none" strike="noStrike" kern="1200" cap="none" spc="0" normalizeH="0" baseline="0" noProof="0" dirty="0">
                <a:ln>
                  <a:noFill/>
                </a:ln>
                <a:solidFill>
                  <a:srgbClr val="1F1F1F"/>
                </a:solidFill>
                <a:effectLst/>
                <a:uLnTx/>
                <a:uFillTx/>
                <a:latin typeface="72 Brand Variable"/>
                <a:ea typeface="+mn-ea"/>
                <a:cs typeface="+mn-cs"/>
              </a:rPr>
              <a:t> Just a single object. This object is empty but contains the schema for this data resource so it can be easily bound to UI components for the user to enter their data, and to flow functions so the data resource can be updated.</a:t>
            </a:r>
          </a:p>
        </p:txBody>
      </p:sp>
    </p:spTree>
    <p:extLst>
      <p:ext uri="{BB962C8B-B14F-4D97-AF65-F5344CB8AC3E}">
        <p14:creationId xmlns:p14="http://schemas.microsoft.com/office/powerpoint/2010/main" val="1681842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9AE7F-9927-7A50-F264-862A7EDD302B}"/>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6CDC33B4-8153-FD5C-FB97-51ABD881AD22}"/>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4A02C12F-5BED-0006-0098-D600B687A881}"/>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1714A10C-B9EF-0884-C9B2-591BB33F58DE}"/>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Page parameters</a:t>
            </a:r>
          </a:p>
        </p:txBody>
      </p:sp>
      <p:sp>
        <p:nvSpPr>
          <p:cNvPr id="2" name="TextBox 1">
            <a:extLst>
              <a:ext uri="{FF2B5EF4-FFF2-40B4-BE49-F238E27FC236}">
                <a16:creationId xmlns:a16="http://schemas.microsoft.com/office/drawing/2014/main" id="{1A09EF81-F5A5-9236-1B82-580CB7FF7A8F}"/>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Page parameters can only be of the </a:t>
            </a:r>
            <a:r>
              <a:rPr kumimoji="0" lang="en-US" sz="14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text</a:t>
            </a:r>
            <a:r>
              <a:rPr kumimoji="0" lang="en-US" sz="14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type. Page parameters are read-only variables that can be set with the </a:t>
            </a:r>
            <a:r>
              <a:rPr kumimoji="0" lang="en-US" sz="1400" b="1" i="0" u="none" strike="noStrike" kern="1200" cap="none" spc="0" normalizeH="0" baseline="0" noProof="0" dirty="0">
                <a:ln>
                  <a:noFill/>
                </a:ln>
                <a:solidFill>
                  <a:srgbClr val="333333"/>
                </a:solidFill>
                <a:effectLst/>
                <a:uLnTx/>
                <a:uFillTx/>
                <a:latin typeface="72" panose="020B0503030000000003" pitchFamily="34" charset="0"/>
                <a:ea typeface="+mn-ea"/>
                <a:cs typeface="+mn-cs"/>
              </a:rPr>
              <a:t>Open page</a:t>
            </a:r>
            <a:r>
              <a:rPr kumimoji="0" lang="en-US" sz="1400" b="0" i="0" u="none" strike="noStrike" kern="1200" cap="none" spc="0" normalizeH="0" baseline="0" noProof="0" dirty="0">
                <a:ln>
                  <a:noFill/>
                </a:ln>
                <a:solidFill>
                  <a:srgbClr val="333333"/>
                </a:solidFill>
                <a:effectLst/>
                <a:uLnTx/>
                <a:uFillTx/>
                <a:latin typeface="72" panose="020B0503030000000003" pitchFamily="34" charset="0"/>
                <a:ea typeface="+mn-ea"/>
                <a:cs typeface="+mn-cs"/>
              </a:rPr>
              <a:t> flow function for the new page, e.g. ID of a product for a product details page. </a:t>
            </a:r>
          </a:p>
        </p:txBody>
      </p:sp>
      <p:sp>
        <p:nvSpPr>
          <p:cNvPr id="6" name="Rectangle: Rounded Corners 5">
            <a:extLst>
              <a:ext uri="{FF2B5EF4-FFF2-40B4-BE49-F238E27FC236}">
                <a16:creationId xmlns:a16="http://schemas.microsoft.com/office/drawing/2014/main" id="{C803AB38-8FF9-C7BE-82CF-51B3A787DC12}"/>
              </a:ext>
            </a:extLst>
          </p:cNvPr>
          <p:cNvSpPr/>
          <p:nvPr/>
        </p:nvSpPr>
        <p:spPr>
          <a:xfrm>
            <a:off x="914400" y="2114550"/>
            <a:ext cx="1676400" cy="2133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white"/>
                </a:solidFill>
                <a:effectLst/>
                <a:uLnTx/>
                <a:uFillTx/>
                <a:latin typeface="Calibri"/>
                <a:ea typeface="+mn-ea"/>
                <a:cs typeface="+mn-cs"/>
              </a:rPr>
              <a:t>Page 1</a:t>
            </a:r>
          </a:p>
        </p:txBody>
      </p:sp>
      <p:sp>
        <p:nvSpPr>
          <p:cNvPr id="7" name="Rectangle: Rounded Corners 6">
            <a:extLst>
              <a:ext uri="{FF2B5EF4-FFF2-40B4-BE49-F238E27FC236}">
                <a16:creationId xmlns:a16="http://schemas.microsoft.com/office/drawing/2014/main" id="{D8ECD943-0E67-768D-77BC-BD98E33B0C3D}"/>
              </a:ext>
            </a:extLst>
          </p:cNvPr>
          <p:cNvSpPr/>
          <p:nvPr/>
        </p:nvSpPr>
        <p:spPr>
          <a:xfrm>
            <a:off x="5867400" y="2114550"/>
            <a:ext cx="1676400" cy="21336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white"/>
                </a:solidFill>
                <a:effectLst/>
                <a:uLnTx/>
                <a:uFillTx/>
                <a:latin typeface="Calibri"/>
                <a:ea typeface="+mn-ea"/>
                <a:cs typeface="+mn-cs"/>
              </a:rPr>
              <a:t>Page 2</a:t>
            </a:r>
          </a:p>
        </p:txBody>
      </p:sp>
      <p:sp>
        <p:nvSpPr>
          <p:cNvPr id="8" name="Oval 7">
            <a:extLst>
              <a:ext uri="{FF2B5EF4-FFF2-40B4-BE49-F238E27FC236}">
                <a16:creationId xmlns:a16="http://schemas.microsoft.com/office/drawing/2014/main" id="{31BFC309-AAC6-E892-A5AB-FEE2E206432A}"/>
              </a:ext>
            </a:extLst>
          </p:cNvPr>
          <p:cNvSpPr/>
          <p:nvPr/>
        </p:nvSpPr>
        <p:spPr>
          <a:xfrm>
            <a:off x="3886200" y="3006327"/>
            <a:ext cx="457200" cy="40362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Calibri"/>
              <a:ea typeface="+mn-ea"/>
              <a:cs typeface="+mn-cs"/>
            </a:endParaRPr>
          </a:p>
        </p:txBody>
      </p:sp>
      <p:cxnSp>
        <p:nvCxnSpPr>
          <p:cNvPr id="10" name="Straight Connector 9">
            <a:extLst>
              <a:ext uri="{FF2B5EF4-FFF2-40B4-BE49-F238E27FC236}">
                <a16:creationId xmlns:a16="http://schemas.microsoft.com/office/drawing/2014/main" id="{C8DB8247-628A-74FA-7479-3FC2E943DB0A}"/>
              </a:ext>
            </a:extLst>
          </p:cNvPr>
          <p:cNvCxnSpPr>
            <a:stCxn id="6" idx="3"/>
            <a:endCxn id="7" idx="1"/>
          </p:cNvCxnSpPr>
          <p:nvPr/>
        </p:nvCxnSpPr>
        <p:spPr>
          <a:xfrm>
            <a:off x="2590800" y="3181350"/>
            <a:ext cx="3276600" cy="0"/>
          </a:xfrm>
          <a:prstGeom prst="line">
            <a:avLst/>
          </a:prstGeom>
        </p:spPr>
        <p:style>
          <a:lnRef idx="1">
            <a:schemeClr val="accent1"/>
          </a:lnRef>
          <a:fillRef idx="0">
            <a:schemeClr val="accent1"/>
          </a:fillRef>
          <a:effectRef idx="0">
            <a:schemeClr val="accent1"/>
          </a:effectRef>
          <a:fontRef idx="minor">
            <a:schemeClr val="tx1"/>
          </a:fontRef>
        </p:style>
      </p:cxnSp>
      <p:sp>
        <p:nvSpPr>
          <p:cNvPr id="11" name="Arrow: Pentagon 10">
            <a:extLst>
              <a:ext uri="{FF2B5EF4-FFF2-40B4-BE49-F238E27FC236}">
                <a16:creationId xmlns:a16="http://schemas.microsoft.com/office/drawing/2014/main" id="{0A4005A2-D0CD-F0E4-C1B0-422AE280D80D}"/>
              </a:ext>
            </a:extLst>
          </p:cNvPr>
          <p:cNvSpPr/>
          <p:nvPr/>
        </p:nvSpPr>
        <p:spPr>
          <a:xfrm>
            <a:off x="2895600" y="2952750"/>
            <a:ext cx="914400" cy="403618"/>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white"/>
                </a:solidFill>
                <a:effectLst/>
                <a:uLnTx/>
                <a:uFillTx/>
                <a:latin typeface="Calibri"/>
                <a:ea typeface="+mn-ea"/>
                <a:cs typeface="+mn-cs"/>
              </a:rPr>
              <a:t>page</a:t>
            </a:r>
          </a:p>
        </p:txBody>
      </p:sp>
      <p:sp>
        <p:nvSpPr>
          <p:cNvPr id="12" name="Arrow: Pentagon 11">
            <a:extLst>
              <a:ext uri="{FF2B5EF4-FFF2-40B4-BE49-F238E27FC236}">
                <a16:creationId xmlns:a16="http://schemas.microsoft.com/office/drawing/2014/main" id="{632ACD40-4B4D-3A8E-4FC7-CE99ACBF2DCA}"/>
              </a:ext>
            </a:extLst>
          </p:cNvPr>
          <p:cNvSpPr/>
          <p:nvPr/>
        </p:nvSpPr>
        <p:spPr>
          <a:xfrm>
            <a:off x="4507412" y="2979541"/>
            <a:ext cx="1283788" cy="403618"/>
          </a:xfrm>
          <a:prstGeom prst="homePlat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800" b="0" i="0" u="none" strike="noStrike" kern="1200" cap="none" spc="0" normalizeH="0" baseline="0" noProof="0" dirty="0">
                <a:ln>
                  <a:noFill/>
                </a:ln>
                <a:solidFill>
                  <a:prstClr val="white"/>
                </a:solidFill>
                <a:effectLst/>
                <a:uLnTx/>
                <a:uFillTx/>
                <a:latin typeface="Calibri"/>
                <a:ea typeface="+mn-ea"/>
                <a:cs typeface="+mn-cs"/>
              </a:rPr>
              <a:t>parameter</a:t>
            </a:r>
          </a:p>
        </p:txBody>
      </p:sp>
    </p:spTree>
    <p:extLst>
      <p:ext uri="{BB962C8B-B14F-4D97-AF65-F5344CB8AC3E}">
        <p14:creationId xmlns:p14="http://schemas.microsoft.com/office/powerpoint/2010/main" val="4174974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CA7DF-8A67-B39E-BCB3-CBB96E8CDCF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7ED3ACB2-62B7-B1AB-142D-B14B9823D13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D354C5DF-52C0-7679-020E-C560A7C7ADBF}"/>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431F81D9-9BC9-BDC5-0839-9AE5084A008A}"/>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Understanding flow functions</a:t>
            </a:r>
          </a:p>
        </p:txBody>
      </p:sp>
      <p:sp>
        <p:nvSpPr>
          <p:cNvPr id="2" name="TextBox 1">
            <a:extLst>
              <a:ext uri="{FF2B5EF4-FFF2-40B4-BE49-F238E27FC236}">
                <a16:creationId xmlns:a16="http://schemas.microsoft.com/office/drawing/2014/main" id="{C5CCEC5A-7275-DC71-486C-FBBC6D34CD54}"/>
              </a:ext>
            </a:extLst>
          </p:cNvPr>
          <p:cNvSpPr txBox="1"/>
          <p:nvPr/>
        </p:nvSpPr>
        <p:spPr>
          <a:xfrm>
            <a:off x="152400" y="1082545"/>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1200" cap="none" spc="0" normalizeH="0" baseline="0" noProof="0" dirty="0">
                <a:ln>
                  <a:noFill/>
                </a:ln>
                <a:solidFill>
                  <a:srgbClr val="223548"/>
                </a:solidFill>
                <a:effectLst/>
                <a:uLnTx/>
                <a:uFillTx/>
                <a:latin typeface="72 Brand Variable"/>
                <a:ea typeface="+mn-ea"/>
                <a:cs typeface="+mn-cs"/>
              </a:rPr>
              <a:t>Starting with an event, multiple logic flows can be combined to perform any function and action as needed. These are built in the Logic Canvas and become visible by choosing the lower bar in the UI Canvas and can be expanded by dragging the bar.</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200" b="0" i="0" u="none" strike="noStrike" kern="1200" cap="none" spc="0" normalizeH="0" baseline="0" noProof="0" dirty="0">
              <a:ln>
                <a:noFill/>
              </a:ln>
              <a:solidFill>
                <a:srgbClr val="223548"/>
              </a:solidFill>
              <a:effectLst/>
              <a:uLnTx/>
              <a:uFillTx/>
              <a:latin typeface="72 Brand Variable"/>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p:txBody>
      </p:sp>
      <p:sp>
        <p:nvSpPr>
          <p:cNvPr id="8" name="TextBox 7">
            <a:extLst>
              <a:ext uri="{FF2B5EF4-FFF2-40B4-BE49-F238E27FC236}">
                <a16:creationId xmlns:a16="http://schemas.microsoft.com/office/drawing/2014/main" id="{417018E5-15AF-D523-061F-F5FA6376F51A}"/>
              </a:ext>
            </a:extLst>
          </p:cNvPr>
          <p:cNvSpPr txBox="1"/>
          <p:nvPr/>
        </p:nvSpPr>
        <p:spPr>
          <a:xfrm>
            <a:off x="152400" y="1686163"/>
            <a:ext cx="8839200" cy="286232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There are the three different types of Logic Canvas: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a:ea typeface="+mn-ea"/>
                <a:cs typeface="+mn-cs"/>
              </a:rPr>
              <a:t>Global Logic Canvas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The Global Logic Canvas can be reached in the page collection.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a:ea typeface="+mn-ea"/>
                <a:cs typeface="+mn-cs"/>
              </a:rPr>
              <a:t>Page Logic Canvas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At the Page Logic Canvas, you can see integrated page spinners that are set in the function in such a way that it disappears when a page is loaded.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Calibri"/>
                <a:ea typeface="+mn-ea"/>
                <a:cs typeface="+mn-cs"/>
              </a:rPr>
              <a:t>Component Logic Canvas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Calibri"/>
                <a:ea typeface="+mn-ea"/>
                <a:cs typeface="+mn-cs"/>
              </a:rPr>
              <a:t>Different logics can be found in the Component Logic Canvas by default, depending on the selected component. For example, more logics can be shown if a component also has several subcomponents and access.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Calibri"/>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223548"/>
                </a:solidFill>
                <a:effectLst/>
                <a:uLnTx/>
                <a:uFillTx/>
                <a:latin typeface="72 Brand Variable"/>
                <a:ea typeface="+mn-ea"/>
                <a:cs typeface="+mn-cs"/>
              </a:rPr>
              <a:t>As with the components, a core trunk covers the most common use cases and the possibility of additional flow functions from the Marketplace. These are later available in the Logic section and can be constantly expanded. Also these can then be found under the Installed tab. The default flow functions in the </a:t>
            </a:r>
            <a:r>
              <a:rPr kumimoji="0" lang="en-US" sz="1200" b="0" i="1" u="none" strike="noStrike" kern="1200" cap="none" spc="0" normalizeH="0" baseline="0" noProof="0" dirty="0">
                <a:ln>
                  <a:noFill/>
                </a:ln>
                <a:solidFill>
                  <a:srgbClr val="223548"/>
                </a:solidFill>
                <a:effectLst/>
                <a:uLnTx/>
                <a:uFillTx/>
                <a:latin typeface="72 Brand Variable"/>
                <a:ea typeface="+mn-ea"/>
                <a:cs typeface="+mn-cs"/>
              </a:rPr>
              <a:t>Core</a:t>
            </a:r>
            <a:r>
              <a:rPr kumimoji="0" lang="en-US" sz="1200" b="0" i="0" u="none" strike="noStrike" kern="1200" cap="none" spc="0" normalizeH="0" baseline="0" noProof="0" dirty="0">
                <a:ln>
                  <a:noFill/>
                </a:ln>
                <a:solidFill>
                  <a:srgbClr val="223548"/>
                </a:solidFill>
                <a:effectLst/>
                <a:uLnTx/>
                <a:uFillTx/>
                <a:latin typeface="72 Brand Variable"/>
                <a:ea typeface="+mn-ea"/>
                <a:cs typeface="+mn-cs"/>
              </a:rPr>
              <a:t> tab and additional functions from the Marketplace thus provide the tools to optimize the app logic and associated functions.</a:t>
            </a:r>
            <a:endParaRPr kumimoji="0" lang="en-IN" sz="12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464747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E447BC-EE4D-F58E-4D47-076792004851}"/>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A2DA3F97-E146-206D-4368-218070F95F1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939C8582-CE9D-705E-0458-9C003DD98AE6}"/>
              </a:ext>
            </a:extLst>
          </p:cNvPr>
          <p:cNvSpPr>
            <a:spLocks noGrp="1"/>
          </p:cNvSpPr>
          <p:nvPr>
            <p:ph type="sldNum" sz="quarter" idx="12"/>
          </p:nvPr>
        </p:nvSpPr>
        <p:spPr>
          <a:xfrm>
            <a:off x="152400" y="4781550"/>
            <a:ext cx="457200" cy="273844"/>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n-US" sz="12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5" name="Title 4">
            <a:extLst>
              <a:ext uri="{FF2B5EF4-FFF2-40B4-BE49-F238E27FC236}">
                <a16:creationId xmlns:a16="http://schemas.microsoft.com/office/drawing/2014/main" id="{DE9D7C41-E80A-43AC-66FF-94608275150B}"/>
              </a:ext>
            </a:extLst>
          </p:cNvPr>
          <p:cNvSpPr>
            <a:spLocks noGrp="1"/>
          </p:cNvSpPr>
          <p:nvPr>
            <p:ph type="title"/>
          </p:nvPr>
        </p:nvSpPr>
        <p:spPr>
          <a:xfrm>
            <a:off x="76200" y="133350"/>
            <a:ext cx="8229600" cy="533401"/>
          </a:xfrm>
        </p:spPr>
        <p:txBody>
          <a:bodyPr/>
          <a:lstStyle/>
          <a:p>
            <a:r>
              <a:rPr lang="en-IN" sz="2500" dirty="0">
                <a:latin typeface="Cooper Black" panose="0208090404030B020404" pitchFamily="18" charset="0"/>
              </a:rPr>
              <a:t>Formula Functions</a:t>
            </a:r>
          </a:p>
        </p:txBody>
      </p:sp>
      <p:sp>
        <p:nvSpPr>
          <p:cNvPr id="2" name="TextBox 1">
            <a:extLst>
              <a:ext uri="{FF2B5EF4-FFF2-40B4-BE49-F238E27FC236}">
                <a16:creationId xmlns:a16="http://schemas.microsoft.com/office/drawing/2014/main" id="{067391F0-9452-1064-F3E3-72381FDA390D}"/>
              </a:ext>
            </a:extLst>
          </p:cNvPr>
          <p:cNvSpPr txBox="1"/>
          <p:nvPr/>
        </p:nvSpPr>
        <p:spPr>
          <a:xfrm>
            <a:off x="152400" y="971549"/>
            <a:ext cx="8839200" cy="4069557"/>
          </a:xfrm>
          <a:prstGeom prst="rect">
            <a:avLst/>
          </a:prstGeom>
        </p:spPr>
        <p:txBody>
          <a:bodyPr vert="horz" lIns="91440" tIns="45720" rIns="91440" bIns="45720" rtlCol="0">
            <a:normAutofit/>
          </a:body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srgbClr val="223548"/>
                </a:solidFill>
                <a:effectLst/>
                <a:uLnTx/>
                <a:uFillTx/>
                <a:latin typeface="72 Brand Variable"/>
                <a:ea typeface="+mn-ea"/>
                <a:cs typeface="+mn-cs"/>
              </a:rPr>
              <a:t>SAP Build Apps has a Formula Editor that is one of the most powerful algorithm editors you will find. Even though the word algorithm makes it sound complicated, that has been simplified for us to use. SAP Build Apps has combined "spreadsheet type" formulas with built-in support for a full application context that can help you create a complex algorithm in a simple way. We can combine hundreds of data transformation functions with relevant data such as GPS location, sensor values, data properties, and so on.</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400" b="0" i="0" u="none" strike="noStrike" kern="1200" cap="none" spc="0" normalizeH="0" baseline="0" noProof="0" dirty="0">
              <a:ln>
                <a:noFill/>
              </a:ln>
              <a:solidFill>
                <a:srgbClr val="223548"/>
              </a:solidFill>
              <a:effectLst/>
              <a:uLnTx/>
              <a:uFillTx/>
              <a:latin typeface="72 Brand Variable"/>
              <a:ea typeface="+mn-ea"/>
              <a:cs typeface="+mn-cs"/>
            </a:endParaRP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400" b="0" i="0" u="none" strike="noStrike" kern="1200" cap="none" spc="0" normalizeH="0" baseline="0" noProof="0" dirty="0">
                <a:ln>
                  <a:noFill/>
                </a:ln>
                <a:solidFill>
                  <a:srgbClr val="223548"/>
                </a:solidFill>
                <a:effectLst/>
                <a:uLnTx/>
                <a:uFillTx/>
                <a:latin typeface="72 Brand Variable"/>
                <a:ea typeface="+mn-ea"/>
                <a:cs typeface="+mn-cs"/>
              </a:rPr>
              <a:t>Even though SAP Build Apps does not require any code, the knowledge of operators is also indispensable here and helps a lot in designing dynamic apps.</a:t>
            </a:r>
            <a:endParaRPr kumimoji="0" lang="en-US" sz="1400" b="0" i="0" u="none" strike="noStrike" kern="1200" cap="none" spc="0" normalizeH="0" baseline="0" noProof="0" dirty="0">
              <a:ln>
                <a:noFill/>
              </a:ln>
              <a:solidFill>
                <a:prstClr val="black"/>
              </a:solidFill>
              <a:effectLst/>
              <a:uLnTx/>
              <a:uFillTx/>
              <a:latin typeface="Calibri"/>
              <a:ea typeface="+mn-ea"/>
              <a:cs typeface="+mn-cs"/>
            </a:endParaRPr>
          </a:p>
        </p:txBody>
      </p:sp>
      <p:sp>
        <p:nvSpPr>
          <p:cNvPr id="6" name="Rectangle 5">
            <a:extLst>
              <a:ext uri="{FF2B5EF4-FFF2-40B4-BE49-F238E27FC236}">
                <a16:creationId xmlns:a16="http://schemas.microsoft.com/office/drawing/2014/main" id="{0C4FE6F2-F97E-BACE-B186-00AE8D967873}"/>
              </a:ext>
            </a:extLst>
          </p:cNvPr>
          <p:cNvSpPr/>
          <p:nvPr/>
        </p:nvSpPr>
        <p:spPr>
          <a:xfrm>
            <a:off x="228600" y="3006327"/>
            <a:ext cx="3352800" cy="609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72 Brand Variable"/>
                <a:ea typeface="+mn-ea"/>
                <a:cs typeface="+mn-cs"/>
              </a:rPr>
              <a:t>Arithmetic operators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white"/>
                </a:solidFill>
                <a:effectLst/>
                <a:uLnTx/>
                <a:uFillTx/>
                <a:latin typeface="72 Brand Variable"/>
                <a:ea typeface="+mn-ea"/>
                <a:cs typeface="+mn-cs"/>
              </a:rPr>
              <a:t>Arithmetic operators are symbols that indicate a mathematical operation</a:t>
            </a:r>
            <a:endParaRPr kumimoji="0" lang="en-IN" sz="1050" b="0" i="0" u="none" strike="noStrike" kern="1200" cap="none" spc="0" normalizeH="0" baseline="0" noProof="0" dirty="0">
              <a:ln>
                <a:noFill/>
              </a:ln>
              <a:solidFill>
                <a:prstClr val="white"/>
              </a:solidFill>
              <a:effectLst/>
              <a:uLnTx/>
              <a:uFillTx/>
              <a:latin typeface="Calibri"/>
              <a:ea typeface="+mn-ea"/>
              <a:cs typeface="+mn-cs"/>
            </a:endParaRPr>
          </a:p>
        </p:txBody>
      </p:sp>
      <p:sp>
        <p:nvSpPr>
          <p:cNvPr id="7" name="Rectangle 6">
            <a:extLst>
              <a:ext uri="{FF2B5EF4-FFF2-40B4-BE49-F238E27FC236}">
                <a16:creationId xmlns:a16="http://schemas.microsoft.com/office/drawing/2014/main" id="{0507559F-6118-9E8D-25EB-C56404742496}"/>
              </a:ext>
            </a:extLst>
          </p:cNvPr>
          <p:cNvSpPr/>
          <p:nvPr/>
        </p:nvSpPr>
        <p:spPr>
          <a:xfrm>
            <a:off x="5562600" y="2996242"/>
            <a:ext cx="3352800" cy="609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72 Brand Variable"/>
                <a:ea typeface="+mn-ea"/>
                <a:cs typeface="+mn-cs"/>
              </a:rPr>
              <a:t>Logical operators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white"/>
                </a:solidFill>
                <a:effectLst/>
                <a:uLnTx/>
                <a:uFillTx/>
                <a:latin typeface="72 Brand Variable"/>
                <a:ea typeface="+mn-ea"/>
                <a:cs typeface="+mn-cs"/>
              </a:rPr>
              <a:t>Logical operators ||, &amp;&amp; and ! are used to compare two values or expressions. </a:t>
            </a:r>
            <a:endParaRPr kumimoji="0" lang="en-IN" sz="1050" b="0" i="0" u="none" strike="noStrike" kern="1200" cap="none" spc="0" normalizeH="0" baseline="0" noProof="0" dirty="0">
              <a:ln>
                <a:noFill/>
              </a:ln>
              <a:solidFill>
                <a:prstClr val="white"/>
              </a:solidFill>
              <a:effectLst/>
              <a:uLnTx/>
              <a:uFillTx/>
              <a:latin typeface="Calibri"/>
              <a:ea typeface="+mn-ea"/>
              <a:cs typeface="+mn-cs"/>
            </a:endParaRPr>
          </a:p>
        </p:txBody>
      </p:sp>
      <p:sp>
        <p:nvSpPr>
          <p:cNvPr id="8" name="Rectangle 7">
            <a:extLst>
              <a:ext uri="{FF2B5EF4-FFF2-40B4-BE49-F238E27FC236}">
                <a16:creationId xmlns:a16="http://schemas.microsoft.com/office/drawing/2014/main" id="{E7348832-E95D-4473-3E53-C491CC05025D}"/>
              </a:ext>
            </a:extLst>
          </p:cNvPr>
          <p:cNvSpPr/>
          <p:nvPr/>
        </p:nvSpPr>
        <p:spPr>
          <a:xfrm>
            <a:off x="228600" y="3867152"/>
            <a:ext cx="3352800" cy="609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72 Brand Variable"/>
                <a:ea typeface="+mn-ea"/>
                <a:cs typeface="+mn-cs"/>
              </a:rPr>
              <a:t>Comparisons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white"/>
                </a:solidFill>
                <a:effectLst/>
                <a:uLnTx/>
                <a:uFillTx/>
                <a:latin typeface="72 Brand Variable"/>
                <a:ea typeface="+mn-ea"/>
                <a:cs typeface="+mn-cs"/>
              </a:rPr>
              <a:t>Comparison operators like ==, ===, != and !== are used to compare two values. </a:t>
            </a:r>
            <a:endParaRPr kumimoji="0" lang="en-IN" sz="1050" b="0" i="0" u="none" strike="noStrike" kern="1200" cap="none" spc="0" normalizeH="0" baseline="0" noProof="0" dirty="0">
              <a:ln>
                <a:noFill/>
              </a:ln>
              <a:solidFill>
                <a:prstClr val="white"/>
              </a:solidFill>
              <a:effectLst/>
              <a:uLnTx/>
              <a:uFillTx/>
              <a:latin typeface="Calibri"/>
              <a:ea typeface="+mn-ea"/>
              <a:cs typeface="+mn-cs"/>
            </a:endParaRPr>
          </a:p>
        </p:txBody>
      </p:sp>
      <p:sp>
        <p:nvSpPr>
          <p:cNvPr id="9" name="Rectangle 8">
            <a:extLst>
              <a:ext uri="{FF2B5EF4-FFF2-40B4-BE49-F238E27FC236}">
                <a16:creationId xmlns:a16="http://schemas.microsoft.com/office/drawing/2014/main" id="{3C1CB635-7787-BF07-906B-2AF1BF7A194C}"/>
              </a:ext>
            </a:extLst>
          </p:cNvPr>
          <p:cNvSpPr/>
          <p:nvPr/>
        </p:nvSpPr>
        <p:spPr>
          <a:xfrm>
            <a:off x="5562602" y="3822824"/>
            <a:ext cx="3352800" cy="6096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IN" sz="1050" b="1" i="0" u="none" strike="noStrike" kern="1200" cap="none" spc="0" normalizeH="0" baseline="0" noProof="0" dirty="0">
                <a:ln>
                  <a:noFill/>
                </a:ln>
                <a:solidFill>
                  <a:prstClr val="white"/>
                </a:solidFill>
                <a:effectLst/>
                <a:uLnTx/>
                <a:uFillTx/>
                <a:latin typeface="72 Brand Variable"/>
                <a:ea typeface="+mn-ea"/>
                <a:cs typeface="+mn-cs"/>
              </a:rPr>
              <a:t>Conditionals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prstClr val="white"/>
                </a:solidFill>
                <a:effectLst/>
                <a:uLnTx/>
                <a:uFillTx/>
                <a:latin typeface="72 Brand Variable"/>
                <a:ea typeface="+mn-ea"/>
                <a:cs typeface="+mn-cs"/>
              </a:rPr>
              <a:t>&lt;condition&gt; ? &lt;true value&gt; : &lt;false value&gt;</a:t>
            </a: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050" b="0" i="0" u="none" strike="noStrike" kern="1200" cap="none" spc="0" normalizeH="0" baseline="0" noProof="0" dirty="0">
              <a:ln>
                <a:noFill/>
              </a:ln>
              <a:solidFill>
                <a:prstClr val="white"/>
              </a:solidFill>
              <a:effectLst/>
              <a:uLnTx/>
              <a:uFillTx/>
              <a:latin typeface="72 Brand Variable"/>
              <a:ea typeface="+mn-ea"/>
              <a:cs typeface="+mn-cs"/>
            </a:endParaRPr>
          </a:p>
        </p:txBody>
      </p:sp>
    </p:spTree>
    <p:extLst>
      <p:ext uri="{BB962C8B-B14F-4D97-AF65-F5344CB8AC3E}">
        <p14:creationId xmlns:p14="http://schemas.microsoft.com/office/powerpoint/2010/main" val="2306578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15D2C93-0120-CCFC-9609-5065A85D5191}"/>
              </a:ext>
            </a:extLst>
          </p:cNvPr>
          <p:cNvSpPr>
            <a:spLocks noGrp="1"/>
          </p:cNvSpPr>
          <p:nvPr>
            <p:ph type="ftr" sz="quarter" idx="11"/>
          </p:nvPr>
        </p:nvSpPr>
        <p:spPr/>
        <p:txBody>
          <a:bodyPr/>
          <a:lstStyle/>
          <a:p>
            <a:r>
              <a:rPr lang="en-US"/>
              <a:t>www.anubhavtrainings.com</a:t>
            </a:r>
            <a:endParaRPr lang="en-US" dirty="0"/>
          </a:p>
        </p:txBody>
      </p:sp>
      <p:sp>
        <p:nvSpPr>
          <p:cNvPr id="3" name="Slide Number Placeholder 2">
            <a:extLst>
              <a:ext uri="{FF2B5EF4-FFF2-40B4-BE49-F238E27FC236}">
                <a16:creationId xmlns:a16="http://schemas.microsoft.com/office/drawing/2014/main" id="{8C7B24C2-E0A7-CEBF-F7A8-383001851AF8}"/>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4" name="Title 3">
            <a:extLst>
              <a:ext uri="{FF2B5EF4-FFF2-40B4-BE49-F238E27FC236}">
                <a16:creationId xmlns:a16="http://schemas.microsoft.com/office/drawing/2014/main" id="{3926B177-165E-9165-72C4-FD0C520A2E18}"/>
              </a:ext>
            </a:extLst>
          </p:cNvPr>
          <p:cNvSpPr>
            <a:spLocks noGrp="1"/>
          </p:cNvSpPr>
          <p:nvPr>
            <p:ph type="title"/>
          </p:nvPr>
        </p:nvSpPr>
        <p:spPr/>
        <p:txBody>
          <a:bodyPr/>
          <a:lstStyle/>
          <a:p>
            <a:endParaRPr lang="en-IN"/>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AB080056-AF3B-2DD1-1233-CD37BCC6426B}"/>
                  </a:ext>
                </a:extLst>
              </p14:cNvPr>
              <p14:cNvContentPartPr/>
              <p14:nvPr/>
            </p14:nvContentPartPr>
            <p14:xfrm>
              <a:off x="1315357" y="-14658"/>
              <a:ext cx="360" cy="360"/>
            </p14:xfrm>
          </p:contentPart>
        </mc:Choice>
        <mc:Fallback xmlns="">
          <p:pic>
            <p:nvPicPr>
              <p:cNvPr id="5" name="Ink 4">
                <a:extLst>
                  <a:ext uri="{FF2B5EF4-FFF2-40B4-BE49-F238E27FC236}">
                    <a16:creationId xmlns:a16="http://schemas.microsoft.com/office/drawing/2014/main" id="{AB080056-AF3B-2DD1-1233-CD37BCC6426B}"/>
                  </a:ext>
                </a:extLst>
              </p:cNvPr>
              <p:cNvPicPr/>
              <p:nvPr/>
            </p:nvPicPr>
            <p:blipFill>
              <a:blip r:embed="rId3"/>
              <a:stretch>
                <a:fillRect/>
              </a:stretch>
            </p:blipFill>
            <p:spPr>
              <a:xfrm>
                <a:off x="1306357" y="-23658"/>
                <a:ext cx="18000" cy="18000"/>
              </a:xfrm>
              <a:prstGeom prst="rect">
                <a:avLst/>
              </a:prstGeom>
            </p:spPr>
          </p:pic>
        </mc:Fallback>
      </mc:AlternateContent>
    </p:spTree>
    <p:extLst>
      <p:ext uri="{BB962C8B-B14F-4D97-AF65-F5344CB8AC3E}">
        <p14:creationId xmlns:p14="http://schemas.microsoft.com/office/powerpoint/2010/main" val="7208770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lowchart: Connector 4"/>
          <p:cNvSpPr/>
          <p:nvPr/>
        </p:nvSpPr>
        <p:spPr>
          <a:xfrm>
            <a:off x="4355976" y="21622"/>
            <a:ext cx="4168026" cy="4101362"/>
          </a:xfrm>
          <a:prstGeom prst="flowChartConnector">
            <a:avLst/>
          </a:prstGeom>
          <a:gradFill flip="none" rotWithShape="1">
            <a:gsLst>
              <a:gs pos="0">
                <a:srgbClr val="55E96E"/>
              </a:gs>
              <a:gs pos="46000">
                <a:srgbClr val="0AEC25"/>
              </a:gs>
              <a:gs pos="100000">
                <a:srgbClr val="00B050"/>
              </a:gs>
            </a:gsLst>
            <a:path path="circle">
              <a:fillToRect l="50000" t="130000" r="50000" b="-3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pic>
        <p:nvPicPr>
          <p:cNvPr id="6" name="Picture Placeholder 11">
            <a:extLst>
              <a:ext uri="{FF2B5EF4-FFF2-40B4-BE49-F238E27FC236}">
                <a16:creationId xmlns:a16="http://schemas.microsoft.com/office/drawing/2014/main" id="{420F5850-2D59-4C25-ADFF-E9013C5A6A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649" y="10551"/>
            <a:ext cx="5088657" cy="4690760"/>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p:spPr>
      </p:pic>
      <p:sp>
        <p:nvSpPr>
          <p:cNvPr id="7" name="Rectangle: Rounded Corners 3">
            <a:extLst>
              <a:ext uri="{FF2B5EF4-FFF2-40B4-BE49-F238E27FC236}">
                <a16:creationId xmlns:a16="http://schemas.microsoft.com/office/drawing/2014/main" id="{4DCA9A03-C201-42B6-AF8D-AB31333C8852}"/>
              </a:ext>
            </a:extLst>
          </p:cNvPr>
          <p:cNvSpPr/>
          <p:nvPr/>
        </p:nvSpPr>
        <p:spPr>
          <a:xfrm>
            <a:off x="4550245" y="735546"/>
            <a:ext cx="3973757" cy="2082201"/>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1350" dirty="0"/>
          </a:p>
        </p:txBody>
      </p:sp>
      <p:sp>
        <p:nvSpPr>
          <p:cNvPr id="8" name="TextBox 7">
            <a:extLst>
              <a:ext uri="{FF2B5EF4-FFF2-40B4-BE49-F238E27FC236}">
                <a16:creationId xmlns:a16="http://schemas.microsoft.com/office/drawing/2014/main" id="{4B09D3EC-7881-4341-8189-469046CA259E}"/>
              </a:ext>
            </a:extLst>
          </p:cNvPr>
          <p:cNvSpPr txBox="1"/>
          <p:nvPr/>
        </p:nvSpPr>
        <p:spPr>
          <a:xfrm>
            <a:off x="4981951" y="1042138"/>
            <a:ext cx="3179963" cy="461665"/>
          </a:xfrm>
          <a:prstGeom prst="rect">
            <a:avLst/>
          </a:prstGeom>
          <a:noFill/>
        </p:spPr>
        <p:txBody>
          <a:bodyPr wrap="square" lIns="0" tIns="0" rIns="0" bIns="0" rtlCol="0">
            <a:spAutoFit/>
          </a:bodyPr>
          <a:lstStyle/>
          <a:p>
            <a:r>
              <a:rPr lang="en-IN" sz="3000" b="1" dirty="0">
                <a:solidFill>
                  <a:srgbClr val="75C042"/>
                </a:solidFill>
              </a:rPr>
              <a:t>What We </a:t>
            </a:r>
            <a:r>
              <a:rPr lang="en-IN" sz="3000" b="1" dirty="0">
                <a:solidFill>
                  <a:srgbClr val="55E96E"/>
                </a:solidFill>
                <a:latin typeface="Segoe UI Light" panose="020B0502040204020203" pitchFamily="34" charset="0"/>
                <a:cs typeface="Segoe UI Light" panose="020B0502040204020203" pitchFamily="34" charset="0"/>
              </a:rPr>
              <a:t>Did</a:t>
            </a:r>
          </a:p>
        </p:txBody>
      </p:sp>
      <p:sp>
        <p:nvSpPr>
          <p:cNvPr id="9" name="TextBox 8">
            <a:extLst>
              <a:ext uri="{FF2B5EF4-FFF2-40B4-BE49-F238E27FC236}">
                <a16:creationId xmlns:a16="http://schemas.microsoft.com/office/drawing/2014/main" id="{A0CBE2D0-9475-4BE8-AC62-B9A03DC275C3}"/>
              </a:ext>
            </a:extLst>
          </p:cNvPr>
          <p:cNvSpPr txBox="1"/>
          <p:nvPr/>
        </p:nvSpPr>
        <p:spPr>
          <a:xfrm>
            <a:off x="4981951" y="1610639"/>
            <a:ext cx="3179963" cy="461665"/>
          </a:xfrm>
          <a:prstGeom prst="rect">
            <a:avLst/>
          </a:prstGeom>
          <a:noFill/>
        </p:spPr>
        <p:txBody>
          <a:bodyPr wrap="square" lIns="0" tIns="0" rIns="0" bIns="0" rtlCol="0" anchor="t">
            <a:spAutoFit/>
          </a:bodyPr>
          <a:lstStyle/>
          <a:p>
            <a:r>
              <a:rPr lang="en-US" sz="3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3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10" name="Group 9">
            <a:extLst>
              <a:ext uri="{FF2B5EF4-FFF2-40B4-BE49-F238E27FC236}">
                <a16:creationId xmlns:a16="http://schemas.microsoft.com/office/drawing/2014/main" id="{CBADDFA3-0336-41F5-81AE-B9456B828C2C}"/>
              </a:ext>
            </a:extLst>
          </p:cNvPr>
          <p:cNvGrpSpPr/>
          <p:nvPr/>
        </p:nvGrpSpPr>
        <p:grpSpPr>
          <a:xfrm>
            <a:off x="4999393" y="2370854"/>
            <a:ext cx="463016" cy="82493"/>
            <a:chOff x="6006451" y="5603130"/>
            <a:chExt cx="617354" cy="109990"/>
          </a:xfrm>
        </p:grpSpPr>
        <p:sp>
          <p:nvSpPr>
            <p:cNvPr id="11"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rgbClr val="00B050"/>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2"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rgbClr val="75C042"/>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sp>
          <p:nvSpPr>
            <p:cNvPr id="13"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rgbClr val="0AEC25"/>
            </a:solidFill>
            <a:ln w="9525">
              <a:noFill/>
              <a:miter lim="800000"/>
              <a:headEnd/>
              <a:tailEnd/>
            </a:ln>
          </p:spPr>
          <p:txBody>
            <a:bodyPr vert="horz" wrap="square" lIns="68580" tIns="34290" rIns="68580" bIns="34290" numCol="1" anchor="t" anchorCtr="0" compatLnSpc="1">
              <a:prstTxWarp prst="textNoShape">
                <a:avLst/>
              </a:prstTxWarp>
            </a:bodyPr>
            <a:lstStyle/>
            <a:p>
              <a:endParaRPr lang="en-IN" sz="1350"/>
            </a:p>
          </p:txBody>
        </p:sp>
      </p:grpSp>
      <p:sp>
        <p:nvSpPr>
          <p:cNvPr id="14" name="Google Shape;845;p16"/>
          <p:cNvSpPr/>
          <p:nvPr/>
        </p:nvSpPr>
        <p:spPr>
          <a:xfrm>
            <a:off x="1190" y="0"/>
            <a:ext cx="1494765" cy="736929"/>
          </a:xfrm>
          <a:custGeom>
            <a:avLst/>
            <a:gdLst/>
            <a:ahLst/>
            <a:cxnLst/>
            <a:rect l="l" t="t" r="r" b="b"/>
            <a:pathLst>
              <a:path w="1993020" h="1803466" extrusionOk="0">
                <a:moveTo>
                  <a:pt x="0" y="0"/>
                </a:moveTo>
                <a:lnTo>
                  <a:pt x="1993020" y="0"/>
                </a:lnTo>
                <a:lnTo>
                  <a:pt x="1229306" y="1803466"/>
                </a:lnTo>
                <a:lnTo>
                  <a:pt x="0" y="1803466"/>
                </a:lnTo>
                <a:lnTo>
                  <a:pt x="0" y="0"/>
                </a:lnTo>
                <a:close/>
              </a:path>
            </a:pathLst>
          </a:custGeom>
          <a:solidFill>
            <a:srgbClr val="75C042"/>
          </a:solidFill>
          <a:ln>
            <a:noFill/>
          </a:ln>
        </p:spPr>
        <p:txBody>
          <a:bodyPr spcFirstLastPara="1" wrap="square" lIns="68569" tIns="34275" rIns="68569" bIns="34275" anchor="ctr" anchorCtr="0">
            <a:noAutofit/>
          </a:bodyPr>
          <a:lstStyle/>
          <a:p>
            <a:pPr algn="ctr" defTabSz="685800">
              <a:buClr>
                <a:srgbClr val="000000"/>
              </a:buClr>
              <a:defRPr/>
            </a:pPr>
            <a:endParaRPr sz="1350" kern="0">
              <a:solidFill>
                <a:srgbClr val="75C042"/>
              </a:solidFill>
              <a:latin typeface="Calibri"/>
              <a:ea typeface="Calibri"/>
              <a:cs typeface="Calibri"/>
              <a:sym typeface="Calibri"/>
            </a:endParaRPr>
          </a:p>
        </p:txBody>
      </p:sp>
      <p:sp>
        <p:nvSpPr>
          <p:cNvPr id="16"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solidFill>
                  <a:srgbClr val="75C042"/>
                </a:solidFill>
                <a:latin typeface="Cambria" panose="02040503050406030204" pitchFamily="18" charset="0"/>
                <a:ea typeface="Cambria" panose="02040503050406030204" pitchFamily="18" charset="0"/>
                <a:cs typeface="Corben"/>
                <a:sym typeface="Corben"/>
              </a:rPr>
              <a:t>www.anubhavtrainings.com</a:t>
            </a:r>
            <a:endParaRPr sz="1200" dirty="0">
              <a:solidFill>
                <a:srgbClr val="75C042"/>
              </a:solidFill>
              <a:latin typeface="Cambria" panose="02040503050406030204" pitchFamily="18" charset="0"/>
              <a:ea typeface="Cambria" panose="02040503050406030204" pitchFamily="18" charset="0"/>
              <a:cs typeface="Corben"/>
              <a:sym typeface="Corben"/>
            </a:endParaRPr>
          </a:p>
        </p:txBody>
      </p:sp>
      <p:pic>
        <p:nvPicPr>
          <p:cNvPr id="17"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61393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barn(inVertical)">
                                      <p:cBhvr>
                                        <p:cTn id="7" dur="500"/>
                                        <p:tgtEl>
                                          <p:spTgt spid="8"/>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barn(inVertical)">
                                      <p:cBhvr>
                                        <p:cTn id="10" dur="500"/>
                                        <p:tgtEl>
                                          <p:spTgt spid="9"/>
                                        </p:tgtEl>
                                      </p:cBhvr>
                                    </p:animEffect>
                                  </p:childTnLst>
                                </p:cTn>
                              </p:par>
                              <p:par>
                                <p:cTn id="11" presetID="16" presetClass="entr" presetSubtype="21" fill="hold"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barn(inVertical)">
                                      <p:cBhvr>
                                        <p:cTn id="13" dur="500"/>
                                        <p:tgtEl>
                                          <p:spTgt spid="10"/>
                                        </p:tgtEl>
                                      </p:cBhvr>
                                    </p:animEffect>
                                  </p:childTnLst>
                                </p:cTn>
                              </p:par>
                              <p:par>
                                <p:cTn id="14" presetID="16" presetClass="entr" presetSubtype="21"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barn(inVertical)">
                                      <p:cBhvr>
                                        <p:cTn id="16" dur="500"/>
                                        <p:tgtEl>
                                          <p:spTgt spid="7"/>
                                        </p:tgtEl>
                                      </p:cBhvr>
                                    </p:animEffect>
                                  </p:childTnLst>
                                </p:cTn>
                              </p:par>
                              <p:par>
                                <p:cTn id="17" presetID="16" presetClass="entr" presetSubtype="21"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barn(inVertical)">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P spid="9"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BB0BAE-F023-4B67-BE79-3E1A8ACA9361}"/>
              </a:ext>
            </a:extLst>
          </p:cNvPr>
          <p:cNvSpPr txBox="1"/>
          <p:nvPr/>
        </p:nvSpPr>
        <p:spPr>
          <a:xfrm>
            <a:off x="946764" y="2580648"/>
            <a:ext cx="4187536" cy="692497"/>
          </a:xfrm>
          <a:prstGeom prst="rect">
            <a:avLst/>
          </a:prstGeom>
          <a:noFill/>
        </p:spPr>
        <p:txBody>
          <a:bodyPr wrap="square" lIns="0" tIns="0" rIns="0" bIns="0" rtlCol="0">
            <a:spAutoFit/>
          </a:bodyPr>
          <a:lstStyle/>
          <a:p>
            <a:r>
              <a:rPr lang="en-IN" sz="4500" b="1" dirty="0">
                <a:solidFill>
                  <a:srgbClr val="75C042"/>
                </a:solidFill>
              </a:rPr>
              <a:t>Thank</a:t>
            </a:r>
            <a:r>
              <a:rPr lang="en-IN" sz="4500" b="1" dirty="0">
                <a:solidFill>
                  <a:schemeClr val="accent1"/>
                </a:solidFill>
              </a:rPr>
              <a:t> </a:t>
            </a:r>
            <a:r>
              <a:rPr lang="en-IN" sz="4500" b="1" dirty="0">
                <a:solidFill>
                  <a:srgbClr val="75C042"/>
                </a:solidFill>
              </a:rPr>
              <a:t>You</a:t>
            </a:r>
          </a:p>
        </p:txBody>
      </p:sp>
      <p:sp>
        <p:nvSpPr>
          <p:cNvPr id="3" name="TextBox 2">
            <a:extLst>
              <a:ext uri="{FF2B5EF4-FFF2-40B4-BE49-F238E27FC236}">
                <a16:creationId xmlns:a16="http://schemas.microsoft.com/office/drawing/2014/main" id="{CCD57203-1FF5-432E-8E3E-4DFC442AA54C}"/>
              </a:ext>
            </a:extLst>
          </p:cNvPr>
          <p:cNvSpPr txBox="1"/>
          <p:nvPr/>
        </p:nvSpPr>
        <p:spPr>
          <a:xfrm>
            <a:off x="946764" y="3435846"/>
            <a:ext cx="4187536" cy="692497"/>
          </a:xfrm>
          <a:prstGeom prst="rect">
            <a:avLst/>
          </a:prstGeom>
          <a:noFill/>
        </p:spPr>
        <p:txBody>
          <a:bodyPr wrap="square" lIns="0" tIns="0" rIns="0" bIns="0" rtlCol="0" anchor="t">
            <a:spAutoFit/>
          </a:bodyPr>
          <a:lstStyle/>
          <a:p>
            <a:r>
              <a:rPr lang="en-US" sz="4500" b="1" dirty="0">
                <a:solidFill>
                  <a:srgbClr val="75C042"/>
                </a:solidFill>
              </a:rPr>
              <a:t>End of </a:t>
            </a:r>
            <a:r>
              <a:rPr lang="en-US" sz="4050" b="1" kern="0">
                <a:solidFill>
                  <a:srgbClr val="75C042"/>
                </a:solidFill>
                <a:latin typeface="Segoe UI" panose="020B0502040204020203" pitchFamily="34" charset="0"/>
                <a:ea typeface="Calibri Light" charset="0"/>
                <a:cs typeface="Segoe UI" panose="020B0502040204020203" pitchFamily="34" charset="0"/>
              </a:rPr>
              <a:t>Day 23</a:t>
            </a:r>
            <a:endParaRPr lang="en-US" sz="4050" b="1" dirty="0">
              <a:solidFill>
                <a:srgbClr val="75C042"/>
              </a:solidFill>
              <a:latin typeface="Segoe UI" panose="020B0502040204020203" pitchFamily="34" charset="0"/>
              <a:ea typeface="Calibri Light" charset="0"/>
              <a:cs typeface="Segoe UI" panose="020B0502040204020203" pitchFamily="34" charset="0"/>
            </a:endParaRPr>
          </a:p>
        </p:txBody>
      </p:sp>
      <p:grpSp>
        <p:nvGrpSpPr>
          <p:cNvPr id="4" name="Group 3">
            <a:extLst>
              <a:ext uri="{FF2B5EF4-FFF2-40B4-BE49-F238E27FC236}">
                <a16:creationId xmlns:a16="http://schemas.microsoft.com/office/drawing/2014/main" id="{E98CF33A-90E6-4EA2-B3D7-0B26F42FF079}"/>
              </a:ext>
            </a:extLst>
          </p:cNvPr>
          <p:cNvGrpSpPr/>
          <p:nvPr/>
        </p:nvGrpSpPr>
        <p:grpSpPr>
          <a:xfrm>
            <a:off x="946763" y="4247149"/>
            <a:ext cx="983696" cy="278476"/>
            <a:chOff x="1162522" y="5662865"/>
            <a:chExt cx="1311594" cy="371301"/>
          </a:xfrm>
        </p:grpSpPr>
        <p:sp>
          <p:nvSpPr>
            <p:cNvPr id="5" name="Oval 4">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6"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7" name="Oval 6">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8"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sp>
          <p:nvSpPr>
            <p:cNvPr id="9" name="Oval 8">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0"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28575" tIns="28575" rIns="28575" bIns="28575" anchor="ctr"/>
            <a:lstStyle/>
            <a:p>
              <a:pPr>
                <a:defRPr sz="3000">
                  <a:solidFill>
                    <a:srgbClr val="FFFFFF"/>
                  </a:solidFill>
                  <a:effectLst>
                    <a:outerShdw blurRad="38100" dist="12700" dir="5400000" rotWithShape="0">
                      <a:srgbClr val="000000">
                        <a:alpha val="50000"/>
                      </a:srgbClr>
                    </a:outerShdw>
                  </a:effectLst>
                </a:defRPr>
              </a:pPr>
              <a:endParaRPr sz="2250"/>
            </a:p>
          </p:txBody>
        </p:sp>
      </p:grpSp>
      <p:sp>
        <p:nvSpPr>
          <p:cNvPr id="11" name="Rectangle 10">
            <a:extLst>
              <a:ext uri="{FF2B5EF4-FFF2-40B4-BE49-F238E27FC236}">
                <a16:creationId xmlns:a16="http://schemas.microsoft.com/office/drawing/2014/main" id="{DE739AA3-A794-9F54-6A5A-CA2C7ED598BB}"/>
              </a:ext>
            </a:extLst>
          </p:cNvPr>
          <p:cNvSpPr/>
          <p:nvPr/>
        </p:nvSpPr>
        <p:spPr>
          <a:xfrm>
            <a:off x="976712" y="1704281"/>
            <a:ext cx="3973328" cy="73975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solidFill>
                  <a:schemeClr val="bg1"/>
                </a:solidFill>
              </a:rPr>
              <a:t>www.anubhavtrainings.com</a:t>
            </a:r>
          </a:p>
        </p:txBody>
      </p:sp>
      <p:sp>
        <p:nvSpPr>
          <p:cNvPr id="12" name="Right Triangle 11"/>
          <p:cNvSpPr/>
          <p:nvPr/>
        </p:nvSpPr>
        <p:spPr>
          <a:xfrm rot="19603165">
            <a:off x="296953" y="-1026843"/>
            <a:ext cx="3143465" cy="2053685"/>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3" name="Right Triangle 12"/>
          <p:cNvSpPr/>
          <p:nvPr/>
        </p:nvSpPr>
        <p:spPr>
          <a:xfrm rot="16200000">
            <a:off x="5156848" y="1159118"/>
            <a:ext cx="3538845" cy="4433079"/>
          </a:xfrm>
          <a:prstGeom prst="rtTriangl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ln>
                <a:solidFill>
                  <a:srgbClr val="00B050"/>
                </a:solidFill>
              </a:ln>
              <a:solidFill>
                <a:srgbClr val="00B050"/>
              </a:solidFill>
            </a:endParaRPr>
          </a:p>
        </p:txBody>
      </p:sp>
      <p:sp>
        <p:nvSpPr>
          <p:cNvPr id="14" name="Minus 13"/>
          <p:cNvSpPr/>
          <p:nvPr/>
        </p:nvSpPr>
        <p:spPr>
          <a:xfrm rot="19276189">
            <a:off x="3207527" y="3117933"/>
            <a:ext cx="7398364" cy="354149"/>
          </a:xfrm>
          <a:prstGeom prst="mathMinus">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5" name="Google Shape;552;p2"/>
          <p:cNvSpPr txBox="1"/>
          <p:nvPr/>
        </p:nvSpPr>
        <p:spPr>
          <a:xfrm>
            <a:off x="7108178" y="4873864"/>
            <a:ext cx="2251926" cy="253885"/>
          </a:xfrm>
          <a:prstGeom prst="rect">
            <a:avLst/>
          </a:prstGeom>
          <a:noFill/>
          <a:ln>
            <a:noFill/>
          </a:ln>
        </p:spPr>
        <p:txBody>
          <a:bodyPr spcFirstLastPara="1" wrap="square" lIns="68569" tIns="34275" rIns="68569" bIns="34275" anchor="t" anchorCtr="0">
            <a:spAutoFit/>
          </a:bodyPr>
          <a:lstStyle/>
          <a:p>
            <a:r>
              <a:rPr lang="en-US" sz="1200" dirty="0">
                <a:latin typeface="Cambria" panose="02040503050406030204" pitchFamily="18" charset="0"/>
                <a:ea typeface="Cambria" panose="02040503050406030204" pitchFamily="18" charset="0"/>
                <a:cs typeface="Corben"/>
                <a:sym typeface="Corben"/>
              </a:rPr>
              <a:t>www.anubhavtrainings.com</a:t>
            </a:r>
            <a:endParaRPr sz="1200" dirty="0">
              <a:latin typeface="Cambria" panose="02040503050406030204" pitchFamily="18" charset="0"/>
              <a:ea typeface="Cambria" panose="02040503050406030204" pitchFamily="18" charset="0"/>
              <a:cs typeface="Corben"/>
              <a:sym typeface="Corben"/>
            </a:endParaRPr>
          </a:p>
        </p:txBody>
      </p:sp>
      <p:pic>
        <p:nvPicPr>
          <p:cNvPr id="16"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650243" y="0"/>
            <a:ext cx="491377" cy="485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539973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par>
                                <p:cTn id="8" presetID="16" presetClass="entr" presetSubtype="21"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barn(inVertical)">
                                      <p:cBhvr>
                                        <p:cTn id="10" dur="5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6" presetClass="entr" presetSubtype="21"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barn(inVertical)">
                                      <p:cBhvr>
                                        <p:cTn id="15" dur="500"/>
                                        <p:tgtEl>
                                          <p:spTgt spid="3"/>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1" fill="hold" nodeType="clickEffect">
                                  <p:stCondLst>
                                    <p:cond delay="0"/>
                                  </p:stCondLst>
                                  <p:childTnLst>
                                    <p:set>
                                      <p:cBhvr>
                                        <p:cTn id="19" dur="1" fill="hold">
                                          <p:stCondLst>
                                            <p:cond delay="0"/>
                                          </p:stCondLst>
                                        </p:cTn>
                                        <p:tgtEl>
                                          <p:spTgt spid="4"/>
                                        </p:tgtEl>
                                        <p:attrNameLst>
                                          <p:attrName>style.visibility</p:attrName>
                                        </p:attrNameLst>
                                      </p:cBhvr>
                                      <p:to>
                                        <p:strVal val="visible"/>
                                      </p:to>
                                    </p:set>
                                    <p:animEffect transition="in" filter="barn(inVertical)">
                                      <p:cBhvr>
                                        <p:cTn id="20"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11"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2273307" y="1754585"/>
            <a:ext cx="6869499" cy="3388245"/>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191" y="670"/>
            <a:ext cx="9141619" cy="3657500"/>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2381" y="670"/>
            <a:ext cx="9139239" cy="3657500"/>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572" y="-7047"/>
            <a:ext cx="9138048" cy="3665216"/>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457">
              <a:defRPr/>
            </a:pPr>
            <a:endParaRPr lang="en-US" sz="134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264117" y="4494008"/>
            <a:ext cx="2665023" cy="507575"/>
          </a:xfrm>
          <a:prstGeom prst="rect">
            <a:avLst/>
          </a:prstGeom>
        </p:spPr>
        <p:txBody>
          <a:bodyPr wrap="square">
            <a:spAutoFit/>
          </a:bodyPr>
          <a:lstStyle/>
          <a:p>
            <a:pPr defTabSz="685457">
              <a:defRPr/>
            </a:pPr>
            <a:r>
              <a:rPr lang="en-US" sz="1349" b="1" dirty="0">
                <a:solidFill>
                  <a:srgbClr val="44546A"/>
                </a:solidFill>
                <a:latin typeface="Arial" panose="020B0604020202020204" pitchFamily="34" charset="0"/>
                <a:cs typeface="Arial" panose="020B0604020202020204" pitchFamily="34" charset="0"/>
              </a:rPr>
              <a:t>Contact us today!</a:t>
            </a:r>
          </a:p>
          <a:p>
            <a:pPr defTabSz="685457">
              <a:defRPr/>
            </a:pPr>
            <a:r>
              <a:rPr lang="en-US" sz="134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6134855" y="2194523"/>
            <a:ext cx="2422082" cy="230832"/>
          </a:xfrm>
          <a:prstGeom prst="rect">
            <a:avLst/>
          </a:prstGeom>
        </p:spPr>
        <p:txBody>
          <a:bodyPr wrap="square">
            <a:spAutoFit/>
          </a:bodyPr>
          <a:lstStyle/>
          <a:p>
            <a:pPr algn="ctr" defTabSz="685595">
              <a:defRPr/>
            </a:pPr>
            <a:r>
              <a:rPr lang="en-IN" sz="900" spc="38"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900" spc="38"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9174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 </a:t>
            </a:r>
          </a:p>
          <a:p>
            <a:pPr algn="ctr" defTabSz="685595">
              <a:defRPr/>
            </a:pPr>
            <a:r>
              <a:rPr lang="en-US" sz="9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120049" y="233539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30,000+</a:t>
            </a:r>
          </a:p>
          <a:p>
            <a:pPr algn="ctr" defTabSz="685595">
              <a:defRPr/>
            </a:pPr>
            <a:r>
              <a:rPr lang="en-US" sz="9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3372763" y="2333623"/>
            <a:ext cx="1351085" cy="507703"/>
          </a:xfrm>
          <a:prstGeom prst="rect">
            <a:avLst/>
          </a:prstGeom>
        </p:spPr>
        <p:txBody>
          <a:bodyPr wrap="square">
            <a:spAutoFit/>
          </a:bodyPr>
          <a:lstStyle/>
          <a:p>
            <a:pPr algn="ctr" defTabSz="685595">
              <a:defRPr/>
            </a:pPr>
            <a:r>
              <a:rPr lang="en-US" sz="1799" dirty="0">
                <a:solidFill>
                  <a:srgbClr val="FFFFFF"/>
                </a:solidFill>
                <a:latin typeface="Arial" panose="020B0604020202020204"/>
              </a:rPr>
              <a:t>25000+ </a:t>
            </a:r>
          </a:p>
          <a:p>
            <a:pPr algn="ctr" defTabSz="685595">
              <a:defRPr/>
            </a:pPr>
            <a:r>
              <a:rPr lang="en-US" sz="9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338537" y="1709881"/>
            <a:ext cx="480044" cy="480044"/>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2555339" y="1704574"/>
            <a:ext cx="503946" cy="503946"/>
          </a:xfrm>
          <a:prstGeom prst="rect">
            <a:avLst/>
          </a:prstGeom>
        </p:spPr>
      </p:pic>
      <p:sp>
        <p:nvSpPr>
          <p:cNvPr id="48" name="Rectangle 47"/>
          <p:cNvSpPr/>
          <p:nvPr/>
        </p:nvSpPr>
        <p:spPr>
          <a:xfrm>
            <a:off x="475582" y="519175"/>
            <a:ext cx="4928219" cy="876778"/>
          </a:xfrm>
          <a:prstGeom prst="rect">
            <a:avLst/>
          </a:prstGeom>
        </p:spPr>
        <p:txBody>
          <a:bodyPr wrap="square">
            <a:spAutoFit/>
          </a:bodyPr>
          <a:lstStyle/>
          <a:p>
            <a:pPr algn="ctr" defTabSz="685595">
              <a:defRPr/>
            </a:pPr>
            <a:r>
              <a:rPr lang="en-US" sz="1499" b="1" dirty="0">
                <a:solidFill>
                  <a:srgbClr val="FFFFFF"/>
                </a:solidFill>
                <a:latin typeface="Arial" panose="020B0604020202020204" pitchFamily="34" charset="0"/>
                <a:cs typeface="Arial" panose="020B0604020202020204" pitchFamily="34" charset="0"/>
              </a:rPr>
              <a:t>We’re committed to empower you to be</a:t>
            </a:r>
          </a:p>
          <a:p>
            <a:pPr algn="ctr" defTabSz="685595">
              <a:defRPr/>
            </a:pPr>
            <a:r>
              <a:rPr lang="en-US" sz="1499" b="1" dirty="0">
                <a:solidFill>
                  <a:srgbClr val="FFFFFF"/>
                </a:solidFill>
                <a:latin typeface="Arial" panose="020B0604020202020204" pitchFamily="34" charset="0"/>
                <a:cs typeface="Arial" panose="020B0604020202020204" pitchFamily="34" charset="0"/>
              </a:rPr>
              <a:t> </a:t>
            </a:r>
            <a:r>
              <a:rPr lang="en-US" sz="2099" b="1" dirty="0">
                <a:solidFill>
                  <a:srgbClr val="2AC6D1">
                    <a:lumMod val="40000"/>
                    <a:lumOff val="60000"/>
                  </a:srgbClr>
                </a:solidFill>
                <a:latin typeface="Arial" panose="020B0604020202020204" pitchFamily="34" charset="0"/>
                <a:cs typeface="Arial" panose="020B0604020202020204" pitchFamily="34" charset="0"/>
              </a:rPr>
              <a:t>#FutureReady </a:t>
            </a:r>
          </a:p>
          <a:p>
            <a:pPr algn="ctr" defTabSz="685595">
              <a:defRPr/>
            </a:pPr>
            <a:r>
              <a:rPr lang="en-US" sz="14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264118" y="3748874"/>
            <a:ext cx="2925418" cy="692369"/>
          </a:xfrm>
          <a:prstGeom prst="rect">
            <a:avLst/>
          </a:prstGeom>
        </p:spPr>
        <p:txBody>
          <a:bodyPr wrap="square">
            <a:spAutoFit/>
          </a:bodyPr>
          <a:lstStyle/>
          <a:p>
            <a:pPr defTabSz="685595">
              <a:defRPr/>
            </a:pPr>
            <a:r>
              <a:rPr lang="en-US" sz="1499" b="1" spc="75" dirty="0">
                <a:solidFill>
                  <a:srgbClr val="F97700"/>
                </a:solidFill>
                <a:latin typeface="Arial" panose="020B0604020202020204"/>
              </a:rPr>
              <a:t>FREE WEBINARS </a:t>
            </a:r>
          </a:p>
          <a:p>
            <a:pPr defTabSz="685595">
              <a:defRPr/>
            </a:pPr>
            <a:r>
              <a:rPr lang="en-US" sz="12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3714780" y="1646020"/>
            <a:ext cx="638899" cy="638899"/>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4889390" y="2526841"/>
            <a:ext cx="4208388" cy="2535645"/>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3370618" y="4181066"/>
            <a:ext cx="1647176" cy="4105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3300992" y="4117750"/>
            <a:ext cx="1647176" cy="410513"/>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685595">
              <a:defRPr/>
            </a:pPr>
            <a:endParaRPr lang="en-US" sz="134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3603418" y="4192723"/>
            <a:ext cx="1146468" cy="299954"/>
          </a:xfrm>
          <a:prstGeom prst="rect">
            <a:avLst/>
          </a:prstGeom>
        </p:spPr>
        <p:txBody>
          <a:bodyPr wrap="none">
            <a:spAutoFit/>
          </a:bodyPr>
          <a:lstStyle/>
          <a:p>
            <a:pPr defTabSz="685595">
              <a:defRPr/>
            </a:pPr>
            <a:r>
              <a:rPr lang="en-US" sz="1349" b="1" dirty="0">
                <a:solidFill>
                  <a:srgbClr val="44546A"/>
                </a:solidFill>
                <a:latin typeface="Arial" panose="020B0604020202020204"/>
              </a:rPr>
              <a:t>Enroll Now!</a:t>
            </a:r>
            <a:endParaRPr lang="en-US" sz="134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362869" y="333098"/>
            <a:ext cx="1742621" cy="17211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56029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otalTime>2519</TotalTime>
  <Words>1191</Words>
  <Application>Microsoft Office PowerPoint</Application>
  <PresentationFormat>On-screen Show (16:9)</PresentationFormat>
  <Paragraphs>119</Paragraphs>
  <Slides>15</Slides>
  <Notes>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72</vt:lpstr>
      <vt:lpstr>72 Brand Variable</vt:lpstr>
      <vt:lpstr>Arial</vt:lpstr>
      <vt:lpstr>Calibri</vt:lpstr>
      <vt:lpstr>Cambria</vt:lpstr>
      <vt:lpstr>Cooper Black</vt:lpstr>
      <vt:lpstr>Segoe UI</vt:lpstr>
      <vt:lpstr>Segoe UI Light</vt:lpstr>
      <vt:lpstr>Office Theme</vt:lpstr>
      <vt:lpstr>SAP Build Training for Corporate Professionals</vt:lpstr>
      <vt:lpstr>PowerPoint Presentation</vt:lpstr>
      <vt:lpstr>Agenda</vt:lpstr>
      <vt:lpstr>PowerPoint Presentation</vt:lpstr>
      <vt:lpstr>Scenario – Shopping cart App</vt:lpstr>
      <vt:lpstr>Binding Concept</vt:lpstr>
      <vt:lpstr>What is repeat?</vt:lpstr>
      <vt:lpstr>Types of data variables</vt:lpstr>
      <vt:lpstr>Page parameters</vt:lpstr>
      <vt:lpstr>Understanding flow functions</vt:lpstr>
      <vt:lpstr>Formula Functions</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Anubhav Oberoy</cp:lastModifiedBy>
  <cp:revision>148</cp:revision>
  <dcterms:created xsi:type="dcterms:W3CDTF">2013-12-05T19:37:13Z</dcterms:created>
  <dcterms:modified xsi:type="dcterms:W3CDTF">2025-08-14T05:56:07Z</dcterms:modified>
</cp:coreProperties>
</file>