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494" r:id="rId3"/>
    <p:sldId id="265" r:id="rId4"/>
    <p:sldId id="558" r:id="rId5"/>
    <p:sldId id="545" r:id="rId6"/>
    <p:sldId id="547" r:id="rId7"/>
    <p:sldId id="546" r:id="rId8"/>
    <p:sldId id="548" r:id="rId9"/>
    <p:sldId id="559" r:id="rId10"/>
    <p:sldId id="549" r:id="rId11"/>
    <p:sldId id="553" r:id="rId12"/>
    <p:sldId id="560" r:id="rId13"/>
    <p:sldId id="554" r:id="rId14"/>
    <p:sldId id="555" r:id="rId15"/>
    <p:sldId id="557" r:id="rId16"/>
    <p:sldId id="537" r:id="rId17"/>
    <p:sldId id="495" r:id="rId18"/>
    <p:sldId id="496" r:id="rId19"/>
    <p:sldId id="497"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8/21/2025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9.319"/>
    </inkml:context>
    <inkml:brush xml:id="br0">
      <inkml:brushProperty name="width" value="0.05" units="cm"/>
      <inkml:brushProperty name="height" value="0.05" units="cm"/>
    </inkml:brush>
  </inkml:definitions>
  <inkml:trace contextRef="#ctx0" brushRef="#br0">339 150 24575,'1'-35'0,"0"21"0,0 1 0,-2-1 0,0 0 0,-2-16 0,2 29 0,1-1 0,0 1 0,-1-1 0,1 1 0,-1 0 0,0-1 0,1 1 0,-1 0 0,0-1 0,0 1 0,0 0 0,0 0 0,0 0 0,0-1 0,0 1 0,0 0 0,-1 1 0,1-1 0,0 0 0,0 0 0,-1 0 0,-2 0 0,1 0 0,0 0 0,0 1 0,-1 0 0,1-1 0,0 1 0,-1 0 0,1 1 0,0-1 0,0 0 0,-4 2 0,-7 2 0,1 0 0,1 1 0,-1 1 0,-12 6 0,4 0 0,1 1 0,0 0 0,1 2 0,1 0 0,-22 23 0,32-30 0,2 1 0,-1-1 0,1 1 0,0 0 0,1 1 0,-5 11 0,8-15 0,0 0 0,0 0 0,0 1 0,1-1 0,0 1 0,1-1 0,-1 1 0,1-1 0,0 1 0,1-1 0,1 8 0,-2-10 0,2 1 0,-1-1 0,0 1 0,1-1 0,0 0 0,0 0 0,0 0 0,0 0 0,1 0 0,0 0 0,0 0 0,0-1 0,0 0 0,0 1 0,4 2 0,-1-2 0,0-1 0,0 1 0,0-1 0,0 0 0,0-1 0,1 0 0,-1 0 0,1 0 0,9 1 0,-3-1 0,0-1 0,0-1 0,0 0 0,0-1 0,-1-1 0,1 1 0,0-2 0,0 0 0,-1-1 0,17-6 0,-22 7 0,-1-1 0,1 1 0,-1-2 0,1 1 0,-1 0 0,0-1 0,-1 0 0,1-1 0,-1 1 0,0-1 0,-1 0 0,1 0 0,-1-1 0,5-10 0,-4 5 0,0 0 0,-2-1 0,1 0 0,-2 1 0,1-1 0,-2 0 0,1-22 0,-4-63 0,39 189 0,-8-8 0,17 45 0,-43-121-195,1 0 0,-1 0 0,1 0 0,0 0 0,1-1 0,8 10 0,-2-6-6631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9.768"/>
    </inkml:context>
    <inkml:brush xml:id="br0">
      <inkml:brushProperty name="width" value="0.05" units="cm"/>
      <inkml:brushProperty name="height" value="0.05" units="cm"/>
    </inkml:brush>
  </inkml:definitions>
  <inkml:trace contextRef="#ctx0" brushRef="#br0">1 286 24575,'0'-59'0,"0"59"0,0 0 0,0 0 0,0 0 0,0-1 0,0 1 0,0 0 0,0 0 0,0 0 0,0 0 0,0 0 0,0 0 0,0 0 0,0 0 0,0 0 0,0-1 0,0 1 0,0 0 0,0 0 0,0 0 0,0 0 0,0 0 0,0 0 0,0 0 0,0 0 0,0 0 0,0 0 0,1-1 0,-1 1 0,0 0 0,0 0 0,0 0 0,0 0 0,0 0 0,0 0 0,0 0 0,0 0 0,0 0 0,0 0 0,0 0 0,1 0 0,-1 0 0,0 0 0,0 0 0,0 0 0,0 0 0,0 0 0,0 0 0,0 0 0,0 0 0,0 0 0,1 0 0,-1 0 0,0 0 0,0 0 0,0 0 0,0 0 0,0 0 0,0 0 0,0 0 0,0 0 0,0 0 0,0 0 0,0 0 0,1 0 0,-1 1 0,0-1 0,0 0 0,6 9 0,5 14 0,8 39 0,-3 0 0,16 125 0,-13-65 0,-28-214 0,-12-9 0,-13-92 0,31 164 0,1-1 0,2 1 0,0 0 0,9-49 0,-8 71 0,0 0 0,1-1 0,1 1 0,-1 0 0,1 0 0,0 0 0,1 1 0,0-1 0,0 1 0,9-12 0,-11 16 0,0 0 0,1 0 0,-1 0 0,0 0 0,0 1 0,1-1 0,-1 1 0,1 0 0,-1 0 0,1 0 0,0 0 0,0 0 0,-1 0 0,1 0 0,0 1 0,0 0 0,0 0 0,-1-1 0,1 1 0,0 1 0,0-1 0,0 0 0,0 1 0,-1 0 0,1-1 0,0 1 0,0 0 0,-1 0 0,1 1 0,-1-1 0,5 3 0,-1 0 0,0 1 0,0 0 0,0 0 0,0 1 0,-1-1 0,0 1 0,0 0 0,-1 1 0,0-1 0,0 1 0,0 0 0,-1 0 0,0 0 0,0 0 0,0 1 0,-1-1 0,-1 1 0,1-1 0,-1 1 0,0 0 0,-1 0 0,0-1 0,0 1 0,-2 11 0,1-12 0,0 0 0,0 0 0,-1 0 0,0 0 0,0 0 0,0 0 0,-1-1 0,0 1 0,0-1 0,-1 0 0,0 0 0,0 0 0,-1 0 0,1-1 0,-1 1 0,0-1 0,0 0 0,-1-1 0,0 0 0,0 1 0,0-2 0,0 1 0,0-1 0,-1 0 0,0 0 0,-10 3 0,1-5-1365,4-2-5461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20.315"/>
    </inkml:context>
    <inkml:brush xml:id="br0">
      <inkml:brushProperty name="width" value="0.05" units="cm"/>
      <inkml:brushProperty name="height" value="0.05" units="cm"/>
    </inkml:brush>
  </inkml:definitions>
  <inkml:trace contextRef="#ctx0" brushRef="#br0">0 34 24575,'1'-2'0,"0"1"0,1-1 0,-1 0 0,0 0 0,-1 0 0,1 1 0,0-1 0,-1 0 0,1 0 0,-1 0 0,1-3 0,1-3 0,6 39 0,-1 12 0,25 153 0,-26-144 0,-2 95 0,-6-124 0,2-22 0,0 0 0,0 0 0,0 0 0,0 0 0,0 0 0,-1 0 0,1 0 0,0 0 0,-1 0 0,1 0 0,0 0 0,-1 0 0,1 0 0,-1 0 0,1-1 0,-1 1 0,-1 2 0,2-4 0,-1 0 0,1 0 0,-1 0 0,1 1 0,0-1 0,0 0 0,-1 0 0,1 0 0,0 0 0,0 1 0,0-1 0,0 0 0,0 0 0,0 0 0,0 0 0,0 0 0,0 0 0,1 1 0,-1-3 0,4-20 0,3-4 0,0 1 0,2 0 0,1 0 0,1 0 0,1 2 0,1-1 0,1 1 0,28-35 0,-40 57 0,-1 0 0,1 0 0,1 0 0,-1 0 0,0 1 0,0-1 0,1 1 0,-1-1 0,1 1 0,3-2 0,-5 3 0,-1 0 0,1 0 0,-1 0 0,1 0 0,-1 0 0,1 0 0,-1 0 0,1 0 0,-1 0 0,0 0 0,1 0 0,-1 0 0,1 0 0,-1 0 0,1 1 0,-1-1 0,0 0 0,1 0 0,-1 0 0,1 1 0,-1-1 0,0 0 0,1 0 0,-1 1 0,1 0 0,-1 0 0,1 0 0,-1 0 0,1 0 0,-1 0 0,1 1 0,-1-1 0,0 0 0,0 0 0,0 1 0,0-1 0,0 0 0,0 0 0,0 1 0,0 0 0,-2 8 0,0-1 0,-1 0 0,0 0 0,-1 0 0,1 0 0,-2 0 0,1-1 0,-1 0 0,-8 10 0,-2 2 0,-1-1 0,-25 24 0,-6 0 0,112-54 0,-52 9 0,-1 1 0,0 0 0,1 1 0,-1 0 0,1 1 0,-1 1 0,1 0 0,-1 0 0,0 1 0,18 8 0,-22-8 0,-1 1 0,1 0 0,-1 1 0,0 0 0,0 0 0,-1 0 0,1 1 0,-1 0 0,0 0 0,-1 1 0,1-1 0,-2 1 0,1 0 0,-1 1 0,0-1 0,4 11 0,7 32-1365,-12-29-5461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24.222"/>
    </inkml:context>
    <inkml:brush xml:id="br0">
      <inkml:brushProperty name="width" value="0.05" units="cm"/>
      <inkml:brushProperty name="height" value="0.05" units="cm"/>
    </inkml:brush>
  </inkml:definitions>
  <inkml:trace contextRef="#ctx0" brushRef="#br0">0 4 24575,'0'-3'0,"0"3"0,0 4 0,0 5 0,0 6 0,0 6 0,0 7 0,0 6 0,3 4 0,0 0 0,2 0 0,0 1 0,2-1 0,0-6 0,0-5 0,2-7 0,-1-8-8191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24.467"/>
    </inkml:context>
    <inkml:brush xml:id="br0">
      <inkml:brushProperty name="width" value="0.05" units="cm"/>
      <inkml:brushProperty name="height" value="0.05" units="cm"/>
    </inkml:brush>
  </inkml:definitions>
  <inkml:trace contextRef="#ctx0" brushRef="#br0">43 18 24575,'-2'-2'0,"-3"-1"0,-4-2 0,-1 0 0,0 2 0,4 5 0,6 2 0,5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24.873"/>
    </inkml:context>
    <inkml:brush xml:id="br0">
      <inkml:brushProperty name="width" value="0.05" units="cm"/>
      <inkml:brushProperty name="height" value="0.05" units="cm"/>
    </inkml:brush>
  </inkml:definitions>
  <inkml:trace contextRef="#ctx0" brushRef="#br0">27 110 24575,'0'7'0,"-1"0"0,-1-1 0,1 1 0,-5 10 0,-2 13 0,4 0 0,1 0 0,1 0 0,3 33 0,14 90 0,-5-53 0,-4-59 0,-4-28 0,0-1 0,0 1 0,-2 0 0,-1 22 0,1-35 0,0-1 0,0 1 0,0 0 0,0 0 0,0 0 0,0 0 0,0 0 0,0 0 0,0-1 0,-1 1 0,1 0 0,0 0 0,0 0 0,0 0 0,0 0 0,0 0 0,0 0 0,-1 0 0,1 0 0,0 0 0,0 0 0,0 0 0,0 0 0,0 0 0,-1 0 0,1 0 0,0 0 0,0 0 0,0 0 0,0 0 0,0 0 0,-1 0 0,1 0 0,0 0 0,0 0 0,0 0 0,0 0 0,0 0 0,-1 0 0,1 0 0,0 0 0,0 0 0,0 0 0,0 0 0,0 1 0,0-1 0,0 0 0,0 0 0,-1 0 0,1 0 0,0 0 0,0 0 0,0 1 0,-6-16 0,0-25 0,1-1 0,2 1 0,4-75 0,0 73 0,-1 34 0,8-164 0,-5 145 0,1 0 0,1 0 0,1 1 0,14-35 0,-18 55 0,1 0 0,0 0 0,0 0 0,1 0 0,0 0 0,0 0 0,0 1 0,1 0 0,6-7 0,-9 11 0,-1 0 0,1 0 0,0-1 0,0 1 0,0 0 0,0 0 0,0 1 0,0-1 0,0 0 0,0 1 0,1-1 0,-1 1 0,0 0 0,0-1 0,0 1 0,1 0 0,-1 1 0,0-1 0,0 0 0,0 0 0,0 1 0,1 0 0,-1-1 0,0 1 0,0 0 0,0 0 0,0 0 0,0 0 0,-1 0 0,1 1 0,0-1 0,2 2 0,1 2 0,0 0 0,0 0 0,0 0 0,-1 1 0,0-1 0,0 1 0,0 0 0,-1 0 0,0 1 0,0-1 0,0 1 0,-1-1 0,0 1 0,0 0 0,-1 0 0,2 13 0,-3-15 0,0 0 0,0 1 0,0-1 0,-1 0 0,0 1 0,0-1 0,0 0 0,0 0 0,-1 0 0,0 0 0,0 0 0,0 0 0,-1 0 0,0-1 0,0 1 0,0-1 0,0 0 0,-1 0 0,1 0 0,-1 0 0,0-1 0,-7 6 0,4-5-195,-1 0 0,0 0 0,0 0 0,0-1 0,0 0 0,-11 2 0,0-1-6631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25.353"/>
    </inkml:context>
    <inkml:brush xml:id="br0">
      <inkml:brushProperty name="width" value="0.05" units="cm"/>
      <inkml:brushProperty name="height" value="0.05" units="cm"/>
    </inkml:brush>
  </inkml:definitions>
  <inkml:trace contextRef="#ctx0" brushRef="#br0">1 116 24575,'3'-4'0,"0"0"0,0-1 0,-1 1 0,0-1 0,1 1 0,-1-1 0,-1 1 0,1-1 0,-1 0 0,2-8 0,-3 8 0,1 1 0,0 0 0,0-1 0,0 1 0,1 0 0,0 0 0,0 0 0,0 0 0,0 0 0,0 0 0,5-5 0,-6 9 0,-1 0 0,0-1 0,0 1 0,0 0 0,1 0 0,-1 0 0,0 0 0,1 0 0,-1-1 0,0 1 0,0 0 0,1 0 0,-1 0 0,0 0 0,1 0 0,-1 0 0,0 0 0,0 0 0,1 0 0,-1 0 0,0 0 0,1 0 0,-1 0 0,0 0 0,1 0 0,-1 0 0,0 0 0,0 0 0,1 1 0,-1-1 0,0 0 0,1 0 0,7 12 0,3 18 0,-10-28 0,12 52 0,-2 1 0,-2 0 0,1 73 0,-8-95 0,-2-27 0,3 23 0,-3-28 0,0 1 0,1-1 0,-1 0 0,0 0 0,0 0 0,1 0 0,-1 1 0,1-1 0,-1 0 0,1 0 0,-1 0 0,1 0 0,0 0 0,0 0 0,-1 0 0,1 0 0,0-1 0,1 2 0,-1-2 0,0 0 0,-1 0 0,1 0 0,0 0 0,-1 0 0,1-1 0,0 1 0,-1 0 0,1 0 0,-1-1 0,1 1 0,-1 0 0,1-1 0,0 1 0,-1-1 0,1 1 0,-1 0 0,0-1 0,1 1 0,-1-1 0,1 0 0,-1 1 0,0-1 0,1 1 0,-1-2 0,12-19 0,-10 17 0,45-108 0,-31 71 0,23-43 0,-31 69 0,-11 22 0,-14 25 0,-35 35 0,34-45 0,-26 39 0,43-60 0,0 0 0,1-1 0,-1 1 0,1-1 0,-1 1 0,1 0 0,0-1 0,-1 1 0,1 0 0,0 0 0,-1-1 0,1 1 0,0 0 0,0 0 0,0 0 0,0-1 0,0 1 0,0 0 0,0 0 0,0 0 0,0-1 0,0 1 0,0 0 0,0 0 0,0 0 0,1-1 0,-1 1 0,0 0 0,1 0 0,-1-1 0,1 1 0,-1 0 0,0-1 0,1 1 0,-1-1 0,1 1 0,0 0 0,-1-1 0,1 1 0,0-1 0,-1 1 0,1-1 0,0 0 0,-1 1 0,1-1 0,0 0 0,1 1 0,4 0 0,1 1 0,-1-1 0,1 0 0,13-1 0,-3 1 0,-5 0-97,0 0-1,0 2 1,0-1-1,-1 2 1,1-1-1,-1 2 1,0-1-1,0 1 1,-1 1-1,1 0 1,-1 1-1,-1 0 0,11 9 1,-4 1-6729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5.046"/>
    </inkml:context>
    <inkml:brush xml:id="br0">
      <inkml:brushProperty name="width" value="0.05" units="cm"/>
      <inkml:brushProperty name="height" value="0.05" units="cm"/>
    </inkml:brush>
  </inkml:definitions>
  <inkml:trace contextRef="#ctx0" brushRef="#br0">835 490 24575,'0'-6'0,"0"-12"0,0 0 0,-1 0 0,-1 0 0,-8-36 0,9 50 0,0 1 0,-1-1 0,1 0 0,-1 1 0,0-1 0,0 1 0,0-1 0,0 1 0,0 0 0,-1 0 0,0 0 0,1 0 0,-1 0 0,0 1 0,0-1 0,-1 1 0,1 0 0,0 0 0,-1 0 0,0 1 0,1-1 0,-1 1 0,0-1 0,1 1 0,-1 1 0,0-1 0,0 0 0,0 1 0,-6 0 0,-10 1 0,0 0 0,1 2 0,-1 0 0,0 1 0,1 1 0,-22 9 0,-8 6 0,-52 29 0,58-25 0,1 2 0,1 1 0,-69 61 0,91-71 0,0 2 0,2 0 0,0 1 0,1 1 0,1 1 0,0 0 0,2 1 0,-19 46 0,27-56 0,1 0 0,0 0 0,1 0 0,1 1 0,0-1 0,1 1 0,1-1 0,1 19 0,-1-26 0,1 0 0,1 0 0,-1 1 0,1-1 0,0 0 0,0 0 0,1 0 0,0-1 0,0 1 0,0-1 0,0 1 0,1-1 0,0 0 0,0 0 0,1-1 0,0 1 0,-1-1 0,1 0 0,9 5 0,6 2 0,0-1 0,1-2 0,33 11 0,-10-4 0,-41-14 0,0 0 0,-1 0 0,1 0 0,0 0 0,0 1 0,-1 0 0,1-1 0,-1 1 0,1 0 0,-1 0 0,0 0 0,0 0 0,0 1 0,0-1 0,2 5 0,-3-5 0,0 1 0,0-1 0,0 1 0,-1 0 0,1-1 0,-1 1 0,0 0 0,0-1 0,0 1 0,0 0 0,0 0 0,-1-1 0,1 1 0,-1-1 0,0 1 0,0 0 0,-2 4 0,-8 16 0,-1-1 0,-28 39 0,-8 13 0,41-60 0,-1 0 0,2 1 0,0 0 0,1 0 0,0 0 0,-4 29 0,8-37 0,0 1 0,1-1 0,0 0 0,1 1 0,0-1 0,0 0 0,0 0 0,1 0 0,0 0 0,0 0 0,1 0 0,-1-1 0,2 1 0,-1-1 0,1 1 0,0-1 0,6 7 0,2 0 0,1-2 0,0 1 0,0-2 0,1 0 0,0 0 0,1-1 0,0-1 0,24 9 0,11 2 0,72 18 0,-23-15 0,0-5 0,1-4 0,0-4 0,1-4 0,114-10 0,-159 0 0,0-1 0,78-21 0,-101 18 0,0-1 0,-1-2 0,-1-2 0,0-1 0,36-23 0,-59 33 0,-3 2 0,-1 0 0,1 0 0,-1 0 0,1 1 0,0 0 0,8-3 0,-10 5 0,-1 0 0,0-1 0,1 2 0,-1-1 0,0 0 0,1 0 0,-1 1 0,0-1 0,0 1 0,1 0 0,-1-1 0,0 1 0,0 0 0,0 0 0,0 1 0,0-1 0,0 0 0,3 3 0,17 15 0,2-1 0,1-2 0,0 0 0,0-2 0,2-1 0,0-1 0,53 16 0,-37-18 0,0-2 0,1-3 0,-1-1 0,1-2 0,0-2 0,0-2 0,69-12 0,-60 4 0,0-3 0,-1-1 0,-1-3 0,0-3 0,86-45 0,-110 49 0,0-1 0,-2-1 0,1-1 0,-2-2 0,-1 0 0,-1-2 0,0 0 0,22-33 0,-34 41 0,0-1 0,-1 0 0,-1 0 0,-1-1 0,0 0 0,7-30 0,-11 34 0,-1-1 0,-1 0 0,0 0 0,0 0 0,-1-1 0,-1 1 0,-1 0 0,0 0 0,-5-19 0,5 26 0,-1 0 0,1 0 0,-1 1 0,0-1 0,-1 1 0,1 0 0,-1 0 0,0 0 0,-1 1 0,0 0 0,1-1 0,-9-5 0,3 3 0,-1 1 0,0 1 0,0 0 0,0 0 0,-23-7 0,40 13 0,1 0 0,0-1 0,-1 0 0,11-2 0,-4 0 0,14-2 0,0-2 0,-1 0 0,0-2 0,0-1 0,-1-1 0,0-1 0,-1-1 0,-1-2 0,0 0 0,30-26 0,-36 26 0,-1-1 0,0-1 0,-1 0 0,-1-1 0,-1-1 0,0 0 0,-2 0 0,0-1 0,-1-1 0,-1 0 0,-1 0 0,-1-1 0,4-23 0,-8 33 0,-2 0 0,0 1 0,0-1 0,-1 0 0,0 1 0,-1-1 0,0 0 0,-1 1 0,-1-1 0,0 1 0,0 0 0,-1 0 0,-5-12 0,2 11 0,1 1 0,-2-1 0,0 2 0,0-1 0,-1 1 0,0 0 0,-1 0 0,0 1 0,0 1 0,-1 0 0,-13-8 0,-11-3 0,0 1 0,-1 2 0,-1 1 0,-70-17 0,-160-16 0,45 24 0,166 20 0,-111 10 0,162-6 0,-4 1 0,0 0 0,1 0 0,-1-1 0,-16-2 0,22 1 0,0 0 0,-1 0 0,1 0 0,0 0 0,0-1 0,1 1 0,-1-1 0,0 0 0,0 0 0,1 0 0,-1 0 0,1 0 0,-1-1 0,1 1 0,0-1 0,-2-3 0,-3-2 0,0 0 0,-1 1 0,1 0 0,-2 0 0,1 0 0,-1 1 0,0 0 0,0 1 0,-1 0 0,1 1 0,-1-1 0,0 2 0,0 0 0,-14-3 0,-16-2 0,-1 2 0,-53-1 0,-9 4 0,0 5 0,0 4 0,1 5 0,-133 31 0,187-31 0,-78 29 0,112-34 0,0 0 0,0 0 0,1 2 0,0-1 0,0 2 0,1 0 0,0 0 0,1 1 0,-20 22 0,28-28-114,-1 1 1,1 0-1,0 0 0,1 1 0,-1-1 1,1 0-1,0 1 0,0 0 0,0-1 1,1 1-1,-1 11 0,3 17-6712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5.420"/>
    </inkml:context>
    <inkml:brush xml:id="br0">
      <inkml:brushProperty name="width" value="0.05" units="cm"/>
      <inkml:brushProperty name="height" value="0.05" units="cm"/>
    </inkml:brush>
  </inkml:definitions>
  <inkml:trace contextRef="#ctx0" brushRef="#br0">499 280 24575,'5'-6'0,"1"-1"0,-2 1 0,1-1 0,0 0 0,-1 0 0,-1 0 0,1-1 0,-1 1 0,0-1 0,-1 0 0,0 0 0,0 0 0,-1 0 0,0 0 0,0-1 0,-1 1 0,0 0 0,-1-12 0,0 14 0,0 0 0,-1 0 0,0 0 0,0 0 0,0 1 0,0-1 0,-1 0 0,0 1 0,0 0 0,-1 0 0,1 0 0,-1 0 0,0 0 0,0 1 0,-1 0 0,1-1 0,-1 2 0,0-1 0,0 1 0,-1-1 0,1 1 0,0 1 0,-1-1 0,0 1 0,-6-2 0,1 2 0,0 0 0,-1 0 0,1 1 0,0 1 0,0 0 0,-1 1 0,1 0 0,0 0 0,0 1 0,-1 1 0,2 0 0,-1 0 0,0 1 0,-16 9 0,4-1 0,1 1 0,1 0 0,0 2 0,0 0 0,-25 27 0,34-30 0,0 0 0,1 1 0,1 1 0,0 0 0,1 0 0,1 0 0,0 1 0,-9 24 0,15-32 0,0-1 0,0 0 0,1 1 0,-1 0 0,1-1 0,1 1 0,-1 0 0,1-1 0,1 1 0,-1 0 0,1-1 0,0 1 0,1-1 0,-1 1 0,1-1 0,0 1 0,1-1 0,0 0 0,0 0 0,0 0 0,1 0 0,-1-1 0,1 0 0,5 6 0,-1-4 38,0 0 0,0 0 0,1-1 0,0 0 0,0 0 0,0-1 0,1 0 0,16 5 0,-3-3-607,-1-1 0,42 6 0,-7-5-6257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5.834"/>
    </inkml:context>
    <inkml:brush xml:id="br0">
      <inkml:brushProperty name="width" value="0.05" units="cm"/>
      <inkml:brushProperty name="height" value="0.05" units="cm"/>
    </inkml:brush>
  </inkml:definitions>
  <inkml:trace contextRef="#ctx0" brushRef="#br0">276 132 24575,'1'-2'0,"1"0"0,-1 0 0,1 0 0,-1 0 0,0 0 0,0 0 0,0-1 0,0 1 0,0 0 0,0-1 0,-1 1 0,1 0 0,-1-1 0,0 1 0,0-1 0,0 1 0,0-1 0,0 1 0,-1-3 0,1 1 0,-1 0 0,0 1 0,0-1 0,0 1 0,0-1 0,-1 1 0,1 0 0,-1-1 0,0 1 0,0 0 0,0 0 0,-3-3 0,1 3 0,0-1 0,0 1 0,0-1 0,-1 1 0,1 1 0,-1-1 0,0 0 0,1 1 0,-1 0 0,0 0 0,-1 1 0,1 0 0,0-1 0,0 2 0,-1-1 0,1 1 0,0-1 0,-9 2 0,5 0 0,1 0 0,0 1 0,0 0 0,0 1 0,0-1 0,0 2 0,0-1 0,1 1 0,-1 0 0,1 1 0,-9 6 0,10-6 0,1 0 0,-1 0 0,1 0 0,0 1 0,1-1 0,-1 1 0,1 0 0,0 1 0,1-1 0,-1 1 0,1-1 0,-4 14 0,6-15 0,0 0 0,1 0 0,-1-1 0,1 1 0,0 0 0,0 0 0,1 0 0,-1 0 0,1 0 0,0 0 0,0-1 0,1 1 0,-1 0 0,1-1 0,0 1 0,1-1 0,-1 0 0,1 0 0,-1 0 0,6 6 0,-3-5 0,1 0 0,-1-1 0,1 1 0,0-1 0,0 0 0,0-1 0,0 1 0,1-1 0,0-1 0,-1 1 0,1-1 0,0 0 0,0-1 0,0 0 0,0 0 0,0 0 0,1-1 0,-1 0 0,8-1 0,-10 1 0,0-1 0,0 1 0,0-1 0,-1 0 0,1 0 0,0-1 0,0 1 0,-1-1 0,1 0 0,-1-1 0,0 1 0,0-1 0,0 1 0,0-1 0,0-1 0,0 1 0,-1 0 0,1-1 0,-1 0 0,0 0 0,0 0 0,-1 0 0,1 0 0,-1 0 0,0-1 0,0 1 0,0-1 0,1-6 0,2-33 0,-4 41 0,-1 1 0,0-1 0,-1 1 0,1-1 0,0 0 0,-1 1 0,1-1 0,-1 1 0,0 0 0,0-1 0,0 1 0,0-1 0,0 1 0,-3-4 0,4 6 0,0-1 0,0 1 0,-1 0 0,1-1 0,0 1 0,-1 0 0,1 0 0,0-1 0,-1 1 0,1 0 0,0 0 0,-1 0 0,1-1 0,-1 1 0,1 0 0,0 0 0,-1 0 0,1 0 0,-1 0 0,1 0 0,-1 0 0,1 0 0,0 0 0,-1 0 0,1 0 0,-1 0 0,1 0 0,-1 0 0,1 0 0,0 0 0,-1 0 0,1 1 0,-1-1 0,-9 14 0,1 20 0,7-21 57,1 0 0,0 0 0,1 0 0,1 0 0,2 16 0,-2-23-171,0-1 0,0 1 0,1-1 0,0 1 1,0-1-1,0 0 0,1 0 0,0 0 1,0 0-1,0 0 0,0-1 0,1 1 1,-1-1-1,7 5 0,8 4-6712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6.211"/>
    </inkml:context>
    <inkml:brush xml:id="br0">
      <inkml:brushProperty name="width" value="0.05" units="cm"/>
      <inkml:brushProperty name="height" value="0.05" units="cm"/>
    </inkml:brush>
  </inkml:definitions>
  <inkml:trace contextRef="#ctx0" brushRef="#br0">14 125 24575,'0'-20'0,"1"11"0,-1 0 0,0 0 0,-1 0 0,0 0 0,-3-15 0,4 24 0,0 0 0,0 0 0,0 1 0,0-1 0,0 0 0,0 0 0,0 0 0,0 0 0,0 0 0,0 0 0,0 0 0,0 0 0,0 0 0,0 0 0,0 0 0,0 0 0,0 0 0,0 0 0,0 1 0,0-1 0,0 0 0,0 0 0,-1 0 0,1 0 0,0 0 0,0 0 0,0 0 0,0 0 0,0 0 0,0 0 0,0 0 0,0 0 0,0 0 0,0 0 0,0 0 0,0 0 0,0 0 0,0 0 0,0 0 0,0 0 0,-1 0 0,1 0 0,0 0 0,0 0 0,0 0 0,0 0 0,0 0 0,0 0 0,0 0 0,0 0 0,0 0 0,0 0 0,0 0 0,0 0 0,0 0 0,-1 0 0,-1 12 0,-1 17 0,3 20 0,1 0 0,14 82 0,-9-99 0,2-1 0,1 0 0,2 0 0,0 0 0,18 30 0,-27-57 0,0 0 0,0-1 0,0 1 0,1-1 0,-1 0 0,6 6 0,-5-10 0,-4-7 0,-5-10 0,-17-48 0,-35-116 0,52 159 0,1-1 0,2 1 0,0-1 0,1 0 0,4-44 0,-2 63 0,1 0 0,0 0 0,0-1 0,0 1 0,1 0 0,-1 0 0,2 0 0,-1 0 0,0 1 0,1-1 0,0 1 0,6-8 0,-7 9 0,0 1 0,1 0 0,0 0 0,-1 0 0,1 1 0,0-1 0,0 1 0,0-1 0,0 1 0,0 0 0,0 0 0,0 0 0,0 0 0,1 1 0,-1-1 0,0 1 0,0 0 0,1 0 0,-1 0 0,0 1 0,6 0 0,3 2 0,-1 1 0,0 0 0,-1 0 0,1 1 0,-1 1 0,0-1 0,0 2 0,0-1 0,-1 1 0,0 1 0,-1 0 0,1 0 0,-2 0 0,1 1 0,-1 1 0,0-1 0,6 12 0,-12-18 11,1 0 0,-1 1 0,0-1 0,0 0 0,0 0 0,0 1 0,0-1 0,-1 0 0,0 1 0,0-1 0,1 0 0,-2 1 0,1-1 0,0 0 0,-1 1 0,0-1 0,1 0 0,-1 1 0,0-1 0,-1 0 0,1 0 1,-1 0-1,1 0 0,-1 0 0,0 0 0,0-1 0,0 1 0,0 0 0,-1-1 0,-3 4 0,-4 1-225,0 0 1,0-1 0,0 0-1,-1 0 1,0-1 0,0 0-1,-15 4 1,-6 0-6613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6.724"/>
    </inkml:context>
    <inkml:brush xml:id="br0">
      <inkml:brushProperty name="width" value="0.05" units="cm"/>
      <inkml:brushProperty name="height" value="0.05" units="cm"/>
    </inkml:brush>
  </inkml:definitions>
  <inkml:trace contextRef="#ctx0" brushRef="#br0">112 46 24575,'-10'-4'0,"-1"0"0,1 1 0,0 1 0,-22-3 0,-6-2 0,91 3 0,838 5 0,-911-2-71,-32-7-1,35 5-1150,-10-2-5604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7.159"/>
    </inkml:context>
    <inkml:brush xml:id="br0">
      <inkml:brushProperty name="width" value="0.05" units="cm"/>
      <inkml:brushProperty name="height" value="0.05" units="cm"/>
    </inkml:brush>
  </inkml:definitions>
  <inkml:trace contextRef="#ctx0" brushRef="#br0">448 188 24575,'12'-72'0,"-11"68"0,-1-1 0,0 1 0,0 0 0,-1 0 0,1 0 0,-1 0 0,0 0 0,0 0 0,0 0 0,0 0 0,-1 0 0,0 1 0,1-1 0,-2 1 0,1-1 0,0 1 0,-1-1 0,1 1 0,-4-3 0,1 2 0,0 0 0,0 1 0,0 0 0,-1 0 0,1 0 0,-1 0 0,0 1 0,0 0 0,0 0 0,0 0 0,0 1 0,-7-1 0,-4 1 0,0 0 0,0 1 0,0 1 0,0 0 0,1 1 0,-1 1 0,-23 7 0,21-4 0,-1 1 0,1 1 0,0 0 0,1 2 0,-31 20 0,45-27 0,-1 1 0,0 0 0,1 0 0,0 0 0,0 1 0,0-1 0,1 1 0,-1 0 0,-3 7 0,6-10 0,0 0 0,1 0 0,-1 0 0,0 0 0,1 0 0,0 0 0,-1 0 0,1 0 0,0 0 0,0 0 0,0 0 0,0 0 0,0 1 0,1-1 0,-1 0 0,1 0 0,-1 0 0,1 0 0,0 0 0,0 0 0,0 0 0,0-1 0,0 1 0,0 0 0,0 0 0,0-1 0,1 1 0,-1-1 0,3 3 0,3 1 0,-1-1 0,1 1 0,0-1 0,0-1 0,0 1 0,1-1 0,-1 0 0,1-1 0,0 0 0,13 2 0,11 1 0,41-1 0,-63-4 0,118-2 0,-109 0 0,-1 0 0,1-2 0,0 0 0,29-11 0,-45 14 0,1-1 0,0 1 0,-1-1 0,1 0 0,-1 0 0,0-1 0,1 1 0,-1-1 0,0 0 0,0 1 0,-1-1 0,5-6 0,-6 8 0,-1-1 0,1 0 0,0 1 0,-1-1 0,1 0 0,-1 1 0,0-1 0,0 0 0,1 1 0,-1-1 0,0 0 0,0 0 0,-1 1 0,1-1 0,0 0 0,-1 1 0,1-1 0,-1 0 0,1 1 0,-1-1 0,0 0 0,1 1 0,-1-1 0,0 1 0,0 0 0,0-1 0,-1 1 0,1 0 0,0-1 0,0 1 0,-3-1 0,-6-7 38,-1 0 0,0 1 0,-1 1 0,0 0 0,0 0 0,-1 1 0,1 1 0,-25-7 0,9 5-465,0 1 0,-1 1 1,-33-1-1,25 5-6399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57.734"/>
    </inkml:context>
    <inkml:brush xml:id="br0">
      <inkml:brushProperty name="width" value="0.05" units="cm"/>
      <inkml:brushProperty name="height" value="0.05" units="cm"/>
    </inkml:brush>
  </inkml:definitions>
  <inkml:trace contextRef="#ctx0" brushRef="#br0">8 69 24575,'-4'13'0,"4"-12"0,-1-1 0,1 1 0,-1 0 0,1 0 0,-1 1 0,1-1 0,0 0 0,0 0 0,-1 0 0,1 0 0,0 0 0,0 0 0,0 0 0,0 1 0,8 37 0,-4-19 0,3 31 0,-3 262 0,-6-185 0,0-104 0,0-14 0,2-10 0,0 0 0,0 0 0,0 0 0,0 0 0,0 0 0,0 0 0,0 0 0,0 0 0,0 0 0,0 0 0,1 0 0,-1 0 0,0 0 0,0 0 0,0 0 0,0 0 0,0 0 0,0 0 0,0 0 0,0 0 0,0 0 0,0 0 0,0 0 0,0 0 0,0 0 0,0 0 0,0 0 0,0 0 0,1 0 0,-1 0 0,0 0 0,0 0 0,0 0 0,0 0 0,0 0 0,0 0 0,0 0 0,0 0 0,0 0 0,3-4 0,0 0 0,0 0 0,1 0 0,-1 1 0,1-1 0,0 1 0,0 0 0,0 0 0,0 0 0,1 1 0,-1 0 0,1 0 0,0 0 0,4-2 0,14-3 0,39-6 0,-43 9 0,79-14 0,155-39 0,-248 55 0,1 0 0,0 0 0,0-1 0,-1 1 0,0-1 0,1 0 0,-1 0 0,0-1 0,-1 0 0,8-6 0,-10 7 0,0 0 0,0-1 0,0 1 0,0 0 0,0-1 0,-1 0 0,1 1 0,-1-1 0,0 0 0,0 1 0,-1-1 0,1 0 0,-1 0 0,0 0 0,0 0 0,0 0 0,-1-5 0,-15-358 0,14 314 0,2 53 0,0 0 0,0 0 0,0-1 0,0 1 0,0 0 0,0 0 0,0-1 0,0 1 0,0 0 0,0 0 0,0-1 0,0 1 0,0 0 0,0 0 0,0-1 0,0 1 0,0 0 0,0 0 0,0-1 0,-1 1 0,1 0 0,0 0 0,0 0 0,0-1 0,0 1 0,-1 0 0,1 0 0,0 0 0,0-1 0,0 1 0,-1 0 0,1 0 0,0 0 0,0 0 0,-1 0 0,1 0 0,0 0 0,0 0 0,-1 0 0,1-1 0,0 1 0,0 0 0,-1 0 0,1 0 0,-1 1 0,-9 10 0,-7 23 0,-4 24 114,2 2 0,-12 71 0,-7 126-1821,35-225-5119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7.852"/>
    </inkml:context>
    <inkml:brush xml:id="br0">
      <inkml:brushProperty name="width" value="0.05" units="cm"/>
      <inkml:brushProperty name="height" value="0.05" units="cm"/>
    </inkml:brush>
  </inkml:definitions>
  <inkml:trace contextRef="#ctx0" brushRef="#br0">391 0 24575,'-22'0'0,"0"1"0,0 1 0,-26 5 0,37-4 0,1 0 0,-1 1 0,1 0 0,0 0 0,0 1 0,1 0 0,0 1 0,-13 10 0,7-3 0,0 1 0,1 1 0,1 0 0,0 1 0,2 0 0,-1 1 0,2 1 0,0-1 0,2 2 0,-1-1 0,-6 27 0,7-20 0,2 1 0,0 0 0,2 0 0,1 1 0,1-1 0,1 1 0,2-1 0,4 32 0,-3-44 0,0 0 0,2 1 0,0-2 0,1 1 0,0 0 0,1-1 0,0 0 0,1 0 0,0-1 0,11 13 0,-12-17 0,1 0 0,1 0 0,0-1 0,0 0 0,0-1 0,1 1 0,0-2 0,0 1 0,0-1 0,1-1 0,-1 1 0,1-2 0,0 1 0,15 2 0,-7-4 0,0 0 0,1-1 0,-1 0 0,0-2 0,0 0 0,0-1 0,0-1 0,0-1 0,-1 0 0,1-2 0,-1 1 0,0-2 0,-1-1 0,1 0 0,-2-1 0,1 0 0,17-15 0,-20 14 0,0-1 0,0 0 0,-1-1 0,-1-1 0,0 1 0,0-2 0,-2 0 0,0 0 0,0-1 0,-1 0 0,-1 0 0,0 0 0,-2-1 0,0 0 0,0-1 0,-1 1 0,-1-1 0,1-26 0,-4 23 38,-1 1 0,-1 0 0,-1 0 0,0 0 0,-1 0 0,-1 0 0,-1 1 0,-15-33 0,15 40-145,1 0 0,-2 1 1,1 0-1,-2 0 0,1 1 1,-1 0-1,0 0 0,-1 0 1,0 1-1,-1 1 0,1 0 1,-1 0-1,-1 1 0,1 0 1,-13-5-1,-17-2-6719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8.414"/>
    </inkml:context>
    <inkml:brush xml:id="br0">
      <inkml:brushProperty name="width" value="0.05" units="cm"/>
      <inkml:brushProperty name="height" value="0.05" units="cm"/>
    </inkml:brush>
  </inkml:definitions>
  <inkml:trace contextRef="#ctx0" brushRef="#br0">264 0 24575,'-1'3'0,"0"0"0,0 0 0,0 0 0,0 0 0,-1 0 0,1 0 0,-1-1 0,0 1 0,0 0 0,0-1 0,0 0 0,-4 3 0,-6 10 0,-2 10 0,1 0 0,1 1 0,1 1 0,1 0 0,-7 36 0,-8 18 0,-98 215 0,123-296 0,0 0 0,-1 1 0,1-1 0,0 1 0,0-1 0,0 1 0,-1-1 0,1 1 0,0-1 0,0 1 0,0-1 0,0 1 0,0-1 0,0 0 0,0 1 0,0-1 0,0 1 0,0-1 0,0 1 0,0-1 0,1 1 0,-1-1 0,0 1 0,0-1 0,0 1 0,1-1 0,-1 0 0,1 2 0,14 4 0,29-7 0,-33 1 0,546-51 0,-550 50 0,5 0 0,0-1 0,0-1 0,-1 0 0,17-6 0,-26 8 0,0 0 0,-1 1 0,1-1 0,0 0 0,-1 0 0,1 0 0,-1 0 0,1 0 0,-1 0 0,0 0 0,1 0 0,-1-1 0,0 1 0,0 0 0,0-1 0,0 1 0,0-1 0,0 1 0,0-1 0,-1 0 0,1 1 0,-1-1 0,1 0 0,-1 0 0,1 1 0,-1-1 0,0 0 0,0 0 0,0 0 0,0 1 0,0-1 0,0 0 0,0 0 0,-1 1 0,1-1 0,-1 0 0,1 0 0,-2-1 0,-8-17 0,-1-1 0,-20-28 0,-14-24 0,19 13 0,-30-102 0,36 97 0,16 57 342,4 14-2049,3 3-5119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8.802"/>
    </inkml:context>
    <inkml:brush xml:id="br0">
      <inkml:brushProperty name="width" value="0.05" units="cm"/>
      <inkml:brushProperty name="height" value="0.05" units="cm"/>
    </inkml:brush>
  </inkml:definitions>
  <inkml:trace contextRef="#ctx0" brushRef="#br0">27 76 24575,'-1'1'0,"0"-1"0,-1 0 0,1 1 0,0-1 0,0 1 0,0-1 0,0 1 0,0 0 0,-1-1 0,1 1 0,0 0 0,1 0 0,-1 0 0,0 0 0,0 0 0,0 0 0,0 0 0,1 0 0,-1 0 0,1 0 0,-1 0 0,1 0 0,-1 0 0,1 1 0,-1-1 0,1 0 0,0 0 0,0 2 0,-1 2 0,0-1 0,0 0 0,1 0 0,0 1 0,0-1 0,0 0 0,1 6 0,1-5 0,0 1 0,0-1 0,1 1 0,0-1 0,0 0 0,0 0 0,1 0 0,-1-1 0,1 1 0,1-1 0,-1 0 0,0 0 0,1 0 0,0-1 0,8 6 0,-5-5 0,0 1 0,0-1 0,0-1 0,1 1 0,0-1 0,-1-1 0,1 0 0,0 0 0,14 1 0,-19-3 12,1-1-1,-1 1 0,1-1 1,-1 0-1,1 0 1,-1 0-1,1 0 0,-1-1 1,0 0-1,0 0 0,0 0 1,0 0-1,0-1 1,6-5-1,-5 3 8,1 0 0,-1-1 0,0 0 0,0 0 0,-1 0 0,0 0 0,0-1 0,5-11 0,-6 10-62,0 0 0,-1 0 1,0 0-1,0 0 0,-1 0 1,0 0-1,0-16 0,-1 19-54,0 0-1,-1 0 1,1 0-1,-1 0 1,-1 1-1,1-1 1,-1 0-1,1 1 1,-1-1-1,0 1 1,-1 0-1,1-1 0,-5-4 1,-4-2-6729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9.002"/>
    </inkml:context>
    <inkml:brush xml:id="br0">
      <inkml:brushProperty name="width" value="0.05" units="cm"/>
      <inkml:brushProperty name="height" value="0.05" units="cm"/>
    </inkml:brush>
  </inkml:definitions>
  <inkml:trace contextRef="#ctx0" brushRef="#br0">4 21 24575,'0'-2'0,"-3"-3"0,3-1 0,2 0 0,2 5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9.156"/>
    </inkml:context>
    <inkml:brush xml:id="br0">
      <inkml:brushProperty name="width" value="0.05" units="cm"/>
      <inkml:brushProperty name="height" value="0.05" units="cm"/>
    </inkml:brush>
  </inkml:definitions>
  <inkml:trace contextRef="#ctx0" brushRef="#br0">17 8 24575,'-2'0'0,"-4"0"0,0-2 0,3-4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0.247"/>
    </inkml:context>
    <inkml:brush xml:id="br0">
      <inkml:brushProperty name="width" value="0.05" units="cm"/>
      <inkml:brushProperty name="height" value="0.05" units="cm"/>
    </inkml:brush>
  </inkml:definitions>
  <inkml:trace contextRef="#ctx0" brushRef="#br0">74 37 24575,'-9'-11'0,"7"8"0,1 1 0,-1 0 0,0-1 0,0 1 0,0 0 0,-1 0 0,1 0 0,0 0 0,-1 0 0,-3-2 0,5 5 0,1-1 0,0 0 0,-1 0 0,1 1 0,-1-1 0,1 0 0,0 1 0,-1-1 0,1 0 0,0 1 0,0-1 0,-1 1 0,1-1 0,0 0 0,0 1 0,-1-1 0,1 1 0,0-1 0,0 1 0,0-1 0,0 1 0,0-1 0,0 0 0,0 1 0,0-1 0,0 1 0,0 0 0,-1 17 0,1-15 0,1 2 0,-1 23 0,0 0 0,-2 0 0,-1 0 0,-7 28 0,4-19 0,1 0 0,2 1 0,1-1 0,5 53 0,-1-10 0,-2-67 187,-1-22-37,0-16-1852,-2 12-5124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6.148"/>
    </inkml:context>
    <inkml:brush xml:id="br0">
      <inkml:brushProperty name="width" value="0.05" units="cm"/>
      <inkml:brushProperty name="height" value="0.05" units="cm"/>
    </inkml:brush>
  </inkml:definitions>
  <inkml:trace contextRef="#ctx0" brushRef="#br0">216 121 24575,'-4'0'0,"-1"0"0,-1 0 0,1 0 0,-1 1 0,1-1 0,0 1 0,-9 3 0,12-3 0,0 0 0,0 0 0,0 0 0,0 0 0,1 1 0,-1-1 0,0 1 0,1-1 0,0 1 0,-1-1 0,1 1 0,0 0 0,-1 0 0,1 0 0,0 0 0,1 0 0,-1 0 0,0 0 0,-1 4 0,-5 28 0,1 0 0,2 0 0,0 68 0,2-31 0,-8 201 0,-33 359 0,-12-327 0,53-292 0,1 0 0,-1 0 0,2 1 0,0-1 0,3 23 0,-3-32 0,1 1 0,0-1 0,0 1 0,1-1 0,-1 1 0,1-1 0,-1 0 0,1 0 0,0 0 0,0 0 0,1 0 0,-1 0 0,0 0 0,1-1 0,0 1 0,0-1 0,0 0 0,0 0 0,0 0 0,0 0 0,0 0 0,0-1 0,8 3 0,4 0 0,1 0 0,0-1 0,0-1 0,25 0 0,70-5 0,-73 1 0,1841-63-5125,201 101 2113,-1630-15 2418,360 13 1016,-754-31 388,-28-1-149,0-1 1,0-1 0,-1-2 0,41-6-1,-67 8-599,1-1-1,-1 1 0,0 0 0,0 0 1,1-1-1,-1 1 0,0-1 0,0 1 1,0-1-1,1 0 0,-1 1 0,0-1 1,0 0-1,0 0 0,0 0 0,0 0 1,1-2-1,-2 3-4,0-1-1,0 1 1,1-1 0,-1 0-1,0 1 1,0-1 0,0 0 0,0 0-1,0 1 1,-1-1 0,1 0-1,0 1 1,0-1 0,0 1 0,-1-1-1,1 0 1,0 1 0,0-1-1,-1 1 1,1-1 0,-1 0-1,1 1 1,-1-2 0,-4-2 191,1 0-1,-1 0 1,0 0 0,0 0-1,-9-4 1,-19-10-156,0-1 0,-56-46 0,79 56-95,0 0 0,1-1 1,1 1-1,-1-2 0,2 1 1,-1-1-1,2 0 0,-1-1 1,2 0-1,-1 0 1,2 0-1,-5-16 0,3-2 3,2-1 0,0 0 0,3 0 0,0 1 0,2-1 0,7-49 0,49-182 0,146-397 0,-157 520 0,-32 102 0,-8 20 0,0 0 0,-1 0 0,0-1 0,1-18 0,-6 35 0,0 0 0,0 0 0,0-1 0,0 1 0,0 0 0,-1 0 0,1-1 0,0 1 0,-1 0 0,1 0 0,-1 0 0,1 0 0,-1-1 0,1 1 0,-1 0 0,0 0 0,0 0 0,0 0 0,1 0 0,-1 1 0,0-1 0,0 0 0,0 0 0,0 1 0,-1-1 0,1 0 0,0 1 0,0-1 0,0 1 0,0-1 0,-1 1 0,-1-1 0,-5 0 0,0 0 0,0 0 0,0 0 0,-9 1 0,9 0 0,-372 7 0,116 0 0,-1366-26-1220,-128 1-145,1518 22 1330,-418 4 249,642-8-174,11-1 114,1 1-1,0 0 0,0 0 1,-1 0-1,1 0 1,0 1-1,0-1 0,0 1 1,-1 0-1,1 0 0,-7 4 1,11-5-140,0 0 0,-1 0 0,1 0 0,0 1 0,0-1 0,0 0 0,-1 0 0,1 1 0,0-1 0,0 0 1,0 0-1,0 1 0,-1-1 0,1 0 0,0 0 0,0 1 0,0-1 0,0 0 0,0 1 0,0-1 0,0 0 0,0 0 0,0 1 0,0-1 0,0 0 0,0 1 1,0-1-1,0 0 0,0 1 0,0-1 0,0 0 0,1 0 0,-1 1 0,0-1 0,0 0 0,0 0 0,0 1 0,0-1 0,1 0 0,-1 0 0,0 1 0,0-1 1,1 0-1,10 9-1473,0-4-5367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6.957"/>
    </inkml:context>
    <inkml:brush xml:id="br0">
      <inkml:brushProperty name="width" value="0.05" units="cm"/>
      <inkml:brushProperty name="height" value="0.05" units="cm"/>
    </inkml:brush>
  </inkml:definitions>
  <inkml:trace contextRef="#ctx0" brushRef="#br0">95 317 24575,'-22'158'0,"18"-121"0,-9 69 0,13-105 0,0 0 0,0 0 0,0 0 0,-1-1 0,1 1 0,0 0 0,0 0 0,0 0 0,-1-1 0,1 1 0,-1 0 0,1 0 0,0-1 0,-1 1 0,1 0 0,-1 0 0,0-1 0,1 1 0,-1-1 0,1 1 0,-1-1 0,-1 2 0,2-2 0,-1-1 0,0 1 0,1 0 0,-1 0 0,0 0 0,1-1 0,-1 1 0,1 0 0,-1-1 0,1 1 0,-1 0 0,1-1 0,-1 1 0,1-1 0,-1 1 0,1 0 0,-1-1 0,1 1 0,0-1 0,-1 0 0,0 0 0,-2-5 0,0 0 0,0 0 0,0-1 0,-2-7 0,0-9 0,1-1 0,0 1 0,2-1 0,1 0 0,4-46 0,2 24 0,2 1 0,15-51 0,-18 81 0,1 0 0,0 0 0,1 0 0,1 1 0,0 0 0,1 0 0,19-25 0,-22 33 0,1 0 0,0 0 0,1 0 0,0 0 0,-1 1 0,2 0 0,-1 1 0,1 0 0,-1 0 0,1 0 0,0 1 0,0 0 0,1 1 0,-1 0 0,1 0 0,9-1 0,-5 2 0,-1 1 0,1 0 0,0 1 0,0 0 0,0 1 0,-1 1 0,14 3 0,-18-3 0,0 0 0,0 0 0,0 0 0,-1 1 0,1 0 0,-1 1 0,0 0 0,0 0 0,0 0 0,-1 1 0,9 9 0,-13-12 0,0 0 0,0-1 0,0 1 0,0 0 0,-1 0 0,1 0 0,-1 0 0,0 0 0,0 1 0,0-1 0,0 0 0,-1 1 0,1-1 0,-1 0 0,0 1 0,0-1 0,-1 7 0,0-5 0,0 0 0,-1 0 0,0 0 0,0 0 0,0-1 0,-1 1 0,1 0 0,-1-1 0,0 0 0,-6 6 0,-5 4 0,-1 0 0,0-1 0,-1-1 0,-34 19 0,21-15 0,-1-1 0,-59 20 0,159-33 0,-42-2 0,1 0 0,51 9 0,-71-8 0,0 1 0,-1 0 0,1 1 0,0 0 0,-1 0 0,0 1 0,0 0 0,0 1 0,0-1 0,-1 1 0,1 1 0,-1 0 0,6 6 0,-11-10 0,0 0 0,0 0 0,-1 0 0,1 0 0,-1 0 0,1 0 0,-1 0 0,0 1 0,0-1 0,0 0 0,0 1 0,0-1 0,-1 1 0,1-1 0,-1 1 0,1-1 0,-1 1 0,0 0 0,0-1 0,0 1 0,0-1 0,-1 1 0,1-1 0,-1 1 0,1-1 0,-1 1 0,0-1 0,0 1 0,0-1 0,0 0 0,-1 0 0,1 1 0,-1-1 0,1 0 0,-1 0 0,0 0 0,1-1 0,-1 1 0,-3 2 0,-6 4 0,0 0 0,0-1 0,0 0 0,-1-1 0,0-1 0,-18 7 0,2-3-195,0 0 0,-1-2 0,1-1 0,-2-2 0,1-1 0,-33 0 0,30-5-6631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7.457"/>
    </inkml:context>
    <inkml:brush xml:id="br0">
      <inkml:brushProperty name="width" value="0.05" units="cm"/>
      <inkml:brushProperty name="height" value="0.05" units="cm"/>
    </inkml:brush>
  </inkml:definitions>
  <inkml:trace contextRef="#ctx0" brushRef="#br0">72 5 24575,'16'-5'0,"-16"5"0,0 0 0,0 1 0,1-1 0,-1 0 0,0 0 0,0 0 0,0 0 0,0 0 0,0 0 0,0 0 0,0 0 0,1 1 0,-1-1 0,0 0 0,0 0 0,0 0 0,0 0 0,0 0 0,0 1 0,0-1 0,0 0 0,0 0 0,0 0 0,0 0 0,0 1 0,0-1 0,0 0 0,0 0 0,0 0 0,0 0 0,0 0 0,0 1 0,0-1 0,0 0 0,0 0 0,0 0 0,0 0 0,0 1 0,0-1 0,0 0 0,0 0 0,-1 0 0,1 0 0,0 0 0,-19 28 0,8-14 0,2 2 0,1 0 0,1 1 0,0 0 0,1 0 0,1 0 0,0 1 0,2 0 0,-3 25 0,5-21 0,0 1 0,1-1 0,2 1 0,0-1 0,1 0 0,9 30 0,-12-50 0,0 0 0,1 0 0,-1 0 0,1 0 0,0 0 0,-1-1 0,1 1 0,0 0 0,0 0 0,0-1 0,0 1 0,1-1 0,-1 1 0,0-1 0,1 1 0,-1-1 0,1 0 0,-1 0 0,1 0 0,-1 0 0,1 0 0,2 1 0,-2-2 0,0 0 0,0 0 0,0 0 0,0 0 0,0-1 0,0 1 0,0-1 0,0 1 0,0-1 0,0 0 0,-1 0 0,1 0 0,0 0 0,0 0 0,-1 0 0,1 0 0,-1 0 0,1-1 0,-1 1 0,1-1 0,1-2 0,10-13 0,0 0 0,-1-1 0,-1-1 0,-1 0 0,0-1 0,8-24 0,-8 19 0,1 0 0,1 1 0,17-25 0,-28 47 0,0 1 0,0-1 0,0 1 0,0-1 0,0 1 0,1 0 0,-1 0 0,0-1 0,1 1 0,-1 0 0,1 0 0,-1 0 0,1 1 0,0-1 0,-1 0 0,1 0 0,0 1 0,-1-1 0,3 1 0,-2 0 0,0 0 0,-1 0 0,1 0 0,-1 1 0,1-1 0,-1 1 0,1-1 0,-1 1 0,0 0 0,1 0 0,-1-1 0,0 1 0,1 0 0,-1 0 0,0 0 0,0 0 0,2 2 0,2 5 0,1-1 0,-2 1 0,1-1 0,-1 1 0,0 1 0,3 9 0,8 29 0,12 31 0,-24-71 0,0-1 0,1 1 0,-1 0 0,1-1 0,1 0 0,-1 0 0,1 0 0,8 6 0,-11-10 0,-1-1 0,1 1 0,0-1 0,0 0 0,0 1 0,1-1 0,-1 0 0,0 0 0,0-1 0,1 1 0,-1 0 0,0-1 0,1 1 0,-1-1 0,1 0 0,-1 0 0,0 0 0,1 0 0,2 0 0,-2-1 0,1 0 0,0-1 0,-1 1 0,1-1 0,-1 0 0,1 0 0,-1 0 0,0 0 0,0 0 0,6-6 0,1-2 0,-1-1 0,0-1 0,0 0 0,-1 0 0,7-16 0,6-13 0,-2 0 0,-3-2 0,0 0 0,14-74 0,-29 105-1365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8.312"/>
    </inkml:context>
    <inkml:brush xml:id="br0">
      <inkml:brushProperty name="width" value="0.05" units="cm"/>
      <inkml:brushProperty name="height" value="0.05" units="cm"/>
    </inkml:brush>
  </inkml:definitions>
  <inkml:trace contextRef="#ctx0" brushRef="#br0">37 71 24575,'11'-18'0,"-10"17"0,0-1 0,0 1 0,-1-1 0,1 1 0,0-1 0,0 1 0,0-1 0,1 1 0,-1 0 0,0 0 0,0 0 0,1-1 0,1 0 0,-3 2 0,0 0 0,1 0 0,-1 0 0,1 0 0,-1 0 0,0 0 0,1 0 0,-1 0 0,0 0 0,1 1 0,-1-1 0,0 0 0,1 0 0,-1 0 0,0 0 0,0 0 0,1 1 0,-1-1 0,0 0 0,1 0 0,-1 0 0,0 1 0,0-1 0,0 0 0,1 1 0,-1-1 0,0 0 0,0 0 0,0 1 0,1-1 0,-1 0 0,0 1 0,0-1 0,0 0 0,0 1 0,0-1 0,0 0 0,0 1 0,0-1 0,0 1 0,3 17 0,-3-17 0,2 63 0,-3 1 0,-12 80 0,8-91 0,-4 47 0,-38 166 0,47-266 0,-1 0 0,1 0 0,-1 1 0,1-1 0,0 0 0,-1 0 0,1 0 0,0 0 0,0 1 0,0-1 0,0 0 0,0 0 0,0 0 0,0 0 0,0 1 0,1-1 0,-1 0 0,0 0 0,1 0 0,-1 0 0,1 0 0,-1 0 0,1 0 0,-1 0 0,1 0 0,0 0 0,1 2 0,1-2 0,-1 0 0,1 0 0,0 0 0,0-1 0,0 1 0,0-1 0,0 0 0,0 1 0,0-2 0,4 1 0,404-1 0,110-2 0,-510 3 0,6 0 0,-1-1 0,0 0 0,1-1 0,20-6 0,-33 7 0,0 0 0,0-1 0,-1 1 0,1-1 0,0 0 0,-1 0 0,1 0 0,-1 0 0,0-1 0,0 1 0,0-1 0,0 0 0,0 0 0,-1 0 0,1 0 0,-1-1 0,0 1 0,0 0 0,0-1 0,0 0 0,-1 1 0,3-9 0,0-12 0,0-1 0,0-51 0,2-11 0,3 36 0,3 1 0,21-60 0,-2 11 0,-29 93 0,-1-1 0,1 0 0,-1 0 0,0 0 0,-1 0 0,0 0 0,0 0 0,0 0 0,-1 0 0,-2-12 0,1 14 0,0 0 0,0 1 0,0-1 0,-1 1 0,1-1 0,-1 1 0,0 0 0,0 0 0,-1 0 0,1 0 0,-1 1 0,0-1 0,1 1 0,-2 0 0,-5-3 0,1 1 0,-1 0 0,0 1 0,0 0 0,0 1 0,0 0 0,0 0 0,-1 1 0,-11-1 0,-90 1 0,74 3 0,-87 5 0,0 4 0,-235 53 0,355-62-195,1 0 0,0 0 0,-1 0 0,1 1 0,0 0 0,-7 4 0,3 1-6631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8.657"/>
    </inkml:context>
    <inkml:brush xml:id="br0">
      <inkml:brushProperty name="width" value="0.05" units="cm"/>
      <inkml:brushProperty name="height" value="0.05" units="cm"/>
    </inkml:brush>
  </inkml:definitions>
  <inkml:trace contextRef="#ctx0" brushRef="#br0">7 16 24575,'-2'0'0,"-2"-2"0,4-1 0,3 0 0,6 0 0,6 2 0,7 0 0,7 0 0,6 3 0,3 1 0,3 0 0,0 0 0,-1-1 0,-5-3 0,-5-2 0,-7-2 0,-7-1-8191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8.768"/>
    </inkml:context>
    <inkml:brush xml:id="br0">
      <inkml:brushProperty name="width" value="0.05" units="cm"/>
      <inkml:brushProperty name="height" value="0.05" units="cm"/>
    </inkml:brush>
  </inkml:definitions>
  <inkml:trace contextRef="#ctx0" brushRef="#br0">166 0 24575,'-7'0'0,"-7"0"0,-8 0 0,-4 0 0,-4 5 0,5 3 0,5 4 0,7 3 0,5 7 0,7 6 0,6 5 0,4 4 0,5 6 0,5 1 0,1 3 0,-2-6-8191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29.920"/>
    </inkml:context>
    <inkml:brush xml:id="br0">
      <inkml:brushProperty name="width" value="0.05" units="cm"/>
      <inkml:brushProperty name="height" value="0.05" units="cm"/>
    </inkml:brush>
  </inkml:definitions>
  <inkml:trace contextRef="#ctx0" brushRef="#br0">0 0 24575,'3'2'0,"0"-1"0,0 1 0,0-1 0,1 0 0,-1 0 0,0 0 0,0-1 0,1 1 0,-1-1 0,1 1 0,-1-1 0,6-1 0,4 1 0,1589 47-4865,-1086-39 3484,2413 40-3284,-1675-38 5031,-1123-9 708,44 1 1418,-58-5 2078,-182 8-2368,-36 2-1839,89-7-580,0-1-1,0 0 1,0-1 0,0 0-1,1-1 1,-16-5 0,8 0-6609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0.107"/>
    </inkml:context>
    <inkml:brush xml:id="br0">
      <inkml:brushProperty name="width" value="0.05" units="cm"/>
      <inkml:brushProperty name="height" value="0.05" units="cm"/>
    </inkml:brush>
  </inkml:definitions>
  <inkml:trace contextRef="#ctx0" brushRef="#br0">1 0 24575,'8'0'0,"0"0"0,0 1 0,1 0 0,-1 0 0,0 1 0,0 0 0,0 0 0,0 1 0,-1 0 0,1 1 0,-1-1 0,0 1 0,0 1 0,0-1 0,0 1 0,-1 0 0,10 11 0,-9-9 34,0 0 1,-1 0-1,0 1 0,-1 0 0,0 0 0,0 1 0,0-1 0,-1 1 0,4 13 1,-6-16-142,-1 0 0,0 0 1,0 0-1,0 0 0,-1 0 1,0 0-1,0 1 0,-1-1 1,1 0-1,-1 0 0,0 0 1,-1 0-1,0 0 0,0 0 1,-4 8-1,-5 5-6719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1.288"/>
    </inkml:context>
    <inkml:brush xml:id="br0">
      <inkml:brushProperty name="width" value="0.05" units="cm"/>
      <inkml:brushProperty name="height" value="0.05" units="cm"/>
    </inkml:brush>
  </inkml:definitions>
  <inkml:trace contextRef="#ctx0" brushRef="#br0">422 66 24575,'0'0'0,"-1"0"0,1 1 0,-1-1 0,0 0 0,1 1 0,-1-1 0,1 0 0,-1 1 0,1-1 0,-1 1 0,1-1 0,-1 1 0,1 0 0,-1-1 0,1 1 0,0-1 0,-1 1 0,1 0 0,0-1 0,0 1 0,-1 1 0,-4 15 0,5-16 0,-6 32 0,1 0 0,3 0 0,1 53 0,0 5 0,-13 77 0,-6 0 0,-44 164 0,-134 315 0,179-597 0,-6 14 0,-21 87 0,44-144 0,1-1 0,0 1 0,0-1 0,0 1 0,2 13 0,-1-19 0,0 1 0,0-1 0,1 1 0,-1 0 0,1-1 0,-1 1 0,1-1 0,0 1 0,-1-1 0,1 0 0,0 1 0,0-1 0,0 0 0,0 1 0,0-1 0,1 0 0,-1 0 0,0 0 0,0 0 0,1 0 0,-1 0 0,1 0 0,-1-1 0,0 1 0,1 0 0,0-1 0,-1 1 0,1-1 0,2 1 0,25 2 0,0-1 0,-1-2 0,37-3 0,0 0 0,660 31-213,-5 49-203,161 13 115,-840-87 302,4 0-2,81-3 1,-122 0-3,0 0-1,0-1 0,0 1 0,-1-1 0,1 0 0,0 0 0,-1-1 1,6-2-1,-9 4 10,1 0 0,-1-1 1,1 1-1,-1 0 0,0-1 1,1 1-1,-1 0 1,1-1-1,-1 1 0,0-1 1,0 1-1,1-1 0,-1 1 1,0-1-1,0 1 0,0-1 1,1 1-1,-1-1 1,0 1-1,0-1 0,0 1 1,0-1-1,0 0 0,0 0 38,-1-1 0,1 1 0,-1 0 0,1 0-1,-1 0 1,1 0 0,-1-1 0,0 1 0,0 0-1,0 0 1,1 1 0,-1-1 0,0 0 0,-1-1-1,-12-9 38,-27-16-1,28 20-75,2-1 0,-1 0 1,1 0-1,-18-18 0,26 23-6,1-1-1,-1 1 1,1-1-1,0 1 1,0-1-1,0 0 1,0 1-1,1-1 0,0 0 1,-1 0-1,1 0 1,1 0-1,-1 0 1,1-1-1,-1 1 1,1 0-1,0 0 1,1 0-1,-1 0 1,2-7-1,5-13 2,2 1 0,0 0 0,2 0 0,23-38 0,-3 5 0,55-120 0,69-212 0,22-200 0,-166 546 0,43-186 0,-44 175 0,-3 1 0,2-74 0,-9 122 0,0 0 0,0 0 0,-1 0 0,1 0 0,-1 0 0,1 0 0,-1 0 0,-1 0 0,1 0 0,-3-5 0,3 7 0,-1 1 0,1-1 0,-1 0 0,0 0 0,1 1 0,-1-1 0,0 1 0,0-1 0,0 1 0,0 0 0,-1 0 0,1 0 0,0 0 0,0 0 0,-1 1 0,1-1 0,0 1 0,-5-1 0,-39-4 0,-1 2 0,-62 5 0,15-1 0,-862-40-464,38 0 27,621 42 398,213 2 19,-125 24 0,200-28 41,-28 8 279,34-8-267,1 0-1,0 0 1,0 0 0,-1 0 0,1 0 0,0 0 0,0 0 0,0 1 0,0-1-1,0 1 1,1 0 0,-3 1 0,3 4-1235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2.086"/>
    </inkml:context>
    <inkml:brush xml:id="br0">
      <inkml:brushProperty name="width" value="0.05" units="cm"/>
      <inkml:brushProperty name="height" value="0.05" units="cm"/>
    </inkml:brush>
  </inkml:definitions>
  <inkml:trace contextRef="#ctx0" brushRef="#br0">0 67 24575,'0'-50'0,"0"45"0,0 6 0,0 27 0,0-7 0,11 308 0,-11-329 0,1 8 0,0 0 0,1 0 0,-1-1 0,4 9 0,-5-16 0,0 1 0,0 0 0,0 0 0,1 0 0,-1-1 0,0 1 0,1 0 0,-1-1 0,1 1 0,-1 0 0,0 0 0,1-1 0,0 1 0,-1-1 0,1 1 0,-1 0 0,1-1 0,0 1 0,-1-1 0,1 0 0,0 1 0,-1-1 0,1 1 0,0-1 0,0 0 0,-1 0 0,1 1 0,0-1 0,0 0 0,0 0 0,0 0 0,-1 0 0,1 0 0,0 0 0,0 0 0,0 0 0,-1 0 0,1-1 0,0 1 0,0 0 0,0 0 0,-1-1 0,1 1 0,0 0 0,-1-1 0,1 1 0,0-1 0,-1 1 0,1-1 0,0 1 0,0-2 0,8-6 0,0-1 0,-1 0 0,0-1 0,0 0 0,-1 0 0,0-1 0,7-17 0,32-84 0,-39 94 0,5-21 0,-7 24 0,0 0 0,0 0 0,13-23 0,-18 38 0,0 1 0,0-1 0,0 0 0,0 1 0,0-1 0,1 0 0,-1 1 0,0-1 0,0 0 0,0 1 0,0-1 0,0 0 0,0 1 0,1-1 0,-1 0 0,0 1 0,0-1 0,0 0 0,1 0 0,-1 1 0,0-1 0,1 0 0,-1 0 0,0 0 0,0 1 0,1-1 0,-1 0 0,0 0 0,1 0 0,-1 0 0,0 0 0,1 0 0,-1 1 0,0-1 0,1 0 0,-1 0 0,0 0 0,1 0 0,-1 0 0,0 0 0,1 0 0,-1-1 0,1 1 0,-1 0 0,0 0 0,1 0 0,-1 0 0,0 0 0,0 0 0,1-1 0,-1 1 0,0 0 0,1 0 0,-1-1 0,0 1 0,0 0 0,1 0 0,-1-1 0,0 1 0,0 0 0,0 0 0,1-1 0,-1 1 0,0 0 0,0-1 0,0 1 0,0 0 0,0-1 0,0 1 0,6 30 0,-5-28 0,3 37 0,-1-9 0,1 0 0,8 32 0,-10-55 0,0 0 0,1 1 0,0-1 0,0 0 0,0-1 0,1 1 0,0-1 0,0 1 0,1-1 0,-1 0 0,1-1 0,1 1 0,8 6 0,-12-10 0,1 0 0,-1 0 0,1-1 0,-1 0 0,1 1 0,0-1 0,-1 0 0,1 0 0,0-1 0,0 1 0,0 0 0,-1-1 0,1 0 0,0 1 0,0-1 0,0-1 0,0 1 0,0 0 0,0-1 0,0 1 0,-1-1 0,1 0 0,0 0 0,0 0 0,-1 0 0,1 0 0,-1-1 0,1 1 0,-1-1 0,1 0 0,-1 1 0,0-1 0,3-3 0,2-3 0,-1 0 0,1 0 0,-1-1 0,-1 0 0,0 0 0,0 0 0,-1-1 0,4-10 0,0-4 0,-2 0 0,0 0 0,2-29 0,-6 38 0,-1-1 0,-1 0 0,0 0 0,-1 1 0,-1-1 0,-4-16 0,-4 4 342,9 27-420,0 0 0,1 0 1,-1 0-1,0 0 1,0 0-1,1 0 1,-1 0-1,0 0 0,0 1 1,0-1-1,0 0 1,0 1-1,0-1 1,0 0-1,0 1 0,0-1 1,-1 1-1,1 0 1,0-1-1,0 1 1,-2 0-1,-8 1-6748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2.445"/>
    </inkml:context>
    <inkml:brush xml:id="br0">
      <inkml:brushProperty name="width" value="0.05" units="cm"/>
      <inkml:brushProperty name="height" value="0.05" units="cm"/>
    </inkml:brush>
  </inkml:definitions>
  <inkml:trace contextRef="#ctx0" brushRef="#br0">27 148 24575,'-5'2'0,"10"1"0,11 4 0,2-6 0,-1-1 0,0 0 0,25-4 0,-34 3 0,0-1 0,0 0 0,0 0 0,-1 0 0,1-1 0,0 0 0,-1-1 0,0 0 0,10-6 0,-15 9 0,-1 0 0,1-1 0,0 1 0,-1 0 0,0-1 0,1 1 0,-1-1 0,0 0 0,0 1 0,0-1 0,0 0 0,0 0 0,0 0 0,0 1 0,0-1 0,-1 0 0,1 0 0,-1 0 0,0 0 0,1 0 0,-1 0 0,0 0 0,0 0 0,0 0 0,-1 0 0,1 0 0,0 0 0,-1 0 0,1 0 0,-1 0 0,0 0 0,1 0 0,-1 0 0,0 0 0,0 1 0,0-1 0,-3-2 0,1-1 0,-1 1 0,-1-1 0,1 1 0,-1 0 0,1 0 0,-1 1 0,0 0 0,0 0 0,-1 0 0,1 0 0,-11-3 0,11 4 0,-1 1 0,0 0 0,0 0 0,0 0 0,1 0 0,-1 1 0,0 0 0,0 1 0,0-1 0,0 1 0,1 0 0,-1 0 0,0 1 0,1 0 0,-11 4 0,12-3 0,0-1 0,0 1 0,0 0 0,0 0 0,0 1 0,0-1 0,1 1 0,-1 0 0,1 0 0,0 0 0,1 0 0,-1 1 0,1-1 0,-1 1 0,1-1 0,1 1 0,-1 0 0,-1 9 0,1-6-47,1 1 0,0 0 0,1 0 0,0 0 0,0 0 0,1-1 0,0 1 0,1 0 0,0 0-1,0-1 1,1 1 0,0-1 0,0 0 0,1 0 0,0 0 0,0 0 0,1-1 0,0 1 0,0-1 0,1-1 0,0 1 0,0-1-1,1 0 1,0 0 0,0-1 0,0 1 0,0-2 0,14 7 0,12 3-6779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2.847"/>
    </inkml:context>
    <inkml:brush xml:id="br0">
      <inkml:brushProperty name="width" value="0.05" units="cm"/>
      <inkml:brushProperty name="height" value="0.05" units="cm"/>
    </inkml:brush>
  </inkml:definitions>
  <inkml:trace contextRef="#ctx0" brushRef="#br0">26 31 24575,'-4'-8'0,"-6"-13"0,4 19 0,2 15 0,3 7 0,0 0 0,2 1 0,0-1 0,1 0 0,1 0 0,7 23 0,-1 6 0,-1-8 0,-1-6 0,-2 1 0,2 61 0,-7-96 0,0 1 0,0-1 0,0 1 0,0 0 0,0-1 0,-1 1 0,1-1 0,0 1 0,-1 0 0,0-1 0,-1 3 0,-2-5 0,1-13 0,3 2 0,0-1 0,0 1 0,1 0 0,1 0 0,0 0 0,0 0 0,1 0 0,6-14 0,-7 20 0,0 0 0,1 0 0,0 0 0,0 1 0,0-1 0,1 1 0,0 0 0,0 0 0,0 0 0,1 0 0,-1 1 0,1 0 0,0 0 0,0 0 0,1 0 0,-1 1 0,9-4 0,-9 6 0,-1 0 0,1 0 0,-1 1 0,1 0 0,0 0 0,-1 0 0,1 0 0,-1 1 0,1 0 0,-1 0 0,1 0 0,-1 0 0,0 1 0,1 0 0,-1 0 0,0 0 0,0 0 0,0 1 0,0-1 0,-1 1 0,6 5 0,1 1 0,0 0 0,-1 1 0,0 0 0,-1 1 0,0-1 0,8 16 0,-12-20 0,-1 1 0,0 0 0,0 0 0,0-1 0,-1 2 0,0-1 0,-1 0 0,2 14 0,-3-18 0,0 0 0,0 0 0,-1 0 0,1-1 0,-1 1 0,1 0 0,-1-1 0,0 1 0,0 0 0,0-1 0,0 1 0,-1-1 0,1 0 0,-1 1 0,1-1 0,-1 0 0,0 0 0,0 0 0,0 0 0,0 0 0,0 0 0,0-1 0,-1 1 0,1-1 0,0 1 0,-5 1 0,-2 0 27,1-1-1,-1 1 0,1-2 0,-1 1 1,0-1-1,0 0 0,0-1 0,1 0 1,-1-1-1,0 0 0,0 0 0,-11-3 1,5 0-312,-1-1 1,1 0-1,0-1 1,0-1-1,-25-15 1,18 7-6542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4.451"/>
    </inkml:context>
    <inkml:brush xml:id="br0">
      <inkml:brushProperty name="width" value="0.05" units="cm"/>
      <inkml:brushProperty name="height" value="0.05" units="cm"/>
    </inkml:brush>
  </inkml:definitions>
  <inkml:trace contextRef="#ctx0" brushRef="#br0">0 32 24575,'227'-13'0,"-38"1"0,-121 9 106,12 0-842,142 11 1,-201-5-6091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4.732"/>
    </inkml:context>
    <inkml:brush xml:id="br0">
      <inkml:brushProperty name="width" value="0.05" units="cm"/>
      <inkml:brushProperty name="height" value="0.05" units="cm"/>
    </inkml:brush>
  </inkml:definitions>
  <inkml:trace contextRef="#ctx0" brushRef="#br0">20 1 24575,'-7'5'0,"-5"7"0,12-12 0,0 0 0,0 1 0,0-1 0,0 0 0,0 0 0,0 1 0,0-1 0,0 0 0,0 1 0,0-1 0,0 0 0,0 0 0,0 1 0,0-1 0,0 0 0,0 0 0,0 1 0,0-1 0,0 0 0,0 0 0,1 1 0,-1-1 0,0 0 0,0 0 0,0 1 0,0-1 0,1 0 0,-1 0 0,0 0 0,0 0 0,0 1 0,1-1 0,-1 0 0,0 0 0,0 0 0,1 0 0,-1 0 0,0 0 0,0 0 0,1 1 0,-1-1 0,0 0 0,1 0 0,-1 0 0,0 0 0,0 0 0,1 0 0,-1 0 0,0-1 0,0 1 0,1 0 0,-1 0 0,34 4 0,53-1 0,-22-2 0,184 15 325,77 3-2015,-299-18-5136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5.980"/>
    </inkml:context>
    <inkml:brush xml:id="br0">
      <inkml:brushProperty name="width" value="0.05" units="cm"/>
      <inkml:brushProperty name="height" value="0.05" units="cm"/>
    </inkml:brush>
  </inkml:definitions>
  <inkml:trace contextRef="#ctx0" brushRef="#br0">94 2 24575,'-12'0'0,"5"-1"0,0 1 0,0 0 0,0 0 0,0 1 0,0 0 0,1 0 0,-1 1 0,0-1 0,-8 5 0,15-6 0,0 0 0,0 0 0,-1 0 0,1 0 0,0 0 0,0 0 0,0 0 0,-1 0 0,1 0 0,0 0 0,0 0 0,0 1 0,0-1 0,-1 0 0,1 0 0,0 0 0,0 0 0,0 0 0,0 1 0,0-1 0,0 0 0,-1 0 0,1 0 0,0 0 0,0 1 0,0-1 0,0 0 0,0 0 0,0 0 0,0 1 0,0-1 0,0 0 0,0 0 0,0 0 0,0 1 0,0-1 0,0 0 0,0 0 0,0 0 0,0 1 0,0-1 0,0 0 0,0 0 0,0 1 0,11 3 0,17 1 0,252-3 126,-162-3-1617,-108 1-5335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4.997"/>
    </inkml:context>
    <inkml:brush xml:id="br0">
      <inkml:brushProperty name="width" value="0.05" units="cm"/>
      <inkml:brushProperty name="height" value="0.05" units="cm"/>
    </inkml:brush>
  </inkml:definitions>
  <inkml:trace contextRef="#ctx0" brushRef="#br0">15 1 24575,'0'1'0,"-2"3"0,0-1 0,0 1 0,0 0 0,0 0 0,1 1 0,0-1 0,-1 6 0,2-9 0,0 1 0,0-1 0,0 0 0,1 1 0,-1-1 0,0 0 0,1 1 0,-1-1 0,1 0 0,0 0 0,-1 0 0,1 0 0,0 0 0,0 1 0,-1-1 0,1 0 0,0-1 0,0 1 0,0 0 0,0 0 0,0 0 0,1-1 0,-1 1 0,0 0 0,0-1 0,0 1 0,1-1 0,-1 1 0,2-1 0,17 5 0,0 0 0,0-2 0,0-1 0,1 0 0,-1-1 0,29-3 0,-6 1 0,56 1 0,170-3 0,-241 1-1365,-7-1-5461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6.214"/>
    </inkml:context>
    <inkml:brush xml:id="br0">
      <inkml:brushProperty name="width" value="0.05" units="cm"/>
      <inkml:brushProperty name="height" value="0.05" units="cm"/>
    </inkml:brush>
  </inkml:definitions>
  <inkml:trace contextRef="#ctx0" brushRef="#br0">7 0 24575,'0'2'0,"-2"4"0,-1 2 0,2 1 0,6-2 0,5-2 0,5-2 0,4-1 0,7-2 0,3 1 0,3-2 0,1 1 0,3 0 0,-2-1 0,-3 1 0,-5 0 0,-5 0 0,-5 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6.834"/>
    </inkml:context>
    <inkml:brush xml:id="br0">
      <inkml:brushProperty name="width" value="0.05" units="cm"/>
      <inkml:brushProperty name="height" value="0.05" units="cm"/>
    </inkml:brush>
  </inkml:definitions>
  <inkml:trace contextRef="#ctx0" brushRef="#br0">257 57 24575,'0'-1'0,"1"1"0,-1-1 0,1 1 0,-1-1 0,1 1 0,-1-1 0,1 0 0,-1 1 0,0-1 0,1 1 0,-1-1 0,0 0 0,0 0 0,1 1 0,-1-1 0,0 0 0,0 1 0,0-1 0,0 0 0,0 0 0,0 1 0,0-1 0,0 0 0,0 1 0,0-1 0,-1 0 0,1 1 0,0-1 0,0 0 0,-1 0 0,1 1 0,0-1 0,-1 1 0,1-1 0,0 0 0,-1 1 0,1-1 0,-1 1 0,1-1 0,-1 1 0,1-1 0,-1 1 0,0 0 0,1-1 0,-1 1 0,0 0 0,1-1 0,-1 1 0,0 0 0,1 0 0,-2-1 0,-2-1 0,-1 0 0,1 1 0,-1-1 0,1 1 0,-1 0 0,-7 0 0,2 1 0,1 1 0,-1 0 0,1 1 0,-1 0 0,1 0 0,-1 1 0,1 0 0,0 1 0,0 0 0,1 1 0,-1-1 0,1 2 0,-9 6 0,11-7 0,0-1 0,0 1 0,1 1 0,0-1 0,0 1 0,0-1 0,0 1 0,1 1 0,0-1 0,1 1 0,-1-1 0,1 1 0,1 0 0,-1 0 0,1 1 0,0-1 0,-1 12 0,3-15 0,0 0 0,1 0 0,-1-1 0,1 1 0,0 0 0,0 0 0,0 0 0,0 0 0,1-1 0,-1 1 0,1-1 0,0 1 0,0-1 0,1 0 0,-1 0 0,1 0 0,-1 0 0,1 0 0,0 0 0,0-1 0,0 1 0,1-1 0,-1 0 0,0 0 0,1 0 0,-1-1 0,5 2 0,6 3 0,-1-2 0,2 0 0,-1 0 0,0-1 0,1-1 0,15 0 0,-10-1 0,0-1 0,0-1 0,0-1 0,0-1 0,0 0 0,23-8 0,-30 7 0,-1-1 0,1 0 0,-1-1 0,0 0 0,-1-1 0,1 0 0,-1 0 0,-1-2 0,0 1 0,13-14 0,-21 19 0,1 1 0,-1-2 0,0 1 0,1 0 0,-2 0 0,1-1 0,0 1 0,0-1 0,-1 1 0,0-1 0,0 1 0,0-1 0,0 0 0,-1 0 0,1 0 0,-1 1 0,0-1 0,0 0 0,-1-4 0,0 4 0,0-1 0,-1 1 0,1-1 0,-1 1 0,0 0 0,0 0 0,-1 0 0,1 0 0,-1 0 0,0 1 0,0-1 0,0 1 0,0 0 0,-1 0 0,-5-5 0,-3 1-170,0 0-1,0 1 0,0 0 1,-1 1-1,1 0 0,-1 1 1,-25-4-1,-4 1-6655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39.840"/>
    </inkml:context>
    <inkml:brush xml:id="br0">
      <inkml:brushProperty name="width" value="0.05" units="cm"/>
      <inkml:brushProperty name="height" value="0.05" units="cm"/>
    </inkml:brush>
  </inkml:definitions>
  <inkml:trace contextRef="#ctx0" brushRef="#br0">6900 1 24575,'-3'0'0,"2"0"0,0 0 0,0 0 0,0-1 0,0 1 0,0 1 0,0-1 0,0 0 0,0 0 0,0 0 0,0 0 0,0 1 0,0-1 0,0 0 0,0 1 0,0-1 0,1 1 0,-1-1 0,0 1 0,0 0 0,0-1 0,0 1 0,1 0 0,-1-1 0,0 1 0,1 0 0,-1 0 0,1 0 0,-1 0 0,1-1 0,-1 1 0,0 1 0,-4 9 0,0-1 0,1 1 0,0 0 0,0 1 0,1-1 0,-2 12 0,-6 74 0,9-73 0,-19 745 0,21-714 0,0-53 0,0 0 0,0-1 0,0 1 0,0-1 0,0 1 0,0-1 0,0 1 0,-1-1 0,1 1 0,0-1 0,-1 1 0,1-1 0,-1 1 0,0-1 0,0 0 0,1 1 0,-1-1 0,0 0 0,0 1 0,0-1 0,0 0 0,0 0 0,-3 2 0,1-2 0,-1 0 0,1 0 0,-1 0 0,0 0 0,1-1 0,-1 0 0,1 0 0,-1 0 0,-5 0 0,-567 2-337,-2 29-119,416-21 421,-2143 165-1430,693-75 728,1146-94 2252,-489-57 0,859 45-1515,116 38 0,-12-14 0,-1-1 0,0 1 0,-2 1 0,7 33 0,3 80 0,-11-88 0,5 57 0,9 81 0,-12-136 0,24 83 0,-26-117-1365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0.274"/>
    </inkml:context>
    <inkml:brush xml:id="br0">
      <inkml:brushProperty name="width" value="0.05" units="cm"/>
      <inkml:brushProperty name="height" value="0.05" units="cm"/>
    </inkml:brush>
  </inkml:definitions>
  <inkml:trace contextRef="#ctx0" brushRef="#br0">8 0 24575,'-7'2'0,"9"6"0,0-3 0,10 25 0,-8-19 0,1 1 0,0-1 0,1 0 0,12 20 0,-16-28 0,0-1 0,1 1 0,-1-1 0,0 0 0,1 0 0,-1 0 0,1 0 0,0 0 0,-1-1 0,1 1 0,0-1 0,0 1 0,0-1 0,0 0 0,0-1 0,0 1 0,1 0 0,-1-1 0,0 0 0,0 1 0,0-1 0,1-1 0,-1 1 0,3-1 0,4-1 0,-1-1 0,0 0 0,0 0 0,0-1 0,0 0 0,-1-1 0,1 0 0,-1 0 0,13-12 0,4-5 0,31-36 0,-48 52 0,-9 11 0,-11 15 0,1-9-126,-1 0-1,-1 0 1,0-2 0,0 1-1,-1-2 1,0 0-1,-21 9 1,29-14-228,-28 13-6472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0.797"/>
    </inkml:context>
    <inkml:brush xml:id="br0">
      <inkml:brushProperty name="width" value="0.05" units="cm"/>
      <inkml:brushProperty name="height" value="0.05" units="cm"/>
    </inkml:brush>
  </inkml:definitions>
  <inkml:trace contextRef="#ctx0" brushRef="#br0">39 13 24575,'-16'-6'0,"15"5"0,0 0 0,0 1 0,0-1 0,0 1 0,0-1 0,0 1 0,0-1 0,0 1 0,0-1 0,0 1 0,-1 0 0,1 0 0,0 0 0,0-1 0,0 1 0,0 0 0,-1 0 0,0 1 0,2-1 0,-1 1 0,1-1 0,0 0 0,0 1 0,0-1 0,0 1 0,0-1 0,0 1 0,0-1 0,0 0 0,1 1 0,-1-1 0,0 1 0,0-1 0,0 1 0,0-1 0,0 0 0,1 1 0,-1-1 0,0 0 0,0 1 0,1-1 0,-1 0 0,0 1 0,0-1 0,1 0 0,0 1 0,10 10 0,-9-9 0,14 13 0,34 33 0,56 40 0,-101-84 34,0-1 1,0 0-1,1 0 0,-1 0 0,1 0 0,0-1 0,0 0 0,0 0 0,12 1 1,-15-2-117,0-1 1,1 0 0,-1 0 0,0-1-1,0 1 1,0 0 0,1-1-1,-1 0 1,0 0 0,0 0 0,0 0-1,0-1 1,0 1 0,-1-1 0,1 1-1,0-1 1,-1 0 0,1 0 0,-1 0-1,4-5 1,3-3-6745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2.516"/>
    </inkml:context>
    <inkml:brush xml:id="br0">
      <inkml:brushProperty name="width" value="0.05" units="cm"/>
      <inkml:brushProperty name="height" value="0.05" units="cm"/>
    </inkml:brush>
  </inkml:definitions>
  <inkml:trace contextRef="#ctx0" brushRef="#br0">662 329 24575,'-21'-4'0,"20"4"0,0-1 0,0 1 0,-1-1 0,1 1 0,0 0 0,-1-1 0,1 1 0,0 0 0,-1 0 0,1 0 0,-1 0 0,1 0 0,0 0 0,-1 0 0,1 1 0,0-1 0,-1 0 0,1 1 0,0-1 0,0 1 0,-1 0 0,1-1 0,0 1 0,0 0 0,0 0 0,0-1 0,0 1 0,0 0 0,0 0 0,0 0 0,-1 2 0,-1 2 0,-1 0 0,1 1 0,0-1 0,0 1 0,1 0 0,-1 0 0,-2 13 0,-5 47 0,9-62 0,-27 284 0,-6 46 0,-67 147 0,-43-11 0,138-451 0,-41 140 0,42-138 0,2 0 0,0 0 0,1 1 0,1-1 0,2 36 0,0-52 0,0 0 0,0 0 0,0 1 0,1-1 0,-1-1 0,1 1 0,0 0 0,1 0 0,-1-1 0,1 1 0,0-1 0,0 0 0,0 0 0,5 5 0,-3-4 0,1-1 0,0 1 0,0-1 0,1-1 0,-1 1 0,1-1 0,-1 0 0,1 0 0,8 1 0,13 2 0,0-2 0,0-1 0,0-1 0,36-1 0,-42-2 0,396-11-680,-140 1 315,1145 6-1174,4 34-1867,40 1-129,-3-38 1919,-443-31 1198,-7-45 330,-1005 83 106,363-50 2094,-273 33-1247,164-53 1,-237 63-310,-1-2 0,-1 0 0,1-2 0,-2-1 1,0-1-1,38-29 0,-55 37-406,0 1-1,0-1 1,0 0 0,0-1 0,-1 1-1,0-1 1,-1 0 0,0 0 0,0-1-1,0 1 1,-1-1 0,0 0 0,0 0-1,-1 0 1,0 0 0,-1 0 0,1 0-1,-2-1 1,1 1 0,-1 0 0,0-1-1,-1 1 1,0-1 0,0 1 0,-4-11-1,-2-1-149,-1 0 0,-1 1 0,-1 0 0,-1 0 0,-17-23 0,14 22 0,1 1 0,2-1 0,0-1 0,-11-29 0,11 12 0,2 0 0,2-1 0,1 0 0,2 0 0,1 0 0,4-47 0,35-239 0,-17 194 0,-8 55 0,9-89 0,-18 137 0,-2-1 0,-1 1 0,-7-50 0,5 65 0,-1 0 0,-1 0 0,1 0 0,-2 1 0,0 0 0,0 0 0,-1 0 0,-1 1 0,0 0 0,0 1 0,-1-1 0,-1 2 0,0-1 0,0 1 0,0 1 0,-22-13 0,-2 0 0,-2 3 0,0 1 0,-1 1 0,-56-15 0,-31-3-206,-180-24 0,-134 8-207,-600-4-1609,-4 52 52,903 3 1840,-1592 40-1409,627-9 544,3-23 557,-187-56 1268,648 18-73,572 26 317,-27-1 1257,-153 11-1,240-7-2291,0 1-1,0 1 1,1 0 0,-1 0 0,0 0 0,1 1 0,-1 0-1,1 0 1,-10 7 0,14-8-28,-1 1 0,1 0 0,0 0 0,0 0 0,1 0 0,-1 1 0,1-1 0,-1 1 0,1 0 0,0-1 0,0 1 0,1 0 0,-1 0 0,1 0 0,0 0 0,0 1 0,0-1 0,0 8 0,0 0-11,2-7 0,-1-1 0,-1 1 0,1 0 0,-1 0 0,0-1 0,0 1 0,0 0 0,0-1 0,-1 1 0,0-1 0,0 0 0,0 1 0,0-1 0,-1 0 0,1 0 0,-1-1 0,0 1 0,-6 5 0,-6 4-1365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3.210"/>
    </inkml:context>
    <inkml:brush xml:id="br0">
      <inkml:brushProperty name="width" value="0.05" units="cm"/>
      <inkml:brushProperty name="height" value="0.05" units="cm"/>
    </inkml:brush>
  </inkml:definitions>
  <inkml:trace contextRef="#ctx0" brushRef="#br0">364 38 24575,'0'-1'0,"0"-1"0,-1 1 0,1-1 0,-1 1 0,0 0 0,1-1 0,-1 1 0,0 0 0,0 0 0,0-1 0,0 1 0,0 0 0,0 0 0,0 0 0,0 0 0,-1 0 0,1 0 0,0 0 0,0 1 0,-1-1 0,1 0 0,-1 1 0,1-1 0,-2 0 0,-3-1 0,-1 0 0,1 0 0,0 1 0,-9-1 0,4 1 0,0 1 0,1 0 0,-1 1 0,0 1 0,0 0 0,0 0 0,1 1 0,0 0 0,-1 1 0,-13 7 0,12-5 0,-1 1 0,1 1 0,1 0 0,0 1 0,0 0 0,0 0 0,-17 22 0,21-22 0,1 0 0,0 0 0,0 1 0,0 0 0,2 0 0,-1 0 0,1 1 0,0-1 0,1 1 0,-2 12 0,4-15 0,1 1 0,-1-1 0,1 0 0,1 0 0,-1 1 0,2-1 0,-1 0 0,1 0 0,0 0 0,0 0 0,1 0 0,0 0 0,1-1 0,6 11 0,-5-10 22,1-1-1,0 0 0,0 0 1,0 0-1,1-1 0,0 0 1,0 0-1,1-1 0,-1 0 1,1 0-1,0-1 0,1 0 1,-1-1-1,1 1 0,12 2 1,-2-2-266,0 0 0,0-2 0,1 0 0,-1-1 1,0-1-1,25-3 0,14-5-6582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3.413"/>
    </inkml:context>
    <inkml:brush xml:id="br0">
      <inkml:brushProperty name="width" value="0.05" units="cm"/>
      <inkml:brushProperty name="height" value="0.05" units="cm"/>
    </inkml:brush>
  </inkml:definitions>
  <inkml:trace contextRef="#ctx0" brushRef="#br0">26 8 24575,'0'0'0,"0"0"0,0-1 0,0 1 0,0 0 0,0 0 0,0-1 0,0 1 0,0 0 0,0-1 0,0 1 0,0 0 0,0 0 0,0-1 0,0 1 0,0 0 0,-1 0 0,1-1 0,0 1 0,0 0 0,0 0 0,0-1 0,-1 1 0,1 0 0,0 0 0,0 0 0,0-1 0,-1 1 0,1 0 0,0 0 0,0 0 0,-1 0 0,1 0 0,0 0 0,0-1 0,-1 1 0,1 0 0,0 0 0,-1 0 0,1 0 0,0 0 0,0 0 0,-1 0 0,1 0 0,0 0 0,-1 0 0,1 0 0,0 0 0,0 0 0,-1 1 0,1-1 0,0 0 0,0 0 0,-1 0 0,1 0 0,-1 1 0,0-1 0,0 1 0,0-1 0,0 1 0,1 0 0,-1-1 0,0 1 0,0 0 0,1-1 0,-1 1 0,0 0 0,1 0 0,-1 0 0,1 0 0,-1-1 0,0 2 0,0 10 0,0 0 0,0-1 0,1 1 0,0-1 0,1 1 0,5 21 0,-2-6 0,-2-10 17,10 103 303,-11-101-661,-1-1 1,-1 1 0,0-1-1,-7 26 1,3-25-6486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3.555"/>
    </inkml:context>
    <inkml:brush xml:id="br0">
      <inkml:brushProperty name="width" value="0.05" units="cm"/>
      <inkml:brushProperty name="height" value="0.05" units="cm"/>
    </inkml:brush>
  </inkml:definitions>
  <inkml:trace contextRef="#ctx0" brushRef="#br0">1 358 24575,'2'-9'0,"1"-12"0,0-13 0,2-6 0,2-4 0,0-1 0,1 2 0,2 4 0,1 6 0,1 9 0,1 9 0,3 6 0,3 7 0,1 9 0,2 6 0,1 4 0,2 3 0,-4-3-8191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3.724"/>
    </inkml:context>
    <inkml:brush xml:id="br0">
      <inkml:brushProperty name="width" value="0.05" units="cm"/>
      <inkml:brushProperty name="height" value="0.05" units="cm"/>
    </inkml:brush>
  </inkml:definitions>
  <inkml:trace contextRef="#ctx0" brushRef="#br0">42 7 24575,'-5'0'0,"-5"3"0,-5 2 0,6 1 0,7-1 0,10-3 0,9-2 0,7-4 0,8 0 0,3-3 0,2 0 0,-6 2-8191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4.363"/>
    </inkml:context>
    <inkml:brush xml:id="br0">
      <inkml:brushProperty name="width" value="0.05" units="cm"/>
      <inkml:brushProperty name="height" value="0.05" units="cm"/>
    </inkml:brush>
  </inkml:definitions>
  <inkml:trace contextRef="#ctx0" brushRef="#br0">79 34 24575,'1'-1'0,"0"-1"0,0 1 0,0-1 0,0 1 0,0-1 0,0 1 0,0-1 0,-1 0 0,1 1 0,-1-1 0,1 0 0,-1 0 0,0 1 0,0-1 0,0 0 0,0 0 0,0 0 0,0-1 0,0 3 0,-1 0 0,1 0 0,0 0 0,0 0 0,-1 0 0,1 0 0,0 0 0,-1 0 0,1 0 0,0 0 0,0 0 0,-1 0 0,1 1 0,0-1 0,0 0 0,-1 0 0,1 0 0,0 0 0,0 1 0,0-1 0,-1 0 0,1 0 0,0 1 0,0-1 0,0 0 0,0 0 0,0 1 0,-1-1 0,1 0 0,0 0 0,0 1 0,0-1 0,0 0 0,0 0 0,0 1 0,0-1 0,0 1 0,-7 15 0,-9 24 0,2 1 0,2 1 0,2 0 0,2 1 0,1 0 0,3 0 0,0 54 0,5-83 49,0 0 0,1 0 0,1-1-1,0 1 1,0 0 0,10 21 0,-10-28-171,1-1 0,-1 1 0,1-1 0,1 1 0,-1-1 0,1 0 0,0-1 0,0 1 0,1-1 1,0 0-1,0-1 0,0 1 0,12 5 0,17 5-6704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4.782"/>
    </inkml:context>
    <inkml:brush xml:id="br0">
      <inkml:brushProperty name="width" value="0.05" units="cm"/>
      <inkml:brushProperty name="height" value="0.05" units="cm"/>
    </inkml:brush>
  </inkml:definitions>
  <inkml:trace contextRef="#ctx0" brushRef="#br0">407 93 24575,'0'-5'0,"0"0"0,0 0 0,0-1 0,-1 1 0,0 0 0,0 0 0,0 0 0,-1 0 0,1 0 0,-5-7 0,5 10 0,-1 0 0,0-1 0,0 1 0,0 0 0,-1 0 0,1 0 0,0 0 0,-1 1 0,1-1 0,-1 1 0,0 0 0,0-1 0,1 1 0,-1 0 0,0 0 0,0 1 0,0-1 0,0 1 0,0-1 0,-3 1 0,-6 0 0,0 0 0,0 0 0,1 1 0,-1 1 0,0 0 0,1 1 0,-23 8 0,16-5 0,1 2 0,1 0 0,-1 1 0,-20 15 0,31-19 0,1-1 0,0 0 0,0 1 0,0 0 0,1 0 0,-1 1 0,1-1 0,0 1 0,1 0 0,-5 9 0,7-12 0,0 1 0,0-1 0,0 0 0,0 0 0,1 1 0,-1-1 0,1 0 0,0 1 0,0-1 0,0 0 0,1 1 0,-1-1 0,1 0 0,0 0 0,-1 1 0,2-1 0,-1 0 0,0 0 0,1 0 0,-1 0 0,1 0 0,0 0 0,3 3 0,5 5 0,0 0 0,0-1 0,1-1 0,1 0 0,0 0 0,14 8 0,84 37 0,-5-2 0,-99-49 0,-1 1 0,1 0 0,-1 0 0,1 0 0,5 7 0,-10-10 0,0 0 0,0 0 0,-1 0 0,1 0 0,0 0 0,0 1 0,-1-1 0,1 0 0,0 0 0,-1 1 0,0-1 0,1 0 0,-1 1 0,0-1 0,1 0 0,-1 1 0,0-1 0,0 1 0,0-1 0,0 0 0,0 1 0,-1-1 0,1 0 0,0 1 0,-1-1 0,1 0 0,-1 1 0,1-1 0,-1 0 0,1 0 0,-3 3 0,-1 1 0,-1 0 0,0-1 0,0 1 0,-1-1 0,1 0 0,-1-1 0,0 1 0,0-1 0,0 0 0,0-1 0,-1 1 0,-9 1 0,-13 4 0,-42 4 0,63-11 0,-2 0 0,-93 10 0,94-11 0,-1 0 0,1 0 0,-1-1 0,1 0 0,0-1 0,-1 0 0,1 0 0,-14-6 0,8-3-1365,8 0-5461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5.156"/>
    </inkml:context>
    <inkml:brush xml:id="br0">
      <inkml:brushProperty name="width" value="0.05" units="cm"/>
      <inkml:brushProperty name="height" value="0.05" units="cm"/>
    </inkml:brush>
  </inkml:definitions>
  <inkml:trace contextRef="#ctx0" brushRef="#br0">78 198 24575,'-12'3'0,"11"3"0,2-5 0,0 0 0,0 0 0,0 0 0,0 0 0,0 0 0,1 0 0,-1 0 0,0 0 0,0-1 0,1 1 0,-1-1 0,0 1 0,3 0 0,6 2 0,1-1 0,0-1 0,0 0 0,0 0 0,0-1 0,0 0 0,0-1 0,0 0 0,0-1 0,0 0 0,19-7 0,-27 8 0,1 0 0,0-1 0,-1 1 0,0-1 0,1 0 0,-1 0 0,0 0 0,0 0 0,0-1 0,0 1 0,0-1 0,-1 0 0,1 0 0,-1 0 0,1 0 0,-1 0 0,0-1 0,-1 1 0,1 0 0,0-1 0,-1 0 0,0 1 0,0-1 0,0 0 0,0 1 0,-1-1 0,1 0 0,-1 0 0,0 0 0,0 0 0,-1 1 0,1-1 0,-1 0 0,0 0 0,0 0 0,-2-5 0,1 4 0,1-1 0,-2 1 0,1 0 0,-1 0 0,1 0 0,-1 0 0,-1 1 0,1-1 0,-1 1 0,0 0 0,0 0 0,0 0 0,0 0 0,0 1 0,-1-1 0,0 1 0,0 0 0,0 1 0,0-1 0,0 1 0,0 0 0,-1 1 0,1-1 0,-1 1 0,1 0 0,-1 0 0,0 1 0,1-1 0,-1 1 0,0 1 0,1-1 0,-1 1 0,1 0 0,-1 0 0,1 1 0,-1-1 0,1 1 0,0 0 0,0 1 0,0-1 0,0 1 0,0 0 0,0 0 0,-6 6 0,4-2 0,0-1 0,0 1 0,1 0 0,0 1 0,0 0 0,1 0 0,0 0 0,0 0 0,1 1 0,0 0 0,1 0 0,0 0 0,0 0 0,1 0 0,0 1 0,-1 14 0,2-16 0,1 0 0,0 0 0,1 0 0,0 0 0,0 0 0,1 0 0,0 0 0,0 0 0,1-1 0,-1 1 0,2-1 0,-1 0 0,1 0 0,0 0 0,1 0 0,0-1 0,0 0 0,0 0 0,1 0 0,6 6 0,22 11-1365,-1-5-5461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5.465"/>
    </inkml:context>
    <inkml:brush xml:id="br0">
      <inkml:brushProperty name="width" value="0.05" units="cm"/>
      <inkml:brushProperty name="height" value="0.05" units="cm"/>
    </inkml:brush>
  </inkml:definitions>
  <inkml:trace contextRef="#ctx0" brushRef="#br0">10 112 24575,'-2'-4'0,"1"0"0,-1 1 0,1-1 0,0 0 0,0 0 0,0 0 0,1 0 0,0 0 0,-1 0 0,1 0 0,1 1 0,-1-1 0,0 0 0,3-7 0,-3 9 0,1 1 0,-1 0 0,1-1 0,0 1 0,0-1 0,0 1 0,0 0 0,0 0 0,0-1 0,0 1 0,0 0 0,0 0 0,0 0 0,1 0 0,-1 0 0,0 1 0,1-1 0,-1 0 0,1 0 0,-1 1 0,1-1 0,-1 1 0,1 0 0,-1-1 0,1 1 0,-1 0 0,1 0 0,-1 0 0,1 0 0,0 0 0,-1 0 0,1 0 0,-1 1 0,1-1 0,-1 0 0,1 1 0,-1 0 0,3 0 0,6 4 0,1-1 0,-1 2 0,-1-1 0,1 2 0,-1-1 0,0 1 0,-1 0 0,1 1 0,-1 0 0,-1 0 0,0 1 0,11 16 0,-10-12 0,0 0 0,0 1 0,-1 0 0,-1 0 0,-1 1 0,0-1 0,0 1 0,3 26 0,-8-36 0,0 0 0,0 0 0,0 0 0,0 0 0,-1 0 0,0 0 0,0 0 0,0-1 0,-1 1 0,0 0 0,0-1 0,0 1 0,-4 6 0,5-9 0,0-1 0,0 1 0,-1-1 0,1 0 0,0 1 0,-1-1 0,1 0 0,-1 0 0,1 0 0,-1 0 0,0 0 0,1 0 0,-1 0 0,0 0 0,0-1 0,1 1 0,-1-1 0,0 1 0,0-1 0,0 0 0,0 0 0,0 1 0,0-2 0,0 1 0,0 0 0,1 0 0,-1 0 0,0-1 0,0 1 0,0-1 0,0 0 0,1 1 0,-1-1 0,0 0 0,1 0 0,-1 0 0,-2-2 0,0-1 0,-1 1 0,1-1 0,0-1 0,0 1 0,0 0 0,1-1 0,-1 0 0,1 0 0,0 0 0,1 0 0,-1-1 0,1 1 0,0-1 0,0 1 0,1-1 0,0 0 0,0 0 0,0 0 0,0 1 0,1-10 0,0 1 0,1 0 0,0 0 0,1 0 0,1 1 0,0-1 0,0 0 0,10-20 0,-10 25-85,1 1 0,0 0-1,1 0 1,0 0 0,0 0-1,0 1 1,1 0 0,0 0-1,0 1 1,1 0 0,0 0-1,0 0 1,0 1 0,1 0-1,12-6 1,0 4-6741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5.792"/>
    </inkml:context>
    <inkml:brush xml:id="br0">
      <inkml:brushProperty name="width" value="0.05" units="cm"/>
      <inkml:brushProperty name="height" value="0.05" units="cm"/>
    </inkml:brush>
  </inkml:definitions>
  <inkml:trace contextRef="#ctx0" brushRef="#br0">27 67 24575,'-1'0'0,"0"1"0,-1-1 0,1 0 0,0 1 0,0 0 0,0-1 0,0 1 0,0 0 0,0-1 0,1 1 0,-1 0 0,0 0 0,0 0 0,0 0 0,1 0 0,-1 0 0,1 0 0,-1 0 0,1 0 0,-1 0 0,1 0 0,-1 0 0,1 0 0,-1 3 0,-5 28 0,6-23 0,0 0 0,0 0 0,1 0 0,1 0 0,0 0 0,0 0 0,0-1 0,1 1 0,1 0 0,-1-1 0,1 0 0,1 0 0,8 12 0,-7-11 0,0-1 0,1 0 0,0 0 0,0 0 0,1-1 0,0 0 0,0 0 0,1-1 0,0 0 0,0-1 0,13 6 0,-20-9 0,1-1 0,-1 0 0,1-1 0,-1 1 0,1 0 0,-1-1 0,1 1 0,0-1 0,-1 0 0,1 0 0,0 0 0,-1 0 0,1-1 0,-1 1 0,1-1 0,0 1 0,-1-1 0,1 0 0,-1 0 0,0 0 0,1 0 0,-1 0 0,0-1 0,0 1 0,3-3 0,-2 0 0,0 1 0,0-1 0,0 0 0,-1 0 0,0 0 0,0 0 0,0-1 0,0 1 0,0-1 0,-1 1 0,0-1 0,0 1 0,0-8 0,1-12 0,-1 1 0,-1-1 0,-1 0 0,-1 0 0,-2 1 0,0-1 0,-1 1 0,-2 0 0,-9-23 0,10 33-1365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6.163"/>
    </inkml:context>
    <inkml:brush xml:id="br0">
      <inkml:brushProperty name="width" value="0.05" units="cm"/>
      <inkml:brushProperty name="height" value="0.05" units="cm"/>
    </inkml:brush>
  </inkml:definitions>
  <inkml:trace contextRef="#ctx0" brushRef="#br0">94 137 24575,'-3'-10'0,"3"10"0,0 0 0,-1-1 0,1 1 0,0 0 0,0-1 0,0 1 0,0-1 0,-1 1 0,1 0 0,0-1 0,0 1 0,0 0 0,0-1 0,0 1 0,0-1 0,0 1 0,0 0 0,0-1 0,0 1 0,0-1 0,1 1 0,-1 0 0,0-1 0,0 1 0,0-1 0,0 1 0,1 0 0,-1-1 0,0 1 0,0 0 0,1-1 0,-1 1 0,0 0 0,0 0 0,1-1 0,-1 1 0,0 0 0,1 0 0,-1 0 0,0-1 0,1 1 0,-1 0 0,1 0 0,-1 0 0,0 0 0,1 0 0,0 0 0,10-5 0,0 1 0,1 0 0,-1 1 0,19-2 0,-20 4 0,-1-1 0,1 0 0,-1 0 0,0-1 0,0 0 0,0 0 0,-1-1 0,13-7 0,-19 10 0,-1 0 0,0 0 0,0 0 0,0 0 0,0 0 0,0 0 0,0 0 0,0 0 0,0 0 0,0-1 0,0 1 0,-1 0 0,1-1 0,0 1 0,0-2 0,-1 2 0,0 0 0,0 0 0,0 0 0,0 0 0,0 1 0,0-1 0,0 0 0,0 0 0,-1 0 0,1 0 0,0 1 0,-1-1 0,1 0 0,0 0 0,-1 1 0,1-1 0,-1 0 0,1 0 0,-2 0 0,-1-2 0,1 1 0,-1 0 0,0 0 0,0 1 0,0-1 0,0 1 0,0-1 0,0 1 0,0 0 0,-1 0 0,-4-1 0,-3 0 0,1 1 0,-1 1 0,0-1 0,1 2 0,-1-1 0,1 1 0,-1 1 0,1 0 0,-1 1 0,1-1 0,0 2 0,0 0 0,-12 6 0,16-6 0,1-1 0,-1 1 0,1 0 0,0 0 0,0 0 0,1 1 0,-1-1 0,1 1 0,0 0 0,1 1 0,-1-1 0,1 1 0,0-1 0,0 1 0,1 0 0,-1 0 0,1 0 0,1 1 0,-1-1 0,1 0 0,0 1 0,1-1 0,-1 9 0,2-8 22,-1 0-1,1-1 0,0 1 1,0-1-1,1 0 0,0 1 1,0-1-1,1 0 0,0 0 1,0 0-1,0 0 0,0-1 1,1 1-1,0-1 0,9 10 1,-5-8-193,0 0 0,0-1 1,1 0-1,0 0 0,0 0 1,0-1-1,1-1 0,0 0 1,11 4-1,17 2-6655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6.469"/>
    </inkml:context>
    <inkml:brush xml:id="br0">
      <inkml:brushProperty name="width" value="0.05" units="cm"/>
      <inkml:brushProperty name="height" value="0.05" units="cm"/>
    </inkml:brush>
  </inkml:definitions>
  <inkml:trace contextRef="#ctx0" brushRef="#br0">26 50 24575,'-10'-16'0,"8"14"0,0 1 0,1-1 0,0 0 0,-1 0 0,1 0 0,0 0 0,0 0 0,0 0 0,0 0 0,1 0 0,-1-1 0,0-3 0,1 6 0,0 0 0,0 0 0,0-1 0,0 1 0,0 0 0,0 0 0,0 0 0,0 0 0,0 0 0,0 0 0,0-1 0,0 1 0,0 0 0,0 0 0,0 0 0,0 0 0,0 0 0,0 0 0,0 0 0,1-1 0,-1 1 0,0 0 0,0 0 0,0 0 0,0 0 0,0 0 0,0 0 0,0 0 0,1 0 0,-1 0 0,0 0 0,0 0 0,0 0 0,0 0 0,0 0 0,0 0 0,1 0 0,-1 0 0,0 0 0,0 0 0,0 0 0,0 0 0,0 0 0,1 0 0,7 4 0,8 8 0,8 9 0,0 2 0,-1 0 0,-1 1 0,-2 2 0,0 0 0,-2 1 0,17 31 0,-33-54 0,-1 0 0,1 1 0,0-1 0,-1 0 0,0 1 0,0-1 0,-1 1 0,1-1 0,-1 1 0,0 4 0,0-8 0,0 0 0,0 0 0,-1 0 0,1 0 0,0 0 0,-1 0 0,1 0 0,-1 0 0,1 0 0,-1 0 0,1 0 0,-1 0 0,1-1 0,-1 1 0,0 0 0,1 0 0,-1-1 0,0 1 0,-1 0 0,1 0 0,-1 0 0,0-1 0,1 0 0,-1 1 0,0-1 0,1 0 0,-1 1 0,0-1 0,1 0 0,-1 0 0,0-1 0,0 1 0,1 0 0,-1 0 0,-2-2 0,-6-1 0,1 0 0,0-1 0,0 0 0,0-1 0,1 0 0,0 0 0,-1-1 0,2 0 0,-1 0 0,1-1 0,-8-8 0,12 12 0,1-1 0,-1 0 0,1 1 0,-1-1 0,1 0 0,0 0 0,1 0 0,-1 0 0,1-1 0,0 1 0,-2-8 0,3 8 0,0 1 0,0 0 0,1-1 0,-1 1 0,1 0 0,-1 0 0,1 0 0,0-1 0,0 1 0,1 0 0,-1 0 0,1 0 0,-1 1 0,1-1 0,0 0 0,0 1 0,4-5 0,2 0-13,1 1 0,0 0-1,-1 0 1,2 1 0,-1 0 0,1 1-1,0 0 1,-1 1 0,14-4-1,6-2-1218,-3 0-5594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6.687"/>
    </inkml:context>
    <inkml:brush xml:id="br0">
      <inkml:brushProperty name="width" value="0.05" units="cm"/>
      <inkml:brushProperty name="height" value="0.05" units="cm"/>
    </inkml:brush>
  </inkml:definitions>
  <inkml:trace contextRef="#ctx0" brushRef="#br0">1 19 24575,'0'-1'0,"0"0"0,0 1 0,0-1 0,0 0 0,0 1 0,0-1 0,0 0 0,0 1 0,0-1 0,0 1 0,0-1 0,1 0 0,-1 1 0,0-1 0,0 0 0,1 1 0,-1-1 0,0 1 0,1-1 0,-1 1 0,0-1 0,1 1 0,-1-1 0,1 1 0,-1 0 0,1-1 0,-1 1 0,1-1 0,0 1 0,-1 0 0,1 0 0,-1-1 0,2 1 0,0 0 0,0 0 0,0 0 0,0 0 0,0 0 0,-1 1 0,1-1 0,0 1 0,0-1 0,0 1 0,0 0 0,2 1 0,6 4 0,0 0 0,17 15 0,-4-1 0,-1 2 0,-1 1 0,0 1 0,24 38 0,-35-47 0,-1 0 0,-1 0 0,0 1 0,-1 0 0,-1 0 0,0 1 0,-2 0 0,0 0 0,3 25 0,-6-34 25,-1 0-1,-1 0 0,1 0 1,-1 0-1,-1-1 1,1 1-1,-1 0 0,-1-1 1,1 1-1,-1-1 0,0 0 1,-1 0-1,-5 7 1,2-4-239,0 0 1,-1-1 0,-1 0-1,1-1 1,-1 0 0,-1 0-1,-16 10 1,-28 13-6613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8.053"/>
    </inkml:context>
    <inkml:brush xml:id="br0">
      <inkml:brushProperty name="width" value="0.05" units="cm"/>
      <inkml:brushProperty name="height" value="0.05" units="cm"/>
    </inkml:brush>
  </inkml:definitions>
  <inkml:trace contextRef="#ctx0" brushRef="#br0">123 18 24575,'11'32'0,"-10"-19"0,0 1 0,-1 0 0,-1 0 0,0 0 0,-4 15 0,-18 70 0,14-66 0,-28 93 0,-15 66 0,50-184 0,1 0 0,-1 0 0,1-1 0,0 1 0,1 0 0,0 9 0,0-15 0,0 0 0,0-1 0,1 1 0,-1 0 0,1-1 0,-1 1 0,1 0 0,-1-1 0,1 1 0,0-1 0,0 1 0,0-1 0,0 1 0,0-1 0,0 0 0,1 0 0,-1 1 0,0-1 0,0 0 0,1 0 0,-1 0 0,1 0 0,-1-1 0,1 1 0,0 0 0,-1-1 0,1 1 0,-1-1 0,3 1 0,14 1 0,-1-1 0,1 0 0,-1-2 0,1 0 0,-1-1 0,26-6 0,-9 3 0,-22 3 0,416-55 0,-323 48 0,0 5 0,116 10 0,-144 4 0,-76-10 0,-1 0 0,1 0 0,-1 0 0,1 0 0,-1-1 0,0 1 0,1 0 0,-1 0 0,1 0 0,-1-1 0,0 1 0,1 0 0,-1 0 0,0-1 0,0 1 0,1 0 0,-1-1 0,0 1 0,1 0 0,-1-1 0,0 1 0,0 0 0,0-1 0,0 1 0,1-1 0,-1 1 0,0-1 0,0 1 0,0 0 0,0-1 0,0 1 0,0-1 0,0 1 0,0-1 0,0 1 0,0 0 0,0-1 0,0 1 0,0-1 0,-1 1 0,1 0 0,0-1 0,-7-29 0,3 13 0,4-7 0,0 0 0,2-1 0,1 1 0,8-36 0,5-37 0,-14 71 0,0 1 0,-2-1 0,0 0 0,-2 1 0,-7-33 0,8 51 0,0 1 0,-1 0 0,0 0 0,0 0 0,-1 0 0,1 1 0,-1-1 0,-1 1 0,1-1 0,-1 1 0,0 0 0,0 1 0,0-1 0,-1 0 0,1 1 0,-1 0 0,0 0 0,-1 1 0,1 0 0,0 0 0,-1 0 0,0 0 0,0 1 0,0 0 0,0 0 0,0 0 0,-7 0 0,-43-4 0,0 3 0,-73 5 0,84-1 0,-64 3 0,1 4 0,-177 36 0,278-42 0,-7 1 0,2 0 0,-18 7 0,28-9 0,0 0 0,0 0 0,0-1 0,0 1 0,0 0 0,0 1 0,1-1 0,-1 0 0,0 1 0,1-1 0,-1 0 0,1 1 0,-1 0 0,1-1 0,0 1 0,0 0 0,-1 0 0,1 0 0,0 0 0,1 0 0,-1 0 0,0 2 0,1-3 14,0 0 0,0 1-1,0-1 1,0 0 0,0 0-1,1 0 1,-1 0-1,1 0 1,-1 0 0,1 0-1,-1 0 1,1 0 0,-1 0-1,1 0 1,0 0 0,0 0-1,-1 0 1,1 0 0,0 0-1,0-1 1,0 1 0,0 0-1,0-1 1,2 2 0,26 9-1721,-11-7-5119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49.251"/>
    </inkml:context>
    <inkml:brush xml:id="br0">
      <inkml:brushProperty name="width" value="0.05" units="cm"/>
      <inkml:brushProperty name="height" value="0.05" units="cm"/>
    </inkml:brush>
  </inkml:definitions>
  <inkml:trace contextRef="#ctx0" brushRef="#br0">75 70 24575,'-4'-3'0,"-1"0"0,-1 0 0,1 1 0,0-1 0,0 1 0,-1 0 0,0 1 0,1-1 0,-11 0 0,5-1 0,74 3 0,-38-1 0,232-25 0,-226 21 0,-4 1 0,47-2 0,64 5 0,241 8 0,-353-5 0,0 1 0,0 1 0,0 1 0,-1 1 0,27 11 0,-50-16 0,1 1 0,-1-1 0,0 1 0,0-1 0,0 1 0,0 0 0,-1 0 0,1 0 0,0 0 0,-1 0 0,0 0 0,1 0 0,-1 1 0,0-1 0,0 0 0,0 1 0,0-1 0,-1 1 0,1-1 0,-1 1 0,1-1 0,-1 1 0,0-1 0,0 1 0,0 0 0,0-1 0,-1 6 0,-2 8 0,0 0 0,-1 1 0,-6 18 0,4-18 0,-7 36 0,1 1 0,-6 93 0,18-129 0,0-1 0,2 0 0,0 0 0,7 26 0,-5-26 0,-1 1 0,-1-1 0,0 1 0,-1 18 0,-1-35 0,0 0 0,0 0 0,0 0 0,0 0 0,0 0 0,-1 0 0,1-1 0,0 1 0,-1 0 0,1 0 0,-1 0 0,1 0 0,-1 0 0,0-1 0,1 1 0,-1 0 0,1-1 0,-1 1 0,0 0 0,0-1 0,0 1 0,1-1 0,-1 1 0,0-1 0,0 1 0,0-1 0,0 0 0,0 1 0,0-1 0,1 0 0,-1 0 0,0 0 0,0 0 0,0 0 0,-2 0 0,-5 0 0,1 0 0,-1-1 0,-14-3 0,2 0 0,-119-7 0,-239 10 0,304 10 332,46-4-1181,-35 0 1,49-5-5978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0.180"/>
    </inkml:context>
    <inkml:brush xml:id="br0">
      <inkml:brushProperty name="width" value="0.05" units="cm"/>
      <inkml:brushProperty name="height" value="0.05" units="cm"/>
    </inkml:brush>
  </inkml:definitions>
  <inkml:trace contextRef="#ctx0" brushRef="#br0">1 10 24575,'0'-5'0,"0"0"0,9 5 0,862 51 0,-403-51 0,-465-1 0,0 1 0,0 0 0,0 1 0,0-1 0,0 0 0,0 1 0,0 0 0,5 1 0,-8-1 0,1-1 0,-1 0 0,0 0 0,1 1 0,-1-1 0,0 0 0,1 1 0,-1-1 0,0 0 0,1 1 0,-1-1 0,0 1 0,1-1 0,-1 1 0,0-1 0,0 1 0,0-1 0,0 0 0,1 1 0,-1-1 0,0 2 0,-6 15 0,0-6 0,1 0 0,0 0 0,0 1 0,1 0 0,-4 22 0,-5 65 0,5-30 0,-3 19 0,0 142 0,11-218 0,0-7 0,1-1 0,-2 1 0,1-1 0,0 1 0,-1-1 0,0 1 0,-1 5 0,1-9 0,1 1 0,-1-1 0,0 0 0,0 0 0,0 1 0,0-1 0,0 0 0,0 0 0,0 0 0,-1 0 0,1 0 0,0-1 0,0 1 0,-1 0 0,1 0 0,-1-1 0,1 1 0,0-1 0,-1 1 0,1-1 0,-1 0 0,1 0 0,-1 1 0,1-1 0,-1 0 0,-1-1 0,-33 3 0,-368-3 0,205-19 303,-105-5-1971,281 24-5158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2.530"/>
    </inkml:context>
    <inkml:brush xml:id="br0">
      <inkml:brushProperty name="width" value="0.05" units="cm"/>
      <inkml:brushProperty name="height" value="0.05" units="cm"/>
    </inkml:brush>
  </inkml:definitions>
  <inkml:trace contextRef="#ctx0" brushRef="#br0">54 2664 24575,'-1'-8'0,"0"0"0,0 1 0,-1-1 0,-1 0 0,1 0 0,-1 1 0,-7-12 0,-7-22 0,13 27 0,1-1 0,0 0 0,1 1 0,1-1 0,0 0 0,3-22 0,17-91 0,-6 47 0,-3 13 0,2-9 0,1-92 0,-13 167 0,-1 0 0,1-1 0,1 1 0,-1 0 0,0-1 0,1 1 0,-1 0 0,1-1 0,-1 1 0,1 0 0,0 0 0,2-3 0,-2 4 0,0 0 0,0 0 0,0 1 0,0-1 0,0 0 0,0 1 0,0-1 0,0 1 0,1-1 0,-1 1 0,0 0 0,0-1 0,0 1 0,1 0 0,-1 0 0,0 0 0,0 0 0,1 0 0,-1 0 0,0 0 0,0 1 0,0-1 0,1 0 0,1 2 0,42 7 0,1-2 0,-1-1 0,52-1 0,138-12 0,-127 2 0,1377-67-359,277-10-104,-1205 63 411,528-15-91,-754 11 652,-290 17-437,-2-1 1,1-3 0,-1-1-1,-1-2 1,0-1 0,43-23-1,-77 34-72,1 0 0,0 0 0,-1 0 0,0 0 0,1 0 0,-1-1 0,-1 0 0,1 0 0,0 0 0,-1-1 0,0 1 0,0-1 0,0 1 0,-1-1 0,0 0 0,0 0 0,0 0 0,0 0 0,-1-1 0,0 1 0,0 0 0,0-1 0,-1 1 0,1-1 0,-1 1 0,-1-1 0,1 1 0,-2-7 0,-1-1 0,-1 1 0,1 1 0,1 0 0,0-1 0,1 0 0,0 1 0,0-1 0,1 0 0,1 0 0,0 1 0,4-17 0,8-29 0,-2 0 0,6-85 0,-12 62 0,3-32 0,-9-162 0,-3 252 0,0-1 0,-1 1 0,-2 0 0,0 0 0,-1 0 0,-13-24 0,11 24 0,5 10 0,0-1 0,1 0 0,0 0 0,1 0 0,-1-18 0,1-68 0,3 95 0,1-34 0,1 18 0,-2-1 0,-3-30 0,3 51-30,0 0 0,0-1-1,0 1 1,0 0 0,0 0-1,0-1 1,0 1 0,0 0-1,-1 0 1,1 0 0,0-1-1,0 1 1,0 0 0,0 0-1,0 0 1,0-1-1,0 1 1,-1 0 0,1 0-1,0 0 1,0 0 0,0-1-1,0 1 1,-1 0 0,1 0-1,0 0 1,0 0 0,-1 0-1,1 0 1,0 0 0,0 0-1,0 0 1,-1 0 0,1-1-1,0 1 1,0 0 0,-1 0-1,1 0 1,0 0 0,0 1-1,0-1 1,-1 0 0,1 0-1,0 0 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2.962"/>
    </inkml:context>
    <inkml:brush xml:id="br0">
      <inkml:brushProperty name="width" value="0.05" units="cm"/>
      <inkml:brushProperty name="height" value="0.05" units="cm"/>
    </inkml:brush>
  </inkml:definitions>
  <inkml:trace contextRef="#ctx0" brushRef="#br0">167 0 24575,'-38'39'0,"3"0"0,-56 83 0,88-117 0,5-4 0,13-9 0,16-15 0,16-24 0,-31 30 0,1 0 0,1 0 0,26-17 0,-42 32 0,0 1 0,0-1 0,1 1 0,-1 0 0,0 0 0,0 0 0,1 0 0,-1 0 0,1 1 0,-1-1 0,1 1 0,-1-1 0,1 1 0,-1 0 0,1 0 0,2 1 0,-3-1 0,1 1 0,-1 0 0,0 0 0,0 0 0,0 1 0,0-1 0,0 0 0,0 1 0,0 0 0,0-1 0,-1 1 0,1 0 0,-1 0 0,1 0 0,-1 0 0,2 4 0,43 79 0,-28-49 0,36 54 0,-21-49-682,67 68-1,-79-88-6143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7.173"/>
    </inkml:context>
    <inkml:brush xml:id="br0">
      <inkml:brushProperty name="width" value="0.05" units="cm"/>
      <inkml:brushProperty name="height" value="0.05" units="cm"/>
    </inkml:brush>
  </inkml:definitions>
  <inkml:trace contextRef="#ctx0" brushRef="#br0">538 350 24575,'0'-1'0,"0"0"0,-1 0 0,1 0 0,-1 0 0,1 0 0,-1 0 0,1 0 0,-1 0 0,1 0 0,-1 1 0,0-1 0,1 0 0,-1 1 0,0-1 0,0 0 0,0 1 0,1-1 0,-1 1 0,0-1 0,0 1 0,0-1 0,0 1 0,0 0 0,0-1 0,-1 1 0,-27-6 0,16 4 0,-1 2 0,0-1 0,1 2 0,-1 0 0,1 0 0,-1 1 0,1 1 0,-21 7 0,16-3 0,0 1 0,0 0 0,1 1 0,0 1 0,-23 19 0,17-10 0,1 0 0,2 2 0,0 0 0,1 2 0,1 0 0,1 1 0,1 0 0,-13 30 0,23-42 0,0 1 0,1 0 0,1 1 0,0-1 0,0 1 0,2-1 0,0 1 0,0 0 0,1 0 0,1 0 0,2 14 0,-1-19 0,0 0 0,1 0 0,1 0 0,-1 0 0,1-1 0,1 1 0,0-1 0,0 0 0,0 0 0,1-1 0,0 1 0,1-1 0,0 0 0,0 0 0,0-1 0,1 0 0,13 10 0,-9-9 0,0 0 0,0-1 0,0-1 0,0 0 0,1 0 0,0-1 0,0-1 0,0 0 0,0 0 0,1-1 0,-1-1 0,16 0 0,-26-1 0,0 0 0,0 0 0,0-1 0,0 1 0,-1 0 0,1-1 0,0 1 0,0-1 0,-1 0 0,1 0 0,0 0 0,-1 0 0,4-2 0,-5 3 0,0 0 0,0-1 0,1 1 0,-1 0 0,0 0 0,0-1 0,0 1 0,1 0 0,-1-1 0,0 1 0,0 0 0,0-1 0,0 1 0,0-1 0,0 1 0,0 0 0,0-1 0,0 1 0,0 0 0,0-1 0,0 1 0,0 0 0,0-1 0,0 1 0,0-1 0,0 1 0,-1-1 0,1 0 0,-1 0 0,0 0 0,1 0 0,-1 1 0,0-1 0,0 0 0,0 0 0,0 1 0,1-1 0,-1 1 0,0-1 0,-2 0 0,-1-1 0,-1 0 0,0 0 0,0 1 0,1 0 0,-1 0 0,0 0 0,0 0 0,0 1 0,0 0 0,0 0 0,0 0 0,0 0 0,0 1 0,0 0 0,0 0 0,0 1 0,0-1 0,1 1 0,-6 2 0,7-2 0,-1 0 0,1 0 0,-1 0 0,1 1 0,0-1 0,0 1 0,0 0 0,0 0 0,0 0 0,1 0 0,0 0 0,-1 0 0,1 1 0,0-1 0,0 1 0,1 0 0,-1 0 0,1-1 0,0 1 0,0 0 0,0 0 0,0 0 0,1 8 0,0-1 0,2 1 0,-1-1 0,2 0 0,-1 0 0,1 0 0,1-1 0,0 1 0,1-1 0,0 0 0,0 0 0,1 0 0,8 10 0,-2-5 0,0 0 0,1 0 0,1-1 0,0-1 0,1 0 0,20 12 0,-11-11 0,1 0 0,0-2 0,1-1 0,0-1 0,0-2 0,1 0 0,0-2 0,1 0 0,0-2 0,40 0 0,-37-3 0,0-2 0,0-1 0,0-2 0,0-1 0,0-1 0,-1-2 0,0 0 0,-1-3 0,34-15 0,-50 19 0,0-1 0,0 0 0,-1 0 0,17-16 0,-24 20 0,-1 0 0,1 0 0,-2-1 0,1 0 0,0 0 0,-1 0 0,0 0 0,0-1 0,0 1 0,-1-1 0,0 1 0,0-1 0,2-10 0,-4 15 0,1 0 0,-1-1 0,0 1 0,0 0 0,0 0 0,0 0 0,-1 0 0,1 0 0,0 0 0,0-1 0,-1 1 0,1 0 0,-1 0 0,1 0 0,-1 0 0,1 0 0,-1 0 0,0 0 0,1 0 0,-2-1 0,1 2 0,1 0 0,0-1 0,-1 1 0,1 0 0,0 0 0,0 0 0,-1 0 0,1 0 0,0 0 0,-1-1 0,1 1 0,0 0 0,-1 0 0,1 0 0,0 0 0,-1 0 0,1 0 0,0 0 0,-1 0 0,1 1 0,0-1 0,-1 0 0,1 0 0,0 0 0,0 0 0,-1 0 0,-7 13 0,7-10 0,0 0 0,0 0 0,1-1 0,-1 1 0,1 0 0,0 0 0,0 0 0,0 0 0,0 0 0,1 0 0,-1 0 0,1 0 0,0 0 0,-1 0 0,4 5 0,-2-3 0,1 0 0,0 0 0,1 0 0,-1-1 0,1 1 0,0-1 0,8 7 0,0-2 0,1 0 0,-1-1 0,2 0 0,-1-1 0,23 8 0,-8-6 0,1-1 0,-1-2 0,1 0 0,1-2 0,-1-2 0,41-1 0,-25-3 0,0-2 0,-1-1 0,67-19 0,-74 14 0,-1-2 0,0-1 0,-1-2 0,35-20 0,-57 28 0,0-1 0,0 0 0,-1-1 0,-1-1 0,1 0 0,-2 0 0,1-1 0,-1 0 0,-1-1 0,0 0 0,-1-1 0,0 0 0,8-17 0,-13 19 0,0 0 0,-1 0 0,0 0 0,0 0 0,-1 0 0,-1 0 0,0 0 0,0 0 0,-1 0 0,-1 0 0,0 0 0,0 0 0,-1 0 0,0 0 0,-1 1 0,-9-18 0,1 4 0,-2 0 0,-1 1 0,-1 0 0,0 1 0,-33-32 0,39 44 0,0 1 0,0 0 0,-18-12 0,24 19 0,0 0 0,0-1 0,0 1 0,0 1 0,0-1 0,0 1 0,-1-1 0,1 1 0,-1 0 0,1 1 0,-1-1 0,1 1 0,-1 0 0,-6 1 0,10-1 0,-1 0 0,1 0 0,0 0 0,0 0 0,-1 1 0,1-1 0,0 1 0,-1-1 0,1 1 0,0-1 0,0 1 0,0 0 0,0-1 0,0 1 0,0 0 0,0 0 0,0 0 0,0 0 0,0 0 0,0 0 0,0 0 0,1 0 0,-1 0 0,0 0 0,1 1 0,-1-1 0,1 0 0,-1 0 0,1 1 0,0-1 0,-1 0 0,1 1 0,0-1 0,0 0 0,0 1 0,0-1 0,0 0 0,0 1 0,1-1 0,-1 0 0,0 1 0,1-1 0,0 2 0,0 1 0,1 0 0,-1-1 0,1 1 0,0 0 0,0-1 0,1 1 0,-1-1 0,1 0 0,-1 0 0,1 0 0,0 0 0,0-1 0,5 4 0,-1-2 0,0 0 0,1-1 0,0 0 0,-1-1 0,1 1 0,0-1 0,0-1 0,0 0 0,0 0 0,1 0 0,-1-1 0,12-1 0,-9-1 0,1 0 0,-1 0 0,0-1 0,-1-1 0,1 1 0,-1-2 0,1 0 0,14-9 0,-15 7 0,0 0 0,0 0 0,-1-1 0,0 0 0,0 0 0,-1-1 0,-1 0 0,1-1 0,-1 1 0,-1-1 0,0-1 0,0 1 0,-1-1 0,0 0 0,-1-1 0,-1 1 0,1-1 0,0-12 0,-3 7 0,-1-1 0,-1 0 0,0 0 0,-1 0 0,-2 1 0,1-1 0,-2 1 0,0 0 0,-1 0 0,-1 1 0,-1 0 0,-17-29 0,12 25 0,-1 0 0,-1 1 0,-1 1 0,0 0 0,-1 1 0,-1 1 0,-1 0 0,0 2 0,-21-13 0,23 18 0,0 1 0,0 1 0,0 0 0,-1 1 0,0 1 0,0 1 0,0 0 0,-1 2 0,1 0 0,-1 1 0,0 0 0,1 2 0,-1 0 0,-19 5 0,5 0 0,1 3 0,-1 1 0,1 1 0,1 1 0,0 2 0,-53 33 0,55-24 0,21-10 0,8-12 0,0-1 0,0 1 0,0-1 0,0 0 0,1 1 0,-1-1 0,0 1 0,0-1 0,0 0 0,0 1 0,1-1 0,-1 0 0,0 1 0,1-1 0,-1 0 0,0 1 0,1-1 0,-1 0 0,0 0 0,1 1 0,-1-1 0,0 0 0,1 0 0,-1 0 0,1 1 0,-1-1 0,0 0 0,1 0 0,-1 0 0,1 0 0,-1 0 0,0 0 0,1 0 0,4 0 0,-1 1 0,1-1 0,-1-1 0,1 1 0,-1-1 0,0 0 0,1 0 0,-1 0 0,0 0 0,0-1 0,0 0 0,0 0 0,0 0 0,0 0 0,0 0 0,-1-1 0,4-3 0,-4 4 0,-1 0 0,0 1 0,0-1 0,1-1 0,-1 1 0,-1 0 0,1 0 0,0-1 0,-1 1 0,1-1 0,-1 0 0,1 1 0,-1-1 0,0 0 0,0 0 0,-1 0 0,1 1 0,-1-1 0,1 0 0,-1 0 0,0 0 0,0 0 0,0 0 0,0 0 0,-2-6 0,-1 3 0,0 0 0,0 0 0,-1 1 0,0-1 0,0 1 0,-1 0 0,1 0 0,-1 1 0,0-1 0,-1 1 0,1 0 0,-1 0 0,1 1 0,-1-1 0,0 1 0,-9-2 0,-8-5 0,-1 2 0,0 1 0,-26-4 0,17 6 0,-1 2 0,1 1 0,0 2 0,-1 1 0,1 1 0,0 2 0,0 1 0,0 2 0,0 1 0,1 2 0,1 1 0,0 1 0,0 2 0,1 1 0,1 1 0,1 2 0,-38 30 0,57-41 0,1 1 0,0 1 0,0-1 0,1 1 0,0 1 0,1-1 0,-6 12 0,10-17 0,0 0 0,0 0 0,0 0 0,1 0 0,0 0 0,0 0 0,0 0 0,0 0 0,0 1 0,1-1 0,0 0 0,0 1 0,0-1 0,1 0 0,-1 0 0,1 1 0,0-1 0,0 0 0,0 0 0,1 0 0,0 0 0,2 4 0,-1-4-97,0-1-1,0 0 1,0 0-1,0 0 1,1 0-1,-1-1 1,1 1-1,0-1 1,0 0-1,-1 0 1,1 0-1,1-1 0,3 2 1,2-1-6729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8.865"/>
    </inkml:context>
    <inkml:brush xml:id="br0">
      <inkml:brushProperty name="width" value="0.05" units="cm"/>
      <inkml:brushProperty name="height" value="0.05" units="cm"/>
    </inkml:brush>
  </inkml:definitions>
  <inkml:trace contextRef="#ctx0" brushRef="#br0">287 40 24575,'-3'-1'0,"-1"1"0,1-1 0,0-1 0,0 1 0,0 0 0,0-1 0,0 0 0,0 0 0,-4-3 0,-14-8 0,13 11 0,1 0 0,-1 0 0,1 1 0,-1 0 0,0 0 0,1 1 0,-1 0 0,0 0 0,1 1 0,-1 0 0,0 0 0,1 1 0,-1 0 0,-8 3 0,9-2 0,0 0 0,0 0 0,0 0 0,0 1 0,0 0 0,1 0 0,0 1 0,-1 0 0,2 0 0,-1 0 0,1 1 0,-1 0 0,2 0 0,-6 7 0,9-10 0,-1-1 0,1 1 0,0-1 0,0 1 0,0 0 0,0-1 0,0 1 0,1 0 0,-1 0 0,1 0 0,0-1 0,0 1 0,0 0 0,0 0 0,1 0 0,-1 0 0,1-1 0,-1 1 0,3 4 0,-1-3 0,0 0 0,0 0 0,1 0 0,0-1 0,0 1 0,0-1 0,0 0 0,0 0 0,1 0 0,-1 0 0,6 3 0,4 1 0,1 0 0,0-1 0,0 0 0,0-1 0,1-1 0,19 4 0,-12-5-682,43 2-1,-26-6-6143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9.267"/>
    </inkml:context>
    <inkml:brush xml:id="br0">
      <inkml:brushProperty name="width" value="0.05" units="cm"/>
      <inkml:brushProperty name="height" value="0.05" units="cm"/>
    </inkml:brush>
  </inkml:definitions>
  <inkml:trace contextRef="#ctx0" brushRef="#br0">15 251 24575,'0'-12'0,"-1"9"0,1-1 0,0 0 0,0 1 0,0-1 0,1 1 0,-1-1 0,3-6 0,0 8 0,0 9 0,1 10 0,1 35 0,3 0 0,18 67 0,-40-167 0,-1 1 0,-16-94 0,28 122 0,1 0 0,1 0 0,0 0 0,2 0 0,0 1 0,1-1 0,5-22 0,-7 39 0,1-1 0,0 1 0,0 0 0,0 0 0,0 0 0,0 0 0,0 0 0,1 0 0,-1 1 0,0-1 0,1 0 0,0 1 0,-1-1 0,1 1 0,0-1 0,0 1 0,0 0 0,0 0 0,3-2 0,-2 2 0,1 0 0,0 0 0,-1 1 0,1 0 0,-1-1 0,1 1 0,-1 0 0,1 0 0,0 1 0,-1-1 0,6 2 0,0 1 0,0 0 0,0 0 0,-1 1 0,1 0 0,-1 1 0,1 0 0,-1 0 0,10 9 0,-14-11-105,-1 1 0,0-1 0,1 0 0,-2 1 0,1 0 0,0-1 0,-1 1 0,0 0 0,1 0 0,-2 1 0,1-1 0,1 6 0,0 7-6721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9.421"/>
    </inkml:context>
    <inkml:brush xml:id="br0">
      <inkml:brushProperty name="width" value="0.05" units="cm"/>
      <inkml:brushProperty name="height" value="0.05" units="cm"/>
    </inkml:brush>
  </inkml:definitions>
  <inkml:trace contextRef="#ctx0" brushRef="#br0">3 28 24575,'-2'0'0,"1"0"0,4 0 0,2 0 0,4-2 0,5-1 0,4 0 0,4-1 0,1-1 0,0 1 0,2 1 0,1 1 0,-2 1 0,-5 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5:59.968"/>
    </inkml:context>
    <inkml:brush xml:id="br0">
      <inkml:brushProperty name="width" value="0.05" units="cm"/>
      <inkml:brushProperty name="height" value="0.05" units="cm"/>
    </inkml:brush>
  </inkml:definitions>
  <inkml:trace contextRef="#ctx0" brushRef="#br0">65 112 24575,'3'0'0,"1"-1"0,-1 1 0,0-1 0,0 0 0,1 0 0,-1 0 0,0-1 0,0 1 0,0-1 0,0 1 0,4-4 0,31-27 0,-24 19 0,-12 12 0,-1 1 0,0-1 0,0 0 0,0 0 0,0 0 0,0 0 0,0 0 0,0 0 0,0-1 0,-1 1 0,1 0 0,0 0 0,-1-1 0,1 1 0,-1 0 0,1-1 0,-1 1 0,1 0 0,-1-1 0,0 1 0,0-1 0,0 1 0,0-3 0,-1 3 0,1 0 0,-1 0 0,0 0 0,0 0 0,1-1 0,-1 1 0,0 1 0,0-1 0,0 0 0,-1 0 0,1 0 0,0 0 0,0 1 0,0-1 0,0 0 0,-1 1 0,1-1 0,0 1 0,-1 0 0,1-1 0,0 1 0,-1 0 0,1 0 0,-3 0 0,-7-1 0,-1 0 0,0 1 0,1 0 0,-21 4 0,28-4 0,1 1 0,-1 0 0,1-1 0,-1 2 0,1-1 0,-1 0 0,1 1 0,0-1 0,-1 1 0,1 0 0,0 0 0,0 0 0,0 0 0,1 1 0,-1-1 0,0 1 0,1 0 0,0 0 0,-3 3 0,5-4 0,-1 0 0,1 0 0,-1 0 0,1 0 0,0 0 0,0 0 0,0 0 0,0 0 0,0 0 0,0-1 0,1 1 0,-1 0 0,0 0 0,1 0 0,0 0 0,-1 0 0,1 0 0,0 0 0,0-1 0,0 1 0,0 0 0,0-1 0,1 1 0,-1-1 0,0 1 0,1-1 0,1 2 0,6 5 0,1 0 0,0-1 0,11 8 0,-16-12 0,29 17 0,-23-14 0,1 0 0,-2 1 0,1 0 0,-1 1 0,11 10 0,-21-17 0,1-1 0,0 1 0,0 0 0,-1 0 0,1-1 0,0 1 0,-1 0 0,1 0 0,-1 0 0,1 0 0,-1 0 0,0 0 0,1 0 0,-1 0 0,0 0 0,0 0 0,0 0 0,1 0 0,-1 1 0,0-1 0,0 0 0,-1 0 0,1 0 0,0 0 0,-1 1 0,0 0 0,0 0 0,0-1 0,0 1 0,0-1 0,0 0 0,0 1 0,-1-1 0,1 0 0,-1 0 0,1 0 0,-1 0 0,1 0 0,-4 1 0,-3 2 0,0-1 0,-1-1 0,0 1 0,1-1 0,-11 1 0,13-3-170,-1 1-1,1-1 0,-1 0 1,0-1-1,1 1 0,-1-1 1,-10-3-1,4-1-6655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0.310"/>
    </inkml:context>
    <inkml:brush xml:id="br0">
      <inkml:brushProperty name="width" value="0.05" units="cm"/>
      <inkml:brushProperty name="height" value="0.05" units="cm"/>
    </inkml:brush>
  </inkml:definitions>
  <inkml:trace contextRef="#ctx0" brushRef="#br0">1 65 24575,'3'0'0,"1"-1"0,-1 1 0,0-1 0,0 0 0,1 0 0,-1 0 0,4-3 0,-5 3 0,-1 0 0,1 1 0,-1-1 0,1 0 0,-1 0 0,1 1 0,0-1 0,0 1 0,-1-1 0,1 1 0,0 0 0,0 0 0,0 0 0,-1 0 0,1 0 0,0 0 0,0 0 0,-1 1 0,1-1 0,0 0 0,0 1 0,-1 0 0,1-1 0,0 1 0,2 1 0,3 5 0,-1 0 0,1 0 0,-1 0 0,0 1 0,-1 0 0,0 0 0,0 0 0,0 1 0,-1-1 0,-1 1 0,0 0 0,0 0 0,0 0 0,-1 1 0,-1-1 0,1 1 0,-1 18 0,-4-15 0,-1-16 0,-3-21 0,7 21 0,-2-25 0,1-42 0,1 62 0,0 1 0,1 0 0,0 0 0,1-1 0,0 1 0,0 0 0,0 1 0,1-1 0,0 0 0,0 1 0,6-9 0,-8 13-50,0 1-1,0 0 1,0 0-1,0 0 0,0-1 1,1 1-1,-1 0 1,0 0-1,0 1 1,1-1-1,-1 0 0,1 0 1,-1 1-1,1-1 1,-1 0-1,1 1 1,-1 0-1,1-1 0,-1 1 1,1 0-1,0 0 1,-1 0-1,1 0 1,-1 0-1,1 0 1,2 1-1,8 3-6775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0.652"/>
    </inkml:context>
    <inkml:brush xml:id="br0">
      <inkml:brushProperty name="width" value="0.05" units="cm"/>
      <inkml:brushProperty name="height" value="0.05" units="cm"/>
    </inkml:brush>
  </inkml:definitions>
  <inkml:trace contextRef="#ctx0" brushRef="#br0">24 68 24575,'-3'-3'0,"-12"-8"0,10 13 0,4 10 0,2-4 0,1 0 0,0 1 0,5 13 0,-6-19 0,0 0 0,0-1 0,0 1 0,0-1 0,0 1 0,1-1 0,-1 0 0,1 0 0,0 1 0,0-1 0,0 0 0,0 0 0,0-1 0,0 1 0,3 2 0,-4-4 0,-1 0 0,1 0 0,0 0 0,0 0 0,0 0 0,0 0 0,-1 0 0,1 0 0,0 0 0,0 0 0,0-1 0,0 1 0,-1 0 0,1-1 0,0 1 0,0 0 0,-1-1 0,1 1 0,0-1 0,-1 1 0,1-1 0,0 1 0,-1-1 0,1 0 0,-1 1 0,1-1 0,-1 0 0,1 1 0,-1-1 0,1 0 0,-1 0 0,0 1 0,1-3 0,9-29 0,-9 29 0,6-24-682,3-39-1,-9 57-6143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2.077"/>
    </inkml:context>
    <inkml:brush xml:id="br0">
      <inkml:brushProperty name="width" value="0.05" units="cm"/>
      <inkml:brushProperty name="height" value="0.05" units="cm"/>
    </inkml:brush>
  </inkml:definitions>
  <inkml:trace contextRef="#ctx0" brushRef="#br0">4610 1 24575,'-11'71'0,"6"357"0,7-244 0,-2-161 0,1-1 0,-1 0 0,0 0 0,-2 0 0,-1 0 0,-1-1 0,-8 29 0,11-48 0,0 0 0,0 0 0,0-1 0,-1 1 0,1 0 0,0-1 0,-1 1 0,1-1 0,0 0 0,-1 1 0,0-1 0,1 0 0,-1 0 0,0 0 0,0 0 0,0 0 0,1 0 0,-1-1 0,0 1 0,0-1 0,0 1 0,0-1 0,-3 0 0,-7 1 0,0 0 0,1-1 0,-13-2 0,2 0 0,-792 25-870,580-11 743,-1072 37-1119,-1-55 1,1180 1 1283,-180-8 58,5-22 3074,246 24-2986,88 51-184,-29-35 0,0 1 0,-1-1 0,0 1 0,0 0 0,-1 0 0,1 0 0,-1 0 0,0 11 0,-2 54 0,-1-33 0,3 24 0,-2 54 0,0-102 0,-1 0 0,0 1 0,-1-1 0,-1 0 0,-8 23 0,4-22-1365,-1-4-5461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2.355"/>
    </inkml:context>
    <inkml:brush xml:id="br0">
      <inkml:brushProperty name="width" value="0.05" units="cm"/>
      <inkml:brushProperty name="height" value="0.05" units="cm"/>
    </inkml:brush>
  </inkml:definitions>
  <inkml:trace contextRef="#ctx0" brushRef="#br0">28 24 24575,'0'-1'0,"0"-1"0,0 1 0,0 0 0,-1-1 0,1 1 0,0 0 0,-1-1 0,0 1 0,1 0 0,-1-1 0,0 1 0,1 0 0,-1 0 0,0 0 0,-1-2 0,-6 2 0,2 12 0,4-6 0,1 0 0,0 1 0,1-1 0,-1 1 0,1-1 0,0 1 0,0-1 0,1 1 0,0-1 0,0 1 0,0-1 0,0 0 0,1 1 0,0-1 0,0 0 0,1 0 0,-1 0 0,1-1 0,0 1 0,0-1 0,1 1 0,-1-1 0,1 0 0,0 0 0,0-1 0,0 1 0,1-1 0,-1 0 0,1 0 0,0 0 0,0-1 0,0 1 0,0-1 0,0 0 0,0-1 0,1 1 0,-1-1 0,0 0 0,11 0 0,-6-2 0,1 0 0,-1 0 0,0-1 0,0 0 0,11-4 0,-16 4 0,1 0 0,-1-1 0,0 1 0,1-1 0,-1 0 0,0 0 0,-1 0 0,1-1 0,-1 0 0,6-5 0,-10 9-28,0-1 1,1 1-1,-1 0 0,0 0 0,0 0 0,0 0 0,1 0 0,-1-1 0,0 1 1,0 0-1,0 0 0,0 0 0,0-1 0,1 1 0,-1 0 0,0 0 1,0 0-1,0-1 0,0 1 0,0 0 0,0 0 0,0-1 0,0 1 1,0 0-1,0 0 0,0 0 0,0-1 0,0 1 0,0 0 0,0 0 1,0-1-1,0 1 0,0 0 0,0 0 0,0-1 0,0 1 0,-1 0 0,1 0 1,0 0-1,0-1 0,0 1 0,0 0 0,0 0 0,-1 0 0,1 0 1,0-1-1,0 1 0,-1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3.786"/>
    </inkml:context>
    <inkml:brush xml:id="br0">
      <inkml:brushProperty name="width" value="0.05" units="cm"/>
      <inkml:brushProperty name="height" value="0.05" units="cm"/>
    </inkml:brush>
  </inkml:definitions>
  <inkml:trace contextRef="#ctx0" brushRef="#br0">623 421 24575,'-31'-36'0,"21"23"0,-1 1 0,-1 0 0,0 0 0,0 1 0,-1 0 0,-25-15 0,32 24 0,0 0 0,-1 0 0,0 0 0,0 1 0,1-1 0,-1 2 0,0-1 0,0 1 0,0 0 0,0 0 0,0 1 0,0 0 0,1 0 0,-1 1 0,0 0 0,1 0 0,-1 1 0,-11 5 0,-8 7 0,0 0 0,1 1 0,-22 20 0,43-33 0,-28 22 0,1 2 0,-31 34 0,51-48 0,0 1 0,0 0 0,1 0 0,1 1 0,0 0 0,1 0 0,-9 27 0,16-39 0,0 0 0,0 0 0,0 0 0,1 0 0,-1 1 0,1-1 0,0 0 0,0 1 0,0-1 0,0 0 0,0 0 0,1 1 0,0-1 0,-1 0 0,1 0 0,1 0 0,-1 0 0,0 0 0,1 0 0,-1 0 0,1 0 0,0 0 0,0-1 0,0 1 0,0-1 0,0 1 0,1-1 0,-1 0 0,1 0 0,0 0 0,-1 0 0,6 2 0,8 3 0,0 0 0,0-1 0,0-1 0,1-1 0,17 3 0,-12-2 0,-10-2 0,2 0 0,1 0 0,-1 1 0,26 12 0,-37-15 0,-1 0 0,0 0 0,1 1 0,-1-1 0,0 1 0,0-1 0,0 1 0,0 0 0,0 0 0,0 0 0,0 0 0,0 0 0,-1 0 0,1 0 0,-1 1 0,0-1 0,1 0 0,-1 1 0,-1-1 0,1 1 0,0 0 0,0-1 0,-1 1 0,1 0 0,-1-1 0,0 1 0,0 5 0,-2 1 0,0 0 0,-1-1 0,1 1 0,-2-1 0,1 0 0,-1 1 0,-6 8 0,-41 56 0,22-34 0,11-14 0,-3 4 0,1 1 0,-15 32 0,31-54 0,1 0 0,-1 0 0,1 0 0,1 1 0,0-1 0,0 1 0,0-1 0,1 1 0,0 0 0,1 0 0,0-1 0,0 1 0,3 13 0,-1-15 0,1-1 0,-1 0 0,1 0 0,0 0 0,0-1 0,1 1 0,0-1 0,0 1 0,0-1 0,0-1 0,1 1 0,0 0 0,0-1 0,0 0 0,0 0 0,1-1 0,0 0 0,0 0 0,7 3 0,8 3 0,0-2 0,1-1 0,-1 0 0,31 3 0,22 0 0,0-3 0,0-4 0,109-10 0,-93-2 0,-2-4 0,133-38 0,-179 39 0,-1-2 0,0-1 0,-1-3 0,37-22 0,-55 27 0,-1-1 0,0-1 0,0-1 0,-2 0 0,0-2 0,-1 0 0,29-41 0,-39 47 0,-4 6 0,0 0 0,0 1 0,9-10 0,-12 15 0,0 0 0,-1 0 0,1 0 0,1 0 0,-1 1 0,0-1 0,0 0 0,0 0 0,0 1 0,1-1 0,-1 0 0,0 1 0,0 0 0,1-1 0,-1 1 0,0 0 0,1-1 0,-1 1 0,1 0 0,-1 0 0,0 0 0,1 0 0,-1 1 0,0-1 0,3 1 0,9 4 0,-1 1 0,18 12 0,17 8 0,-20-15 0,0-2 0,1 0 0,-1-2 0,2-1 0,-1-2 0,56 3 0,-40-7 0,-1-2 0,1-1 0,82-19 0,-96 14 0,0 0 0,-2-2 0,1-1 0,-1-2 0,-1 0 0,0-2 0,-1-1 0,0-1 0,26-24 0,-39 29 0,0 0 0,-1-1 0,0 0 0,-1-1 0,-1 0 0,0-1 0,-1 0 0,-1 0 0,0-1 0,-1 0 0,-1-1 0,0 1 0,-1-1 0,-1 0 0,-1-1 0,0 1 0,0-23 0,-3 24 0,0 1 0,-2-1 0,0 1 0,0 0 0,-2-1 0,0 1 0,0 1 0,-2-1 0,0 0 0,-13-23 0,8 21 0,-1 0 0,0 1 0,-2 0 0,1 1 0,-2 0 0,0 1 0,-25-17 0,12 12 0,0 2 0,-2 1 0,1 1 0,-2 2 0,0 1 0,-1 1 0,0 2 0,0 1 0,-64-7 0,88 14 0,-102-5 0,98 6 0,0 1 0,0 0 0,0 0 0,0 1 0,1 1 0,-23 8 0,34-11 0,0 0 0,-1 0 0,1 0 0,-1 0 0,1 0 0,-1 0 0,1 0 0,0 0 0,-1 0 0,1 1 0,0-1 0,-1 0 0,1 0 0,-1 1 0,1-1 0,0 0 0,0 1 0,-1-1 0,1 0 0,0 0 0,-1 1 0,1-1 0,0 1 0,0-1 0,0 0 0,-1 1 0,1-1 0,0 1 0,0-1 0,0 0 0,0 1 0,0-1 0,0 1 0,0 0 0,1-1 0,-1 0 0,1 0 0,0 0 0,-1 1 0,1-1 0,-1 0 0,1 0 0,0 0 0,-1 0 0,1 0 0,-1 0 0,1 0 0,0 0 0,-1 0 0,1 0 0,-1-1 0,1 1 0,0 0 0,-1 0 0,1 0 0,-1-1 0,1 1 0,5-3 0,-1 1 0,0-1 0,0 0 0,0-1 0,-1 1 0,1-1 0,-1 0 0,0 0 0,0 0 0,0-1 0,0 1 0,5-10 0,-8 12 0,0-1 0,0 1 0,0 0 0,0-1 0,0 1 0,0-1 0,-1 1 0,1-1 0,-1 1 0,0-1 0,1 0 0,-1 1 0,-1-1 0,1 1 0,0-1 0,-1 1 0,1-1 0,-1 1 0,1-1 0,-1 1 0,0-1 0,0 1 0,-1 0 0,1-1 0,0 1 0,-1 0 0,1 0 0,-1 0 0,0 0 0,1 0 0,-4-1 0,-1-3 0,-2 1 0,1 0 0,-1 0 0,0 1 0,1 0 0,-2 1 0,-9-4 0,-65-14 0,69 18 0,-109-18 0,-2 5 0,-205 1 0,277 15 0,-1 2 0,1 3 0,0 2 0,-76 20 0,104-21 0,0 3 0,1 0 0,0 1 0,1 1 0,0 1 0,1 1 0,0 2 0,1 0 0,1 1 0,0 0 0,-21 25 0,37-36 56,1 0 0,0-1 0,0 1 0,1 0-1,-3 6 1,4-7-245,-1 0 0,0 0 0,0 0 1,0-1-1,0 1 0,0-1 0,-1 1 0,-4 4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4.146"/>
    </inkml:context>
    <inkml:brush xml:id="br0">
      <inkml:brushProperty name="width" value="0.05" units="cm"/>
      <inkml:brushProperty name="height" value="0.05" units="cm"/>
    </inkml:brush>
  </inkml:definitions>
  <inkml:trace contextRef="#ctx0" brushRef="#br0">353 50 24575,'0'-2'0,"0"0"0,0 0 0,0 0 0,0 0 0,-1 0 0,1 0 0,-1 0 0,0 0 0,1 0 0,-1 0 0,0 0 0,0 0 0,0 1 0,0-1 0,0 0 0,-1 1 0,1-1 0,0 1 0,-1-1 0,1 1 0,-1-1 0,0 1 0,1 0 0,-1 0 0,0 0 0,0 0 0,0 0 0,0 0 0,0 1 0,0-1 0,0 1 0,0-1 0,0 1 0,0 0 0,-4 0 0,-2-1 0,0 1 0,0 1 0,-1 0 0,1 0 0,0 0 0,0 1 0,-14 5 0,5 0 0,-1 1 0,1 1 0,1 1 0,0 0 0,0 1 0,-24 22 0,32-25 0,0 0 0,0 0 0,1 1 0,0 0 0,1 0 0,0 1 0,0 0 0,1 0 0,0 0 0,1 1 0,0-1 0,-4 18 0,7-23 11,0 0 0,1-1-1,0 1 1,-1 0 0,2 0-1,-1 0 1,1-1 0,-1 1-1,1 0 1,0-1 0,1 1-1,-1-1 1,1 1 0,0-1-1,5 9 1,-3-8 4,0 0 1,0 0-1,1-1 1,0 1-1,0-1 1,0 0 0,0-1-1,1 1 1,-1-1-1,10 4 1,4 0-260,0 0 0,1-2 0,-1 0 0,1-1 1,1-1-1,25 0 0,4-1-6582</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4.567"/>
    </inkml:context>
    <inkml:brush xml:id="br0">
      <inkml:brushProperty name="width" value="0.05" units="cm"/>
      <inkml:brushProperty name="height" value="0.05" units="cm"/>
    </inkml:brush>
  </inkml:definitions>
  <inkml:trace contextRef="#ctx0" brushRef="#br0">162 91 24575,'4'-25'0,"-3"19"0,0 0 0,0 0 0,0 0 0,-1 0 0,0-13 0,0 19 0,0-1 0,-1 0 0,1 0 0,0 0 0,0 0 0,-1 1 0,1-1 0,-1 0 0,1 0 0,0 1 0,-1-1 0,0 0 0,1 0 0,-1 1 0,1-1 0,-1 1 0,0-1 0,1 1 0,-2-2 0,1 2 0,-1 0 0,1-1 0,-1 1 0,1 0 0,-1-1 0,1 1 0,-1 0 0,1 0 0,-1 0 0,1 0 0,-1 1 0,1-1 0,-1 0 0,-2 2 0,-5 1 0,1 1 0,-1 0 0,1 1 0,0 0 0,1 0 0,-1 1 0,1 0 0,0 0 0,1 1 0,-1-1 0,1 1 0,0 1 0,1-1 0,0 1 0,0 0 0,1 1 0,0-1 0,0 1 0,1-1 0,-3 12 0,6-18 0,-1 0 0,1 0 0,-1 0 0,1-1 0,0 1 0,0 0 0,0 0 0,0 0 0,0 0 0,0 0 0,1-1 0,-1 1 0,1 0 0,-1 0 0,1-1 0,0 1 0,-1 0 0,1 0 0,0-1 0,0 1 0,0-1 0,0 1 0,1-1 0,-1 0 0,0 1 0,0-1 0,1 0 0,-1 0 0,1 0 0,-1 0 0,1 0 0,0 0 0,-1 0 0,1 0 0,0-1 0,0 1 0,-1-1 0,1 1 0,0-1 0,0 0 0,0 0 0,3 0 0,4 1 0,0-1 0,0-1 0,-1 0 0,1 0 0,0 0 0,0-1 0,13-5 0,-12 4 0,0-1 0,1 0 0,-1-1 0,-1 0 0,1-1 0,-1 0 0,0 0 0,0-1 0,-1 0 0,1 0 0,-2-1 0,1 0 0,-1-1 0,7-11 0,-13 20 0,-1-1 0,0 1 0,0-1 0,0 1 0,1 0 0,-1-1 0,0 1 0,0 0 0,1-1 0,-1 1 0,0 0 0,0-1 0,1 1 0,-1 0 0,1 0 0,-1-1 0,0 1 0,1 0 0,-1 0 0,0 0 0,1-1 0,-1 1 0,1 0 0,-1 0 0,1 0 0,-1 0 0,0 0 0,1 0 0,7 10 0,1 31 0,-7-26 0,19 46-1365,-14-43-5461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4.973"/>
    </inkml:context>
    <inkml:brush xml:id="br0">
      <inkml:brushProperty name="width" value="0.05" units="cm"/>
      <inkml:brushProperty name="height" value="0.05" units="cm"/>
    </inkml:brush>
  </inkml:definitions>
  <inkml:trace contextRef="#ctx0" brushRef="#br0">1 133 24575,'2'-17'0,"-2"17"0,0 0 0,0-1 0,0 1 0,0 0 0,0 0 0,1 0 0,-1 0 0,0 0 0,0 0 0,0 0 0,0 0 0,0-1 0,0 1 0,0 0 0,0 0 0,0 0 0,1 0 0,-1 0 0,0 0 0,0 0 0,0 0 0,0 0 0,0 0 0,0 0 0,1 0 0,-1 0 0,0 0 0,0 0 0,0 0 0,0 0 0,0 0 0,1 0 0,-1 0 0,0 0 0,0 0 0,0 0 0,0 0 0,0 0 0,0 0 0,1 0 0,-1 0 0,0 0 0,0 0 0,0 1 0,0-1 0,0 0 0,0 0 0,0 0 0,0 0 0,15 26 0,128 328 0,-173-423 0,-30-75 0,51 119 0,1-2 0,1 1 0,-6-48 0,12 67 0,1 0 0,0 0 0,0-1 0,0 1 0,1 0 0,0 0 0,1 0 0,0 0 0,4-11 0,-5 15 0,1 0 0,-1 0 0,1 0 0,0 0 0,0 0 0,0 1 0,0-1 0,1 1 0,-1-1 0,1 1 0,0 0 0,-1 0 0,1 0 0,0 0 0,0 1 0,0-1 0,0 1 0,0 0 0,1 0 0,-1 0 0,0 0 0,5 0 0,4 0 0,1 1 0,-1 1 0,0 0 0,0 0 0,0 1 0,0 1 0,0 0 0,0 1 0,-1 0 0,0 1 0,0 0 0,0 0 0,0 1 0,-1 1 0,0 0 0,0 0 0,10 11 0,-18-17 0,-1 1 0,1 0 0,0 0 0,-1 0 0,1 0 0,-1 0 0,0 0 0,0 0 0,0 0 0,0 0 0,0 1 0,0-1 0,0 0 0,-1 1 0,1-1 0,-1 1 0,0-1 0,0 1 0,1-1 0,-2 0 0,1 1 0,-1 2 0,0-2 0,0 0 0,0 0 0,-1 0 0,1-1 0,-1 1 0,0 0 0,0-1 0,0 0 0,0 1 0,-1-1 0,1 0 0,0 0 0,-1 0 0,0-1 0,1 1 0,-1-1 0,-3 2 0,-14 5-227,1-1-1,-1-1 1,0-1-1,0-1 1,-35 3-1,19-4-6598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5.530"/>
    </inkml:context>
    <inkml:brush xml:id="br0">
      <inkml:brushProperty name="width" value="0.05" units="cm"/>
      <inkml:brushProperty name="height" value="0.05" units="cm"/>
    </inkml:brush>
  </inkml:definitions>
  <inkml:trace contextRef="#ctx0" brushRef="#br0">121 29 24575,'-11'-4'0,"-1"0"0,1 0 0,-1 1 0,1 1 0,-19-3 0,-4 0 0,101 4 0,853 1 0,-933 0-1365,-3 0-5461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6.795"/>
    </inkml:context>
    <inkml:brush xml:id="br0">
      <inkml:brushProperty name="width" value="0.05" units="cm"/>
      <inkml:brushProperty name="height" value="0.05" units="cm"/>
    </inkml:brush>
  </inkml:definitions>
  <inkml:trace contextRef="#ctx0" brushRef="#br0">473 174 24575,'28'-12'0,"-24"10"0,1 1 0,0-1 0,-1 0 0,1 0 0,-1-1 0,0 1 0,0-1 0,0 0 0,0 0 0,0 0 0,-1 0 0,1-1 0,-1 0 0,0 1 0,0-1 0,4-7 0,-6 9 0,0 0 0,0 0 0,0 0 0,0-1 0,0 1 0,-1 0 0,1-1 0,-1 1 0,1 0 0,-1-1 0,0 1 0,0 0 0,0-1 0,0 1 0,-1-1 0,1 1 0,0 0 0,-1-1 0,-1-2 0,1 2 0,-1 1 0,0-1 0,1 1 0,-1-1 0,0 1 0,-1 0 0,1-1 0,0 1 0,-1 0 0,1 1 0,-1-1 0,1 0 0,-4-1 0,-5-2 0,-1 1 0,0 0 0,1 1 0,-1 0 0,0 1 0,-18-2 0,-2 3 0,1 2 0,0 1 0,-1 1 0,1 2 0,1 1 0,-1 1 0,1 2 0,-56 24 0,75-28 0,1 0 0,-1 1 0,1 0 0,0 1 0,1 0 0,0 1 0,-9 8 0,16-14 0,0 0 0,0 0 0,1 0 0,-1 0 0,1 0 0,-1 0 0,1 1 0,0-1 0,0 0 0,0 1 0,0-1 0,0 1 0,1-1 0,-1 1 0,1-1 0,0 1 0,-1-1 0,1 1 0,0 0 0,1-1 0,-1 1 0,0-1 0,1 1 0,-1-1 0,1 1 0,0-1 0,0 1 0,0-1 0,0 0 0,0 1 0,0-1 0,1 0 0,-1 0 0,1 0 0,0 0 0,0 0 0,-1 0 0,4 1 0,3 4 0,1 0 0,-1-1 0,1-1 0,0 0 0,1 0 0,0 0 0,-1-1 0,1-1 0,11 3 0,11 2 0,53 4 0,-32-6 0,1-2 0,0-3 0,-1-3 0,1-1 0,-1-3 0,64-16 0,-106 19 0,0 0 0,0-1 0,0-1 0,-1 1 0,15-11 0,-23 14 0,0-1 0,0 1 0,0-1 0,0 1 0,-1-1 0,1 0 0,0 0 0,-1 0 0,0 0 0,1 0 0,-1 0 0,0 0 0,0 0 0,1-3 0,-2 3 0,0 0 0,0 0 0,0 1 0,0-1 0,0 0 0,0 0 0,-1 0 0,1 1 0,-1-1 0,1 0 0,-1 0 0,1 1 0,-1-1 0,0 0 0,0 1 0,0-1 0,0 1 0,0-1 0,0 1 0,-1-1 0,-1-1 0,-6-4 0,0-1 0,0 1 0,-1 0 0,0 1 0,0 0 0,-1 1 0,1 0 0,-1 1 0,0 0 0,-1 0 0,-12-1 0,-11-2 0,0 2 0,-50-1 0,36 6-1365,6 2-5461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7.402"/>
    </inkml:context>
    <inkml:brush xml:id="br0">
      <inkml:brushProperty name="width" value="0.05" units="cm"/>
      <inkml:brushProperty name="height" value="0.05" units="cm"/>
    </inkml:brush>
  </inkml:definitions>
  <inkml:trace contextRef="#ctx0" brushRef="#br0">69 0 24575,'-2'0'0,"0"1"0,1-1 0,-1 0 0,0 1 0,1-1 0,-1 1 0,0-1 0,1 1 0,-1 0 0,1 0 0,-1 0 0,1 0 0,-1 0 0,1 0 0,0 0 0,0 0 0,-1 0 0,1 1 0,0-1 0,0 0 0,0 1 0,0-1 0,1 1 0,-1 0 0,0-1 0,1 1 0,-1-1 0,1 1 0,-1 0 0,1 2 0,-2 7 0,0 1 0,1-1 0,1 18 0,0-20 0,-1 71 0,2-3 0,-17 144 0,12-202 0,2-12 0,1 0 0,-1 1 0,1 0 0,1-1 0,-1 1 0,2-1 0,-1 1 0,2 10 0,-1-17 0,0 1 0,-1-1 0,1 1 0,0-1 0,0 1 0,0-1 0,1 0 0,-1 1 0,0-1 0,0 0 0,1 0 0,-1 0 0,1 0 0,-1 0 0,1 0 0,-1-1 0,1 1 0,0 0 0,-1-1 0,1 1 0,3 0 0,40 3 0,-36-4 0,326 6 0,126 15 0,-433-22 0,-15-1 0,-13 1 0,1 1 0,-1 0 0,0 0 0,0 0 0,0 0 0,0 0 0,0 0 0,0 0 0,1 0 0,-1 0 0,0 0 0,0-1 0,0 1 0,0 0 0,0 0 0,0 0 0,0 0 0,0 0 0,1-1 0,-1 1 0,0 0 0,0 0 0,0 0 0,0 0 0,0 0 0,0-1 0,0 1 0,0 0 0,0 0 0,0 0 0,0 0 0,0-1 0,0 1 0,0 0 0,0 0 0,0 0 0,0 0 0,-1 0 0,1-1 0,0 1 0,0 0 0,0 0 0,0 0 0,0 0 0,0 0 0,0 0 0,0-1 0,0 1 0,-1 0 0,1 0 0,0 0 0,-7-8 0,0 1 0,0-2 0,1 1 0,0-1 0,1 0 0,0 0 0,0 0 0,1-1 0,0 0 0,0 1 0,1-2 0,1 1 0,0 0 0,0 0 0,1-1 0,0 1 0,1-1 0,1-14 0,18-100 0,-12 97 0,-2 0 0,-1 0 0,-2-1 0,0 1 0,-5-55 0,3 80 14,-1 1 1,1-1-1,-1 0 0,0 0 0,1 1 1,-1-1-1,-1 0 0,1 1 0,0-1 0,0 1 1,-1 0-1,0-1 0,1 1 0,-1 0 1,0 0-1,0 0 0,0 0 0,0 0 0,-1 0 1,1 1-1,0-1 0,-1 1 0,-2-2 1,2 2-81,1 1 0,-1 0 1,0-1-1,1 1 0,-1 0 1,1 0-1,-1 0 0,1 1 1,-1-1-1,0 1 1,1-1-1,0 1 0,-1 0 1,1 0-1,-1 0 0,1 0 1,0 0-1,0 1 0,-1-1 1,1 1-1,0-1 1,1 1-1,-1 0 0,0 0 1,-2 2-1,-5 7-6760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09.905"/>
    </inkml:context>
    <inkml:brush xml:id="br0">
      <inkml:brushProperty name="width" value="0.05" units="cm"/>
      <inkml:brushProperty name="height" value="0.05" units="cm"/>
    </inkml:brush>
  </inkml:definitions>
  <inkml:trace contextRef="#ctx0" brushRef="#br0">34 107 24575,'-23'-17'0,"22"16"0,0 0 0,0 0 0,1 0 0,-1 1 0,0-1 0,0 0 0,1 0 0,-1-1 0,1 1 0,-1 0 0,1 0 0,-1 0 0,1 0 0,0 0 0,-1-1 0,1 1 0,0 0 0,0 0 0,0 0 0,0-3 0,0 4 0,0 0 0,0 0 0,0 0 0,0 0 0,0-1 0,0 1 0,0 0 0,0 0 0,0 0 0,0 0 0,0 0 0,0 0 0,0 0 0,0 0 0,1 0 0,-1-1 0,0 1 0,0 0 0,0 0 0,0 0 0,0 0 0,0 0 0,0 0 0,0 0 0,0 0 0,0 0 0,1 0 0,-1 0 0,0 0 0,0 0 0,0 0 0,0 0 0,0 0 0,0 0 0,0 0 0,1 0 0,-1 0 0,0 0 0,0 0 0,0 0 0,0 0 0,0 0 0,0 0 0,0 0 0,0 0 0,1 0 0,-1 0 0,0 0 0,0 0 0,0 0 0,6 7 0,4 8 0,1 12 0,-1 0 0,-2 0 0,-1 1 0,-1 0 0,3 29 0,7 36 0,-14-82 0,7 29 0,-9-34 0,-7-26 0,3 2 0,0 0 0,1 0 0,0-1 0,2 1 0,0-1 0,3-25 0,1 12 0,1 1 0,17-59 0,-18 79 0,0 1 0,1 0 0,1 1 0,-1-1 0,1 1 0,8-10 0,-12 17 0,0 0 0,0 1 0,0-1 0,0 0 0,1 1 0,-1 0 0,1-1 0,-1 1 0,1 0 0,0 0 0,-1 0 0,1 0 0,0 0 0,0 0 0,0 0 0,-1 1 0,1-1 0,0 0 0,0 1 0,0 0 0,0 0 0,0-1 0,0 1 0,0 0 0,0 0 0,0 1 0,0-1 0,0 0 0,0 1 0,0-1 0,0 1 0,0 0 0,0 0 0,-1-1 0,1 1 0,0 0 0,0 0 0,-1 1 0,2 0 0,6 5 0,-1 0 0,1 1 0,-2 0 0,1 0 0,-1 1 0,-1-1 0,0 1 0,0 1 0,5 10 0,-9-16 0,0-1 0,-1 1 0,0-1 0,0 1 0,0 0 0,0-1 0,0 1 0,-1 0 0,1 0 0,-1-1 0,0 1 0,0 0 0,-1 0 0,1 0 0,-1-1 0,0 1 0,0 0 0,0-1 0,0 1 0,-1-1 0,1 1 0,-1-1 0,0 0 0,0 1 0,0-1 0,0 0 0,-1 0 0,1 0 0,-5 3 0,-2 0 0,0 1 0,-1-2 0,1 1 0,-20 7 0,17-8 0,1 0 0,-22 14 0,33-19 0,-1 1 0,0-1 0,1 0 0,-1 0 0,1 1 0,-1-1 0,1 1 0,-1-1 0,1 0 0,-1 1 0,1-1 0,0 1 0,-1-1 0,1 1 0,0 0 0,-1-1 0,1 1 0,0-1 0,0 1 0,-1-1 0,1 1 0,0 0 0,0-1 0,0 1 0,0 0 0,0-1 0,0 1 0,0 0 0,0-1 0,0 1 0,0-1 0,0 1 0,0 0 0,0-1 0,1 1 0,-1-1 0,0 1 0,0 0 0,1-1 0,-1 1 0,0-1 0,1 1 0,-1-1 0,1 1 0,-1-1 0,1 1 0,-1-1 0,1 0 0,-1 1 0,1-1 0,-1 0 0,1 1 0,-1-1 0,1 0 0,0 1 0,6 2 0,0 1 0,0-2 0,12 5 0,-13-6 0,10 4 0,1 1 0,0 1 0,29 16 0,-42-21 0,-1 1 0,1-1 0,-1 0 0,1 1 0,-1 0 0,0 0 0,0 0 0,0 0 0,-1 0 0,1 1 0,-1-1 0,0 1 0,0 0 0,0-1 0,0 1 0,0 0 0,-1 0 0,0 0 0,0 0 0,0 1 0,0-1 0,0 6 0,-2-6 0,0 1 0,0-1 0,0 0 0,-1 0 0,1 0 0,-1 0 0,0 0 0,0 0 0,0-1 0,-1 1 0,1-1 0,-1 1 0,0-1 0,0 0 0,0 0 0,0 0 0,-1 0 0,1-1 0,-1 1 0,1-1 0,-5 2 0,-4 2 0,1 0 0,-1-1 0,0 0 0,0-1 0,-24 5 0,30-8-105,1-1 0,-1 1 0,0-1 0,1 0 0,-1 0 0,0 0 0,1-1 0,-1 0 0,0 0 0,1 0 0,-1-1 0,-8-4 0,-5-5-6721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0.126"/>
    </inkml:context>
    <inkml:brush xml:id="br0">
      <inkml:brushProperty name="width" value="0.05" units="cm"/>
      <inkml:brushProperty name="height" value="0.05" units="cm"/>
    </inkml:brush>
  </inkml:definitions>
  <inkml:trace contextRef="#ctx0" brushRef="#br0">56 1 24575,'1'0'0,"1"0"0,-1 0 0,1 0 0,-1 0 0,1 1 0,-1-1 0,0 0 0,1 1 0,-1-1 0,1 1 0,-1 0 0,0-1 0,0 1 0,1 0 0,-1 0 0,0 0 0,0 0 0,0 0 0,0 0 0,0 0 0,0 0 0,0 0 0,0 0 0,0 1 0,-1-1 0,1 0 0,0 1 0,-1-1 0,1 0 0,-1 1 0,0-1 0,1 1 0,-1-1 0,0 1 0,0-1 0,0 0 0,0 2 0,0 8 0,0-1 0,-1 0 0,-1 0 0,-2 13 0,2-15 0,-17 83 110,-4 18-847,-16 177-1,39-268-6088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0.655"/>
    </inkml:context>
    <inkml:brush xml:id="br0">
      <inkml:brushProperty name="width" value="0.05" units="cm"/>
      <inkml:brushProperty name="height" value="0.05" units="cm"/>
    </inkml:brush>
  </inkml:definitions>
  <inkml:trace contextRef="#ctx0" brushRef="#br0">245 111 24575,'16'-17'0,"-2"-1"0,0 0 0,17-31 0,-31 49 0,0 0 0,1 0 0,-1-1 0,0 1 0,0 0 0,0 0 0,1-1 0,-1 1 0,0 0 0,0 0 0,0-1 0,0 1 0,0 0 0,0 0 0,0-1 0,0 1 0,0 0 0,0-1 0,0 1 0,0 0 0,0 0 0,0-1 0,0 1 0,0 0 0,0 0 0,0-1 0,0 1 0,0 0 0,0-1 0,0 1 0,0 0 0,0 0 0,-1-1 0,-9 2 0,-14 11 0,24-12 0,-28 16 0,-49 37 0,65-43 0,0 0 0,1 0 0,1 1 0,0 1 0,0 0 0,-10 17 0,18-27 0,1 1 0,-1-1 0,1 1 0,0 0 0,-1-1 0,1 1 0,0 0 0,1 0 0,-1 0 0,1 0 0,-1 0 0,1 0 0,0 0 0,0 0 0,0 0 0,0 0 0,1 0 0,-1 0 0,1 0 0,0 0 0,-1 0 0,2-1 0,-1 1 0,0 0 0,0 0 0,1-1 0,-1 1 0,1-1 0,0 1 0,0-1 0,0 0 0,0 0 0,0 0 0,1 0 0,-1 0 0,1 0 0,-1-1 0,4 2 0,5 4 0,1-2 0,0 1 0,0-2 0,1 0 0,0 0 0,-1-1 0,19 2 0,-30-5 0,1 0 0,-1 0 0,1 0 0,-1 0 0,0 1 0,0-1 0,1 0 0,-1 1 0,0-1 0,1 1 0,-1-1 0,0 1 0,0 0 0,0 0 0,2 1 0,-3-2 0,0 1 0,0-1 0,0 0 0,0 1 0,0-1 0,0 1 0,0-1 0,0 0 0,0 1 0,-1-1 0,1 1 0,0-1 0,0 0 0,0 1 0,0-1 0,-1 1 0,1-1 0,0 0 0,0 1 0,-1-1 0,1 0 0,0 1 0,-1-1 0,1 0 0,0 0 0,-1 1 0,1-1 0,0 0 0,-1 0 0,0 1 0,-44 20 0,35-17 0,-27 13 0,1 1 0,-54 37 0,87-53 0,0 0 0,1 0 0,-1 0 0,1 0 0,-1 1 0,1-1 0,0 1 0,0 0 0,0-1 0,1 1 0,-1 0 0,1 0 0,-1 0 0,1 0 0,0 0 0,0 0 0,0 1 0,1-1 0,-1 0 0,1 5 0,0-5 0,0 1 0,1 0 0,0 0 0,0 0 0,0 0 0,0-1 0,1 1 0,-1 0 0,1-1 0,0 1 0,0-1 0,0 0 0,1 1 0,-1-1 0,1 0 0,4 4 0,5 3 0,0-1 0,1 0 0,0-1 0,0 0 0,1-1 0,-1-1 0,2 0 0,-1-1 0,21 5 0,-21-6 0,0-1 0,0-1 0,1-1 0,-1 0 0,0 0 0,1-2 0,-1 0 0,0 0 0,1-1 0,13-5 0,-23 6-151,-1-1-1,1 1 0,-1-1 0,0 0 1,0-1-1,1 1 0,-2-1 1,6-4-1,2-5-6674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2.036"/>
    </inkml:context>
    <inkml:brush xml:id="br0">
      <inkml:brushProperty name="width" value="0.05" units="cm"/>
      <inkml:brushProperty name="height" value="0.05" units="cm"/>
    </inkml:brush>
  </inkml:definitions>
  <inkml:trace contextRef="#ctx0" brushRef="#br0">69 282 24575,'5'-6'0,"-1"0"0,0 0 0,0-1 0,6-12 0,6-9 0,-6 13 0,5-7 0,19-37 0,-31 53 0,-1 0 0,1 0 0,-1-1 0,0 1 0,-1 0 0,1-1 0,-1 1 0,0-1 0,-1 1 0,0-1 0,-1-12 0,1 18 0,0 0 0,0 0 0,0-1 0,-1 1 0,1 0 0,0 0 0,-1 0 0,1 0 0,-1 0 0,1 0 0,-1 0 0,0 0 0,1 0 0,-1 0 0,0 0 0,0 0 0,1 0 0,-1 1 0,0-1 0,0 0 0,0 0 0,0 1 0,-2-2 0,2 2 0,-1 0 0,0 0 0,0 0 0,1-1 0,-1 1 0,0 1 0,1-1 0,-1 0 0,0 0 0,1 1 0,-1-1 0,0 1 0,1-1 0,-3 2 0,-3 1 0,1 1 0,0 0 0,-1 0 0,1 1 0,1-1 0,-8 8 0,4-1 0,0 0 0,0 0 0,1 1 0,1 0 0,0 1 0,0 0 0,1 0 0,-4 14 0,4-7 0,1 0 0,1 0 0,1 0 0,-1 40 0,7 2 0,2-1 0,24 108 0,-16-98 0,-9-51 0,1 4 0,2 45 0,-6-63 0,-1 0 0,0-1 0,-1 1 0,0 0 0,0-1 0,0 1 0,0-1 0,-1 1 0,0-1 0,0 0 0,0 1 0,-1-1 0,-4 8 0,-5-2-1365,0-4-5461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2.192"/>
    </inkml:context>
    <inkml:brush xml:id="br0">
      <inkml:brushProperty name="width" value="0.05" units="cm"/>
      <inkml:brushProperty name="height" value="0.05" units="cm"/>
    </inkml:brush>
  </inkml:definitions>
  <inkml:trace contextRef="#ctx0" brushRef="#br0">1 70 24575,'0'-3'0,"2"-2"0,1-3 0,2-1 0,5 0 0,6 1 0,4-1 0,6 2 0,3 2 0,3 1 0,4 2 0,0 1 0,0 1 0,0 0 0,-7 1-8191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2.677"/>
    </inkml:context>
    <inkml:brush xml:id="br0">
      <inkml:brushProperty name="width" value="0.05" units="cm"/>
      <inkml:brushProperty name="height" value="0.05" units="cm"/>
    </inkml:brush>
  </inkml:definitions>
  <inkml:trace contextRef="#ctx0" brushRef="#br0">173 0 24575,'-2'23'0,"0"0"0,-1 0 0,-2 0 0,0 0 0,-1-1 0,-16 37 0,-24 46 289,-27 72-1943,64-152-5172</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13.176"/>
    </inkml:context>
    <inkml:brush xml:id="br0">
      <inkml:brushProperty name="width" value="0.05" units="cm"/>
      <inkml:brushProperty name="height" value="0.05" units="cm"/>
    </inkml:brush>
  </inkml:definitions>
  <inkml:trace contextRef="#ctx0" brushRef="#br0">163 135 24575,'27'-41'0,"-22"35"0,0 0 0,0-1 0,-1 1 0,0-1 0,-1 0 0,1 1 0,-1-2 0,2-6 0,-5 13 0,0 0 0,1 0 0,-1 0 0,0 0 0,0 1 0,0-1 0,0 0 0,0 0 0,0 0 0,0 0 0,0 0 0,0 1 0,0-1 0,0 0 0,-1 0 0,1 0 0,0 0 0,-1 1 0,1-1 0,0 0 0,-1 0 0,1 1 0,-1-1 0,1 0 0,-1 1 0,-1-2 0,1 2 0,0-1 0,0 1 0,-1-1 0,1 1 0,0-1 0,-1 1 0,1 0 0,0 0 0,-1 0 0,1 0 0,0 0 0,-1 0 0,1 0 0,-3 1 0,-3 1 0,0 0 0,0 0 0,1 1 0,-1-1 0,-7 6 0,8-4 0,0 0 0,1 0 0,-1 0 0,1 1 0,0 0 0,0 0 0,1 1 0,-1-1 0,1 1 0,0 0 0,1 0 0,-4 9 0,6-13 0,0 1 0,0-1 0,0 1 0,1-1 0,-1 1 0,1-1 0,0 1 0,0 0 0,0-1 0,0 1 0,0 0 0,1-1 0,-1 1 0,1-1 0,-1 1 0,1-1 0,0 1 0,0-1 0,0 1 0,1-1 0,-1 0 0,0 0 0,1 1 0,-1-1 0,1 0 0,0 0 0,0-1 0,0 1 0,0 0 0,0-1 0,0 1 0,0-1 0,1 1 0,-1-1 0,4 1 0,6 2 0,1 0 0,-1-1 0,1-1 0,-1 0 0,1 0 0,23-2 0,-58 7 0,1 0 0,0 1 0,0 1 0,-29 17 0,42-21 0,1 0 0,-1 0 0,1 0 0,1 1 0,-1 0 0,1 0 0,0 1 0,0-1 0,1 1 0,0 1 0,0-1 0,1 1 0,0 0 0,-5 12 0,8-16 0,0-1 0,0 0 0,0 0 0,1 0 0,0 0 0,-1 1 0,1-1 0,0 0 0,1 0 0,-1 1 0,0-1 0,1 0 0,0 0 0,0 0 0,0 0 0,0 0 0,0 0 0,1 0 0,-1 0 0,1 0 0,0-1 0,0 1 0,0 0 0,0-1 0,0 0 0,0 1 0,1-1 0,-1 0 0,1 0 0,0-1 0,-1 1 0,1 0 0,0-1 0,0 0 0,4 2 0,2 0 0,1 0 0,0 0 0,0-1 0,0 0 0,0-1 0,1 0 0,-1 0 0,0-1 0,0-1 0,11-1 0,-4-1-455,0-1 0,17-7 0,-6 0-6371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9.824"/>
    </inkml:context>
    <inkml:brush xml:id="br0">
      <inkml:brushProperty name="width" value="0.05" units="cm"/>
      <inkml:brushProperty name="height" value="0.05" units="cm"/>
    </inkml:brush>
  </inkml:definitions>
  <inkml:trace contextRef="#ctx0" brushRef="#br0">13 61 24575,'-11'1'0,"9"3"0,3-4 0,0 1 0,0 0 0,0-1 0,0 1 0,0-1 0,0 0 0,0 1 0,1-1 0,-1 0 0,0 1 0,0-1 0,0 0 0,0 0 0,3 0 0,53 0 0,78-10 0,-47 1 0,585-21 0,-549 26 0,-118 4 0,0 0 0,1 0 0,-1-1 0,1 1 0,6-3 0,-13 1 0,-8 0 0,-9-1 0,-9 0-1365,1 0-5461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1.617"/>
    </inkml:context>
    <inkml:brush xml:id="br0">
      <inkml:brushProperty name="width" value="0.05" units="cm"/>
      <inkml:brushProperty name="height" value="0.05" units="cm"/>
    </inkml:brush>
  </inkml:definitions>
  <inkml:trace contextRef="#ctx0" brushRef="#br0">122 102 24575,'0'0'0,"0"0"0,0 0 0,1-1 0,-1 1 0,0 0 0,0 0 0,0-1 0,0 1 0,0 0 0,0 0 0,0-1 0,0 1 0,0 0 0,0 0 0,0-1 0,0 1 0,0 0 0,0 0 0,0-1 0,0 1 0,0 0 0,-1 0 0,1-1 0,0 1 0,0 0 0,0 0 0,0 0 0,0-1 0,0 1 0,-1 0 0,1 0 0,0 0 0,0 0 0,0-1 0,-1 1 0,1 0 0,0 0 0,0 0 0,-1 0 0,1 0 0,0 0 0,0 0 0,0-1 0,-1 1 0,1 0 0,-1 0 0,1 1 0,-1-1 0,1 1 0,-1 0 0,1-1 0,-1 1 0,1-1 0,0 1 0,-1 0 0,1 0 0,0-1 0,-1 1 0,1 0 0,0-1 0,0 1 0,0 0 0,-1 0 0,1 1 0,-5 65 0,5 84 0,2-66 0,-2-25 0,-9 568 0,-2-430 0,-44 228 0,42-366 0,6-29 0,-5 41 0,12-71 0,0 0 0,0 0 0,0 0 0,0 0 0,0-1 0,0 1 0,0 0 0,0 0 0,0 0 0,0 0 0,1-1 0,-1 1 0,0 0 0,0 0 0,1-1 0,-1 1 0,1 0 0,-1 0 0,0-1 0,1 1 0,-1 0 0,1-1 0,0 1 0,-1-1 0,1 1 0,0-1 0,-1 1 0,1-1 0,0 1 0,-1-1 0,1 1 0,0-1 0,0 0 0,-1 0 0,1 1 0,0-1 0,0 0 0,0 0 0,0 0 0,-1 0 0,1 0 0,0 0 0,0 0 0,0 0 0,1 0 0,6-2 0,0 1 0,0-1 0,-1 0 0,9-4 0,-1 1 0,93-22 0,0 5 0,2 5 0,113-3 0,336 13 0,-384 8 0,55 0 0,-227-1 0,1 0 0,0 0 0,0-1 0,0 1 0,-1-1 0,1 0 0,0 0 0,6-3 0,-9 3 0,0 1 0,-1-1 0,1 0 0,0 0 0,-1 1 0,1-1 0,-1 0 0,1 0 0,-1 0 0,1 0 0,-1 0 0,1 0 0,-1 0 0,0 0 0,0 0 0,1 0 0,-1 0 0,0 0 0,0 0 0,0 0 0,0 0 0,0 0 0,0 0 0,0 0 0,-1 0 0,1 0 0,0 0 0,-1 0 0,1 0 0,0 0 0,-1 0 0,1 1 0,-1-1 0,1 0 0,-2-1 0,-8-18 0,2 0 0,0-1 0,1 0 0,1-1 0,1 1 0,1-1 0,-2-42 0,11-443 0,36 0 0,44 20 0,-84 485 0,-1 0 0,1 0 0,-1 0 0,1 0 0,-1 0 0,0 0 0,0 0 0,0 0 0,0 0 0,0 0 0,-1 0 0,1 0 0,-1 0 0,1 0 0,-2-4 0,0 5 0,1 0 0,0 0 0,0 0 0,-1 0 0,1 0 0,-1 1 0,1-1 0,-1 0 0,1 1 0,-1-1 0,1 1 0,-1 0 0,1-1 0,-1 1 0,0 0 0,1 0 0,-1 0 0,1 0 0,-1 0 0,-2 1 0,-226 9 0,-85 6 0,223-8 0,-280 29 0,287-24 0,0 4 0,-107 36 0,185-51 0,-8 3 0,0 0 0,0 1 0,1 1 0,0 0 0,-19 13 0,32-20-26,0 0 1,1 0-1,-1 1 0,0-1 0,1 1 1,-1-1-1,1 1 0,-1-1 0,0 1 1,1-1-1,-1 1 0,1-1 0,-1 1 1,1-1-1,0 1 0,-1 0 0,1-1 1,0 1-1,-1 0 0,1 0 0,0-1 1,0 1-1,0 0 0,-1-1 0,1 1 0,0 0 1,0 0-1,0-1 0,0 1 0,0 0 1,0 0-1,1-1 0,-1 1 0,0 0 1,0 0-1,0-1 0,1 1 0,-1 0 1,0-1-1,1 1 0,-1 0 0,1-1 1,-1 1-1,1-1 0,-1 1 0,1-1 0,-1 1 1,1-1-1,-1 1 0,1-1 0,0 1 1,1 0-1,7 4-6800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2.180"/>
    </inkml:context>
    <inkml:brush xml:id="br0">
      <inkml:brushProperty name="width" value="0.05" units="cm"/>
      <inkml:brushProperty name="height" value="0.05" units="cm"/>
    </inkml:brush>
  </inkml:definitions>
  <inkml:trace contextRef="#ctx0" brushRef="#br0">43 70 24575,'1'-44'0,"-1"18"0,-2 55 0,-17 116 0,-2 2 0,21-135 0,-1 0 0,0 0 0,1 0 0,1 1 0,2 14 0,-3-24 0,1-1 0,0 1 0,-1 0 0,1-1 0,0 1 0,1 0 0,-1-1 0,0 1 0,1-1 0,-1 0 0,1 1 0,0-1 0,0 0 0,0 0 0,0 0 0,0 0 0,0-1 0,1 1 0,-1-1 0,0 1 0,1-1 0,-1 0 0,6 2 0,2 0 0,1-1 0,-1-1 0,1 0 0,0 0 0,-1-1 0,1-1 0,-1 1 0,1-2 0,14-3 0,9-3 0,49-20 0,-21 1-1365,-38 15-5461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2.786"/>
    </inkml:context>
    <inkml:brush xml:id="br0">
      <inkml:brushProperty name="width" value="0.05" units="cm"/>
      <inkml:brushProperty name="height" value="0.05" units="cm"/>
    </inkml:brush>
  </inkml:definitions>
  <inkml:trace contextRef="#ctx0" brushRef="#br0">176 85 24575,'-4'-5'0,"1"0"0,0 1 0,-1-1 0,2-1 0,-3-4 0,3 5 0,-1 0 0,1 0 0,-1 0 0,0 1 0,0-1 0,0 1 0,-5-5 0,7 8 0,-1 1 0,1-1 0,-1 0 0,1 0 0,-1 1 0,1-1 0,-1 0 0,1 1 0,-1 0 0,1-1 0,-1 1 0,0 0 0,1 0 0,-1 0 0,1 0 0,-1 0 0,0 0 0,1 0 0,-1 1 0,0-1 0,1 1 0,-1-1 0,1 1 0,-1-1 0,1 1 0,0 0 0,-1 0 0,-2 2 0,-2 1 0,-1 1 0,1 0 0,1 1 0,-1-1 0,1 1 0,-1 0 0,2 1 0,-1-1 0,1 1 0,0 0 0,0 0 0,1 0 0,0 0 0,0 1 0,1-1 0,0 1 0,0 0 0,1 0 0,-1 13 0,2-18 0,0-1 0,0 0 0,1 0 0,-1 1 0,1-1 0,0 0 0,0 0 0,0 0 0,0 1 0,0-1 0,0 0 0,0 0 0,1-1 0,-1 1 0,1 0 0,-1 0 0,1-1 0,0 1 0,2 1 0,-1-1 0,1 0 0,-1 0 0,1-1 0,0 1 0,0-1 0,0 0 0,0 0 0,0 0 0,0-1 0,5 1 0,4-1 0,0-1 0,0 0 0,0-1 0,0 0 0,23-8 0,-31 9 0,0-1 0,0 0 0,0 0 0,0-1 0,-1 0 0,1 0 0,-1 0 0,1 0 0,-1 0 0,7-8 0,-10 10 0,-1 0 0,1-1 0,0 1 0,0 0 0,0-1 0,-1 1 0,1-1 0,-1 1 0,1-1 0,-1 1 0,1-1 0,-1 0 0,0 1 0,0-1 0,0 1 0,0-3 0,0 2 0,-1 0 0,0-1 0,0 1 0,1 0 0,-1 0 0,0 0 0,-1 0 0,1 0 0,0 0 0,0 1 0,-1-1 0,1 0 0,-1 0 0,-3-1 0,0-2 0,0 1 0,-1-1 0,0 2 0,0-1 0,0 1 0,0-1 0,-1 2 0,1-1 0,-1 1 0,0 0 0,-9-1 0,13 4 0,10 2 0,12 2 0,-6-5 0,0 0 0,-1 0 0,1-1 0,0-1 0,-1 0 0,0-1 0,1 0 0,-1 0 0,0-2 0,14-6 0,-26 11 0,0 0 0,0 0 0,1-1 0,-1 1 0,0 0 0,0 0 0,0 0 0,1 0 0,-1 0 0,0 0 0,0 0 0,0 0 0,1 0 0,-1 0 0,0 0 0,0 0 0,0 0 0,1 0 0,-1 0 0,0 0 0,0 0 0,0 0 0,0 0 0,1 0 0,-1 0 0,0 1 0,0-1 0,0 0 0,0 0 0,1 0 0,-1 0 0,0 0 0,0 0 0,0 1 0,0-1 0,0 0 0,1 0 0,0 10 0,-8 22 0,3-18 0,1 13 0,1 0 0,0 1 0,5 38 0,15 80 0,-3-38 0,-14-103 0,0 1 0,-1-1 0,0 0 0,0 1 0,-1-1 0,1 0 0,-1 1 0,0-1 0,-3 8 0,3-12 0,1 1 0,-1-1 0,0 0 0,1 0 0,-1 0 0,0 0 0,0 0 0,1-1 0,-1 1 0,0 0 0,0 0 0,0 0 0,0-1 0,0 1 0,0-1 0,0 1 0,-1-1 0,0 1 0,-1 0 0,1-1 0,0 0 0,0 0 0,0 0 0,0 0 0,-1 0 0,1-1 0,0 1 0,0-1 0,0 1 0,0-1 0,0 0 0,0 0 0,-2-1 0,0 0-151,1 0-1,-1 0 0,1-1 0,-1 0 1,1 0-1,0 0 0,0 0 1,-5-6-1,-5-11-6674</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2.971"/>
    </inkml:context>
    <inkml:brush xml:id="br0">
      <inkml:brushProperty name="width" value="0.05" units="cm"/>
      <inkml:brushProperty name="height" value="0.05" units="cm"/>
    </inkml:brush>
  </inkml:definitions>
  <inkml:trace contextRef="#ctx0" brushRef="#br0">34 0 24575,'2'0'0,"-1"0"0,-4 0 0,-3 0 0,-3 0 0,0 3 0,0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3.393"/>
    </inkml:context>
    <inkml:brush xml:id="br0">
      <inkml:brushProperty name="width" value="0.05" units="cm"/>
      <inkml:brushProperty name="height" value="0.05" units="cm"/>
    </inkml:brush>
  </inkml:definitions>
  <inkml:trace contextRef="#ctx0" brushRef="#br0">66 56 24575,'-3'0'0,"0"-1"0,-1 1 0,1-1 0,0 1 0,0-1 0,0 0 0,-2-1 0,-10-3 0,15 5 0,0 0 0,-1 0 0,1 1 0,-1-1 0,1 0 0,-1 0 0,1 0 0,0 1 0,-1-1 0,1 0 0,0 0 0,-1 1 0,1-1 0,0 0 0,-1 1 0,1-1 0,0 0 0,0 1 0,-1-1 0,1 0 0,0 1 0,0-1 0,0 1 0,0-1 0,-1 0 0,1 1 0,0-1 0,0 1 0,0-1 0,0 1 0,0-1 0,0 0 0,0 1 0,0-1 0,0 1 0,0-1 0,0 1 0,1-1 0,-1 0 0,0 2 0,4 26 0,-3-20 0,0 0 0,0 0 0,-1 0 0,0 0 0,0 0 0,-1 0 0,0-1 0,0 1 0,-1 0 0,1-1 0,-4 9 0,4-16 0,1 0 0,0 1 0,0-1 0,0 0 0,0 1 0,0-1 0,0 0 0,0 0 0,-1 1 0,1-1 0,0 0 0,0 1 0,0-1 0,-1 0 0,1 0 0,0 1 0,-1-1 0,1 0 0,0 0 0,0 0 0,-1 0 0,1 1 0,0-1 0,-1 0 0,1 0 0,0 0 0,-1 0 0,0 0 0,-3-8 0,4-17 0,2 14 0,1-1 0,1 1 0,0 0 0,1 0 0,0 0 0,0 0 0,1 1 0,8-11 0,-10 16 0,1 0 0,-1 0 0,1 0 0,0 0 0,0 1 0,0 0 0,7-4 0,-9 6 0,1 0 0,-1 1 0,0-1 0,1 1 0,-1 0 0,1 0 0,-1 0 0,1 1 0,0-1 0,-1 1 0,1 0 0,0 0 0,6 1 0,-6 0 17,-1 0 0,1 0 0,0 1 1,-1 0-1,1 0 0,-1 0 0,1 0 0,-1 0 0,0 0 0,0 1 0,0 0 0,0 0 0,0 0 0,-1 0 0,0 0 0,1 0 0,-1 0 0,0 1 1,1 4-1,3 3-359,-1 1 1,0 0 0,-1 1-1,4 18 1,-4-11-6485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3.702"/>
    </inkml:context>
    <inkml:brush xml:id="br0">
      <inkml:brushProperty name="width" value="0.05" units="cm"/>
      <inkml:brushProperty name="height" value="0.05" units="cm"/>
    </inkml:brush>
  </inkml:definitions>
  <inkml:trace contextRef="#ctx0" brushRef="#br0">1 42 24575,'64'-16'0,"104"-1"0,252 8 0,-505 10-1365,51-1-5461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7.153"/>
    </inkml:context>
    <inkml:brush xml:id="br0">
      <inkml:brushProperty name="width" value="0.05" units="cm"/>
      <inkml:brushProperty name="height" value="0.05" units="cm"/>
    </inkml:brush>
  </inkml:definitions>
  <inkml:trace contextRef="#ctx0" brushRef="#br0">92 1042 24575,'-1'2'0,"1"0"0,-1 1 0,0-1 0,0 0 0,0 0 0,0 0 0,0 1 0,0-1 0,-1-1 0,1 1 0,-1 0 0,1 0 0,-1 0 0,0-1 0,0 1 0,0-1 0,0 1 0,0-1 0,-2 2 0,1-2 0,0 1 0,1-1 0,-1 1 0,0-1 0,0 0 0,0 0 0,1 0 0,-1 0 0,0-1 0,0 1 0,0-1 0,-1 0 0,1 1 0,-5-2 0,7 1 0,0-1 0,0 1 0,1 0 0,-1-1 0,0 1 0,1-1 0,-1 1 0,1-1 0,-1 1 0,0-1 0,1 1 0,0-1 0,-1 1 0,1-1 0,-1 0 0,1 1 0,-1-1 0,1 0 0,0 0 0,0 1 0,-1-1 0,1 0 0,0 0 0,0 1 0,0-1 0,0 0 0,0 0 0,0 1 0,0-1 0,0 0 0,0 0 0,0 1 0,0-1 0,1 0 0,-1 0 0,0 1 0,0-1 0,1 0 0,0 0 0,15-31 0,-6 18 0,1-1 0,1 1 0,0 1 0,1 0 0,25-19 0,81-49 0,-111 76 0,412-224-942,17 31-392,408-136 753,-715 285 383,-110 43 179,-15 4 35,0 1 0,-1-1 1,1 1-1,-1-1 1,1 0-1,-1-1 0,0 1 1,0-1-1,4-3 0,-8 6-23,0 0 0,0 0-1,0 0 1,0 0-1,0 0 1,0-1 0,0 1-1,0 0 1,1 0-1,-1 0 1,0 0 0,0 0-1,0 0 1,0-1-1,0 1 1,0 0 0,0 0-1,0 0 1,0 0-1,0 0 1,0-1 0,0 1-1,0 0 1,0 0 0,0 0-1,0 0 1,0 0-1,-1-1 1,1 1 0,0 0-1,0 0 1,0 0-1,0 0 1,0 0 0,0 0-1,0 0 1,0-1-1,0 1 1,-1 0 0,1 0-1,0 0 1,0 0-1,0 0 1,0 0 0,0 0-1,0 0 1,0 0-1,-1 0 1,1 0 0,0 0-1,0 0 1,0 0-1,0 0 1,0 0 0,-1 0-1,1 0 1,-14-2-4852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7.429"/>
    </inkml:context>
    <inkml:brush xml:id="br0">
      <inkml:brushProperty name="width" value="0.05" units="cm"/>
      <inkml:brushProperty name="height" value="0.05" units="cm"/>
    </inkml:brush>
  </inkml:definitions>
  <inkml:trace contextRef="#ctx0" brushRef="#br0">69 66 24575,'-2'-3'0,"-1"2"0,0-1 0,0 0 0,0 0 0,0 1 0,0 0 0,0 0 0,-4-1 0,5 1 0,0 1 0,0-1 0,-1 1 0,1-1 0,0 0 0,0 0 0,1 0 0,-1 0 0,0 0 0,0 0 0,0 0 0,1-1 0,-1 1 0,0 0 0,1-1 0,-1 0 0,1 1 0,0-1 0,0 0 0,-2-2 0,3 3 0,0 0 0,0 1 0,0-1 0,0 1 0,0-1 0,0 0 0,0 1 0,0-1 0,0 0 0,0 1 0,1-1 0,-1 1 0,0-1 0,0 1 0,1-1 0,-1 1 0,0-1 0,1 1 0,-1-1 0,0 1 0,1-1 0,-1 1 0,1-1 0,-1 1 0,1-1 0,-1 1 0,1 0 0,-1 0 0,1-1 0,-1 1 0,1 0 0,0 0 0,-1-1 0,1 1 0,0 0 0,23-5 0,-10 4 0,1 1 0,-1 0 0,0 1 0,1 1 0,-1 0 0,0 1 0,19 6 0,-21-5 0,0 0 0,-1 1 0,0 0 0,0 1 0,0 0 0,-1 1 0,0 0 0,17 16 0,-23-19 11,-1-1 0,0 1-1,0 0 1,0 0 0,0 1-1,-1-1 1,1 0 0,-1 1-1,-1 0 1,1-1 0,0 1-1,-1 0 1,0 0 0,0 0-1,0 7 1,-1-4 6,-1-1 0,0 0 0,0 0 0,-1 0 0,1 0 0,-2 0 0,1 0 0,-1 0 1,-5 10-1,-5 3-302,-1 1 1,-1-2-1,0 0 1,-2-1-1,-19 18 1,-42 34-6542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9.327"/>
    </inkml:context>
    <inkml:brush xml:id="br0">
      <inkml:brushProperty name="width" value="0.05" units="cm"/>
      <inkml:brushProperty name="height" value="0.05" units="cm"/>
    </inkml:brush>
  </inkml:definitions>
  <inkml:trace contextRef="#ctx0" brushRef="#br0">1 0 24575,'35'0'0,"47"6"0,-65-3 0,1 1 0,-1 0 0,1 1 0,25 12 0,0 5-112,0 2 1,-2 1-1,75 61 0,101 112-718,118 157 551,2 1 302,-296-315-283,3-1 0,1-3 1,1-1-1,52 28 0,-40-34-5099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19.467"/>
    </inkml:context>
    <inkml:brush xml:id="br0">
      <inkml:brushProperty name="width" value="0.05" units="cm"/>
      <inkml:brushProperty name="height" value="0.05" units="cm"/>
    </inkml:brush>
  </inkml:definitions>
  <inkml:trace contextRef="#ctx0" brushRef="#br0">792 1 24575,'-14'0'0,"-18"5"0,-22 12 0,-21 21 0,-21 26 0,-19 30 0,-15 29-1931,-16 29 1931,17-13-6260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1.768"/>
    </inkml:context>
    <inkml:brush xml:id="br0">
      <inkml:brushProperty name="width" value="0.05" units="cm"/>
      <inkml:brushProperty name="height" value="0.05" units="cm"/>
    </inkml:brush>
  </inkml:definitions>
  <inkml:trace contextRef="#ctx0" brushRef="#br0">367 5 24575,'0'0'0,"0"0"0,0 0 0,-1 0 0,1 0 0,0 0 0,0-1 0,0 1 0,0 0 0,0 0 0,0 0 0,0 0 0,0 0 0,0 0 0,0-1 0,0 1 0,0 0 0,0 0 0,0 0 0,0 0 0,0 0 0,0 0 0,0-1 0,0 1 0,1 0 0,-1 0 0,0 0 0,0 0 0,0 0 0,0 0 0,0 0 0,0 0 0,0-1 0,0 1 0,0 0 0,0 0 0,1 0 0,-1 0 0,0 0 0,0 0 0,0 0 0,0 0 0,0 0 0,0 0 0,0 0 0,1 0 0,-1 0 0,0 0 0,0 0 0,0 0 0,0 0 0,0 0 0,0 0 0,1 0 0,-1 0 0,0 0 0,0 0 0,0 0 0,0 0 0,0 0 0,0 0 0,1 0 0,-1 0 0,0 0 0,0 0 0,0 1 0,1-1 0,-1 1 0,0-1 0,1 1 0,-1-1 0,0 1 0,0-1 0,1 1 0,-1-1 0,0 1 0,0-1 0,0 1 0,0-1 0,0 1 0,0-1 0,0 1 0,0-1 0,0 1 0,0 0 0,-3 13 0,-1 0 0,0 0 0,-1-1 0,-12 22 0,-4 13 0,-169 532 0,99-283 0,84-276 0,-1 1 0,2 0 0,0 0 0,-5 42 0,11-63 0,-1 0 0,1 0 0,0 0 0,0-1 0,0 1 0,0 0 0,0 0 0,1 0 0,-1 0 0,0-1 0,0 1 0,0 0 0,1 0 0,-1 0 0,0-1 0,1 1 0,-1 0 0,1-1 0,-1 1 0,1 0 0,-1-1 0,1 1 0,0 0 0,-1-1 0,1 1 0,-1-1 0,1 1 0,0-1 0,0 0 0,-1 1 0,1-1 0,0 0 0,0 1 0,0-1 0,-1 0 0,1 0 0,0 0 0,0 1 0,0-1 0,1 0 0,4-1 0,0 1 0,0-1 0,0-1 0,11-2 0,-5 0 0,315-53 0,5 24 0,27-3 0,-237 13-1365,-82 11-5461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2.438"/>
    </inkml:context>
    <inkml:brush xml:id="br0">
      <inkml:brushProperty name="width" value="0.05" units="cm"/>
      <inkml:brushProperty name="height" value="0.05" units="cm"/>
    </inkml:brush>
  </inkml:definitions>
  <inkml:trace contextRef="#ctx0" brushRef="#br0">28 69 24575,'-3'-3'0,"0"0"0,0 0 0,1 0 0,-1-1 0,1 1 0,0-1 0,0 1 0,0-1 0,0 0 0,-1-4 0,3 7 0,-1 0 0,1 0 0,0 1 0,0-1 0,0 0 0,0 0 0,0 0 0,0 1 0,0-1 0,1 0 0,-1 0 0,0 1 0,0-1 0,1 0 0,-1 1 0,0-1 0,1 0 0,-1 0 0,1 1 0,-1-1 0,0 1 0,2-2 0,-1 1 0,1 0 0,-1 0 0,1 0 0,0 1 0,-1-1 0,1 0 0,0 1 0,0-1 0,0 1 0,-1-1 0,1 1 0,0 0 0,3 0 0,21 0 0,1 1 0,39 7 0,-4 0 0,151 9 0,386-18 0,-569-2 0,-1 0 0,30-8 0,-63 15 0,1-1 0,-1 1 0,1 0 0,-1 0 0,1 1 0,0-1 0,1 1 0,-1-1 0,-1 6 0,-5 13 0,2 0 0,1 0 0,0 1 0,2 0 0,-3 42 0,4-35 0,-55 509 0,56-513 0,1-17 0,1 0 0,-2 1 0,1-1 0,-5 13 0,5-21 0,0 1 0,0 0 0,0-1 0,0 1 0,-1-1 0,0 1 0,1-1 0,-1 0 0,0 0 0,0 1 0,0-1 0,0-1 0,0 1 0,-1 0 0,1 0 0,-1-1 0,1 0 0,-1 1 0,-4 1 0,-21 5 0,-1-2 0,1-1 0,-37 2 0,3 0 0,-248 40-1365,236-35-5461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5.226"/>
    </inkml:context>
    <inkml:brush xml:id="br0">
      <inkml:brushProperty name="width" value="0.05" units="cm"/>
      <inkml:brushProperty name="height" value="0.05" units="cm"/>
    </inkml:brush>
  </inkml:definitions>
  <inkml:trace contextRef="#ctx0" brushRef="#br0">955 0 24575,'1'0'0,"0"0"0,0 0 0,0 0 0,-1 1 0,1-1 0,0 0 0,0 0 0,0 1 0,0-1 0,0 0 0,-1 1 0,1-1 0,0 1 0,0-1 0,-1 1 0,1-1 0,0 1 0,-1-1 0,1 1 0,0 0 0,-1-1 0,1 1 0,-1 0 0,1 0 0,-1-1 0,0 1 0,1 0 0,-1 0 0,0 0 0,1 0 0,-1-1 0,0 1 0,0 0 0,0 0 0,0 0 0,0 0 0,0 0 0,0 0 0,0 1 0,-1 5 0,1 1 0,-2-1 0,-3 14 0,3-13 0,-51 191 0,-26 108 0,16 9 0,-49 218 0,-46-12 0,0-157 0,-21-10 0,92-186 0,73-143 0,-28 62 0,38-78 0,0 0 0,1 1 0,0-1 0,1 1 0,0-1 0,-1 19 0,3-28 0,0 0 0,1 0 0,-1 0 0,0 0 0,0 0 0,0 1 0,1-1 0,-1 0 0,1 0 0,-1 0 0,1 0 0,-1 0 0,1 0 0,0 0 0,-1 0 0,1-1 0,0 1 0,0 0 0,-1 0 0,1 0 0,0-1 0,0 1 0,0 0 0,0-1 0,0 1 0,0-1 0,0 1 0,0-1 0,0 0 0,0 1 0,1-1 0,-1 0 0,0 0 0,0 0 0,0 0 0,0 0 0,0 0 0,0 0 0,2 0 0,6-1 0,-1 0 0,1-1 0,16-4 0,-22 5 0,93-23-123,1 4-1,181-14 0,204 22-600,-413 12 626,927 21-2660,0 27 2859,85 3-1270,-1034-49 1186,9 1 42,1-3 0,56-7 0,-106 7 80,1-1 1,-1-1-1,0 0 1,7-2-1,-14 4-81,1-1-1,0 1 0,0 0 0,0 0 0,0-1 0,0 1 0,-1-1 0,1 1 1,0-1-1,0 1 0,-1-1 0,1 1 0,0-1 0,-1 0 0,1 0 0,-1 1 0,1-1 1,0 0-1,-1 0 0,0 1 0,1-1 0,-1 0 0,0 0 0,1 0 0,-1 0 1,0 0-1,0 1 0,1-1 0,-1 0 0,0 0 0,0 0 0,0 0 0,0 0 1,-1 0-1,1 0 0,0 0 0,0 0 0,0 1 0,-1-1 0,0-2 0,-16-18-779,-6 0-4961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6.123"/>
    </inkml:context>
    <inkml:brush xml:id="br0">
      <inkml:brushProperty name="width" value="0.05" units="cm"/>
      <inkml:brushProperty name="height" value="0.05" units="cm"/>
    </inkml:brush>
  </inkml:definitions>
  <inkml:trace contextRef="#ctx0" brushRef="#br0">52 39 24575,'-11'-6'0,"7"5"0,1 0 0,0 0 0,-1-1 0,1 1 0,0-1 0,0 0 0,0 0 0,1 0 0,-1-1 0,0 1 0,-3-5 0,6 7 0,0 0 0,0 0 0,0 0 0,0-1 0,0 1 0,0 0 0,0 0 0,0 0 0,0 0 0,0 0 0,0-1 0,0 1 0,0 0 0,0 0 0,0 0 0,0 0 0,0 0 0,0-1 0,0 1 0,0 0 0,0 0 0,0 0 0,0 0 0,0 0 0,1 0 0,-1 0 0,0-1 0,0 1 0,0 0 0,0 0 0,0 0 0,0 0 0,0 0 0,1 0 0,-1 0 0,0 0 0,0 0 0,0 0 0,0 0 0,0 0 0,1-1 0,-1 1 0,0 0 0,12-2 0,11 2 0,570 38-866,53-5-1495,1303 53-895,-1849-83 3479,276-1 5203,-384-2-5405,0 1 1,0 1 0,0-1-1,1 1 1,-1 1-1,0-1 1,1 1 0,0 0-1,0 1 1,0 0-1,-10 7 1,7-3 16,1 0 0,0 1-1,1 0 1,0 0 0,0 1 0,-11 18 0,0 9 39,2 0 0,1 2 1,-16 57-1,28-84-76,-167 589-1,102-348 0,61-223 0,-133 496 0,38 7 0,85-390 0,-29 171 0,46-309 9,0 2-134,-1 1 0,1 0 0,-2-1 0,1 1 0,-1-1 1,0 0-1,-1 0 0,1 0 0,-1 0 0,-8 9 0,-2-4-6701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6.668"/>
    </inkml:context>
    <inkml:brush xml:id="br0">
      <inkml:brushProperty name="width" value="0.05" units="cm"/>
      <inkml:brushProperty name="height" value="0.05" units="cm"/>
    </inkml:brush>
  </inkml:definitions>
  <inkml:trace contextRef="#ctx0" brushRef="#br0">104 30 24575,'0'-2'0,"0"1"0,1 0 0,-1 0 0,-1 0 0,1-1 0,0 1 0,0 0 0,0 0 0,-1 0 0,1 0 0,0 0 0,-1 0 0,1-1 0,-1 1 0,1 0 0,-1 0 0,0 0 0,0 1 0,1-1 0,-1 0 0,0 0 0,0 0 0,0 0 0,0 1 0,0-1 0,0 0 0,-1 0 0,1 1 0,0 0 0,0 0 0,0 0 0,0 0 0,-1 0 0,1 0 0,0 0 0,0 1 0,0-1 0,0 0 0,0 1 0,0-1 0,0 1 0,0-1 0,0 1 0,0-1 0,0 1 0,0 0 0,1-1 0,-1 1 0,0 0 0,0 0 0,0-1 0,1 1 0,-1 0 0,1 0 0,-1 0 0,0 2 0,-10 16 0,2 0 0,0 1 0,1 0 0,1 0 0,-8 37 0,14-53 0,1 0 0,-1 0 0,1 0 0,0 0 0,0 1 0,0-1 0,0 0 0,1 0 0,-1 0 0,1 0 0,0-1 0,1 1 0,-1 0 0,1 0 0,-1 0 0,1-1 0,0 1 0,1-1 0,2 4 0,-2-4 0,1 1 0,0-1 0,0 0 0,0 0 0,0-1 0,0 1 0,1-1 0,-1 0 0,1 0 0,0 0 0,-1-1 0,1 0 0,0 0 0,0 0 0,7 0 0,2 0 0,0-1 0,-1-1 0,1 0 0,0-1 0,-1 0 0,1-1 0,-1 0 0,20-9 0,-26 10 0,-1-1 0,1 0 0,-1 0 0,1-1 0,-1 0 0,0 0 0,0 0 0,-1-1 0,0 0 0,1 0 0,-2 0 0,1-1 0,-1 0 0,1 0 0,-1 0 0,-1 0 0,6-13 0,-8 16 0,-1 0 0,1-1 0,-1 1 0,1-1 0,-1 1 0,0-1 0,-1 1 0,1-1 0,-1 1 0,1-1 0,-1 1 0,0-1 0,0 1 0,-1 0 0,1 0 0,-1-1 0,1 1 0,-1 0 0,0 0 0,0 1 0,0-1 0,-1 0 0,1 1 0,-1-1 0,1 1 0,-1 0 0,-3-3 0,-6-3 0,-1 0 0,1 1 0,-1 0 0,0 0 0,-17-4 0,-15-3-1365,3 4-5461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7.753"/>
    </inkml:context>
    <inkml:brush xml:id="br0">
      <inkml:brushProperty name="width" value="0.05" units="cm"/>
      <inkml:brushProperty name="height" value="0.05" units="cm"/>
    </inkml:brush>
  </inkml:definitions>
  <inkml:trace contextRef="#ctx0" brushRef="#br0">245 122 24575,'-2'1'0,"-1"-1"0,1 1 0,0-1 0,0 1 0,0 0 0,-1 0 0,1 0 0,0 0 0,0 0 0,0 0 0,0 0 0,0 1 0,1-1 0,-1 1 0,0-1 0,1 1 0,-1 0 0,1 0 0,-1 0 0,-1 4 0,-3 4 0,0 1 0,-7 19 0,12-25 0,-32 94 0,-29 143 0,7-21 0,48-198 0,3-12 0,0 0 0,1 0 0,0 1 0,1-1 0,0 1 0,1-1 0,0 1 0,2 18 0,-1-28 0,1-1 0,-1 1 0,1-1 0,0 1 0,0-1 0,0 1 0,-1-1 0,1 0 0,1 1 0,-1-1 0,0 0 0,0 0 0,0 0 0,1 0 0,-1 0 0,0 0 0,1 0 0,-1 0 0,1 0 0,-1-1 0,1 1 0,0 0 0,-1-1 0,1 0 0,0 1 0,-1-1 0,1 0 0,0 0 0,1 0 0,8 1 0,1-2 0,-1 1 0,15-4 0,-12 2 0,97-4 0,0 4 0,125 14 0,-96-4 0,-106-6 0,-1-2 0,51-5 0,-74 4 0,-1-1 0,0 0 0,0 0 0,0-1 0,0 0 0,0 0 0,0-1 0,-1 0 0,1-1 0,-1 0 0,0 0 0,-1-1 0,13-11 0,-15 10 0,0 1 0,-1-1 0,0 0 0,0 0 0,0 0 0,-1 0 0,0-1 0,-1 0 0,0 1 0,2-10 0,1-13 0,0-41 0,-2 29 0,22-143 0,0 4 0,-22 140 0,-1-1 0,-5-55 0,2 93 0,1 0 0,-1 0 0,0 0 0,0 0 0,0 0 0,0 1 0,-1-1 0,1 0 0,-1 1 0,0 0 0,0-1 0,0 1 0,-1 0 0,1 0 0,-1 0 0,0 0 0,0 0 0,0 1 0,0-1 0,-4-1 0,1 0 0,-1 1 0,0 0 0,1 1 0,-1 0 0,0 0 0,0 0 0,-1 1 0,1 0 0,0 0 0,-8 1 0,-164-2 0,-122-3 0,258 3 0,-119-1 0,161 3 6,-1 0-158,-1 0-1,1 0 1,-1 0 0,1 1-1,-1-1 1,1 1 0,0-1-1,-4 2 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39.153"/>
    </inkml:context>
    <inkml:brush xml:id="br0">
      <inkml:brushProperty name="width" value="0.05" units="cm"/>
      <inkml:brushProperty name="height" value="0.05" units="cm"/>
    </inkml:brush>
  </inkml:definitions>
  <inkml:trace contextRef="#ctx0" brushRef="#br0">95 94 24575,'0'-1'0,"0"0"0,0-1 0,0 1 0,0-1 0,0 1 0,0 0 0,1-1 0,-1 1 0,0 0 0,1-1 0,-1 1 0,1 0 0,-1-1 0,1 1 0,0 0 0,-1 0 0,1 0 0,0-1 0,0 1 0,0 0 0,0 0 0,0 0 0,0 1 0,1-2 0,0 1 0,0 1 0,0-1 0,0 1 0,0 0 0,0-1 0,0 1 0,0 0 0,0 0 0,0 0 0,0 1 0,0-1 0,0 0 0,0 1 0,0-1 0,0 1 0,3 1 0,-4-2 0,0 1 0,0-1 0,1 0 0,-1 1 0,0-1 0,0 1 0,0-1 0,0 1 0,0-1 0,0 1 0,0 0 0,0-1 0,0 1 0,0 0 0,0 0 0,-1 0 0,1 0 0,0 0 0,-1 0 0,1 0 0,0 0 0,0 2 0,-1-2 0,0 0 0,-1 0 0,1 0 0,-1-1 0,1 1 0,-1 0 0,1 0 0,-1 0 0,1 0 0,-1-1 0,1 1 0,-1 0 0,0-1 0,0 1 0,1 0 0,-1-1 0,0 1 0,0-1 0,0 1 0,0-1 0,0 1 0,-8 3 0,0-1 0,0 0 0,0 0 0,-13 2 0,14-4 0,0 0 0,0-1 0,0 0 0,0-1 0,0 1 0,-10-3 0,16 2 0,0 1 0,0-1 0,0 1 0,1-1 0,-1 0 0,0 0 0,0 0 0,1 0 0,-1 0 0,1 0 0,-1 0 0,1 0 0,-3-3 0,3 3 0,1-1 0,-1 1 0,1 0 0,-1 0 0,1 0 0,0 0 0,-1-1 0,1 1 0,0 0 0,0 0 0,0-1 0,0 1 0,0 0 0,0 0 0,0-1 0,1 1 0,-1 0 0,0 0 0,1 0 0,-1-1 0,1 1 0,-1 0 0,2-2 0,1-1 0,0 0 0,0 0 0,1 0 0,-1 0 0,1 0 0,0 1 0,0 0 0,0 0 0,0 0 0,1 0 0,4-2 0,0 1 0,0-1 0,1 2 0,-1-1 0,17-3 0,-25 7 0,-1 0 0,1-1 0,0 1 0,-1 0 0,1 0 0,-1 0 0,1 0 0,-1 0 0,1 0 0,0 0 0,-1 0 0,1 0 0,-1 0 0,1 0 0,0 0 0,-1 0 0,1 0 0,-1 0 0,1 1 0,-1-1 0,1 0 0,-1 0 0,1 1 0,-1-1 0,1 0 0,0 1 0,-1 0 0,0 0 0,0-1 0,0 1 0,0 0 0,-1-1 0,1 1 0,0 0 0,0-1 0,-1 1 0,1-1 0,0 1 0,0 0 0,-1-1 0,1 1 0,-1-1 0,1 1 0,-1-1 0,0 1 0,-26 22 0,24-20-105,-1-2 0,0 1 0,1 0 0,-1-1 0,0 0 0,0 0 0,0 0 0,0 0 0,0-1 0,0 1 0,0-1 0,-6-1 0,0-1-6721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4.363"/>
    </inkml:context>
    <inkml:brush xml:id="br0">
      <inkml:brushProperty name="width" value="0.05" units="cm"/>
      <inkml:brushProperty name="height" value="0.05" units="cm"/>
    </inkml:brush>
  </inkml:definitions>
  <inkml:trace contextRef="#ctx0" brushRef="#br0">52 0 24575,'20'1'0,"-22"0"0,0 0 0,0 0 0,0 1 0,1-1 0,-1 0 0,0 1 0,1-1 0,-1 1 0,1 0 0,-1-1 0,1 1 0,0 0 0,0 0 0,0 0 0,0 0 0,0 0 0,0 3 0,-12 37 0,1 14 0,-7 98 0,18-130 0,1 0 0,0 0 0,2 0 0,1-1 0,1 1 0,13 42 0,-12-52 0,1 0 0,0-1 0,2 1 0,-1-1 0,1 0 0,1-1 0,1 0 0,20 20 0,-15-18 0,2 0 0,0-2 0,1 0 0,0 0 0,32 13 0,1-5 0,0-2 0,2-3 0,0-2 0,58 7 0,124 8 0,-10-1 0,-214-25 116,-8-1-222,0-1 0,0 1 0,0 0 1,0-1-1,0 0 0,0 0 0,0 0 0,0 0 1,0 0-1,0 0 0,-1-1 0,1 0 1,5-1-1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4.610"/>
    </inkml:context>
    <inkml:brush xml:id="br0">
      <inkml:brushProperty name="width" value="0.05" units="cm"/>
      <inkml:brushProperty name="height" value="0.05" units="cm"/>
    </inkml:brush>
  </inkml:definitions>
  <inkml:trace contextRef="#ctx0" brushRef="#br0">73 22 24575,'-2'-3'0,"0"1"0,0 0 0,0 1 0,0-1 0,-1 0 0,1 1 0,0-1 0,-1 1 0,0 0 0,1 0 0,-1 0 0,0 0 0,-2 0 0,4 1 0,1 0 0,0 1 0,0-1 0,0 1 0,-1-1 0,1 1 0,0-1 0,0 1 0,0-1 0,0 1 0,0-1 0,0 1 0,0-1 0,0 1 0,0-1 0,0 1 0,0-1 0,0 1 0,0-1 0,0 1 0,0-1 0,1 0 0,-1 1 0,0-1 0,0 1 0,1-1 0,-1 1 0,0-1 0,1 1 0,9 17 0,-9-16 0,7 13 0,0 0 0,0 1 0,-1 0 0,-1 0 0,4 20 0,-9-32 0,0 0 0,0 1 0,-1-1 0,0 1 0,0 0 0,0-1 0,0 1 0,-1-1 0,0 1 0,0-1 0,0 0 0,0 1 0,-1-1 0,0 0 0,0 0 0,0 0 0,0 0 0,-1 0 0,1 0 0,-1-1 0,0 1 0,0-1 0,0 0 0,-1 0 0,-3 3 0,-21 12-1365,1-2-5461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5.783"/>
    </inkml:context>
    <inkml:brush xml:id="br0">
      <inkml:brushProperty name="width" value="0.05" units="cm"/>
      <inkml:brushProperty name="height" value="0.05" units="cm"/>
    </inkml:brush>
  </inkml:definitions>
  <inkml:trace contextRef="#ctx0" brushRef="#br0">314 394 24575,'1'-1'0,"0"1"0,0-1 0,0 1 0,0-1 0,0 0 0,0 1 0,0-1 0,0 0 0,0 1 0,-1-1 0,1 0 0,0 0 0,-1 0 0,1 0 0,-1 0 0,1 0 0,-1 0 0,1 0 0,0-1 0,0 0 0,0 0 0,-1 0 0,1 0 0,0 0 0,-1-1 0,1 1 0,-1 0 0,1-4 0,-2 4 0,0 1 0,1-1 0,-1 1 0,0-1 0,0 1 0,0-1 0,0 1 0,0 0 0,0-1 0,-1 1 0,1 0 0,0 0 0,-1 0 0,1 0 0,0 0 0,-1 0 0,0 0 0,1 1 0,-1-1 0,1 0 0,-1 1 0,0-1 0,1 1 0,-1 0 0,0 0 0,0-1 0,1 1 0,-1 0 0,-2 1 0,-5-2 0,0 2 0,0-1 0,0 1 0,-11 3 0,6 0 0,2 0 0,-1 1 0,0 1 0,1 0 0,0 1 0,1 0 0,-1 1 0,2 0 0,-1 1 0,1 0 0,-16 18 0,17-17 0,1 1 0,0 0 0,0 0 0,1 1 0,1 0 0,-1 0 0,2 0 0,0 1 0,1 0 0,0 0 0,-4 25 0,8-33 0,-1 1 0,1-1 0,0 1 0,0-1 0,1 1 0,0-1 0,0 1 0,0-1 0,0 0 0,1 1 0,0-1 0,0 0 0,0 0 0,1 0 0,0 0 0,0-1 0,0 1 0,1-1 0,4 6 0,-3-6 0,0 0 0,0 0 0,1-1 0,-1 0 0,1 0 0,0 0 0,0 0 0,0-1 0,0 0 0,0 0 0,0-1 0,1 0 0,-1 0 0,0 0 0,1-1 0,8 0 0,-3-1 0,0 0 0,0-1 0,-1-1 0,1 0 0,-1 0 0,1-1 0,-1-1 0,-1 0 0,1 0 0,0-1 0,-1 0 0,-1-1 0,1 0 0,-1-1 0,0 0 0,0 0 0,-1-1 0,-1 0 0,9-12 0,-4 4 0,-1-1 0,0-1 0,-2 0 0,0-1 0,-1 1 0,-1-1 0,-1-1 0,-1 0 0,5-40 0,-8 19 0,-2 1 0,-1 0 0,-3 0 0,-1 0 0,-2 0 0,-12-40 0,17 76 0,-8-29 0,9 33 0,1-1 0,-1 1 0,1-1 0,-1 1 0,0 0 0,0-1 0,1 1 0,-1 0 0,0 0 0,-1-1 0,1 1 0,0 0 0,0 0 0,0 0 0,-1 0 0,-1-1 0,2 2 0,1 0 0,0 0 0,-1 0 0,1 0 0,0 0 0,-1 0 0,1 0 0,0 0 0,0 0 0,-1 0 0,1 1 0,0-1 0,-1 0 0,1 0 0,0 0 0,-1 0 0,1 1 0,0-1 0,0 0 0,-1 0 0,1 0 0,0 1 0,0-1 0,0 0 0,-1 0 0,1 1 0,0-1 0,0 0 0,0 1 0,0-1 0,0 0 0,0 1 0,-1-1 0,1 1 0,-3 13 0,3-13 0,-3 27 0,1 0 0,1 1 0,1-1 0,5 35 0,27 111 0,46 92-1365,-66-232-5461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6.160"/>
    </inkml:context>
    <inkml:brush xml:id="br0">
      <inkml:brushProperty name="width" value="0.05" units="cm"/>
      <inkml:brushProperty name="height" value="0.05" units="cm"/>
    </inkml:brush>
  </inkml:definitions>
  <inkml:trace contextRef="#ctx0" brushRef="#br0">66 317 24575,'0'-1'0,"0"0"0,0 0 0,1 0 0,-1 0 0,0 0 0,1 0 0,-1-1 0,1 1 0,-1 0 0,1 0 0,-1 0 0,1 0 0,0 0 0,-1 1 0,1-1 0,0 0 0,0 0 0,0 0 0,-1 1 0,1-1 0,0 0 0,0 1 0,0-1 0,0 1 0,0-1 0,1 1 0,-1-1 0,0 1 0,0 0 0,1-1 0,7 0 0,-1 0 0,1 0 0,10 0 0,1 0 0,-5-1 0,1 0 0,-1-1 0,0-1 0,0-1 0,24-9 0,-36 12 0,0 1 0,0-1 0,0 0 0,0 0 0,0 0 0,0 0 0,0 0 0,-1 0 0,1-1 0,-1 0 0,1 1 0,-1-1 0,0 0 0,0 0 0,0 0 0,-1 0 0,1-1 0,-1 1 0,0 0 0,1-1 0,-2 1 0,1-1 0,0 1 0,-1-1 0,1 1 0,-1-1 0,0 1 0,0-1 0,-1 1 0,0-6 0,-2 0 0,0 0 0,0-1 0,-1 1 0,0 0 0,-1 1 0,0-1 0,-1 1 0,1 0 0,-2 0 0,1 1 0,-1 0 0,0 0 0,0 0 0,-1 1 0,0 0 0,0 1 0,0 0 0,-10-5 0,12 8 0,0-1 0,0 1 0,0 0 0,0 0 0,0 1 0,0-1 0,0 1 0,0 1 0,-1-1 0,1 1 0,0 0 0,-12 2 0,13 0 0,0-1 0,1 1 0,-1 0 0,0 0 0,1 0 0,-1 1 0,1-1 0,0 1 0,-1 0 0,2 1 0,-1-1 0,0 1 0,1-1 0,-1 1 0,1 0 0,0 0 0,-4 7 0,3-1 0,-1-1 0,1 1 0,1 0 0,0 0 0,0 0 0,1 0 0,0 0 0,1 1 0,0-1 0,1 1 0,0-1 0,0 0 0,1 1 0,1-1 0,-1 1 0,2-1 0,0 0 0,0 0 0,7 14 0,-3-8 0,0 0 0,2-1 0,0 0 0,1 0 0,0-1 0,1 0 0,1-1 0,0 0 0,1-1 0,25 20 0,-24-24-170,-1 0-1,1-1 0,0 0 1,1-1-1,0-1 0,0 0 1,24 4-1,1-3-6655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6.474"/>
    </inkml:context>
    <inkml:brush xml:id="br0">
      <inkml:brushProperty name="width" value="0.05" units="cm"/>
      <inkml:brushProperty name="height" value="0.05" units="cm"/>
    </inkml:brush>
  </inkml:definitions>
  <inkml:trace contextRef="#ctx0" brushRef="#br0">25 115 24575,'-25'-61'0,"34"123"0,-2-25 0,-5-19 0,1 0 0,1 0 0,1-1 0,1 1 0,0-1 0,11 19 0,-16-34 0,0 0 0,1 0 0,-1-1 0,1 1 0,-1 0 0,1-1 0,0 1 0,0-1 0,0 0 0,0 0 0,0 0 0,0 0 0,0 0 0,0 0 0,0 0 0,1-1 0,-1 1 0,0-1 0,0 1 0,1-1 0,-1 0 0,0 0 0,1 0 0,-1 0 0,0 0 0,1-1 0,-1 1 0,0-1 0,0 0 0,0 1 0,1-1 0,-1 0 0,3-2 0,2-1 0,0 1 0,-1-1 0,0 0 0,0-1 0,0 0 0,0 0 0,-1 0 0,0 0 0,7-9 0,-7 5 0,0 0 0,-1 0 0,1 0 0,-2-1 0,0 1 0,0-1 0,0 0 0,1-15 0,-2 9 0,-1 1 0,-1-1 0,0 1 0,-5-30 0,4 41-91,1 1 0,-1 0 0,0-1 0,0 1 0,0 0 0,0 0 0,0 0 0,-1 0 0,1 0 0,-1 0 0,0 0 0,0 0 0,0 1 0,-4-5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6.705"/>
    </inkml:context>
    <inkml:brush xml:id="br0">
      <inkml:brushProperty name="width" value="0.05" units="cm"/>
      <inkml:brushProperty name="height" value="0.05" units="cm"/>
    </inkml:brush>
  </inkml:definitions>
  <inkml:trace contextRef="#ctx0" brushRef="#br0">108 1 24575,'-7'-1'0,"1"2"0,-1-1 0,0 1 0,0-1 0,0 2 0,1-1 0,-12 5 0,16-5 0,-1 1 0,0-1 0,1 1 0,-1 0 0,1 0 0,0 0 0,0 0 0,0 0 0,0 0 0,0 1 0,0-1 0,0 1 0,1-1 0,-1 1 0,1 0 0,0-1 0,0 1 0,0 0 0,-1 6 0,0 3 0,0 0 0,1 0 0,1 1 0,0-1 0,1 0 0,0 0 0,1 1 0,1-1 0,-1 0 0,2-1 0,0 1 0,0 0 0,1-1 0,1 0 0,6 11 0,-1-9-1365,0-5-5461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6.830"/>
    </inkml:context>
    <inkml:brush xml:id="br0">
      <inkml:brushProperty name="width" value="0.05" units="cm"/>
      <inkml:brushProperty name="height" value="0.05" units="cm"/>
    </inkml:brush>
  </inkml:definitions>
  <inkml:trace contextRef="#ctx0" brushRef="#br0">12 124 24575,'0'-7'0,"0"-9"0,0-6 0,0-3 0,0 2 0,-2 4 0,-1 8 0,0 11 0,1 6 0,0 4-8191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7.093"/>
    </inkml:context>
    <inkml:brush xml:id="br0">
      <inkml:brushProperty name="width" value="0.05" units="cm"/>
      <inkml:brushProperty name="height" value="0.05" units="cm"/>
    </inkml:brush>
  </inkml:definitions>
  <inkml:trace contextRef="#ctx0" brushRef="#br0">176 52 24575,'1'-1'0,"0"1"0,0 0 0,0-1 0,0 1 0,1 0 0,-1-1 0,0 1 0,0-1 0,0 1 0,0-1 0,0 0 0,-1 0 0,1 1 0,0-1 0,0 0 0,0 0 0,-1 0 0,1 0 0,0 0 0,-1 0 0,1 0 0,-1 0 0,1 0 0,-1 0 0,1 0 0,-1 0 0,0 0 0,0 0 0,1 0 0,-1-3 0,0 3 0,0 0 0,0 0 0,0 0 0,0 1 0,0-1 0,0 0 0,0 0 0,0 0 0,-1 0 0,1 0 0,0 0 0,0 1 0,-1-1 0,1 0 0,-1 0 0,1 0 0,-1 1 0,1-1 0,-1 0 0,1 0 0,-1 1 0,0-1 0,1 1 0,-1-1 0,0 0 0,1 1 0,-1-1 0,0 1 0,0 0 0,0-1 0,1 1 0,-1 0 0,0-1 0,0 1 0,0 0 0,0 0 0,0 0 0,0 0 0,0 0 0,1 0 0,-1 0 0,-2 0 0,-5 1 0,0 1 0,0 0 0,0 1 0,0 0 0,1 0 0,-1 0 0,1 1 0,0 0 0,0 1 0,-11 8 0,10-6 0,-1 0 0,1 0 0,1 1 0,-1 0 0,1 1 0,1 0 0,-9 15 0,13-22 9,1 1 0,0-1 0,-1 1 0,1-1 0,0 1 0,0 0 0,1 0 0,-1 0 0,1 0 0,-1-1 0,1 1 0,0 0 0,0 0 0,0 0 0,0 0 0,1 0 0,-1 0 0,1 0 0,0-1 0,-1 1 0,1 0 0,1 0 0,-1-1 0,0 1 0,1-1 0,-1 1 0,1-1 0,0 1 0,0-1 0,0 0 0,0 0 0,0 0 0,0 0 0,0 0 0,1-1 0,-1 1 0,5 1 0,4 3-253,1-1 0,1 0 0,-1-1 0,1 0 1,-1-1-1,26 3 0,-1-2-6582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7.526"/>
    </inkml:context>
    <inkml:brush xml:id="br0">
      <inkml:brushProperty name="width" value="0.05" units="cm"/>
      <inkml:brushProperty name="height" value="0.05" units="cm"/>
    </inkml:brush>
  </inkml:definitions>
  <inkml:trace contextRef="#ctx0" brushRef="#br0">160 248 24575,'-4'-4'0,"1"0"0,0 0 0,0-1 0,1 1 0,-1-1 0,1 0 0,-2-4 0,2 4 0,0 0 0,0 1 0,0-1 0,-1 1 0,0-1 0,-4-4 0,7 9 0,0 0 0,0 1 0,0-1 0,0 0 0,0 0 0,0 0 0,0 0 0,0 0 0,0 0 0,0 0 0,0 0 0,0 0 0,0 0 0,0 0 0,0 0 0,0 0 0,0 0 0,0 0 0,0 1 0,0-1 0,0 0 0,0 0 0,-1 0 0,1 0 0,0 0 0,0 0 0,0 0 0,0 0 0,0 0 0,0 0 0,0 0 0,0 0 0,0 0 0,0 0 0,0 0 0,0 0 0,-1 0 0,1 0 0,0 0 0,0 0 0,0 0 0,0 0 0,0 0 0,0 0 0,0 0 0,0 0 0,0 0 0,0-1 0,0 1 0,0 0 0,0 0 0,0 0 0,-1 0 0,1 0 0,0 0 0,0 0 0,0 0 0,0 0 0,0 0 0,0 0 0,0 0 0,0 0 0,0 0 0,0 0 0,0-1 0,0 1 0,0 0 0,0 0 0,0 0 0,2 9 0,7 11 0,-7-17 0,2 0 0,-1 0 0,0-1 0,1 1 0,-1 0 0,1-1 0,0 0 0,0 0 0,-1 0 0,2-1 0,-1 1 0,0-1 0,0 0 0,0 0 0,6 0 0,-3-1 0,0 1 0,1-2 0,-1 1 0,0-1 0,0 0 0,0-1 0,0 1 0,13-6 0,-13 4 0,0 0 0,0 0 0,-1 0 0,1-1 0,-1 0 0,1-1 0,-1 1 0,-1-1 0,1 0 0,-1-1 0,0 1 0,0-1 0,0 0 0,-1 0 0,0-1 0,0 1 0,-1-1 0,4-10 0,-6 14 0,0-1 0,0 1 0,-1-1 0,1 1 0,-1-1 0,0 1 0,0-1 0,-1 1 0,1-1 0,-1 1 0,1-1 0,-1 1 0,0 0 0,-1-1 0,1 1 0,0 0 0,-1 0 0,0 0 0,0 0 0,0 0 0,0 0 0,0 0 0,0 1 0,-1-1 0,1 1 0,-1-1 0,0 1 0,0 0 0,0 0 0,0 0 0,0 1 0,-4-2 0,0 0 0,-1 0 0,1 0 0,-1 1 0,0 0 0,1 1 0,-1 0 0,0 0 0,0 1 0,0-1 0,0 2 0,0-1 0,0 1 0,-11 3 0,7 0 0,-1 1 0,1 1 0,0-1 0,0 2 0,1 0 0,0 0 0,0 1 0,1 1 0,0-1 0,0 2 0,1-1 0,0 1 0,1 1 0,0 0 0,-6 11 0,9-13 0,1-1 0,0 0 0,0 1 0,1 0 0,1 0 0,-1 0 0,1 0 0,1 0 0,-2 18 0,4-20 0,-1 0 0,1 0 0,0 0 0,0 0 0,1 0 0,0 0 0,0-1 0,1 1 0,0 0 0,0-1 0,0 0 0,1 0 0,0 0 0,4 5 0,-3-5 19,0-1 0,1 0 0,-1 0 0,1-1 0,0 0 0,0 0 0,1 0 0,-1 0 0,1-1 0,-1-1 0,1 1 0,0-1 0,0 0 0,0 0 0,1-1 0,-1 0 0,14 0 0,-12-1-141,1 0 0,-1-1 0,0 0 0,1 0 0,-1-1 0,0-1 0,0 0 0,0 0 0,0 0 1,0-1-1,-1 0 0,0-1 0,11-7 0,-6 1-6704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8.309"/>
    </inkml:context>
    <inkml:brush xml:id="br0">
      <inkml:brushProperty name="width" value="0.05" units="cm"/>
      <inkml:brushProperty name="height" value="0.05" units="cm"/>
    </inkml:brush>
  </inkml:definitions>
  <inkml:trace contextRef="#ctx0" brushRef="#br0">65 44 24575,'0'-4'0,"-1"0"0,1 0 0,-1 0 0,0 0 0,0 0 0,-3-7 0,4 10 0,0 1 0,-1-1 0,1 1 0,0 0 0,0-1 0,-1 1 0,1-1 0,0 1 0,0 0 0,-1-1 0,1 1 0,0 0 0,-1-1 0,1 1 0,-1 0 0,1-1 0,-1 1 0,1 0 0,0 0 0,-1 0 0,1-1 0,-1 1 0,1 0 0,-1 0 0,0 0 0,0 1 0,0-1 0,0 0 0,1 1 0,-1-1 0,0 1 0,0 0 0,1-1 0,-1 1 0,1-1 0,-1 1 0,0 0 0,1 0 0,-1-1 0,1 1 0,0 0 0,-1 0 0,1-1 0,-1 3 0,-5 14 0,0 1 0,2-1 0,0 2 0,1-1 0,-2 35 0,3-28 0,-1 10 86,2 0-1,1 0 0,5 41 1,-3-62-242,0-1 1,1 1 0,0 0 0,1-1 0,1 0 0,0 0 0,1 0-1,0 0 1,1-1 0,15 20 0,-7-15-6671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8.497"/>
    </inkml:context>
    <inkml:brush xml:id="br0">
      <inkml:brushProperty name="width" value="0.05" units="cm"/>
      <inkml:brushProperty name="height" value="0.05" units="cm"/>
    </inkml:brush>
  </inkml:definitions>
  <inkml:trace contextRef="#ctx0" brushRef="#br0">1 83 24575,'0'-2'0,"0"-6"0,2-3 0,3 0 0,4-1 0,6 2 0,6 3 0,6 0 0,8 1 0,4 2 0,6 2 0,3 1 0,2 0 0,-2 1 0,-4 0 0,-5 1 0,-6-1 0,-10 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8.649"/>
    </inkml:context>
    <inkml:brush xml:id="br0">
      <inkml:brushProperty name="width" value="0.05" units="cm"/>
      <inkml:brushProperty name="height" value="0.05" units="cm"/>
    </inkml:brush>
  </inkml:definitions>
  <inkml:trace contextRef="#ctx0" brushRef="#br0">43 1 24575,'-5'2'0,"-3"6"0,-3 3 0,0 3 0,4-2 0,7 0 0,6-2 0,11-3 0,8-3 0,7-1 0,8-2 0,4-1 0,3-3 0,1-3 0,-8 0-8191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8.883"/>
    </inkml:context>
    <inkml:brush xml:id="br0">
      <inkml:brushProperty name="width" value="0.05" units="cm"/>
      <inkml:brushProperty name="height" value="0.05" units="cm"/>
    </inkml:brush>
  </inkml:definitions>
  <inkml:trace contextRef="#ctx0" brushRef="#br0">273 0 24575,'-2'11'0,"-1"0"0,0-1 0,-4 11 0,1-4 0,-40 100 0,-69 126 0,55-122 0,35-64-1365,19-38-5461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6:49.363"/>
    </inkml:context>
    <inkml:brush xml:id="br0">
      <inkml:brushProperty name="width" value="0.05" units="cm"/>
      <inkml:brushProperty name="height" value="0.05" units="cm"/>
    </inkml:brush>
  </inkml:definitions>
  <inkml:trace contextRef="#ctx0" brushRef="#br0">251 178 24575,'11'-6'0,"-1"-2"0,0 0 0,-1 0 0,0 0 0,13-17 0,-21 24 0,2-3 0,0 1 0,0-1 0,0 0 0,-1 0 0,0 0 0,1 0 0,-1 0 0,-1-1 0,1 1 0,-1 0 0,2-10 0,-3 12 0,0 0 0,0 1 0,0-1 0,0 0 0,0 0 0,0 0 0,-1 0 0,1 0 0,-1 0 0,0 0 0,1 0 0,-1 1 0,0-1 0,0 0 0,0 1 0,0-1 0,0 0 0,-1 1 0,1-1 0,0 1 0,-1 0 0,1-1 0,-1 1 0,1 0 0,-1 0 0,0 0 0,1 0 0,-1 0 0,0 1 0,-3-2 0,-1 0 0,0 0 0,0 1 0,-1 0 0,1 0 0,-1 0 0,1 1 0,0 0 0,-1 0 0,1 1 0,-1 0 0,1 0 0,0 0 0,0 1 0,0 0 0,0 0 0,0 0 0,0 1 0,0 0 0,1 0 0,-1 1 0,1-1 0,0 1 0,0 0 0,0 1 0,1-1 0,-1 1 0,-3 5 0,4-5 0,0 0 0,0 1 0,1-1 0,-1 1 0,1 0 0,0-1 0,1 1 0,0 1 0,0-1 0,0 0 0,0 0 0,1 1 0,0-1 0,1 1 0,-1-1 0,1 1 0,1-1 0,-1 1 0,1-1 0,0 0 0,0 1 0,1-1 0,0 0 0,0 0 0,1 0 0,4 10 0,0-7 0,1 1 0,0-1 0,0-1 0,0 0 0,1 0 0,1 0 0,-1-1 0,20 10 0,-14-7 0,-14-10 0,-1 0 0,1 1 0,-1-1 0,1 0 0,-1 1 0,0-1 0,1 0 0,-1 1 0,1-1 0,-1 0 0,0 1 0,1-1 0,-1 1 0,0-1 0,0 1 0,1-1 0,-1 0 0,0 1 0,0-1 0,0 1 0,0-1 0,1 1 0,-1 0 0,0-1 0,0 1 0,0-1 0,0 1 0,0-1 0,-1 1 0,1 1 0,-1-1 0,1 0 0,-1 0 0,0 0 0,1 0 0,-1 0 0,0 0 0,0 0 0,0 0 0,0 0 0,-2 1 0,-39 23 0,32-20 0,-29 17 0,9-7 0,1 2 0,-45 35 0,73-52 0,0 1 0,0 0 0,-1 0 0,1 0 0,0 0 0,0 0 0,0 1 0,0-1 0,0 0 0,0 0 0,1 1 0,-1-1 0,0 0 0,1 1 0,-1-1 0,1 1 0,-1-1 0,1 1 0,0-1 0,-1 1 0,1-1 0,0 1 0,0-1 0,0 1 0,0 1 0,1-1 0,0 0 0,0-1 0,1 1 0,-1-1 0,0 1 0,0-1 0,1 0 0,-1 1 0,1-1 0,-1 0 0,1 0 0,-1 0 0,1 0 0,0 0 0,-1 0 0,1-1 0,0 1 0,0-1 0,0 1 0,2 0 0,30 4 0,0 0 0,1-3 0,-1 0 0,1-3 0,35-4 0,-63 5 30,1-1-205,-1 1 1,1-1 0,-1 0-1,1-1 1,-1 0 0,1 0-1,6-3 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1.419"/>
    </inkml:context>
    <inkml:brush xml:id="br0">
      <inkml:brushProperty name="width" value="0.05" units="cm"/>
      <inkml:brushProperty name="height" value="0.05" units="cm"/>
    </inkml:brush>
  </inkml:definitions>
  <inkml:trace contextRef="#ctx0" brushRef="#br0">165 7 24575,'0'-3'0,"-2"0"0,-2 3 0,-1 3 0,-3 3 0,-2 6 0,-2 3 0,0 3 0,-2 4 0,0 2 0,0 2 0,0 2 0,0-1 0,0 1 0,3 0 0,2-3 0,4-2 0,2-7-8191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3.279"/>
    </inkml:context>
    <inkml:brush xml:id="br0">
      <inkml:brushProperty name="width" value="0.05" units="cm"/>
      <inkml:brushProperty name="height" value="0.05" units="cm"/>
    </inkml:brush>
  </inkml:definitions>
  <inkml:trace contextRef="#ctx0" brushRef="#br0">247 260 24575,'6'-3'0,"0"-1"0,0 0 0,0 0 0,0 0 0,-1-1 0,1 1 0,-1-1 0,0-1 0,6-7 0,-10 11 0,0 1 0,0-1 0,0 0 0,-1 1 0,1-1 0,0 0 0,-1 0 0,1 0 0,-1 1 0,1-1 0,-1 0 0,0 0 0,0 0 0,0 0 0,0 0 0,0 0 0,0 0 0,0 1 0,-1-1 0,1 0 0,-1 0 0,1 0 0,-1 0 0,0 1 0,0-1 0,0 0 0,0 1 0,0-1 0,0 1 0,0-1 0,0 1 0,-1-1 0,1 1 0,-1 0 0,1 0 0,-1 0 0,1 0 0,-1 0 0,1 0 0,-4-1 0,-2-2 0,0 1 0,0 0 0,-1 1 0,1 0 0,-1 0 0,0 0 0,1 1 0,-1 0 0,0 0 0,0 1 0,0 0 0,0 1 0,1 0 0,-1 0 0,0 1 0,1-1 0,-1 2 0,1-1 0,-13 6 0,12-4 0,-1 0 0,1 0 0,0 1 0,0 0 0,1 1 0,-1-1 0,1 2 0,1-1 0,-1 1 0,1 0 0,0 0 0,0 0 0,1 1 0,0 0 0,1 0 0,-5 11 0,7-15 0,1-1 0,0 1 0,0 0 0,0 0 0,1 0 0,-1 0 0,1 0 0,0 0 0,0-1 0,0 1 0,1 0 0,-1 0 0,1 0 0,0 0 0,0 0 0,2 4 0,-1-5 0,0 0 0,0 0 0,0-1 0,0 1 0,0-1 0,1 1 0,-1-1 0,1 0 0,-1 0 0,1 0 0,0 0 0,0 0 0,0-1 0,0 1 0,0-1 0,0 0 0,1 0 0,-1 0 0,5 1 0,-1-1 0,1 0 0,0 0 0,-1-1 0,1 1 0,0-2 0,0 1 0,-1-1 0,1 0 0,-1-1 0,1 0 0,-1 0 0,1-1 0,-1 0 0,12-6 0,-13 5 0,-1 1 0,0-1 0,0 1 0,-1-1 0,1-1 0,-1 1 0,0-1 0,0 1 0,0-1 0,-1-1 0,0 1 0,0 0 0,0-1 0,0 1 0,-1-1 0,0 0 0,0 0 0,1-11 0,-1 5 0,-2 16 0,-1 19 0,2-15 0,-1 0 0,2-1 0,-1 1 0,1 0 0,0-1 0,0 1 0,1-1 0,0 0 0,1 0 0,-1 0 0,1 0 0,1-1 0,-1 1 0,10 9 0,-10-12 0,-1-1 0,1 0 0,0 0 0,0 0 0,0 0 0,0-1 0,1 1 0,-1-1 0,1 0 0,-1-1 0,1 1 0,-1-1 0,1 0 0,0 0 0,0 0 0,0-1 0,0 0 0,0 0 0,-1 0 0,1 0 0,0-1 0,0 0 0,0 0 0,7-2 0,-5 0 0,1 0 0,-1-1 0,-1 1 0,1-1 0,0-1 0,-1 1 0,0-1 0,0 0 0,-1 0 0,1-1 0,-1 0 0,0 0 0,-1 0 0,8-13 0,-7 10 0,0-1 0,-1 0 0,0-1 0,-1 1 0,0-1 0,-1 1 0,0-1 0,0 0 0,0-21 0,-2 30 0,0 1 0,0 0 0,0 0 0,-1-1 0,1 1 0,0 0 0,0 0 0,-1 0 0,1 0 0,0-1 0,-1 1 0,1 0 0,-2-2 0,2 3 0,-1 0 0,1-1 0,0 1 0,-1 0 0,1 0 0,0 0 0,0 0 0,-1-1 0,1 1 0,0 0 0,-1 0 0,1 0 0,0 0 0,-1 0 0,1 0 0,0 0 0,-1 0 0,1 0 0,-1 0 0,1 0 0,0 0 0,-1 0 0,1 0 0,0 0 0,-1 0 0,1 1 0,0-1 0,-1 0 0,1 0 0,-2 2 0,0-1 0,1 0 0,-1 1 0,0-1 0,1 1 0,0-1 0,-1 1 0,1 0 0,0 0 0,0 0 0,0 0 0,0-1 0,-1 5 0,0 2 0,-1 0 0,2 0 0,-1 0 0,1 1 0,1-1 0,-1 0 0,1 1 0,2 8 0,-2-14 0,0-1 0,1 1 0,-1 0 0,1-1 0,0 1 0,0-1 0,0 1 0,0-1 0,0 0 0,0 1 0,1-1 0,-1 0 0,1 0 0,0 0 0,0 0 0,-1 0 0,1 0 0,0 0 0,0-1 0,1 1 0,-1-1 0,0 0 0,1 1 0,-1-1 0,0 0 0,1 0 0,-1-1 0,6 2 0,-1-1 0,0 0 0,0-1 0,0 0 0,0 0 0,0-1 0,0 0 0,0 0 0,0 0 0,0-1 0,-1 0 0,1-1 0,0 1 0,-1-1 0,0-1 0,0 1 0,0-1 0,11-9 0,-11 8 0,0-1 0,0 0 0,-1 0 0,0-1 0,0 1 0,0-1 0,-1 0 0,0-1 0,0 1 0,-1-1 0,0 1 0,0-1 0,-1 0 0,3-15 0,-20 93 0,14-61 0,1 0 0,0 0 0,0 0 0,1 0 0,0 0 0,4 17 0,-4-23 0,0-1 0,0 1 0,0 0 0,1-1 0,-1 1 0,1-1 0,-1 1 0,1-1 0,0 0 0,0 0 0,0 0 0,0 0 0,0 0 0,1 0 0,-1-1 0,1 1 0,-1-1 0,1 1 0,-1-1 0,1 0 0,0 0 0,-1 0 0,1-1 0,0 1 0,5 0 0,-1-1 0,0 0 0,-1-1 0,1 1 0,0-1 0,0-1 0,0 1 0,-1-1 0,1 0 0,-1-1 0,1 0 0,-1 0 0,0 0 0,0-1 0,-1 0 0,1 0 0,6-6 0,0 0 0,-1-1 0,0 0 0,0-1 0,-2 0 0,1 0 0,9-17 0,-11 12 0,0 1 0,-1-1 0,-1-1 0,-1 1 0,0-1 0,-1 0 0,-1 0 0,0 0 0,-1-31 0,-2 46 0,0 0 0,0 0 0,-1 0 0,1 0 0,-1 0 0,0 1 0,0-1 0,-1-4 0,1 7 0,1-1 0,0 1 0,0 0 0,0-1 0,-1 1 0,1 0 0,0-1 0,-1 1 0,1 0 0,0-1 0,-1 1 0,1 0 0,0 0 0,-1 0 0,1-1 0,-1 1 0,1 0 0,0 0 0,-1 0 0,1 0 0,-1 0 0,1-1 0,-1 1 0,0 1 0,0-1 0,0 0 0,0 0 0,1 1 0,-1-1 0,0 0 0,0 1 0,0-1 0,1 1 0,-1-1 0,0 1 0,0 0 0,1-1 0,-1 1 0,-1 1 0,-3 5 0,1 0 0,-1 0 0,1 0 0,0 1 0,0-1 0,1 1 0,0 0 0,1 0 0,-3 15 0,0 8 0,-2 38 0,6-50-170,1 0-1,1 0 0,0-1 1,2 1-1,0-1 0,1 0 1,10 28-1,-8-33-6655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3.755"/>
    </inkml:context>
    <inkml:brush xml:id="br0">
      <inkml:brushProperty name="width" value="0.05" units="cm"/>
      <inkml:brushProperty name="height" value="0.05" units="cm"/>
    </inkml:brush>
  </inkml:definitions>
  <inkml:trace contextRef="#ctx0" brushRef="#br0">1 128 24575,'0'-2'0,"0"0"0,1 1 0,-1-1 0,1 0 0,0 0 0,-1 0 0,1 0 0,0 1 0,0-1 0,0 0 0,0 1 0,0-1 0,1 1 0,-1 0 0,0-1 0,1 1 0,-1 0 0,1-1 0,-1 1 0,1 0 0,0 0 0,0 1 0,-1-1 0,5-1 0,6-3 0,0 1 0,22-4 0,-17 4 0,8-2 0,-11 3 0,0-1 0,0 0 0,0 0 0,0-2 0,24-12 0,-23-1 0,-10 13 0,-4 20 0,-5 19 0,-1 0 0,-2-1 0,-13 38 0,-5 20 0,23-69 0,3-21 0,-1 0 0,0 0 0,0 0 0,1 0 0,-1 0 0,0 0 0,1 0 0,-1 0 0,0 0 0,0 0 0,1 0 0,-1 0 0,0 0 0,0-1 0,1 1 0,-1 0 0,0 0 0,0 0 0,1 0 0,-1 0 0,0-1 0,0 1 0,0 0 0,1 0 0,-1 0 0,0-1 0,0 1 0,0 0 0,0 0 0,0-1 0,0 1 0,1 0 0,-1 0 0,0-1 0,22-37 0,-20 33 0,7-12 0,0 0 0,18-28 0,-25 42 0,0 0 0,1-1 0,-1 1 0,1 1 0,0-1 0,0 0 0,0 1 0,0-1 0,0 1 0,1 0 0,-1 0 0,1 0 0,-1 1 0,7-3 0,-9 4 0,0 0 0,0 0 0,1 0 0,-1 0 0,0 0 0,0 1 0,1-1 0,-1 0 0,0 1 0,0-1 0,0 1 0,0-1 0,1 1 0,-1-1 0,0 1 0,0 0 0,0-1 0,0 1 0,0 0 0,-1 0 0,1 0 0,0 0 0,0 0 0,0 0 0,-1 0 0,1 0 0,-1 0 0,1 0 0,0 2 0,15 42 0,-10-25 0,2-4-1365,0-4-5461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03.877"/>
    </inkml:context>
    <inkml:brush xml:id="br0">
      <inkml:brushProperty name="width" value="0.05" units="cm"/>
      <inkml:brushProperty name="height" value="0.05" units="cm"/>
    </inkml:brush>
  </inkml:definitions>
  <inkml:trace contextRef="#ctx0" brushRef="#br0">3 1 24575,'-2'0'0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24.571"/>
    </inkml:context>
    <inkml:brush xml:id="br0">
      <inkml:brushProperty name="width" value="0.05" units="cm"/>
      <inkml:brushProperty name="height" value="0.05" units="cm"/>
    </inkml:brush>
  </inkml:definitions>
  <inkml:trace contextRef="#ctx0" brushRef="#br0">1 1 24575,'0'0'0,"0"0"0,0 0 0,0 0 0,0 0 0,0 0 0,0 0 0,0 0 0,0 0 0,0 0 0,0 0 0,0 0 0,0 1 0,0-1 0,0 0 0,0 0 0,0 0 0,-1 0 0,1 0 0,0 0 0,0 0 0,0 0 0,0 0 0,1 0 0,-1 1 0,0-1 0,0 0 0,0 0 0,0 0 0,0 0 0,0 0 0,0 0 0,0 0 0,0 0 0,0 0 0,0 0 0,0 0 0,0 1 0,0-1 0,0 0 0,0 0 0,0 0 0,0 0 0,0 0 0,1 0 0,-1 0 0,0 0 0,0 0 0,0 0 0,0 0 0,0 0 0,0 0 0,0 0 0,0 0 0,0 0 0,0 0 0,0 0 0,1 0 0,-1 0 0,0 0 0,11 1 0,15-1 0,-23 0 0,111-3 0,0 5 0,198 30 0,-305-30 212,-7-2-317,1 1 0,0-1 0,0 0 0,0 0 0,0 1-1,0-1 1,0 0 0,-1 0 0,1 0 0,0 0 0,0 0-1,0 0 1,0 0 0,1-1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24.895"/>
    </inkml:context>
    <inkml:brush xml:id="br0">
      <inkml:brushProperty name="width" value="0.05" units="cm"/>
      <inkml:brushProperty name="height" value="0.05" units="cm"/>
    </inkml:brush>
  </inkml:definitions>
  <inkml:trace contextRef="#ctx0" brushRef="#br0">122 59 24575,'-7'-5'0,"0"-1"0,-1 1 0,-9-5 0,-5-3 0,17 10 0,0 0 0,1 1 0,-1-1 0,0 1 0,0 0 0,-8-1 0,12 2 0,0 1 0,1 0 0,-1 0 0,0 0 0,1 0 0,-1 0 0,0 0 0,1 0 0,-1 0 0,0 0 0,1 0 0,-1 0 0,0 1 0,1-1 0,-1 0 0,0 0 0,1 1 0,-1-1 0,1 0 0,-1 1 0,0-1 0,1 1 0,-1 0 0,0 0 0,1 0 0,0 0 0,-1 0 0,1 0 0,0 1 0,0-1 0,-1 0 0,1 0 0,0 1 0,0-1 0,0 0 0,1 0 0,-1 0 0,0 1 0,0-1 0,1 0 0,-1 0 0,1 2 0,4 7 0,0 0 0,0 0 0,1 0 0,0-1 0,1 0 0,-1 0 0,16 14 0,-14-15 0,1 1 0,-2 0 0,1 1 0,-1-1 0,-1 1 0,0 1 0,5 12 0,-9-19 18,-1 0 0,0 0 0,0 0 0,0 0 0,0 0 0,-1 0 0,0 0 0,0 0 0,0 0 0,0 0 0,-1 0 0,1 0 0,-1 0 0,0 0 0,0 0 0,-1 0 0,1 0 0,-3 3 0,1-2-161,0 0 1,-1 0 0,0-1 0,0 0-1,0 1 1,0-1 0,0-1 0,-1 1 0,0-1-1,0 0 1,-10 5 0,-5 1-6684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26.017"/>
    </inkml:context>
    <inkml:brush xml:id="br0">
      <inkml:brushProperty name="width" value="0.05" units="cm"/>
      <inkml:brushProperty name="height" value="0.05" units="cm"/>
    </inkml:brush>
  </inkml:definitions>
  <inkml:trace contextRef="#ctx0" brushRef="#br0">331 394 24575,'0'-6'0,"1"0"0,0-1 0,1 1 0,-1 0 0,6-11 0,5-22 0,-11 31 0,0-1 0,-1 1 0,1 0 0,-1 0 0,-1 0 0,0-1 0,0 1 0,-2-9 0,2 14 0,-1 1 0,1-1 0,0 0 0,0 1 0,-1-1 0,0 1 0,1-1 0,-1 1 0,0 0 0,0 0 0,-1 0 0,1 0 0,0 0 0,-1 0 0,1 0 0,-1 1 0,1 0 0,-1-1 0,0 1 0,1 0 0,-1 0 0,0 0 0,0 1 0,0-1 0,-5 0 0,-2 0 0,0 1 0,0 0 0,0 1 0,0 0 0,1 1 0,-1 0 0,0 0 0,0 1 0,-16 6 0,12-2 0,0 0 0,0 1 0,0 0 0,1 1 0,-17 15 0,21-16 0,0 1 0,1 0 0,1 1 0,-1 0 0,1 0 0,1 0 0,-7 16 0,11-23 0,1 1 0,0-1 0,0 1 0,0 0 0,0-1 0,1 1 0,-1 0 0,1 0 0,0-1 0,0 1 0,0 0 0,1 4 0,0-5 0,0-1 0,0 0 0,0 1 0,0-1 0,0 0 0,0 0 0,1 0 0,-1 0 0,1 0 0,-1 0 0,1-1 0,0 1 0,0 0 0,0-1 0,0 1 0,0-1 0,0 0 0,0 0 0,0 0 0,5 2 0,-1-1 0,0 0 0,0 0 0,1 0 0,-1-1 0,0 0 0,1 0 0,-1-1 0,1 0 0,0 0 0,-1 0 0,1-1 0,-1 0 0,0 0 0,1-1 0,-1 1 0,0-1 0,0-1 0,0 1 0,9-6 0,-6 2 0,0-1 0,0 1 0,-1-1 0,0-1 0,0 1 0,-1-2 0,0 1 0,-1-1 0,1 0 0,8-19 0,28-66 0,-48 114 0,2 0 0,0 0 0,1 0 0,2 1 0,2 33 0,-2-49 0,2 1 0,-1 0 0,1-1 0,-1 1 0,2-1 0,-1 0 0,0 0 0,1 0 0,0 0 0,0 0 0,1 0 0,-1-1 0,1 0 0,8 8 0,-9-10 0,0 0 0,0 0 0,0-1 0,0 1 0,0-1 0,1 0 0,-1 0 0,0 0 0,1 0 0,-1 0 0,1-1 0,-1 1 0,0-1 0,1 0 0,-1 0 0,1-1 0,-1 1 0,1-1 0,-1 1 0,1-1 0,-1 0 0,0 0 0,0-1 0,1 1 0,4-3 0,1-2 0,0 0 0,-1-1 0,1 1 0,-1-2 0,0 1 0,-1-1 0,0 0 0,0-1 0,-1 1 0,0-1 0,6-12 0,-7 12 0,-1 0 0,0-1 0,0 1 0,-1-1 0,0 0 0,-1 1 0,0-1 0,0 0 0,-1-1 0,-1 1 0,0 0 0,-1-10 0,1 18 0,0 0 0,0 1 0,-1-1 0,1 0 0,-1 1 0,1-1 0,-1 0 0,1 1 0,-1-1 0,0 1 0,0-1 0,0 1 0,0 0 0,-2-3 0,2 3 0,1 1 0,-1 0 0,0-1 0,1 1 0,-1 0 0,0-1 0,0 1 0,1 0 0,-1 0 0,0-1 0,0 1 0,1 0 0,-1 0 0,0 0 0,0 0 0,0 0 0,1 0 0,-1 0 0,0 1 0,0-1 0,1 0 0,-2 1 0,-1 0 0,1 0 0,0 0 0,0 1 0,0-1 0,0 1 0,0 0 0,0 0 0,0-1 0,0 1 0,1 0 0,-1 1 0,1-1 0,0 0 0,-1 0 0,1 1 0,0-1 0,-1 4 0,1-1 0,0 0 0,0 0 0,1 0 0,-1 0 0,1 0 0,1 0 0,-1 0 0,0 0 0,1-1 0,0 1 0,0 0 0,1 0 0,0 0 0,-1-1 0,1 1 0,1-1 0,-1 1 0,1-1 0,-1 0 0,1 0 0,1 0 0,-1-1 0,0 1 0,1-1 0,0 1 0,0-1 0,0 0 0,0-1 0,0 1 0,0-1 0,1 0 0,-1 0 0,1 0 0,0 0 0,0-1 0,-1 0 0,1 0 0,0 0 0,0-1 0,0 1 0,0-1 0,0 0 0,0-1 0,0 1 0,0-1 0,0 0 0,0 0 0,5-3 0,-1 0 0,0-1 0,-1-1 0,1 0 0,-1 0 0,-1 0 0,1-1 0,-1 0 0,0-1 0,-1 0 0,0 0 0,0 0 0,0-1 0,-1 1 0,-1-1 0,1-1 0,-1 1 0,-1-1 0,4-16 0,-7 11 0,0 14 0,0 1 0,0 0 0,0 0 0,0 0 0,0 0 0,0 0 0,0 0 0,-1-1 0,1 1 0,0 0 0,0 0 0,0 0 0,0 0 0,0 0 0,-1 0 0,1 0 0,0 0 0,0 0 0,0 0 0,0 0 0,-1 0 0,1 0 0,0 0 0,0 0 0,0 0 0,-1 0 0,1 0 0,0 0 0,0 0 0,0 0 0,0 0 0,-1 0 0,1 0 0,0 0 0,0 0 0,0 0 0,0 0 0,0 0 0,-1 1 0,-1 0 0,1 0 0,-1 1 0,1-1 0,-1 1 0,1-1 0,-1 1 0,1 0 0,0 0 0,0 0 0,-2 3 0,-2 7 0,0 1 0,1 1 0,1-1 0,0 1 0,1-1 0,0 1 0,0 26 0,2-33 0,1 0 0,0 0 0,0 0 0,1 0 0,-1 0 0,2 0 0,3 11 0,-4-15 0,0 1 0,0-1 0,0 0 0,1 1 0,-1-1 0,1 0 0,0 0 0,0-1 0,0 1 0,0-1 0,0 1 0,0-1 0,1 0 0,4 2 0,-3-2 0,0-1 0,0 0 0,0 0 0,0-1 0,0 1 0,1-1 0,-1 0 0,0-1 0,0 1 0,0-1 0,0 0 0,0 0 0,0-1 0,0 1 0,-1-1 0,1 0 0,-1 0 0,1-1 0,5-3 0,5-4 0,-1 0 0,-1 0 0,1-1 0,17-20 0,-19 16 0,0-1 0,0 0 0,-2-1 0,0-1 0,-1 1 0,0-1 0,5-20 0,-4 7 0,-1-1 0,-1 0 0,4-48 0,-11 74 0,-1 0 0,0 1 0,0-1 0,0 0 0,-2-8 0,2 14 0,0 0 0,0-1 0,-1 1 0,1 0 0,0-1 0,0 1 0,0 0 0,0-1 0,0 1 0,0 0 0,0 0 0,-1-1 0,1 1 0,0 0 0,0-1 0,-1 1 0,1 0 0,0 0 0,0-1 0,-1 1 0,1 0 0,0 0 0,0 0 0,-1 0 0,1-1 0,0 1 0,-1 0 0,1 0 0,0 0 0,-1 0 0,1 0 0,0 0 0,-1 0 0,1 0 0,-2 0 0,1 1 0,0 0 0,-1 0 0,1 0 0,0 0 0,0 0 0,0 0 0,0 0 0,0 1 0,0-1 0,0 0 0,0 0 0,-1 3 0,-14 23 0,2 1 0,0 1 0,-17 57 0,16-36 0,-12 83 0,24-109-273,0 0 0,2-1 0,0 1 0,5 33 0,-1-36-6553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26.400"/>
    </inkml:context>
    <inkml:brush xml:id="br0">
      <inkml:brushProperty name="width" value="0.05" units="cm"/>
      <inkml:brushProperty name="height" value="0.05" units="cm"/>
    </inkml:brush>
  </inkml:definitions>
  <inkml:trace contextRef="#ctx0" brushRef="#br0">1 233 24575,'0'-7'0,"0"-1"0,0 1 0,1 0 0,0 0 0,1 0 0,-1 0 0,1 0 0,5-12 0,-4 15 0,-1 0 0,1 0 0,0 0 0,0 0 0,0 0 0,0 1 0,1 0 0,0 0 0,-1 0 0,1 0 0,0 0 0,0 1 0,1-1 0,5-1 0,3-1 0,1 1 0,18-4 0,-23 7 0,-1-1 0,0 0 0,1 0 0,-1 0 0,0-1 0,-1-1 0,1 1 0,0-1 0,-1-1 0,9-6 0,-14 9 0,0-1 0,-1 1 0,1-1 0,-1 1 0,0-1 0,0 0 0,0 1 0,1-4 0,-2 4 0,1 0 0,-1 0 0,1 0 0,0 0 0,-1 0 0,1 1 0,0-1 0,0 0 0,0 1 0,1-1 0,1-2 0,-3 8 0,1-1 0,-1 1 0,0-1 0,-1 1 0,1-1 0,-1 1 0,0 3 0,-30 89 0,22-74 0,1 1 0,1 0 0,1 0 0,1 0 0,1 1 0,-1 24 0,5-47 0,-1 0 0,1 1 0,0-1 0,1 0 0,-1 1 0,0-1 0,0 0 0,0 0 0,1 1 0,-1-1 0,1 0 0,-1 0 0,1 1 0,-1-1 0,1 0 0,0 0 0,-1 0 0,1 0 0,0 0 0,1 1 0,-1-2 0,0 1 0,0-1 0,0 1 0,0-1 0,0 0 0,1 1 0,-1-1 0,0 0 0,0 0 0,0 0 0,0 0 0,0 0 0,0 0 0,1 0 0,-1-1 0,0 1 0,0 0 0,1-1 0,7-3 0,-1 0 0,1 0 0,-1-1 0,11-9 0,-10 8 0,-8 5 0,12-8 0,1 0 0,0 1 0,0 0 0,28-10 0,-41 18-41,0 0 0,-1-1-1,1 1 1,0 0-1,0 0 1,0 0 0,0-1-1,0 1 1,0 0 0,0 0-1,-1 0 1,1 0-1,0 1 1,0-1 0,0 0-1,0 0 1,0 0 0,0 1-1,-1-1 1,1 0-1,0 1 1,0-1 0,0 1-1,-1-1 1,1 1 0,0 0-1,-1-1 1,1 1-1,0-1 1,-1 1 0,1 0-1,0 1 1,2 6-6785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26.523"/>
    </inkml:context>
    <inkml:brush xml:id="br0">
      <inkml:brushProperty name="width" value="0.05" units="cm"/>
      <inkml:brushProperty name="height" value="0.05" units="cm"/>
    </inkml:brush>
  </inkml:definitions>
  <inkml:trace contextRef="#ctx0" brushRef="#br0">0 14 24575,'0'-2'0,"0"-4"0,2 1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3.031"/>
    </inkml:context>
    <inkml:brush xml:id="br0">
      <inkml:brushProperty name="width" value="0.05" units="cm"/>
      <inkml:brushProperty name="height" value="0.05" units="cm"/>
    </inkml:brush>
  </inkml:definitions>
  <inkml:trace contextRef="#ctx0" brushRef="#br0">512 55 24575,'3'-17'0,"2"-5"0,-5 21 0,0 1 0,1-1 0,-1 0 0,0 1 0,0-1 0,0 0 0,0 1 0,0-1 0,0 0 0,-1 1 0,1-1 0,0 1 0,0-1 0,0 0 0,-1 1 0,1-1 0,0 1 0,-1-1 0,1 1 0,0-1 0,-1 1 0,1-1 0,-1 0 0,0 1 0,0 0 0,1 1 0,-1-1 0,0 0 0,1 1 0,-1-1 0,1 0 0,-1 1 0,0-1 0,1 1 0,-1-1 0,1 1 0,0-1 0,-1 1 0,1 0 0,-1-1 0,1 1 0,0-1 0,-1 1 0,1 0 0,0-1 0,0 1 0,-1 0 0,1-1 0,0 2 0,-6 19 0,2-1 0,0 1 0,1 0 0,1 0 0,1 28 0,-1-2 0,-40 455-351,-46-3 1,25-256 350,-136 335 0,113-392 701,85-186-701,1 1 0,0 0 0,-1 0 0,1 0 0,0-1 0,-1 1 0,1 0 0,0 0 0,0 0 0,0 0 0,0 0 0,0 0 0,0-1 0,0 1 0,0 0 0,0 0 0,0 0 0,1 0 0,-1 1 0,1-1 0,-1-1 0,1 1 0,-1-1 0,1 1 0,-1-1 0,1 0 0,0 1 0,-1-1 0,1 0 0,-1 1 0,1-1 0,0 0 0,-1 0 0,1 0 0,0 1 0,-1-1 0,1 0 0,0 0 0,1 0 0,5-1 0,0 1 0,0-1 0,0-1 0,8-2 0,-1 1 0,210-22 47,4 18-202,-188 6 73,919 9-3487,6 28-77,964 85 127,-4 44 2098,-1768-149 1637,313 16 3756,-414-35-2851,-54 3-979,-1 0 0,1-1 0,-1 1 0,1 0 0,-1-1 0,1 1 0,-1-1 0,1 1 0,-1-1 0,0 1 0,1-1 0,1-2 0,-3 3-102,1 0 1,-1-1-1,0 1 0,0 0 0,0-1 1,0 1-1,0 0 0,0-1 1,1 1-1,-1 0 0,0-1 0,0 1 1,0 0-1,0-1 0,0 1 1,0 0-1,0-1 0,0 1 0,-1 0 1,1-1-1,0 1 0,0 0 1,0-1-1,0 1 0,0 0 0,-1-1 1,1 1-1,0 0 0,0 0 1,0-1-1,-1 1 0,1-1 1,-4-2 243,1 0 0,-1 0 1,0 0-1,0 1 1,0-1-1,-6-1 1,-42-18-951,-4 1-4990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3.778"/>
    </inkml:context>
    <inkml:brush xml:id="br0">
      <inkml:brushProperty name="width" value="0.05" units="cm"/>
      <inkml:brushProperty name="height" value="0.05" units="cm"/>
    </inkml:brush>
  </inkml:definitions>
  <inkml:trace contextRef="#ctx0" brushRef="#br0">55 89 24575,'-10'0'0,"-16"0"0,25 0 0,0 0 0,0 0 0,0 0 0,0 0 0,0 0 0,0 0 0,0-1 0,1 1 0,-1 0 0,0-1 0,0 1 0,0 0 0,0-1 0,1 1 0,-1-1 0,0 1 0,0-1 0,1 0 0,-1 1 0,0-2 0,1 1 0,0 1 0,0-1 0,0 1 0,0-1 0,0 1 0,0-1 0,0 1 0,0-1 0,1 1 0,-1-1 0,0 1 0,0-1 0,1 1 0,-1-1 0,0 1 0,1-1 0,-1 1 0,0-1 0,1 1 0,-1 0 0,1-1 0,-1 1 0,1 0 0,-1-1 0,1 1 0,-1 0 0,1 0 0,-1-1 0,1 1 0,-1 0 0,1 0 0,-1 0 0,2 0 0,21-7 0,-22 6 0,91-16-36,0 4 0,116-1 0,-157 11-106,991-9-4714,5 61-101,245 63 2427,1 32 1930,21 3 3476,-1244-141-1280,62 9 2539,-132-15-4081,0 0 0,1 0 0,-1 0 0,0 0 0,0 0 0,1 0-1,-1 0 1,0 0 0,0 0 0,1 0 0,-1 0 0,0 0 0,0 0 0,1 0-1,-1 0 1,0 0 0,0 1 0,1-1 0,-1 0 0,0 0 0,0 0 0,0 0-1,1 0 1,-1 1 0,0-1 0,0 0 0,0 0 0,0 0 0,1 1 0,-1-1-1,0 0 1,0 0 0,0 0 0,0 1 0,0-1 0,0 0 0,0 0 0,1 1 0,-12 4 1008,-25 4-187,30-8-549,-8 3-286,0-1-1,1 1 1,0 1-1,0 1 1,0 0-1,-24 15 1,33-18-43,-1 1 0,0-1 0,1 2 0,0-1 1,0 0-1,0 1 0,0-1 0,1 1 1,0 0-1,0 0 0,0 1 0,0-1 1,1 1-1,0-1 0,0 1 0,1 0 1,0-1-1,0 1 0,-1 7 0,3 12 3,1 1 0,1-1 0,1 0 0,1 0 0,15 43 0,2 12 0,-6-9 0,-4 0 0,-2 1 0,-4 1 0,-6 142 0,-63 247 0,-36-8 0,39-213 342,-19-10-2049,61-189-5119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4.987"/>
    </inkml:context>
    <inkml:brush xml:id="br0">
      <inkml:brushProperty name="width" value="0.05" units="cm"/>
      <inkml:brushProperty name="height" value="0.05" units="cm"/>
    </inkml:brush>
  </inkml:definitions>
  <inkml:trace contextRef="#ctx0" brushRef="#br0">13 48 24575,'-5'-15'0,"-3"-11"0,12 20 0,8 8 0,-8 0 0,0 1 0,0-1 0,-1 1 0,1-1 0,-1 1 0,0 1 0,0-1 0,0 0 0,0 1 0,0-1 0,-1 1 0,0 0 0,4 7 0,1 5 0,-1 0 0,6 20 0,-7-17 0,0 1 0,-2-1 0,0 1 0,-1 0 0,0 0 0,-2 0 0,-1-1 0,0 1 0,-1 0 0,-2 0 0,0-1 0,-11 33 0,14-49 0,1-1 0,-1 0 0,0 0 0,-1 0 0,1 0 0,0-1 0,-1 1 0,1 0 0,-3 2 0,4-4 0,0 0 0,0 0 0,0 0 0,0 0 0,-1 0 0,1 0 0,0 1 0,0-1 0,0 0 0,0 0 0,0 0 0,0 0 0,0 0 0,0 0 0,0 0 0,-1 0 0,1 0 0,0 0 0,0 0 0,0 0 0,0 0 0,0 0 0,0 0 0,0 0 0,-1 0 0,1 0 0,0 0 0,0 0 0,0 0 0,0 0 0,0-1 0,0 1 0,0 0 0,0 0 0,0 0 0,0 0 0,-1 0 0,1 0 0,0 0 0,0 0 0,0 0 0,0 0 0,0 0 0,0 0 0,0-1 0,0 1 0,0 0 0,0 0 0,0 0 0,0 0 0,0 0 0,0 0 0,0 0 0,0-1 0,2-14 0,16-48 0,4 1 0,55-113 0,-76 172 0,1 0 0,0 0 0,0 0 0,0 0 0,0 0 0,1 0 0,4-4 0,-7 7 0,0 0 0,1 0 0,-1 0 0,0-1 0,0 1 0,1 0 0,-1 0 0,0 0 0,1 0 0,-1 0 0,0 0 0,0 0 0,1-1 0,-1 1 0,0 0 0,1 0 0,-1 0 0,0 0 0,1 0 0,-1 1 0,0-1 0,1 0 0,-1 0 0,0 0 0,0 0 0,1 0 0,-1 0 0,0 0 0,0 0 0,1 1 0,-1-1 0,0 0 0,1 0 0,-1 2 0,1-1 0,0 0 0,0 1 0,-1-1 0,1 0 0,-1 1 0,0-1 0,1 1 0,-1-1 0,0 1 0,0 2 0,0 99 0,-1-5 0,1-97 0,0 0 0,0 0 0,0 0 0,0 0 0,0 0 0,1 0 0,-1 0 0,0 0 0,0 0 0,1 0 0,-1 0 0,1 0 0,-1-1 0,1 1 0,-1 0 0,1 0 0,-1 0 0,1 0 0,0-1 0,-1 1 0,1 0 0,1 0 0,-1 0 0,0-1 0,0 0 0,0 0 0,0 0 0,0 0 0,0 0 0,0 0 0,0 0 0,0 0 0,0 0 0,0 0 0,0 0 0,0-1 0,0 1 0,0-1 0,0 1 0,0 0 0,1-2 0,4-2 0,1 0 0,-1-1 0,0 0 0,8-9 0,3-6 0,25-37 0,-28 36 0,0 2 0,21-23 0,-34 41 0,0 0 0,0 0 0,0 0 0,0 0 0,1 0 0,-1 0 0,0 0 0,0 0 0,1 0 0,-1 1 0,0-1 0,1 0 0,-1 1 0,1-1 0,-1 1 0,1 0 0,-1-1 0,1 1 0,2 0 0,-3 0 0,0 1 0,1-1 0,-1 1 0,0-1 0,0 1 0,0 0 0,0-1 0,0 1 0,0 0 0,0 0 0,-1 0 0,1-1 0,0 1 0,0 0 0,0 0 0,-1 0 0,1 0 0,-1 0 0,2 2 0,1 5 0,0 0 0,-1 1 0,0-1 0,0 1 0,1 11 0,1 25 0,-2-21 0,0-1 0,2 0 0,12 43 0,-15-64 8,-1-1-1,0 1 1,1 0-1,0-1 0,-1 1 1,1-1-1,0 1 1,0-1-1,0 1 0,0-1 1,0 1-1,0-1 1,0 0-1,0 0 1,1 0-1,-1 1 0,0-1 1,1 0-1,-1-1 1,1 1-1,-1 0 0,1 0 1,0-1-1,-1 1 1,1-1-1,0 1 1,-1-1-1,1 0 0,0 1 1,0-1-1,-1 0 1,1 0-1,0 0 1,-1-1-1,1 1 0,0 0 1,0-1-1,-1 1 1,1-1-1,-1 1 0,1-1 1,0 0-1,-1 0 1,1 1-1,0-3 1,9-3-350,-1-1 1,-1 0 0,0-1-1,16-17 1,-7 6-6485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5.174"/>
    </inkml:context>
    <inkml:brush xml:id="br0">
      <inkml:brushProperty name="width" value="0.05" units="cm"/>
      <inkml:brushProperty name="height" value="0.05" units="cm"/>
    </inkml:brush>
  </inkml:definitions>
  <inkml:trace contextRef="#ctx0" brushRef="#br0">120 114 24575,'-2'-5'0,"-4"-5"0,-2-7 0,-5-2 0,-2 0 0,-4 0 0,-1 4 0,4 7 0,4 7 0,4 5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5.843"/>
    </inkml:context>
    <inkml:brush xml:id="br0">
      <inkml:brushProperty name="width" value="0.05" units="cm"/>
      <inkml:brushProperty name="height" value="0.05" units="cm"/>
    </inkml:brush>
  </inkml:definitions>
  <inkml:trace contextRef="#ctx0" brushRef="#br0">189 406 24575,'3'-1'0,"0"1"0,1-1 0,-1 0 0,0-1 0,0 1 0,0-1 0,0 1 0,0-1 0,-1 0 0,1 0 0,0 0 0,-1 0 0,1 0 0,-1-1 0,0 1 0,0-1 0,2-3 0,5-5 0,-1-1 0,11-21 0,-19 32 0,1 0 0,-1 0 0,1 0 0,-1 0 0,1 0 0,-1-1 0,0 1 0,0 0 0,1 0 0,-1 0 0,0 0 0,0-1 0,0 1 0,0 0 0,0 0 0,-1 0 0,1 0 0,0-1 0,0 1 0,-1 0 0,1 0 0,-1 0 0,1 0 0,-2-1 0,1 0 0,-1 0 0,1 1 0,-1-1 0,0 1 0,1-1 0,-1 1 0,0 0 0,0 0 0,0 0 0,0 0 0,0 0 0,-3 0 0,-1-1 0,1 1 0,-1-1 0,1 2 0,-1-1 0,0 0 0,0 1 0,1 0 0,-1 1 0,-10 1 0,7 2 0,-1 0 0,1 0 0,0 1 0,0 0 0,0 1 0,1 0 0,-1 0 0,2 1 0,-8 7 0,3-2 0,1 1 0,0 0 0,1 1 0,-15 26 0,23-35 0,-1 0 0,0 1 0,1 0 0,0-1 0,1 1 0,-1 0 0,1 0 0,0 0 0,0 0 0,1 0 0,0 0 0,1 8 0,-1-11 0,1 0 0,0 0 0,0 1 0,0-1 0,0-1 0,1 1 0,-1 0 0,1 0 0,0 0 0,-1-1 0,1 1 0,1-1 0,-1 1 0,0-1 0,0 0 0,1 0 0,-1 0 0,1 0 0,0-1 0,0 1 0,0-1 0,-1 1 0,1-1 0,6 1 0,0 1 0,0-1 0,0 0 0,1-1 0,-1 0 0,1-1 0,-1 0 0,1-1 0,-1 1 0,1-2 0,-1 1 0,1-1 0,-1-1 0,0 0 0,0 0 0,0-1 0,10-6 0,-12 7 0,0-2 0,0 1 0,0-1 0,-1 0 0,1 0 0,-1 0 0,-1-1 0,1 0 0,-1 0 0,0-1 0,0 1 0,-1-1 0,0 0 0,0-1 0,-1 1 0,0 0 0,0-1 0,-1 0 0,3-10 0,-2-22 0,-2 1 0,-2-1 0,-1 1 0,-10-50 0,-3-43 0,17 110 0,0 16 0,1 15 0,0 16 0,-1 0 0,-2 1 0,-1-1 0,-3 28 0,1-23 0,1 0 0,3 44 0,1-53 0,2 0 0,0 0 0,10 30 0,-12-45 0,0 0 0,1 0 0,-1-1 0,1 1 0,0-1 0,0 0 0,1 1 0,-1-2 0,1 1 0,1 0 0,-1-1 0,0 0 0,1 0 0,0 0 0,0 0 0,9 4 0,-11-7-72,1 0 1,0 0-1,-1 0 0,1-1 0,0 0 0,0 1 0,-1-1 0,1-1 1,0 1-1,0 0 0,-1-1 0,1 0 0,0 0 0,-1 0 0,1 0 1,-1-1-1,1 1 0,3-3 0,11-6-6754</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6.343"/>
    </inkml:context>
    <inkml:brush xml:id="br0">
      <inkml:brushProperty name="width" value="0.05" units="cm"/>
      <inkml:brushProperty name="height" value="0.05" units="cm"/>
    </inkml:brush>
  </inkml:definitions>
  <inkml:trace contextRef="#ctx0" brushRef="#br0">214 397 24575,'3'-4'0,"1"0"0,-1 0 0,0 0 0,0 0 0,0-1 0,0 0 0,-1 1 0,0-1 0,0 0 0,0 0 0,-1 0 0,1 0 0,-1 0 0,0-1 0,-1 1 0,1-7 0,-1 8 0,-1 1 0,1 0 0,-1 0 0,1 0 0,-1 0 0,0-1 0,0 1 0,0 1 0,-1-1 0,1 0 0,-1 0 0,1 0 0,-1 1 0,0-1 0,0 1 0,0-1 0,-1 1 0,1 0 0,0 0 0,-1 0 0,0 0 0,1 0 0,-1 1 0,0-1 0,0 1 0,0-1 0,-5 0 0,3 0 0,1 1 0,-1 0 0,0 1 0,0-1 0,0 1 0,0 0 0,1 0 0,-1 0 0,0 1 0,0 0 0,0-1 0,1 2 0,-1-1 0,-6 3 0,3 0 0,1-1 0,1 1 0,-1 1 0,1-1 0,-1 1 0,1 0 0,1 1 0,-10 9 0,10-8 0,0-1 0,0 1 0,0 0 0,1 0 0,0 1 0,0-1 0,1 1 0,0 0 0,0 0 0,1 0 0,0 0 0,0 0 0,1 1 0,0-1 0,0 0 0,1 1 0,2 14 0,-1-20 0,0 1 0,0 0 0,0-1 0,0 1 0,1-1 0,-1 0 0,1 1 0,0-1 0,0 0 0,1 0 0,-1 0 0,0-1 0,1 1 0,0 0 0,0-1 0,0 0 0,3 3 0,0-2 0,-1-1 0,1 1 0,-1-1 0,1 0 0,0-1 0,0 1 0,0-1 0,0 0 0,12 0 0,-7-1 0,1-1 0,-1 0 0,1-1 0,0 0 0,-1 0 0,0-1 0,0-1 0,0 0 0,0-1 0,16-9 0,-20 9 0,1 0 0,-2 0 0,1-1 0,-1 0 0,0-1 0,0 1 0,0-1 0,-1-1 0,0 1 0,-1 0 0,4-10 0,-2 5 0,-2 0 0,0-1 0,-1 0 0,0 1 0,-1-1 0,2-23 0,-5-2 0,-1 0 0,-2-1 0,-1 1 0,-11-38 0,15 74 0,-1-9 0,0 1 0,-1 0 0,-5-11 0,8 20 0,0 1 0,0 0 0,0 0 0,0 0 0,0-1 0,0 1 0,0 0 0,-1 0 0,1 0 0,0-1 0,0 1 0,0 0 0,0 0 0,0 0 0,0 0 0,-1-1 0,1 1 0,0 0 0,0 0 0,0 0 0,0 0 0,-1 0 0,1-1 0,0 1 0,0 0 0,0 0 0,-1 0 0,1 0 0,0 0 0,0 0 0,0 0 0,-1 0 0,1 0 0,0 0 0,0 0 0,-1 0 0,-2 8 0,0 15 0,3 60 0,3-1 0,24 140 0,-11-148-1365,-8-46-5461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6.540"/>
    </inkml:context>
    <inkml:brush xml:id="br0">
      <inkml:brushProperty name="width" value="0.05" units="cm"/>
      <inkml:brushProperty name="height" value="0.05" units="cm"/>
    </inkml:brush>
  </inkml:definitions>
  <inkml:trace contextRef="#ctx0" brushRef="#br0">0 1 24575,'3'0'0,"0"2"0,2 4 0,0 2 0,0 3 0,-2 3 0,-1 3 0,0 2 0,-2 1 0,-2 1 0,-1-1 0,0-1 0,0-1 0,1-2 0,1-1 0,0-4-8191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8.366"/>
    </inkml:context>
    <inkml:brush xml:id="br0">
      <inkml:brushProperty name="width" value="0.05" units="cm"/>
      <inkml:brushProperty name="height" value="0.05" units="cm"/>
    </inkml:brush>
  </inkml:definitions>
  <inkml:trace contextRef="#ctx0" brushRef="#br0">22 307 24575,'1'0'0,"0"-1"0,0 0 0,1 0 0,-1 1 0,0-1 0,0 0 0,0 0 0,0 0 0,0-1 0,-1 1 0,1 0 0,0 0 0,0 0 0,-1-1 0,1-1 0,4-5 0,9-8 0,22-20 0,-25 26 0,0 0 0,-1 0 0,-1-1 0,0-1 0,10-15 0,-15 18 0,1 0 0,-2 0 0,1-1 0,-1 1 0,-1-1 0,3-14 0,-5 20 0,0 0 0,1 0 0,-2 1 0,1-1 0,0 0 0,-1 0 0,1 1 0,-1-1 0,-2-4 0,3 6 0,-1 1 0,0-1 0,0 0 0,0 1 0,0-1 0,0 1 0,-1-1 0,1 1 0,0 0 0,-1-1 0,1 1 0,-1 0 0,1 0 0,-1 0 0,1 0 0,-1 0 0,0 0 0,1 1 0,-3-2 0,1 2 0,0-1 0,-1 1 0,1 0 0,0 0 0,0 0 0,0 1 0,0-1 0,0 1 0,0-1 0,0 1 0,0 0 0,0 0 0,0 0 0,0 1 0,1-1 0,-1 1 0,0-1 0,1 1 0,-1 0 0,1 0 0,0 0 0,-3 3 0,-5 5 0,1 0 0,1 0 0,-13 21 0,16-23 0,0 0 0,0 1 0,1-1 0,1 1 0,-1 0 0,1 0 0,1 1 0,0-1 0,0 1 0,0-1 0,1 12 0,1-16 0,1 1 0,-1-1 0,1 0 0,0 0 0,1 0 0,-1 0 0,1 0 0,0 0 0,0 0 0,0 0 0,1-1 0,0 1 0,0-1 0,0 0 0,0 0 0,0 0 0,1 0 0,0-1 0,0 1 0,0-1 0,0 0 0,6 3 0,-1-1 0,0-1 0,0 1 0,0-2 0,1 1 0,0-2 0,0 1 0,0-1 0,0 0 0,0-1 0,0-1 0,0 1 0,1-1 0,-1-1 0,0 0 0,15-4 0,-18 4 0,-1-1 0,-1 0 0,1 0 0,0 0 0,0-1 0,-1 0 0,1 0 0,-1 0 0,0-1 0,0 1 0,0-1 0,-1-1 0,1 1 0,-1-1 0,0 1 0,0-1 0,0 0 0,-1-1 0,0 1 0,0 0 0,0-1 0,-1 0 0,0 0 0,0 0 0,0 0 0,0-6 0,0 1 0,0 0 0,-1 0 0,-1 0 0,0 0 0,0 0 0,-1 1 0,-4-19 0,5 28 0,0 0 0,-1 1 0,1-1 0,0 0 0,0 1 0,-1-1 0,1 0 0,0 1 0,-1-1 0,1 1 0,-1-1 0,1 1 0,-1-1 0,1 1 0,-1-1 0,1 1 0,-1-1 0,0 1 0,-7 4 0,7-2 0,0 0 0,-1 1 0,1-1 0,0 0 0,1 1 0,-1-1 0,-1 6 0,-2 60 0,4-61 0,0-1 0,1 1 0,-1-1 0,2 1 0,-1-1 0,1 1 0,0-1 0,3 8 0,-4-12 0,0 0 0,0-1 0,1 1 0,-1-1 0,0 1 0,1-1 0,-1 1 0,0-1 0,1 0 0,0 0 0,-1 0 0,1 0 0,0 0 0,-1 0 0,1 0 0,0 0 0,0-1 0,0 1 0,0-1 0,0 1 0,-1-1 0,1 0 0,0 0 0,0 0 0,0 0 0,0 0 0,0 0 0,0 0 0,0-1 0,0 1 0,0-1 0,0 0 0,0 1 0,-1-1 0,1 0 0,2-2 0,4 0 0,-1-1 0,0-1 0,0 0 0,-1 0 0,1 0 0,-1 0 0,7-10 0,14-27 0,-24 35 0,1-1 0,1 1 0,-1 0 0,1 1 0,11-13 0,-16 19 0,0 0 0,0 0 0,1 0 0,-1-1 0,0 1 0,0 0 0,1 0 0,-1 0 0,0 0 0,0-1 0,0 1 0,1 0 0,-1 0 0,0 0 0,1 0 0,-1 0 0,0 0 0,0 0 0,1 0 0,-1 0 0,0 0 0,1 0 0,-1 0 0,0 0 0,0 0 0,1 0 0,-1 0 0,0 0 0,0 0 0,1 0 0,-1 0 0,0 0 0,0 1 0,1-1 0,-1 0 0,0 0 0,0 0 0,1 0 0,-1 1 0,6 13 0,-4 21 0,-2-34 0,0 28 0,-1-13 0,1 0 0,3 29 0,-3-42 0,1 0 0,-1 0 0,1 0 0,0 0 0,0 0 0,0 0 0,0-1 0,0 1 0,0 0 0,1-1 0,0 1 0,-1-1 0,1 1 0,0-1 0,0 0 0,0 0 0,1 0 0,-1 0 0,0 0 0,1 0 0,2 1 0,-2-2 0,-1-1 0,1 1 0,0-1 0,-1 1 0,1-1 0,0 0 0,0 0 0,-1 0 0,1 0 0,0 0 0,-1-1 0,1 1 0,0-1 0,-1 0 0,1 0 0,-1 0 0,1 0 0,-1 0 0,1 0 0,-1-1 0,0 1 0,0-1 0,1 0 0,-1 1 0,-1-1 0,1 0 0,0 0 0,2-3 0,6-7 0,-1-1 0,0 0 0,11-22 0,-16 28 0,-4 6 0,28-55 0,-26 51 0,0-1 0,0 1 0,-1 0 0,0 0 0,0-1 0,0 1 0,-1-1 0,1 1 0,-2-7 0,1 11 0,0 0 0,0 0 0,0 0 0,0 0 0,0 0 0,0 0 0,-1 1 0,1-1 0,0 0 0,-1 0 0,1 0 0,0 0 0,-1 1 0,1-1 0,-1 0 0,1 0 0,-1 1 0,0-1 0,1 0 0,-1 1 0,0-1 0,1 1 0,-1-1 0,0 1 0,0-1 0,0 1 0,1 0 0,-1-1 0,0 1 0,0 0 0,0 0 0,0-1 0,0 1 0,0 0 0,1 0 0,-1 0 0,0 0 0,0 0 0,0 0 0,0 0 0,0 1 0,0-1 0,0 0 0,0 0 0,1 1 0,-1-1 0,0 0 0,-1 2 0,1-2 0,0 0 0,1 1 0,-1-1 0,0 1 0,1-1 0,-1 1 0,0-1 0,1 1 0,-1 0 0,1-1 0,-1 1 0,1 0 0,-1-1 0,1 1 0,-1 0 0,1 0 0,0-1 0,-1 1 0,1 0 0,0 0 0,0 0 0,0-1 0,0 1 0,-1 0 0,1 0 0,0 0 0,0 0 0,1-1 0,-1 1 0,0 0 0,0 0 0,0 0 0,0 0 0,1-1 0,-1 1 0,0 0 0,1 0 0,-1-1 0,1 1 0,-1 0 0,1-1 0,-1 1 0,1 0 0,-1-1 0,1 1 0,0-1 0,-1 1 0,1-1 0,0 1 0,0-1 0,1 1 0,5 4 0,0-2 0,1 1 0,0-1 0,-1 0 0,1-1 0,0 1 0,1-2 0,-1 1 0,8 0 0,82 0 0,-70-2 0,0 0 0,38-5 0,-58 4 0,0-1 0,0 1 0,-1-1 0,1-1 0,-1 1 0,0-1 0,0 0 0,0-1 0,12-8 0,-16 10 0,-1 0 0,0-1 0,0 1 0,0-1 0,0 1 0,0-1 0,0 0 0,-1 1 0,1-1 0,-1 0 0,0 0 0,0 0 0,0 0 0,0 0 0,-1-1 0,1 1 0,-1 0 0,0 0 0,0 0 0,0-1 0,0 1 0,0 0 0,-1 0 0,1 0 0,-1 0 0,0-1 0,0 1 0,0 0 0,-1 1 0,1-1 0,-1 0 0,-2-3 0,3 3 0,-1 1 0,1-1 0,-1 1 0,0 0 0,0-1 0,0 1 0,0 0 0,0 0 0,-1 1 0,1-1 0,0 0 0,-1 1 0,0-1 0,1 1 0,-1 0 0,0 0 0,1 0 0,-1 0 0,0 1 0,0-1 0,0 1 0,0-1 0,0 1 0,0 0 0,0 0 0,0 1 0,0-1 0,1 0 0,-1 1 0,0 0 0,0 0 0,0 0 0,1 0 0,-1 0 0,-3 2 0,-2 3 0,0 0 0,1 0 0,-1 1 0,1 0 0,1 0 0,0 1 0,0-1 0,0 1 0,1 1 0,-8 15 0,7-11 0,0 1 0,1 0 0,1 0 0,0 0 0,0 1 0,-1 21 0,5-32 0,-1 0 0,1 0 0,0 0 0,1 0 0,-1 0 0,1 0 0,-1-1 0,1 1 0,0 0 0,1 0 0,-1-1 0,1 1 0,-1 0 0,1-1 0,0 0 0,0 1 0,1-1 0,-1 0 0,1 0 0,3 3 0,-3-4 0,0 0 0,0 0 0,0 0 0,1-1 0,-1 1 0,0-1 0,1 0 0,-1 0 0,1 0 0,0-1 0,-1 1 0,1-1 0,-1 0 0,1 0 0,0 0 0,-1 0 0,1-1 0,-1 1 0,1-1 0,-1 0 0,1 0 0,3-2 0,2-1 0,0 0 0,0 0 0,-1-1 0,0 0 0,0-1 0,0 0 0,-1 0 0,0-1 0,10-10 0,-6 3 0,-1 1 0,0-1 0,-1-1 0,11-24 0,-16 28 0,6-14 0,-9 24 0,-1 1 0,1 0 0,-1-1 0,0 1 0,1 0 0,-1-1 0,1 1 0,-1 0 0,1-1 0,-1 1 0,1 0 0,-1 0 0,1 0 0,-1 0 0,1-1 0,-1 1 0,1 0 0,-1 0 0,1 0 0,-1 0 0,1 0 0,-1 0 0,1 0 0,-1 0 0,1 0 0,0 1 0,-1-1 0,1 0 0,-1 0 0,1 0 0,-1 1 0,1-1 0,-1 0 0,0 0 0,1 1 0,-1-1 0,1 0 0,-1 1 0,0-1 0,1 1 0,-1-1 0,0 1 0,1 0 0,4 5 0,0 0 0,0 0 0,0 1 0,-1-1 0,0 1 0,-1 0 0,1 1 0,2 10 0,16 65 0,-17-57 0,-5-45 0,1 0 0,1-1 0,5-23 0,-5 32 0,1 1 0,0-1 0,0 1 0,2 0 0,-1 0 0,1 0 0,9-13 0,-12 21 0,-1 0 0,1 0 0,0 0 0,0 0 0,0 0 0,0 0 0,0 0 0,1 0 0,-1 1 0,0-1 0,1 1 0,-1 0 0,1 0 0,-1 0 0,1 0 0,0 0 0,0 0 0,-1 1 0,1-1 0,0 1 0,0 0 0,-1 0 0,1 0 0,0 0 0,0 0 0,0 1 0,-1-1 0,1 1 0,0 0 0,-1 0 0,1 0 0,-1 0 0,5 3 0,2 1 0,-1 1 0,0 0 0,0 0 0,-1 1 0,0 0 0,0 0 0,-1 0 0,0 1 0,0 0 0,0 1 0,-1-1 0,5 13 0,-9-20 0,-1 0 0,1-1 0,0 1 0,-1 0 0,1-1 0,0 1 0,0 0 0,-1-1 0,1 1 0,0-1 0,0 1 0,0-1 0,0 1 0,0-1 0,0 0 0,0 1 0,0-1 0,0 0 0,0 0 0,0 0 0,0 0 0,0 0 0,0 0 0,0 0 0,0 0 0,0 0 0,0 0 0,0-1 0,0 1 0,0 0 0,2-1 0,34-16 0,-30 13 0,6-4 0,0 0 0,0 0 0,19-17 0,-27 20 0,1-1 0,-1 1 0,1-1 0,-2 0 0,1 0 0,-1-1 0,0 1 0,0-1 0,3-7 0,-6 12 0,0 1 0,-1-1 0,1 1 0,-1-1 0,1 1 0,-1-1 0,0 1 0,1-1 0,-1 0 0,0 1 0,0-1 0,0 1 0,0-1 0,0 0 0,-1 1 0,1-1 0,0 1 0,-1-1 0,1 1 0,-1-1 0,0 1 0,1-1 0,-1 1 0,0-1 0,0 1 0,0 0 0,0-1 0,0 1 0,0 0 0,0 0 0,0 0 0,-1 0 0,1 0 0,0 0 0,-1 0 0,1 0 0,-1 1 0,1-1 0,-1 1 0,-1-1 0,-2-1 0,0 1 0,0 1 0,0-1 0,0 1 0,0 0 0,0 0 0,0 0 0,0 1 0,0-1 0,0 1 0,-9 3 0,9-2 0,-1 0 0,1 1 0,-1-1 0,1 1 0,0 1 0,0-1 0,0 0 0,1 1 0,-1 0 0,1 0 0,0 1 0,0-1 0,0 1 0,-5 9 0,7-11 0,0 1 0,1 0 0,-1 0 0,1 0 0,0 0 0,0 0 0,1 0 0,-1 0 0,1 1 0,0-1 0,0 0 0,0 0 0,0 0 0,1 1 0,-1-1 0,1 0 0,1 0 0,-1 0 0,0 0 0,1 0 0,3 6 0,-1-4-52,0 0-1,1 0 1,-1 0-1,1 0 1,0-1-1,1 0 1,-1 0-1,1 0 1,0-1-1,0 0 1,1 0-1,-1 0 1,1-1-1,0 0 1,0 0-1,0-1 1,0 0-1,0 0 1,0-1-1,1 0 0,-1 0 1,1 0-1,-1-1 1,0-1-1,11 0 1,7-4-6774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39.955"/>
    </inkml:context>
    <inkml:brush xml:id="br0">
      <inkml:brushProperty name="width" value="0.05" units="cm"/>
      <inkml:brushProperty name="height" value="0.05" units="cm"/>
    </inkml:brush>
  </inkml:definitions>
  <inkml:trace contextRef="#ctx0" brushRef="#br0">110 1 24575,'-11'29'0,"-7"26"0,-5 41 114,4 1 0,-12 180 0,24 199-1786,7-472 1637,0 38-6791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0.281"/>
    </inkml:context>
    <inkml:brush xml:id="br0">
      <inkml:brushProperty name="width" value="0.05" units="cm"/>
      <inkml:brushProperty name="height" value="0.05" units="cm"/>
    </inkml:brush>
  </inkml:definitions>
  <inkml:trace contextRef="#ctx0" brushRef="#br0">0 0 24575,'1'12'0,"1"-1"0,0 1 0,1-1 0,0 0 0,1 0 0,0 0 0,0 0 0,1 0 0,1-1 0,0 0 0,0 0 0,1-1 0,8 10 0,-11-16 0,-1 0 0,0 1 0,1-1 0,0-1 0,0 1 0,0 0 0,0-1 0,0 0 0,0 0 0,1 0 0,-1-1 0,1 1 0,-1-1 0,8 1 0,-5-2 0,0 0 0,-1 0 0,1 0 0,0-1 0,0 0 0,0 0 0,-1-1 0,1 0 0,6-3 0,5-3 0,0-1 0,0-1 0,-1-1 0,-1-1 0,26-22 0,-20 18 0,-22 16 0,0 0 0,0 0 0,0 0 0,0 0 0,0 0 0,0 0 0,0 0 0,0 0 0,0 0 0,0 1 0,0-1 0,0 0 0,0 0 0,0 0 0,0 0 0,0 0 0,0 0 0,0 0 0,0 0 0,0 0 0,0 0 0,0 0 0,0 0 0,0 1 0,0-1 0,0 0 0,0 0 0,0 0 0,0 0 0,0 0 0,0 0 0,0 0 0,1 0 0,-1 0 0,0 0 0,0 0 0,0 0 0,0 0 0,0 0 0,0 0 0,0 0 0,0 0 0,0 0 0,0 0 0,0 0 0,0 0 0,0 0 0,1 0 0,-1 0 0,0 0 0,0 0 0,0 0 0,0 0 0,0 0 0,0 0 0,0 0 0,0 0 0,0 0 0,0 0 0,0 0 0,0 0 0,0 0 0,1 0 0,-1 0 0,0 0 0,0 0 0,0 0 0,0 0 0,0 0 0,-9 14 0,-4 2-1365,-1 2-5461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1.257"/>
    </inkml:context>
    <inkml:brush xml:id="br0">
      <inkml:brushProperty name="width" value="0.05" units="cm"/>
      <inkml:brushProperty name="height" value="0.05" units="cm"/>
    </inkml:brush>
  </inkml:definitions>
  <inkml:trace contextRef="#ctx0" brushRef="#br0">110 97 24575,'-3'-4'0,"0"0"0,1-1 0,0 0 0,0 0 0,0 0 0,0 0 0,1 0 0,-1 0 0,1 0 0,0-10 0,-3-4 0,-1 5 0,5 14 0,0 0 0,-1 0 0,1 0 0,0 0 0,0 0 0,0 0 0,0 0 0,-1 0 0,1 0 0,0 0 0,0 0 0,0 0 0,0 0 0,-1 0 0,1 0 0,0 0 0,0 1 0,0-1 0,0 0 0,0 0 0,-1 0 0,1 0 0,0 0 0,0 0 0,0 0 0,0 1 0,0-1 0,0 0 0,0 0 0,0 0 0,-1 0 0,1 1 0,0-1 0,0 0 0,0 0 0,0 0 0,0 0 0,0 1 0,0-1 0,0 0 0,-7 31 0,-54 643 342,55 5-2049,6-661-5119</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1.584"/>
    </inkml:context>
    <inkml:brush xml:id="br0">
      <inkml:brushProperty name="width" value="0.05" units="cm"/>
      <inkml:brushProperty name="height" value="0.05" units="cm"/>
    </inkml:brush>
  </inkml:definitions>
  <inkml:trace contextRef="#ctx0" brushRef="#br0">33 15 24575,'-2'-1'0,"1"-1"0,-1 1 0,0 0 0,1-1 0,-1 1 0,0 0 0,0 0 0,0 0 0,0 0 0,-4-1 0,6 2 0,-1 0 0,1 0 0,0 0 0,0 0 0,-1 0 0,1 0 0,0 0 0,-1 0 0,1 0 0,0 0 0,-1 0 0,1 0 0,0 0 0,0 0 0,-1 1 0,1-1 0,0 0 0,-1 0 0,1 0 0,0 0 0,0 1 0,0-1 0,-1 0 0,1 0 0,0 0 0,0 1 0,-1-1 0,1 0 0,0 1 0,1 15 0,3-5 0,0 0 0,1 0 0,0-1 0,1 1 0,0-1 0,1-1 0,0 1 0,1-1 0,0 0 0,0-1 0,1 0 0,12 9 0,-8-7 0,0-1 0,0 0 0,1-1 0,1-1 0,-1 0 0,1-1 0,0-1 0,26 6 0,-36-10 0,1 0 0,-1 0 0,1-1 0,0 0 0,-1 0 0,1 0 0,0-1 0,-1 1 0,1-2 0,-1 1 0,1 0 0,-1-1 0,1 0 0,-1 0 0,0-1 0,7-4 0,-5 2 0,0-1 0,-1 0 0,1-1 0,-1 1 0,-1-1 0,1-1 0,-1 1 0,0-1 0,6-13 0,1-4 0,-6 12 0,0 1 0,1-1 0,11-14 0,-14 24 171,-5 10 0,-5 10-1878,-4 6-5119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2.516"/>
    </inkml:context>
    <inkml:brush xml:id="br0">
      <inkml:brushProperty name="width" value="0.05" units="cm"/>
      <inkml:brushProperty name="height" value="0.05" units="cm"/>
    </inkml:brush>
  </inkml:definitions>
  <inkml:trace contextRef="#ctx0" brushRef="#br0">19 4 24575,'0'-3'0,"0"2"0,0 6 0,0 7 0,0 3 0,0 6 0,0 4 0,0 3 0,-2 1 0,-1 2 0,0-1 0,0-2 0,0-3 0,-2-5-8191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2.868"/>
    </inkml:context>
    <inkml:brush xml:id="br0">
      <inkml:brushProperty name="width" value="0.05" units="cm"/>
      <inkml:brushProperty name="height" value="0.05" units="cm"/>
    </inkml:brush>
  </inkml:definitions>
  <inkml:trace contextRef="#ctx0" brushRef="#br0">314 0 24575,'-12'1'0,"0"0"0,0 1 0,0 0 0,0 1 0,0 0 0,1 1 0,0 1 0,-1-1 0,2 2 0,-1-1 0,-11 9 0,8-4 0,0 0 0,1 1 0,0 1 0,0 0 0,1 1 0,1 0 0,-10 15 0,13-16 0,1 1 0,1 0 0,0 0 0,1 0 0,0 1 0,1-1 0,0 1 0,1 0 0,1 1 0,0-1 0,1 0 0,1 1 0,0-1 0,1 0 0,0 1 0,1-1 0,1 0 0,0 0 0,1 0 0,0-1 0,1 1 0,9 15 0,-6-12 0,2-1 0,-1 0 0,2-1 0,0 0 0,1 0 0,0-1 0,1-1 0,1 0 0,0-1 0,1 0 0,0-1 0,1-1 0,0-1 0,0 0 0,1-1 0,30 10 0,-30-13 0,1 0 0,-1-2 0,1 0 0,0-1 0,0-1 0,0-1 0,0 0 0,0-2 0,0 0 0,-1 0 0,22-7 0,-30 6 0,0 0 0,0-1 0,0 0 0,0 0 0,-1-1 0,0 0 0,0 0 0,0-1 0,-1 0 0,1 0 0,-1-1 0,-1 0 0,1 0 0,-1-1 0,-1 0 0,1 0 0,-1 0 0,-1 0 0,0-1 0,0 0 0,0 0 0,2-13 0,-2 8 0,-2-1 0,1 0 0,-2 1 0,0-1 0,-1 0 0,-1 0 0,0 0 0,0 0 0,-2 1 0,0-1 0,-1 1 0,0 0 0,-1 0 0,0 0 0,-2 0 0,1 1 0,-12-17 0,8 16 0,-1 0 0,0 1 0,-1 0 0,0 0 0,-1 2 0,0-1 0,-1 2 0,0 0 0,-1 0 0,0 1 0,0 1 0,-1 1 0,0 0 0,-26-7 0,-42-2-1365,5 8-5461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5.988"/>
    </inkml:context>
    <inkml:brush xml:id="br0">
      <inkml:brushProperty name="width" value="0.05" units="cm"/>
      <inkml:brushProperty name="height" value="0.05" units="cm"/>
    </inkml:brush>
  </inkml:definitions>
  <inkml:trace contextRef="#ctx0" brushRef="#br0">158 137 24575,'-2'0'0,"0"0"0,0 0 0,1 0 0,-1 0 0,0 0 0,1-1 0,-1 1 0,0 0 0,1-1 0,-1 1 0,0-1 0,1 0 0,-1 0 0,1 0 0,-1 1 0,1-1 0,0-1 0,-1 1 0,1 0 0,0 0 0,0 0 0,-1-1 0,1 1 0,0 0 0,0-1 0,1 1 0,-1-1 0,0 1 0,0-1 0,1 0 0,-1 1 0,1-1 0,-1 0 0,1 1 0,0-4 0,0 1 0,0 1 0,0-1 0,0 0 0,1 1 0,-1-1 0,1 0 0,0 1 0,0-1 0,0 1 0,1 0 0,-1-1 0,1 1 0,0 0 0,0 0 0,5-6 0,-2 5 0,0 0 0,0 0 0,1 0 0,0 1 0,0 0 0,0 0 0,0 1 0,0-1 0,0 1 0,1 1 0,-1-1 0,1 1 0,-1 0 0,1 0 0,0 1 0,-1 0 0,9 1 0,-11-1 0,0 1 0,0 0 0,0 0 0,0 0 0,0 0 0,0 0 0,0 1 0,0 0 0,0 0 0,-1 0 0,1 0 0,4 4 0,-6-4 0,0 0 0,0 0 0,0 1 0,0-1 0,-1 1 0,1-1 0,-1 1 0,1-1 0,-1 1 0,0 0 0,0 0 0,0-1 0,-1 1 0,1 0 0,-1 0 0,1 0 0,-1 0 0,0 0 0,-1 4 0,0 0 0,0 1 0,-1-1 0,0 0 0,0 0 0,-1 0 0,0 0 0,0 0 0,-1-1 0,1 1 0,-1-1 0,-1 0 0,1 0 0,-1 0 0,-10 8 0,-2 1 0,0 0 0,-1-2 0,-32 19 0,-23 6 0,65-34 0,-1 0 0,0-1 0,-1 0 0,1-1 0,0 0 0,-14 1 0,7-6 0,15 3 0,1 0 0,0 0 0,0 0 0,0 0 0,0-1 0,-1 1 0,1 0 0,0 0 0,0 0 0,0-1 0,0 1 0,0 0 0,-1 0 0,1-1 0,0 1 0,0 0 0,0 0 0,0-1 0,0 1 0,0 0 0,0 0 0,0-1 0,0 1 0,0 0 0,0 0 0,0-1 0,0 1 0,0 0 0,0 0 0,0-1 0,0 1 0,1 0 0,0-2 0,0 1 0,0 0 0,0-1 0,0 1 0,0 0 0,0 0 0,0 0 0,1 0 0,-1 0 0,1 0 0,-1 0 0,0 1 0,1-1 0,-1 0 0,3 0 0,1 0 20,0 0-1,0 0 0,1 0 0,-1 0 1,0 1-1,0 0 0,1 0 0,-1 0 1,0 1-1,0 0 0,1 0 0,-1 0 1,0 1-1,0-1 0,6 4 0,3 3-146,1 0-1,-1 2 0,18 14 1,3 2-1036,-21-17-5663</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6.363"/>
    </inkml:context>
    <inkml:brush xml:id="br0">
      <inkml:brushProperty name="width" value="0.05" units="cm"/>
      <inkml:brushProperty name="height" value="0.05" units="cm"/>
    </inkml:brush>
  </inkml:definitions>
  <inkml:trace contextRef="#ctx0" brushRef="#br0">664 35 24575,'-8'-5'0,"-1"0"0,0 1 0,0 0 0,-1 0 0,1 1 0,-1 1 0,0 0 0,1 0 0,-1 0 0,-14 1 0,-1 1 0,0 0 0,1 2 0,-26 6 0,24-3 0,1 1 0,0 2 0,0 1 0,0 0 0,1 2 0,1 1 0,-33 21 0,39-21 0,-1 1 0,2 1 0,0 0 0,1 1 0,0 1 0,1 0 0,1 1 0,1 0 0,-18 31 0,26-38 0,-1-1 0,2 1 0,-1 0 0,1 0 0,1 0 0,-1 0 0,2 0 0,0 0 0,0 1 0,1-1 0,0 0 0,0 1 0,1-1 0,4 17 0,-2-19 0,0 1 0,0-1 0,1 1 0,0-1 0,0 0 0,1 0 0,0-1 0,0 0 0,1 1 0,0-2 0,0 1 0,1-1 0,0 0 0,0 0 0,0-1 0,16 9 0,-6-6 0,2 0 0,-1 0 0,1-2 0,0 0 0,0-2 0,1 0 0,0-1 0,-1-1 0,1 0 0,28-3 0,-17-1 0,-1-1 0,0-2 0,0-1 0,0-1 0,0-2 0,29-13 0,-41 15 0,-1-1 0,0-1 0,-1-1 0,0-1 0,0 0 0,-1 0 0,0-2 0,15-17 0,-25 24 0,0 1 0,-1-1 0,0 1 0,0-1 0,0 0 0,-1-1 0,0 1 0,0-1 0,0 1 0,-1-1 0,0 0 0,-1 0 0,1 0 0,-1 0 0,-1 0 0,1 0 0,-1 0 0,0 0 0,-1 0 0,0-1 0,0 1 0,-1 0 0,1 1 0,-1-1 0,-4-7 0,1 3 0,-1 0 0,-1 1 0,0 0 0,0 0 0,-1 1 0,0 0 0,-1 0 0,0 1 0,0 0 0,-1 0 0,0 1 0,0 0 0,-1 1 0,-13-6 0,6 4 0,-1 0 0,0 2 0,-1 0 0,0 1 0,0 0 0,0 2 0,-35-2 0,23 7-1365,8 1-5461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6.762"/>
    </inkml:context>
    <inkml:brush xml:id="br0">
      <inkml:brushProperty name="width" value="0.05" units="cm"/>
      <inkml:brushProperty name="height" value="0.05" units="cm"/>
    </inkml:brush>
  </inkml:definitions>
  <inkml:trace contextRef="#ctx0" brushRef="#br0">360 137 24575,'2'-2'0,"-1"0"0,1 0 0,-1 0 0,0-1 0,0 1 0,0 0 0,0 0 0,0-1 0,0 1 0,-1 0 0,1-1 0,-1 1 0,0-1 0,0 1 0,0-1 0,0 1 0,0-1 0,-1-3 0,1 2 0,-1 1 0,0 0 0,0-1 0,0 1 0,0 0 0,-1 0 0,1 0 0,-1 0 0,0 0 0,1 0 0,-1 1 0,-5-6 0,0 3 0,0 0 0,0 1 0,0 0 0,0 0 0,-1 0 0,0 1 0,0 0 0,1 1 0,-2 0 0,1 0 0,-11-1 0,3 2 0,-1 0 0,1 0 0,-1 2 0,-28 4 0,37-4 0,0 1 0,0 0 0,0 1 0,1 0 0,-1 0 0,-7 5 0,14-8 0,-1 1 0,1 0 0,0-1 0,0 1 0,-1 0 0,1 0 0,0 0 0,0 0 0,0 0 0,0 0 0,0 0 0,0 0 0,1 0 0,-1 0 0,0 1 0,0-1 0,1 0 0,-1 1 0,1-1 0,-1 0 0,1 1 0,0-1 0,-1 0 0,1 1 0,0-1 0,0 1 0,0-1 0,0 1 0,0-1 0,0 1 0,1-1 0,-1 0 0,0 1 0,1-1 0,-1 0 0,1 1 0,-1-1 0,1 0 0,0 1 0,-1-1 0,1 0 0,1 1 0,10 12 0,1-1 0,0 0 0,1-1 0,0-1 0,1 0 0,29 16 0,-26-17 0,1 2 0,-2 1 0,0 0 0,21 21 0,-36-33 0,0 1 0,-1-1 0,0 1 0,1 0 0,-1 0 0,0 0 0,0-1 0,0 1 0,0 0 0,0 0 0,0 1 0,0-1 0,-1 0 0,1 0 0,-1 0 0,0 0 0,0 0 0,1 1 0,-2 3 0,1-4 0,-1 0 0,0 0 0,0 0 0,0 0 0,0 0 0,0 0 0,0 0 0,-1 0 0,1-1 0,-1 1 0,1 0 0,-1-1 0,1 1 0,-1-1 0,0 0 0,-2 2 0,-4 2 0,-1-1 0,0 0 0,0 0 0,0-1 0,0 0 0,-1-1 0,-15 2 0,8-1-151,0-2-1,0 0 0,0-1 0,-1-1 1,1 0-1,0-1 0,0-1 1,-23-7-1,17 0-6674</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7.100"/>
    </inkml:context>
    <inkml:brush xml:id="br0">
      <inkml:brushProperty name="width" value="0.05" units="cm"/>
      <inkml:brushProperty name="height" value="0.05" units="cm"/>
    </inkml:brush>
  </inkml:definitions>
  <inkml:trace contextRef="#ctx0" brushRef="#br0">0 81 24575,'3'-3'0,"0"0"0,0 0 0,0 0 0,0 1 0,1 0 0,-1-1 0,1 1 0,-1 0 0,1 1 0,0-1 0,0 1 0,0-1 0,0 1 0,0 0 0,5 0 0,-5 1 0,0 0 0,0 1 0,0 0 0,0-1 0,-1 1 0,1 1 0,0-1 0,-1 0 0,1 1 0,0 0 0,-1 0 0,0 0 0,0 0 0,1 0 0,4 6 0,1 1 0,0 0 0,-1 0 0,0 1 0,10 17 0,-15-22 0,0 0 0,0 1 0,0-1 0,-1 1 0,0 0 0,0 0 0,0 0 0,-1 0 0,0 0 0,0 0 0,0 8 0,-1-13 0,0 1 0,-1 0 0,1 0 0,0 0 0,-1 0 0,0-1 0,1 1 0,-1 0 0,0-1 0,0 1 0,0 0 0,0-1 0,0 1 0,0-1 0,0 1 0,0-1 0,-1 0 0,1 1 0,-1-1 0,1 0 0,-1 0 0,1 0 0,-1 0 0,1 0 0,-1-1 0,0 1 0,0 0 0,1-1 0,-1 1 0,0-1 0,0 0 0,0 1 0,0-1 0,0 0 0,1 0 0,-4-1 0,1 1 0,0 0 0,0-1 0,0 1 0,0-1 0,1 0 0,-1 0 0,0 0 0,0-1 0,1 0 0,-1 1 0,1-1 0,0 0 0,0 0 0,-1-1 0,1 1 0,-5-6 0,6 5 0,0 0 0,1 1 0,-1-1 0,1 0 0,-1 0 0,1 0 0,0 0 0,0 0 0,1 0 0,-1 0 0,0-1 0,1 1 0,0 0 0,0 0 0,0 0 0,1-4 0,0 1 0,0 0 0,0 0 0,1 1 0,0-1 0,1 1 0,-1-1 0,1 1 0,4-6 0,1-1 0,1 2 0,0-1 0,0 1 0,1 0 0,0 1 0,22-14 0,-26 19-114,0 0 1,0 0-1,0 1 0,1 0 0,-1 0 1,1 1-1,-1 0 0,1 0 0,0 1 1,0-1-1,8 1 0,1 2-6712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7.365"/>
    </inkml:context>
    <inkml:brush xml:id="br0">
      <inkml:brushProperty name="width" value="0.05" units="cm"/>
      <inkml:brushProperty name="height" value="0.05" units="cm"/>
    </inkml:brush>
  </inkml:definitions>
  <inkml:trace contextRef="#ctx0" brushRef="#br0">1 1 24575,'0'23'0,"1"0"0,5 27 0,-5-42 0,1 0 0,0-1 0,0 1 0,1-1 0,0 1 0,0-1 0,1 0 0,0 0 0,0 0 0,6 6 0,-9-12 0,0 1 0,0 0 0,1-1 0,-1 1 0,1-1 0,-1 1 0,1-1 0,-1 0 0,1 0 0,0 1 0,0-1 0,0-1 0,0 1 0,-1 0 0,1 0 0,0-1 0,0 1 0,1-1 0,-1 1 0,0-1 0,0 0 0,0 0 0,0 0 0,0 0 0,0 0 0,0 0 0,0-1 0,0 1 0,0-1 0,0 0 0,0 1 0,0-1 0,0 0 0,0 0 0,0 0 0,0 0 0,-1 0 0,1-1 0,-1 1 0,1-1 0,-1 1 0,3-4 0,2-1 0,0-2 0,-1 1 0,0 0 0,-1-1 0,1 0 0,-1 0 0,-1 0 0,5-16 0,-5 11-341,-1 0 0,0 1-1,-1-24 1,-1 23-6485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7.502"/>
    </inkml:context>
    <inkml:brush xml:id="br0">
      <inkml:brushProperty name="width" value="0.05" units="cm"/>
      <inkml:brushProperty name="height" value="0.05" units="cm"/>
    </inkml:brush>
  </inkml:definitions>
  <inkml:trace contextRef="#ctx0" brushRef="#br0">6 1 24575,'0'2'0,"-3"1"0,0 2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8.281"/>
    </inkml:context>
    <inkml:brush xml:id="br0">
      <inkml:brushProperty name="width" value="0.05" units="cm"/>
      <inkml:brushProperty name="height" value="0.05" units="cm"/>
    </inkml:brush>
  </inkml:definitions>
  <inkml:trace contextRef="#ctx0" brushRef="#br0">41 219 24575,'-5'-5'0,"1"0"0,0 0 0,0 0 0,1 0 0,-1 0 0,1-1 0,0 0 0,1 1 0,-4-11 0,6 14 0,-1 0 0,0-1 0,1 1 0,0 0 0,0-1 0,0 1 0,0 0 0,0 0 0,0-1 0,0 1 0,1 0 0,-1-1 0,1 1 0,-1 0 0,1 0 0,0 0 0,0 0 0,0 0 0,0 0 0,0 0 0,1 0 0,-1 0 0,1 0 0,-1 1 0,1-1 0,0 0 0,-1 1 0,1 0 0,3-3 0,-4 4 0,0-1 0,-1 1 0,1-1 0,0 1 0,-1 0 0,1-1 0,0 1 0,0 0 0,-1 0 0,1-1 0,0 1 0,0 0 0,-1 0 0,1 0 0,0 0 0,0 0 0,0 0 0,-1 0 0,1 0 0,0 0 0,0 1 0,-1-1 0,1 0 0,0 0 0,0 1 0,-1-1 0,1 0 0,0 1 0,1 0 0,-1 1 0,0-1 0,1 1 0,-1 0 0,0 0 0,0 0 0,0 0 0,0 0 0,0 0 0,0 0 0,0 4 0,1 6 0,0 0 0,1 22 0,-3-34 0,0 16 0,0 0 0,-1-1 0,0 1 0,-2-1 0,1 1 0,-11 28 0,13-43 0,0-1 0,0 1 0,0 0 0,0-1 0,0 1 0,-1 0 0,1-1 0,0 1 0,-1-1 0,1 1 0,0 0 0,-1-1 0,1 1 0,-1-1 0,1 1 0,-1-1 0,1 1 0,-1-1 0,1 0 0,-1 1 0,1-1 0,-1 0 0,1 1 0,-1-1 0,-1 1 0,2-2 0,-1 1 0,0-1 0,1 1 0,-1-1 0,1 1 0,-1-1 0,1 0 0,0 1 0,-1-1 0,1 1 0,-1-1 0,1 0 0,0 0 0,0 1 0,-1-1 0,1 0 0,0 1 0,0-2 0,-6-38 0,6 23 0,1-1 0,0 0 0,1 1 0,1 0 0,1-1 0,10-30 0,-11 40 0,0 0 0,1 0 0,-1 1 0,2-1 0,-1 1 0,1 0 0,0 1 0,0-1 0,1 1 0,-1 0 0,1 0 0,1 1 0,-1-1 0,1 2 0,0-1 0,12-6 0,-16 10 0,1 0 0,-1 0 0,0 0 0,0 0 0,0 0 0,1 1 0,-1-1 0,0 1 0,1 0 0,-1 0 0,0 0 0,1 1 0,-1-1 0,0 1 0,0 0 0,1 0 0,-1 0 0,0 0 0,0 0 0,0 1 0,0-1 0,0 1 0,0 0 0,-1 0 0,1 0 0,-1 0 0,1 1 0,-1-1 0,0 0 0,0 1 0,0 0 0,0-1 0,0 1 0,0 0 0,-1 0 0,0 0 0,1 0 0,-1 1 0,0-1 0,-1 0 0,1 0 0,0 1 0,-1-1 0,0 0 0,0 1 0,0-1 0,0 0 0,0 1 0,-1-1 0,0 0 0,1 0 0,-1 1 0,0-1 0,-1 0 0,1 0 0,0 0 0,-1 0 0,0 0 0,-2 3 0,-19 19 0,19-22 0,0 1 0,0 0 0,0 0 0,1 0 0,0 0 0,0 1 0,-5 7 0,8-11 0,0 0 0,0 0 0,0 0 0,0 0 0,0-1 0,0 1 0,0 0 0,0 0 0,1 0 0,-1 0 0,0-1 0,0 1 0,1 0 0,-1 0 0,0-1 0,1 1 0,-1 0 0,1 0 0,-1-1 0,1 1 0,-1 0 0,1-1 0,-1 1 0,1-1 0,0 1 0,-1-1 0,1 1 0,0-1 0,-1 1 0,1-1 0,0 0 0,0 1 0,-1-1 0,1 0 0,1 0 0,34 10 0,-30-8 0,29 5 0,30 7 0,-58-12 0,-1 0 0,0 0 0,0 1 0,0 0 0,0 0 0,-1 1 0,9 5 0,-13-8 0,0-1 0,-1 1 0,1 0 0,0-1 0,-1 1 0,1 0 0,0-1 0,-1 1 0,1 0 0,-1 0 0,1-1 0,-1 1 0,1 0 0,-1 0 0,0 0 0,1 0 0,-1 0 0,0-1 0,0 1 0,0 0 0,0 0 0,0 0 0,0 0 0,0 0 0,0 0 0,0 0 0,0 0 0,0 0 0,0 0 0,-1 0 0,1-1 0,0 1 0,-1 0 0,1 0 0,-1 0 0,1 0 0,-1-1 0,1 1 0,-1 0 0,0-1 0,1 1 0,-1 0 0,0-1 0,1 1 0,-1-1 0,0 1 0,0-1 0,1 1 0,-2 0 0,-5 3 0,0-1 0,-1 1 0,1-1 0,-11 3 0,-5 1-195,0-2 0,0 0 0,-1-2 0,0-1 0,1 0 0,-47-4 0,49-1-6631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8.544"/>
    </inkml:context>
    <inkml:brush xml:id="br0">
      <inkml:brushProperty name="width" value="0.05" units="cm"/>
      <inkml:brushProperty name="height" value="0.05" units="cm"/>
    </inkml:brush>
  </inkml:definitions>
  <inkml:trace contextRef="#ctx0" brushRef="#br0">196 39 24575,'7'-3'0,"18"-11"0,-25 14 0,0-1 0,0 1 0,1 0 0,-1 0 0,0-1 0,0 1 0,0 0 0,1 0 0,-1-1 0,0 1 0,0 0 0,0-1 0,0 1 0,0 0 0,0 0 0,0-1 0,0 1 0,1 0 0,-1-1 0,0 1 0,0 0 0,0-1 0,-1 1 0,1 0 0,0-1 0,0 1 0,0-1 0,-13-7 0,8 7 0,-1 0 0,1 0 0,0 0 0,-1 1 0,1 0 0,-1 0 0,1 0 0,0 1 0,-1-1 0,1 1 0,0 1 0,0-1 0,-1 1 0,1 0 0,0 0 0,1 0 0,-7 5 0,2-2 0,0 1 0,1 0 0,0 0 0,0 1 0,0 0 0,1 1 0,0-1 0,-7 12 0,9-10 0,0 0 0,0 0 0,1 0 0,0 1 0,0 0 0,1 0 0,1 0 0,0 0 0,0 0 0,1 0 0,0 1 0,1-1 0,2 20 0,-2-25 0,1 1 0,0-1 0,0 0 0,1 0 0,-1 1 0,1-1 0,0 0 0,1 0 0,-1-1 0,1 1 0,0 0 0,0-1 0,0 0 0,1 1 0,0-1 0,-1-1 0,1 1 0,1-1 0,-1 1 0,0-1 0,1 0 0,0-1 0,0 1 0,0-1 0,0 0 0,0 0 0,8 2 0,0-2-273,0 0 0,0-1 0,0 0 0,25-2 0,-11-2-6553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48.687"/>
    </inkml:context>
    <inkml:brush xml:id="br0">
      <inkml:brushProperty name="width" value="0.05" units="cm"/>
      <inkml:brushProperty name="height" value="0.05" units="cm"/>
    </inkml:brush>
  </inkml:definitions>
  <inkml:trace contextRef="#ctx0" brushRef="#br0">164 38 24575,'-7'0'0,"-9"-2"0,-9-1 0,-5 0 0,-1-2 0,1 0 0,11 1 0,13 1 0,15 1 0,13 1 0,11 1 0,10 0 0,7-2 0,3-1 0,1 0 0,-10 1-8191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0.063"/>
    </inkml:context>
    <inkml:brush xml:id="br0">
      <inkml:brushProperty name="width" value="0.05" units="cm"/>
      <inkml:brushProperty name="height" value="0.05" units="cm"/>
    </inkml:brush>
  </inkml:definitions>
  <inkml:trace contextRef="#ctx0" brushRef="#br0">14 109 24575,'-2'-1'0,"1"0"0,0 0 0,0 0 0,0-1 0,0 1 0,0 0 0,0-1 0,0 1 0,1-1 0,-1 1 0,0-1 0,1 1 0,-1-1 0,1 1 0,0-1 0,-1 0 0,1 1 0,0-1 0,0 0 0,0 1 0,0-1 0,0 0 0,1 1 0,-1-1 0,0 0 0,1 1 0,-1-1 0,1 1 0,0-1 0,-1 1 0,1-1 0,0 1 0,0-1 0,0 1 0,0 0 0,0 0 0,2-2 0,1-1 0,1-1 0,-1 2 0,1-1 0,0 1 0,0-1 0,0 1 0,1 1 0,10-5 0,-4 3 0,0 1 0,0 0 0,0 0 0,0 2 0,0 0 0,1 0 0,-1 1 0,0 0 0,0 1 0,1 0 0,-1 1 0,0 1 0,0 0 0,21 9 0,-31-12 0,-1 1 0,0-1 0,0 1 0,0 0 0,1-1 0,-1 1 0,0 0 0,0 0 0,0 0 0,0 0 0,0 0 0,0 0 0,-1 0 0,1 0 0,0 0 0,0 0 0,-1 1 0,1-1 0,-1 0 0,1 3 0,-1-3 0,0 0 0,0 1 0,0-1 0,0 0 0,-1 1 0,1-1 0,0 0 0,-1 0 0,1 0 0,-1 1 0,1-1 0,-1 0 0,0 0 0,0 0 0,1 0 0,-1 0 0,-2 1 0,-2 3 0,-1 0 0,-1 0 0,1-1 0,-1 0 0,-12 6 0,-19 4 0,27-10 0,1 0 0,-1 0 0,-12 8 0,22-12 0,1 0 0,0 1 0,-1-1 0,1 0 0,0 0 0,-1 1 0,1-1 0,0 0 0,-1 0 0,1 1 0,0-1 0,-1 0 0,1 1 0,0-1 0,0 0 0,0 1 0,-1-1 0,1 1 0,0-1 0,0 0 0,0 1 0,0-1 0,0 1 0,0-1 0,0 0 0,0 1 0,0-1 0,0 1 0,0-1 0,0 1 0,10 10 0,19 3 0,76 17 0,-105-31 0,1 1 0,0-1 0,0 0 0,0 1 0,0-1 0,0 0 0,0 1 0,0-1 0,0 1 0,-1 0 0,1-1 0,0 1 0,0 0 0,-1-1 0,1 1 0,0 0 0,-1 0 0,1 0 0,-1-1 0,1 1 0,-1 0 0,0 0 0,1 0 0,-1 0 0,1 2 0,-2-2 0,1 0 0,0 0 0,-1 1 0,1-1 0,-1 0 0,1 0 0,-1 0 0,0 1 0,1-1 0,-1 0 0,0 0 0,0 0 0,0 0 0,0-1 0,1 1 0,-3 1 0,-4 3 0,1-1 0,-1 0 0,0 0 0,0 0 0,-10 2 0,-2-1-273,0-1 0,-1 0 0,1-2 0,-38 1 0,37-3-6553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0.455"/>
    </inkml:context>
    <inkml:brush xml:id="br0">
      <inkml:brushProperty name="width" value="0.05" units="cm"/>
      <inkml:brushProperty name="height" value="0.05" units="cm"/>
    </inkml:brush>
  </inkml:definitions>
  <inkml:trace contextRef="#ctx0" brushRef="#br0">654 65 24575,'-2'-2'0,"0"-1"0,0 0 0,0 0 0,0 1 0,-1-1 0,1 1 0,-1 0 0,0 0 0,0 0 0,0 0 0,0 0 0,-4-1 0,-41-14 0,25 12 0,-1 0 0,1 2 0,-1 1 0,1 1 0,-1 1 0,0 1 0,1 0 0,-1 2 0,1 1 0,0 1 0,0 1 0,0 1 0,-41 19 0,49-18 0,1 0 0,-1 1 0,2 0 0,-1 1 0,1 1 0,1 0 0,-1 0 0,-19 27 0,24-27 0,1 0 0,0 0 0,1 1 0,1 0 0,-1 0 0,2 1 0,0-1 0,0 1 0,2 0 0,-1 0 0,1 0 0,1 18 0,0-18 0,2 0 0,0 0 0,1 0 0,0 1 0,1-1 0,0-1 0,1 1 0,0 0 0,1-1 0,1 0 0,0 0 0,0-1 0,1 1 0,17 19 0,-13-19 0,1 0 0,0-1 0,1 0 0,0-1 0,1-1 0,0 0 0,0 0 0,1-2 0,0 0 0,1 0 0,17 4 0,-15-6 0,-1-1 0,1-1 0,0-1 0,0 0 0,0-1 0,0-1 0,0 0 0,0-2 0,0 0 0,22-6 0,-26 4 0,-1 0 0,1-1 0,-1 0 0,0-1 0,-1-1 0,1 0 0,-1-1 0,-1 0 0,0-1 0,0 0 0,0 0 0,-1-1 0,15-20 0,-18 20 0,0 0 0,0-1 0,-1 0 0,-1 0 0,0 0 0,0-1 0,-1 0 0,0 0 0,-1 0 0,-1 0 0,0 0 0,-1 0 0,0-1 0,0 1 0,-2-1 0,1 1 0,-2-1 0,1 1 0,-2 0 0,0 0 0,0 0 0,-1 0 0,-1 0 0,1 1 0,-2 0 0,0 0 0,0 0 0,-1 1 0,0 0 0,-1 0 0,0 0 0,-1 1 0,0 1 0,0-1 0,-1 2 0,0-1 0,-19-10 0,17 12-151,-1 0-1,0 1 0,0 1 0,0 0 1,-1 0-1,1 2 0,-1 0 1,-17-1-1,-5 3-6674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1.602"/>
    </inkml:context>
    <inkml:brush xml:id="br0">
      <inkml:brushProperty name="width" value="0.05" units="cm"/>
      <inkml:brushProperty name="height" value="0.05" units="cm"/>
    </inkml:brush>
  </inkml:definitions>
  <inkml:trace contextRef="#ctx0" brushRef="#br0">176 131 24575,'1'-17'0,"-1"11"0,1-1 0,-2 0 0,1 1 0,-1-1 0,-1-9 0,1 16 0,1-1 0,0 1 0,0-1 0,0 1 0,0-1 0,-1 1 0,1-1 0,0 1 0,0 0 0,-1-1 0,1 1 0,0-1 0,-1 1 0,1 0 0,-1-1 0,1 1 0,0 0 0,-1 0 0,1-1 0,-1 1 0,1 0 0,0 0 0,-1 0 0,1-1 0,-1 1 0,1 0 0,-1 0 0,1 0 0,-1 0 0,1 0 0,-1 0 0,1 0 0,-1 0 0,1 0 0,-1 0 0,1 0 0,-1 0 0,1 1 0,-1-1 0,1 0 0,-1 0 0,1 0 0,-1 1 0,1-1 0,0 0 0,-1 1 0,1-1 0,0 0 0,-1 1 0,1-1 0,0 0 0,-1 1 0,1-1 0,-1 1 0,-19 23 0,7-3 0,2 0 0,0 0 0,-12 36 0,-17 73 0,24-73 0,-2 7 0,46-194 0,19-19 0,-39 128 0,2 0 0,0 1 0,1 0 0,24-33 0,-32 49 0,0-1 0,1 2 0,0-1 0,-1 0 0,1 1 0,1-1 0,-1 1 0,0 0 0,9-3 0,-11 5 0,-1 0 0,1 1 0,0-1 0,0 1 0,0 0 0,0-1 0,0 1 0,0 0 0,0 0 0,0 0 0,0 1 0,0-1 0,0 0 0,0 1 0,0-1 0,0 1 0,0 0 0,0 0 0,0-1 0,-1 1 0,1 1 0,0-1 0,-1 0 0,1 0 0,0 0 0,-1 1 0,0-1 0,2 2 0,2 4 0,0-1 0,-1 1 0,0 0 0,0 0 0,0 0 0,-1 0 0,5 15 0,10 59 0,-13-55 0,33 178-1365,-34-179-5461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1.866"/>
    </inkml:context>
    <inkml:brush xml:id="br0">
      <inkml:brushProperty name="width" value="0.05" units="cm"/>
      <inkml:brushProperty name="height" value="0.05" units="cm"/>
    </inkml:brush>
  </inkml:definitions>
  <inkml:trace contextRef="#ctx0" brushRef="#br0">11 83 24575,'-2'-4'0,"1"1"0,-1-1 0,1 1 0,0-1 0,0 1 0,0-1 0,0 0 0,1 0 0,-1 1 0,1-1 0,0 0 0,1-6 0,-1 9 0,1-1 0,-1 1 0,1-1 0,0 1 0,-1-1 0,1 1 0,0-1 0,0 1 0,0 0 0,0 0 0,0-1 0,0 1 0,1 0 0,-1 0 0,0 0 0,1 0 0,-1 0 0,0 0 0,1 1 0,-1-1 0,1 0 0,0 1 0,-1-1 0,1 1 0,-1 0 0,1-1 0,0 1 0,-1 0 0,1 0 0,2 0 0,18 0 0,1 2 0,-1 0 0,1 2 0,27 7 0,-3-1 0,118 15 0,-134-22 0,0-1 0,1-2 0,39-5 0,-68 5 0,0-1 0,1 1 0,-1 0 0,0-1 0,0 0 0,0 0 0,0 0 0,0 0 0,0 0 0,0-1 0,0 1 0,0-1 0,0 0 0,-1 0 0,1 0 0,-1 0 0,1 0 0,-1 0 0,0-1 0,0 1 0,0-1 0,2-4 0,-3 7 10,-1 0-1,0-1 1,0 1-1,0 0 1,1-1-1,-1 1 1,0 0-1,0-1 1,0 1-1,0 0 1,0-1-1,0 1 1,0 0-1,0-1 0,0 1 1,0 0-1,0-1 1,0 1-1,0 0 1,0-1-1,0 1 1,0 0-1,0-1 1,0 1-1,0 0 1,0-1-1,0 1 1,-1 0-1,1-1 1,0 1-1,0 0 1,0-1-1,-1 1 1,1 0-1,-1-1 1,-15 5-1717,-11 11-5119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2.362"/>
    </inkml:context>
    <inkml:brush xml:id="br0">
      <inkml:brushProperty name="width" value="0.05" units="cm"/>
      <inkml:brushProperty name="height" value="0.05" units="cm"/>
    </inkml:brush>
  </inkml:definitions>
  <inkml:trace contextRef="#ctx0" brushRef="#br0">0 381 24575,'3'-4'0,"0"1"0,-1-1 0,1 1 0,0 0 0,1 0 0,-1 0 0,7-5 0,9-6 0,-1-4 0,0 0 0,-1-1 0,-1 0 0,-1-1 0,-1-1 0,-1-1 0,20-41 0,-37 75 0,1 0 0,1 0 0,0 0 0,1 1 0,1-1 0,1 22 0,-1-30 0,0 0 0,1 0 0,0 0 0,0 1 0,0-1 0,0-1 0,1 1 0,0 0 0,0 0 0,0 0 0,0-1 0,3 4 0,-3-5 0,-1 0 0,1-1 0,0 1 0,0-1 0,0 0 0,0 0 0,1 0 0,-1 0 0,0 0 0,0 0 0,1 0 0,-1-1 0,0 1 0,1-1 0,-1 1 0,1-1 0,-1 0 0,0 0 0,1 0 0,-1-1 0,1 1 0,-1 0 0,3-2 0,5 0 0,-1-2 0,0 1 0,0-1 0,0 0 0,0-1 0,-1 0 0,0 0 0,0-1 0,0 0 0,-1-1 0,0 0 0,13-14 0,-12 10 0,0 0 0,0 0 0,-1 0 0,0-1 0,-1 0 0,-1 0 0,0-1 0,7-25 0,-10 30 0,-1 0 0,0 0 0,-1 0 0,-1-16 0,1 22 0,0 0 0,0 0 0,0 0 0,-1 0 0,1 0 0,-1 0 0,1 0 0,-1 0 0,0 0 0,0 0 0,0 0 0,0 1 0,0-1 0,0 0 0,0 1 0,-1-1 0,1 1 0,-1-1 0,1 1 0,-1-1 0,1 1 0,-1 0 0,0 0 0,-2-1 0,3 1 0,-1 1 0,1 0 0,0 0 0,-1 0 0,1 0 0,0 0 0,0 0 0,-1 0 0,1 1 0,0-1 0,-1 0 0,1 1 0,0-1 0,0 1 0,-1-1 0,1 1 0,0 0 0,0-1 0,0 1 0,0 0 0,0 0 0,0 0 0,0 0 0,0 0 0,0 0 0,1 0 0,-1 0 0,0 0 0,1 0 0,-1 0 0,0 1 0,0 1 0,-2 4 0,0 0 0,1 0 0,0 0 0,-2 10 0,-1 20 0,2-1 0,1 0 0,2 1 0,2-1 0,9 57 0,3-30-1365,-11-48-5461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3.173"/>
    </inkml:context>
    <inkml:brush xml:id="br0">
      <inkml:brushProperty name="width" value="0.05" units="cm"/>
      <inkml:brushProperty name="height" value="0.05" units="cm"/>
    </inkml:brush>
  </inkml:definitions>
  <inkml:trace contextRef="#ctx0" brushRef="#br0">42 184 24575,'-8'0'0,"6"0"0,0 0 0,-1 1 0,1-1 0,0 0 0,0-1 0,0 1 0,-1 0 0,1 0 0,0-1 0,0 0 0,0 1 0,0-1 0,-4-2 0,6 3 0,0 0 0,0 0 0,1-1 0,-1 1 0,0 0 0,0 0 0,0-1 0,0 1 0,0 0 0,0 0 0,0 0 0,1-1 0,-1 1 0,0 0 0,0 0 0,0 0 0,1 0 0,-1-1 0,0 1 0,0 0 0,0 0 0,1 0 0,-1 0 0,0 0 0,0 0 0,1 0 0,-1-1 0,0 1 0,0 0 0,1 0 0,-1 0 0,0 0 0,0 0 0,1 0 0,-1 0 0,0 0 0,0 1 0,1-1 0,12-2 0,104 0 0,1 1 0,-101-1 0,1 0 0,-1-1 0,1-1 0,26-9 0,-41 12 0,1 0 0,-1-1 0,1 0 0,-1 1 0,0-1 0,0-1 0,1 1 0,-1 0 0,-1-1 0,1 0 0,0 1 0,3-6 0,-5 6 0,0 1 0,0-1 0,-1 0 0,1 0 0,0 0 0,-1 0 0,1 0 0,-1 0 0,0 0 0,0 0 0,1 0 0,-1 0 0,-1 0 0,1 0 0,0 0 0,0 0 0,-1 0 0,1 0 0,-1 0 0,0 0 0,1 0 0,-1 1 0,0-1 0,-2-3 0,-23-32 0,25 35 0,-1 0 0,0 0 0,0 0 0,0 0 0,0 0 0,0 0 0,0 1 0,-1-1 0,1 1 0,0-1 0,-1 1 0,1 0 0,-5-2 0,6 4 0,0-1 0,1 0 0,-1 0 0,0 0 0,1 1 0,-1-1 0,0 0 0,1 1 0,-1-1 0,0 0 0,1 1 0,-1-1 0,1 1 0,-1-1 0,1 1 0,-1-1 0,1 1 0,-1 0 0,1-1 0,-1 1 0,1 0 0,0-1 0,-1 1 0,1 0 0,0-1 0,0 1 0,-1 0 0,1 1 0,-6 25 0,5-22 0,-51 235 0,52-238 0,-1 3 0,0 0 0,0 1 0,1-1 0,0 9 0,0-13 0,0 0 0,0-1 0,0 1 0,0 0 0,0-1 0,0 1 0,1 0 0,-1-1 0,0 1 0,0 0 0,1-1 0,-1 1 0,0-1 0,1 1 0,-1 0 0,1-1 0,-1 1 0,0-1 0,1 1 0,-1-1 0,1 0 0,0 1 0,-1-1 0,1 1 0,-1-1 0,1 0 0,0 0 0,-1 1 0,1-1 0,-1 0 0,1 0 0,0 0 0,-1 0 0,1 1 0,0-1 0,-1 0 0,1 0 0,0 0 0,-1-1 0,1 1 0,0 0 0,-1 0 0,1 0 0,0 0 0,-1-1 0,1 1 0,0-1 0,8-2 0,-1-1 0,0-1 0,-1 1 0,15-12 0,19-12 0,-38 26 0,0 1 0,0-1 0,0 1 0,1 0 0,-1 0 0,0 0 0,1 0 0,-1 1 0,1-1 0,-1 1 0,5 0 0,-6 0 12,-1 1-1,1-1 1,0 1-1,0 0 1,0-1 0,-1 1-1,1 0 1,0 0-1,-1 0 1,1 0-1,0 1 1,-1-1-1,0 0 1,1 1-1,-1-1 1,0 1 0,0-1-1,0 1 1,0-1-1,0 1 1,0 0-1,0 0 1,0-1-1,-1 1 1,1 0-1,-1 0 1,1 0 0,-1 2-1,3 8-289,-2 0 1,0 0-1,0 15 0,-1-18-311,0 17-6237</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7:53.797"/>
    </inkml:context>
    <inkml:brush xml:id="br0">
      <inkml:brushProperty name="width" value="0.05" units="cm"/>
      <inkml:brushProperty name="height" value="0.05" units="cm"/>
    </inkml:brush>
  </inkml:definitions>
  <inkml:trace contextRef="#ctx0" brushRef="#br0">66 1 24575,'-2'0'0,"0"1"0,0-1 0,0 1 0,0 0 0,0 0 0,0 0 0,0 0 0,0 0 0,0 0 0,1 0 0,-1 1 0,0-1 0,1 0 0,-1 1 0,1 0 0,0-1 0,-1 1 0,0 2 0,-19 35 0,19-34 0,0 0 0,0 1 0,1-1 0,0 0 0,0 0 0,0 1 0,0-1 0,1 0 0,0 1 0,0-1 0,1 1 0,-1-1 0,1 0 0,1 1 0,-1-1 0,1 0 0,-1 0 0,1 0 0,1 0 0,-1 0 0,1 0 0,0-1 0,0 1 0,0-1 0,0 0 0,1 0 0,0 0 0,0 0 0,0-1 0,0 0 0,1 0 0,-1 0 0,1 0 0,0 0 0,0-1 0,6 3 0,6 1 49,0-1 0,0 0 0,1-1-1,-1-1 1,1-1 0,32 0 0,-19-2-618,0-2 0,61-12 0,-43 2-6257</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8:01.890"/>
    </inkml:context>
    <inkml:brush xml:id="br0">
      <inkml:brushProperty name="width" value="0.05" units="cm"/>
      <inkml:brushProperty name="height" value="0.05" units="cm"/>
    </inkml:brush>
  </inkml:definitions>
  <inkml:trace contextRef="#ctx0" brushRef="#br0">67 21 24575,'3'-3'0,"0"0"0,-1 1 0,1-1 0,1 1 0,-1 0 0,4-3 0,-7 5 0,1 0 0,-1 0 0,0 0 0,0 0 0,0 0 0,1-1 0,-1 1 0,0 0 0,0 0 0,1 0 0,-1 0 0,0 0 0,0 0 0,0 0 0,1 0 0,-1 0 0,0 0 0,0 0 0,1 0 0,-1 0 0,0 0 0,0 0 0,0 1 0,1-1 0,-1 0 0,0 0 0,0 0 0,0 0 0,1 0 0,-1 0 0,0 1 0,0-1 0,0 0 0,0 0 0,1 0 0,-1 0 0,0 1 0,-3 17 0,-29 66 0,17-51 0,-17 66 0,17-31-1365,12-53-5461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8:02.385"/>
    </inkml:context>
    <inkml:brush xml:id="br0">
      <inkml:brushProperty name="width" value="0.05" units="cm"/>
      <inkml:brushProperty name="height" value="0.05" units="cm"/>
    </inkml:brush>
  </inkml:definitions>
  <inkml:trace contextRef="#ctx0" brushRef="#br0">0 170 24575,'4'-14'0,"-1"0"0,0-1 0,1-14 0,-3 15 0,0 1 0,2 0 0,6-23 0,-9 35 0,1 0 0,-1 0 0,0 0 0,0 0 0,1 0 0,-1 0 0,0 0 0,1 0 0,-1 0 0,1 0 0,-1 0 0,1 1 0,0-1 0,-1 0 0,1 0 0,0 1 0,-1-1 0,1 0 0,0 1 0,0-1 0,0 1 0,0-1 0,0 1 0,0-1 0,-1 1 0,1 0 0,0-1 0,0 1 0,0 0 0,0 0 0,0 0 0,0 0 0,0 0 0,0 0 0,0 0 0,0 0 0,0 0 0,0 0 0,0 0 0,0 1 0,0-1 0,0 0 0,0 1 0,0-1 0,0 1 0,0-1 0,0 1 0,0-1 0,-1 1 0,1 0 0,0-1 0,1 2 0,5 5 0,0 0 0,-1 0 0,0 1 0,7 10 0,-11-15 0,22 35 0,-1 2 0,-2 0 0,17 47 0,-38-86 0,1 1 0,0 0 0,0 0 0,-1 0 0,1 0 0,0 0 0,1-1 0,-1 1 0,0-1 0,0 1 0,1-1 0,-1 1 0,4 2 0,-4-4 0,0 0 0,0 0 0,0 0 0,0 0 0,0 0 0,1 0 0,-1 0 0,0-1 0,0 1 0,0 0 0,0 0 0,0-1 0,0 1 0,0-1 0,0 1 0,0-1 0,0 0 0,-1 1 0,1-1 0,0 0 0,0 1 0,0-1 0,-1 0 0,1 0 0,0 0 0,-1 0 0,2-1 0,18-26 0,0 0 0,15-31 0,-18 29 0,38-51 0,-53 79 0,0-1 0,-1 1 0,1 1 0,0-1 0,0 0 0,1 0 0,-1 1 0,0-1 0,4-1 0,-5 3 0,-1 0 0,1-1 0,-1 1 0,0 0 0,1 0 0,-1 0 0,1 0 0,-1 0 0,1 0 0,-1 0 0,0 0 0,1 0 0,-1 0 0,1 1 0,-1-1 0,0 0 0,1 0 0,-1 0 0,1 0 0,-1 1 0,0-1 0,1 0 0,-1 0 0,1 1 0,-1 0 0,1 0 0,0 0 0,-1 0 0,1 0 0,0 0 0,-1 0 0,0 1 0,1-1 0,-1 0 0,0 0 0,1 0 0,-1 3 0,1 23 0,-1 0 0,-1 0 0,-1 0 0,-2 0 0,-10 40 0,6-27 0,-5 53 0,13-90-114,-1 1 1,1-1-1,0 0 0,0 0 0,1 1 1,-1-1-1,1 0 0,0 0 0,-1 0 1,1 1-1,2 3 0,3 2-6712</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8:02.789"/>
    </inkml:context>
    <inkml:brush xml:id="br0">
      <inkml:brushProperty name="width" value="0.05" units="cm"/>
      <inkml:brushProperty name="height" value="0.05" units="cm"/>
    </inkml:brush>
  </inkml:definitions>
  <inkml:trace contextRef="#ctx0" brushRef="#br0">287 136 24575,'6'-39'0,"-4"32"0,0 0 0,-1 0 0,0-1 0,0 1 0,0-10 0,-2 15 0,1 1 0,0-1 0,-1 0 0,1 1 0,0-1 0,-1 0 0,0 1 0,1-1 0,-1 0 0,0 1 0,0-1 0,0 1 0,0-1 0,0 1 0,-1 0 0,1 0 0,0-1 0,0 1 0,-1 0 0,1 0 0,-1 0 0,1 0 0,-1 0 0,1 1 0,-1-1 0,-2 0 0,-4-1 0,0 0 0,0 0 0,0 1 0,0 1 0,0-1 0,0 1 0,0 1 0,0-1 0,0 1 0,-12 4 0,13-4 0,1 1 0,-1 0 0,1 0 0,-1 1 0,1 0 0,0 0 0,0 0 0,1 1 0,-1 0 0,1 0 0,-1 0 0,-7 10 0,11-12 0,1 0 0,-1 0 0,1 0 0,0 0 0,0 0 0,0 1 0,0-1 0,0 1 0,0-1 0,1 0 0,-1 1 0,1-1 0,0 1 0,0-1 0,0 1 0,0 0 0,1 3 0,0-1 0,0-1 0,0 0 0,1 1 0,0-1 0,0 0 0,0 0 0,0 0 0,1 0 0,2 3 0,7 7 0,0-2 0,1 1 0,27 19 0,-14-14 0,21 16 0,-43-31 0,-1 1 0,1-1 0,-1 0 0,0 1 0,0 0 0,0-1 0,-1 1 0,1 0 0,2 6 0,-5-9 0,0 0 0,1 0 0,-1 0 0,0 0 0,0 0 0,1 0 0,-1 1 0,0-1 0,0 0 0,0 0 0,-1 0 0,1 0 0,0 0 0,0 0 0,0 0 0,-1 0 0,1 0 0,0 0 0,-1 0 0,1 0 0,-1 0 0,0 1 0,-1-1 0,1 1 0,-1-1 0,0 1 0,1-1 0,-1 0 0,0 1 0,0-1 0,0 0 0,0 0 0,-2 1 0,-6 1 0,0-1 0,0 1 0,-16 0 0,24-2 0,-18 1-227,-1-1-1,0-1 1,1 0-1,-1-2 1,-36-7-1,24 0-6598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08:03.269"/>
    </inkml:context>
    <inkml:brush xml:id="br0">
      <inkml:brushProperty name="width" value="0.05" units="cm"/>
      <inkml:brushProperty name="height" value="0.05" units="cm"/>
    </inkml:brush>
  </inkml:definitions>
  <inkml:trace contextRef="#ctx0" brushRef="#br0">1886 392 24575,'7'-14'0,"-3"7"0,0 0 0,-1-1 0,0 1 0,0-1 0,1-8 0,-3 12 0,-1 1 0,0-1 0,0 1 0,0 0 0,-1-1 0,1 1 0,-1 0 0,0-1 0,0 1 0,0 0 0,0 0 0,0 0 0,-1 0 0,1 0 0,-5-6 0,-2-1 0,0 0 0,-1 1 0,0 0 0,-1 0 0,0 1 0,0 0 0,-1 0 0,0 1 0,-14-6 0,-15-6 0,-57-18 0,11 8 0,-2 5 0,-1 3 0,0 4 0,-1 4 0,-101-1 0,129 13 0,1 3 0,0 2 0,0 3 0,0 3 0,1 2 0,1 3 0,0 3 0,-86 38 0,112-40 0,1 1 0,1 2 0,1 1 0,0 1 0,2 2 0,0 1 0,2 1 0,-39 48 0,54-59 0,0 1 0,2 1 0,0 0 0,1 0 0,0 1 0,2 0 0,0 0 0,-5 24 0,8-27 0,1-1 0,1 1 0,1 0 0,0-1 0,1 1 0,0 0 0,1-1 0,0 1 0,1-1 0,1 0 0,0 0 0,7 15 0,-1-7 0,2-1 0,0 0 0,1 0 0,1-2 0,1 1 0,1-2 0,0 0 0,1-1 0,22 16 0,3-1 0,2-2 0,1-2 0,50 22 0,-22-16-65,1-3 0,2-4 0,1-3 1,0-4-1,86 11 0,-90-21 0,0-4 0,1-2 0,0-4 0,-1-3 0,122-22 0,-146 15 59,0-2 0,-1-2 0,0-2 0,-2-2 0,0-2 0,51-32 0,-72 37 2,-2-1-1,1-1 0,-2-1 0,-1-1 1,19-23-1,-26 27 3,-2-1 1,0 0-1,-1-1 0,-1 0 1,-1-1-1,0 0 0,10-35 1,-15 39 1,-1-1 0,0 1 0,-1-1 0,-1 0 0,0 0 0,-2 0 0,1 1 0,-2-1 0,0 0 0,-1 1 0,0-1 0,-2 1 0,0 0 0,0 0 0,-9-15 0,3 8 0,-2 1 0,-1 0 0,-1 1 0,0 1 0,-1 0 0,-1 1 0,-1 1 0,-40-29 0,21 20-46,-2 2 0,-81-36 0,-88-16-1720,71 37-3659</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0.361"/>
    </inkml:context>
    <inkml:brush xml:id="br0">
      <inkml:brushProperty name="width" value="0.05" units="cm"/>
      <inkml:brushProperty name="height" value="0.05" units="cm"/>
    </inkml:brush>
  </inkml:definitions>
  <inkml:trace contextRef="#ctx0" brushRef="#br0">448 233 24575,'-2'2'0,"-1"1"0,0-1 0,1 1 0,0 0 0,0-1 0,0 1 0,0 0 0,0 0 0,0 1 0,-1 3 0,1-4 0,-18 39 0,2 0 0,1 1 0,3 1 0,-15 73 0,-29 274 0,33 6 0,13 64 0,-14 218 0,-122 631 0,95-677 0,53-613 0,-1 0 0,2-1 0,1 1 0,0 0 0,2-1 0,6 24 0,-7-36 0,0 1 0,0-1 0,1 0 0,-1 0 0,1 0 0,1 0 0,0-1 0,0 1 0,0-1 0,0-1 0,1 1 0,0-1 0,0 0 0,1 0 0,-1 0 0,1-1 0,0 0 0,9 3 0,0-1 0,1-1 0,0-1 0,0 0 0,0-1 0,32 2 0,91-7 0,-100 0 0,493-28-610,-137 6 224,1779-34-3092,0 70 1,-1215 10 3482,323 3 3,-934-31 2900,-239 0-1240,125-25-1,-231 30-1640,19-3 183,-1 0 0,0-2 0,0 0 0,35-16 0,-53 19-188,0 1 0,1 0 1,-1-1-1,0 0 0,0 0 0,0 0 0,-1 0 0,1 0 0,-1-1 0,1 0 0,-1 0 0,-1 0 0,1 0 0,0 0 0,-1-1 0,0 1 0,0-1 1,0 1-1,-1-1 0,1 0 0,-1 1 0,0-1 0,-1 0 0,1 0 0,-1 0 0,0 0 0,-1-8 0,-3-12-22,-1 0 0,-2 0 0,-10-26 0,-3-10 0,6 5 0,2-1 0,2-1 0,3 0 0,3 0 0,2 0 0,2 0 0,12-80 0,54-244-155,22 2-131,-4 18 142,31-365 136,-99 519 61,-15-320 0,-26 176 434,19 302-487,-1 0 0,-3 0 0,-22-68 0,22 90 0,-1-1 0,-1 2 0,-2 0 0,-1 0 0,-1 1 0,-39-46 0,17 28 0,-54-47 0,75 77 0,0 1 0,-1 0 0,-1 1 0,0 1 0,-1 0 0,-29-10 0,9 8 0,0 2 0,-1 2 0,0 2 0,-47-3 0,-171 4 0,194 6 0,-544 8-375,59-1 53,544-6 322,-2303-18-1263,97 4 1249,1407 15-458,509-3 383,-319 3 924,610-2-817,-186 8 988,155-5-837,0 2 0,0 2 0,-42 13 0,71-17-135,-1 0 1,1 0-1,0 1 0,1 0 0,-1 0 0,0 1 0,1 0 0,0 0 0,-7 8 1,10-10-117,0 0 1,1 0 0,-1 0 0,1 1-1,0-1 1,0 0 0,0 1-1,1-1 1,-1 1 0,1 0 0,0-1-1,0 1 1,0 0 0,0 0 0,1 0-1,-1 0 1,1 0 0,0 0 0,1-1-1,0 7 1,2-1-6745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1.308"/>
    </inkml:context>
    <inkml:brush xml:id="br0">
      <inkml:brushProperty name="width" value="0.05" units="cm"/>
      <inkml:brushProperty name="height" value="0.05" units="cm"/>
    </inkml:brush>
  </inkml:definitions>
  <inkml:trace contextRef="#ctx0" brushRef="#br0">10 206 24575,'-10'-1'0,"10"2"0,9 9 0,6 13 0,-1 1 0,0 0 0,-2 1 0,13 39 0,-18-48 0,6 17 0,-1 0 0,-1 1 0,-2 0 0,-2 1 0,4 36 0,-11-70 0,1 0 0,-1 0 0,0 0 0,0 0 0,0 0 0,0 0 0,0 0 0,0 0 0,0 0 0,0 0 0,0 0 0,0 0 0,-1 0 0,1 0 0,0 0 0,-1-1 0,1 1 0,-1 0 0,1 0 0,-1 0 0,1 0 0,-1-1 0,0 1 0,1 0 0,-1 0 0,0-1 0,0 2 0,0-3 0,0 1 0,0 0 0,0-1 0,0 1 0,0-1 0,0 1 0,0-1 0,0 1 0,0-1 0,1 1 0,-1-1 0,0 0 0,0 0 0,1 1 0,-1-1 0,0 0 0,1 0 0,-1 0 0,1 0 0,-1 0 0,1 1 0,-1-1 0,1 0 0,0 0 0,-1-2 0,-7-20 0,1-1 0,0 1 0,2-1 0,1 0 0,1-1 0,0-35 0,3 22 0,3-1 0,0 1 0,13-52 0,-12 73 0,1 0 0,0 1 0,1-1 0,0 2 0,1-1 0,1 1 0,1 0 0,16-22 0,-20 31 0,0 1 0,0-1 0,0 1 0,1 1 0,-1-1 0,1 1 0,0 0 0,1 0 0,-1 1 0,1 0 0,-1 0 0,1 0 0,0 1 0,0 0 0,0 0 0,0 1 0,0 0 0,1 0 0,-1 1 0,0 0 0,0 0 0,13 2 0,-9 0 0,-1 0 0,0 1 0,1 0 0,-1 1 0,0 0 0,-1 1 0,1 0 0,-1 0 0,0 1 0,0 0 0,-1 1 0,12 11 0,-15-14 0,-1 1 0,0-1 0,-1 1 0,1 0 0,-1 0 0,0 0 0,0 1 0,0-1 0,-1 1 0,0-1 0,0 1 0,0 0 0,-1 0 0,0 0 0,0 0 0,0 0 0,-1 0 0,0 0 0,0 0 0,-1 0 0,1 0 0,-1 0 0,-3 8 0,0-3 0,0-1 0,-1 1 0,0-2 0,0 1 0,-1 0 0,-1-1 0,0 0 0,0 0 0,-1-1 0,1 0 0,-14 9 0,-9 6 0,0-2 0,-37 18 0,27-16 0,40-23 0,0 0 0,0 0 0,0 0 0,1 0 0,-1 0 0,0 0 0,0 0 0,0 0 0,0 0 0,0 0 0,0 0 0,0 0 0,0 0 0,0 0 0,0 0 0,0 0 0,0 0 0,0 1 0,0-1 0,0 0 0,0 0 0,0 0 0,0 0 0,0 0 0,0 0 0,1 0 0,-1 0 0,0 0 0,0 0 0,0 0 0,0 1 0,-1-1 0,1 0 0,0 0 0,0 0 0,0 0 0,0 0 0,0 0 0,0 0 0,0 0 0,0 0 0,0 0 0,0 0 0,0 0 0,0 1 0,0-1 0,0 0 0,0 0 0,0 0 0,0 0 0,0 0 0,0 0 0,0 0 0,0 0 0,-1 0 0,1 0 0,0 0 0,0 0 0,0 0 0,0 0 0,0 0 0,0 0 0,0 0 0,0 0 0,0 0 0,0 0 0,0 0 0,-1 0 0,1 0 0,11 1 0,21-2 0,-25 0 0,22-1 0,91-1 0,-108 3 0,1 1 0,-1 1 0,0 0 0,0 0 0,0 1 0,-1 1 0,19 8 0,-28-11 0,1 0 0,0 1 0,-1-1 0,1 1 0,-1 0 0,1 0 0,-1 0 0,0 0 0,0 0 0,0 0 0,0 1 0,0-1 0,0 1 0,-1-1 0,1 1 0,-1-1 0,0 1 0,1 0 0,-1 0 0,0 3 0,-1-3 0,0 0 0,0 0 0,0 0 0,0 1 0,-1-1 0,1 0 0,-1 0 0,0 0 0,0 0 0,0 0 0,0 0 0,-1-1 0,1 1 0,-1 0 0,0-1 0,1 1 0,-1-1 0,-1 1 0,-2 2 0,-4 4 0,-1-1 0,0 0 0,-1-1 0,0 0 0,0 0 0,0-1 0,-1-1 0,-16 6 0,11-5 0,-1-1 0,1-1 0,-1-1 0,0 0 0,-25 0 0,36-3-170,-1 0-1,0-1 0,1 0 1,-1 0-1,1 0 0,-1-1 1,-8-4-1,-6-5-6655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1.651"/>
    </inkml:context>
    <inkml:brush xml:id="br0">
      <inkml:brushProperty name="width" value="0.05" units="cm"/>
      <inkml:brushProperty name="height" value="0.05" units="cm"/>
    </inkml:brush>
  </inkml:definitions>
  <inkml:trace contextRef="#ctx0" brushRef="#br0">1 48 24575,'9'-4'0,"-1"0"0,1 1 0,0 1 0,0-1 0,1 1 0,-1 1 0,0 0 0,1 0 0,14 2 0,5 1 0,50 12 0,-16-2 0,86 7 0,-117-17 0,1-1 0,50-5 0,-80 4 0,0-1 0,0 1 0,-1-1 0,1 0 0,0 0 0,0 0 0,-1 0 0,1 0 0,4-3 0,-7 3 0,1 1 0,-1 0 0,0 0 0,0 0 0,1-1 0,-1 1 0,0 0 0,0-1 0,0 1 0,1 0 0,-1-1 0,0 1 0,0 0 0,0-1 0,0 1 0,0 0 0,0-1 0,1 1 0,-1 0 0,0-1 0,0 1 0,0 0 0,0-1 0,0 1 0,0 0 0,-1-1 0,1 1 0,0-1 0,0 0 0,-1 0 0,0 0 0,1 1 0,-1-1 0,0 0 0,0 0 0,0 0 0,0 1 0,1-1 0,-1 0 0,0 1 0,0-1 0,0 1 0,-1-1 0,-22-8 0,1 2 0,-1 0 0,-1 1 0,-41-3 0,59 7 0,0 2 0,1-1 0,-1 1 0,0 0 0,0 0 0,0 1 0,1 0 0,-1 0 0,-12 4 0,16-3 0,0-1 0,0 1 0,1 0 0,-1 0 0,0 0 0,1 0 0,0 0 0,-1 0 0,1 1 0,0-1 0,0 1 0,0-1 0,1 1 0,-1 0 0,1 0 0,-1 0 0,1 0 0,0 0 0,0 0 0,0 0 0,1 0 0,-2 7 0,-1 21 0,1 0 0,2 1 0,3 32 0,16 94 0,-18-154 0,3 20-455,0 1 0,15 40 0,-9-40-6371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2.053"/>
    </inkml:context>
    <inkml:brush xml:id="br0">
      <inkml:brushProperty name="width" value="0.05" units="cm"/>
      <inkml:brushProperty name="height" value="0.05" units="cm"/>
    </inkml:brush>
  </inkml:definitions>
  <inkml:trace contextRef="#ctx0" brushRef="#br0">1 342 24575,'16'-19'0,"-12"14"0,-1 1 0,1-1 0,0 1 0,0 0 0,1 0 0,-1 0 0,7-3 0,-11 7 0,1 0 0,-1 0 0,1 0 0,-1 0 0,1 0 0,-1 0 0,1 0 0,-1 1 0,1-1 0,0 0 0,-1 0 0,1 0 0,-1 1 0,1-1 0,-1 0 0,0 0 0,1 1 0,-1-1 0,1 0 0,-1 1 0,1-1 0,-1 0 0,0 1 0,1-1 0,-1 1 0,0-1 0,1 1 0,-1-1 0,0 1 0,0-1 0,0 1 0,1-1 0,-1 1 0,0-1 0,0 1 0,0-1 0,0 1 0,0 0 0,6 27 0,-6-26 0,14 133 0,11 64 0,-21-185 0,-2-16 0,-4-27 0,1 20 0,-23-233 0,22 192 0,2 0 0,12-92 0,-11 130 0,1 1 0,1-1 0,0 1 0,1 0 0,0 0 0,1 0 0,9-15 0,-12 22 0,1 0 0,-1 1 0,1 0 0,0 0 0,0 0 0,0 0 0,0 0 0,1 1 0,-1-1 0,1 1 0,0 0 0,-1 0 0,1 0 0,0 0 0,0 1 0,0 0 0,0 0 0,1 0 0,-1 0 0,0 0 0,0 1 0,1 0 0,6 0 0,0 2 0,-1 0 0,0 0 0,1 0 0,-1 2 0,0-1 0,0 1 0,-1 1 0,1-1 0,-1 2 0,0-1 0,13 12 0,-15-11 0,0-1 0,-1 2 0,1-1 0,-2 1 0,1-1 0,-1 1 0,0 1 0,0-1 0,-1 1 0,0 0 0,0 0 0,-1 0 0,0 1 0,2 11 0,-4-17 10,-1 1 0,0 0 0,1 0 0,-2 0 0,1 0 0,0 0 1,-1 0-1,1 0 0,-1 0 0,0-1 0,-1 1 0,1 0 0,-1 0 0,1-1 0,-1 1 0,-4 4 0,2-2 9,0-1 0,-1 0 0,0-1 0,0 1 0,-1-1 0,1 0 0,-1 0 0,-11 5 0,-3 0-361,-1-1 1,0-1 0,0-1-1,-39 6 1,-5-3-6485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3.443"/>
    </inkml:context>
    <inkml:brush xml:id="br0">
      <inkml:brushProperty name="width" value="0.05" units="cm"/>
      <inkml:brushProperty name="height" value="0.05" units="cm"/>
    </inkml:brush>
  </inkml:definitions>
  <inkml:trace contextRef="#ctx0" brushRef="#br0">701 117 24575,'-1'-1'0,"-1"-1"0,1 1 0,0-1 0,0 0 0,0 1 0,0-1 0,0 0 0,0 0 0,0 0 0,1 0 0,-1 0 0,1 0 0,-1 0 0,1 0 0,0 0 0,0 0 0,0 0 0,0 0 0,0-4 0,2-3 0,0 0 0,0 1 0,5-12 0,-1 0 0,-6 11 0,-6 14 0,-9 16 0,-46 68 0,-5-3 0,-3-2 0,-3-4 0,-4-3 0,-3-3 0,-114 81 0,169-136 0,16-12 0,0-1 0,0 0 0,-13 7 0,38-32-1365,-6 8-5461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5.670"/>
    </inkml:context>
    <inkml:brush xml:id="br0">
      <inkml:brushProperty name="width" value="0.05" units="cm"/>
      <inkml:brushProperty name="height" value="0.05" units="cm"/>
    </inkml:brush>
  </inkml:definitions>
  <inkml:trace contextRef="#ctx0" brushRef="#br0">1 651 24575,'2'1'0,"-1"0"0,1 0 0,0 0 0,0 0 0,0 0 0,-1 1 0,1-1 0,-1 1 0,1-1 0,-1 1 0,3 2 0,-1-1 0,121 119 0,78 81 0,-149-144 0,73 105 0,-106-130 0,-14-24 0,-1-1 0,1 1 0,1-1 0,11 13 0,-18-21 0,1 0 0,-1-1 0,0 1 0,1-1 0,-1 1 0,0-1 0,1 0 0,-1 1 0,1-1 0,-1 1 0,1-1 0,-1 0 0,1 1 0,0-1 0,-1 0 0,1 1 0,-1-1 0,1 0 0,-1 0 0,1 0 0,0 0 0,-1 0 0,1 1 0,0-1 0,-1 0 0,1 0 0,0-1 0,-1 1 0,1 0 0,-1 0 0,1 0 0,0 0 0,-1 0 0,1-1 0,-1 1 0,2-1 0,-1 0 0,0-1 0,0 0 0,0 0 0,0 0 0,-1 0 0,1 0 0,0 0 0,0-4 0,-1 5 0,0 0 0,0-1 0,1 1 0,-1 0 0,0-1 0,1 1 0,-1 0 0,1-1 0,0 1 0,-1 0 0,1 0 0,0 0 0,0 0 0,-1 0 0,1 0 0,2-2 0,7 1 0,-1 0 0,1 0 0,0 1 0,16 1 0,1-1 0,343-4 0,-1 25 0,231 0 0,-600-20 0,0 0 0,0 0 0,0 0 0,1 0 0,-1 0 0,0 0 0,0 0 0,0 0 0,1 0 0,-1 0 0,0 0 0,0 0 0,0 0 0,1 0 0,-1 0 0,0 0 0,0 0 0,0 0 0,1 0 0,-1 0 0,0 0 0,0 0 0,0 0 0,0 1 0,1-1 0,-1 0 0,0 0 0,0 0 0,0 0 0,0 0 0,0 1 0,1-1 0,-1 0 0,0 0 0,0 0 0,0 0 0,0 1 0,0-1 0,0 0 0,0 0 0,-4 9 0,4-9 0,-1 1 0,1-1 0,-1 1 0,1-1 0,-1 1 0,1-1 0,0 0 0,-1 1 0,1-1 0,0 1 0,-1 0 0,1-1 0,0 1 0,0-1 0,0 1 0,-1-1 0,1 1 0,0 0 0,0-1 0,0 1 0,0-1 0,0 1 0,0 0 0,0-1 0,0 1 0,0-1 0,0 1 0,1 0 0,-1-1 0,0 1 0,0-1 0,0 1 0,1-1 0,-1 1 0,0-1 0,1 1 0,-1-1 0,0 1 0,1-1 0,-1 1 0,1-1 0,-1 0 0,1 1 0,-1-1 0,1 0 0,-1 1 0,1-1 0,4 2 0,0-1 0,0 0 0,0 0 0,0 0 0,0-1 0,7 0 0,-11 1 0,0-1 0,1 0 0,-1 0 0,0 0 0,0 0 0,0 0 0,0 0 0,0-1 0,0 1 0,0 0 0,0 0 0,0-1 0,0 1 0,0-1 0,0 1 0,0-1 0,0 1 0,-1-1 0,1 1 0,0-1 0,0 0 0,0 0 0,-1 1 0,1-1 0,0 0 0,-1 0 0,1 0 0,-1 0 0,1 0 0,-1 0 0,1 0 0,-1 0 0,0 0 0,1 0 0,-1-1 0,-1-19 0,0 16 0,1-1 0,0 0 0,0 0 0,0 0 0,1 0 0,0 0 0,0 0 0,0 0 0,1 1 0,2-7 0,21-40 0,2 1 0,65-89 0,86-83 0,-126 161 0,-24 30 0,-14 18 0,22-33 0,-36 46 0,1 1 0,-1 0 0,0-1 0,0 1 0,0-1 0,1 1 0,-1 0 0,0-1 0,0 1 0,0-1 0,0 1 0,0 0 0,0-1 0,0 1 0,0-1 0,0 1 0,0-1 0,0 1 0,0 0 0,0-1 0,0 1 0,0-1 0,0 1 0,0 0 0,0-1 0,-1 1 0,1-1 0,0 1 0,0 0 0,0-1 0,-1 1 0,1 0 0,0-1 0,-1 1 0,1 0 0,0-1 0,0 1 0,-1 0 0,1 0 0,-1 0 0,1-1 0,0 1 0,-1 0 0,1 0 0,-1 0 0,1 0 0,-1-1 0,-27-4 0,12 3 0,9-2 0,-1-1 0,1 1 0,0-1 0,1 0 0,-1-1 0,1 0 0,0 0 0,0 0 0,1 0 0,-6-10 0,-17-17 0,-24-24 0,-67-93 0,99 121 0,1 0 0,-2 0 0,0 2 0,-50-48 0,41 46 0,23 21 0,-1 0 0,-1 0 0,1 1 0,-1 0 0,0 0 0,-13-6 0,16 12 0,0 0 0,-1 0 0,1 0 0,0 1 0,0 0 0,-1 0 0,1 0 0,0 1 0,0 0 0,-1 1 0,1-1 0,-8 4 0,-18 3 0,-165 22 0,-201 4 0,-203-23 0,557-6 0,39-3 0,-1-1 0,1-1 0,-1 1 0,1-1 0,-1 1 0,1-1 0,-1-1 0,0 1 0,1-1 0,-1 0 0,1-1 0,-7-1 0,2-1 0,-1 0 0,0 1 0,0 1 0,0 0 0,0 0 0,0 1 0,0 1 0,0-1 0,0 2 0,0 0 0,-15 3 0,25-4 31,0 0-109,1 0 1,-1 0-1,0 0 1,1 1-1,-1-1 0,1 0 1,-1 0-1,0 1 1,1-1-1,-1 0 1,1 1-1,-1-1 1,1 0-1,-1 1 1,1-1-1,-1 1 0,0 0 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7.769"/>
    </inkml:context>
    <inkml:brush xml:id="br0">
      <inkml:brushProperty name="width" value="0.05" units="cm"/>
      <inkml:brushProperty name="height" value="0.05" units="cm"/>
    </inkml:brush>
  </inkml:definitions>
  <inkml:trace contextRef="#ctx0" brushRef="#br0">1 3 24575,'0'-2'0,"0"1"0,0 3 0,2 4 0,1 3 0,0 2 0,2 4 0,-1 2 0,0 3 0,2 2 0,-1 0 0,-1-2 0,-1-1 0,1-3 0,2-3 0,2-6 0,3-7 0,-1-3-8191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7.924"/>
    </inkml:context>
    <inkml:brush xml:id="br0">
      <inkml:brushProperty name="width" value="0.05" units="cm"/>
      <inkml:brushProperty name="height" value="0.05" units="cm"/>
    </inkml:brush>
  </inkml:definitions>
  <inkml:trace contextRef="#ctx0" brushRef="#br0">83 26 24575,'-5'-2'0,"-1"-4"0,-2 0 0,-2 1 0,-2 1 0,-1 2 0,2 2 0,3 5 0,2 3 0,3 3 0,3 1 0,3-1-8191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8.439"/>
    </inkml:context>
    <inkml:brush xml:id="br0">
      <inkml:brushProperty name="width" value="0.05" units="cm"/>
      <inkml:brushProperty name="height" value="0.05" units="cm"/>
    </inkml:brush>
  </inkml:definitions>
  <inkml:trace contextRef="#ctx0" brushRef="#br0">166 164 24575,'-1'-1'0,"1"-1"0,-1 1 0,1-1 0,-1 1 0,1 0 0,-1-1 0,0 1 0,0 0 0,0 0 0,0-1 0,0 1 0,0 0 0,0 0 0,0 0 0,0 0 0,0 0 0,-1 0 0,1 0 0,0 1 0,-2-2 0,-1 0 0,0 0 0,0 0 0,-1 1 0,1-1 0,-8-1 0,8 3 0,0 0 0,0 0 0,0 1 0,0-1 0,0 1 0,0 0 0,0 0 0,1 0 0,-1 1 0,0-1 0,0 1 0,1 0 0,-1 0 0,1 0 0,0 0 0,0 1 0,-1-1 0,2 1 0,-1 0 0,0 0 0,0 0 0,1 0 0,0 1 0,0-1 0,-2 5 0,0-3 0,1 1 0,0 0 0,1 0 0,-1 0 0,1 0 0,0 1 0,1-1 0,0 0 0,0 1 0,0 0 0,1-1 0,0 1 0,0-1 0,0 1 0,2 6 0,-1-10 0,0-1 0,0 1 0,0 0 0,0 0 0,0-1 0,0 1 0,1-1 0,-1 1 0,1-1 0,0 0 0,0 1 0,0-1 0,0 0 0,0 0 0,0 0 0,0-1 0,1 1 0,-1 0 0,1-1 0,-1 0 0,1 0 0,0 1 0,-1-1 0,1-1 0,0 1 0,0 0 0,0-1 0,0 1 0,0-1 0,-1 0 0,1 0 0,0 0 0,3-1 0,-1 1 0,-1-1 0,0 0 0,0 0 0,0 0 0,0-1 0,0 1 0,0-1 0,0 0 0,0 0 0,-1-1 0,1 1 0,-1-1 0,1 1 0,-1-1 0,0 0 0,0 0 0,-1-1 0,1 1 0,0-1 0,-1 1 0,0-1 0,2-4 0,1-9 0,0 0 0,-1-1 0,-1 0 0,0 0 0,-2 0 0,0 0 0,-1 0 0,0 0 0,-2 0 0,0 0 0,-1 0 0,-7-23 0,9 39 0,1 0 0,-1 0 0,0 0 0,0 1 0,0-1 0,0 0 0,0 0 0,0 0 0,0 1 0,-1-1 0,1 1 0,-2-2 0,3 3 0,0-1 0,-1 1 0,1 0 0,0 0 0,0 0 0,0 0 0,0 0 0,0 0 0,-1 0 0,1 0 0,0 0 0,0 0 0,0 0 0,-1 0 0,1 0 0,0 0 0,0 0 0,0 0 0,0 0 0,-1 0 0,1 0 0,0 0 0,0 0 0,0 0 0,0 0 0,-1 0 0,1 0 0,0 0 0,0 1 0,0-1 0,0 0 0,0 0 0,0 0 0,-1 0 0,1 0 0,0 0 0,0 1 0,0-1 0,0 0 0,0 0 0,0 1 0,-2 16 0,8 29-341,2-1 0,2 1-1,18 50 1,-23-79-6485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8.934"/>
    </inkml:context>
    <inkml:brush xml:id="br0">
      <inkml:brushProperty name="width" value="0.05" units="cm"/>
      <inkml:brushProperty name="height" value="0.05" units="cm"/>
    </inkml:brush>
  </inkml:definitions>
  <inkml:trace contextRef="#ctx0" brushRef="#br0">0 0 24575,'0'1'0,"0"0"0,1-1 0,-1 1 0,0-1 0,1 1 0,-1-1 0,0 1 0,1-1 0,-1 1 0,1-1 0,-1 1 0,0-1 0,1 0 0,-1 1 0,1-1 0,-1 0 0,1 1 0,-1-1 0,1 0 0,0 0 0,-1 1 0,1-1 0,-1 0 0,1 0 0,0 0 0,0 0 0,21 3 0,-19-3 0,115 4 0,-155 1-682,-51 1-1,73-6-6143</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39.695"/>
    </inkml:context>
    <inkml:brush xml:id="br0">
      <inkml:brushProperty name="width" value="0.05" units="cm"/>
      <inkml:brushProperty name="height" value="0.05" units="cm"/>
    </inkml:brush>
  </inkml:definitions>
  <inkml:trace contextRef="#ctx0" brushRef="#br0">38 108 24575,'-2'0'0,"0"-1"0,0 1 0,0-1 0,0 0 0,0 1 0,0-1 0,0 0 0,1 0 0,-1 0 0,0-1 0,0 1 0,1 0 0,-1-1 0,-1-1 0,2 2 0,0 1 0,1-1 0,-1 1 0,1-1 0,-1 0 0,1 1 0,-1-1 0,1 0 0,-1 1 0,1-1 0,-1 0 0,1 0 0,0 0 0,-1 1 0,1-1 0,0 0 0,0 0 0,0 0 0,0 0 0,0 1 0,0-1 0,0 0 0,0 0 0,0 0 0,0 0 0,0 0 0,0 1 0,0-1 0,1 0 0,-1 0 0,0 0 0,1 1 0,-1-1 0,1 0 0,0-1 0,0 2 0,-1-1 0,1 1 0,0 0 0,0-1 0,0 1 0,-1 0 0,1 0 0,0-1 0,0 1 0,0 0 0,0 0 0,-1 0 0,1 0 0,0 0 0,0 0 0,0 0 0,0 0 0,0 1 0,-1-1 0,1 0 0,0 0 0,0 1 0,0-1 0,-1 0 0,1 1 0,0-1 0,0 1 0,-1-1 0,1 1 0,0-1 0,-1 1 0,1 0 0,-1-1 0,2 2 0,19 25 0,-20-26 0,9 16 0,0 0 0,-1 1 0,-1 0 0,0 1 0,8 34 0,-18-64 0,0 1 0,1-1 0,0 0 0,0 1 0,1-1 0,1 0 0,0 1 0,0-1 0,4-11 0,-3 14 0,0 1 0,1-1 0,0 1 0,0-1 0,1 1 0,-1 0 0,2 0 0,-1 0 0,1 1 0,0 0 0,0 0 0,1 0 0,0 0 0,6-4 0,-10 8 0,0 1 0,0-1 0,0 1 0,0 0 0,0 0 0,0 0 0,0 0 0,0 0 0,0 0 0,0 1 0,1-1 0,-1 1 0,0-1 0,0 1 0,1 0 0,-1 0 0,0 0 0,1 0 0,-1 0 0,0 1 0,0-1 0,1 0 0,-1 1 0,0 0 0,0 0 0,0 0 0,0 0 0,0 0 0,0 0 0,0 0 0,0 1 0,0-1 0,0 0 0,-1 1 0,1 0 0,2 3 0,1 2 0,0 0 0,-1 0 0,0 0 0,0 1 0,-1 0 0,0-1 0,0 1 0,3 16 0,-1 34 337,-5-44-904,1 0-1,5 24 1,-3-29-6259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0.207"/>
    </inkml:context>
    <inkml:brush xml:id="br0">
      <inkml:brushProperty name="width" value="0.05" units="cm"/>
      <inkml:brushProperty name="height" value="0.05" units="cm"/>
    </inkml:brush>
  </inkml:definitions>
  <inkml:trace contextRef="#ctx0" brushRef="#br0">48 111 24575,'-2'0'0,"0"0"0,0 0 0,0 0 0,0 0 0,0 0 0,0-1 0,0 1 0,0-1 0,0 1 0,0-1 0,0 0 0,0 0 0,1 0 0,-1 0 0,0 0 0,1 0 0,-1 0 0,1-1 0,-1 1 0,1 0 0,-1-1 0,1 1 0,0-1 0,0 0 0,-1-1 0,1 1 0,1 0 0,-1 0 0,1 1 0,0-1 0,0 0 0,0 0 0,0 0 0,0 0 0,0 1 0,0-1 0,0 0 0,1 0 0,-1 1 0,1-1 0,-1 0 0,1 0 0,0 1 0,0-1 0,0 1 0,0-1 0,0 1 0,0-1 0,0 1 0,0-1 0,1 1 0,-1 0 0,3-2 0,2-2 0,1 1 0,-1-1 0,1 1 0,0 1 0,0-1 0,11-2 0,-14 4 0,0 1 0,0-1 0,0 1 0,1 1 0,-1-1 0,0 0 0,1 1 0,-1 0 0,1 0 0,-1 1 0,0-1 0,9 3 0,-12-2 0,1 0 0,-1 0 0,1 0 0,-1 0 0,1 1 0,-1-1 0,0 1 0,0-1 0,0 1 0,0-1 0,0 1 0,0 0 0,0 0 0,0-1 0,-1 1 0,1 0 0,-1 0 0,1 0 0,-1 0 0,0-1 0,0 1 0,0 0 0,0 0 0,0 0 0,0 3 0,-1 8 0,-1 0 0,-3 17 0,4-29 0,-31 114-1365,29-102-5461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0.653"/>
    </inkml:context>
    <inkml:brush xml:id="br0">
      <inkml:brushProperty name="width" value="0.05" units="cm"/>
      <inkml:brushProperty name="height" value="0.05" units="cm"/>
    </inkml:brush>
  </inkml:definitions>
  <inkml:trace contextRef="#ctx0" brushRef="#br0">176 53 24575,'1'-1'0,"-1"-1"0,0 1 0,1-1 0,-1 1 0,1-1 0,0 1 0,-1-1 0,1 1 0,0 0 0,0-1 0,1 0 0,-1 1 0,0-1 0,0 1 0,0 0 0,0 0 0,-1-1 0,1 1 0,0 0 0,-1-1 0,1 1 0,-1-1 0,1-1 0,-2 3 0,1-1 0,0 0 0,0 0 0,-1 1 0,1-1 0,0 0 0,-1 0 0,1 1 0,-1-1 0,1 0 0,-1 1 0,0-1 0,1 1 0,-1-1 0,1 1 0,-1-1 0,0 1 0,1-1 0,-1 1 0,0 0 0,0-1 0,1 1 0,-1 0 0,0 0 0,0-1 0,0 1 0,-1 0 0,-3-1 0,1 0 0,-1 1 0,0 0 0,0 0 0,0 0 0,0 0 0,0 1 0,0 0 0,0 0 0,1 0 0,-1 0 0,0 1 0,1 0 0,-1 0 0,1 0 0,-7 5 0,7-5 0,1 0 0,-1 1 0,1-1 0,0 1 0,0-1 0,0 1 0,0 0 0,0 0 0,1 0 0,-1 1 0,1-1 0,0 1 0,0-1 0,0 1 0,1 0 0,-1-1 0,1 1 0,0 0 0,0 0 0,-1 6 0,3-7 0,-1 0 0,1-1 0,0 1 0,0 0 0,0 0 0,0-1 0,1 1 0,-1-1 0,0 1 0,1-1 0,0 0 0,0 0 0,0 1 0,0-1 0,0 0 0,0-1 0,0 1 0,0 0 0,1-1 0,-1 1 0,1-1 0,4 2 0,7 4 0,1-1 0,25 7 0,-29-11 0,-7-1 0,-1-1 0,1 1 0,-1 0 0,0 0 0,1 0 0,-1 1 0,0-1 0,0 1 0,0-1 0,0 1 0,0 0 0,3 3 0,-6-4 0,1-1 0,-1 1 0,0 0 0,0 0 0,-1-1 0,1 1 0,0 0 0,0 0 0,0-1 0,0 1 0,-1 0 0,1-1 0,0 1 0,0 0 0,-1-1 0,1 1 0,-1 0 0,1-1 0,-1 1 0,1-1 0,-1 1 0,1-1 0,-1 1 0,1-1 0,-1 1 0,0-1 0,1 1 0,-1-1 0,0 0 0,1 1 0,-1-1 0,0 0 0,1 0 0,-3 1 0,-26 10 0,28-11 0,-21 6-341,0-2 0,-1 0-1,-40 1 1,31-4-6485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5.633"/>
    </inkml:context>
    <inkml:brush xml:id="br0">
      <inkml:brushProperty name="width" value="0.05" units="cm"/>
      <inkml:brushProperty name="height" value="0.05" units="cm"/>
    </inkml:brush>
  </inkml:definitions>
  <inkml:trace contextRef="#ctx0" brushRef="#br0">597 16 24575,'1'0'0,"-1"0"0,0 0 0,1 0 0,-1 0 0,0 0 0,1 0 0,-1 0 0,0 0 0,1-1 0,-1 1 0,0 0 0,1 0 0,-1 0 0,0-1 0,1 1 0,-1 0 0,0-1 0,0 1 0,1 0 0,-1 0 0,0-1 0,0 1 0,0 0 0,1-1 0,-1 1 0,0-1 0,0 1 0,0 0 0,0-1 0,0 1 0,0 0 0,0-1 0,0 1 0,0-1 0,0 0 0,0 1 0,0 0 0,0 0 0,0 0 0,0-1 0,0 1 0,0 0 0,0 0 0,0-1 0,0 1 0,0 0 0,0 0 0,0 0 0,0-1 0,0 1 0,0 0 0,0 0 0,-1 0 0,1 0 0,0-1 0,0 1 0,0 0 0,0 0 0,0 0 0,-1 0 0,1-1 0,0 1 0,0 0 0,0 0 0,0 0 0,-1 0 0,1 0 0,0 0 0,0 0 0,0 0 0,-1 0 0,1 0 0,0 0 0,0 0 0,-1 0 0,1 0 0,0 0 0,0 0 0,0 0 0,-1 0 0,1 0 0,0 0 0,0 0 0,0 0 0,-1 0 0,1 0 0,0 0 0,0 0 0,0 0 0,-1 1 0,1-1 0,0 0 0,0 0 0,0 0 0,0 0 0,-9 8 0,2 0 0,-1 0 0,-12 18 0,-6 5 0,-35 31 0,-103 76 0,96-83 0,-86 88 0,142-131-227,1 1-1,1 1 1,0 0-1,0 0 1,-11 25-1,16-25-6598</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6.084"/>
    </inkml:context>
    <inkml:brush xml:id="br0">
      <inkml:brushProperty name="width" value="0.05" units="cm"/>
      <inkml:brushProperty name="height" value="0.05" units="cm"/>
    </inkml:brush>
  </inkml:definitions>
  <inkml:trace contextRef="#ctx0" brushRef="#br0">8 10 24575,'-1'0'0,"1"0"0,-1 0 0,1-1 0,0 1 0,-1 0 0,1 0 0,-1 0 0,1-1 0,0 1 0,-1 0 0,1 0 0,0-1 0,0 1 0,-1 0 0,1 0 0,0-1 0,0 1 0,-1 0 0,1-1 0,0 1 0,0 0 0,0-1 0,-1 1 0,1-1 0,1-2 0,3 7 0,58 55 0,110 85 0,-22-21 0,-117-93 0,-1 2 0,36 45 0,-62-69-151,-1 0-1,1 0 0,-2 0 0,1 1 1,-1 0-1,0-1 0,-1 2 1,3 9-1,-4-7-6674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6.470"/>
    </inkml:context>
    <inkml:brush xml:id="br0">
      <inkml:brushProperty name="width" value="0.05" units="cm"/>
      <inkml:brushProperty name="height" value="0.05" units="cm"/>
    </inkml:brush>
  </inkml:definitions>
  <inkml:trace contextRef="#ctx0" brushRef="#br0">0 29 24575,'227'-11'0,"-85"3"0,617-1 0,-515 10 0,-241-1 171,-6 0 0,-7 0-1878,-3 0-5119</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7.773"/>
    </inkml:context>
    <inkml:brush xml:id="br0">
      <inkml:brushProperty name="width" value="0.05" units="cm"/>
      <inkml:brushProperty name="height" value="0.05" units="cm"/>
    </inkml:brush>
  </inkml:definitions>
  <inkml:trace contextRef="#ctx0" brushRef="#br0">42 30 24575,'0'-1'0,"-1"0"0,1 0 0,-1 0 0,1 0 0,-1 0 0,0 0 0,0 0 0,1 0 0,-1 0 0,0 1 0,0-1 0,0 0 0,0 0 0,0 1 0,0-1 0,0 1 0,0-1 0,0 1 0,-1-1 0,-22-8 0,117 6 0,495 17 0,21 0 0,-572-14 0,454-13 0,-463 7 0,-27 6 0,-1 0 0,0 0 0,0 0 0,0 0 0,0 0 0,0 0 0,0 0 0,0 0 0,0 0 0,0-1 0,0 1 0,1 0 0,-1 0 0,0 0 0,0 0 0,0 0 0,0 0 0,0 0 0,0 0 0,0 0 0,0 0 0,0 0 0,0 0 0,0-1 0,0 1 0,0 0 0,0 0 0,0 0 0,0 0 0,0 0 0,0 0 0,0 0 0,0 0 0,0 0 0,0-1 0,0 1 0,0 0 0,0 0 0,0 0 0,0 0 0,0 0 0,0 0 0,0 0 0,0 0 0,0 0 0,0 0 0,0-1 0,0 1 0,0 0 0,0 0 0,0 0 0,0 0 0,-1 0 0,1 0 0,0 0 0,0 0 0,0 0 0,0 0 0,0 0 0,0 0 0,-16-3 0,-9 1 0,-1 1 0,-29 3 0,54-2 0,0 0 0,0 0 0,0 0 0,1 0 0,-1 0 0,0 0 0,0 0 0,0 0 0,0 0 0,1 1 0,-1-1 0,0 0 0,0 1 0,1-1 0,-1 0 0,0 1 0,0-1 0,1 1 0,-1-1 0,1 1 0,-1 0 0,0-1 0,1 1 0,-1 0 0,1-1 0,-1 1 0,1 0 0,0-1 0,-1 1 0,1 0 0,0 0 0,-1 0 0,1-1 0,0 1 0,0 0 0,0 0 0,0 0 0,0 0 0,0-1 0,0 1 0,0 0 0,0 0 0,0 0 0,0 0 0,0-1 0,1 1 0,-1 0 0,0 0 0,1-1 0,-1 1 0,1 0 0,-1 0 0,0-1 0,2 2 0,3 7 0,1 0 0,1 0 0,10 11 0,-9-11 0,182 243 0,45 53 0,-213-280-1365,-13-18-5461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8.224"/>
    </inkml:context>
    <inkml:brush xml:id="br0">
      <inkml:brushProperty name="width" value="0.05" units="cm"/>
      <inkml:brushProperty name="height" value="0.05" units="cm"/>
    </inkml:brush>
  </inkml:definitions>
  <inkml:trace contextRef="#ctx0" brushRef="#br0">883 0 24575,'-5'0'0,"1"1"0,0 0 0,0-1 0,1 1 0,-1 1 0,0-1 0,0 0 0,0 1 0,1 0 0,-1 0 0,1 0 0,-1 0 0,1 1 0,-4 3 0,-6 6 0,-23 29 0,6-7 0,-50 38 0,-123 86 0,19-16 0,-78 59 0,260-199 132,2-1-192,-1-1 0,1 1 0,-1-1 1,1 0-1,0 1 0,-1-1 0,1 0 0,-1 1 0,1-1 0,-1 0 0,1 0 0,-1 1 1,1-1-1,-1 0 0,1 0 0,-1 0 0,1 1 0,-1-1 0,1 0 0,-1 0 0,0 0 1,1 0-1,-1 0 0,0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8.873"/>
    </inkml:context>
    <inkml:brush xml:id="br0">
      <inkml:brushProperty name="width" value="0.05" units="cm"/>
      <inkml:brushProperty name="height" value="0.05" units="cm"/>
    </inkml:brush>
  </inkml:definitions>
  <inkml:trace contextRef="#ctx0" brushRef="#br0">29 11 24575,'-3'-2'0,"0"-3"0,-2 1 0,-1 4 0,2 4 0,0 7 0,2 5 0,0 5 0,4 3 0,1 5 0,3 2 0,0 0 0,-2 0 0,0-1 0,1-1 0,-1-3 0,0-4 0,-2-6-8191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9.030"/>
    </inkml:context>
    <inkml:brush xml:id="br0">
      <inkml:brushProperty name="width" value="0.05" units="cm"/>
      <inkml:brushProperty name="height" value="0.05" units="cm"/>
    </inkml:brush>
  </inkml:definitions>
  <inkml:trace contextRef="#ctx0" brushRef="#br0">27 48 24575,'0'-2'0,"0"-3"0,-3-3 0,0-3 0,-2 1 0,-3 2 0,0 5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9.557"/>
    </inkml:context>
    <inkml:brush xml:id="br0">
      <inkml:brushProperty name="width" value="0.05" units="cm"/>
      <inkml:brushProperty name="height" value="0.05" units="cm"/>
    </inkml:brush>
  </inkml:definitions>
  <inkml:trace contextRef="#ctx0" brushRef="#br0">167 315 24575,'-1'-1'0,"1"0"0,-1 0 0,1 0 0,-1 0 0,1 0 0,-1 1 0,0-1 0,1 0 0,-1 0 0,0 1 0,0-1 0,1 0 0,-1 1 0,0-1 0,0 1 0,0-1 0,0 1 0,0-1 0,0 1 0,-1-1 0,-21-6 0,21 6 0,-1 0 0,0 1 0,0 0 0,1-1 0,-1 1 0,0 0 0,0 0 0,0 1 0,1-1 0,-1 1 0,0-1 0,1 1 0,-1 0 0,0 0 0,1 0 0,-1 0 0,-3 2 0,2 0 0,0 1 0,-1-1 0,1 1 0,1 0 0,-1 0 0,0 0 0,1 0 0,-5 8 0,3-2 0,0-1 0,0 1 0,1 0 0,0 1 0,1-1 0,0 1 0,1 0 0,-2 16 0,4-25 0,0-1 0,0 0 0,0 1 0,0-1 0,0 0 0,0 1 0,0-1 0,0 1 0,0-1 0,1 0 0,-1 1 0,0-1 0,1 0 0,-1 0 0,1 1 0,0-1 0,-1 0 0,1 0 0,0 0 0,0 0 0,-1 1 0,1-1 0,0-1 0,0 1 0,0 0 0,1 0 0,-1 0 0,1 1 0,1-2 0,-1 0 0,1 1 0,-1-1 0,0 0 0,1 0 0,-1 0 0,0-1 0,1 1 0,-1 0 0,1-1 0,-1 0 0,0 1 0,0-1 0,1 0 0,3-2 0,-1-1 0,1 1 0,0-1 0,-1 0 0,1 0 0,-1 0 0,0-1 0,0 0 0,-1 0 0,0 0 0,7-10 0,-5 5 0,-1 0 0,0 0 0,-1-1 0,0 0 0,4-18 0,-1-6 0,-3-1 0,1-70 0,-5 100 0,0-11 0,-1-54 0,0 64 0,1 1 0,-1-1 0,-1 0 0,1 1 0,-1-1 0,-1 1 0,-4-12 0,7 18 0,0-1 0,-1 1 0,1 0 0,0 0 0,0-1 0,0 1 0,0 0 0,0-1 0,-1 1 0,1 0 0,0 0 0,0 0 0,0-1 0,-1 1 0,1 0 0,0 0 0,0 0 0,-1-1 0,1 1 0,0 0 0,0 0 0,-1 0 0,1 0 0,0 0 0,-1 0 0,1 0 0,0 0 0,0 0 0,-1-1 0,1 1 0,0 0 0,-1 1 0,1-1 0,0 0 0,-1 0 0,-7 10 0,0 19 0,8-28 0,-5 30-170,1 0-1,2 0 0,1 0 1,1 0-1,2 1 0,1-1 1,12 52-1,-8-55-6655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49.819"/>
    </inkml:context>
    <inkml:brush xml:id="br0">
      <inkml:brushProperty name="width" value="0.05" units="cm"/>
      <inkml:brushProperty name="height" value="0.05" units="cm"/>
    </inkml:brush>
  </inkml:definitions>
  <inkml:trace contextRef="#ctx0" brushRef="#br0">3 43 24575,'-2'0'0,"1"0"0,4 0 0,3-3 0,3 0 0,4 0 0,5-1 0,4-1 0,1-1 0,1 0 0,-2 1 0,-2 2 0,-2 0 0,-6 2 0,-8 1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0.208"/>
    </inkml:context>
    <inkml:brush xml:id="br0">
      <inkml:brushProperty name="width" value="0.05" units="cm"/>
      <inkml:brushProperty name="height" value="0.05" units="cm"/>
    </inkml:brush>
  </inkml:definitions>
  <inkml:trace contextRef="#ctx0" brushRef="#br0">26 6 24575,'-2'-2'0,"-4"-1"0,0 2 0,1 4 0,1 4 0,1 5 0,4 5 0,1 5 0,1 2 0,0 3 0,-1 3 0,-1 1 0,0 0 0,-1-3 0,0-1 0,0-4 0,0-3 0,0-5-8191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0.379"/>
    </inkml:context>
    <inkml:brush xml:id="br0">
      <inkml:brushProperty name="width" value="0.05" units="cm"/>
      <inkml:brushProperty name="height" value="0.05" units="cm"/>
    </inkml:brush>
  </inkml:definitions>
  <inkml:trace contextRef="#ctx0" brushRef="#br0">27 29 24575,'-3'-2'0,"0"-4"0,-2-2 0,-3 0 0,0 3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0.785"/>
    </inkml:context>
    <inkml:brush xml:id="br0">
      <inkml:brushProperty name="width" value="0.05" units="cm"/>
      <inkml:brushProperty name="height" value="0.05" units="cm"/>
    </inkml:brush>
  </inkml:definitions>
  <inkml:trace contextRef="#ctx0" brushRef="#br0">14 152 24575,'0'0'0,"0"0"0,0 0 0,0 0 0,-1 0 0,1 0 0,0 0 0,0 0 0,-1 0 0,1 0 0,0 0 0,0 0 0,0 0 0,-1 0 0,1 0 0,0 0 0,0 0 0,0 0 0,0 0 0,-1 0 0,1 1 0,0-1 0,0 0 0,0 0 0,0 0 0,-1 0 0,1 0 0,0 1 0,0-1 0,0 0 0,0 0 0,0 0 0,0 0 0,0 1 0,0-1 0,0 0 0,-1 0 0,1 0 0,0 1 0,0-1 0,0 0 0,5 10 0,10 7 0,-12-15 0,0-1 0,0 1 0,0-1 0,0 0 0,0 0 0,0 0 0,1-1 0,-1 1 0,0-1 0,0 1 0,1-1 0,-1 0 0,0 0 0,1-1 0,-1 1 0,0-1 0,0 1 0,1-1 0,-1 0 0,0 0 0,0-1 0,0 1 0,0-1 0,0 1 0,-1-1 0,1 0 0,4-3 0,-3 1 0,0-1 0,0 1 0,0-1 0,0 1 0,-1-1 0,0 0 0,0-1 0,0 1 0,0 0 0,-1-1 0,0 0 0,0 1 0,-1-1 0,2-8 0,-3 10 0,1-1 0,-1 1 0,0-1 0,-1 1 0,1 0 0,-1-1 0,0 1 0,0 0 0,0-1 0,0 1 0,-1 0 0,0 0 0,-4-7 0,5 9 0,0 0 0,-1 1 0,1-1 0,0 1 0,-1-1 0,1 1 0,-1 0 0,1 0 0,-1 0 0,0 0 0,0 0 0,1 0 0,-1 0 0,0 0 0,0 1 0,0-1 0,0 1 0,0-1 0,0 1 0,0 0 0,0 0 0,0 0 0,0 0 0,0 0 0,0 0 0,0 1 0,1-1 0,-1 0 0,0 1 0,0 0 0,0-1 0,0 1 0,-2 1 0,0 1 0,0-1 0,1 1 0,-1 0 0,1 0 0,0 0 0,-1 0 0,1 1 0,1-1 0,-1 1 0,0 0 0,1-1 0,0 1 0,0 0 0,-2 5 0,-3 10 0,-9 34 0,15-49 0,-4 16 0,1 0 0,-3 37 0,6-52 0,1 0 0,0 1 0,0-1 0,1 1 0,0-1 0,-1 0 0,2 1 0,-1-1 0,1 0 0,-1 0 0,1 0 0,1 0 0,-1 0 0,1 0 0,6 7 0,-7-10-114,0 0 1,0 0-1,0 0 0,1-1 0,-1 1 1,1-1-1,-1 0 0,1 0 0,0 1 1,-1-2-1,5 2 0,11 2-6712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1.143"/>
    </inkml:context>
    <inkml:brush xml:id="br0">
      <inkml:brushProperty name="width" value="0.05" units="cm"/>
      <inkml:brushProperty name="height" value="0.05" units="cm"/>
    </inkml:brush>
  </inkml:definitions>
  <inkml:trace contextRef="#ctx0" brushRef="#br0">139 97 24575,'2'-1'0,"1"-1"0,-1 0 0,1-1 0,-1 1 0,0 0 0,0-1 0,0 1 0,3-6 0,-2 4 0,4-4 0,-4 4 0,0 1 0,0-1 0,0 0 0,0-1 0,-1 1 0,1 0 0,-1-1 0,3-8 0,-5 13 0,0-1 0,0 0 0,-1 1 0,1-1 0,0 0 0,0 1 0,-1-1 0,1 1 0,0-1 0,0 1 0,-1-1 0,1 0 0,-1 1 0,1 0 0,-1-1 0,1 1 0,0-1 0,-1 1 0,0-1 0,1 1 0,-1 0 0,1-1 0,-1 1 0,1 0 0,-1 0 0,0-1 0,1 1 0,-1 0 0,1 0 0,-1 0 0,0 0 0,1 0 0,-1 0 0,0 0 0,1 0 0,-1 0 0,0 0 0,1 0 0,-1 0 0,1 1 0,-2-1 0,-27 6 0,28-6 0,-12 4 0,0 1 0,0 0 0,1 1 0,-1 0 0,1 1 0,-13 10 0,22-15 0,0 0 0,1 1 0,-1-1 0,1 1 0,-1 0 0,1-1 0,0 1 0,0 0 0,0 0 0,1 1 0,-1-1 0,-1 6 0,2-7 0,1 1 0,0-1 0,0 1 0,0-1 0,0 1 0,0-1 0,0 1 0,1-1 0,-1 0 0,1 1 0,-1-1 0,1 1 0,0-1 0,0 0 0,0 0 0,1 1 0,-1-1 0,0 0 0,1 0 0,2 2 0,6 6 0,-1 0 0,2-1 0,21 15 0,-24-19 0,0 0 0,0 1 0,0 0 0,-1 0 0,0 1 0,0 0 0,-1 0 0,0 1 0,8 12 0,-13-18 0,-1-1 0,1 1 0,0 0 0,-1 0 0,1 0 0,-1 0 0,1 0 0,-1-1 0,0 1 0,0 0 0,0 0 0,0 0 0,0 0 0,0 0 0,0 0 0,-1 0 0,1 0 0,-1-1 0,0 1 0,1 0 0,-1 0 0,0 0 0,0-1 0,0 1 0,0-1 0,0 1 0,0-1 0,-1 1 0,1-1 0,0 1 0,-1-1 0,1 0 0,-1 0 0,0 0 0,1 0 0,-1 0 0,-3 1 0,-4 2 0,1 0 0,-1-1 0,0 0 0,0-1 0,-1 0 0,-13 1 0,-14-1-1365,3-3-5461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7.374"/>
    </inkml:context>
    <inkml:brush xml:id="br0">
      <inkml:brushProperty name="width" value="0.05" units="cm"/>
      <inkml:brushProperty name="height" value="0.05" units="cm"/>
    </inkml:brush>
  </inkml:definitions>
  <inkml:trace contextRef="#ctx0" brushRef="#br0">339 0 24575,'1'1'0,"-1"-1"0,1 0 0,-1 0 0,1 1 0,-1-1 0,0 0 0,1 1 0,-1-1 0,1 0 0,-1 1 0,1-1 0,-1 1 0,0-1 0,1 1 0,-1-1 0,0 1 0,0-1 0,1 1 0,-1-1 0,0 1 0,0-1 0,0 1 0,0-1 0,0 1 0,0-1 0,0 2 0,2 16 0,-2 22 0,-8 53 0,1-21 0,-6 794 0,12-236 0,-53 231 0,38-732 0,-57 216 0,-81 111 0,147-440 0,5-11 0,-1-1 0,1 1 0,0 0 0,1 0 0,-1 1 0,1-1 0,0 0 0,0 9 0,1-14 0,0 0 0,0 1 0,0-1 0,0 0 0,0 1 0,0-1 0,0 0 0,1 1 0,-1-1 0,0 0 0,0 1 0,0-1 0,1 0 0,-1 1 0,0-1 0,0 0 0,1 0 0,-1 1 0,0-1 0,0 0 0,1 0 0,-1 1 0,0-1 0,1 0 0,-1 0 0,0 0 0,1 0 0,-1 0 0,0 1 0,1-1 0,-1 0 0,1 0 0,-1 0 0,0 0 0,1 0 0,-1 0 0,0 0 0,1 0 0,-1 0 0,1 0 0,-1-1 0,1 1 0,19-7 0,-14 4 0,45-13 0,1 2 0,55-7 0,110-7 0,-154 22 0,797-65-1324,0 34-1,-755 33 1280,32 1-198,210-33-1,-337 35 115,2-1 313,0-1-1,18-6 1,-27 8-212,-1 0 1,0 0 0,1 0-1,-1 0 1,0 0-1,0-1 1,0 1-1,0-1 1,0 1-1,0-1 1,-1 0-1,1 0 1,0 0-1,-1 0 1,1 0-1,-1 0 1,0 0-1,2-4 1,-1-14-4883</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8.371"/>
    </inkml:context>
    <inkml:brush xml:id="br0">
      <inkml:brushProperty name="width" value="0.05" units="cm"/>
      <inkml:brushProperty name="height" value="0.05" units="cm"/>
    </inkml:brush>
  </inkml:definitions>
  <inkml:trace contextRef="#ctx0" brushRef="#br0">9 179 24575,'-1'-3'0,"0"1"0,-1-1 0,1 1 0,0-1 0,1 1 0,-1-1 0,0 0 0,1 1 0,0-1 0,-1 0 0,1 0 0,0 0 0,0 1 0,1-1 0,-1 0 0,1 0 0,-1 1 0,1-1 0,0 0 0,0 1 0,0-1 0,3-4 0,-1 3 0,0 1 0,0-1 0,1 1 0,0 0 0,-1 0 0,1 0 0,0 1 0,0-1 0,1 1 0,-1 0 0,0 0 0,8-2 0,31-9 0,0 2 0,84-10 0,93 5 0,-189 14 0,779-10-1063,2 34-821,-134-2 1104,-511-18 1635,-154 1-14,-17 3-80,-23 8 250,19-11-896,-2 3-103,-1 1-1,1 0 0,1 0 0,-1 1 0,1 0 1,1 0-1,-1 1 0,1 0 0,1 1 1,0 0-1,0 0 0,1 0 0,0 1 1,1 0-1,-5 15 0,-3 16-23,1 0 0,-11 81 0,22-117 12,-21 168-90,8 1 0,10 210 0,52 354-250,-36-598 327,24 519-2,-36-533 40,-7-1-1,-5 1 0,-33 147 1,-120 254 515,165-526-540,-13 23 0,13-24 0,0-1 0,-1 0 0,1 1 0,-1-1 0,1 0 0,-1 1 0,1-1 0,-1 0 0,1 0 0,-1 0 0,1 1 0,-1-1 0,0 0 0,1 0 0,-1 0 0,1 0 0,-1 0 0,1 0 0,-1 0 0,0 0 0,1 0 0,-1 0 0,1-1 0,-1 1 0,1 0 0,-1 0 0,1 0 0,-1-1 0,1 1 0,-1 0 0,1 0 0,-1-1 0,1 1 0,-1-1 0,1 1 0,0 0 0,-1-1 0,1 1 0,0-1 0,-1 1 0,1-1 0,0 1 0,0-1 0,-1 1 0,1-1 0,-26-42-1365,17 27-5461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8:58.988"/>
    </inkml:context>
    <inkml:brush xml:id="br0">
      <inkml:brushProperty name="width" value="0.05" units="cm"/>
      <inkml:brushProperty name="height" value="0.05" units="cm"/>
    </inkml:brush>
  </inkml:definitions>
  <inkml:trace contextRef="#ctx0" brushRef="#br0">108 21 24575,'1'-1'0,"-1"1"0,0-1 0,0 0 0,0 0 0,0 0 0,0 1 0,0-1 0,0 0 0,-1 0 0,1 0 0,0 1 0,0-1 0,0 0 0,-1 0 0,1 1 0,-1-1 0,1 0 0,0 1 0,-1-1 0,1 0 0,-1 1 0,1-1 0,-1 0 0,0 1 0,1-1 0,-1 1 0,0-1 0,-1 1 0,1 0 0,0 0 0,0 0 0,0 0 0,0 0 0,-1 0 0,1 0 0,0 0 0,0 1 0,0-1 0,0 0 0,0 1 0,0-1 0,0 1 0,0-1 0,-2 2 0,-1 1 0,-1 1 0,0-1 0,1 1 0,0 0 0,0 0 0,-6 8 0,3 0 0,1 0 0,1 0 0,0 1 0,1-1 0,0 1 0,1 0 0,0 0 0,-1 26 0,3-29 0,1 0 0,0 0 0,0 1 0,2-1 0,-1 0 0,1 0 0,0 0 0,1 0 0,0-1 0,1 1 0,0-1 0,7 12 0,-9-18 0,0 0 0,0 1 0,1-1 0,-1 0 0,1 0 0,0-1 0,0 1 0,0 0 0,1-1 0,-1 0 0,0 0 0,1 0 0,-1 0 0,1 0 0,0-1 0,0 1 0,0-1 0,-1 0 0,1-1 0,0 1 0,0 0 0,0-1 0,0 0 0,0 0 0,0 0 0,0-1 0,0 1 0,0-1 0,0 0 0,0 0 0,0-1 0,0 1 0,7-4 0,-4 1 0,1-1 0,-1 1 0,1-1 0,-1-1 0,-1 1 0,1-1 0,-1 0 0,0-1 0,0 1 0,-1-1 0,0 0 0,0-1 0,-1 1 0,7-15 0,-8 14 0,-1 0 0,0-1 0,0 1 0,0-1 0,-1 1 0,-1-1 0,1 0 0,-1 1 0,-1-1 0,0 1 0,0-1 0,0 1 0,-1-1 0,-1 1 0,-3-11 0,3 13 0,0-1 0,-1 2 0,1-1 0,-1 0 0,0 1 0,-1-1 0,1 1 0,-1 0 0,0 1 0,0-1 0,-1 1 0,1 0 0,-1 0 0,0 1 0,0 0 0,0 0 0,-1 0 0,1 1 0,-12-3 0,3 2-341,0 0 0,-1 2-1,-24-1 1,18 3-6485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1.051"/>
    </inkml:context>
    <inkml:brush xml:id="br0">
      <inkml:brushProperty name="width" value="0.05" units="cm"/>
      <inkml:brushProperty name="height" value="0.05" units="cm"/>
    </inkml:brush>
  </inkml:definitions>
  <inkml:trace contextRef="#ctx0" brushRef="#br0">32 110 24575,'-24'0'0,"17"0"0,17 0 0,654-32-1258,-380 13 913,1294-39-1263,-1536 57-3372</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1.515"/>
    </inkml:context>
    <inkml:brush xml:id="br0">
      <inkml:brushProperty name="width" value="0.05" units="cm"/>
      <inkml:brushProperty name="height" value="0.05" units="cm"/>
    </inkml:brush>
  </inkml:definitions>
  <inkml:trace contextRef="#ctx0" brushRef="#br0">1 192 24575,'0'2'0,"2"6"0,10-5 0,27-2 0,-1-2 0,64-9 0,-29 3 0,254-22-250,1238-96-2630,-1507 121 2879,521-26 606,-594 31-487,-11-1-5901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2.120"/>
    </inkml:context>
    <inkml:brush xml:id="br0">
      <inkml:brushProperty name="width" value="0.05" units="cm"/>
      <inkml:brushProperty name="height" value="0.05" units="cm"/>
    </inkml:brush>
  </inkml:definitions>
  <inkml:trace contextRef="#ctx0" brushRef="#br0">96 205 24575,'-15'-1'0,"0"0"0,1-1 0,-1-1 0,-17-5 0,27 3 0,13 1 0,16 0 0,-23 3 0,421-38 14,-245 26-184,684-44-673,-97 9 903,-742 47-60,2-1 0,46-8 0,-65 8 77,-6 1 133,-7 0-1030,8 1 770,-14-1-6619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6.701"/>
    </inkml:context>
    <inkml:brush xml:id="br0">
      <inkml:brushProperty name="width" value="0.05" units="cm"/>
      <inkml:brushProperty name="height" value="0.05" units="cm"/>
    </inkml:brush>
  </inkml:definitions>
  <inkml:trace contextRef="#ctx0" brushRef="#br0">414 74 24575,'0'-3'0,"-1"0"0,1 0 0,-1 0 0,1 0 0,-1 0 0,0 0 0,0 1 0,0-1 0,-1 0 0,1 0 0,-1 1 0,1-1 0,-1 1 0,0-1 0,0 1 0,0 0 0,0 0 0,-1 0 0,1 0 0,0 0 0,-1 0 0,1 0 0,-4-1 0,2 1 0,0 0 0,-1 1 0,1-1 0,0 1 0,0-1 0,-1 1 0,1 1 0,-1-1 0,1 1 0,-1-1 0,1 1 0,-1 1 0,1-1 0,-1 1 0,-4 0 0,-6 4 0,1 1 0,-1 0 0,2 1 0,-1 1 0,1 0 0,0 1 0,0 0 0,1 1 0,0 0 0,1 1 0,-13 15 0,9-7 0,1 1 0,0 0 0,1 0 0,1 2 0,1-1 0,-13 37 0,18-38 0,0 0 0,1 1 0,2 0 0,0-1 0,1 1 0,0 0 0,2 0 0,1 0 0,1 0 0,0 0 0,2 0 0,6 24 0,-6-32 0,1-1 0,0 1 0,1 0 0,0-1 0,1 0 0,0-1 0,1 0 0,0 0 0,1 0 0,0-1 0,1-1 0,0 1 0,0-1 0,1-1 0,0 0 0,1-1 0,0 0 0,0-1 0,22 9 0,-17-10 0,0 0 0,1-1 0,-1-1 0,1-1 0,-1 0 0,1-2 0,0 0 0,0 0 0,-1-2 0,1 0 0,-1-1 0,1-1 0,-1-1 0,0 0 0,-1-1 0,1-1 0,-1-1 0,18-10 0,-22 10 0,0 0 0,0 0 0,-1-1 0,0 0 0,-1-1 0,0 0 0,0-1 0,-1 0 0,0-1 0,-1 0 0,-1 0 0,0-1 0,0 1 0,-1-2 0,-1 1 0,0-1 0,-1 1 0,0-1 0,-1 0 0,-1-1 0,0 1 0,-1-26 0,-3 19 0,0 0 0,-2 1 0,0-1 0,-1 1 0,-2 0 0,0 0 0,-1 1 0,0 0 0,-2 0 0,-12-19 0,11 22 0,0 1 0,0 0 0,-2 1 0,1 0 0,-2 1 0,0 0 0,0 1 0,-2 1 0,1 0 0,-1 1 0,-24-11 0,33 18-97,0 0-1,0 1 1,-1 0-1,1 0 1,0 1-1,-1 0 1,1 0-1,-1 0 1,1 1-1,-1 0 1,1 1-1,-1 0 0,-10 2 1,-9 6-6729</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7.241"/>
    </inkml:context>
    <inkml:brush xml:id="br0">
      <inkml:brushProperty name="width" value="0.05" units="cm"/>
      <inkml:brushProperty name="height" value="0.05" units="cm"/>
    </inkml:brush>
  </inkml:definitions>
  <inkml:trace contextRef="#ctx0" brushRef="#br0">259 3 24575,'-30'31'0,"1"1"0,2 1 0,-32 53 0,52-73 0,-61 112 0,61-109 0,0 0 0,1 1 0,1 0 0,0 0 0,-4 34 0,9-48 0,0 0 0,0-1 0,0 1 0,1 0 0,-1 0 0,0 0 0,1-1 0,0 1 0,0 0 0,0 0 0,0-1 0,0 1 0,0-1 0,1 1 0,-1-1 0,1 0 0,0 1 0,0-1 0,0 0 0,0 0 0,0 0 0,0 0 0,0-1 0,1 1 0,-1-1 0,0 1 0,1-1 0,0 0 0,-1 0 0,6 2 0,7 1 0,0-1 0,0 0 0,1 0 0,22-1 0,-21-1 0,61 5 0,21 3 0,193-8 0,-281-2 0,1 0 0,-1-1 0,1-1 0,20-6 0,-29 7 0,0 1 0,0 0 0,0-1 0,0 0 0,0 1 0,0-1 0,-1 0 0,1-1 0,-1 1 0,0 0 0,1-1 0,-1 1 0,0-1 0,0 0 0,-1 1 0,1-1 0,-1 0 0,1 0 0,-1 0 0,0-1 0,1-5 0,0-1 0,-1-1 0,-1 1 0,0-1 0,0 0 0,-1 1 0,-4-18 0,-21-64 0,17 62 0,-2-5 0,0-6 0,-3-1 0,-1 2 0,-33-64 0,41 95-1365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7.688"/>
    </inkml:context>
    <inkml:brush xml:id="br0">
      <inkml:brushProperty name="width" value="0.05" units="cm"/>
      <inkml:brushProperty name="height" value="0.05" units="cm"/>
    </inkml:brush>
  </inkml:definitions>
  <inkml:trace contextRef="#ctx0" brushRef="#br0">0 84 24575,'0'0'0,"0"-1"0,0 1 0,1-1 0,-1 0 0,0 1 0,0-1 0,1 1 0,-1-1 0,0 1 0,0 0 0,1-1 0,-1 1 0,1-1 0,-1 1 0,0-1 0,1 1 0,-1 0 0,1-1 0,-1 1 0,1 0 0,-1 0 0,1-1 0,-1 1 0,1 0 0,-1 0 0,1 0 0,-1 0 0,1-1 0,-1 1 0,1 0 0,0 0 0,-1 0 0,1 0 0,-1 0 0,1 0 0,-1 1 0,2-1 0,20 5 0,-6 3 0,0 2 0,16 11 0,-23-13 0,1-1 0,1-1 0,-1 1 0,1-2 0,0 0 0,0 0 0,16 4 0,-22-7 0,0-1 0,1-1 0,-1 1 0,0-1 0,1 0 0,-1 0 0,1-1 0,-1 1 0,0-1 0,0 0 0,1-1 0,-1 1 0,0-1 0,0 0 0,5-3 0,-7 3 0,1 0 0,-1-1 0,1 0 0,-1 0 0,0 0 0,0 0 0,0-1 0,0 1 0,-1-1 0,1 1 0,-1-1 0,0 0 0,0 0 0,0 0 0,-1 0 0,1 0 0,-1-1 0,1-6 0,-1 2-227,0 0-1,0 0 1,-1-1-1,0 1 1,-2-11-1,-2 1-6598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7.874"/>
    </inkml:context>
    <inkml:brush xml:id="br0">
      <inkml:brushProperty name="width" value="0.05" units="cm"/>
      <inkml:brushProperty name="height" value="0.05" units="cm"/>
    </inkml:brush>
  </inkml:definitions>
  <inkml:trace contextRef="#ctx0" brushRef="#br0">1 8 24575,'0'-2'0,"2"-1"0,3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08.033"/>
    </inkml:context>
    <inkml:brush xml:id="br0">
      <inkml:brushProperty name="width" value="0.05" units="cm"/>
      <inkml:brushProperty name="height" value="0.05" units="cm"/>
    </inkml:brush>
  </inkml:definitions>
  <inkml:trace contextRef="#ctx0" brushRef="#br0">1 0 24575,'2'3'0,"3"0"0,4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10.003"/>
    </inkml:context>
    <inkml:brush xml:id="br0">
      <inkml:brushProperty name="width" value="0.05" units="cm"/>
      <inkml:brushProperty name="height" value="0.05" units="cm"/>
    </inkml:brush>
  </inkml:definitions>
  <inkml:trace contextRef="#ctx0" brushRef="#br0">1 257 24575,'503'-13'0,"-141"1"0,556 1 0,-849 10 0,570-17 0,-1-27 0,117-7 0,-245 22 0,223 8 0,-692 21 0,59-12 0,-58 7 0,48-1 0,102-3 0,-137 7 0,65 4 0,49-3 0,-150-3 342,-11 1-684,-8 4 318,0 0 0,0 0 0,0 0 0,0 0 0,0 0 1,0 0-1,0 0 0,0 0 0,0 0 0,0-1 0,0 1 0,0 0 0,0 0 0,0 0 0,0 0 0,0 0 0,0 0 0,0 0 0,0 0 0,0-1 0,0 1 0,0 0 0,0 0 0,0 0 0,0 0 0,0 0 1,0 0-1,-1 0 0,1 0 0,0 0 0,0 0 0,0 0 0,0-1 0,0 1 0,0 0 0,0 0 0,0 0 0,0 0 0,0 0 0,0 0 0,-1 0 0,1 0 0,0 0 0,0 0 0,0 0 0,0 0 0,0 0 1,0 0-1,0 0 0,0 0 0,0 0 0,-1 0 0,1 0 0,0 0 0,0 0 0,0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10.437"/>
    </inkml:context>
    <inkml:brush xml:id="br0">
      <inkml:brushProperty name="width" value="0.05" units="cm"/>
      <inkml:brushProperty name="height" value="0.05" units="cm"/>
    </inkml:brush>
  </inkml:definitions>
  <inkml:trace contextRef="#ctx0" brushRef="#br0">87 9 24575,'-37'-4'0,"-3"0"0,39 4 0,1 0 0,0 0 0,-1 0 0,1 0 0,0 0 0,-1 0 0,1 0 0,0 0 0,-1 0 0,1 0 0,0 0 0,0 0 0,-1 0 0,1 0 0,0 0 0,-1 1 0,1-1 0,0 0 0,-1 0 0,1 0 0,0 0 0,0 1 0,-1-1 0,1 0 0,0 0 0,0 1 0,-1-1 0,1 0 0,0 0 0,0 1 0,0-1 0,0 0 0,-1 1 0,8 9 0,16 6 0,9-1 0,57 17 0,15 7 0,-93-35 0,-1 1 0,0 0 0,-1 1 0,1 0 0,10 10 0,-18-15 0,0 1 0,0 0 0,-1 0 0,1 0 0,0 0 0,-1 0 0,0 0 0,1 0 0,-1 1 0,0-1 0,0 1 0,0-1 0,-1 0 0,1 1 0,-1-1 0,1 1 0,-1-1 0,0 1 0,0 0 0,0-1 0,0 1 0,0-1 0,0 1 0,-1-1 0,0 1 0,1-1 0,-1 1 0,0-1 0,-1 3 0,-3 4 31,0-1 0,-1 0 0,1 0 0,-2 0 0,1-1 0,-1 0 0,0-1 0,0 1 1,-1-1-1,-9 6 0,1-2-373,-1 0 1,0-2 0,0 0-1,-23 7 1,21-9-6485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2.855"/>
    </inkml:context>
    <inkml:brush xml:id="br0">
      <inkml:brushProperty name="width" value="0.05" units="cm"/>
      <inkml:brushProperty name="height" value="0.05" units="cm"/>
    </inkml:brush>
  </inkml:definitions>
  <inkml:trace contextRef="#ctx0" brushRef="#br0">1 5 24575,'0'-1'0,"1"1"0,-1 0 0,1-1 0,-1 1 0,1 0 0,-1-1 0,1 1 0,-1 0 0,1 0 0,-1-1 0,1 1 0,-1 0 0,1 0 0,-1 0 0,1 0 0,0 0 0,-1 0 0,1 0 0,-1 0 0,1 0 0,-1 0 0,1 0 0,0 0 0,-1 0 0,1 0 0,-1 1 0,1-1 0,-1 0 0,1 0 0,-1 1 0,2 0 0,19 7 0,23 13 0,77 51 0,35 40 0,-75-52 0,-50-38 0,372 265 0,-236-172 0,156 104 0,-290-197 0,206 120 0,-167-109 0,39 21 0,-111-54 0,0 0 0,0 1 0,1-1 0,-1 0 0,0 0 0,0 1 0,1-1 0,-1 0 0,0 0 0,1 0 0,-1 1 0,0-1 0,1 0 0,-1 0 0,0 0 0,1 0 0,-1 0 0,0 0 0,1 0 0,-1 0 0,0 0 0,1 0 0,-1 0 0,1 0 0,-1 0 0,0 0 0,1 0 0,-1 0 0,0 0 0,1 0 0,-1 0 0,0-1 0,1 1 0,-1 0 0,1-1 0,-5-12 0,-17-22 0,19 32 0,-8-13 0,-6-7 0,-14-30 0,25 43 0,1 1 0,1-1 0,0 1 0,0-1 0,1 0 0,-2-20 0,4 25 0,-1 1 0,1-1 0,-1 0 0,0 0 0,0 1 0,0-1 0,0 0 0,-1 1 0,0-1 0,0 1 0,0 0 0,-1 0 0,-4-7 0,6 11 0,1-1 0,0 1 0,0 0 0,0 0 0,-1-1 0,1 1 0,0 0 0,0 0 0,-1 0 0,1-1 0,0 1 0,0 0 0,-1 0 0,1 0 0,0 0 0,-1 0 0,1 0 0,0-1 0,0 1 0,-1 0 0,1 0 0,0 0 0,-1 0 0,1 0 0,0 0 0,-1 0 0,1 0 0,0 0 0,-1 0 0,1 1 0,0-1 0,-1 0 0,-1 11 0,7 13 0,70 152 0,-74-174 0,0 0 0,0 0 0,0 1 0,0-1 0,-1 0 0,1 1 0,-1-1 0,1 1 0,-1-1 0,0 0 0,0 1 0,0-1 0,0 1 0,0-1 0,-1 1 0,1-1 0,-1 0 0,1 1 0,-1-1 0,-2 4 0,1-4 0,0 1 0,0-1 0,0 0 0,-1 0 0,1-1 0,-1 1 0,1-1 0,-1 1 0,0-1 0,1 0 0,-1 0 0,0 0 0,0 0 0,0 0 0,0-1 0,0 1 0,-3-1 0,-106 8 0,75-8 0,-52 9 0,65-5-1365,2 0-5461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4.487"/>
    </inkml:context>
    <inkml:brush xml:id="br0">
      <inkml:brushProperty name="width" value="0.05" units="cm"/>
      <inkml:brushProperty name="height" value="0.05" units="cm"/>
    </inkml:brush>
  </inkml:definitions>
  <inkml:trace contextRef="#ctx0" brushRef="#br0">0 1 24575,'13'1'0,"1"0"0,-1 1 0,-1 0 0,24 8 0,59 26 0,-42-15 0,425 166-382,-87-33-159,1657 625-1594,-1652-636 1308,-41-16 2095,-493-181 1349,136 53-2617,0 0 0,-1 0 0,1-1 0,0 1 0,0 0 0,0-1 0,0 0 0,1 0 0,-1 1 0,0-1 0,1 0 0,-1 0 0,1 0 0,-1-1 0,1 1 0,0 0 0,0-1 0,0 1 0,1 0 0,-1-1 0,0 1 0,0-4 0,0-4 0,1-1 0,0 0 0,0 1 0,3-13 0,-1-6 0,25 77 0,-20-32 0,11 34 0,-16-45 0,-1-1 0,0 1 0,0 0 0,0 0 0,-1 0 0,0 0 0,0 0 0,0 1 0,-1-1 0,1 0 0,-3 9 0,2-13-52,0 0-1,0 1 1,0-1-1,0 0 1,0 1-1,0-1 1,0 0-1,-1 0 1,1 0-1,0 0 1,-1 0-1,1-1 1,0 1-1,-1 0 1,1 0-1,-1-1 1,0 1-1,1-1 1,-1 0-1,1 1 0,-1-1 1,1 0-1,-1 0 1,0 0-1,-2 0 1,-7 0-6774</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5.092"/>
    </inkml:context>
    <inkml:brush xml:id="br0">
      <inkml:brushProperty name="width" value="0.05" units="cm"/>
      <inkml:brushProperty name="height" value="0.05" units="cm"/>
    </inkml:brush>
  </inkml:definitions>
  <inkml:trace contextRef="#ctx0" brushRef="#br0">1 3 24575,'0'-2'0,"2"1"0,1 4 0,2 3 0,1 3 0,1 4 0,-1 8 0,1 4 0,0 5 0,-2 4 0,1 2 0,-1 3 0,-1-1 0,-1 2 0,-2-3 0,0-3 0,0-2 0,-2-7-8191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5.436"/>
    </inkml:context>
    <inkml:brush xml:id="br0">
      <inkml:brushProperty name="width" value="0.05" units="cm"/>
      <inkml:brushProperty name="height" value="0.05" units="cm"/>
    </inkml:brush>
  </inkml:definitions>
  <inkml:trace contextRef="#ctx0" brushRef="#br0">3 14 24575,'-2'0'0,"1"0"0,4 0 0,5 0 0,9 0 0,8 0 0,7 0 0,7 0 0,8 0 0,6 0 0,3 0 0,-1 0 0,-1-2 0,-5-4 0,-11 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5.654"/>
    </inkml:context>
    <inkml:brush xml:id="br0">
      <inkml:brushProperty name="width" value="0.05" units="cm"/>
      <inkml:brushProperty name="height" value="0.05" units="cm"/>
    </inkml:brush>
  </inkml:definitions>
  <inkml:trace contextRef="#ctx0" brushRef="#br0">34 43 24575,'-5'-3'0,"-3"0"0,-1-2 0,1-3 0,5 0 0,6 2 0,9 2 0,6 1 0,7 1 0,4 1 0,4 4 0,4 0 0,1 2 0,-4 1-8191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6.165"/>
    </inkml:context>
    <inkml:brush xml:id="br0">
      <inkml:brushProperty name="width" value="0.05" units="cm"/>
      <inkml:brushProperty name="height" value="0.05" units="cm"/>
    </inkml:brush>
  </inkml:definitions>
  <inkml:trace contextRef="#ctx0" brushRef="#br0">253 401 24575,'0'-5'0,"-1"0"0,1 1 0,-1-1 0,0 0 0,0 1 0,-1-1 0,1 1 0,-1-1 0,0 1 0,0 0 0,-1 0 0,1 0 0,-1 0 0,0 0 0,0 0 0,0 1 0,0-1 0,-1 1 0,1 0 0,-1 0 0,0 0 0,0 1 0,0-1 0,0 1 0,-1 0 0,1 0 0,-1 1 0,-4-2 0,3 1 0,0 0 0,1 1 0,-1 0 0,0 0 0,0 1 0,0-1 0,0 1 0,0 1 0,0-1 0,0 1 0,0 0 0,0 0 0,1 1 0,-1 0 0,0 0 0,1 0 0,-1 1 0,1-1 0,0 1 0,0 1 0,0-1 0,-5 5 0,7-5 0,0 0 0,-1 1 0,2 0 0,-1-1 0,0 1 0,1 0 0,-1 0 0,1 0 0,0 1 0,1-1 0,-1 0 0,1 1 0,0-1 0,-1 8 0,2-9 0,0 0 0,0 0 0,0 0 0,1 0 0,-1 0 0,1 0 0,0 0 0,0 0 0,0-1 0,0 1 0,1 0 0,-1-1 0,1 1 0,-1-1 0,1 1 0,0-1 0,0 0 0,0 0 0,0 1 0,0-2 0,1 1 0,-1 0 0,0 0 0,4 1 0,1 1 0,0-1 0,1 1 0,0-1 0,-1-1 0,1 1 0,0-1 0,0-1 0,0 0 0,0 0 0,0 0 0,1-1 0,-1 0 0,0-1 0,0 0 0,0 0 0,0 0 0,0-1 0,0-1 0,0 1 0,-1-1 0,1-1 0,-1 1 0,0-1 0,0 0 0,0-1 0,0 0 0,-1 0 0,0 0 0,0-1 0,0 0 0,-1 0 0,0 0 0,0-1 0,0 0 0,-1 0 0,5-9 0,0-7 0,-1 0 0,-1-1 0,6-38 0,3-74 0,-14 123 0,-2-12 0,0 19 0,0 0 0,0 0 0,0 1 0,1-1 0,0 0 0,0 0 0,0 1 0,1-1 0,2-6 0,-5 46 0,-11 32 0,3 1 0,3 0 0,3 95 0,4-150-195,0-1 0,1 1 0,0 0 0,1-1 0,0 0 0,8 19 0,0-11-6631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6.591"/>
    </inkml:context>
    <inkml:brush xml:id="br0">
      <inkml:brushProperty name="width" value="0.05" units="cm"/>
      <inkml:brushProperty name="height" value="0.05" units="cm"/>
    </inkml:brush>
  </inkml:definitions>
  <inkml:trace contextRef="#ctx0" brushRef="#br0">56 236 24575,'-6'45'0,"4"-36"0,1-1 0,0 1 0,0 0 0,1 10 0,13 57 0,-3-18 0,-10-52 0,-5-20 0,-6-23 0,5 12 0,-8-34 0,2-2 0,3 1 0,-1-70 0,10 125 0,0 0 0,0 0 0,1 1 0,0-1 0,0 0 0,0 0 0,0 0 0,1 0 0,0 1 0,0-1 0,0 1 0,3-6 0,-3 8 0,-1 1 0,1-1 0,0 0 0,0 1 0,0-1 0,0 1 0,0-1 0,0 1 0,0 0 0,0 0 0,0 0 0,1 0 0,-1 0 0,0 1 0,1-1 0,-1 1 0,0-1 0,1 1 0,-1 0 0,1 0 0,-1 0 0,1 0 0,-1 0 0,0 1 0,1-1 0,3 2 0,3 1 0,0 0 0,0 0 0,0 1 0,-1 0 0,1 1 0,-1 0 0,7 6 0,-9-7 0,-1 0 0,0 0 0,-1 1 0,1-1 0,-1 1 0,0 0 0,0 0 0,-1 1 0,1-1 0,-1 1 0,3 7 0,-6-11 10,1 0 0,-1 1 0,1-1 0,-1 0 0,0 0 0,0 0 1,0 0-1,0 0 0,0 1 0,0-1 0,-1 0 0,1 0 0,-1 0 0,1 0 0,-1 0 0,0 0 0,0 0 0,0 0 0,0 0 0,0 0 0,-1 0 0,1-1 0,0 1 0,-1 0 0,1-1 0,-1 1 0,0-1 0,1 0 0,-1 0 0,0 1 0,0-1 0,0 0 1,-2 1-1,-6 2-295,1 0 1,-1-1-1,0 0 1,0 0-1,-16 2 1,-4-1-6542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27.099"/>
    </inkml:context>
    <inkml:brush xml:id="br0">
      <inkml:brushProperty name="width" value="0.05" units="cm"/>
      <inkml:brushProperty name="height" value="0.05" units="cm"/>
    </inkml:brush>
  </inkml:definitions>
  <inkml:trace contextRef="#ctx0" brushRef="#br0">1989 454 24575,'-1'-11'0,"1"1"0,-2 0 0,1-1 0,-1 1 0,-1 0 0,0 0 0,0 0 0,-1 1 0,-6-13 0,2 8 0,-1 1 0,0 0 0,0 1 0,-1 0 0,-19-18 0,6 11 0,0 1 0,-1 1 0,-1 1 0,-1 1 0,0 1 0,-31-12 0,5 8-47,0 1 0,-1 3 0,0 2-1,-1 3 1,-101-5 0,86 13-10,1 3 1,0 3-1,0 3 1,-86 21-1,96-13 57,0 2 0,1 2 0,0 3 0,2 3 0,1 2 0,-64 44 0,84-48 0,1 1 0,1 1 0,2 2 0,0 1 0,2 2 0,2 0 0,1 2 0,1 1 0,2 1 0,-21 42 0,34-57 0,0 1 0,2-1 0,0 1 0,2 0 0,0 1 0,1-1 0,2 1 0,0 0 0,1 0 0,1 0 0,1-1 0,1 1 0,1 0 0,0 0 0,2-1 0,1 0 0,1 0 0,0 0 0,18 33 0,-6-23 2,0 0 0,2-1 0,2-1 0,0-2 0,2 0 0,1-1 0,1-2 0,1 0 0,1-2 0,35 20 0,-7-10-63,0-2 0,2-2 0,1-3 0,114 30 0,-99-37 55,0-3 0,1-4 0,0-3 0,0-4 0,1-2-1,-1-5 1,0-2 0,0-4 0,76-18 0,-91 11 8,0-2-1,-1-3 1,-1-2-1,90-50 1,-104 46-2,-1-2-1,-1-2 0,-1-1 1,-2-2-1,68-78 1,-84 85 0,-3-2 0,0 0 0,-2-2 0,-1 0 0,-1-1 0,-2-1 0,16-48 0,-24 58 0,-2 1 0,0-1 0,-2 0 0,0 0 0,-1 0 0,-2 0 0,0 0 0,-1 0 0,-2 0 0,0 0 0,-2 0 0,-10-34 0,5 33-10,0 0-1,-1 0 1,-1 1 0,-2 1 0,0 1-1,-25-30 1,14 23 46,-1 2-1,0 1 1,-2 2 0,-31-21-1,-5 4-365,-1 3 0,-2 3 0,-131-46-1,66 35-5740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32.960"/>
    </inkml:context>
    <inkml:brush xml:id="br0">
      <inkml:brushProperty name="width" value="0.05" units="cm"/>
      <inkml:brushProperty name="height" value="0.05" units="cm"/>
    </inkml:brush>
  </inkml:definitions>
  <inkml:trace contextRef="#ctx0" brushRef="#br0">15904 2205 24575,'-29'8'0,"7"-9"0,-6-1 0,0 1 0,-56 5 0,-285 32 0,74-22 0,-13 0 0,-807 118 0,443-64 0,-3-45 0,573-21 0,-494-22 0,285 15 0,65 4 0,47-11 0,-131-3 0,-1202 14 0,726 3 0,419 6 0,152-2 0,-347 15 0,7-1 0,-596-7 0,-1371-14 0,2214 9 0,-3-1 0,269-7 0,-79-1 0,116-1 0,1 0 0,-1-2 0,-37-11 0,57 13 0,1 0 0,-1 0 0,1 0 0,0-1 0,0 0 0,0 1 0,0-2 0,0 1 0,1 0 0,-1-1 0,1 1 0,0-1 0,0 0 0,0 0 0,1 0 0,-1-1 0,1 1 0,0 0 0,0-1 0,1 0 0,-1 1 0,0-11 0,-2-7 0,1 0 0,2 0 0,1-38 0,1 58 0,30-276 0,-11 140 0,28-392 0,-26-98 0,-22 558 0,-2 0 0,-5 0 0,-2 0 0,-20-76 0,11 67 0,-12-115 0,30 194 0,1-1 0,-1 1 0,0-1 0,0 1 0,0-1 0,0 1 0,0-1 0,0 0 0,0 1 0,-1-1 0,1 1 0,0-1 0,0 1 0,0-1 0,0 1 0,-1-1 0,1 1 0,0-1 0,-1 1 0,1-1 0,0 1 0,-1-1 0,1 1 0,-1 0 0,1-1 0,0 1 0,-1-1 0,1 1 0,-1 0 0,1 0 0,-1-1 0,1 1 0,-1 0 0,1 0 0,-1 0 0,0-1 0,1 1 0,-1 0 0,1 0 0,-1 0 0,1 0 0,-1 0 0,1 0 0,-2 0 0,-1 2 0,-1-1 0,0 1 0,1 0 0,-1 0 0,-5 4 0,-10 5 0,-5-2 0,-1-2 0,0 0 0,-41 5 0,-81 1 0,89-9 0,-466 6 0,336-12 0,179 3 0,-1 1 0,0-1 0,1 2 0,0-1 0,-1 1 0,1 1 0,-11 5 0,-33 11 0,29-13 0,9-3 0,0 0 0,0-1 0,-17 2 0,28-5 0,0 0 0,0 0 0,-1 0 0,1-1 0,0 1 0,0-1 0,0 0 0,0 0 0,0-1 0,0 1 0,0-1 0,0 0 0,0 0 0,0 0 0,-5-5 0,2 3 0,1 0 0,-1 1 0,1 0 0,-1 1 0,0-1 0,0 1 0,0 1 0,-1-1 0,1 1 0,0 0 0,-10 1 0,-12-3 0,-22 0-1365,39 3-5461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33.347"/>
    </inkml:context>
    <inkml:brush xml:id="br0">
      <inkml:brushProperty name="width" value="0.05" units="cm"/>
      <inkml:brushProperty name="height" value="0.05" units="cm"/>
    </inkml:brush>
  </inkml:definitions>
  <inkml:trace contextRef="#ctx0" brushRef="#br0">320 32 24575,'34'-26'0,"-33"25"0,0 0 0,0 1 0,0-1 0,0 0 0,0 1 0,1 0 0,-1-1 0,0 1 0,0 0 0,1 0 0,-1-1 0,0 1 0,2 0 0,-2 1 0,-1-1 0,1 0 0,0 0 0,-1 1 0,1-1 0,-1 0 0,1 1 0,-1-1 0,1 1 0,-1-1 0,0 0 0,1 1 0,-1-1 0,1 1 0,-1-1 0,0 1 0,0 0 0,1-1 0,-1 1 0,0-1 0,0 1 0,1-1 0,-1 1 0,0 0 0,0-1 0,0 1 0,0-1 0,0 1 0,0 1 0,0 2 0,-1 1 0,1-1 0,-1 1 0,0-1 0,0 0 0,0 1 0,-1-1 0,1 0 0,-1 0 0,0 0 0,-3 4 0,-31 43 0,28-40 0,-30 34 0,-2-2 0,-2-2 0,-53 41 0,25-22 0,65-55 0,0-1 0,1 0 0,0 1 0,-1 0 0,-4 8 0,9-12 0,-1-1 0,1 1 0,-1 0 0,1 0 0,0 0 0,-1 0 0,1 0 0,0 0 0,0 0 0,0 0 0,0 0 0,0-1 0,0 1 0,0 0 0,0 0 0,0 0 0,0 0 0,1 1 0,-1 0 0,1-1 0,0 0 0,0 0 0,0 0 0,0 0 0,-1 0 0,1-1 0,0 1 0,0 0 0,1 0 0,-1-1 0,0 1 0,0 0 0,0-1 0,0 1 0,1-1 0,1 1 0,23 5 0,0-1 0,53 4 0,1 0 0,-44-2-273,0 1 0,-1 2 0,0 1 0,49 25 0,-40-14-6553</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37.349"/>
    </inkml:context>
    <inkml:brush xml:id="br0">
      <inkml:brushProperty name="width" value="0.05" units="cm"/>
      <inkml:brushProperty name="height" value="0.05" units="cm"/>
    </inkml:brush>
  </inkml:definitions>
  <inkml:trace contextRef="#ctx0" brushRef="#br0">1803 1024 24575,'0'0'0,"0"1"0,0-1 0,0 1 0,-1-1 0,1 1 0,0-1 0,0 0 0,0 1 0,0-1 0,-1 1 0,1-1 0,0 0 0,0 1 0,-1-1 0,1 0 0,0 1 0,-1-1 0,1 0 0,0 1 0,-1-1 0,1 0 0,0 0 0,-1 1 0,1-1 0,-1 0 0,1 0 0,0 0 0,-1 0 0,1 1 0,-1-1 0,1 0 0,-1 0 0,1 0 0,0 0 0,-1 0 0,1 0 0,-1 0 0,1 0 0,-1-1 0,1 1 0,-1 0 0,1 0 0,0 0 0,-1 0 0,1 0 0,-1-1 0,1 1 0,-1-1 0,-25-10 0,23 9 0,-215-98 0,165 75 0,-70-45 0,-30-15 0,15 24 0,33 16 0,-164-97 0,189 85 0,48 33 0,-47-27 0,-12 6 0,59 30 0,0 0 0,1-2 0,-54-40 0,78 50 0,0 0 0,1-1 0,0 1 0,0-1 0,1 0 0,-7-14 0,9 14 0,-1 1 0,0 0 0,-1 0 0,0 0 0,0 0 0,0 1 0,-1 0 0,0 0 0,-8-6 0,-12-4 109,-33-14 0,14 8-1692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37.873"/>
    </inkml:context>
    <inkml:brush xml:id="br0">
      <inkml:brushProperty name="width" value="0.05" units="cm"/>
      <inkml:brushProperty name="height" value="0.05" units="cm"/>
    </inkml:brush>
  </inkml:definitions>
  <inkml:trace contextRef="#ctx0" brushRef="#br0">334 0 24575,'2'0'0,"-1"0"0,0 0 0,1 0 0,-1 0 0,0 1 0,0-1 0,1 0 0,-1 1 0,0-1 0,0 0 0,0 1 0,1-1 0,-1 1 0,0 0 0,0-1 0,0 1 0,0 0 0,0 0 0,0 0 0,0 0 0,0 0 0,-1 0 0,2 1 0,-2-1 0,0-1 0,0 1 0,0 0 0,0 0 0,0-1 0,0 1 0,0 0 0,0 0 0,0 0 0,0-1 0,0 1 0,0 0 0,-1 0 0,1-1 0,0 1 0,-1 0 0,1-1 0,0 1 0,-1 0 0,1-1 0,-1 1 0,1-1 0,-1 1 0,1-1 0,-1 1 0,0-1 0,1 1 0,-1-1 0,0 1 0,1-1 0,-1 0 0,0 1 0,1-1 0,-1 0 0,0 0 0,0 1 0,1-1 0,-2 0 0,-22 7 0,0 0 0,0-2 0,0 0 0,-28 0 0,-99-2 0,149-3 0,0 0 0,0 0 0,0 0 0,0 0 0,0 0 0,0 1 0,0-1 0,1 0 0,-1 1 0,0 0 0,0-1 0,0 1 0,1 0 0,-1 0 0,0 0 0,1 0 0,-1 0 0,1 0 0,-1 0 0,1 1 0,0-1 0,-1 0 0,1 1 0,0-1 0,-1 3 0,1-2 0,1 0 0,-1 0 0,1 0 0,-1 0 0,1 0 0,0 1 0,0-1 0,0 0 0,0 0 0,1 1 0,-1-1 0,0 0 0,1 0 0,0 0 0,-1 0 0,1 0 0,0 0 0,0 0 0,0 0 0,0 0 0,2 2 0,31 47 0,-11-19 0,-2 1 0,22 46 0,-31-45 278,-10-26-552,1 0 1,0 0-1,1 0 0,-1 0 0,8 11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1.040"/>
    </inkml:context>
    <inkml:brush xml:id="br0">
      <inkml:brushProperty name="width" value="0.05" units="cm"/>
      <inkml:brushProperty name="height" value="0.05" units="cm"/>
    </inkml:brush>
  </inkml:definitions>
  <inkml:trace contextRef="#ctx0" brushRef="#br0">33 1 24575,'-33'0'0,"63"10"0,32-2 0,1-3 0,95-3 0,1120-28 0,-1143 27 0,163 8 0,-196-5 0,7 2 0,146 2 0,97-8 0,-352-1-21,0 1 0,0 0 0,0 0 0,0 0 0,0 0 0,0 0 0,0 0 0,0 0 0,0 0 0,0 0 0,0 0 1,0 0-1,0 0 0,0-1 0,0 1 0,0 0 0,0 0 0,0 0 0,0 0 0,0 0 0,0 0 0,0 0 0,0 0 0,0 0 0,0 0 0,0 0 0,0 0 0,0 0 0,0 0 0,0 0 0,0 0 0,1 0 0,-1-1 0,0 1 0,0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1.382"/>
    </inkml:context>
    <inkml:brush xml:id="br0">
      <inkml:brushProperty name="width" value="0.05" units="cm"/>
      <inkml:brushProperty name="height" value="0.05" units="cm"/>
    </inkml:brush>
  </inkml:definitions>
  <inkml:trace contextRef="#ctx0" brushRef="#br0">21 0 24575,'-3'0'0,"-13"2"0,14 1 0,10 3 0,12 4 0,0-1 0,29 10 0,-34-15 0,-1 1 0,0 0 0,0 2 0,-1-1 0,1 2 0,-2 0 0,15 10 0,-26-16 0,1-1 0,-1 0 0,0 0 0,1 1 0,-1-1 0,0 1 0,0 0 0,0-1 0,0 1 0,0 0 0,0-1 0,0 1 0,-1 0 0,1 0 0,-1 0 0,1 0 0,-1 0 0,0 0 0,0-1 0,0 1 0,0 3 0,0-2 0,-1 0 0,0 0 0,0 0 0,-1-1 0,1 1 0,0 0 0,-1-1 0,0 0 0,1 1 0,-1-1 0,0 0 0,-4 4 0,-7 4 0,0 0 0,0-1 0,-1-1 0,-16 8 0,23-13 0,-33 16-1365,23-13-5461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2.985"/>
    </inkml:context>
    <inkml:brush xml:id="br0">
      <inkml:brushProperty name="width" value="0.05" units="cm"/>
      <inkml:brushProperty name="height" value="0.05" units="cm"/>
    </inkml:brush>
  </inkml:definitions>
  <inkml:trace contextRef="#ctx0" brushRef="#br0">112 291 24575,'0'1'0,"1"-1"0,-1 1 0,0 0 0,0 0 0,1-1 0,-1 1 0,1-1 0,-1 1 0,1 0 0,-1-1 0,1 1 0,-1-1 0,1 1 0,-1-1 0,1 1 0,-1-1 0,1 0 0,0 1 0,-1-1 0,1 0 0,0 1 0,-1-1 0,1 0 0,0 0 0,0 0 0,-1 1 0,1-1 0,0 0 0,0 0 0,-1 0 0,1 0 0,0 0 0,0-1 0,-1 1 0,2 0 0,26-6 0,-26 6 0,0-1 0,0 0 0,0 0 0,0 0 0,-1-1 0,1 1 0,0 0 0,-1-1 0,1 1 0,-1-1 0,1 1 0,-1-1 0,0 0 0,0 1 0,0-1 0,0 0 0,0 0 0,0 0 0,0 0 0,0 0 0,-1 0 0,1 0 0,-1 0 0,0 0 0,1 0 0,-1-1 0,0 1 0,0 0 0,0 0 0,-1 0 0,1 0 0,-1 0 0,0-4 0,0 3 0,-1 0 0,1 0 0,-1 0 0,0 0 0,1 0 0,-1 0 0,-1 0 0,1 1 0,0-1 0,-1 1 0,1-1 0,-1 1 0,0 0 0,1 0 0,-1 0 0,0 1 0,0-1 0,-1 1 0,1 0 0,-5-2 0,4 2 0,-1 0 0,1 1 0,-1-1 0,1 1 0,0 0 0,-1 0 0,1 0 0,-1 1 0,1 0 0,0 0 0,-1 0 0,1 0 0,0 1 0,0-1 0,0 1 0,0 0 0,0 0 0,0 1 0,1-1 0,-1 1 0,1 0 0,-1 0 0,1 0 0,0 0 0,0 1 0,1-1 0,-1 1 0,1-1 0,0 1 0,0 0 0,-3 7 0,2-5 0,1 1 0,-1-1 0,1 1 0,1 0 0,-1 0 0,1 0 0,0 0 0,1 0 0,0 0 0,0 0 0,0 0 0,1 0 0,0 0 0,1 0 0,-1-1 0,1 1 0,0 0 0,1-1 0,5 11 0,-5-13 0,-1-1 0,1 1 0,0-1 0,0 1 0,1-1 0,-1 0 0,1-1 0,0 1 0,-1 0 0,1-1 0,0 0 0,0 0 0,1 0 0,-1-1 0,0 1 0,0-1 0,1 0 0,-1 0 0,7 0 0,-7-1 0,-1 0 0,0 0 0,0 0 0,1 0 0,-1-1 0,0 1 0,0-1 0,0 0 0,0 0 0,0 0 0,0-1 0,0 1 0,0-1 0,0 1 0,0-1 0,-1 0 0,1 0 0,-1 0 0,1 0 0,-1-1 0,0 1 0,0-1 0,0 1 0,0-1 0,-1 0 0,1 0 0,1-4 0,5-14 0,-2 0 0,0-1 0,5-41 0,-1-68 0,-10 124 0,2-18 0,-1 7 0,0-1 0,-1 1 0,-4-27 0,4 45 0,0-1 0,0 1 0,1 0 0,-1 0 0,0 0 0,0 0 0,0 0 0,0 0 0,0 0 0,0 0 0,0-1 0,0 1 0,0 0 0,0 0 0,0 0 0,0 0 0,0 0 0,0 0 0,0 0 0,0 0 0,0-1 0,0 1 0,0 0 0,0 0 0,0 0 0,-1 0 0,1 0 0,0 0 0,0 0 0,0 0 0,0 0 0,0-1 0,0 1 0,0 0 0,0 0 0,0 0 0,0 0 0,0 0 0,0 0 0,-1 0 0,1 0 0,0 0 0,0 0 0,0 0 0,0 0 0,0 0 0,0 0 0,0 0 0,0 0 0,-1 0 0,1 0 0,0 0 0,0 0 0,0 0 0,0 0 0,0 0 0,0 0 0,0 0 0,-1 0 0,1 0 0,0 0 0,0 0 0,0 0 0,0 0 0,0 0 0,0 0 0,0 0 0,-5 11 0,-2 18 0,2 5 69,2 0-1,1 0 0,2 0 0,4 38 1,-2-56-225,1 1 1,0-1 0,1 0 0,0 0 0,2-1 0,0 1 0,0-1-1,1 0 1,1-1 0,16 22 0,-11-20-6671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3.386"/>
    </inkml:context>
    <inkml:brush xml:id="br0">
      <inkml:brushProperty name="width" value="0.05" units="cm"/>
      <inkml:brushProperty name="height" value="0.05" units="cm"/>
    </inkml:brush>
  </inkml:definitions>
  <inkml:trace contextRef="#ctx0" brushRef="#br0">47 162 24575,'12'-17'0,"-12"16"0,1-1 0,0 1 0,0-1 0,0 1 0,0 0 0,0-1 0,0 1 0,0 0 0,0 0 0,0 0 0,1 0 0,-1 0 0,0 0 0,1 0 0,-1 0 0,1 1 0,-1-1 0,1 0 0,-1 1 0,1-1 0,2 0 0,43 0 0,-35 1 0,1 0 0,-1-1 0,0 0 0,16-3 0,-26 3 0,0 1 0,0-1 0,0 1 0,0-1 0,0 0 0,0 0 0,0 0 0,0 0 0,-1 0 0,1 0 0,0-1 0,-1 1 0,1-1 0,-1 1 0,1-1 0,-1 0 0,0 1 0,1-1 0,-1 0 0,0 0 0,0 0 0,0 0 0,-1 0 0,1 0 0,0 0 0,-1 0 0,1 0 0,-1 0 0,0-3 0,0 3 0,0-1 0,-1 0 0,1 1 0,-1-1 0,0 1 0,1-1 0,-1 1 0,-1 0 0,1-1 0,0 1 0,0 0 0,-1 0 0,1 0 0,-1 0 0,0 0 0,0 0 0,1 0 0,-1 0 0,0 1 0,-1-1 0,1 1 0,0-1 0,0 1 0,-1 0 0,1 0 0,0 0 0,-4-1 0,-2 0 0,1-1 0,-1 1 0,0 0 0,0 1 0,0 0 0,0 0 0,-14 1 0,16 1 0,0 0 0,0 0 0,0 1 0,0 0 0,0 0 0,0 0 0,1 1 0,-1 0 0,1 0 0,0 0 0,0 1 0,0 0 0,0 0 0,0 0 0,1 0 0,0 1 0,0-1 0,0 1 0,0 1 0,1-1 0,0 0 0,0 1 0,1-1 0,-3 8 0,3-7 0,0-1 0,0 2 0,1-1 0,-1 0 0,1 0 0,1 0 0,-1 1 0,1-1 0,1 0 0,-1 0 0,1 1 0,0-1 0,0 0 0,1 0 0,-1 0 0,2 0 0,-1 0 0,0-1 0,1 1 0,0 0 0,1-1 0,-1 0 0,1 0 0,4 5 0,-3-6-170,0 1-1,1-1 0,0 0 1,-1 0-1,1-1 0,0 0 1,8 3-1,14 4-6655</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3.747"/>
    </inkml:context>
    <inkml:brush xml:id="br0">
      <inkml:brushProperty name="width" value="0.05" units="cm"/>
      <inkml:brushProperty name="height" value="0.05" units="cm"/>
    </inkml:brush>
  </inkml:definitions>
  <inkml:trace contextRef="#ctx0" brushRef="#br0">262 69 24575,'0'-3'0,"0"-1"0,0 1 0,0-1 0,-1 1 0,1-1 0,-1 1 0,0-1 0,0 1 0,0 0 0,0 0 0,-1-1 0,-1-2 0,1 4 0,0 0 0,1 0 0,-1 1 0,0-1 0,0 1 0,0-1 0,0 1 0,0 0 0,-1 0 0,1 0 0,0 0 0,0 0 0,-1 0 0,1 0 0,-1 1 0,1 0 0,-1-1 0,-2 1 0,0 0 0,0-1 0,0 1 0,0 1 0,-1-1 0,1 1 0,0 0 0,0 0 0,0 1 0,0-1 0,0 1 0,1 0 0,-1 0 0,-4 3 0,7-3 0,1-1 0,-1 0 0,0 0 0,1 0 0,0 1 0,-1-1 0,1 1 0,0-1 0,0 1 0,0-1 0,0 1 0,0 0 0,0 0 0,0-1 0,0 1 0,1 0 0,-1 0 0,1 0 0,-1 0 0,1 0 0,0 0 0,0 0 0,0 0 0,0 0 0,0 0 0,0 0 0,0 0 0,1 0 0,-1-1 0,1 1 0,0 0 0,-1 0 0,1 0 0,0 0 0,0-1 0,2 4 0,4 4 0,0 0 0,0-1 0,1 0 0,0 0 0,1 0 0,-1-1 0,1 0 0,1-1 0,10 6 0,-6-4 0,-1 1 0,0 0 0,19 18 0,-31-26 0,0 0 0,0 0 0,0 0 0,0 0 0,0 0 0,0 0 0,0 1 0,0-1 0,0 0 0,-1 0 0,1 1 0,-1-1 0,1 0 0,-1 1 0,1-1 0,-1 1 0,0-1 0,1 1 0,-1-1 0,0 1 0,0-1 0,0 0 0,0 1 0,0-1 0,-1 1 0,1-1 0,0 1 0,-1-1 0,1 0 0,-1 1 0,1-1 0,-1 1 0,0-1 0,1 0 0,-1 0 0,0 0 0,0 1 0,0-1 0,0 0 0,0 0 0,0 0 0,-3 1 0,-2 2 0,0 0 0,-1 0 0,1-1 0,-1 0 0,0 0 0,0-1 0,-10 3 0,6-2-80,0-1 0,0 0-1,0-1 1,0 0 0,0 0-1,-1-1 1,1-1 0,0 0-1,0 0 1,0-1 0,0-1 0,0 0-1,0 0 1,1-1 0,-1 0-1,-17-11 1,12 3-6746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4.472"/>
    </inkml:context>
    <inkml:brush xml:id="br0">
      <inkml:brushProperty name="width" value="0.05" units="cm"/>
      <inkml:brushProperty name="height" value="0.05" units="cm"/>
    </inkml:brush>
  </inkml:definitions>
  <inkml:trace contextRef="#ctx0" brushRef="#br0">1308 344 24575,'4'-7'0,"-1"0"0,1 0 0,-2 0 0,1-1 0,-1 1 0,0-1 0,0 0 0,-1 1 0,0-1 0,-1 0 0,0 0 0,0 0 0,0 1 0,-1-1 0,0 0 0,-1 0 0,0 1 0,0-1 0,0 1 0,-1-1 0,0 1 0,-1 0 0,0 0 0,0 1 0,0-1 0,-1 1 0,-10-11 0,3 5 0,-1 1 0,0 1 0,0 0 0,-1 1 0,-1 0 0,1 1 0,-1 1 0,-1 0 0,1 1 0,-1 1 0,0 1 0,-22-4 0,-20-1 0,-1 3 0,-64 1 0,32 4 0,-104 12 0,156-6 0,0 1 0,0 2 0,1 2 0,0 2 0,-45 20 0,67-25 0,1 2 0,0 0 0,1 0 0,0 2 0,0-1 0,1 2 0,1 0 0,0 0 0,-11 15 0,9-8 0,2 0 0,0 1 0,1 0 0,1 1 0,1 0 0,-8 28 0,7-13 0,2 1 0,1 0 0,3 0 0,0 1 0,3 0 0,1-1 0,2 1 0,7 45 0,-4-60 0,0-1 0,1 1 0,1-1 0,1-1 0,1 1 0,1-2 0,1 1 0,0-1 0,2-1 0,0 0 0,2-1 0,0 0 0,0-1 0,2-1 0,0 0 0,1-1 0,0-1 0,1-1 0,1-1 0,0-1 0,1 0 0,0-1 0,0-2 0,1 0 0,0-1 0,0-1 0,40 5 0,-6-6 0,0-2 0,0-2 0,1-3 0,82-13 0,-69 2 0,0-3 0,-1-3 0,73-30 0,-114 38 0,-2-1 0,1-1 0,-2-2 0,0 0 0,39-32 0,-52 37 0,-1-1 0,0 0 0,-1-1 0,0 0 0,-1-1 0,0 0 0,-1 0 0,-1-1 0,0 0 0,-1 0 0,0-1 0,5-21 0,-3 1 0,-2 0 0,-1-1 0,-1 0 0,-3 1 0,0-1 0,-8-61 0,3 74 0,-1 1 0,0-1 0,-2 1 0,0 0 0,-2 0 0,0 1 0,-1 0 0,-1 1 0,-1 0 0,-1 1 0,-21-25 0,18 27 0,0 1 0,-1 1 0,-1 0 0,-35-23 0,43 32 0,0 0 0,-1 1 0,0 0 0,-1 0 0,1 1 0,-1 0 0,0 1 0,0 1 0,0 0 0,-22-1 0,30 3-52,1 1-1,0-1 1,-1 1-1,1-1 1,0 1-1,0 0 1,-1 0-1,1 0 1,0 1-1,0-1 1,0 1-1,0 0 1,1 0-1,-1 0 1,0 0-1,1 0 1,-1 0-1,1 1 1,0-1-1,0 1 0,0 0 1,0 0-1,0-1 1,1 1-1,-3 5 1,-1 7-6774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5.484"/>
    </inkml:context>
    <inkml:brush xml:id="br0">
      <inkml:brushProperty name="width" value="0.05" units="cm"/>
      <inkml:brushProperty name="height" value="0.05" units="cm"/>
    </inkml:brush>
  </inkml:definitions>
  <inkml:trace contextRef="#ctx0" brushRef="#br0">4 289 24575,'-2'-10'0,"0"2"0,14 2 0,15-1 0,0 2 0,0 2 0,39-1 0,-16 1 0,868-48-920,-647 39 780,770-45-893,-4-39-1,-1014 93 1092,2 0 523,47-11 0,-72 14-571,0 0 1,0 0-1,0 0 1,0 0 0,0 0-1,0 0 1,0 0-1,0 0 1,0 0-1,0 0 1,0 0 0,0 0-1,0 0 1,0-1-1,0 1 1,0 0-1,0 0 1,0 0-1,0 0 1,0 0 0,0 0-1,0 0 1,0 0-1,0 0 1,0 0-1,0 0 1,0 0 0,0 0-1,0 0 1,0 0-1,0 0 1,0-1-1,0 1 1,0 0-1,0 0 1,0 0 0,0 0-1,0 0 1,0 0-1,0 0 1,0 0-1,1 0 1,-1 0 0,0 0-1,0 0 1,0 0-1,0 0 1,0 0-1,0 0 1,-11-2 619,-15 0 119,-58 2-2114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5.749"/>
    </inkml:context>
    <inkml:brush xml:id="br0">
      <inkml:brushProperty name="width" value="0.05" units="cm"/>
      <inkml:brushProperty name="height" value="0.05" units="cm"/>
    </inkml:brush>
  </inkml:definitions>
  <inkml:trace contextRef="#ctx0" brushRef="#br0">43 21 24575,'-1'-1'0,"0"-1"0,0 1 0,0 0 0,0-1 0,0 1 0,-1 0 0,1 0 0,0 0 0,-1-1 0,1 1 0,0 1 0,-1-1 0,0 0 0,1 0 0,-1 0 0,1 1 0,-1-1 0,-2 0 0,4 1 0,-1 0 0,0 0 0,1 0 0,-1-1 0,1 1 0,-1 0 0,0 0 0,1 0 0,-1 0 0,1 0 0,-1 0 0,0 0 0,1 0 0,-1 0 0,1 1 0,-1-1 0,0 0 0,1 0 0,-1 0 0,1 1 0,-2 0 0,2-1 0,0 1 0,0 0 0,0 0 0,-1-1 0,1 1 0,0 0 0,0 0 0,0-1 0,0 1 0,1 0 0,-1 0 0,0-1 0,0 1 0,0 0 0,1-1 0,-1 1 0,0 0 0,1-1 0,-1 1 0,0 0 0,1-1 0,-1 1 0,1 0 0,0 0 0,11 14 0,0 0 0,1 0 0,28 23 0,-11-11 0,-5-3 0,-14-16 0,-1 1 0,-1 0 0,1 1 0,-2 0 0,1 1 0,-1-1 0,-1 2 0,9 16 0,-15-26 12,-1-1 1,1 1-1,-1-1 0,0 1 0,1 0 0,-1-1 1,0 1-1,0-1 0,0 1 0,0-1 0,0 1 1,0 0-1,-1-1 0,1 1 0,-1-1 0,1 1 0,-1-1 1,1 1-1,-1-1 0,0 0 0,1 1 0,-1-1 1,0 0-1,0 1 0,0-1 0,0 0 0,-2 1 1,0 1-203,-1 0 0,0-1 1,1 1-1,-1-1 0,0 0 1,0 0-1,0-1 1,-6 2-1,-13 3-6636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7.437"/>
    </inkml:context>
    <inkml:brush xml:id="br0">
      <inkml:brushProperty name="width" value="0.05" units="cm"/>
      <inkml:brushProperty name="height" value="0.05" units="cm"/>
    </inkml:brush>
  </inkml:definitions>
  <inkml:trace contextRef="#ctx0" brushRef="#br0">152 541 24575,'0'0'0,"0"0"0,0-1 0,0 1 0,0 0 0,0-1 0,0 1 0,0 0 0,0-1 0,0 1 0,0 0 0,-1-1 0,1 1 0,0 0 0,0-1 0,0 1 0,0 0 0,-1-1 0,1 1 0,0 0 0,0 0 0,-1-1 0,1 1 0,0 0 0,0 0 0,-1 0 0,1-1 0,0 1 0,-1 0 0,1 0 0,0 0 0,-1 0 0,1 0 0,0 0 0,-1 0 0,1 0 0,0-1 0,-1 1 0,1 0 0,0 0 0,-1 0 0,1 1 0,0-1 0,-1 0 0,1 0 0,0 0 0,-1 0 0,1 0 0,0 0 0,0 0 0,-1 1 0,1-1 0,0 0 0,-1 0 0,1 0 0,-1 1 0,-16 12 0,6 6 0,0 0 0,1 1 0,1 1 0,1 0 0,-10 37 0,13-42 0,-9 32 0,3 0 0,-8 60 0,17-85 0,0 0 0,2 0 0,0-1 0,2 1 0,0 0 0,1-1 0,8 27 0,-7-39 0,-1 1 0,2-1 0,-1 0 0,1-1 0,1 1 0,0-1 0,0 0 0,1-1 0,0 1 0,1-1 0,11 10 0,-7-9 0,1 0 0,-1-1 0,2 0 0,-1-1 0,1 0 0,0-2 0,22 7 0,-3-4 0,1-2 0,1-1 0,-1-1 0,1-2 0,-1-2 0,53-6 0,-20-3 0,112-33 0,-164 38 0,-12 3 0,0 0 0,0 0 0,0 1 0,0-1 0,1 1 0,-1-1 0,0 1 0,0 0 0,0 0 0,0 1 0,0-1 0,0 1 0,0-1 0,0 1 0,4 1 0,-5 0 0,0 0 0,0-1 0,0 1 0,0 0 0,-1 0 0,1 0 0,0 0 0,-1 0 0,0 1 0,1-1 0,-1 0 0,0 1 0,0-1 0,0 1 0,-1-1 0,1 1 0,-1-1 0,1 4 0,3 12 0,0-1 0,1 1 0,1-1 0,12 25 0,-14-34 0,1-1 0,0 1 0,0-1 0,0 0 0,1 0 0,0-1 0,1 1 0,-1-2 0,1 1 0,1-1 0,9 7 0,4-2 0,1 0 0,0-2 0,1 0 0,0-1 0,0-1 0,0-2 0,46 4 0,-4-5 0,106-10 0,-98 0 0,98-22 0,-127 18 0,0-2 0,-1-1 0,58-30 0,-84 35 0,-1 0 0,0-2 0,0 1 0,-1-2 0,-1 0 0,0-1 0,-1-1 0,0 0 0,-1 0 0,0-1 0,-2-1 0,0 0 0,0-1 0,-2 1 0,0-2 0,-1 1 0,0-1 0,-2 0 0,0 0 0,-1-1 0,-1 0 0,0 1 0,-2-1 0,0 0 0,-1 0 0,-1 0 0,-4-21 0,4 33 0,-1 1 0,0 0 0,0 0 0,0 0 0,-1 1 0,0-1 0,0 1 0,-4-6 0,7 10 0,0 0 0,-1 1 0,1-1 0,0 0 0,0 0 0,0 1 0,0-1 0,0 0 0,1 0 0,-1 1 0,0-1 0,0 0 0,0 0 0,1 1 0,-1-1 0,0 0 0,1 1 0,-1-1 0,0 0 0,1 1 0,-1-1 0,1 1 0,-1-1 0,1 1 0,0-1 0,-1 1 0,1-1 0,-1 1 0,1-1 0,1 1 0,25-19 0,-19 15 0,9-8 0,-2 0 0,1 0 0,-1-2 0,-1 0 0,0 0 0,-1-1 0,-1-1 0,-1 0 0,0-1 0,12-25 0,-18 33 0,-2 1 0,1-1 0,-1 0 0,-1 0 0,1-1 0,-2 1 0,1 0 0,-1-1 0,-1 1 0,1-1 0,-2 1 0,1-1 0,-1 1 0,-1-1 0,0 1 0,0 0 0,-1 0 0,0 0 0,0 0 0,-1 0 0,-1 0 0,1 1 0,-11-15 0,3 10 0,0 0 0,-1 1 0,0 0 0,-1 0 0,0 2 0,-1 0 0,0 0 0,-1 2 0,-31-13 0,8 6 0,-2 2 0,-82-16 0,80 22 0,-1 1 0,0 3 0,-72 3 0,122 1 0,0-1 0,0 0 0,0 0 0,-1 0 0,1 0 0,11-3 0,-16 3 0,0 0 0,1-1 0,-1 1 0,0-1 0,1 1 0,-1-1 0,0 0 0,1 0 0,-1 1 0,0-1 0,0 0 0,0 0 0,0 0 0,0 0 0,0 0 0,0 0 0,0-1 0,0 1 0,-1 0 0,1 0 0,0-1 0,-1 1 0,1 0 0,-1-1 0,1 1 0,-1 0 0,0-1 0,0 1 0,1-1 0,-1 1 0,0-1 0,0 1 0,0 0 0,-1-4 0,0 0 0,-1 0 0,1 1 0,-1-1 0,0 0 0,0 0 0,-1 1 0,0 0 0,1-1 0,-1 1 0,-1 0 0,1 0 0,0 0 0,-1 1 0,-5-4 0,-7-6 0,-37-23 0,22 19 0,-2 0 0,0 3 0,-1 0 0,0 2 0,-53-11 0,14 10 0,-125-9 0,127 20 0,-1 2 0,1 3 0,-1 4 0,2 2 0,-72 20 0,141-29 0,-20 5 0,-30 13 0,47-16 0,-1 0 0,1 0 0,0 0 0,0 1 0,0-1 0,0 1 0,0 0 0,0 1 0,1-1 0,-1 1 0,1-1 0,-4 7 0,6-8 0,0 0 0,0 0 0,1-1 0,-1 1 0,1 0 0,-1 0 0,1 0 0,0 0 0,0 0 0,0 0 0,0 0 0,0 0 0,0-1 0,0 1 0,1 0 0,-1 0 0,1 0 0,-1 0 0,1 0 0,0-1 0,0 1 0,0 0 0,0-1 0,0 1 0,0-1 0,0 1 0,0-1 0,1 1 0,-1-1 0,1 0 0,-1 1 0,3 0 0,1 2 0,1 0 0,0 0 0,0 0 0,0-1 0,1 0 0,-1 0 0,11 2 0,-33-8 0,1 0 0,-1 1 0,1 1 0,-1 0 0,0 1 0,1 1 0,-1 1 0,0 0 0,1 1 0,0 0 0,0 1 0,-26 11 0,23-7 0,1 0 0,0 2 0,0 0 0,1 0 0,0 2 0,1 0 0,0 1 0,1 0 0,-23 29 0,30-32 0,1 0 0,-1 0 0,2 0 0,-1 1 0,2 0 0,-1 0 0,1 0 0,1 0 0,0 1 0,1-1 0,0 1 0,1 0 0,0-1 0,0 1 0,2 0 0,-1 0 0,4 17 0,0-15-59,0 1 0,1-1-1,0 0 1,1 0-1,0 0 1,2-1 0,-1 0-1,1-1 1,1 0 0,1 0-1,-1 0 1,2-1 0,-1-1-1,2 0 1,-1 0-1,1-1 1,1-1 0,0 0-1,0-1 1,0 0 0,1-1-1,16 5 1,7-2-6767</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8.030"/>
    </inkml:context>
    <inkml:brush xml:id="br0">
      <inkml:brushProperty name="width" value="0.05" units="cm"/>
      <inkml:brushProperty name="height" value="0.05" units="cm"/>
    </inkml:brush>
  </inkml:definitions>
  <inkml:trace contextRef="#ctx0" brushRef="#br0">361 108 24575,'0'-5'0,"0"-1"0,-1 1 0,1 0 0,-1 0 0,0 0 0,0 0 0,-1 0 0,1 0 0,-1 0 0,0 1 0,0-1 0,-1 1 0,1-1 0,-6-5 0,6 7 0,-1 1 0,0-1 0,0 1 0,0-1 0,-1 1 0,1 0 0,0 0 0,-1 1 0,1-1 0,-1 1 0,0-1 0,0 1 0,1 0 0,-1 1 0,0-1 0,0 1 0,0 0 0,0-1 0,-6 2 0,-2 1 0,0 0 0,1 0 0,-1 1 0,1 1 0,-1 0 0,1 1 0,0 0 0,1 0 0,-1 1 0,1 1 0,0 0 0,1 0 0,0 1 0,0 0 0,0 0 0,-9 13 0,10-11 0,1 0 0,-1 0 0,2 0 0,-1 1 0,2 0 0,-1 0 0,1 0 0,1 1 0,0-1 0,1 1 0,0 0 0,1 0 0,0 1 0,1-1 0,0 23 0,2-27 19,1 0 0,-1-1 0,2 1 0,-1 0 0,1-1 0,0 1 0,0-1 0,1 0 0,0 0 0,0-1 0,0 1 0,1-1 0,0 0 0,1 0 0,-1 0 0,1-1 0,8 6 0,-2-2-209,0-1 0,1-1 1,0 0-1,0-1 0,1-1 1,0 0-1,0 0 1,19 3-1,23 1-6636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8.479"/>
    </inkml:context>
    <inkml:brush xml:id="br0">
      <inkml:brushProperty name="width" value="0.05" units="cm"/>
      <inkml:brushProperty name="height" value="0.05" units="cm"/>
    </inkml:brush>
  </inkml:definitions>
  <inkml:trace contextRef="#ctx0" brushRef="#br0">284 94 24575,'-10'5'0,"5"-3"0,4-12 0,1 5 0,1-1 0,-1 0 0,-1 0 0,1 0 0,-1 1 0,0-1 0,0 0 0,-3-5 0,3 8 0,0 1 0,-1 0 0,1 0 0,-1 0 0,1 0 0,-1 0 0,0 0 0,0 1 0,0-1 0,0 1 0,0-1 0,0 1 0,0 0 0,-1-1 0,1 1 0,0 0 0,-1 1 0,1-1 0,-1 0 0,1 1 0,-4-1 0,-1 0 0,-1 1 0,0 0 0,1 0 0,-1 1 0,0 0 0,1 0 0,-1 0 0,1 1 0,-1 1 0,1-1 0,0 1 0,0 0 0,0 1 0,1 0 0,-1 0 0,1 0 0,0 1 0,0 0 0,0 0 0,0 0 0,-5 8 0,6-7 0,-1 0 0,1 0 0,0 1 0,0 0 0,1 0 0,0 0 0,0 1 0,1 0 0,0-1 0,0 1 0,1 0 0,0 0 0,0 0 0,1 1 0,0-1 0,1 0 0,0 1 0,0-1 0,2 13 0,-1-17 0,0 1 0,1-1 0,0 0 0,0 0 0,0 1 0,0-2 0,0 1 0,1 0 0,0 0 0,0-1 0,0 1 0,0-1 0,0 0 0,1 0 0,-1 0 0,1 0 0,0-1 0,0 0 0,0 0 0,0 0 0,0 0 0,1 0 0,-1-1 0,0 0 0,1 0 0,-1 0 0,1 0 0,0-1 0,-1 1 0,1-1 0,-1-1 0,1 1 0,-1-1 0,1 1 0,-1-1 0,1 0 0,-1-1 0,1 1 0,-1-1 0,0 0 0,0 0 0,0 0 0,0-1 0,0 1 0,-1-1 0,1 0 0,-1 0 0,1 0 0,-1-1 0,3-3 0,3-9 0,-1-1 0,-1 1 0,0-1 0,5-24 0,-9 60-151,1-1-1,0 0 0,1 0 0,1 0 1,1-1-1,1 0 0,0 0 1,15 22-1,-8-20-6674</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48.882"/>
    </inkml:context>
    <inkml:brush xml:id="br0">
      <inkml:brushProperty name="width" value="0.05" units="cm"/>
      <inkml:brushProperty name="height" value="0.05" units="cm"/>
    </inkml:brush>
  </inkml:definitions>
  <inkml:trace contextRef="#ctx0" brushRef="#br0">83 232 24575,'0'-81'0,"3"139"0,2-1 0,14 57 0,5 52 0,-24-165 0,1 1 0,-1-1 0,0 1 0,0 0 0,0-1 0,0 1 0,0-1 0,-1 1 0,1-1 0,0 1 0,-1 2 0,0-4 0,1 0 0,0 0 0,0 0 0,-1 0 0,1 0 0,0 0 0,0 0 0,-1 0 0,1 0 0,0 0 0,0 0 0,-1 0 0,1 0 0,0 0 0,0 0 0,-1 0 0,1 0 0,0 0 0,0-1 0,-1 1 0,1 0 0,0 0 0,0 0 0,-1 0 0,1 0 0,0-1 0,0 1 0,0 0 0,0 0 0,-1 0 0,1-1 0,0 1 0,0 0 0,0 0 0,0 0 0,0-1 0,-1 1 0,-19-35 0,-3-16 0,-33-100 0,49 129 0,2 0 0,0 0 0,2-1 0,0 1 0,2-1 0,0 0 0,4-34 0,-2 50 0,1 0 0,-1 0 0,1 0 0,0 1 0,1-1 0,-1 0 0,1 1 0,1 0 0,-1 0 0,1 0 0,5-7 0,-6 11 0,-1 0 0,0-1 0,1 1 0,-1 0 0,1 0 0,0 0 0,0 1 0,0-1 0,-1 1 0,2-1 0,-1 1 0,0 0 0,0 0 0,0 0 0,0 1 0,1-1 0,-1 1 0,0 0 0,1 0 0,-1 0 0,0 0 0,0 0 0,1 1 0,-1 0 0,5 1 0,0 1 0,0 0 0,-1 1 0,0 0 0,0 0 0,0 1 0,0 0 0,-1 0 0,0 0 0,0 1 0,0 0 0,-1 0 0,0 1 0,0-1 0,0 1 0,-1 0 0,5 12 0,-7-16 0,0 1 0,0 0 0,-1 0 0,1 0 0,-1 0 0,0 0 0,0 1 0,-1-1 0,1 0 0,-1 0 0,0 1 0,0-1 0,-1 0 0,1 0 0,-1 0 0,0 1 0,0-1 0,0 0 0,-1 0 0,1 0 0,-1 0 0,0-1 0,0 1 0,0 0 0,-1-1 0,1 1 0,-1-1 0,0 0 0,0 0 0,0 0 0,0 0 0,-8 4 0,2-2-195,0 0 0,-1-1 0,0 0 0,0 0 0,0-1 0,-15 2 0,-21 2-6631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56.739"/>
    </inkml:context>
    <inkml:brush xml:id="br0">
      <inkml:brushProperty name="width" value="0.05" units="cm"/>
      <inkml:brushProperty name="height" value="0.05" units="cm"/>
    </inkml:brush>
  </inkml:definitions>
  <inkml:trace contextRef="#ctx0" brushRef="#br0">1 482 24575,'0'-6'0,"0"1"0,1-1 0,0 1 0,0-1 0,3-5 0,-4 8 0,1 1 0,0 0 0,0 0 0,0-1 0,0 1 0,0 0 0,1 0 0,-1 0 0,0 1 0,1-1 0,0 0 0,-1 0 0,1 1 0,2-2 0,-3 3 0,-1 0 0,0-1 0,1 1 0,-1 0 0,0 0 0,1 0 0,-1 0 0,1 0 0,-1 0 0,0 1 0,1-1 0,-1 0 0,0 0 0,1 0 0,-1 0 0,0 0 0,1 0 0,-1 1 0,0-1 0,0 0 0,1 0 0,-1 0 0,0 1 0,1-1 0,-1 0 0,0 1 0,0-1 0,0 0 0,1 0 0,-1 1 0,0-1 0,0 0 0,0 1 0,0-1 0,0 0 0,1 1 0,-1-1 0,0 0 0,0 1 0,0-1 0,0 1 0,0-1 0,0 0 0,0 1 0,3 21 0,-3-18 0,1 5 0,1 12 0,9 37 0,-10-54 0,0 0 0,0 0 0,1 1 0,0-1 0,-1 0 0,1 0 0,1-1 0,-1 1 0,1 0 0,-1-1 0,1 1 0,0-1 0,0 0 0,0 0 0,5 3 0,-5-5 0,0 1 0,1-1 0,-1 0 0,0 0 0,1-1 0,-1 1 0,1-1 0,-1 0 0,1 0 0,-1 0 0,1 0 0,-1 0 0,1-1 0,-1 1 0,1-1 0,-1 0 0,0 0 0,0-1 0,1 1 0,3-3 0,9-5 0,-1 0 0,24-19 0,-31 23 0,211-167 0,16-11 0,-25 32-1365,-157 115-5461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29:58.677"/>
    </inkml:context>
    <inkml:brush xml:id="br0">
      <inkml:brushProperty name="width" value="0.05" units="cm"/>
      <inkml:brushProperty name="height" value="0.05" units="cm"/>
    </inkml:brush>
  </inkml:definitions>
  <inkml:trace contextRef="#ctx0" brushRef="#br0">1 720 24575,'0'-1'0,"1"-1"0,-1 0 0,1 1 0,0-1 0,0 1 0,-1-1 0,1 1 0,0 0 0,0-1 0,0 1 0,0 0 0,1 0 0,-1 0 0,0-1 0,0 1 0,1 1 0,2-3 0,26-14 0,-30 17 0,2-1 0,1 0 0,0 0 0,0 0 0,-1 0 0,1 0 0,0 0 0,0 0 0,0 1 0,0 0 0,0 0 0,0-1 0,0 2 0,0-1 0,0 0 0,5 2 0,-6-1 0,0 0 0,0 0 0,0 0 0,0 0 0,0 0 0,-1 1 0,1-1 0,0 1 0,-1 0 0,1-1 0,-1 1 0,0 0 0,1 0 0,-1 0 0,0-1 0,0 1 0,0 1 0,0-1 0,-1 0 0,1 0 0,0 3 0,1 6 0,-1-1 0,0 1 0,0 0 0,-2 17 0,0-19 0,1 1 0,0 0 0,0 0 0,1-1 0,3 12 0,-4-20 0,0-1 0,0 0 0,0 1 0,0-1 0,0 0 0,1 1 0,-1-1 0,0 1 0,0-1 0,0 0 0,1 1 0,-1-1 0,0 0 0,0 0 0,1 1 0,-1-1 0,0 0 0,1 1 0,-1-1 0,0 0 0,1 0 0,-1 0 0,0 0 0,1 1 0,-1-1 0,0 0 0,1 0 0,-1 0 0,1 0 0,-1 0 0,1 0 0,13-6 0,13-18 0,-25 22 0,200-217 185,86-87-112,-222 243-614,2 4 0,120-81 0,-124 100-6285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0.876"/>
    </inkml:context>
    <inkml:brush xml:id="br0">
      <inkml:brushProperty name="width" value="0.05" units="cm"/>
      <inkml:brushProperty name="height" value="0.05" units="cm"/>
    </inkml:brush>
  </inkml:definitions>
  <inkml:trace contextRef="#ctx0" brushRef="#br0">246 282 24575,'1'-1'0,"-1"0"0,0 0 0,1 0 0,-1 0 0,1 0 0,0 0 0,-1 0 0,1 0 0,0 0 0,0 0 0,0 0 0,-1 0 0,1 1 0,0-1 0,0 0 0,0 1 0,0-1 0,0 0 0,0 1 0,1-1 0,-1 1 0,0 0 0,2-1 0,27-6 0,-28 7 0,-1 0 0,0 0 0,1 1 0,-1-1 0,0 0 0,1 0 0,-1 1 0,0-1 0,0 1 0,1-1 0,-1 1 0,0 0 0,0-1 0,0 1 0,0 0 0,0 0 0,0 0 0,0 0 0,0 0 0,0 0 0,0 0 0,-1 0 0,1 0 0,0 0 0,-1 0 0,1 0 0,-1 1 0,1-1 0,-1 0 0,1 0 0,-1 1 0,0-1 0,0 0 0,0 2 0,2 7 0,-2 0 0,1 0 0,-2 16 0,0-12 0,-2 65 0,-4 0 0,-3-1 0,-41 154 0,-108 214 0,144-410 0,-8 17 0,-25 95 0,44-133 0,0 1 0,2 0 0,0 0 0,1 0 0,0 0 0,1 0 0,1 0 0,1 0 0,0 0 0,9 31 0,-10-43 0,1 0 0,0 0 0,0 0 0,1 0 0,-1 0 0,1-1 0,-1 1 0,1-1 0,0 0 0,1 1 0,-1-1 0,0-1 0,1 1 0,0 0 0,0-1 0,-1 0 0,1 0 0,1 0 0,-1 0 0,0-1 0,6 2 0,8 1 0,0-1 0,1-1 0,35 0 0,-35-2 0,122-3 0,217-35 0,19-1 0,-128 45 0,-166-1 0,-80-4 0,-1-1 0,1 0 0,0 0 0,-1 0 0,1 0 0,0-1 0,-1 1 0,1-1 0,-1 1 0,1-1 0,-1 0 0,1 0 0,-1 0 0,0 0 0,5-3 0,-5 2 0,-1 0 0,0 0 0,1 0 0,-1 0 0,0-1 0,0 1 0,0 0 0,0 0 0,0-1 0,-1 1 0,1-1 0,-1 1 0,1 0 0,-1-1 0,0 1 0,0-1 0,0-2 0,-1-42 0,0 0 0,7-58 0,11-24 0,15-133 0,-21-3 0,-25 38 0,-1-42 0,15 209 0,3 0 0,14-86 0,-16 140 0,2-26 0,-3 32 0,0-1 0,0 1 0,0-1 0,0 1 0,-1-1 0,1 1 0,0-1 0,0 1 0,0-1 0,-1 1 0,1-1 0,0 1 0,-1-1 0,1 1 0,0-1 0,-1 1 0,1-1 0,-1 1 0,1 0 0,0-1 0,-1 1 0,1 0 0,-1 0 0,1-1 0,-1 1 0,1 0 0,-1 0 0,1-1 0,-1 1 0,0 0 0,1 0 0,-1 0 0,1 0 0,-1 0 0,1 0 0,-1 0 0,0 0 0,1 0 0,-1 0 0,1 0 0,-1 1 0,1-1 0,-1 0 0,1 0 0,-1 0 0,1 1 0,-2 0 0,-67 24 0,-79 26 0,-200 41 0,-224 70 0,551-155 0,13-5 0,0 0 0,0 0 0,0 1 0,0 1 0,1-1 0,-1 1 0,1 1 0,0-1 0,-9 9 0,15-12-35,0 0 0,1 0 0,-1-1 0,1 1 0,0 0 0,-1 0 0,1 0 0,0 0 0,-1 0 0,1 0 0,0 0 0,0 0 0,0 0 0,0 0 0,0 0 0,0 0 0,0 0 0,0 0 0,0 0 0,0 0 0,1 0 0,-1-1 0,0 1 0,1 0 0,-1 0 0,1 0 0,-1 0 0,1 0 0,-1 0 0,1-1 0,-1 1 0,1 0 0,0-1 0,-1 1 0,1 0 0,0-1 0,0 1 0,1 0 0,10 8-6791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1.329"/>
    </inkml:context>
    <inkml:brush xml:id="br0">
      <inkml:brushProperty name="width" value="0.05" units="cm"/>
      <inkml:brushProperty name="height" value="0.05" units="cm"/>
    </inkml:brush>
  </inkml:definitions>
  <inkml:trace contextRef="#ctx0" brushRef="#br0">121 339 24575,'9'-115'0,"-6"86"0,0 0 0,-2-1 0,-1 1 0,-4-33 0,4 60 0,-1-1 0,1 1 0,-1-1 0,0 1 0,1-1 0,-1 1 0,0-1 0,-1 1 0,1 0 0,0 0 0,-1-1 0,1 1 0,-1 0 0,0 0 0,1 1 0,-4-4 0,4 5 0,-1-1 0,1 0 0,-1 1 0,1 0 0,0-1 0,-1 1 0,1 0 0,-1-1 0,1 1 0,-1 0 0,1 0 0,0 0 0,-1 0 0,1 1 0,-1-1 0,1 0 0,-1 1 0,1-1 0,0 1 0,-1-1 0,1 1 0,0-1 0,0 1 0,-1 0 0,1 0 0,0 0 0,0 0 0,0 0 0,0 0 0,-1 1 0,-5 5 0,0 1 0,1 0 0,0 0 0,1 1 0,-1-1 0,2 1 0,-1 0 0,1 1 0,1-1 0,0 1 0,0-1 0,0 1 0,2 0 0,-2 20 0,1-2 0,2 0 0,1 0 0,1 0 0,7 31 0,33 106 0,-27-116 0,-2 1 0,10 78 0,-22-92-1365,-3-6-5461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1.498"/>
    </inkml:context>
    <inkml:brush xml:id="br0">
      <inkml:brushProperty name="width" value="0.05" units="cm"/>
      <inkml:brushProperty name="height" value="0.05" units="cm"/>
    </inkml:brush>
  </inkml:definitions>
  <inkml:trace contextRef="#ctx0" brushRef="#br0">1 187 24575,'0'-4'0,"2"-7"0,3-3 0,4-5 0,1 0 0,3 0 0,0 1 0,1 1 0,0 2 0,0 0 0,0 4 0,3 0 0,-1 3 0,-1 2-8191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1.684"/>
    </inkml:context>
    <inkml:brush xml:id="br0">
      <inkml:brushProperty name="width" value="0.05" units="cm"/>
      <inkml:brushProperty name="height" value="0.05" units="cm"/>
    </inkml:brush>
  </inkml:definitions>
  <inkml:trace contextRef="#ctx0" brushRef="#br0">1 0 24575,'0'2'0,"0"4"0,0 2 0,0 5 0,0 3 0,0 2 0,2 2 0,1 1 0,0-1 0,-1 2 0,0-1 0,-1-2 0,0-5-8191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1.855"/>
    </inkml:context>
    <inkml:brush xml:id="br0">
      <inkml:brushProperty name="width" value="0.05" units="cm"/>
      <inkml:brushProperty name="height" value="0.05" units="cm"/>
    </inkml:brush>
  </inkml:definitions>
  <inkml:trace contextRef="#ctx0" brushRef="#br0">32 1 24575,'-2'0'0,"-3"0"0,-4 0 0,1 2 0,1 4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2.241"/>
    </inkml:context>
    <inkml:brush xml:id="br0">
      <inkml:brushProperty name="width" value="0.05" units="cm"/>
      <inkml:brushProperty name="height" value="0.05" units="cm"/>
    </inkml:brush>
  </inkml:definitions>
  <inkml:trace contextRef="#ctx0" brushRef="#br0">6 209 24575,'0'0'0,"0"0"0,0 0 0,-1 0 0,1 1 0,0-1 0,0 0 0,0 0 0,-1 0 0,1 0 0,0 0 0,0-1 0,0 1 0,-1 0 0,1 0 0,0 0 0,0 0 0,0 0 0,0 0 0,-1 0 0,1 0 0,0 0 0,0 0 0,0 0 0,0-1 0,-1 1 0,1 0 0,0 0 0,0 0 0,0 0 0,0-1 0,0 1 0,0 0 0,0 0 0,-1 0 0,1 0 0,0-1 0,0 1 0,0 0 0,0 0 0,0 0 0,0-1 0,0 1 0,5-9 0,11-7 0,-14 15 0,1 0 0,-1 1 0,0-1 0,0 0 0,1 1 0,-1-1 0,1 1 0,-1 0 0,0 0 0,1 0 0,-1 0 0,1 0 0,-1 1 0,0-1 0,1 1 0,-1-1 0,0 1 0,1 0 0,-1 0 0,0 0 0,0 0 0,0 0 0,0 1 0,0-1 0,0 1 0,0-1 0,-1 1 0,1 0 0,0-1 0,2 5 0,-1-3 0,-1 0 0,0 0 0,1 1 0,-1-1 0,0 1 0,0-1 0,-1 1 0,1 0 0,-1-1 0,0 1 0,0 0 0,0 0 0,-1 0 0,1 0 0,-1 0 0,0 0 0,0 0 0,0 4 0,0-8 0,0 1 0,0-1 0,0 0 0,0 0 0,0 0 0,0 1 0,0-1 0,0 0 0,0 0 0,0 0 0,0 1 0,0-1 0,0 0 0,0 0 0,-1 0 0,1 1 0,0-1 0,0 0 0,0 0 0,0 0 0,0 0 0,0 1 0,0-1 0,0 0 0,-1 0 0,1 0 0,0 0 0,0 0 0,0 1 0,0-1 0,-1 0 0,1 0 0,0 0 0,0 0 0,0 0 0,0 0 0,-1 0 0,1 0 0,0 0 0,0 0 0,-1 0 0,-2-9 0,-1-16 0,5 10 0,1-1 0,0 1 0,1 0 0,1 0 0,0 0 0,2 1 0,-1 0 0,2-1 0,-1 2 0,2-1 0,0 1 0,1 0 0,13-15 0,-19 25 0,0 0 0,-1 0 0,1 0 0,0 1 0,1 0 0,-1-1 0,0 1 0,0 0 0,1 0 0,0 1 0,6-3 0,-8 4 0,0-1 0,-1 1 0,1 0 0,0 0 0,0 0 0,-1 1 0,1-1 0,0 0 0,-1 0 0,1 1 0,0-1 0,-1 1 0,1 0 0,0 0 0,-1-1 0,1 1 0,-1 0 0,1 0 0,-1 0 0,0 0 0,0 1 0,1-1 0,-1 0 0,0 0 0,0 1 0,0-1 0,0 1 0,1 2 0,4 7 49,-1 0 0,0 1 0,-1-1-1,0 1 1,-1 0 0,3 21 0,2 75-1756,-7-76-5119</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4.234"/>
    </inkml:context>
    <inkml:brush xml:id="br0">
      <inkml:brushProperty name="width" value="0.05" units="cm"/>
      <inkml:brushProperty name="height" value="0.05" units="cm"/>
    </inkml:brush>
  </inkml:definitions>
  <inkml:trace contextRef="#ctx0" brushRef="#br0">1 696 24575,'0'1'0,"0"0"0,0 0 0,1 1 0,-1-1 0,0 0 0,1 0 0,-1 0 0,1 0 0,0 1 0,-1-1 0,1 0 0,0 0 0,0 0 0,-1 0 0,1-1 0,0 1 0,2 1 0,19 13 0,-16-11 0,43 24 0,75 32 0,58 12 0,-173-68 0,175 58-572,2-8 0,2-8 0,297 33 0,590-19-2311,1321-145-914,-1129-81 3720,-942 98 39,580-201 0,-575 133 823,-240 93 604,129-84-1,-210 121-1303,90-66 1511,-92 65-1346,1 1 0,-1-1 0,-1 0 0,1-1 0,-1 0 0,-1 0 0,1 0 0,-1 0 0,6-17 0,-10 22-227,0 0 0,0 0 0,0 0 0,-1 0 0,1 0 0,-1 0 0,0 0 0,0 0 0,0 0 0,0 0 0,0 0 0,-1 0 0,1 0 0,-1 0 0,0 0 0,0 0 0,0 0 0,-1 0 0,-1-3 0,0 2 18,0 0-1,0 0 1,-1 1 0,1-1-1,-1 1 1,0 0-1,0 0 1,0 0-1,-1 0 1,-7-3 0,-4-1 37,0 2 1,0 0-1,0 0 1,-1 2 0,-32-3-1,23 4-1443,4 2-5461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4.561"/>
    </inkml:context>
    <inkml:brush xml:id="br0">
      <inkml:brushProperty name="width" value="0.05" units="cm"/>
      <inkml:brushProperty name="height" value="0.05" units="cm"/>
    </inkml:brush>
  </inkml:definitions>
  <inkml:trace contextRef="#ctx0" brushRef="#br0">84 135 24575,'-9'0'0,"0"-1"0,0 0 0,-11-2 0,18 3 0,0-1 0,0 1 0,0-1 0,0 0 0,0 1 0,0-1 0,0 0 0,0 0 0,0 0 0,0 0 0,1-1 0,-1 1 0,0-1 0,1 1 0,-1-1 0,1 1 0,-1-1 0,-1-3 0,3 4 0,0 0 0,0-1 0,0 1 0,0 0 0,0 0 0,0-1 0,0 1 0,0 0 0,0 0 0,1-1 0,-1 1 0,0 0 0,1 0 0,0 0 0,-1-1 0,1 1 0,-1 0 0,1 0 0,0 0 0,0 0 0,0 0 0,-1 0 0,1 1 0,0-1 0,0 0 0,0 0 0,1 0 0,-1 1 0,0-1 0,0 1 0,1-1 0,42-19 0,-40 18 0,27-9 0,0 1 0,1 2 0,0 1 0,1 1 0,0 2 0,0 1 0,0 2 0,46 3 0,-73-1 0,0 0 0,0 0 0,-1 0 0,1 1 0,-1-1 0,1 1 0,-1 1 0,0-1 0,1 1 0,-2 0 0,1 0 0,0 0 0,4 5 0,-7-6 0,0 1 0,0-1 0,0 1 0,0 0 0,0-1 0,-1 1 0,1 0 0,-1 0 0,0 0 0,0 0 0,0 0 0,0 1 0,-1-1 0,1 0 0,-1 0 0,0 1 0,0-1 0,0 0 0,0 0 0,0 1 0,-1-1 0,0 0 0,1 0 0,-3 5 0,1-2-273,-1 1 0,0-1 0,0 1 0,-5 6 0,-3 2-6553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6.429"/>
    </inkml:context>
    <inkml:brush xml:id="br0">
      <inkml:brushProperty name="width" value="0.05" units="cm"/>
      <inkml:brushProperty name="height" value="0.05" units="cm"/>
    </inkml:brush>
  </inkml:definitions>
  <inkml:trace contextRef="#ctx0" brushRef="#br0">693 340 24575,'0'-3'0,"0"-1"0,0 1 0,0 0 0,-1 0 0,1 0 0,-1 0 0,0 0 0,0 0 0,0 0 0,0 0 0,-1 0 0,1 0 0,-1 1 0,1-1 0,-1 1 0,0-1 0,0 1 0,0-1 0,-1 1 0,1 0 0,-1 0 0,1 0 0,-1 1 0,1-1 0,-1 0 0,0 1 0,0 0 0,0-1 0,0 1 0,0 1 0,-6-2 0,1 0 0,0 1 0,0 1 0,0-1 0,-1 2 0,1-1 0,0 1 0,0 0 0,0 0 0,0 1 0,0 1 0,-11 3 0,-3 5 0,-1 1 0,1 0 0,1 2 0,-38 32 0,21-12 0,-49 58 0,52-50 0,1 3 0,2 0 0,-39 74 0,58-93 0,1 1 0,1 0 0,1 0 0,2 1 0,1 0 0,1 0 0,1 1 0,-2 43 0,7-59 0,1 0 0,0 0 0,0-1 0,1 1 0,1 0 0,0-1 0,1 1 0,0-1 0,1 0 0,0 0 0,1-1 0,0 0 0,1 0 0,0 0 0,1-1 0,0 0 0,1 0 0,0-1 0,0 0 0,1-1 0,0 0 0,0 0 0,1-1 0,0-1 0,13 6 0,3 0 0,1-1 0,1-2 0,0-1 0,0-1 0,0-2 0,1 0 0,0-3 0,0 0 0,0-2 0,0-1 0,56-9 0,-80 10 0,0-1 0,0-1 0,0 1 0,0-1 0,0 0 0,0 0 0,-1 0 0,1-1 0,-1 0 0,1 0 0,8-7 0,-14 9 0,0 1 0,0 0 0,0 0 0,0 0 0,0 0 0,0 0 0,1 0 0,-1 0 0,0 0 0,0 0 0,0 0 0,0-1 0,0 1 0,0 0 0,0 0 0,0 0 0,0 0 0,0 0 0,1 0 0,-1-1 0,0 1 0,0 0 0,0 0 0,0 0 0,0 0 0,0 0 0,0-1 0,0 1 0,0 0 0,0 0 0,0 0 0,0 0 0,0 0 0,0-1 0,0 1 0,-1 0 0,1 0 0,0 0 0,0 0 0,0 0 0,0 0 0,0-1 0,0 1 0,0 0 0,0 0 0,-9 0 0,-11 6 0,4 3 0,1 1 0,-1 1 0,2 0 0,-1 1 0,2 1 0,0 0 0,-20 25 0,13-11 0,1 1 0,2 1 0,-20 43 0,29-56 0,2 1 0,0 0 0,1 0 0,0 0 0,2 0 0,0 1 0,1 0 0,0-1 0,2 29 0,2-34 0,-1 0 0,1 0 0,1 0 0,0 0 0,1 0 0,1-1 0,-1 1 0,2-1 0,-1 0 0,2-1 0,-1 1 0,1-1 0,1-1 0,15 16 0,-3-7 0,1-1 0,1-1 0,0-2 0,1 0 0,0-1 0,1-1 0,1-1 0,0-1 0,0-2 0,37 8 0,-6-5 0,-1-2 0,1-3 0,110-3 0,-70-9 0,-1-4 0,0-4 0,146-42 0,-99 11 0,216-99 0,-344 138 0,-3 2 0,-1-1 0,1-1 0,-1 0 0,1 0 0,14-13 0,-24 18 0,-1 1 0,1-1 0,0 0 0,-1 1 0,1-1 0,0 0 0,-1 0 0,1 0 0,-1 1 0,1-1 0,-1 0 0,1 0 0,-1 0 0,0 0 0,1-1 0,-1 1 0,0 1 0,0 0 0,-1-1 0,1 1 0,0 0 0,0-1 0,0 1 0,0 0 0,0 0 0,-1-1 0,1 1 0,0 0 0,0 0 0,0-1 0,-1 1 0,1 0 0,0 0 0,0-1 0,-1 1 0,1 0 0,0 0 0,-1 0 0,1 0 0,0 0 0,-1-1 0,1 1 0,0 0 0,-1 0 0,-1 0 0,-1-1 0,1 1 0,-1 0 0,1 0 0,-1 0 0,1 1 0,-1-1 0,1 0 0,0 1 0,-3 1 0,-1 0 0,1 0 0,0 0 0,1 1 0,-1 0 0,0 0 0,1 0 0,0 1 0,0-1 0,0 1 0,0 0 0,0 0 0,-3 6 0,6-8 0,0 0 0,0-1 0,0 1 0,1 0 0,-1-1 0,0 1 0,1 0 0,0 0 0,-1 0 0,1 0 0,0-1 0,0 1 0,0 0 0,0 0 0,0 0 0,1 2 0,0-2 0,0 0 0,0 1 0,0-1 0,0 0 0,0 0 0,0 0 0,1 0 0,-1-1 0,1 1 0,0 0 0,-1 0 0,1-1 0,0 1 0,0-1 0,0 0 0,2 1 0,6 3 0,-1 0 0,1-1 0,0-1 0,0 0 0,0 0 0,1-1 0,-1 0 0,14 1 0,88-3 0,-103-1 0,64-5 0,-1-2 0,-1-4 0,0-4 0,-1-2 0,-1-3 0,91-41 0,-124 46 0,-1-2 0,0-1 0,-1-2 0,-1-1 0,-2-2 0,57-54 0,-72 62 0,-1-2 0,0 0 0,-2-1 0,0 0 0,-1-1 0,-1 0 0,-1-1 0,-1 0 0,-1-1 0,0 0 0,-2 0 0,-1 0 0,4-30 0,-7 28 0,-1 0 0,-1 0 0,-1-1 0,-1 1 0,-1 0 0,-1 0 0,-1 0 0,-2 1 0,0 0 0,-11-25 0,9 29 0,-1 1 0,-1 0 0,0 0 0,-1 1 0,-1 1 0,0 0 0,-1 1 0,-1 0 0,0 1 0,-1 1 0,-1 0 0,-19-11 0,2 7 0,1 1 0,-2 2 0,0 2 0,-1 0 0,0 3 0,-1 1 0,-68-6 0,98 13 0,-22-1 0,28 2 0,0 0 0,0 0 0,0 0 0,-1 0 0,1 0 0,0 0 0,0 1 0,0-1 0,-1 0 0,1 1 0,0-1 0,0 1 0,0-1 0,0 1 0,0 0 0,0-1 0,-2 3 0,3-3 0,0 1 0,0-1 0,0 1 0,-1-1 0,1 1 0,0-1 0,0 1 0,0 0 0,0-1 0,0 1 0,0-1 0,0 1 0,0-1 0,0 1 0,0 0 0,1-1 0,-1 1 0,0-1 0,0 1 0,0-1 0,1 1 0,-1-1 0,0 1 0,0-1 0,1 1 0,-1-1 0,1 1 0,-1-1 0,0 0 0,1 1 0,-1-1 0,1 0 0,0 1 0,18 12 0,-7-8 0,0-1 0,0 0 0,1 0 0,-1-1 0,1-1 0,0 0 0,0 0 0,0-2 0,0 1 0,0-2 0,0 0 0,0 0 0,0-1 0,0-1 0,-1 0 0,1-1 0,18-8 0,-23 8 0,-1 1 0,1-1 0,-1-1 0,-1 1 0,1-1 0,-1 0 0,1-1 0,-2 0 0,1 0 0,0 0 0,-1 0 0,7-12 0,-9 12 0,-1-1 0,1 1 0,-1-1 0,0 1 0,0-1 0,-1 0 0,0 0 0,0 0 0,0 0 0,-1 0 0,0 0 0,-1 0 0,0 0 0,0 0 0,0 1 0,-4-12 0,-1 2 0,0 1 0,-1-1 0,-1 2 0,0-1 0,-1 1 0,-1 0 0,0 1 0,0 0 0,-2 1 0,1 0 0,-2 1 0,-13-10 0,-5-1 0,0 1 0,-2 1 0,0 2 0,-44-18 0,7 10 0,-1 2 0,-1 4 0,-130-20 0,112 30 0,0 3 0,-159 9 0,213 1 0,0 0 0,1 3 0,-1 1 0,2 2 0,-1 1 0,-58 25 0,66-16 0,14-8 0,12-11 0,0 0 0,1 1 0,-1-1 0,1 0 0,-1 0 0,0 0 0,1 0 0,-1 0 0,0 0 0,1 0 0,-1 0 0,1 0 0,-1 0 0,0 0 0,1 0 0,-1 0 0,1-1 0,-1 1 0,0 0 0,1 0 0,-1-1 0,1 1 0,-1 0 0,0-1 0,-16-12 0,12 8 0,-26-17 0,-1 1 0,-1 2 0,0 2 0,-1 0 0,-1 3 0,-1 1 0,-60-15 0,25 14 0,-1 2 0,-1 3 0,-73 2 0,79 7 0,1 2 0,-123 21 0,156-16 0,0 1 0,1 1 0,0 2 0,0 1 0,2 2 0,-1 1 0,-42 29 0,61-36 38,1 0 0,1 1 0,0 1 0,0 0 0,0 0 0,2 1 0,-1 0 0,-9 17 0,15-22-133,-1 1 0,1-1 0,1 1 0,0 0 1,0 0-1,0 0 0,1 0 0,-1 0 0,2 0 0,-1 0 1,1 0-1,0 0 0,1 1 0,-1-1 0,2 0 1,-1 0-1,4 11 0,8 12-6731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7.020"/>
    </inkml:context>
    <inkml:brush xml:id="br0">
      <inkml:brushProperty name="width" value="0.05" units="cm"/>
      <inkml:brushProperty name="height" value="0.05" units="cm"/>
    </inkml:brush>
  </inkml:definitions>
  <inkml:trace contextRef="#ctx0" brushRef="#br0">608 47 24575,'18'-46'0,"-326"680"0,177-346 0,-36 88 0,164-368 0,-1 0 0,1-1 0,1 1 0,-1 0 0,-1 11 0,4-18 3,0-1 0,0 0-1,0 0 1,0 0 0,0 0 0,0 0-1,-1 0 1,1 0 0,0 0-1,0 1 1,0-1 0,0 0-1,0 0 1,0 0 0,0 0 0,0 0-1,0 0 1,0 1 0,0-1-1,0 0 1,0 0 0,0 0 0,0 0-1,0 0 1,0 0 0,0 1-1,0-1 1,0 0 0,1 0 0,-1 0-1,0 0 1,0 0 0,0 0-1,0 0 1,0 1 0,0-1-1,0 0 1,0 0 0,0 0 0,0 0-1,1 0 1,-1 0 0,0 0-1,0 0 1,0 0 0,0 0 0,0 0-1,0 0 1,0 0 0,1 0-1,-1 0 1,0 0 0,0 0 0,0 0-1,0 0 1,0 0 0,0 0-1,1 0 1,-1 0 0,0 0-1,0 0 1,0 0 0,9-9 168,7-14-1878,1-7-5119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7.423"/>
    </inkml:context>
    <inkml:brush xml:id="br0">
      <inkml:brushProperty name="width" value="0.05" units="cm"/>
      <inkml:brushProperty name="height" value="0.05" units="cm"/>
    </inkml:brush>
  </inkml:definitions>
  <inkml:trace contextRef="#ctx0" brushRef="#br0">4 126 24575,'-2'-34'0,"1"24"0,0 0 0,1 0 0,0 0 0,1 1 0,0-1 0,3-14 0,-4 23 0,1 1 0,-1-1 0,0 1 0,0 0 0,0-1 0,0 1 0,0 0 0,0-1 0,1 1 0,-1 0 0,0-1 0,0 1 0,1 0 0,-1-1 0,0 1 0,0 0 0,1 0 0,-1-1 0,0 1 0,1 0 0,-1 0 0,0 0 0,1-1 0,-1 1 0,0 0 0,1 0 0,-1 0 0,0 0 0,1 0 0,0 0 0,10 7 0,6 18 0,6 18 0,-1 1 0,17 54 0,22 98 0,-46-147 0,74 332 0,-28 5 0,-59-373 0,-1-2 0,0 0 0,2-1 0,-1 1 0,5 11 0,-7-22 0,0 1 0,0-1 0,0 0 0,0 1 0,0-1 0,1 0 0,-1 1 0,0-1 0,0 0 0,0 1 0,0-1 0,0 0 0,1 0 0,-1 1 0,0-1 0,0 0 0,0 1 0,1-1 0,-1 0 0,0 0 0,1 0 0,-1 1 0,0-1 0,0 0 0,1 0 0,-1 0 0,0 0 0,1 1 0,-1-1 0,0 0 0,1 0 0,4-10 0,-3-20 0,-3-3-1365,-1-1-5461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7.779"/>
    </inkml:context>
    <inkml:brush xml:id="br0">
      <inkml:brushProperty name="width" value="0.05" units="cm"/>
      <inkml:brushProperty name="height" value="0.05" units="cm"/>
    </inkml:brush>
  </inkml:definitions>
  <inkml:trace contextRef="#ctx0" brushRef="#br0">63 137 24575,'-5'0'0,"-1"-1"0,0 0 0,1-1 0,-1 1 0,0-1 0,1 0 0,0 0 0,0-1 0,-6-3 0,11 6 0,-1 0 0,1 0 0,0 0 0,0-1 0,0 1 0,0 0 0,0 0 0,-1 0 0,1 0 0,0 0 0,0 0 0,0-1 0,0 1 0,0 0 0,0 0 0,0 0 0,0 0 0,-1-1 0,1 1 0,0 0 0,0 0 0,0 0 0,0-1 0,0 1 0,0 0 0,0 0 0,0 0 0,0 0 0,0-1 0,0 1 0,0 0 0,0 0 0,1 0 0,-1-1 0,0 1 0,0 0 0,0 0 0,0 0 0,0 0 0,0 0 0,0-1 0,0 1 0,1 0 0,-1 0 0,0 0 0,0 0 0,0 0 0,0 0 0,0-1 0,1 1 0,-1 0 0,0 0 0,0 0 0,0 0 0,0 0 0,1 0 0,-1 0 0,0 0 0,0 0 0,0 0 0,1 0 0,-1 0 0,0 0 0,15-4 0,69-9 0,114-2 0,-114 11 0,833-60 0,-766 55 0,-171 9-1365,-7 1-5461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38.149"/>
    </inkml:context>
    <inkml:brush xml:id="br0">
      <inkml:brushProperty name="width" value="0.05" units="cm"/>
      <inkml:brushProperty name="height" value="0.05" units="cm"/>
    </inkml:brush>
  </inkml:definitions>
  <inkml:trace contextRef="#ctx0" brushRef="#br0">86 219 24575,'-23'8'0,"-39"19"0,62-25 0,9-3 0,12-2 0,892-133-707,-581 93 556,143-28 151,-451 70 429,-20 2-134,-13 4-161,-38 13-1499,33-12-5461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4.928"/>
    </inkml:context>
    <inkml:brush xml:id="br0">
      <inkml:brushProperty name="width" value="0.05" units="cm"/>
      <inkml:brushProperty name="height" value="0.05" units="cm"/>
    </inkml:brush>
  </inkml:definitions>
  <inkml:trace contextRef="#ctx0" brushRef="#br0">300 246 24575,'0'-12'0,"0"-1"0,1 1 0,1-1 0,0 1 0,0-1 0,2 1 0,-1 0 0,1 0 0,8-14 0,-10 21 0,16-38 0,-17 40 0,0 0 0,0 0 0,0 0 0,-1 1 0,1-1 0,-1 0 0,0 0 0,0 0 0,0 0 0,0 0 0,-1 0 0,1 0 0,-2-3 0,2 5 0,-1 0 0,0 0 0,0 0 0,0 0 0,0 0 0,0 0 0,0 0 0,0 0 0,0 0 0,0 0 0,0 0 0,0 1 0,-1-1 0,1 1 0,0-1 0,-1 1 0,1-1 0,0 1 0,-1-1 0,1 1 0,0 0 0,-1 0 0,1 0 0,-1 0 0,1 0 0,-1 0 0,1 0 0,-3 1 0,-5 1 0,0 0 0,0 0 0,-10 4 0,16-5 0,-18 7 0,0 1 0,1 1 0,0 0 0,0 1 0,2 2 0,-20 15 0,28-20 0,0 0 0,1 1 0,0 1 0,0 0 0,1 0 0,0 0 0,1 1 0,0 0 0,1 1 0,0 0 0,-7 22 0,11-29 0,1 0 0,0 0 0,0 1 0,1-1 0,-1 0 0,1 0 0,0 1 0,1-1 0,-1 0 0,1 0 0,0 1 0,1-1 0,-1 0 0,1 0 0,4 9 0,-2-8 0,0 0 0,0 0 0,0-1 0,1 1 0,0-1 0,0 0 0,1-1 0,-1 1 0,1-1 0,0 0 0,9 4 0,12 4 0,1 0 0,0-3 0,42 10 0,-46-14 0,0 2 0,0 0 0,-1 1 0,0 2 0,37 20 0,-57-28 0,-1 0 0,1-1 0,-1 1 0,0 0 0,0 0 0,0 1 0,0-1 0,0 0 0,0 1 0,0-1 0,1 4 0,-2-4 0,-1-1 0,0 0 0,1 1 0,-1-1 0,0 0 0,0 1 0,0-1 0,0 1 0,0-1 0,0 0 0,0 1 0,-1-1 0,1 0 0,0 1 0,-1-1 0,1 0 0,-1 1 0,0-1 0,1 0 0,-1 0 0,0 0 0,0 1 0,0-1 0,1 0 0,-1 0 0,-2 1 0,-4 5 0,-1-1 0,-1 1 0,1-1 0,-1-1 0,0 0 0,0 0 0,-1-1 0,-17 6 0,-6 0 0,-44 7 0,65-15-195,-1 0 0,1 0 0,-1-2 0,1 1 0,-1-2 0,-14-1 0,4-3-6631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5.130"/>
    </inkml:context>
    <inkml:brush xml:id="br0">
      <inkml:brushProperty name="width" value="0.05" units="cm"/>
      <inkml:brushProperty name="height" value="0.05" units="cm"/>
    </inkml:brush>
  </inkml:definitions>
  <inkml:trace contextRef="#ctx0" brushRef="#br0">1 21 24575,'2'-2'0,"3"-4"0,4 0 0,1 1 0,0 3 0,0 5 0,-1 4 0,0 3 0,1 4 0,0 5 0,2 1 0,0 2 0,2 2 0,-3 1 0,-1-1 0,-1-2 0,-3-3 0,-2-5-8191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5.270"/>
    </inkml:context>
    <inkml:brush xml:id="br0">
      <inkml:brushProperty name="width" value="0.05" units="cm"/>
      <inkml:brushProperty name="height" value="0.05" units="cm"/>
    </inkml:brush>
  </inkml:definitions>
  <inkml:trace contextRef="#ctx0" brushRef="#br0">24 34 24575,'0'-5'0,"-2"-3"0,-3-1 0,-4 1 0,1 5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5.829"/>
    </inkml:context>
    <inkml:brush xml:id="br0">
      <inkml:brushProperty name="width" value="0.05" units="cm"/>
      <inkml:brushProperty name="height" value="0.05" units="cm"/>
    </inkml:brush>
  </inkml:definitions>
  <inkml:trace contextRef="#ctx0" brushRef="#br0">144 131 24575,'1'0'0,"-1"0"0,1 0 0,-1 0 0,1-1 0,-1 1 0,1 0 0,-1 0 0,0-1 0,1 1 0,-1 0 0,1 0 0,-1-1 0,0 1 0,1-1 0,-1 1 0,0 0 0,1-1 0,-1 1 0,0-1 0,0 1 0,1 0 0,-1-1 0,0 1 0,0-1 0,0 1 0,0-1 0,0 1 0,1-1 0,-1 1 0,0-1 0,0 1 0,0-1 0,0 1 0,0-1 0,-1 1 0,1-1 0,0 1 0,0-1 0,0 0 0,-5-22 0,4 21 0,-1-6 0,-1 1 0,0-1 0,0 1 0,0 0 0,-1 0 0,0 0 0,-1 0 0,-8-10 0,12 16 0,-1-1 0,1 1 0,-1 0 0,1 0 0,-1-1 0,0 1 0,1 0 0,-1 1 0,0-1 0,0 0 0,0 0 0,0 1 0,0-1 0,0 1 0,0 0 0,-2-1 0,1 1 0,1 1 0,0-1 0,-1 1 0,1 0 0,0-1 0,0 1 0,-1 0 0,1 0 0,0 1 0,0-1 0,0 0 0,0 1 0,1-1 0,-1 1 0,0-1 0,0 1 0,-1 2 0,-1 1 0,0 0 0,1 0 0,-1 0 0,1 0 0,0 1 0,1-1 0,-1 1 0,1 0 0,0 0 0,1 0 0,-1 0 0,1 0 0,0 0 0,1 1 0,0-1 0,-1 0 0,3 10 0,-2-12 0,1 0 0,0-1 0,0 1 0,0 0 0,0 0 0,1-1 0,-1 1 0,1-1 0,0 0 0,0 1 0,0-1 0,1 0 0,-1 0 0,1 0 0,0 0 0,0-1 0,-1 1 0,2-1 0,-1 0 0,0 0 0,0 0 0,1 0 0,-1 0 0,1-1 0,0 0 0,-1 1 0,1-1 0,7 1 0,-7-2 0,-1 1 0,0-1 0,0 0 0,0 1 0,1-2 0,-1 1 0,0 0 0,0-1 0,1 1 0,-1-1 0,0 0 0,0 0 0,0 0 0,0 0 0,0-1 0,0 1 0,5-4 0,-5 2 0,0-1 0,0 1 0,-1 0 0,1-1 0,-1 1 0,0-1 0,0 0 0,0 0 0,0 0 0,-1 0 0,1 0 0,-1 0 0,1-5 0,1-27 0,-3 36 0,0 0 0,0 0 0,0-1 0,0 1 0,0 0 0,1 0 0,-1 0 0,0 0 0,0 0 0,0 0 0,0 0 0,0-1 0,0 1 0,0 0 0,1 0 0,-1 0 0,0 0 0,0 0 0,0 0 0,0 0 0,0 0 0,1 0 0,-1 0 0,0 0 0,0 0 0,0 0 0,0 0 0,1 0 0,-1 0 0,0 0 0,0 0 0,0 0 0,0 0 0,0 0 0,1 0 0,-1 0 0,0 0 0,0 0 0,0 0 0,0 1 0,0-1 0,0 0 0,1 0 0,-1 0 0,0 0 0,0 0 0,0 0 0,0 0 0,0 1 0,0-1 0,0 0 0,0 0 0,0 0 0,0 0 0,0 0 0,0 1 0,1-1 0,-1 0 0,0 0 0,0 0 0,7 10 0,14 24 0,-1 2 0,-2 0 0,-1 0 0,-3 2 0,21 77 0,-33-108 0,-1-1 0,0 1 0,0 0 0,-1 0 0,0 0 0,0 0 0,0 0 0,-1 0 0,0-1 0,-3 10 0,3-13 0,0 1 0,-1-1 0,1-1 0,-1 1 0,0 0 0,0 0 0,0 0 0,0-1 0,0 1 0,-1-1 0,1 0 0,-1 0 0,1 0 0,-1 0 0,0 0 0,0 0 0,0-1 0,0 1 0,0-1 0,0 0 0,0 0 0,0 0 0,-5 0 0,3 0 0,-1 0 0,1-1 0,0 1 0,-1-1 0,1-1 0,-1 1 0,1-1 0,0 0 0,0 0 0,-1 0 0,1-1 0,0 0 0,0 0 0,1 0 0,-1-1 0,0 1 0,1-1 0,-1 0 0,1-1 0,0 1 0,0-1 0,0 0 0,1 0 0,-1 0 0,-4-7 0,4 5 0,1 0 0,-1 0 0,1-1 0,0 1 0,1-1 0,0 1 0,0-1 0,0 0 0,1 0 0,0 0 0,0 0 0,1 0 0,0-1 0,0 1 0,0 0 0,1 0 0,0 0 0,4-12 0,-1 7-195,1 1 0,1 0 0,-1 1 0,2-1 0,-1 1 0,9-9 0,4-2-6631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6.218"/>
    </inkml:context>
    <inkml:brush xml:id="br0">
      <inkml:brushProperty name="width" value="0.05" units="cm"/>
      <inkml:brushProperty name="height" value="0.05" units="cm"/>
    </inkml:brush>
  </inkml:definitions>
  <inkml:trace contextRef="#ctx0" brushRef="#br0">25 126 24575,'-1'-4'0,"0"0"0,0-1 0,0 1 0,0 0 0,0 0 0,-1 0 0,-2-4 0,-5-15 0,8 18 0,0 1 0,1-1 0,-1 1 0,1-1 0,0 0 0,0 0 0,0 1 0,2-9 0,-2 12 0,0 0 0,1 0 0,-1 0 0,0 1 0,1-1 0,-1 0 0,0 0 0,1 0 0,-1 1 0,1-1 0,0 0 0,-1 1 0,1-1 0,0 0 0,-1 1 0,1-1 0,0 1 0,0-1 0,-1 1 0,2-1 0,-1 1 0,1-1 0,-1 1 0,1 0 0,-1 0 0,1 0 0,-1 0 0,1 0 0,-1 1 0,1-1 0,-1 0 0,0 1 0,1-1 0,-1 1 0,1-1 0,-1 1 0,2 1 0,4 2 0,-1 1 0,0 0 0,-1 0 0,1 0 0,-1 0 0,0 1 0,0 0 0,-1 0 0,1 0 0,-1 1 0,-1 0 0,5 10 0,0 3 0,0 0 0,-2 1 0,5 23 0,-5 7 0,-13-113 0,3 45 0,2 1 0,0-1 0,0 0 0,2 0 0,0 1 0,3-20 0,-3 35 0,0 0 0,0 0 0,1 0 0,-1 0 0,0 0 0,0 0 0,1 0 0,-1 0 0,0 0 0,1 0 0,-1 1 0,1-1 0,-1 0 0,1 0 0,-1 0 0,1 0 0,0 1 0,-1-1 0,1 0 0,0 1 0,0-1 0,-1 1 0,1-1 0,0 1 0,1-1 0,-1 1 0,0 0 0,0 0 0,0 0 0,0 1 0,0-1 0,0 0 0,0 1 0,0-1 0,0 1 0,0 0 0,0-1 0,0 1 0,-1-1 0,1 1 0,0 0 0,0 0 0,-1 0 0,2 1 0,6 8 0,-1 1 0,10 20 0,-14-26 0,45 88-1365,-39-76-5461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6.572"/>
    </inkml:context>
    <inkml:brush xml:id="br0">
      <inkml:brushProperty name="width" value="0.05" units="cm"/>
      <inkml:brushProperty name="height" value="0.05" units="cm"/>
    </inkml:brush>
  </inkml:definitions>
  <inkml:trace contextRef="#ctx0" brushRef="#br0">24 119 24575,'0'-2'0,"-1"0"0,1 0 0,0-1 0,0 1 0,0 0 0,0 0 0,1-1 0,-1 1 0,0 0 0,1 0 0,0 0 0,-1-1 0,1 1 0,0 0 0,0 0 0,0 0 0,0 0 0,1 1 0,-1-1 0,1 0 0,-1 0 0,1 1 0,-1-1 0,1 1 0,0-1 0,0 1 0,-1 0 0,1 0 0,0 0 0,0 0 0,1 0 0,-1 0 0,3-1 0,11-3 0,18-9 0,-32 13 0,-1 0 0,1 0 0,0 0 0,-1 0 0,1 0 0,0 0 0,-1 0 0,0-1 0,1 1 0,-1-1 0,0 1 0,1-1 0,0-2 0,-1 3 0,-1 1 0,0-1 0,0 1 0,0-1 0,0 0 0,0 1 0,0-1 0,0 1 0,0-1 0,0 1 0,0-1 0,0 0 0,0 1 0,0-1 0,0 1 0,-1-1 0,1 1 0,0-1 0,0 1 0,-1-1 0,1 1 0,0-1 0,-1 1 0,1-1 0,-1 1 0,1-1 0,0 1 0,-1 0 0,1-1 0,-1 1 0,1 0 0,-1-1 0,1 1 0,-1 0 0,1-1 0,-1 1 0,1 0 0,-1 0 0,0 0 0,1 0 0,-1 0 0,1 0 0,-1 0 0,0 0 0,1 0 0,-2 0 0,-27 1 0,24 0 0,0 1 0,0-1 0,0 1 0,1 0 0,-1 1 0,1-1 0,0 1 0,0 0 0,0 0 0,0 0 0,0 0 0,0 1 0,1 0 0,0 0 0,0 0 0,0 0 0,0 0 0,0 0 0,1 1 0,0-1 0,0 1 0,0 0 0,1 0 0,-1 0 0,1 0 0,-1 9 0,2-10 0,-1 0 0,1 0 0,0 0 0,0 0 0,0 0 0,1-1 0,-1 1 0,1 0 0,0 0 0,0 0 0,0 0 0,1-1 0,-1 1 0,1-1 0,0 1 0,0-1 0,0 0 0,0 1 0,1-1 0,-1 0 0,1-1 0,0 1 0,0 0 0,0-1 0,0 1 0,1-1 0,-1 0 0,0 0 0,1-1 0,-1 1 0,1-1 0,0 1 0,0-1 0,7 1 0,13 0-1365,-1-3-5461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7.044"/>
    </inkml:context>
    <inkml:brush xml:id="br0">
      <inkml:brushProperty name="width" value="0.05" units="cm"/>
      <inkml:brushProperty name="height" value="0.05" units="cm"/>
    </inkml:brush>
  </inkml:definitions>
  <inkml:trace contextRef="#ctx0" brushRef="#br0">144 431 24575,'2'-4'0,"1"1"0,-1 0 0,0-1 0,0 0 0,0 1 0,0-1 0,-1 0 0,1 0 0,-1 0 0,0 0 0,0 0 0,-1 0 0,1 0 0,-1 0 0,0 0 0,0-9 0,0 11 0,0 0 0,-1 0 0,1-1 0,0 1 0,-1 0 0,0 0 0,1 0 0,-1 0 0,0 0 0,0 0 0,0 0 0,0 0 0,0 1 0,0-1 0,-1 0 0,1 1 0,-1-1 0,1 0 0,-1 1 0,0 0 0,1-1 0,-1 1 0,0 0 0,0 0 0,0 0 0,0 0 0,0 0 0,0 1 0,0-1 0,0 1 0,0-1 0,0 1 0,-4-1 0,2 2 0,0-1 0,1 1 0,-1 0 0,1 0 0,-1 1 0,1-1 0,-1 1 0,1-1 0,0 1 0,0 0 0,0 0 0,0 0 0,0 1 0,0-1 0,1 1 0,-1 0 0,1 0 0,0-1 0,-4 7 0,-4 6 0,1 1 0,-11 24 0,18-35 0,0 1 0,0-1 0,0 0 0,1 1 0,0-1 0,0 0 0,0 1 0,0-1 0,2 11 0,-1-14 0,0-1 0,0 1 0,1-1 0,-1 0 0,0 1 0,1-1 0,-1 1 0,1-1 0,0 0 0,0 0 0,-1 1 0,1-1 0,0 0 0,0 0 0,0 0 0,0 0 0,2 1 0,-2-1 0,1 0 0,0 0 0,0-1 0,-1 1 0,1-1 0,0 1 0,0-1 0,0 1 0,0-1 0,0 0 0,0 0 0,0 0 0,0 0 0,0-1 0,-1 1 0,4-1 0,1-1 0,-1 1 0,0-2 0,0 1 0,0 0 0,0-1 0,0 0 0,-1 0 0,1-1 0,-1 1 0,0-1 0,1 0 0,-2 0 0,1 0 0,-1-1 0,1 1 0,2-6 0,0-1 0,0 0 0,0 0 0,-1-1 0,-1 1 0,0-1 0,3-16 0,-3-1 0,-1 0 0,-2 0 0,-1 0 0,-1 0 0,-2 1 0,-1-1 0,-1 0 0,-1 1 0,-18-50 0,24 77 0,-1-1 0,1 1 0,-1 0 0,1-1 0,-1 1 0,0 0 0,1 0 0,-1-1 0,0 1 0,0 0 0,0 0 0,0 0 0,0 0 0,-1-1 0,2 2 0,0 0 0,-1 0 0,1 0 0,0 0 0,-1 0 0,1 1 0,0-1 0,-1 0 0,1 0 0,0 0 0,-1 0 0,1 0 0,0 1 0,0-1 0,-1 0 0,1 0 0,0 0 0,0 1 0,-1-1 0,1 0 0,0 1 0,0-1 0,0 0 0,0 0 0,-1 1 0,1-1 0,0 0 0,0 1 0,0-1 0,0 0 0,0 1 0,0-1 0,0 1 0,-2 5 0,1 0 0,0 0 0,0 1 0,1 11 0,5 43 0,2-1 0,3 1 0,3-1 0,2-1 0,28 68 0,-30-93-1365,0-7-5461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7.397"/>
    </inkml:context>
    <inkml:brush xml:id="br0">
      <inkml:brushProperty name="width" value="0.05" units="cm"/>
      <inkml:brushProperty name="height" value="0.05" units="cm"/>
    </inkml:brush>
  </inkml:definitions>
  <inkml:trace contextRef="#ctx0" brushRef="#br0">4 1 24575,'0'0'0,"0"0"0,0 0 0,0 0 0,0 1 0,0-1 0,1 0 0,-1 0 0,0 0 0,0 0 0,0 0 0,0 1 0,0-1 0,0 0 0,0 0 0,0 0 0,0 0 0,0 0 0,0 1 0,0-1 0,0 0 0,0 0 0,0 0 0,0 0 0,0 0 0,0 1 0,0-1 0,0 0 0,0 0 0,-1 0 0,1 0 0,0 0 0,0 1 0,0-1 0,0 0 0,0 0 0,0 0 0,0 0 0,0 0 0,-1 0 0,1 0 0,0 0 0,0 1 0,0-1 0,0 0 0,0 0 0,-1 0 0,1 0 0,0 0 0,0 0 0,0 0 0,0 0 0,-1 0 0,1 0 0,0 0 0,6 9 0,27 44 0,-3 1 0,-2 2 0,22 63 0,-43-99 0,-1 0 0,-1 1 0,-1 0 0,0 0 0,-2 0 0,-1 1 0,0-1 0,-1 0 0,-2 1 0,0-1 0,-1 0 0,-10 36 0,6-38-273,-1 0 0,0-1 0,-2-1 0,-20 31 0,-6 1-6553</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7.879"/>
    </inkml:context>
    <inkml:brush xml:id="br0">
      <inkml:brushProperty name="width" value="0.05" units="cm"/>
      <inkml:brushProperty name="height" value="0.05" units="cm"/>
    </inkml:brush>
  </inkml:definitions>
  <inkml:trace contextRef="#ctx0" brushRef="#br0">12 1 24575,'-1'2'0,"0"0"0,-1-1 0,1 1 0,0 0 0,0 0 0,0 0 0,1 0 0,-1 0 0,0 1 0,1-1 0,-1 0 0,1 0 0,0 0 0,0 4 0,2 35 0,0-31 0,5 42 0,4-1 0,1 0 0,3-1 0,40 93 0,-46-122 0,1 0 0,2-1 0,0-1 0,1 0 0,0-1 0,33 34 0,-32-39 0,1-1 0,0 0 0,1-1 0,0-1 0,1 0 0,0-2 0,1 1 0,30 9 0,-16-10-455,0 0 0,32 2 0,-5-4-6371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49.049"/>
    </inkml:context>
    <inkml:brush xml:id="br0">
      <inkml:brushProperty name="width" value="0.05" units="cm"/>
      <inkml:brushProperty name="height" value="0.05" units="cm"/>
    </inkml:brush>
  </inkml:definitions>
  <inkml:trace contextRef="#ctx0" brushRef="#br0">3126 210 24575,'0'-3'0,"0"-1"0,-1 1 0,1 0 0,-1-1 0,0 1 0,0 0 0,0-1 0,0 1 0,-1 0 0,1 0 0,-1 0 0,0 0 0,0 0 0,0 0 0,0 1 0,0-1 0,-1 1 0,1-1 0,-1 1 0,0 0 0,1 0 0,-1 0 0,0 0 0,0 1 0,0-1 0,0 1 0,-7-2 0,-8-2 0,0 0 0,0 1 0,0 2 0,-20-2 0,18 2 0,-94-6 0,-1 5 0,-150 15 0,-226 58 0,316-35-136,1 8-1,-276 107 1,330-99 54,3 4 0,2 6 0,2 5 1,-143 110-1,196-127 82,2 1 0,-59 67 0,92-88 0,1 1 0,2 0 0,1 2 0,1 0 0,2 1 0,-19 48 0,30-63 35,2 0 1,0 0-1,1 0 1,0 1 0,2 0-1,0 0 1,1-1-1,1 1 1,1 0 0,1 0-1,0 0 1,2-1-1,0 1 1,0-1 0,2 0-1,1 0 1,0-1-1,1 1 1,1-2-1,0 1 1,1-1 0,13 15-1,9 8-35,1-2 0,1-1 0,3-2 0,0-2 0,47 31 0,-10-14 0,160 77 0,-119-77 5,3-5 0,2-5 0,1-5 0,133 19 0,505 28-127,-493-68-55,-1-11 1,344-42-1,-448 18 184,-2-7 0,-1-7 0,-1-7 1,-3-6-1,151-72 0,-192 68-7,-2-5 0,-3-4 0,137-105 0,-215 143 0,-1-1 0,-1-2 0,-1-1 0,42-56 0,-57 66 0,0 0 0,-2-1 0,0 0 0,-1-1 0,-1 0 0,-1-1 0,-1 1 0,0-1 0,-2 0 0,2-25 0,-4 11 29,-3 0 0,-1 0 0,-1 0 1,-2 0-1,-2 0 0,-1 1 0,-2 0 1,-1 1-1,-26-57 0,8 34 29,-2 1 1,-2 1-1,-2 2 1,-68-75-1,56 77-58,-3 3 0,-1 2 0,-3 2 0,-2 2 0,-1 3 0,-1 3 0,-127-56 0,74 47 0,-1 6 0,-2 4 0,-211-34 0,156 48-92,-1 6 0,-302 16 1,-337 82-185,469-31-998,251-35-5092</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51.708"/>
    </inkml:context>
    <inkml:brush xml:id="br0">
      <inkml:brushProperty name="width" value="0.05" units="cm"/>
      <inkml:brushProperty name="height" value="0.05" units="cm"/>
    </inkml:brush>
  </inkml:definitions>
  <inkml:trace contextRef="#ctx0" brushRef="#br0">268 3094 24575,'-19'14'0,"17"-11"0,0-1 0,0 0 0,-1 0 0,1-1 0,-1 1 0,1 0 0,-1-1 0,-3 2 0,5-3 0,1 0 0,-1 0 0,1 0 0,-1 1 0,1-1 0,-1 0 0,1-1 0,-1 1 0,1 0 0,-1 0 0,1 0 0,-1 0 0,1 0 0,-1 0 0,1-1 0,-1 1 0,1 0 0,-1 0 0,1-1 0,0 1 0,-1-1 0,-8-16 0,0-17 0,2 0 0,-5-68 0,9-73 0,3 151 0,27-501-974,33-2-644,-20 183 1148,-35 305 469,48-510-190,-39 2-135,-16 502 274,-14-90 0,16 133 77,0 0-1,0 0 1,-1 0-1,1 0 0,-1 1 1,0-1-1,1 0 1,-1 0-1,0 1 0,0-1 1,0 1-1,-2-3 0,-2 8 271,1 14-1,-1 40-246,3-1-1,3 1 0,8 62 0,-6-73 2,33 288-511,91 391 0,139 316-546,-254-1003 1232,-7-32 784,-5-19-303,-4-24 540,-14-68-922,-4 0-1,-5 1 1,-52-132-1,73 221-322,0 0 0,-1 1 0,0 0 0,-1 0 0,-19-23 0,25 33 0,-1 1 0,1-1 0,0 1 0,-1 0 0,1 0 0,-1 0 0,1 1 0,-1-1 0,0 0 0,0 1 0,0 0 0,0 0 0,0 0 0,0 0 0,0 0 0,0 0 0,0 1 0,0 0 0,0-1 0,-1 1 0,1 1 0,0-1 0,0 0 0,0 1 0,0-1 0,-1 1 0,1 0 0,0 0 0,0 0 0,0 1 0,1-1 0,-1 1 0,0-1 0,-3 4 0,-5 3 0,1 1 0,0 1 0,1 0 0,0 0 0,0 0 0,1 1 0,1 1 0,0-1 0,-9 20 0,5-5 0,1-1 0,1 2 0,-10 45 0,11-9 0,8-58 0,-1 0 0,2 1 0,-1-1 0,1 1 0,0-1 0,0 1 0,0-1 0,1 0 0,2 6 0,-4-10 0,0 0 0,1 0 0,-1 0 0,1 0 0,-1-1 0,1 1 0,0 0 0,-1 0 0,1-1 0,0 1 0,-1 0 0,1-1 0,0 1 0,0 0 0,0-1 0,0 1 0,-1-1 0,1 0 0,0 1 0,0-1 0,0 0 0,0 1 0,0-1 0,1 0 0,0 0 0,0 0 0,-1-1 0,1 1 0,0 0 0,0-1 0,-1 1 0,1-1 0,0 0 0,0 0 0,-1 0 0,1 0 0,1-1 0,4-3 0,0-1 0,0-1 0,-1 1 0,7-9 0,10-18 0,0 0 0,19-43 0,-21 38 0,45-64 0,-58 92 0,1 0 0,0 0 0,1 0 0,0 1 0,0 1 0,1-1 0,0 2 0,1 0 0,0 0 0,12-5 0,-14 9 0,0 0 0,0 1 0,0 0 0,0 0 0,0 1 0,0 1 0,1 0 0,-1 0 0,0 1 0,0 0 0,0 1 0,0 0 0,0 0 0,0 1 0,-1 0 0,16 8 0,-16-7 0,0 1 0,-1 0 0,0 0 0,0 0 0,0 1 0,0 0 0,-1 1 0,0 0 0,0 0 0,-1 1 0,0-1 0,0 1 0,-1 1 0,0-1 0,0 1 0,-1 0 0,4 11 0,-7-16 0,0 0 0,0 0 0,-1 1 0,0-1 0,1 0 0,-1 0 0,-1 0 0,1 0 0,-1 0 0,0 0 0,1 0 0,-2 0 0,1 0 0,0 0 0,-1 0 0,0-1 0,0 1 0,0-1 0,0 1 0,-1-1 0,1 0 0,-1 0 0,0 0 0,-4 4 0,3-3 0,-1 0 0,0-1 0,0 0 0,0 0 0,0 0 0,0-1 0,-1 1 0,1-1 0,-1 0 0,1-1 0,-1 0 0,0 1 0,0-2 0,1 1 0,-1-1 0,-9 0 0,13 0 0,1 0 0,-1-1 0,0 1 0,1-1 0,-1 1 0,0-1 0,1 1 0,-1-1 0,1 0 0,-1 0 0,1 1 0,-1-1 0,1 0 0,0-1 0,0 1 0,-1 0 0,1 0 0,0 0 0,0-1 0,0 1 0,0-1 0,0 1 0,0 0 0,1-1 0,-1 0 0,0 1 0,1-1 0,0 1 0,-1-1 0,1 0 0,0 1 0,-1-1 0,1 0 0,1-3 0,-1-5 0,1-1 0,0 1 0,1 0 0,4-16 0,-4 21 0,181-527 0,-175 511 0,-4 9 0,1 0 0,0 0 0,0 0 0,1 1 0,1 0 0,0 0 0,14-17 0,-20 28 0,-1-1 0,0 1 0,1-1 0,-1 1 0,1 0 0,-1-1 0,1 1 0,-1 0 0,1-1 0,-1 1 0,1 0 0,-1-1 0,1 1 0,-1 0 0,1 0 0,-1 0 0,1 0 0,-1 0 0,1 0 0,0 0 0,-1 0 0,1 0 0,-1 0 0,1 0 0,0 0 0,-1 0 0,1 0 0,-1 0 0,1 0 0,-1 1 0,1-1 0,-1 0 0,1 0 0,-1 1 0,1-1 0,-1 0 0,1 1 0,-1-1 0,1 0 0,-1 1 0,0-1 0,1 1 0,-1-1 0,0 1 0,1-1 0,-1 1 0,0-1 0,0 1 0,1 0 0,9 31 0,-10-32 0,15 106 0,3 14 0,-14-104 0,0-1 0,0 0 0,2 0 0,0 0 0,12 20 0,-16-30 0,1-1 0,0 1 0,1-1 0,-1 0 0,1 0 0,0 0 0,0 0 0,0-1 0,0 1 0,0-1 0,1 0 0,0-1 0,0 1 0,-1-1 0,1 0 0,8 2 0,-7-2 0,0-2 0,1 1 0,-1-1 0,0 0 0,0 0 0,0 0 0,0-1 0,0 0 0,0 0 0,0-1 0,0 0 0,0 0 0,0 0 0,6-4 0,21-13 0,-1 0 0,40-35 0,-42 30 0,1 2 0,44-24 0,-71 44 0,0 0 0,1 0 0,-1 1 0,1-1 0,-1 1 0,1 0 0,4 0 0,-8 1 0,0 0 0,0-1 0,-1 2 0,1-1 0,0 0 0,0 0 0,0 0 0,-1 0 0,1 0 0,0 1 0,0-1 0,-1 0 0,1 1 0,0-1 0,0 1 0,-1-1 0,1 0 0,0 1 0,-1 0 0,1-1 0,-1 1 0,1-1 0,-1 1 0,1 0 0,-1-1 0,1 1 0,-1 0 0,0-1 0,1 1 0,-1 0 0,0 0 0,1 0 0,-1-1 0,0 1 0,0 0 0,0 0 0,0 0 0,0-1 0,0 1 0,0 0 0,0 0 0,0 0 0,0-1 0,-1 1 0,1 0 0,0 1 0,-2 6 0,0-1 0,-1 1 0,1 0 0,-2-1 0,1 0 0,-1 1 0,0-1 0,0-1 0,-7 9 0,-54 59 0,52-61 0,-51 50-219,-142 108 0,-92 32-393,199-137 552,24-17-145,-267 184-953,16 16 889,291-219 154,1 1 0,1 2 0,-34 44 1,62-71 143,1 0 0,0 0-1,0 1 1,1-1 0,-1 1 0,2 0 0,-1 0 0,1 0 0,-3 13 0,5-18-13,0 0 1,0 0 0,0 0 0,0 0 0,0 0-1,1 0 1,-1 0 0,1 0 0,-1 0-1,1 0 1,0 0 0,0 0 0,0 0 0,0 0-1,1 1 1,0 0 2,0-1 0,1 0 1,-1 0-1,0 0 0,1-1 0,-1 1 0,1-1 0,-1 1 1,1-1-1,0 0 0,0 0 0,0 0 0,3 1 0,7 0 11,-1 0-1,1 0 0,-1-2 1,1 1-1,18-3 1,70-13-42,324-99 240,-7-37-182,-355 128-57,41-16 11,257-89 0,-335 120 50,28-4-1,-31 10 161,-22 2-202,-1 0 0,0 0-1,1 0 1,-1 0-1,1 0 1,-1 1 0,1-1-1,-1 0 1,1 0-1,-1 0 1,0 0-1,1 1 1,-1-1 0,1 0-1,-1 0 1,0 1-1,1-1 1,-1 0 0,0 1-1,1-1 1,-1 0-1,1 1 1,-2 1-3,1-1 1,0 1-1,-1 0 0,1-1 1,-1 1-1,1-1 0,-1 1 1,0-1-1,0 0 1,0 1-1,0-1 0,0 0 1,0 1-1,0-1 0,0 0 1,0 0-1,-1 0 0,1 0 1,-2 1-1,-34 27-5,-1-2 0,-59 31 0,83-50 0,-688 364-1804,218-122 2329,449-232-434,22-12-91,-1 1 0,2 1 1,-1-1-1,1 2 0,-14 11 1,23-13-1,13-5 0,12-5 0,-1-1 0,1-1 0,22-9 0,-3 2 0,1009-306 261,-752 218-1246,-191 60-3939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51.848"/>
    </inkml:context>
    <inkml:brush xml:id="br0">
      <inkml:brushProperty name="width" value="0.05" units="cm"/>
      <inkml:brushProperty name="height" value="0.05" units="cm"/>
    </inkml:brush>
  </inkml:definitions>
  <inkml:trace contextRef="#ctx0" brushRef="#br0">0 62 24575,'7'0'0,"10"-3"0,8-2 0,2-6 0,-3-2 0,-6-3 0,-6 3-8191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55.409"/>
    </inkml:context>
    <inkml:brush xml:id="br0">
      <inkml:brushProperty name="width" value="0.05" units="cm"/>
      <inkml:brushProperty name="height" value="0.05" units="cm"/>
    </inkml:brush>
  </inkml:definitions>
  <inkml:trace contextRef="#ctx0" brushRef="#br0">1625 666 24575,'0'-39'0,"0"-9"0,-9-87 0,7 120 0,-2-1 0,1 1 0,-2 0 0,0 0 0,-1 1 0,0 0 0,-1-1 0,-1 2 0,-15-22 0,5 14 0,-1 0 0,-2 1 0,0 1 0,0 1 0,-2 0 0,0 2 0,-1 1 0,-35-16 0,21 13 0,-1 2 0,-1 2 0,0 1 0,-83-13 0,90 21 0,0 2 0,-1 1 0,1 2 0,0 1 0,-1 1 0,-49 11 0,57-6 0,1 0 0,0 1 0,0 2 0,1 1 0,1 0 0,-1 2 0,2 1 0,-39 30 0,30-16 3,0 2 1,2 1-1,1 2 0,2 1 0,1 0 1,2 2-1,-28 57 0,11-4-46,3 0 0,-29 114-1,33-76-97,6 2 0,6 0 0,-9 211-1,28-125 165,37 306 0,-17-370-23,8-2 0,5 0 0,71 197 0,-68-256 0,5 0 0,60 99 0,-61-125 0,4-3 0,3-1 0,73 78 0,-68-89 0,2-1 0,2-3 0,2-3 0,101 59 0,-109-75 0,1-2 0,1-2 0,1-2 0,1-3 0,0-2 0,84 13 0,-102-24 31,-1-2 0,0-1 0,0-2 1,1-1-1,-1-1 0,0-2 0,-1-2 0,1 0 0,55-23 1,-46 12 12,0-2 1,-1-2-1,-1-2 1,-1-2-1,-2-1 1,51-47-1,-31 18-88,-3-1 0,-3-3 0,-2-2-1,-3-2 1,-2-3 0,-4 0 0,-3-3-1,42-108 1,-46 85-13,-3-3 0,-5 0 1,-4-2-1,-4 0 0,-5-1 0,0-129 0,-13 91 57,-7 1 0,-6 0 0,-5 1 0,-7 1 0,-5 2 0,-6 0 0,-5 3 0,-99-206 0,98 254 0,-2 2 0,-5 2 0,-60-72 0,70 101 0,-2 2 0,-2 1 0,-2 3 0,-2 2 0,-70-46 0,87 67-4,-1 1 0,-45-18 0,62 30 22,-1 1 0,1 0 1,-1 1-1,0 1 0,0 1 0,0 0 0,-27 0 0,39 2 6,-1 0 0,1 1 0,-1-1 0,1 1 0,0 0-1,-1 0 1,1 1 0,0-1 0,0 1 0,0 0 0,0 0 0,0 0 0,0 1 0,0-1 0,1 1 0,-1 0 0,-3 5 0,3-4-7,1 1-1,1 0 1,-1 0-1,1-1 1,0 2 0,0-1-1,0 0 1,1 0-1,-1 1 1,2-1-1,-1 0 1,0 1 0,1 8-1,4 35-1381,0-28-5461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1.730"/>
    </inkml:context>
    <inkml:brush xml:id="br0">
      <inkml:brushProperty name="width" value="0.05" units="cm"/>
      <inkml:brushProperty name="height" value="0.05" units="cm"/>
    </inkml:brush>
  </inkml:definitions>
  <inkml:trace contextRef="#ctx0" brushRef="#br0">169 293 24575,'-2'-4'0,"0"0"0,1 0 0,-2 0 0,1 0 0,0 0 0,-1 1 0,-3-4 0,6 6 0,0 1 0,0 0 0,0 0 0,-1 0 0,1 0 0,0 0 0,0 0 0,0 0 0,0 0 0,-1 0 0,1 0 0,0 0 0,0 0 0,0 0 0,-1 0 0,1 0 0,0 0 0,0 0 0,0 0 0,0 1 0,-1-1 0,1 0 0,0 0 0,0 0 0,0 0 0,0 0 0,-1 0 0,1 0 0,0 1 0,0-1 0,0 0 0,0 0 0,0 0 0,0 0 0,0 1 0,0-1 0,-1 0 0,1 0 0,0 0 0,0 0 0,0 1 0,0-1 0,0 0 0,0 0 0,0 0 0,0 1 0,0-1 0,0 0 0,0 0 0,0 0 0,0 0 0,0 1 0,-3 16 0,2-12 0,-100 427 0,69-299 0,31-130 0,0 1 0,0 0 0,1 0 0,-1 1 0,1-1 0,0 0 0,0 0 0,1 7 0,-1-10 0,0 0 0,1 0 0,-1-1 0,0 1 0,1 0 0,-1-1 0,0 1 0,1 0 0,-1-1 0,1 1 0,-1-1 0,1 1 0,0 0 0,-1-1 0,1 1 0,0-1 0,-1 0 0,1 1 0,1 0 0,0-1 0,0 1 0,-1-1 0,1 0 0,0 0 0,0 1 0,0-1 0,0-1 0,0 1 0,0 0 0,0 0 0,2-1 0,84-26 0,-17 5 0,11 4 0,1 4 0,1 3 0,0 5 0,134 5 0,-193 4 0,-18-2 0,1 0 0,0 0 0,14-1 0,-20 0 0,-1 0 0,1 0 0,0-1 0,-1 1 0,1-1 0,0 1 0,-1-1 0,1 1 0,-1-1 0,1 0 0,-1 0 0,1 0 0,-1 0 0,1 0 0,-1 0 0,0 0 0,0-1 0,1 1 0,-1 0 0,0-1 0,1-2 0,25-54 0,29-99 0,-34 91 0,-17 49 0,60-190 0,-57 173 0,-1-1 0,-1 0 0,-2 0 0,-1-40 0,-3 72 0,0 0 0,0 0 0,-1 0 0,1 0 0,-1 0 0,0 0 0,1 1 0,-1-1 0,-1 0 0,1 1 0,0-1 0,-1 0 0,1 1 0,-1-1 0,0 1 0,1 0 0,-1 0 0,0 0 0,-1 0 0,1 0 0,0 0 0,-1 0 0,1 0 0,-1 1 0,1 0 0,-1-1 0,1 1 0,-1 0 0,0 0 0,0 0 0,-5 0 0,-8-1 0,-1 0 0,1 1 0,0 1 0,-28 3 0,15-1 0,-94 6 0,-205 38 0,317-43-170,-1-1-1,1 2 0,0 0 1,-1 0-1,2 1 0,-1 0 1,-16 11-1,13-5-6655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2.670"/>
    </inkml:context>
    <inkml:brush xml:id="br0">
      <inkml:brushProperty name="width" value="0.05" units="cm"/>
      <inkml:brushProperty name="height" value="0.05" units="cm"/>
    </inkml:brush>
  </inkml:definitions>
  <inkml:trace contextRef="#ctx0" brushRef="#br0">220 116 24575,'-3'-3'0,"1"0"0,-1-1 0,1 1 0,0-1 0,0 1 0,0-1 0,0 0 0,1 0 0,-1 0 0,1 0 0,0 0 0,1 0 0,-1 0 0,0-6 0,0 3 0,0 0 0,0 0 0,-5-13 0,6 19 0,-1 0 0,1 1 0,-1-1 0,1 0 0,-1 0 0,1 1 0,-1-1 0,0 1 0,1-1 0,-1 0 0,0 1 0,1-1 0,-1 1 0,0-1 0,0 1 0,0 0 0,1-1 0,-1 1 0,0 0 0,0-1 0,0 1 0,0 0 0,0 0 0,0 0 0,1 0 0,-1 0 0,0 0 0,0 0 0,0 0 0,0 0 0,0 0 0,0 1 0,1-1 0,-1 0 0,0 1 0,0-1 0,0 0 0,0 1 0,1-1 0,-2 2 0,-6 2 0,2 1 0,-1-1 0,-8 9 0,12-11 0,-11 10 0,0 1 0,1 0 0,-21 29 0,29-35 0,0 0 0,1 1 0,-1-1 0,2 1 0,-1 0 0,1 0 0,0 0 0,1 0 0,0 1 0,-1 14 0,2-21 0,1 0 0,0 0 0,0-1 0,0 1 0,0 0 0,1 0 0,-1 0 0,0-1 0,1 1 0,-1 0 0,1 0 0,0-1 0,0 1 0,-1-1 0,1 1 0,0 0 0,0-1 0,0 0 0,1 1 0,-1-1 0,2 2 0,0-1 0,-1-1 0,0 0 0,1 0 0,-1 0 0,1 0 0,0 0 0,-1 0 0,1-1 0,0 0 0,-1 1 0,1-1 0,5 0 0,2-1 0,0-1 0,0 1 0,0-2 0,0 1 0,0-1 0,13-7 0,-14 6 0,0-1 0,0-1 0,0 0 0,-1 0 0,0 0 0,-1-1 0,10-10 0,-14 13 0,1 0 0,-1 0 0,0 0 0,-1 0 0,1 0 0,-1-1 0,0 1 0,0-1 0,0 1 0,0-1 0,-1 0 0,0 0 0,0 0 0,0 0 0,-1 0 0,0-9 0,1 13 0,-1 1 0,0-1 0,0 1 0,0-1 0,0 1 0,-1-1 0,1 1 0,0-1 0,0 1 0,0-1 0,0 1 0,0-1 0,-1 1 0,1-1 0,0 1 0,0-1 0,-1 1 0,1-1 0,0 1 0,-1 0 0,1-1 0,0 1 0,-1 0 0,1-1 0,-1 1 0,0-1 0,-9 8 0,-5 19 0,11-15 0,1 1 0,0-1 0,0 1 0,-1 17 0,4-27 0,-1 1 0,1 0 0,0-1 0,0 1 0,1 0 0,-1-1 0,0 1 0,1 0 0,0-1 0,-1 1 0,1-1 0,0 1 0,1-1 0,-1 1 0,0-1 0,1 0 0,-1 1 0,1-1 0,-1 0 0,1 0 0,0 0 0,0 0 0,0-1 0,0 1 0,5 2 0,-4-3 0,-1 0 0,1 0 0,0-1 0,-1 1 0,1-1 0,0 0 0,0 0 0,0 0 0,-1 0 0,1 0 0,0-1 0,0 1 0,-1-1 0,1 0 0,-1 0 0,1 0 0,0 0 0,-1 0 0,1 0 0,-1-1 0,0 1 0,0-1 0,3-2 0,1-1 0,0 0 0,0 0 0,-1-1 0,1 1 0,-2-1 0,1-1 0,4-7 0,-2 1 0,-2-1 0,1 0 0,5-27 0,-26 136 0,0 3 0,-6 5 0,47-210 0,-14 33 0,-7 36 0,1 1 0,21-64 0,-27 99 0,1 1 0,0-1 0,-1 0 0,1 0 0,0 1 0,0-1 0,-1 0 0,1 1 0,1-1 0,-1 1 0,0-1 0,0 1 0,0 0 0,1-1 0,-1 1 0,1 0 0,-1 0 0,1 0 0,0 0 0,-1 0 0,1 0 0,0 1 0,-1-1 0,1 1 0,0-1 0,2 0 0,-1 2 0,-1-1 0,0 1 0,0-1 0,1 1 0,-1 0 0,0 0 0,0 0 0,0 0 0,0 0 0,0 0 0,0 1 0,0-1 0,0 1 0,0 0 0,-1-1 0,1 1 0,-1 0 0,1 0 0,-1 0 0,2 3 0,-1-1-27,0 0 0,0 0-1,0 0 1,-1 0 0,1 1-1,-1-1 1,0 0 0,-1 1-1,1-1 1,-1 1 0,1-1 0,-1 1-1,-1-1 1,1 1 0,-1-1-1,0 0 1,0 1 0,0-1-1,0 0 1,-1 1 0,1-1 0,-1 0-1,-1 0 1,1 0 0,0-1-1,-1 1 1,0 0 0,0-1-1,0 0 1,0 0 0,0 0-1,-1 0 1,1 0 0,-1-1 0,0 1-1,0-1 1,0 0 0,0 0-1,0 0 1,0-1 0,0 0-1,-1 1 1,1-2 0,0 1-1,-1 0 1,1-1 0,-1 0 0,1 0-1,-6 0 1,-3-3-6799</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3.105"/>
    </inkml:context>
    <inkml:brush xml:id="br0">
      <inkml:brushProperty name="width" value="0.05" units="cm"/>
      <inkml:brushProperty name="height" value="0.05" units="cm"/>
    </inkml:brush>
  </inkml:definitions>
  <inkml:trace contextRef="#ctx0" brushRef="#br0">14 124 24575,'0'1'0,"1"-1"0,-1 0 0,1 0 0,0 1 0,-1-1 0,1 0 0,-1 1 0,1-1 0,-1 1 0,1-1 0,-1 1 0,1-1 0,-1 1 0,0-1 0,1 1 0,-1-1 0,0 1 0,1-1 0,-1 1 0,0 0 0,0-1 0,1 1 0,-1 0 0,0-1 0,0 1 0,0 0 0,0 0 0,2 23 0,-2-21 0,3 30 0,-3-1 0,0 1 0,-2 0 0,-2 0 0,-11 47 0,10-68 0,3-21 0,3-20 0,4-30 0,3 1 0,2 1 0,24-73 0,-31 122 0,0 1 0,0 0 0,1 0 0,0 0 0,0 0 0,1 1 0,8-11 0,-11 16 0,-1 0 0,0 0 0,0-1 0,0 1 0,1 0 0,-1 0 0,0 1 0,1-1 0,-1 0 0,1 0 0,-1 1 0,1-1 0,-1 1 0,1-1 0,0 1 0,-1 0 0,1-1 0,0 1 0,-1 0 0,1 0 0,0 0 0,-1 1 0,1-1 0,0 0 0,-1 0 0,1 1 0,-1-1 0,1 1 0,-1 0 0,1-1 0,-1 1 0,1 0 0,-1 0 0,0 0 0,1 0 0,-1 0 0,0 0 0,0 0 0,0 0 0,1 1 0,-1-1 0,1 2 0,1 1 0,0 0 0,0 0 0,-1 0 0,1 1 0,-1-1 0,0 0 0,0 1 0,0 0 0,-1-1 0,0 1 0,0 0 0,0 0 0,0 0 0,-1 0 0,0 0 0,0 9 0,-1-10 0,0 0 0,0 0 0,0 0 0,0 0 0,-1 0 0,0-1 0,1 1 0,-1 0 0,0-1 0,-1 0 0,1 1 0,-1-1 0,0 0 0,1 0 0,-1 0 0,0-1 0,-1 1 0,1-1 0,0 1 0,-6 2 0,-2 0-273,0-1 0,0 0 0,0 0 0,-23 3 0,9-3-6553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5.080"/>
    </inkml:context>
    <inkml:brush xml:id="br0">
      <inkml:brushProperty name="width" value="0.05" units="cm"/>
      <inkml:brushProperty name="height" value="0.05" units="cm"/>
    </inkml:brush>
  </inkml:definitions>
  <inkml:trace contextRef="#ctx0" brushRef="#br0">260 39 24575,'1'-2'0,"-1"-1"0,1 0 0,0 1 0,0-1 0,0 1 0,0-1 0,0 1 0,1-1 0,-1 1 0,4-4 0,0-2 0,-37 48 0,-13 44 0,2 1 0,5 2 0,3 2 0,-33 132 0,66-213 11,-2 6 71,0 0 0,1 1 0,-2 27-1,5-39-134,0-1 0,0 1 0,0-1 0,0 0-1,0 1 1,0-1 0,1 1 0,-1-1-1,1 0 1,0 0 0,0 1 0,-1-1-1,1 0 1,1 0 0,-1 0 0,0 0-1,0 0 1,1 0 0,-1 0 0,1 0 0,0-1-1,0 1 1,-1 0 0,1-1 0,0 0-1,0 1 1,0-1 0,0 0 0,1 0-1,-1 0 1,4 1 0,8 0-6773</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5.681"/>
    </inkml:context>
    <inkml:brush xml:id="br0">
      <inkml:brushProperty name="width" value="0.05" units="cm"/>
      <inkml:brushProperty name="height" value="0.05" units="cm"/>
    </inkml:brush>
  </inkml:definitions>
  <inkml:trace contextRef="#ctx0" brushRef="#br0">275 190 24575,'-9'-17'0,"5"11"0,0-1 0,1 0 0,0 1 0,0-1 0,0-1 0,-1-7 0,4 13 0,0-1 0,0 1 0,0 0 0,0 0 0,0-1 0,0 1 0,1 0 0,-1 0 0,1 0 0,0-1 0,0 1 0,-1 0 0,1 0 0,0 0 0,1 0 0,-1 0 0,0 1 0,1-1 0,-1 0 0,1 1 0,-1-1 0,1 1 0,0-1 0,0 1 0,2-2 0,5-3 0,1 1 0,0 0 0,0 0 0,1 1 0,-1 0 0,1 1 0,17-3 0,82-6 0,-78 9 0,282-9 0,-230 15 0,146 22 0,-217-22 0,66 14 0,-73-15 0,1 0 0,-1 0 0,1 1 0,-1 0 0,0 0 0,0 1 0,-1-1 0,1 1 0,5 5 0,-10-7 0,1-1 0,-1 1 0,0 0 0,0-1 0,0 1 0,0 0 0,0-1 0,-1 1 0,1 0 0,0 0 0,-1 0 0,1 0 0,-1 0 0,0 0 0,0 0 0,1 0 0,-1 0 0,-1 0 0,1 0 0,0 0 0,0 0 0,-1 0 0,1-1 0,-1 1 0,1 0 0,-1 0 0,-1 2 0,-3 6 0,-1-1 0,0 0 0,-14 17 0,6-8 0,2-2 0,1 0 0,1 1 0,0 0 0,1 1 0,1 0 0,1 0 0,0 1 0,2 0 0,0 0 0,1 0 0,-2 25 0,4 22 0,10 100 0,1-20 0,-9-140 0,0-1 0,0 0 0,-1 1 0,0-1 0,0 1 0,0-1 0,-1 0 0,1 0 0,-1 0 0,0 0 0,-1 0 0,1 0 0,-1 0 0,0-1 0,0 1 0,0-1 0,-1 0 0,0 0 0,0 0 0,0-1 0,0 1 0,0-1 0,-1 0 0,1 0 0,-1 0 0,0-1 0,0 0 0,0 0 0,0 0 0,-10 2 0,-14 3 0,-1-1 0,0-1 0,-34 0 0,-94-4 0,89-1 0,-119 0 0,-254-2 0,406 0-1365,12-1-5461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6.797"/>
    </inkml:context>
    <inkml:brush xml:id="br0">
      <inkml:brushProperty name="width" value="0.05" units="cm"/>
      <inkml:brushProperty name="height" value="0.05" units="cm"/>
    </inkml:brush>
  </inkml:definitions>
  <inkml:trace contextRef="#ctx0" brushRef="#br0">373 93 24575,'4'-2'0,"-1"0"0,0 0 0,1 0 0,-1-1 0,0 1 0,0-1 0,-1 0 0,1 0 0,3-5 0,-5 7 0,-1 1 0,1-1 0,-1 1 0,1-1 0,-1 0 0,0 1 0,1-1 0,-1 1 0,0-1 0,1 0 0,-1 1 0,0-1 0,0 0 0,0 1 0,1-1 0,-1 0 0,0 0 0,0 1 0,0-1 0,0 0 0,0 1 0,-1-2 0,1 1 0,0 1 0,-1-1 0,1 1 0,-1-1 0,1 1 0,-1-1 0,1 1 0,-1 0 0,1-1 0,-1 1 0,0 0 0,1 0 0,-1-1 0,1 1 0,-1 0 0,0 0 0,1 0 0,-1 0 0,1 0 0,-2 0 0,-2 0 0,-1 0 0,1 0 0,0 0 0,-1 1 0,1 0 0,-5 1 0,-14 7 0,1 1 0,0 1 0,0 0 0,1 2 0,1 1 0,0 0 0,1 1 0,0 2 0,2 0 0,0 0 0,0 2 0,-23 35 0,28-35 0,0 0 0,2 1 0,0 1 0,1-1 0,1 2 0,-5 22 0,9-27 0,1 0 0,1 0 0,0 0 0,1 0 0,1 0 0,1 0 0,0 0 0,6 24 0,-5-32 0,0-1 0,1 1 0,0-1 0,1 0 0,0 0 0,0 0 0,1 0 0,0-1 0,0 0 0,0 0 0,8 7 0,-3-5 0,0-1 0,0 0 0,0 0 0,1-1 0,0-1 0,24 11 0,-8-8 0,0-1 0,0 0 0,1-3 0,0 0 0,0-1 0,37-1 0,-36-2 0,-1-2 0,-1-1 0,1-1 0,50-12 0,-68 12 0,-1 0 0,1 0 0,-1-1 0,1-1 0,-1 1 0,0-1 0,-1-1 0,1 0 0,-1 0 0,-1 0 0,1-1 0,-1-1 0,0 1 0,0-1 0,-1 0 0,8-13 0,-2-4 0,-1-1 0,-1 0 0,-1 0 0,8-38 0,13-114 0,-22 115 0,-5 45 0,0 0 0,0 1 0,-2-1 0,0-27 0,-2 41 0,1-1 0,-1 0 0,0 0 0,0 1 0,0-1 0,-1 1 0,0-1 0,0 1 0,0 0 0,0-1 0,0 1 0,-1 0 0,0 0 0,0 1 0,0-1 0,0 1 0,-8-6 0,-1-1 0,0 1 0,-1 1 0,0 0 0,-1 1 0,1 1 0,-1 0 0,-1 1 0,1 0 0,-1 1 0,0 0 0,0 2 0,0 0 0,0 0 0,0 1 0,0 1 0,-1 1 0,1 0 0,0 1 0,0 0 0,0 2 0,0-1 0,-16 8 0,26-9 22,-15 6-716,-27 16 1,33-16-6133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7.451"/>
    </inkml:context>
    <inkml:brush xml:id="br0">
      <inkml:brushProperty name="width" value="0.05" units="cm"/>
      <inkml:brushProperty name="height" value="0.05" units="cm"/>
    </inkml:brush>
  </inkml:definitions>
  <inkml:trace contextRef="#ctx0" brushRef="#br0">0 0 24575,'4'1'0,"0"-1"0,0 1 0,-1 0 0,1 0 0,0 0 0,-1 1 0,1-1 0,4 3 0,22 8 0,2-8 0,0-1 0,1-2 0,41-3 0,-5-1 0,2 5 0,69-4 0,-132 1 0,-1-1 0,0 0 0,0 0 0,0-1 0,-1 0 0,13-6 0,-16 6-1365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7.957"/>
    </inkml:context>
    <inkml:brush xml:id="br0">
      <inkml:brushProperty name="width" value="0.05" units="cm"/>
      <inkml:brushProperty name="height" value="0.05" units="cm"/>
    </inkml:brush>
  </inkml:definitions>
  <inkml:trace contextRef="#ctx0" brushRef="#br0">1 35 24575,'0'1'0,"0"-1"0,0 1 0,0-1 0,0 0 0,0 1 0,0-1 0,0 1 0,0-1 0,0 0 0,0 1 0,0-1 0,0 1 0,0-1 0,0 0 0,0 1 0,0-1 0,0 0 0,0 1 0,1-1 0,-1 1 0,0-1 0,0 0 0,0 1 0,1-1 0,-1 0 0,0 1 0,0-1 0,1 0 0,-1 0 0,0 1 0,1-1 0,-1 0 0,0 0 0,1 0 0,-1 1 0,0-1 0,1 0 0,-1 0 0,1 0 0,-1 0 0,0 0 0,1 0 0,-1 0 0,1 0 0,-1 0 0,0 0 0,1 0 0,-1 0 0,1 0 0,3 1 0,71 11 0,1-4 0,124-1 0,-156-6 0,74-4 0,-98 2 0,0-2 0,0 0 0,35-11 0,-50 12 0,0 0 0,0-1 0,0 1 0,0-1 0,-1-1 0,1 1 0,-1-1 0,1 1 0,-1-1 0,0 0 0,-1-1 0,1 1 0,2-6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48.823"/>
    </inkml:context>
    <inkml:brush xml:id="br0">
      <inkml:brushProperty name="width" value="0.05" units="cm"/>
      <inkml:brushProperty name="height" value="0.05" units="cm"/>
    </inkml:brush>
  </inkml:definitions>
  <inkml:trace contextRef="#ctx0" brushRef="#br0">42 38 24575,'5'0'0,"-1"0"0,1-1 0,-1 1 0,1-1 0,7-3 0,-11 4 0,1-1 0,-1 1 0,0-1 0,1 0 0,-1 1 0,0-1 0,1 0 0,-1 0 0,0 0 0,0 0 0,0 0 0,0 0 0,0 0 0,0 0 0,0-1 0,0 1 0,0 0 0,0 0 0,-1-1 0,2-1 0,-2 3 0,0-1 0,0 1 0,0 0 0,0 0 0,0-1 0,0 1 0,1 0 0,-1-1 0,0 1 0,0 0 0,0 0 0,0-1 0,0 1 0,-1 0 0,1-1 0,0 1 0,0 0 0,0-1 0,0 1 0,0 0 0,0 0 0,0-1 0,0 1 0,-1 0 0,1 0 0,0-1 0,0 1 0,0 0 0,-1 0 0,1 0 0,0-1 0,0 1 0,-1 0 0,1 0 0,0 0 0,-1 0 0,-11 1 0,-12 12 0,17-4 0,1 2 0,0-1 0,1 0 0,0 1 0,1 0 0,0 0 0,-4 20 0,3-14 0,3-9 0,-1 1 0,1 0 0,1 0 0,0 0 0,0 0 0,1 0 0,0 0 0,0 0 0,3 14 0,-2-20 0,0 0 0,0 0 0,0 0 0,0 0 0,0 0 0,1 0 0,0-1 0,-1 1 0,1 0 0,0-1 0,0 1 0,0-1 0,1 0 0,-1 0 0,0 1 0,1-2 0,0 1 0,-1 0 0,1 0 0,0-1 0,0 0 0,0 1 0,0-1 0,0 0 0,0 0 0,0-1 0,0 1 0,1-1 0,5 1 0,231-1 0,-107-2 0,-131 2 0,0 1 0,1-1 0,-1 0 0,0-1 0,1 1 0,-1 0 0,0-1 0,0 1 0,1-1 0,-1 0 0,0 0 0,0 0 0,0 0 0,0 0 0,0 0 0,0 0 0,0-1 0,3-2 0,-4 1 0,1 1 0,-1-1 0,1 0 0,-1 0 0,0 0 0,0 0 0,0 0 0,-1 0 0,1 0 0,-1 0 0,0 0 0,1 0 0,-2-5 0,4-23 0,-2 20 0,0 1 0,-1 0 0,0 0 0,-1-1 0,-1-10 0,1 18 0,0 1 0,1-1 0,-1 1 0,0-1 0,0 1 0,-1-1 0,1 1 0,0 0 0,-1-1 0,0 1 0,1 0 0,-1 0 0,0 0 0,0 1 0,0-1 0,0 0 0,0 1 0,-1-1 0,1 1 0,0 0 0,-1-1 0,1 1 0,-1 0 0,-3 0 0,-35-6 342,40 7-406,-1 0 1,1 0 0,-1 0 0,1 0 0,0 0-1,-1 0 1,1 0 0,0 0 0,-1 0 0,1 1-1,-1-1 1,1 1 0,0-1 0,0 1-1,-1-1 1,1 1 0,0 0 0,0 0 0,0 0-1,0-1 1,0 1 0,0 0 0,0 0 0,0 0-1,0 1 1,-1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53.795"/>
    </inkml:context>
    <inkml:brush xml:id="br0">
      <inkml:brushProperty name="width" value="0.05" units="cm"/>
      <inkml:brushProperty name="height" value="0.05" units="cm"/>
    </inkml:brush>
  </inkml:definitions>
  <inkml:trace contextRef="#ctx0" brushRef="#br0">310 391 24575,'-1'2'0,"0"-1"0,0 1 0,0-1 0,0 0 0,-1 1 0,1-1 0,0 0 0,-1 0 0,1 0 0,-1 0 0,0 0 0,1 0 0,-1 0 0,0-1 0,1 1 0,-1 0 0,0-1 0,0 0 0,0 1 0,1-1 0,-1 0 0,0 0 0,0 0 0,0 0 0,0 0 0,1 0 0,-1-1 0,0 1 0,0-1 0,-3 0 0,-15-7 0,-1 0 0,1-1 0,1-1 0,-1 0 0,2-2 0,0 0 0,0-1 0,1-1 0,-25-26 0,37 34 0,1 1 0,0-1 0,0 0 0,0 0 0,0-1 0,1 1 0,0-1 0,1 1 0,-1-1 0,1 0 0,1 0 0,-1 0 0,1 0 0,0 0 0,1-1 0,0-10 0,1 7 0,1 0 0,1 0 0,0 0 0,0 0 0,1 1 0,0 0 0,0-1 0,1 1 0,1 1 0,7-10 0,-12 16 50,0 3-107,0-1 1,-1 0-1,1 1 1,-1-1-1,1 0 0,-1 1 1,1-1-1,-1 0 1,1 0-1,-1 0 0,0 1 1,0-1-1,1 0 1,-1 0-1,0 0 0,0 0 1,0 0-1,0 1 1,0-1-1,0 0 0,0 0 1,0 0-1,0 0 1,-1-1-1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54.200"/>
    </inkml:context>
    <inkml:brush xml:id="br0">
      <inkml:brushProperty name="width" value="0.05" units="cm"/>
      <inkml:brushProperty name="height" value="0.05" units="cm"/>
    </inkml:brush>
  </inkml:definitions>
  <inkml:trace contextRef="#ctx0" brushRef="#br0">43 185 24575,'-18'-8'0,"-3"-2"0,20 10 0,1 0 0,0-1 0,0 1 0,-1-1 0,1 1 0,0 0 0,-1-1 0,1 1 0,0-1 0,0 1 0,0-1 0,0 1 0,0-1 0,-1 1 0,1-1 0,0 1 0,0-1 0,0 1 0,0-1 0,0 1 0,0-1 0,1 1 0,-1-1 0,0 1 0,0 0 0,0-1 0,0 1 0,0-1 0,1 1 0,-1-1 0,0 1 0,0 0 0,1-1 0,-1 1 0,0-1 0,1 1 0,-1 0 0,1-1 0,-1 1 0,1-1 0,19-17 0,1 0 0,0 2 0,2 0 0,0 1 0,0 2 0,1 0 0,40-14 0,-59 25 0,1 0 0,-1 0 0,1 0 0,-1 1 0,1-1 0,0 2 0,-1-1 0,1 1 0,7 0 0,-11 0 0,1 1 0,-1-1 0,1 1 0,-1 0 0,0 0 0,0 0 0,0 0 0,1 0 0,-1 0 0,0 1 0,0-1 0,-1 1 0,1 0 0,0-1 0,0 1 0,-1 0 0,1 0 0,-1 0 0,0 0 0,1 0 0,-1 0 0,0 0 0,0 1 0,0 2 0,2 3-227,-1 0-1,0 0 1,-1 0-1,0 0 1,1 10-1,-2 0-6598</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58.215"/>
    </inkml:context>
    <inkml:brush xml:id="br0">
      <inkml:brushProperty name="width" value="0.05" units="cm"/>
      <inkml:brushProperty name="height" value="0.05" units="cm"/>
    </inkml:brush>
  </inkml:definitions>
  <inkml:trace contextRef="#ctx0" brushRef="#br0">52 95 24575,'0'-66'0,"0"41"0,0 21 0,0 10 0,-4 71 0,-4 1 0,-29 127 0,36-203 0,1 0 0,-1-1 0,1 0 0,0 0 0,0 1 0,-1-1 0,1 0 0,0 1 0,0-1 0,0 0 0,0 1 0,0-1 0,1 1 0,-1-1 0,0 0 0,1 0 0,-1 1 0,1-1 0,-1 0 0,2 2 0,-2-2 0,0-1 0,1 0 0,-1 0 0,0 0 0,1 0 0,-1 0 0,0 0 0,1 0 0,-1 0 0,1 0 0,-1 1 0,0-1 0,1-1 0,-1 1 0,0 0 0,1 0 0,-1 0 0,0 0 0,1 0 0,-1 0 0,0 0 0,1 0 0,-1-1 0,0 1 0,1 0 0,13-13 0,21-33 0,15-20 0,-44 60 0,0 0 0,0 0 0,1 0 0,0 1 0,-1 0 0,2 0 0,7-4 0,-14 9 0,0-1 0,0 1 0,1 0 0,-1-1 0,0 1 0,0 0 0,1 0 0,-1 0 0,0 0 0,0 0 0,0 0 0,1 0 0,-1 0 0,0 0 0,0 1 0,1-1 0,-1 1 0,0-1 0,0 1 0,0-1 0,0 1 0,0-1 0,0 1 0,0 0 0,0 0 0,0-1 0,0 1 0,0 0 0,0 0 0,-1 0 0,1 0 0,0 0 0,-1 0 0,1 0 0,0 0 0,-1 1 0,1 0 0,3 8 0,0-1 0,-1 1 0,4 16 0,-4-14 0,-1-3 0,1 0 0,0-1 0,0 1 0,1-1 0,0 0 0,0 0 0,9 11 0,-11-17 0,-1 0 0,1-1 0,-1 1 0,1-1 0,0 1 0,0-1 0,0 1 0,-1-1 0,1 0 0,0 0 0,1 0 0,-1 0 0,0-1 0,0 1 0,0 0 0,0-1 0,1 0 0,-1 1 0,0-1 0,0 0 0,1 0 0,-1 0 0,0-1 0,0 1 0,1 0 0,-1-1 0,0 1 0,0-1 0,0 0 0,0 0 0,0 0 0,0 0 0,0 0 0,0 0 0,2-3 0,2 0 0,-1 0 0,1-1 0,-1 0 0,-1 0 0,1-1 0,-1 1 0,0-1 0,0 0 0,-1 0 0,1-1 0,-1 1 0,3-12 0,-2 5 0,0 1 0,-1-1 0,-1 0 0,0 0 0,0-24 0,-3 105 0,0 49 0,1-115-114,0 1 1,0-1-1,1 0 0,-1 0 0,0 0 1,1 0-1,0 0 0,-1 0 0,1 1 1,0-1-1,2 2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58.355"/>
    </inkml:context>
    <inkml:brush xml:id="br0">
      <inkml:brushProperty name="width" value="0.05" units="cm"/>
      <inkml:brushProperty name="height" value="0.05" units="cm"/>
    </inkml:brush>
  </inkml:definitions>
  <inkml:trace contextRef="#ctx0" brushRef="#br0">32 126 24575,'0'-4'0,"0"-7"0,-2-5 0,-1-6 0,-2 0 0,-1 1 0,0 3 0,-3 6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0:59.005"/>
    </inkml:context>
    <inkml:brush xml:id="br0">
      <inkml:brushProperty name="width" value="0.05" units="cm"/>
      <inkml:brushProperty name="height" value="0.05" units="cm"/>
    </inkml:brush>
  </inkml:definitions>
  <inkml:trace contextRef="#ctx0" brushRef="#br0">69 308 24575,'2'1'0,"-1"0"0,0 0 0,1 0 0,-1 0 0,1 0 0,-1 0 0,1-1 0,0 1 0,-1 0 0,1-1 0,0 1 0,0-1 0,-1 0 0,1 0 0,0 0 0,0 1 0,-1-2 0,1 1 0,0 0 0,0 0 0,-1 0 0,1-1 0,2 0 0,-1 0 0,0-1 0,1 1 0,-1-1 0,0 0 0,0 0 0,0 0 0,0 0 0,0 0 0,-1-1 0,1 1 0,2-4 0,-3 4 0,-1 1 0,0-1 0,0 0 0,0 1 0,0-1 0,0 0 0,0 0 0,0 0 0,0 0 0,-1 0 0,1 0 0,-1 0 0,1 0 0,-1 0 0,0 0 0,0-1 0,0-2 0,-1 3 0,1 1 0,-1 0 0,0-1 0,1 1 0,-1-1 0,0 1 0,0 0 0,0 0 0,0-1 0,0 1 0,0 0 0,-1 0 0,1 0 0,0 0 0,-1 0 0,1 0 0,0 1 0,-1-1 0,1 0 0,-1 1 0,1-1 0,-1 1 0,1 0 0,-1-1 0,0 1 0,-2 0 0,-1-1 0,1 1 0,-1 0 0,1 0 0,-1 1 0,1 0 0,-1-1 0,1 1 0,0 1 0,-1-1 0,1 0 0,0 1 0,0 0 0,0 0 0,0 1 0,0-1 0,1 1 0,-1-1 0,1 1 0,-1 0 0,1 1 0,0-1 0,0 0 0,0 1 0,-2 4 0,2-3 0,0 0 0,0 0 0,0 0 0,0 1 0,1-1 0,0 1 0,0 0 0,1-1 0,-1 1 0,1 0 0,0 0 0,1 0 0,0 0 0,0 0 0,0 0 0,0 0 0,3 11 0,-2-15 0,-1-1 0,1 1 0,-1-1 0,1 1 0,0 0 0,0-1 0,0 1 0,0-1 0,0 1 0,0-1 0,0 0 0,0 0 0,0 1 0,1-1 0,-1 0 0,0 0 0,1 0 0,-1 0 0,1 0 0,-1-1 0,1 1 0,1 0 0,0 0 0,0-1 0,0 1 0,0-1 0,0 0 0,0 0 0,0 0 0,0-1 0,0 1 0,0-1 0,0 0 0,5-1 0,0-2 0,1 1 0,-1-2 0,-1 1 0,1-1 0,-1 0 0,0 0 0,12-12 0,-9 5 0,-1 0 0,0-1 0,-1 0 0,0-1 0,-1 0 0,0 0 0,-1 0 0,4-17 0,3-18 0,8-57 0,-11 47 0,-5 44 0,-5 15 0,0 0 0,0 0 0,0 0 0,0 0 0,0 0 0,0 0 0,0 0 0,1 0 0,-1 0 0,0 0 0,0 0 0,0 0 0,0 0 0,0 0 0,0 0 0,0 0 0,1 0 0,-1 0 0,0 0 0,0 0 0,0 0 0,0 0 0,0 0 0,0 0 0,0 0 0,0 0 0,0 1 0,0-1 0,1 0 0,-1 0 0,0 0 0,0 0 0,0 0 0,0 0 0,0 0 0,0 0 0,0 0 0,0 0 0,0 1 0,0-1 0,0 0 0,0 0 0,0 0 0,0 0 0,0 0 0,0 0 0,0 0 0,0 0 0,0 1 0,0-1 0,0 0 0,0 0 0,0 0 0,0 0 0,0 0 0,0 0 0,3 30 0,-2 8 0,-3 133 0,-13-81 0,2-21 0,11-57-1365,-1-3-5461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00.579"/>
    </inkml:context>
    <inkml:brush xml:id="br0">
      <inkml:brushProperty name="width" value="0.05" units="cm"/>
      <inkml:brushProperty name="height" value="0.05" units="cm"/>
    </inkml:brush>
  </inkml:definitions>
  <inkml:trace contextRef="#ctx0" brushRef="#br0">2307 2256 24575,'-135'-28'0,"-166"-1"0,17 2 0,253 21 0,-1-1 0,1-1 0,0-2 0,1-1 0,0-2 0,-52-29 0,61 29 0,1-1 0,0-1 0,0-1 0,2 0 0,0-2 0,1 0 0,1-1 0,1 0 0,-19-32 0,17 20 0,2 0 0,2-1 0,-17-59 0,-13-105 0,-12-37 0,31 163 0,-3 1 0,-3 1 0,-3 1 0,-3 2 0,-3 2 0,-88-109 0,112 153 0,-143-164 0,127 147 0,-45-71 0,33 44 0,29 42 0,0 1 0,-2 0 0,0 1 0,-1 1 0,-1 1 0,-36-28 0,39 34 0,0 0 0,-18-21 0,19 19 0,0 0 0,-17-12 0,-7 11-1365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01.045"/>
    </inkml:context>
    <inkml:brush xml:id="br0">
      <inkml:brushProperty name="width" value="0.05" units="cm"/>
      <inkml:brushProperty name="height" value="0.05" units="cm"/>
    </inkml:brush>
  </inkml:definitions>
  <inkml:trace contextRef="#ctx0" brushRef="#br0">304 0 24575,'-12'10'0,"0"-1"0,0 0 0,-1-1 0,0-1 0,-1 0 0,1-1 0,-1 0 0,0-1 0,-20 5 0,22-8 0,-1 0 0,1-1 0,-1 0 0,-14-2 0,-18 2 0,43-1 0,1 0 0,-1 1 0,1-1 0,0 1 0,-1-1 0,1 1 0,-1 0 0,1 0 0,0-1 0,-1 1 0,1 0 0,0 0 0,0 0 0,0 0 0,0 1 0,0-1 0,0 0 0,0 0 0,0 0 0,0 1 0,1-1 0,-1 1 0,1-1 0,-1 0 0,1 1 0,-1-1 0,1 1 0,0-1 0,-1 1 0,1 0 0,0 1 0,-1 8 0,1 1 0,0-1 0,2 14 0,-1-14 0,2 11 0,1 0 0,0 0 0,2-1 0,1 1 0,0-1 0,15 28 0,-3-13 0,1-1 0,40 53 0,-46-71-1365,-3-4-5461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11.450"/>
    </inkml:context>
    <inkml:brush xml:id="br0">
      <inkml:brushProperty name="width" value="0.05" units="cm"/>
      <inkml:brushProperty name="height" value="0.05" units="cm"/>
    </inkml:brush>
  </inkml:definitions>
  <inkml:trace contextRef="#ctx0" brushRef="#br0">0 138 24575,'1'-4'0,"-1"0"0,1 0 0,0 0 0,-1 0 0,2 0 0,-1 1 0,0-1 0,1 0 0,0 1 0,0-1 0,0 1 0,0-1 0,0 1 0,1 0 0,0 0 0,-1 0 0,7-4 0,-2 1 0,0 1 0,0 0 0,1 0 0,0 1 0,0 0 0,0 1 0,9-4 0,10 0 0,1 0 0,0 2 0,35-2 0,89 3 0,-116 4 0,95 0 0,244 32 0,-318-23 0,1 3 0,-1 3 0,-1 2 0,-1 2 0,-1 3 0,85 47 0,-95-40 0,-1 1 0,-2 3 0,-1 1 0,36 39 0,132 167 0,-79-85 0,-21-37 0,51 60 0,-123-132 0,-1 1 0,30 55 0,-55-82 0,0 1 0,-1 0 0,-1 0 0,-1 1 0,-1 0 0,-1 0 0,-1 0 0,2 42 0,-6-19 0,-2-1 0,-1 1 0,-15 65 0,-28 183 0,35-212 0,-2-16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11.811"/>
    </inkml:context>
    <inkml:brush xml:id="br0">
      <inkml:brushProperty name="width" value="0.05" units="cm"/>
      <inkml:brushProperty name="height" value="0.05" units="cm"/>
    </inkml:brush>
  </inkml:definitions>
  <inkml:trace contextRef="#ctx0" brushRef="#br0">40 1 24575,'-2'0'0,"0"0"0,0 0 0,0 0 0,-1 0 0,1 1 0,0-1 0,0 1 0,0-1 0,0 1 0,0 0 0,0 0 0,0 0 0,0 0 0,-3 2 0,5-2 0,-1 0 0,0 0 0,1 0 0,-1 0 0,1-1 0,-1 1 0,1 0 0,0 0 0,-1 0 0,1 0 0,0 0 0,0 0 0,-1 0 0,1 0 0,0 0 0,0 0 0,0 0 0,0 0 0,0 0 0,1 0 0,-1 0 0,0 0 0,0 0 0,1 0 0,-1 0 0,0 0 0,1 0 0,-1 0 0,1 0 0,0 0 0,-1-1 0,2 2 0,9 13 0,1 0 0,25 24 0,0-1 0,-34-34 0,0 0 0,0-1 0,1 0 0,0 0 0,-1 0 0,1 0 0,0-1 0,1 1 0,-1-1 0,0 0 0,1 0 0,-1 0 0,1-1 0,0 0 0,-1 0 0,1 0 0,8 0 0,-5-1 0,-1-1 0,0 0 0,0 0 0,0 0 0,0-1 0,0 0 0,0-1 0,0 0 0,-1 0 0,1 0 0,6-5 0,-1 0 0,0 0 0,-1-1 0,-1 0 0,1-1 0,-2 0 0,10-11 0,-19 18 110,-7 6 70,-13 7-488,10-5-1039,-8 3-5479</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25.030"/>
    </inkml:context>
    <inkml:brush xml:id="br0">
      <inkml:brushProperty name="width" value="0.05" units="cm"/>
      <inkml:brushProperty name="height" value="0.05" units="cm"/>
    </inkml:brush>
  </inkml:definitions>
  <inkml:trace contextRef="#ctx0" brushRef="#br0">66 1587 24575,'0'0'0,"-1"1"0,1-1 0,0 1 0,-1-1 0,1 1 0,-1-1 0,1 0 0,-1 1 0,0-1 0,1 1 0,-1-1 0,1 0 0,-1 0 0,0 1 0,1-1 0,-1 0 0,0 0 0,1 0 0,-1 0 0,1 0 0,-1 0 0,0 0 0,1 0 0,-1 0 0,0 0 0,1 0 0,-1 0 0,-1-1 0,-24-1 0,24 1 0,0 1 0,1 0 0,0 0 0,0 0 0,-1-1 0,1 1 0,0 0 0,0-1 0,-1 1 0,1-1 0,0 1 0,0-1 0,0 0 0,-2-1 0,3 2 0,0 0 0,0 0 0,0-1 0,0 1 0,0 0 0,0-1 0,-1 1 0,1 0 0,0-1 0,0 1 0,0 0 0,0 0 0,0-1 0,0 1 0,0 0 0,0-1 0,1 1 0,-1 0 0,0-1 0,0 1 0,0 0 0,0 0 0,0-1 0,0 1 0,1 0 0,-1-1 0,0 1 0,0 0 0,0 0 0,1 0 0,-1-1 0,1 1 0,3-4 0,1 0 0,0 1 0,0 0 0,8-4 0,-10 6 0,259-138 0,-7-21 0,-146 80-103,-4-6 0,-3-4-1,-5-4 1,-4-4 0,95-130 0,-151 177 103,57-106 0,-83 134 0,0-1 0,-1 0 0,-2-1 0,-1 0 0,0 0 0,-2 0 0,3-38 0,-7 56 34,-1 0 0,0 0 1,0-1-1,-1 1 1,0 0-1,0 0 1,0 0-1,-1 0 0,0 0 1,-1 0-1,1 1 1,-1-1-1,-1 1 1,1-1-1,-1 1 0,0 0 1,-6-6-1,10 12-74,0-1 0,-1 1 0,1 0 0,0-1-1,0 1 1,-1 0 0,1-1 0,0 1 0,-1 0 0,1 0 0,0-1-1,-1 1 1,1 0 0,0 0 0,-1 0 0,1-1 0,0 1-1,-1 0 1,1 0 0,0 0 0,-1 0 0,1 0 0,-1 0 0,1 0-1,0 0 1,-1 0 0,1 0 0,-1 0 0,1 0 0,0 0-1,-1 0 1,1 0 0,-1 1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25.326"/>
    </inkml:context>
    <inkml:brush xml:id="br0">
      <inkml:brushProperty name="width" value="0.05" units="cm"/>
      <inkml:brushProperty name="height" value="0.05" units="cm"/>
    </inkml:brush>
  </inkml:definitions>
  <inkml:trace contextRef="#ctx0" brushRef="#br0">1 79 24575,'2'-2'0,"4"-3"0,0-4 0,1-1 0,5 0 0,2 0 0,4-1 0,0 1 0,3 3 0,-3 3-8191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7.405"/>
    </inkml:context>
    <inkml:brush xml:id="br0">
      <inkml:brushProperty name="width" value="0.05" units="cm"/>
      <inkml:brushProperty name="height" value="0.05" units="cm"/>
    </inkml:brush>
  </inkml:definitions>
  <inkml:trace contextRef="#ctx0" brushRef="#br0">305 149 24575,'0'-5'0,"1"1"0,-1-1 0,1 0 0,0 1 0,0-1 0,1 1 0,0-1 0,-1 1 0,1 0 0,1 0 0,-1 0 0,1 0 0,-1 0 0,1 0 0,1 0 0,-1 1 0,0 0 0,1 0 0,-1 0 0,8-5 0,-4 4 0,1-1 0,0 1 0,0 0 0,1 0 0,-1 1 0,1 0 0,0 1 0,0 0 0,15-1 0,-15 2 0,-6 1 0,-1 0 0,1 0 0,0 0 0,0 0 0,0 0 0,0-1 0,0 0 0,-1 1 0,1-1 0,0 0 0,0 0 0,-1-1 0,1 1 0,-1 0 0,4-3 0,-6 4 0,0-1 0,0 1 0,0 0 0,0 0 0,0-1 0,0 1 0,0 0 0,0 0 0,0-1 0,0 1 0,0 0 0,0 0 0,0-1 0,0 1 0,0 0 0,0 0 0,0-1 0,0 1 0,0 0 0,0 0 0,0-1 0,-1 1 0,1 0 0,0 0 0,0 0 0,0-1 0,0 1 0,-1 0 0,1 0 0,0 0 0,0 0 0,0-1 0,-1 1 0,1 0 0,0 0 0,0 0 0,-1 0 0,1 0 0,0 0 0,0 0 0,0 0 0,-1 0 0,1 0 0,0 0 0,0 0 0,-1 0 0,1 0 0,-1 0 0,-14-3 0,15 3 0,-19-1 0,1 1 0,-1 1 0,1 1 0,0 0 0,-1 1 0,-32 11 0,13-1 0,0 1 0,-38 22 0,59-28 0,0 2 0,1 0 0,1 1 0,-1 1 0,1 0 0,1 1 0,-16 19 0,26-27 0,0 1 0,0 0 0,0-1 0,1 1 0,0 0 0,0 1 0,1-1 0,0 0 0,0 1 0,-2 10 0,4-12 0,0 0 0,0 0 0,0 0 0,0 0 0,1 0 0,0 0 0,0 0 0,1 0 0,-1 0 0,1 0 0,0 0 0,0-1 0,1 1 0,-1-1 0,6 7 0,-1-1 0,2-1 0,-1 0 0,1 0 0,1-1 0,0 0 0,0-1 0,0 0 0,23 11 0,9 1 0,49 15 0,-18-8 0,-64-22 0,16 5 0,43 25 0,-63-31 0,1 0 0,-1 1 0,0 0 0,0 0 0,0 0 0,-1 0 0,1 1 0,-1 0 0,0 0 0,0 0 0,-1 0 0,0 1 0,4 7 0,-6-10 0,0-1 0,-1 0 0,1 1 0,-1-1 0,0 1 0,0-1 0,0 0 0,0 1 0,0-1 0,-1 0 0,1 1 0,-1-1 0,1 0 0,-1 1 0,0-1 0,0 0 0,0 0 0,0 0 0,0 0 0,-1 0 0,1 0 0,-1 0 0,1 0 0,-1 0 0,1-1 0,-1 1 0,0 0 0,0-1 0,0 0 0,0 1 0,-3 0 0,-4 4 0,-1-1 0,0-1 0,-1 0 0,1 0 0,-16 3 0,-2-1 0,0-1 0,0-2 0,0-1 0,0-1 0,-1-1 0,1-1 0,0-2 0,0-1 0,-38-10 0,60 12-105,1 1 0,-1-1 0,1 0 0,0-1 0,0 1 0,0-1 0,0 0 0,0 0 0,1-1 0,-1 1 0,1-1 0,-6-6 0,1-4-6721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7.684"/>
    </inkml:context>
    <inkml:brush xml:id="br0">
      <inkml:brushProperty name="width" value="0.05" units="cm"/>
      <inkml:brushProperty name="height" value="0.05" units="cm"/>
    </inkml:brush>
  </inkml:definitions>
  <inkml:trace contextRef="#ctx0" brushRef="#br0">0 13 24575,'53'-12'0,"-47"12"0,-1 0 0,1 0 0,-1 0 0,1 1 0,-1 0 0,1 0 0,-1 0 0,0 1 0,1 0 0,-1 0 0,0 0 0,0 0 0,0 1 0,0 0 0,-1 0 0,1 0 0,-1 1 0,0-1 0,0 1 0,0 0 0,0 1 0,-1-1 0,0 0 0,0 1 0,0 0 0,0 0 0,-1 0 0,1 0 0,-1 0 0,-1 0 0,1 1 0,-1-1 0,0 0 0,0 1 0,0-1 0,-1 1 0,0-1 0,0 1 0,0 0 0,-1-1 0,-2 11 0,2-13-170,0 0-1,0 0 0,-1 1 1,1-1-1,-1 0 0,0 0 1,-2 2-1,-4 4-6655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7.804"/>
    </inkml:context>
    <inkml:brush xml:id="br0">
      <inkml:brushProperty name="width" value="0.05" units="cm"/>
      <inkml:brushProperty name="height" value="0.05" units="cm"/>
    </inkml:brush>
  </inkml:definitions>
  <inkml:trace contextRef="#ctx0" brushRef="#br0">17 30 24575,'0'-3'0,"-2"-2"0,-1-4 0,-3 1 0,1 3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8.505"/>
    </inkml:context>
    <inkml:brush xml:id="br0">
      <inkml:brushProperty name="width" value="0.05" units="cm"/>
      <inkml:brushProperty name="height" value="0.05" units="cm"/>
    </inkml:brush>
  </inkml:definitions>
  <inkml:trace contextRef="#ctx0" brushRef="#br0">140 193 24575,'5'-7'0,"1"0"0,-1 0 0,0-1 0,0 1 0,-1-1 0,0-1 0,0 1 0,-1 0 0,0-1 0,-1 0 0,0 1 0,0-1 0,1-11 0,-3 17 0,0 1 0,0-1 0,0 1 0,0-1 0,0 1 0,0-1 0,0 1 0,-1-1 0,1 1 0,-1-1 0,0 1 0,0 0 0,0-1 0,0 1 0,0 0 0,-1 0 0,1 0 0,-1 0 0,1 0 0,-1 0 0,0 0 0,1 0 0,-1 0 0,0 1 0,0-1 0,0 1 0,-1 0 0,1-1 0,0 1 0,0 0 0,-1 0 0,1 1 0,0-1 0,-1 0 0,1 1 0,-1-1 0,1 1 0,-1 0 0,1 0 0,-4 0 0,0 0 0,0 1 0,0 0 0,0-1 0,0 2 0,1-1 0,-1 1 0,0 0 0,1 0 0,0 0 0,-1 1 0,1 0 0,0 0 0,0 0 0,0 1 0,1 0 0,-8 6 0,9-4 0,-1-1 0,1 1 0,-1-1 0,1 1 0,1 0 0,-1 0 0,1 0 0,0 0 0,1 1 0,0-1 0,-1 0 0,2 1 0,-1-1 0,1 1 0,0-1 0,2 13 0,-2-16 0,1 1 0,0 0 0,0-1 0,0 1 0,0-1 0,0 1 0,1-1 0,0 1 0,0-1 0,0 0 0,0 0 0,0 0 0,0 0 0,1 0 0,-1-1 0,1 1 0,0-1 0,0 1 0,0-1 0,0 0 0,0 0 0,1-1 0,-1 1 0,0 0 0,1-1 0,-1 0 0,1 0 0,0 0 0,7 0 0,-7 0 0,0-1 0,0 0 0,1 0 0,-1 0 0,0-1 0,0 1 0,0-1 0,1 0 0,-1 0 0,0-1 0,0 1 0,0-1 0,0 0 0,-1 0 0,1 0 0,-1 0 0,1-1 0,-1 1 0,0-1 0,1 0 0,-1 0 0,2-4 0,0-1 0,0 1 0,-1-1 0,0 0 0,0 0 0,-1 0 0,0 0 0,0-1 0,-1 1 0,2-16 0,-3 35 0,2 0 0,-1-1 0,1 1 0,1-1 0,7 16 0,-6-14 0,57 126 0,-32-73 0,37 112 0,-64-167 0,0 0 0,-1 0 0,-1 1 0,1-1 0,-2 0 0,0 1 0,-1 12 0,1-20 0,0 0 0,-1 0 0,1 0 0,-1-1 0,0 1 0,0 0 0,0-1 0,0 1 0,0-1 0,-1 1 0,1-1 0,-1 1 0,0-1 0,1 0 0,-1 0 0,0 0 0,0 0 0,-1 0 0,1 0 0,0 0 0,-1-1 0,1 1 0,-1-1 0,1 0 0,-1 0 0,1 0 0,-1 0 0,0 0 0,0-1 0,-5 2 0,-1-2 0,1 0 0,-1-1 0,0 0 0,1 0 0,-1 0 0,1-1 0,-1-1 0,1 0 0,0 0 0,0 0 0,0-1 0,1 0 0,-10-7 0,0 0 0,1-1 0,0-1 0,1 0 0,-21-25 0,26 27 0,0-1 0,1-1 0,1 1 0,-1-1 0,2-1 0,-7-15 0,13 25 0,-1 0 0,1 0 0,0-1 0,0 1 0,0 0 0,0-1 0,1 1 0,0 0 0,0-1 0,0 1 0,0 0 0,1-1 0,-1 1 0,1 0 0,0 0 0,0-1 0,1 1 0,0 0 0,-1 0 0,1 0 0,0 1 0,1-1 0,-1 0 0,1 1 0,5-6 0,6-2-170,0 1-1,0 0 0,1 1 1,0 1-1,0 0 0,1 1 1,28-8-1,-24 9-6655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8.985"/>
    </inkml:context>
    <inkml:brush xml:id="br0">
      <inkml:brushProperty name="width" value="0.05" units="cm"/>
      <inkml:brushProperty name="height" value="0.05" units="cm"/>
    </inkml:brush>
  </inkml:definitions>
  <inkml:trace contextRef="#ctx0" brushRef="#br0">1 41 24575,'0'0'0,"0"0"0,0 0 0,0-1 0,0 1 0,0 0 0,0-1 0,0 1 0,0 0 0,0-1 0,0 1 0,0 0 0,0 0 0,0-1 0,0 1 0,0 0 0,1 0 0,-1-1 0,0 1 0,0 0 0,0 0 0,0-1 0,1 1 0,-1 0 0,0 0 0,0-1 0,0 1 0,1 0 0,-1 0 0,0 0 0,0 0 0,1-1 0,-1 1 0,0 0 0,0 0 0,1 0 0,-1 0 0,0 0 0,1 0 0,-1 0 0,0 0 0,1 0 0,15 7 0,17 19 0,-30-23 0,73 72 0,-66-63 0,0 0 0,-1 0 0,-1 1 0,14 27 0,-17-27 0,-9-16 0,-9-20 0,8 10 0,1 0 0,1-1 0,0 1 0,1-1 0,-1-24 0,3 32 0,0 0 0,0-1 0,1 1 0,-1 0 0,1-1 0,1 1 0,-1 0 0,1 0 0,0 0 0,1 0 0,-1 0 0,1 0 0,0 1 0,6-9 0,-8 13 0,0-1 0,0 1 0,0 0 0,0 0 0,0 0 0,0 0 0,1 0 0,-1 0 0,0 1 0,0-1 0,1 0 0,-1 0 0,1 1 0,-1-1 0,0 1 0,1 0 0,-1-1 0,1 1 0,-1 0 0,1 0 0,-1 0 0,1 0 0,-1 0 0,1 0 0,-1 0 0,1 0 0,-1 1 0,1-1 0,-1 1 0,1-1 0,-1 1 0,1-1 0,-1 1 0,0 0 0,0 0 0,1-1 0,-1 1 0,0 0 0,0 0 0,0 0 0,0 1 0,0-1 0,0 0 0,1 2 0,5 7 0,0 0 0,0 0 0,-1 1 0,6 16 0,-7-17 0,5 10-341,-1 0 0,-2 1-1,11 41 1,-15-49-6485</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29.701"/>
    </inkml:context>
    <inkml:brush xml:id="br0">
      <inkml:brushProperty name="width" value="0.05" units="cm"/>
      <inkml:brushProperty name="height" value="0.05" units="cm"/>
    </inkml:brush>
  </inkml:definitions>
  <inkml:trace contextRef="#ctx0" brushRef="#br0">164 354 24575,'-2'-6'0,"1"1"0,-1-1 0,1 0 0,-2 1 0,1-1 0,-1 1 0,1 0 0,-5-6 0,-1-4 0,6 13 0,-1-6 0,-2 0 0,1 0 0,-1 1 0,-10-13 0,14 19 0,0 0 0,0 0 0,0 0 0,0 0 0,0 0 0,0 0 0,0 1 0,0-1 0,0 0 0,0 1 0,-1-1 0,1 1 0,0-1 0,0 1 0,0 0 0,-1-1 0,1 1 0,0 0 0,-1 0 0,1 0 0,0 0 0,0 0 0,-1 0 0,1 0 0,0 0 0,0 1 0,-1-1 0,1 0 0,0 1 0,0-1 0,0 1 0,-1 0 0,1-1 0,0 1 0,0 0 0,0 0 0,0-1 0,0 1 0,0 0 0,0 0 0,1 0 0,-2 2 0,-5 6 0,1 0 0,1 1 0,0 0 0,0 0 0,1 0 0,0 1 0,1-1 0,0 1 0,0 0 0,1 0 0,1 0 0,0 0 0,0 0 0,1 0 0,2 12 0,-1-19 0,-1 1 0,2 0 0,-1-1 0,0 1 0,1-1 0,0 1 0,0-1 0,0 0 0,1 0 0,-1 0 0,1 0 0,0 0 0,0 0 0,6 4 0,-7-7 0,0 1 0,0-1 0,0 0 0,0 0 0,0 0 0,0 0 0,1 0 0,-1-1 0,0 1 0,1-1 0,-1 1 0,0-1 0,1 0 0,-1 0 0,1 0 0,-1 0 0,0 0 0,1 0 0,-1-1 0,0 0 0,1 1 0,-1-1 0,0 0 0,0 0 0,1 0 0,-1 0 0,0 0 0,0-1 0,0 1 0,2-2 0,2-2 0,-1 1 0,0-1 0,1 0 0,-2 0 0,1 0 0,0 0 0,-1-1 0,0 0 0,-1 0 0,1 0 0,2-8 0,-3 5 0,0 0 0,-1 0 0,0-1 0,0 1 0,-1-1 0,-1 1 0,0-16 0,2 24 0,3 8 0,13 21 0,8 13 0,-21-35 0,1 1 0,1-1 0,-1 0 0,1 0 0,0-1 0,0 0 0,0 0 0,1-1 0,0 0 0,0 0 0,0-1 0,0 0 0,1 0 0,9 1 0,-14-3 0,0 0 0,0-1 0,0 1 0,-1-1 0,1 0 0,0-1 0,0 1 0,0 0 0,0-1 0,-1 0 0,1 0 0,0 0 0,-1-1 0,1 1 0,-1-1 0,1 0 0,-1 0 0,0 0 0,1 0 0,-1 0 0,-1-1 0,1 1 0,0-1 0,0 0 0,-1 0 0,0 0 0,1 0 0,-1-1 0,-1 1 0,1 0 0,0-1 0,-1 1 0,1-1 0,0-4 0,1-4 0,-1 0 0,0 0 0,-1 0 0,-1 0 0,1 0 0,-2 0 0,0-1 0,0 1 0,-1 0 0,-5-14 0,-5-18 0,-25-55 0,29 80 0,3 7 0,-13-31 0,17 40 0,0 0 0,-1 1 0,0-1 0,1 1 0,-1-1 0,0 1 0,0 0 0,0-1 0,-1 1 0,1 0 0,-3-2 0,4 5 0,1-1 0,0 1 0,0-1 0,0 1 0,-1-1 0,1 1 0,0-1 0,0 1 0,0-1 0,0 1 0,0-1 0,0 1 0,0-1 0,0 1 0,0-1 0,0 1 0,0-1 0,0 1 0,0-1 0,0 1 0,0-1 0,1 1 0,-1-1 0,0 1 0,0-1 0,1 1 0,5 19 0,157 360 0,-154-362 0,-1 0-1365,-2-3-5461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0.191"/>
    </inkml:context>
    <inkml:brush xml:id="br0">
      <inkml:brushProperty name="width" value="0.05" units="cm"/>
      <inkml:brushProperty name="height" value="0.05" units="cm"/>
    </inkml:brush>
  </inkml:definitions>
  <inkml:trace contextRef="#ctx0" brushRef="#br0">12 142 24575,'-5'-28'0,"4"26"0,0 0 0,0 1 0,0-1 0,1 0 0,-1 0 0,1 0 0,-1 0 0,1 0 0,0 1 0,0-1 0,0 0 0,0 0 0,0 0 0,0 0 0,0 0 0,1 0 0,-1 0 0,1 0 0,-1 0 0,1 1 0,0-1 0,0 0 0,0 0 0,0 1 0,0-1 0,0 0 0,0 1 0,0-1 0,2-1 0,3-1 0,0 1 0,-1-1 0,1 1 0,0 0 0,1 1 0,-1-1 0,11-2 0,51-7 0,-41 7 0,-17 4 0,0-2 0,1 2 0,0-1 0,18 1 0,-29 2 0,0-1 0,0 0 0,0 0 0,0 0 0,1 0 0,-1 0 0,0 0 0,0 1 0,0-1 0,0 0 0,0 0 0,0 0 0,0 0 0,0 1 0,0-1 0,0 0 0,0 0 0,0 0 0,0 0 0,0 1 0,0-1 0,0 0 0,0 0 0,0 0 0,0 0 0,0 1 0,0-1 0,0 0 0,0 0 0,-1 0 0,1 0 0,0 1 0,0-1 0,0 0 0,0 0 0,0 0 0,0 0 0,0 0 0,-1 0 0,1 0 0,0 1 0,0-1 0,0 0 0,0 0 0,-1 0 0,-10 13 0,3-4 0,5-3 0,1 0 0,0 0 0,-1 0 0,2 0 0,-1 0 0,1 1 0,0-1 0,0 0 0,1 1 0,0-1 0,0 1 0,0-1 0,1 0 0,0 1 0,0-1 0,1 0 0,-1 0 0,1 1 0,5 8 0,-4-9 0,-1 0 0,1 0 0,0 0 0,1-1 0,-1 1 0,1-1 0,0 0 0,0 0 0,1-1 0,-1 1 0,1-1 0,0 0 0,1 0 0,-1 0 0,1-1 0,-1 0 0,1 0 0,0 0 0,10 2 0,-13-4 0,0-1 0,0 0 0,0 1 0,0-1 0,0 0 0,0-1 0,0 1 0,0-1 0,0 1 0,0-1 0,0 0 0,0 0 0,0 0 0,0 0 0,4-3 0,-3 1 0,0 0 0,0-1 0,-1 1 0,1 0 0,-1-1 0,0 0 0,0 0 0,0 0 0,2-5 0,0-1 0,0-1 0,-1 0 0,0 0 0,-1 0 0,0 0 0,0 0 0,0-19 0,-2 22 0,0-4 0,0 0 0,-1-1 0,-1 1 0,1 0 0,-5-16 0,5 28-39,0-1 0,0 1 0,0 0 0,0 0 0,0-1 0,0 1 0,0 0 0,0-1 0,0 1 0,0 0 0,0 0 0,0-1 0,-1 1 0,1 0 0,0 0 0,0-1 0,0 1 0,0 0 0,-1 0 0,1-1 0,0 1 0,0 0 0,-1 0 0,1 0 0,0 0 0,0-1 0,-1 1 0,1 0 0,0 0 0,0 0 0,-1 0 0,1 0 0,0 0 0,-1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0.565"/>
    </inkml:context>
    <inkml:brush xml:id="br0">
      <inkml:brushProperty name="width" value="0.05" units="cm"/>
      <inkml:brushProperty name="height" value="0.05" units="cm"/>
    </inkml:brush>
  </inkml:definitions>
  <inkml:trace contextRef="#ctx0" brushRef="#br0">34 151 24575,'0'-3'0,"-1"1"0,1-1 0,-1 1 0,0-1 0,1 1 0,-1 0 0,-1-1 0,1 1 0,0 0 0,0 0 0,-1 0 0,1 0 0,-4-3 0,3 3 0,1 0 0,-1 0 0,1 1 0,-1-1 0,1 0 0,0 0 0,0 0 0,0 0 0,0-1 0,0 1 0,0 0 0,1 0 0,-2-5 0,2 7 0,0-1 0,0 1 0,0 0 0,0-1 0,0 1 0,0 0 0,0-1 0,0 1 0,0 0 0,0-1 0,0 1 0,1 0 0,-1 0 0,0-1 0,0 1 0,0 0 0,0-1 0,0 1 0,1 0 0,-1-1 0,0 1 0,0 0 0,0 0 0,1 0 0,-1-1 0,0 1 0,0 0 0,1 0 0,-1 0 0,0-1 0,1 1 0,-1 0 0,0 0 0,1 0 0,-1 0 0,1 0 0,13 5 0,10 15 0,-8-1 0,0 1 0,13 22 0,-24-33 0,0 0 0,0 0 0,-1 0 0,0 1 0,0 0 0,-1-1 0,3 19 0,-6-27 0,0 0 0,1 0 0,-1 0 0,0 0 0,0 0 0,0 1 0,-1-1 0,1 0 0,0 0 0,0 0 0,-1 0 0,1 0 0,0 0 0,-1 0 0,0 1 0,1-1 0,-1-1 0,1 0 0,0 1 0,-1-1 0,1 0 0,-1 0 0,1 1 0,0-1 0,-1 0 0,1 0 0,-1 0 0,1 1 0,-1-1 0,1 0 0,-1 0 0,1 0 0,-1 0 0,1 0 0,0 0 0,-1 0 0,1 0 0,-1 0 0,1 0 0,-1 0 0,-1-1 0,0 0 0,1 1 0,-1-1 0,0 0 0,1 0 0,-1 0 0,1 0 0,0 0 0,-1 0 0,1 0 0,0-1 0,-1 1 0,1 0 0,0-1 0,0 1 0,-1-4 0,-1-3 0,0 1 0,1-1 0,0 0 0,0 0 0,1 0 0,0-1 0,1 1 0,-1 0 0,2 0 0,-1 0 0,1-1 0,0 1 0,4-11 0,-1 3 0,1 0 0,1 0 0,0 1 0,2 0 0,14-24 0,-20 36-195,0 0 0,1 0 0,-1 0 0,1 0 0,0 0 0,6-4 0,2 0-6631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1"/>
    </inkml:context>
    <inkml:brush xml:id="br0">
      <inkml:brushProperty name="width" value="0.05" units="cm"/>
      <inkml:brushProperty name="height" value="0.05" units="cm"/>
    </inkml:brush>
  </inkml:definitions>
  <inkml:trace contextRef="#ctx0" brushRef="#br0">8 152 24575,'-7'0'0,"7"3"0,11 5 0,23 4 0,-30-11 0,1 0 0,-1-1 0,0 1 0,1-1 0,-1 0 0,0-1 0,0 1 0,1-1 0,-1 1 0,0-1 0,0-1 0,0 1 0,0 0 0,0-1 0,0 0 0,0 0 0,0 0 0,0-1 0,3-2 0,-5 3 0,1-1 0,-1 1 0,0-1 0,0 0 0,0 1 0,-1-1 0,1 0 0,-1 0 0,1 0 0,-1 0 0,0 0 0,0-1 0,0 1 0,-1 0 0,1 0 0,-1-1 0,0 1 0,0 0 0,0-1 0,0 1 0,0 0 0,-1 0 0,1-1 0,-1 1 0,-2-5 0,1 3 0,0-1 0,0 1 0,-1 0 0,0-1 0,0 1 0,0 1 0,0-1 0,-1 0 0,0 1 0,-6-6 0,9 9 0,0 0 0,-1 0 0,1 0 0,-1 0 0,0 0 0,1 0 0,-1 0 0,0 1 0,1-1 0,-1 1 0,0-1 0,0 1 0,0-1 0,1 1 0,-1 0 0,0 0 0,0 0 0,0 0 0,0 0 0,1 1 0,-1-1 0,0 0 0,0 1 0,1 0 0,-1-1 0,0 1 0,1 0 0,-1 0 0,0 0 0,1 0 0,-1 0 0,1 0 0,0 0 0,-1 0 0,1 1 0,0-1 0,-2 2 0,-1 3 0,0-1 0,0 1 0,0 0 0,0 0 0,1 0 0,0 1 0,1-1 0,-1 1 0,1-1 0,0 1 0,1 0 0,0 0 0,0 0 0,0 0 0,1 0 0,0 0 0,0 0 0,1 0 0,0 0 0,0 0 0,4 10 0,-3-8 0,1-1 0,0 1 0,1-1 0,0 0 0,0 0 0,1-1 0,0 1 0,0-1 0,1 0 0,0 0 0,0 0 0,0-1 0,1 0 0,0-1 0,0 1 0,12 5 0,-13-7-72,1-1 1,0 1-1,0-2 0,0 1 0,1-1 0,-1 0 0,0 0 0,1-1 1,-1 0-1,1 0 0,0-1 0,-1 0 0,1-1 0,-1 1 0,1-1 1,0-1-1,-1 1 0,9-4 0,4-4-6754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1.329"/>
    </inkml:context>
    <inkml:brush xml:id="br0">
      <inkml:brushProperty name="width" value="0.05" units="cm"/>
      <inkml:brushProperty name="height" value="0.05" units="cm"/>
    </inkml:brush>
  </inkml:definitions>
  <inkml:trace contextRef="#ctx0" brushRef="#br0">16 21 24575,'-2'-2'0,"-10"-12"0,11 10 0,10 5 0,4 4 0,0 1 0,-1 1 0,1 0 0,-1 0 0,-1 1 0,21 19 0,58 65 0,-75-74 0,0 0 0,-1 1 0,-1 1 0,0 0 0,-2 0 0,0 1 0,8 25 0,-17-39 0,1 1 0,-1-1 0,-1 1 0,1 0 0,-1 0 0,-1 0 0,1 0 0,-1 0 0,-1 0 0,1-1 0,-2 1 0,1 0 0,-1 0 0,0 0 0,0-1 0,-1 1 0,0-1 0,0 0 0,-1 0 0,0 0 0,0 0 0,-1-1 0,0 0 0,-8 9 0,-34 25-1365,-3-7-5461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32.065"/>
    </inkml:context>
    <inkml:brush xml:id="br0">
      <inkml:brushProperty name="width" value="0.05" units="cm"/>
      <inkml:brushProperty name="height" value="0.05" units="cm"/>
    </inkml:brush>
  </inkml:definitions>
  <inkml:trace contextRef="#ctx0" brushRef="#br0">5 1 24575,'-2'139'0,"0"-20"0,17 163 0,-11-250 0,2 0 0,2 0 0,0-1 0,14 33 0,-15-48 0,1 0 0,0 0 0,1-1 0,1 0 0,0-1 0,1 0 0,0 0 0,1-1 0,17 13 0,-13-13-682,34 19-1,16 2-6143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40.118"/>
    </inkml:context>
    <inkml:brush xml:id="br0">
      <inkml:brushProperty name="width" value="0.05" units="cm"/>
      <inkml:brushProperty name="height" value="0.05" units="cm"/>
    </inkml:brush>
  </inkml:definitions>
  <inkml:trace contextRef="#ctx0" brushRef="#br0">4 105 24575,'-3'0'0,"2"0"0,6-3 0,6-2 0,7-3 0,4-1 0,5 0 0,3-1 0,4-2 0,2-1 0,2 2 0,0 1 0,-5 2 0,-8 2-8191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1:40.308"/>
    </inkml:context>
    <inkml:brush xml:id="br0">
      <inkml:brushProperty name="width" value="0.05" units="cm"/>
      <inkml:brushProperty name="height" value="0.05" units="cm"/>
    </inkml:brush>
  </inkml:definitions>
  <inkml:trace contextRef="#ctx0" brushRef="#br0">1 56 24575,'2'0'0,"4"0"0,4 0 0,6-2 0,5-1 0,5-2 0,8-3 0,5-2 0,5-4 0,-5 0-8191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30.483"/>
    </inkml:context>
    <inkml:brush xml:id="br0">
      <inkml:brushProperty name="width" value="0.05" units="cm"/>
      <inkml:brushProperty name="height" value="0.05" units="cm"/>
    </inkml:brush>
  </inkml:definitions>
  <inkml:trace contextRef="#ctx0" brushRef="#br0">50 26 24575,'-21'-5'0,"19"4"0,0 0 0,0 0 0,1 1 0,-1-1 0,0 1 0,0-1 0,0 1 0,0 0 0,1 0 0,-1 0 0,0 0 0,-3 0 0,5 0 0,0 1 0,0-1 0,0 0 0,-1 0 0,1 0 0,0 1 0,0-1 0,0 0 0,0 0 0,0 1 0,0-1 0,0 0 0,0 0 0,-1 1 0,1-1 0,0 0 0,0 1 0,0-1 0,0 0 0,0 0 0,1 1 0,-1-1 0,0 0 0,0 1 0,0-1 0,0 0 0,0 0 0,0 1 0,0-1 0,0 0 0,1 0 0,-1 0 0,0 1 0,0-1 0,0 0 0,0 0 0,1 0 0,-1 1 0,0-1 0,0 0 0,1 0 0,-1 1 0,11 10 0,-4-7 20,0 0-1,1 0 1,0 0 0,-1-1-1,1 0 1,0 0 0,1-1-1,-1 0 1,0 0-1,1-1 1,-1-1 0,1 1-1,-1-1 1,1 0-1,13-3 1,8-3-169,0-1 0,0-2 0,28-12 0,0 0-934,-46 17-5743</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31.255"/>
    </inkml:context>
    <inkml:brush xml:id="br0">
      <inkml:brushProperty name="width" value="0.05" units="cm"/>
      <inkml:brushProperty name="height" value="0.05" units="cm"/>
    </inkml:brush>
  </inkml:definitions>
  <inkml:trace contextRef="#ctx0" brushRef="#br0">143 269 24575,'11'-1'0,"1"-1"0,0 0 0,-1-1 0,0 0 0,0-1 0,15-7 0,10-3 0,469-126 0,-456 125 0,-59 14 0,-12 3 0,-136 20 0,-229 3 0,276-27 0,521-26 0,-3-33 0,-379 57 0,-19 4 0,-1-1 0,1 0 0,-1-1 0,1 0 0,-1 0 0,1-1 0,12-6 0,-21 9 0,0 0 0,0 0 0,0 0 0,0 0 0,0 0 0,0 0 0,-1 0 0,1 0 0,0 0 0,0 0 0,0 0 0,0 0 0,0 0 0,0 0 0,0 0 0,0 0 0,-1 0 0,1 0 0,0 0 0,0 0 0,0 0 0,0 0 0,0-1 0,0 1 0,0 0 0,0 0 0,0 0 0,-1 0 0,1 0 0,0 0 0,0 0 0,0 0 0,0 0 0,0 0 0,0-1 0,0 1 0,0 0 0,0 0 0,0 0 0,0 0 0,0 0 0,0 0 0,0 0 0,0-1 0,0 1 0,0 0 0,0 0 0,0 0 0,0 0 0,0 0 0,0 0 0,0 0 0,0-1 0,0 1 0,0 0 0,0 0 0,0 0 0,0 0 0,1 0 0,-1 0 0,0 0 0,0 0 0,0 0 0,0 0 0,0-1 0,-12 0 0,0 0 0,0 1 0,0 0 0,-1 1 0,1 1 0,-14 2 0,-7 2 0,-74 7 0,-576 76 0,648-85 0,20-3 0,0 1 0,0 1 0,0 0 0,1 0 0,-17 7 0,31-10 0,0 0 0,0 0 0,0 0 0,0 0 0,1 0 0,-1 0 0,0 0 0,0 1 0,0-1 0,0 0 0,0 0 0,0 0 0,0 0 0,0 0 0,0 0 0,0 0 0,1 0 0,-1 0 0,0 0 0,0 0 0,0 0 0,0 1 0,0-1 0,0 0 0,0 0 0,0 0 0,0 0 0,0 0 0,0 0 0,0 0 0,0 0 0,0 0 0,0 1 0,0-1 0,0 0 0,0 0 0,0 0 0,0 0 0,0 0 0,0 0 0,0 0 0,0 0 0,0 1 0,0-1 0,0 0 0,0 0 0,0 0 0,0 0 0,-1 0 0,19 1 0,-1 0 0,1-2 0,-1 0 0,20-4 0,0 0 0,449-57 0,-134 16 0,-342 44 0,-20 3 0,-26 4 0,-748 122 0,745-121 0,25-5-1365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31.803"/>
    </inkml:context>
    <inkml:brush xml:id="br0">
      <inkml:brushProperty name="width" value="0.05" units="cm"/>
      <inkml:brushProperty name="height" value="0.05" units="cm"/>
    </inkml:brush>
  </inkml:definitions>
  <inkml:trace contextRef="#ctx0" brushRef="#br0">280 139 24575,'284'-55'0,"92"-23"0,-358 72 0,-25 7 0,-35 7 0,-216 44 0,-269 61 0,499-106 0,-48 20 0,59-18 0,17-9 0,0 1 0,0-1 0,0 0 0,-1 0 0,1 0 0,0 0 0,0 1 0,0-1 0,0 0 0,-1 0 0,1 0 0,0 1 0,0-1 0,0 0 0,0 0 0,0 1 0,0-1 0,0 0 0,0 0 0,0 1 0,0-1 0,0 0 0,0 0 0,0 0 0,0 1 0,0-1 0,0 0 0,0 0 0,0 1 0,0-1 0,0 0 0,0 1 0,2 0 0,-1-1 0,1 1 0,-1 0 0,1 0 0,-1-1 0,1 1 0,0-1 0,-1 0 0,1 1 0,0-1 0,-1 0 0,1 0 0,0 0 0,-1 0 0,3 0 0,67-5 0,0-3 0,90-21 0,-120 21 0,62-12 0,180-39 0,-273 55 0,-18 2 0,-20 2 0,-241 27 0,2 23 0,210-34 0,159-33 0,-35 3 0,40-2 0,248-53 0,-334 62 0,-16 3 0,-13 3 0,-92 15 0,-102 27 0,128-24 0,43-11 0,17-4 0,0 1 0,0 0 0,0 1 0,1 0 0,-21 11 0,31-11 0,11-2 0,11-3 0,84-19-1365,-67 14-5461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38.487"/>
    </inkml:context>
    <inkml:brush xml:id="br0">
      <inkml:brushProperty name="width" value="0.05" units="cm"/>
      <inkml:brushProperty name="height" value="0.05" units="cm"/>
    </inkml:brush>
  </inkml:definitions>
  <inkml:trace contextRef="#ctx0" brushRef="#br0">0 75 24575,'3'-9'0,"-1"1"0,2-1 0,-1 1 0,1-1 0,1 1 0,5-9 0,-10 17 0,1-1 0,-1 1 0,1-1 0,-1 1 0,1-1 0,0 1 0,-1-1 0,1 1 0,-1-1 0,1 1 0,0 0 0,-1-1 0,1 1 0,0 0 0,0 0 0,-1 0 0,1 0 0,0-1 0,-1 1 0,1 0 0,0 0 0,0 0 0,-1 0 0,1 1 0,0-1 0,0 0 0,-1 0 0,1 0 0,0 1 0,-1-1 0,1 0 0,0 0 0,-1 1 0,1-1 0,-1 1 0,1-1 0,0 1 0,-1-1 0,1 1 0,-1-1 0,1 1 0,-1-1 0,1 1 0,-1-1 0,1 2 0,3 5 0,1-1 0,-1 1 0,4 11 0,-5-12 0,191 471 0,-133-314 0,-15-31-1365,-31-80-5461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4:42:38.782"/>
    </inkml:context>
    <inkml:brush xml:id="br0">
      <inkml:brushProperty name="width" value="0.05" units="cm"/>
      <inkml:brushProperty name="height" value="0.05" units="cm"/>
    </inkml:brush>
  </inkml:definitions>
  <inkml:trace contextRef="#ctx0" brushRef="#br0">21 155 24575,'-3'-5'0,"0"-1"0,0 0 0,1 1 0,0-1 0,0-1 0,0 1 0,1 0 0,0 0 0,0-7 0,1 12 0,0 1 0,0-1 0,0 1 0,0-1 0,0 1 0,0-1 0,0 1 0,0-1 0,0 1 0,0 0 0,1-1 0,-1 1 0,0-1 0,0 1 0,0-1 0,1 1 0,-1 0 0,0-1 0,0 1 0,1 0 0,-1-1 0,0 1 0,1 0 0,-1-1 0,0 1 0,1 0 0,-1 0 0,1-1 0,-1 1 0,1 0 0,-1 0 0,0 0 0,1-1 0,-1 1 0,1 0 0,-1 0 0,1 0 0,-1 0 0,1 0 0,-1 0 0,1 0 0,-1 0 0,1 0 0,-1 0 0,0 1 0,1-1 0,-1 0 0,1 0 0,-1 0 0,1 0 0,0 1 0,25 14 0,-21-12 0,19 12 0,2 0 0,-1-2 0,2-1 0,0-1 0,0-1 0,1-1 0,0-1 0,51 6 0,-64-13 0,-1-1 0,1 0 0,0 0 0,0-2 0,-1 0 0,1 0 0,-1-2 0,18-5 0,-21 4 0,-1 1 0,1-2 0,-1 0 0,0 0 0,0 0 0,-1-1 0,0-1 0,0 0 0,-1 0 0,0 0 0,10-15 0,-9 10 0,-1 1 0,-1-2 0,0 1 0,8-24 0,-16 36 171,-3 7 0,-5 9-1878,-3 5-5119</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5.121"/>
    </inkml:context>
    <inkml:brush xml:id="br0">
      <inkml:brushProperty name="width" value="0.05" units="cm"/>
      <inkml:brushProperty name="height" value="0.05" units="cm"/>
    </inkml:brush>
  </inkml:definitions>
  <inkml:trace contextRef="#ctx0" brushRef="#br0">85 0 24575,'-2'1'0,"-1"-1"0,1 1 0,0 0 0,-1 0 0,1 0 0,0 0 0,0 0 0,0 0 0,0 1 0,0-1 0,0 1 0,0-1 0,1 1 0,-1 0 0,0 0 0,1 0 0,0 0 0,-1 0 0,1 0 0,-2 3 0,-3 7 0,1-1 0,-6 17 0,5-10 0,2 0 0,0 0 0,1 0 0,-2 29 0,6 77 0,1-64 0,-2-35 37,6 199-1439,-3-180-5424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5.313"/>
    </inkml:context>
    <inkml:brush xml:id="br0">
      <inkml:brushProperty name="width" value="0.05" units="cm"/>
      <inkml:brushProperty name="height" value="0.05" units="cm"/>
    </inkml:brush>
  </inkml:definitions>
  <inkml:trace contextRef="#ctx0" brushRef="#br0">9 1 24575,'0'2'0,"-2"6"0,-1 3 0,0 3 0,3 0 0,4 2 0,3-1 0,3-3 0,2 2 0,1 0 0,-1 0 0,-1 3 0,1 3 0,-3-3-8191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5.475"/>
    </inkml:context>
    <inkml:brush xml:id="br0">
      <inkml:brushProperty name="width" value="0.05" units="cm"/>
      <inkml:brushProperty name="height" value="0.05" units="cm"/>
    </inkml:brush>
  </inkml:definitions>
  <inkml:trace contextRef="#ctx0" brushRef="#br0">167 1 24575,'-5'11'0,"-6"16"0,-5 13 0,-5 7 0,-2 5 0,-1 1 0,2-1 0,3 0 0,6-2 0,5-3 0,4-4 0,4-3 0,3-1 0,1-8-8191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5.770"/>
    </inkml:context>
    <inkml:brush xml:id="br0">
      <inkml:brushProperty name="width" value="0.05" units="cm"/>
      <inkml:brushProperty name="height" value="0.05" units="cm"/>
    </inkml:brush>
  </inkml:definitions>
  <inkml:trace contextRef="#ctx0" brushRef="#br0">84 0 24575,'-3'45'0,"-1"-1"0,-12 49 0,8-47 0,-3 13 0,-6 35 0,-8 154 0,26-201 0,2 1 0,1-1 0,21 87 0,57 132 0,-63-208-227,-3 0-1,-2 1 1,-3 0-1,-2 1 1,2 103-1,-12-132-6598</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7.625"/>
    </inkml:context>
    <inkml:brush xml:id="br0">
      <inkml:brushProperty name="width" value="0.05" units="cm"/>
      <inkml:brushProperty name="height" value="0.05" units="cm"/>
    </inkml:brush>
  </inkml:definitions>
  <inkml:trace contextRef="#ctx0" brushRef="#br0">10 5 24575,'0'0'0,"-1"0"0,1 0 0,-1 1 0,1-1 0,-1 0 0,1 0 0,-1 0 0,1 1 0,0-1 0,-1 0 0,1 1 0,-1-1 0,1 0 0,0 1 0,-1-1 0,1 0 0,0 1 0,-1-1 0,1 1 0,0-1 0,0 0 0,-1 1 0,1-1 0,0 1 0,0-1 0,0 1 0,0-1 0,0 1 0,0-1 0,-1 1 0,1-1 0,0 1 0,0 20 0,0-20 0,44 554-151,6 111-215,-44 0 160,-38-218 206,7-117 0,24-318 7,-3 85 380,5-84-321,0 0 0,0 0 0,2 0-1,6 24 1,-8-35-66,0 1 0,1-1 0,0 1 0,-1-1 0,1 0 0,1 0 0,-1 0 0,0 0 0,1 0 0,-1 0 0,1-1 0,0 1 0,0-1 0,0 0 0,0 0 0,0 0 0,1 0 0,-1 0 0,0-1 0,1 1 0,-1-1 0,1 0 0,0 0 0,-1-1 0,1 1 0,5 0 0,9-1 0,-1 0 0,1-1 0,-1-1 0,24-5 0,-25 4 0,237-45 46,122-20-295,698-35-3521,5 72 2316,417 39 1104,-979-2-532,-376-4 992,141 0 534,-4-21 3051,-275 19-3660,56-10 1273,-53 8-1199,1 1-1,-1-1 0,0 0 1,0 0-1,0-1 1,0 1-1,9-7 0,-12 7-108,-1 0 0,1 0 0,-1 0 0,0 0 0,1 0 0,-1 0 0,0 0 0,0 0 0,-1 0 0,1-1 0,0 1 0,-1 0 0,1-1 0,-1 1 0,0 0 0,0-5 0,-4-44 0,2 33 0,-7-149 0,6 0 0,39-329 0,25 122 0,12-98 0,-62 365 0,-5-1 0,-11-151 0,-7 148 0,9 95 0,-1 0 0,0 0 0,-1 0 0,-12-26 0,15 39 0,0 0 0,0-1 0,-1 1 0,1 0 0,-1 0 0,0 1 0,0-1 0,0 0 0,0 1 0,0 0 0,0 0 0,-1 0 0,1 0 0,-1 0 0,0 1 0,1-1 0,-6 0 0,-7-2 0,0 1 0,0 1 0,-17 0 0,3 0 0,-2213-127-2277,1237 119 2277,1 37 0,-24 53 1902,849-63-1680,168-17-343,1 1 0,-1 0-1,0 1 1,0 1 0,1 0 0,0 0 0,-1 1-1,1 0 1,-14 9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8.511"/>
    </inkml:context>
    <inkml:brush xml:id="br0">
      <inkml:brushProperty name="width" value="0.05" units="cm"/>
      <inkml:brushProperty name="height" value="0.05" units="cm"/>
    </inkml:brush>
  </inkml:definitions>
  <inkml:trace contextRef="#ctx0" brushRef="#br0">179 245 24575,'-6'0'0,"1"0"0,0 1 0,0-1 0,0 1 0,0 0 0,0 0 0,0 1 0,0 0 0,0 0 0,0 0 0,0 0 0,1 1 0,0-1 0,-1 1 0,-5 5 0,5-3 0,0 1 0,0 0 0,1 0 0,0 0 0,0 0 0,0 1 0,1-1 0,-1 1 0,-2 12 0,-1 7 0,1 1 0,2 0 0,1 1 0,0 44 0,3 80 0,-3-134 0,-3-30 0,-2-33 0,2-12 0,2-1 0,5-64 0,1 89 0,1 1 0,2-1 0,2 1 0,1 1 0,14-40 0,-17 59 0,1 0 0,0 0 0,1 0 0,0 1 0,1 0 0,0 0 0,1 1 0,0 0 0,0 0 0,1 1 0,21-14 0,-25 19 0,0 0 0,0 1 0,1 0 0,0 0 0,-1 0 0,1 1 0,0 0 0,0 0 0,0 1 0,0 0 0,0 0 0,1 1 0,-1 0 0,0 0 0,0 0 0,0 1 0,0 0 0,0 1 0,0 0 0,0 0 0,0 0 0,0 1 0,10 5 0,-12-5 0,1 1 0,0-1 0,-1 1 0,0 0 0,0 0 0,0 1 0,0 0 0,-1 0 0,0 0 0,0 0 0,0 1 0,-1-1 0,0 1 0,0 0 0,0 0 0,2 9 0,-3-8 0,0 1 0,-1-1 0,0 1 0,-1-1 0,0 1 0,0 0 0,0-1 0,-1 1 0,0-1 0,-1 1 0,0-1 0,0 1 0,-6 12 0,0-3 0,-1 0 0,0-1 0,-1 0 0,-1 0 0,-1-2 0,-16 18 0,-87 71 0,74-69 0,40-34 0,1 1 0,-1-1 0,0 1 0,0 0 0,0-1 0,1 1 0,-1 0 0,0 0 0,1 0 0,-1-1 0,1 1 0,-1 0 0,1 0 0,-1 0 0,1 0 0,0 0 0,-1 1 0,1-2 0,0 1 0,1-1 0,-1 0 0,0 1 0,0-1 0,1 0 0,-1 1 0,0-1 0,0 0 0,1 1 0,-1-1 0,0 0 0,1 0 0,-1 1 0,0-1 0,1 0 0,-1 0 0,1 0 0,-1 0 0,0 0 0,1 1 0,-1-1 0,1 0 0,-1 0 0,0 0 0,1 0 0,0 0 0,43-3 0,-32 1 0,20-1 0,7 0 0,53 0 0,-82 4 0,0-1 0,0 2 0,0-1 0,0 1 0,-1 1 0,1 0 0,-1 0 0,1 0 0,-1 2 0,13 7 0,-20-11 0,0 0 0,0 0 0,-1 0 0,1 1 0,0-1 0,-1 0 0,1 1 0,-1 0 0,1-1 0,-1 1 0,0 0 0,0 0 0,0 0 0,0 0 0,0 0 0,0 0 0,0 0 0,-1 0 0,1 0 0,-1 0 0,0 0 0,1 0 0,-1 0 0,0 1 0,0-1 0,0 0 0,-1 0 0,1 0 0,0 0 0,-1 1 0,1-1 0,-1 0 0,0 0 0,0 0 0,0 0 0,0 0 0,0-1 0,0 1 0,-3 3 0,-2 3 0,-1 0 0,0-1 0,0 0 0,-1 0 0,0-1 0,0 0 0,-13 7 0,3-4 0,-1 0 0,0 0 0,0-2 0,-1-1 0,0 0 0,0-1 0,-1-1 0,1-2 0,-1 1 0,1-2 0,-1-1 0,0-1 0,-39-6 0,54 6-136,1-1-1,-1 0 1,1 0-1,0 0 1,0 0-1,0-1 1,0 0-1,1 0 0,-6-5 1,-6-9-6690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8.793"/>
    </inkml:context>
    <inkml:brush xml:id="br0">
      <inkml:brushProperty name="width" value="0.05" units="cm"/>
      <inkml:brushProperty name="height" value="0.05" units="cm"/>
    </inkml:brush>
  </inkml:definitions>
  <inkml:trace contextRef="#ctx0" brushRef="#br0">199 65 24575,'6'0'0,"-1"0"0,0-1 0,0 0 0,1-1 0,-1 1 0,0-1 0,8-3 0,-12 4 0,1 0 0,0 1 0,-1-1 0,1 0 0,-1 0 0,1 0 0,-1 0 0,1 0 0,-1 0 0,0-1 0,1 1 0,-1 0 0,0-1 0,0 1 0,0-1 0,0 1 0,0-1 0,-1 0 0,1 1 0,0-1 0,-1 0 0,1 1 0,-1-1 0,1 0 0,-1-2 0,0 3 0,0 0 0,-1 1 0,1-1 0,0 0 0,0 0 0,-1 1 0,1-1 0,-1 0 0,1 1 0,-1-1 0,1 0 0,-1 1 0,1-1 0,-1 0 0,1 1 0,-1-1 0,0 1 0,1-1 0,-1 1 0,0 0 0,0-1 0,1 1 0,-1 0 0,0-1 0,0 1 0,1 0 0,-1 0 0,0 0 0,0 0 0,0 0 0,1 0 0,-1 0 0,-1 0 0,-28 4 0,20 0 0,0 0 0,1 1 0,0 0 0,0 0 0,0 1 0,1 1 0,0-1 0,0 1 0,0 1 0,1-1 0,-11 15 0,2 0 0,1 1 0,1 1 0,-15 33 0,22-41 0,0 0 0,2 0 0,0 1 0,0 0 0,2 0 0,0 0 0,1 1 0,0 29 0,3-39 0,-1 0 0,1 0 0,0-1 0,1 1 0,0 0 0,0-1 0,1 0 0,0 1 0,0-1 0,0 0 0,1 0 0,0-1 0,1 1 0,0-1 0,0 0 0,0 0 0,0 0 0,1-1 0,0 0 0,0 0 0,11 6 0,-9-7-195,0 0 0,1 0 0,0 0 0,-1-1 0,1-1 0,17 3 0,10-1-6631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18.965"/>
    </inkml:context>
    <inkml:brush xml:id="br0">
      <inkml:brushProperty name="width" value="0.05" units="cm"/>
      <inkml:brushProperty name="height" value="0.05" units="cm"/>
    </inkml:brush>
  </inkml:definitions>
  <inkml:trace contextRef="#ctx0" brushRef="#br0">146 21 24575,'-10'0'0,"-9"0"0,-9 0 0,-4 0 0,1 0 0,11 0 0,15 0 0,18 0 0,18 0 0,16 0 0,10 0 0,9-3 0,1 0 0,-1-2 0,-8 0 0,-13 0-8191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0.334"/>
    </inkml:context>
    <inkml:brush xml:id="br0">
      <inkml:brushProperty name="width" value="0.05" units="cm"/>
      <inkml:brushProperty name="height" value="0.05" units="cm"/>
    </inkml:brush>
  </inkml:definitions>
  <inkml:trace contextRef="#ctx0" brushRef="#br0">180 0 24575,'-3'0'0,"0"1"0,0-1 0,1 1 0,-1 0 0,0 0 0,0 0 0,1 0 0,-1 0 0,0 1 0,1-1 0,0 1 0,-5 3 0,-28 29 0,18-16 0,-18 9 0,25-20 0,1 1 0,0 0 0,-10 10 0,18-17 0,1-1 0,-1 0 0,1 1 0,0-1 0,-1 1 0,1-1 0,-1 1 0,1-1 0,0 1 0,0-1 0,-1 1 0,1-1 0,0 1 0,0-1 0,-1 1 0,1-1 0,0 1 0,0 0 0,0-1 0,0 1 0,0-1 0,0 1 0,0 0 0,0-1 0,0 1 0,0-1 0,0 1 0,0-1 0,1 1 0,-1 0 0,0-1 0,0 1 0,1-1 0,-1 1 0,0-1 0,1 1 0,-1-1 0,0 1 0,1-1 0,-1 0 0,1 1 0,-1-1 0,1 1 0,-1-1 0,1 0 0,-1 0 0,1 1 0,-1-1 0,1 0 0,-1 0 0,1 1 0,-1-1 0,1 0 0,-1 0 0,1 0 0,0 0 0,-1 0 0,2 0 0,6 2 0,1-1 0,-1-1 0,11 1 0,-12-1 0,67-2 0,106-17 0,12-1 0,-186 19 0,0 1 0,0 0 0,0 1 0,11 1 0,-18-2-27,1 0 0,0 0-1,0 0 1,0 0 0,0 0-1,0 0 1,0 0 0,0 0-1,0 0 1,-1 1 0,1-1 0,0 0-1,0 0 1,0 0 0,0 0-1,0 0 1,0 0 0,0 0-1,0 0 1,0 1 0,0-1 0,0 0-1,0 0 1,0 0 0,0 0-1,0 0 1,0 0 0,0 0-1,0 1 1,0-1 0,0 0-1,0 0 1,0 0 0,0 0 0,0 0-1,0 0 1,0 0 0,0 1-1,0-1 1,0 0 0,0 0-1,0 0 1,0 0 0,0 0-1,1 0 1,-1 0 0,0 0 0,0 0-1,0 1 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2.735"/>
    </inkml:context>
    <inkml:brush xml:id="br0">
      <inkml:brushProperty name="width" value="0.05" units="cm"/>
      <inkml:brushProperty name="height" value="0.05" units="cm"/>
    </inkml:brush>
  </inkml:definitions>
  <inkml:trace contextRef="#ctx0" brushRef="#br0">622 828 24575,'3'-5'0,"0"0"0,0 0 0,-1 0 0,1 0 0,-1-1 0,-1 1 0,3-11 0,-1 4 0,-2 11 0,-1 0 0,0 1 0,0-1 0,0 0 0,1 1 0,-1-1 0,0 0 0,0 0 0,0 1 0,0-1 0,0 0 0,-1 0 0,1 1 0,0-1 0,0 0 0,0 0 0,-1 1 0,1-1 0,0 0 0,0 1 0,-1-1 0,1 0 0,-1 1 0,1-1 0,-1 0 0,-1 0 0,1 0 0,0 0 0,-1 0 0,1 1 0,-1-1 0,1 1 0,0-1 0,-1 1 0,0-1 0,1 1 0,-3-1 0,-3 1 0,0 0 0,-1 0 0,1 1 0,-10 1 0,0 2 0,0 1 0,1 0 0,0 1 0,0 1 0,0 0 0,1 2 0,0-1 0,1 2 0,0 0 0,0 0 0,1 2 0,0-1 0,1 2 0,1 0 0,0 0 0,-16 25 0,13-14 0,1 0 0,1 1 0,1 0 0,2 1 0,0 0 0,2 0 0,0 1 0,2 0 0,-3 50 0,7-51 0,2-1 0,0 0 0,1 0 0,2 0 0,0 0 0,2 0 0,0-1 0,2 0 0,15 32 0,-17-43 0,2 1 0,-1-1 0,2 0 0,0-1 0,0 0 0,1-1 0,1 1 0,0-2 0,0 0 0,1 0 0,0-1 0,1-1 0,0 0 0,0 0 0,1-1 0,25 8 0,-18-9 0,-1-1 0,1-1 0,0-1 0,0-1 0,0-1 0,0-1 0,1 0 0,-1-2 0,0-1 0,0 0 0,22-7 0,-18 2 0,1 0 0,-1-2 0,-1-1 0,0-1 0,0-1 0,-2 0 0,1-2 0,27-24 0,-41 30 0,13-12 0,-21 20 0,0 0 0,0 0 0,0 1 0,0-1 0,0 0 0,1 1 0,-1-1 0,0 0 0,0 1 0,1 0 0,-1-1 0,0 1 0,0 0 0,1-1 0,1 1 0,-2 1 0,0-1 0,-1 0 0,1 1 0,0-1 0,-1 1 0,1-1 0,-1 1 0,1 0 0,-1-1 0,1 1 0,-1 0 0,1-1 0,-1 1 0,0 0 0,1-1 0,-1 1 0,0 0 0,0 0 0,1-1 0,-1 2 0,5 21 0,-3-12 0,2 2 0,0 0 0,1 1 0,1-1 0,0-1 0,1 1 0,0-1 0,1-1 0,0 1 0,1-1 0,16 16 0,-10-13 0,1-2 0,0 0 0,0 0 0,1-2 0,1 0 0,33 13 0,-6-8 0,1-1 0,0-3 0,1-2 0,1-1 0,73 1 0,-69-7 0,-1-3 0,0-1 0,1-3 0,-1-2 0,-1-2 0,76-24 0,-98 23 0,0-1 0,-1-1 0,0-2 0,-1 0 0,-1-2 0,0 0 0,-2-2 0,0-1 0,0 0 0,-2-2 0,-1-1 0,31-41 0,-39 43 0,13-25 0,8-15 0,-32 58 0,1 1 0,-1-1 0,1 1 0,0-1 0,0 1 0,-1 0 0,1 0 0,0-1 0,0 1 0,0 1 0,0-1 0,0 0 0,1 0 0,-1 1 0,0-1 0,0 1 0,0 0 0,4-1 0,48 4 0,-26-1 0,0-3 0,-1-1 0,0-1 0,0-2 0,0-1 0,0 0 0,47-20 0,-56 18 0,1-1 0,-1 0 0,-1-2 0,1 0 0,-2-1 0,0 0 0,0-1 0,-1-1 0,24-30 0,-32 35 0,-1 0 0,0 0 0,-1-1 0,1 0 0,-2 0 0,0-1 0,0 1 0,-1-1 0,0 0 0,-1 0 0,0 0 0,1-22 0,-4 18 0,0-1 0,-1 1 0,0 0 0,-2 0 0,1 0 0,-2 1 0,0-1 0,-11-21 0,-1 5 0,-2 1 0,0 1 0,-2 1 0,-2 1 0,0 0 0,-2 2 0,-39-32 0,29 29 0,-1 2 0,-1 1 0,-1 2 0,-1 1 0,-1 2 0,0 2 0,-2 2 0,0 2 0,-1 1 0,-69-11 0,100 23 0,0 1 0,0-1 0,0 2 0,0 0 0,-17 3 0,26-4 0,0 1 0,0 0 0,0 0 0,1 0 0,-1 0 0,0 1 0,1-1 0,-1 1 0,0-1 0,1 1 0,-5 4 0,6-4 0,0-1 0,0 0 0,1 1 0,-1-1 0,0 1 0,1-1 0,-1 1 0,1-1 0,-1 1 0,1-1 0,0 1 0,-1 0 0,1-1 0,0 1 0,0 0 0,0-1 0,1 1 0,-1-1 0,0 1 0,0 0 0,1-1 0,-1 1 0,2 2 0,-1-3 0,-1 1 0,1 0 0,0-1 0,-1 1 0,1-1 0,0 1 0,0-1 0,0 0 0,0 1 0,1-1 0,-1 0 0,0 0 0,0 0 0,1 1 0,-1-1 0,1-1 0,-1 1 0,1 0 0,-1 0 0,1-1 0,0 1 0,-1 0 0,1-1 0,0 0 0,-1 1 0,1-1 0,0 0 0,-1 0 0,1 0 0,0 0 0,0 0 0,-1 0 0,1-1 0,0 1 0,-1-1 0,1 1 0,0-1 0,-1 1 0,4-3 0,-2 2 0,0-1 0,1 0 0,-1 0 0,0 0 0,0 0 0,0 0 0,0-1 0,0 1 0,-1-1 0,1 0 0,-1 0 0,1 0 0,-1 0 0,0 0 0,-1-1 0,1 1 0,2-7 0,-3 4 0,-1 0 0,1 0 0,-1 0 0,-1 0 0,1 0 0,-1-1 0,0 1 0,0 0 0,-1 0 0,0 1 0,0-1 0,0 0 0,-1 1 0,1-1 0,-1 1 0,-1 0 0,-5-8 0,-5-4 0,-1 0 0,0 1 0,-27-21 0,2 6 0,-2 1 0,-1 3 0,0 1 0,-2 3 0,-81-31 0,63 32 0,0 4 0,-2 2 0,-125-15 0,136 27 0,-1 2 0,1 3 0,-1 2 0,-82 16 0,92-9 0,1 1 0,0 2 0,0 2 0,1 3 0,-68 37 0,86-40 0,2 0 0,-23 20 0,37-27 0,0 0 0,1 1 0,-1 0 0,2 1 0,-1-1 0,1 1 0,-6 13 0,10-27 0,-1 0 0,1 1 0,-1-1 0,0 1 0,-6-4 0,2 4 0,0 0 0,-1 1 0,1 0 0,-1 0 0,0 1 0,1 1 0,-1-1 0,0 1 0,0 1 0,-16 2 0,-1 2 0,0 1 0,-32 13 0,32-9 0,1 1 0,0 1 0,1 2 0,0 0 0,1 1 0,1 2 0,0 0 0,1 1 0,1 1 0,1 1 0,1 1 0,0 1 0,-15 26 0,20-28 0,2 0 0,1 1 0,0 0 0,1 0 0,2 1 0,0 0 0,1 1 0,2-1 0,0 1 0,1 0 0,1 0 0,1 0 0,2 0 0,0 0 0,1 0 0,6 25 0,-5-38 0,0 0 0,1 0 0,0 0 0,1-1 0,0 1 0,0-1 0,1 0 0,0-1 0,1 1 0,0-1 0,0-1 0,15 13 0,-15-14 0,0-1 0,0 0 0,0 0 0,1-1 0,0 0 0,-1 0 0,1-1 0,1 0 0,-1 0 0,0-1 0,1 0 0,0-1 0,-1 0 0,1 0 0,16-1 0,-22 0-68,-1-1 0,1 1-1,0-1 1,0 1 0,-1-1 0,1 0-1,0 0 1,-1 0 0,1-1 0,-1 1-1,0 0 1,1-1 0,-1 0 0,0 1-1,0-1 1,0 0 0,0 0-1,0 0 1,3-5 0,2-7-6758</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3.671"/>
    </inkml:context>
    <inkml:brush xml:id="br0">
      <inkml:brushProperty name="width" value="0.05" units="cm"/>
      <inkml:brushProperty name="height" value="0.05" units="cm"/>
    </inkml:brush>
  </inkml:definitions>
  <inkml:trace contextRef="#ctx0" brushRef="#br0">117 70 24575,'0'-3'0,"0"0"0,0 0 0,0 0 0,0 0 0,0 0 0,-1 0 0,1 0 0,-1 0 0,0 0 0,0 0 0,0 0 0,0 0 0,0 1 0,-1-1 0,1 0 0,-1 1 0,0-1 0,0 1 0,0 0 0,0 0 0,0-1 0,0 1 0,-1 1 0,1-1 0,-4-2 0,6 4 0,-1 0 0,0 0 0,1 0 0,-1 0 0,1 0 0,-1 0 0,0 0 0,1 0 0,-1 1 0,0-1 0,1 0 0,-1 0 0,1 0 0,-1 1 0,1-1 0,-1 0 0,0 1 0,1-1 0,-1 1 0,1-1 0,0 0 0,-1 1 0,1-1 0,-1 1 0,1-1 0,0 1 0,-1-1 0,1 1 0,0 0 0,-1-1 0,1 1 0,0-1 0,0 1 0,0 0 0,-1-1 0,1 1 0,0-1 0,0 1 0,0 0 0,0-1 0,0 2 0,-3 32 0,3-30 0,6 282 0,1-112 0,-9-35 0,-5 0 0,-6-1 0,-37 162 0,50-298 0,-1 1 0,0-1 0,1 1 0,0-1 0,0 1 0,0 0 0,0-1 0,0 1 0,0-1 0,0 1 0,1-1 0,-1 1 0,2 3 0,-1-5 0,0 0 0,0 0 0,0 1 0,1-1 0,-1 0 0,0 0 0,0-1 0,1 1 0,-1 0 0,0 0 0,1-1 0,-1 1 0,0 0 0,1-1 0,-1 1 0,1-1 0,-1 0 0,1 0 0,0 1 0,-1-1 0,1 0 0,-1 0 0,1-1 0,1 1 0,135-15 0,-50 3 0,547-9-854,-522 21 652,858 21-1673,-53 0 1002,-877-20 888,-14 0 27,0-1 0,0-2 0,47-7 0,-73 9-4,0 0-1,0-1 1,0 1-1,0 0 1,0 0-1,0-1 1,0 1-1,-1 0 0,1-1 1,0 1-1,0-1 1,0 1-1,0-1 1,0 1-1,-1-1 0,1 0 1,0 1-1,-1-1 1,1 0-1,1-1 1,-2 1 15,0 1 0,-1-1 0,1 1 0,0-1 1,0 0-1,0 1 0,0-1 0,0 1 0,-1-1 1,1 0-1,0 1 0,-1-1 0,1 1 0,0-1 0,-1 1 1,1-1-1,-1 1 0,1 0 0,0-1 0,-1 1 1,1-1-1,-1 1 0,0-1 0,-6-3-159,1 0 0,-1 1 1,-11-5-1,-15-4-6104</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4.354"/>
    </inkml:context>
    <inkml:brush xml:id="br0">
      <inkml:brushProperty name="width" value="0.05" units="cm"/>
      <inkml:brushProperty name="height" value="0.05" units="cm"/>
    </inkml:brush>
  </inkml:definitions>
  <inkml:trace contextRef="#ctx0" brushRef="#br0">19 177 24575,'-17'-5'0,"15"1"0,12 1 0,145-3 0,-23 2 0,1702-86-3353,-905 49 1938,-764 31 1174,121-3 1768,-284 13-1379,0-1 0,0 1-1,0 0 1,0 0-1,0 1 1,0-1-1,0 0 1,0 1-1,0-1 1,0 1-1,0-1 1,0 1-1,-1 0 1,4 1-1,-5-1-104,1 0 0,-1 0-1,0 0 1,1 1 0,-1-1-1,0 0 1,0 0 0,0 0-1,0 0 1,0 0 0,0 0-1,0 0 1,-1 0-1,1 0 1,0 0 0,-1 0-1,1 0 1,0 0 0,-1 0-1,1 0 1,-1 0 0,1 0-1,-1-1 1,0 1 0,1 0-1,-2 1 1,-15 23-30,1 2 0,1 0 0,2 0 0,1 1 0,1 1 0,1 0 0,2 1 0,-5 30 0,7-12-13,3 1 0,2-1 0,2 1 0,8 52 0,45 188 0,2 29 0,-53-292 0,0-1 0,-2 1 0,-1-1 0,-6 43 0,5-65 12,1-1-1,0 0 0,-1 0 1,0 0-1,0 0 1,1-1-1,-1 1 0,0 0 1,-1 0-1,1 0 0,0-1 1,0 1-1,-1 0 1,1-1-1,-1 0 0,1 1 1,-1-1-1,0 0 0,1 0 1,-1 1-1,0-1 1,0-1-1,0 1 0,0 0 1,0 0-1,0-1 0,0 1 1,0-1-1,-3 1 1,-2-1-226,0 0 1,0 0 0,0-1-1,0 0 1,0 0 0,0 0-1,-8-4 1,-15-5-6613</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4.867"/>
    </inkml:context>
    <inkml:brush xml:id="br0">
      <inkml:brushProperty name="width" value="0.05" units="cm"/>
      <inkml:brushProperty name="height" value="0.05" units="cm"/>
    </inkml:brush>
  </inkml:definitions>
  <inkml:trace contextRef="#ctx0" brushRef="#br0">1 11 24575,'0'0'0,"0"0"0,0-1 0,0 1 0,0-1 0,0 1 0,0 0 0,0-1 0,0 1 0,0 0 0,0-1 0,0 1 0,0 0 0,0-1 0,0 1 0,1-1 0,-1 1 0,0 0 0,0 0 0,0-1 0,0 1 0,1 0 0,-1-1 0,0 1 0,0 0 0,1-1 0,-1 1 0,0 0 0,0 0 0,1 0 0,-1-1 0,0 1 0,1 0 0,-1 0 0,0 0 0,1 0 0,-1 0 0,0-1 0,1 1 0,-1 0 0,1 0 0,-1 0 0,0 0 0,1 0 0,-1 0 0,0 0 0,1 0 0,-1 0 0,0 1 0,1-1 0,-1 0 0,0 0 0,1 0 0,-1 0 0,0 0 0,1 1 0,1 0 0,0 0 0,0 0 0,0 0 0,-1 0 0,1 1 0,0-1 0,-1 1 0,3 2 0,3 7 0,-1-1 0,-1 1 0,1 1 0,-2-1 0,0 1 0,0 0 0,2 14 0,10 90 0,-13-90 0,13 363 0,-15-242 0,21 148 0,-21-285 0,13 67 0,-13-70 0,1 0 0,1-1 0,-1 1 0,1 0 0,0-1 0,1 1 0,-1-1 0,6 7 0,-8-12-52,0 0-1,0 0 1,0 0-1,0 0 1,0 0-1,0-1 1,1 1-1,-1 0 1,0-1-1,0 1 1,1 0-1,-1-1 1,0 1-1,1-1 1,-1 0-1,0 1 1,1-1-1,-1 0 1,1 0-1,-1 0 0,0 0 1,1 0-1,-1 0 1,1-1-1,1 1 1,15-6-6774</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5.145"/>
    </inkml:context>
    <inkml:brush xml:id="br0">
      <inkml:brushProperty name="width" value="0.05" units="cm"/>
      <inkml:brushProperty name="height" value="0.05" units="cm"/>
    </inkml:brush>
  </inkml:definitions>
  <inkml:trace contextRef="#ctx0" brushRef="#br0">13 0 24575,'-12'179'0,"22"111"182,20-1-25,12 240-1861,-42-507-5122</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5.409"/>
    </inkml:context>
    <inkml:brush xml:id="br0">
      <inkml:brushProperty name="width" value="0.05" units="cm"/>
      <inkml:brushProperty name="height" value="0.05" units="cm"/>
    </inkml:brush>
  </inkml:definitions>
  <inkml:trace contextRef="#ctx0" brushRef="#br0">1 11 24575,'0'-1'0,"1"0"0,0 0 0,-1 1 0,1-1 0,0 0 0,0 0 0,0 1 0,0-1 0,0 0 0,0 1 0,0-1 0,0 1 0,0 0 0,0-1 0,0 1 0,0 0 0,2-1 0,-2 1 0,-1 1 0,1-1 0,-1 0 0,1 0 0,0 0 0,-1 1 0,1-1 0,-1 0 0,1 1 0,0-1 0,-1 0 0,1 1 0,-1-1 0,0 1 0,1-1 0,-1 1 0,1-1 0,-1 1 0,1-1 0,-1 1 0,1 0 0,0 4 0,1 0 0,0-1 0,-1 1 0,0 0 0,0 0 0,0 8 0,12 280 0,0-4 0,46 158 0,-57-431-455,2-1 0,7 22 0,-2-19-6371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5.641"/>
    </inkml:context>
    <inkml:brush xml:id="br0">
      <inkml:brushProperty name="width" value="0.05" units="cm"/>
      <inkml:brushProperty name="height" value="0.05" units="cm"/>
    </inkml:brush>
  </inkml:definitions>
  <inkml:trace contextRef="#ctx0" brushRef="#br0">0 0 24575,'4'213'0,"50"343"0,31-72-1365,-79-448-5461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6.057"/>
    </inkml:context>
    <inkml:brush xml:id="br0">
      <inkml:brushProperty name="width" value="0.05" units="cm"/>
      <inkml:brushProperty name="height" value="0.05" units="cm"/>
    </inkml:brush>
  </inkml:definitions>
  <inkml:trace contextRef="#ctx0" brushRef="#br0">23 100 24575,'-20'4'0,"18"0"0,14-2 0,179-11 0,-119 3 0,2150-73-4573,-2027 80 3741,342-9 842,-516 8 165,-17 0-59,0 0 0,1 0 0,-1 0 0,0 0 0,0-1 0,0 0 0,0 0 0,0 0 0,7-3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6.400"/>
    </inkml:context>
    <inkml:brush xml:id="br0">
      <inkml:brushProperty name="width" value="0.05" units="cm"/>
      <inkml:brushProperty name="height" value="0.05" units="cm"/>
    </inkml:brush>
  </inkml:definitions>
  <inkml:trace contextRef="#ctx0" brushRef="#br0">161 88 24575,'-53'9'0,"33"-7"0,1 1 0,0 2 0,-30 9 0,49-12 0,6 0 0,13 1 0,413 0-801,-286-5 415,977-13-2113,0-27 2038,-1044 38 48,79-4-27,177-32-1,-290 29 569,-28 2-3006</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8.171"/>
    </inkml:context>
    <inkml:brush xml:id="br0">
      <inkml:brushProperty name="width" value="0.05" units="cm"/>
      <inkml:brushProperty name="height" value="0.05" units="cm"/>
    </inkml:brush>
  </inkml:definitions>
  <inkml:trace contextRef="#ctx0" brushRef="#br0">9 501 24575,'-4'-17'0,"3"16"0,1 0 0,-1-1 0,1 1 0,-1 0 0,1 0 0,0-1 0,-1 1 0,1 0 0,0-1 0,0 1 0,0 0 0,0-1 0,0 1 0,0-2 0,1 3 0,-1 0 0,0 0 0,0 0 0,0 0 0,0 0 0,0 0 0,0 0 0,1 0 0,-1 0 0,0 0 0,0 0 0,0 0 0,0 0 0,0 0 0,1 0 0,-1 0 0,0 0 0,0 0 0,0 0 0,0 0 0,0 0 0,1 0 0,-1 0 0,0 0 0,0 0 0,0 0 0,0 0 0,0 0 0,0 0 0,1 0 0,-1 0 0,0 1 0,0-1 0,0 0 0,0 0 0,0 0 0,0 0 0,0 0 0,0 0 0,0 0 0,1 1 0,-1-1 0,0 0 0,0 0 0,0 0 0,0 0 0,0 0 0,0 1 0,0-1 0,0 0 0,0 0 0,0 0 0,5 11 0,11 37 0,-3 0 0,-2 1 0,9 80 0,-16-98 0,15 133 0,-2 191 0,-20-228 0,-5-1 0,-27 139 0,30-243 0,-4 28 0,8-47 0,1 0 0,0-1 0,0 1 0,0 0 0,0-1 0,0 1 0,1-1 0,-1 1 0,1 0 0,0-1 0,0 1 0,0-1 0,0 0 0,2 4 0,-2-4 0,0-1 0,1 0 0,-1 0 0,1 1 0,-1-1 0,1 0 0,-1-1 0,1 1 0,0 0 0,-1 0 0,1-1 0,0 1 0,0-1 0,-1 1 0,4-1 0,29 1 0,-27-1 0,247-15 0,-51 2 0,89 3 0,99-6 0,-4-20 0,-364 33 0,-7 1 0,0 0 0,-1 0 0,1-2 0,0 0 0,-1-1 0,0 0 0,17-9 0,-30 13 0,0-1 0,0 1 0,-1 0 0,1-1 0,0 1 0,0-1 0,-1 1 0,1-1 0,-1 0 0,1 0 0,-1 0 0,0 0 0,0 0 0,0 0 0,0 0 0,0 0 0,0 0 0,-1-1 0,1 1 0,-1 0 0,1 0 0,-1-1 0,0 1 0,0 0 0,0-1 0,0 1 0,0 0 0,-1 0 0,1-1 0,-1 1 0,-1-4 0,-2-5 0,-1-1 0,0 1 0,-1 0 0,-13-18 0,9 13 0,-61-101 0,5-3 0,-68-174 0,109 227 0,3-2 0,3 0 0,3-2 0,2 0 0,4 0 0,-1-92 0,12 128 0,1 1 0,1-1 0,2 1 0,2 0 0,1 0 0,1 0 0,2 1 0,28-58 0,-28 70 0,-5 10 0,-1 0 0,1 0 0,-2 0 0,0-1 0,0 0 0,-1 0 0,2-14 0,-5 24 0,0 0 0,0 0 0,0 0 0,0 0 0,-1 0 0,1 0 0,-1 0 0,0 0 0,1 0 0,-1 0 0,0 0 0,0 0 0,0 1 0,0-1 0,0 0 0,-1 1 0,1-1 0,-1 0 0,1 1 0,-1 0 0,1-1 0,-1 1 0,0 0 0,1 0 0,-1 0 0,0 0 0,0 0 0,0 0 0,0 1 0,0-1 0,-2 0 0,-7-1 0,0-1 0,0 2 0,0 0 0,-17 0 0,-298 27 0,177-9 0,-203 7 0,-11 2 0,343-24 0,-65 9 0,78-10 0,0 1 0,-1 0 0,1 1 0,0-1 0,0 1 0,1 1 0,-1-1 0,-9 8 0,14-10 18,0 1 0,1-1 0,-1 1 0,1-1 0,0 1 0,-1 0 0,1 0 0,0 0 0,0 0 0,0 0 0,0 0 0,1 0 0,-1 0 0,1 0 0,-1 0 0,1 0 0,-1 0 0,1 4 0,0 1-360,1-1 1,0 0 0,0 1-1,4 10 1,2 8-6485</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29.210"/>
    </inkml:context>
    <inkml:brush xml:id="br0">
      <inkml:brushProperty name="width" value="0.05" units="cm"/>
      <inkml:brushProperty name="height" value="0.05" units="cm"/>
    </inkml:brush>
  </inkml:definitions>
  <inkml:trace contextRef="#ctx0" brushRef="#br0">152 393 24575,'-6'-11'0,"-1"0"0,-1 1 0,0 0 0,0 0 0,-1 1 0,0 0 0,-17-13 0,25 21 0,-1 0 0,0-1 0,1 1 0,-1 0 0,0 0 0,0 0 0,0 0 0,0 0 0,0 0 0,0 1 0,-1-1 0,1 1 0,0-1 0,0 1 0,0 0 0,-3 0 0,3 0 0,1 1 0,0-1 0,-1 1 0,1-1 0,0 1 0,-1 0 0,1 0 0,0-1 0,0 1 0,0 0 0,0 0 0,0 0 0,0 0 0,0 0 0,0 1 0,0-1 0,0 0 0,0 0 0,1 1 0,-1-1 0,0 0 0,1 1 0,0-1 0,-1 0 0,0 3 0,-2 9 0,1 0 0,0 1 0,1-1 0,1 0 0,0 15 0,11 71 0,-7-68 0,36 268 0,21 185 0,-40-227 0,14 126 0,-33-366 0,16 91 0,-15-95 0,0-1 0,1 0 0,1 0 0,0 0 0,0 0 0,11 14 0,-14-23 0,0 0 0,0-1 0,0 1 0,1-1 0,-1 0 0,1 0 0,-1 0 0,1 0 0,0 0 0,0 0 0,0-1 0,0 1 0,0-1 0,0 0 0,1 0 0,-1 0 0,0-1 0,1 1 0,-1-1 0,0 0 0,1 1 0,-1-1 0,0-1 0,1 1 0,3-1 0,8-3 0,0 0 0,0 0 0,0-1 0,17-9 0,-6 2 0,62-19 0,1 3 0,1 5 0,167-22 0,282 7 0,-491 36 0,-19 1 0,6 0 0,1-2 0,62-11 0,-93 12 0,0 0 0,0 0 0,0 0 0,0-1 0,-1 1 0,1-1 0,-1 0 0,0-1 0,0 1 0,0-1 0,0 1 0,0-1 0,-1 0 0,0-1 0,0 1 0,0-1 0,0 1 0,-1-1 0,0 0 0,0 0 0,2-6 0,2-10 0,-1 0 0,-1 0 0,3-40 0,0-358 0,-7 133 0,2 223 0,2-213 0,-6 191 0,-18-105 0,10 123 0,-3 1 0,-3 0 0,-36-95 0,50 156 0,0 0 0,-1 0 0,1 0 0,-1 0 0,-1 1 0,1-1 0,0 1 0,-1 0 0,0 0 0,0 0 0,-1 0 0,1 1 0,-6-4 0,2 3 0,-1 0 0,1 1 0,-1 0 0,0 0 0,0 1 0,1 0 0,-13 0 0,-78-7 0,1 4 0,-100 8 0,-197 32 0,255-20 0,16-4 0,-86 10 0,152-12 0,-89 24 0,97-16-1365,11 0-5461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0.237"/>
    </inkml:context>
    <inkml:brush xml:id="br0">
      <inkml:brushProperty name="width" value="0.05" units="cm"/>
      <inkml:brushProperty name="height" value="0.05" units="cm"/>
    </inkml:brush>
  </inkml:definitions>
  <inkml:trace contextRef="#ctx0" brushRef="#br0">1 314 24575,'2'0'0,"0"0"0,0 1 0,0-1 0,0 1 0,1 0 0,-1 0 0,0-1 0,0 1 0,-1 0 0,1 1 0,0-1 0,0 0 0,0 1 0,-1-1 0,1 0 0,-1 1 0,1 0 0,-1-1 0,0 1 0,0 0 0,1 0 0,-1 0 0,0 0 0,-1 0 0,1 0 0,0 0 0,0 4 0,3 8 0,0 0 0,-2 0 0,2 17 0,-2-15 0,22 320 0,-25 1 0,0-288 0,-19 285 0,4-104 0,15-212 0,1 0 0,0 0 0,2 0 0,0 0 0,8 32 0,-8-43 0,1 0 0,-1 0 0,2 0 0,-1 0 0,1 0 0,0-1 0,0 1 0,1-1 0,-1 0 0,1-1 0,1 1 0,-1-1 0,1 0 0,0 0 0,0 0 0,8 3 0,-2-2 0,1 0 0,0-1 0,1 0 0,-1-1 0,1 0 0,0-2 0,20 3 0,102-3 0,-90-3 0,280-7 0,132 0 0,-255 14 0,134-1 0,-331-6 0,11 1 0,-1-1 0,1-1 0,0-1 0,21-6 0,-34 8 0,-1 0 0,1 0 0,-1-1 0,0 1 0,1-1 0,-1 0 0,0 0 0,0 0 0,0-1 0,0 1 0,0-1 0,-1 1 0,1-1 0,-1 0 0,0 0 0,0 0 0,0 0 0,0-1 0,0 1 0,-1 0 0,1-1 0,-1 1 0,0-1 0,0 0 0,0-4 0,0-19 0,-1 0 0,-1 0 0,-2 1 0,0-1 0,-11-36 0,3 7 0,-84-702 0,42 273 0,41 391 0,-25-158 0,36 245 0,-1 0 0,0 0 0,0 1 0,0-1 0,-1 1 0,1 0 0,-5-7 0,6 12 0,-1-1 0,1 1 0,0-1 0,-1 1 0,1 0 0,-1-1 0,1 1 0,-1 0 0,0 0 0,1 0 0,-1 0 0,0 0 0,0 1 0,0-1 0,0 0 0,0 1 0,0 0 0,0-1 0,0 1 0,0 0 0,0 0 0,0 0 0,1 0 0,-1 0 0,0 1 0,0-1 0,0 0 0,-3 2 0,-147 45 0,-20 6 0,-331 39 319,125-28-2003,320-52-5142</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0.671"/>
    </inkml:context>
    <inkml:brush xml:id="br0">
      <inkml:brushProperty name="width" value="0.05" units="cm"/>
      <inkml:brushProperty name="height" value="0.05" units="cm"/>
    </inkml:brush>
  </inkml:definitions>
  <inkml:trace contextRef="#ctx0" brushRef="#br0">91 148 24575,'1'-1'0,"0"1"0,1-1 0,-1 1 0,0-1 0,0 1 0,0-1 0,0 0 0,0 0 0,0 0 0,0 1 0,0-1 0,0 0 0,0 0 0,0 0 0,-1 0 0,1-1 0,0 1 0,-1 0 0,1 0 0,-1 0 0,1 0 0,-1-1 0,0 1 0,1 0 0,-1 0 0,0-2 0,6-34 0,-6 36 0,0 0 0,0 1 0,0-1 0,0 0 0,0 0 0,0 1 0,0-1 0,0 0 0,0 1 0,0-1 0,0 0 0,0 1 0,-1-1 0,1 0 0,0 1 0,0-1 0,-1 0 0,1 1 0,-1-1 0,1 0 0,0 1 0,-1-1 0,1 1 0,-1-1 0,1 1 0,-1-1 0,1 1 0,-1 0 0,0-1 0,1 1 0,-1-1 0,0 1 0,1 0 0,-1 0 0,0-1 0,1 1 0,-1 0 0,0 0 0,1 0 0,-1 0 0,0 0 0,1 0 0,-1 0 0,0 0 0,0 0 0,1 0 0,-1 0 0,0 0 0,1 1 0,-1-1 0,0 0 0,1 0 0,-1 1 0,0-1 0,1 1 0,-1-1 0,-4 3 0,0-1 0,0 1 0,1 0 0,-1 1 0,1-1 0,-5 5 0,3-1 0,1 0 0,-1 0 0,1 1 0,0-1 0,1 1 0,0 0 0,0 1 0,1-1 0,0 1 0,0-1 0,-2 13 0,5-18 0,-1 1 0,1-1 0,0 1 0,-1-1 0,2 1 0,-1-1 0,0 1 0,1-1 0,-1 0 0,1 1 0,0-1 0,0 0 0,1 1 0,-1-1 0,0 0 0,1 0 0,0 0 0,0 0 0,0-1 0,0 1 0,0 0 0,1-1 0,-1 1 0,1-1 0,0 0 0,-1 0 0,1 0 0,0 0 0,0 0 0,0-1 0,0 0 0,5 2 0,-1-1 0,-1 0 0,1-1 0,0 0 0,-1 0 0,1-1 0,0 0 0,0 0 0,-1 0 0,1-1 0,0 0 0,-1 0 0,1-1 0,-1 0 0,1 0 0,-1 0 0,0-1 0,11-6 0,-14 7 0,1 0 0,-1-1 0,1 1 0,-1-1 0,0 0 0,0 0 0,0 0 0,0 0 0,0-1 0,-1 1 0,0-1 0,0 1 0,0-1 0,0 0 0,0 0 0,-1 0 0,1 0 0,-1 0 0,0 0 0,0-1 0,-1 1 0,1 0 0,-1 0 0,0-1 0,0 1 0,-1 0 0,1 0 0,-3-8 0,1 4 31,-1 0 0,-1 0 0,1 0 0,-1 1 0,0 0 0,-1 0 0,0 0 0,0 0 1,-1 1-1,-7-8 0,-1 2-458,1 0 0,-2 2 1,-27-17-1,13 11-6399</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1.337"/>
    </inkml:context>
    <inkml:brush xml:id="br0">
      <inkml:brushProperty name="width" value="0.05" units="cm"/>
      <inkml:brushProperty name="height" value="0.05" units="cm"/>
    </inkml:brush>
  </inkml:definitions>
  <inkml:trace contextRef="#ctx0" brushRef="#br0">0 12 24575,'11'-1'0,"-2"1"0,-8 1 0,0 0 0,-1 0 0,1-1 0,-1 1 0,1 0 0,-1 0 0,0 0 0,1 0 0,-1 0 0,0 0 0,1 0 0,-1 0 0,0 0 0,0 1 0,4 62 0,-4-48 0,0 0 0,4 19 0,-2-29 0,-1-1 0,0 1 0,1-1 0,0 0 0,1 0 0,-1 0 0,1 0 0,0 0 0,0 0 0,5 5 0,-3-4 0,1 0 0,0-1 0,0 0 0,1 0 0,-1 0 0,1-1 0,0 0 0,0-1 0,1 1 0,-1-1 0,1-1 0,-1 1 0,1-1 0,12 1 0,-15-2 0,0-1 0,1 1 0,-1-1 0,0-1 0,0 1 0,0-1 0,0 0 0,0 0 0,0 0 0,0-1 0,-1 1 0,1-1 0,0 0 0,-1-1 0,1 1 0,-1-1 0,0 0 0,0 0 0,0 0 0,0-1 0,0 1 0,-1-1 0,6-8 0,-7 9 0,0 0 0,-1 0 0,1 0 0,-1 0 0,1 0 0,-1 0 0,0 0 0,0-1 0,-1 1 0,1 0 0,-1-1 0,1 1 0,-1 0 0,0-1 0,0 1 0,-1-1 0,0-4 0,-1 3 0,0 0 0,0 0 0,0 0 0,0 0 0,-1 0 0,0 0 0,0 1 0,0-1 0,-1 1 0,-3-4 0,-4-2 0,0 0 0,-1 1 0,0 0 0,0 1 0,0 1 0,-1 0 0,-19-7 0,4 4-682,-51-10-1,53 15-6143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2.069"/>
    </inkml:context>
    <inkml:brush xml:id="br0">
      <inkml:brushProperty name="width" value="0.05" units="cm"/>
      <inkml:brushProperty name="height" value="0.05" units="cm"/>
    </inkml:brush>
  </inkml:definitions>
  <inkml:trace contextRef="#ctx0" brushRef="#br0">170 133 24575,'1'-3'0,"-1"0"0,0 0 0,-1 0 0,1 0 0,-1 0 0,1 0 0,-1 0 0,0 0 0,0 0 0,0 0 0,0 0 0,-1 0 0,1 0 0,-1 1 0,0-1 0,1 1 0,-1-1 0,-4-2 0,4 3 0,0 1 0,0 0 0,-1-1 0,1 1 0,-1 0 0,1 1 0,-1-1 0,1 0 0,-1 1 0,0-1 0,1 1 0,-1 0 0,1 0 0,-1 0 0,0 0 0,1 0 0,-1 1 0,0-1 0,1 1 0,-1 0 0,1 0 0,-3 1 0,-1 0 0,0 1 0,1 1 0,-1-1 0,1 1 0,0 0 0,0 0 0,0 0 0,1 1 0,-1 0 0,1 0 0,0 0 0,0 0 0,1 1 0,0-1 0,0 1 0,-3 7 0,5-10 0,-1 0 0,1 0 0,0 0 0,0 0 0,1 0 0,-1 0 0,1 0 0,-1 0 0,1 0 0,0 1 0,0-1 0,0 0 0,0 0 0,1 0 0,-1 0 0,1 0 0,0 0 0,0 0 0,0 0 0,0 0 0,1 0 0,-1 0 0,1-1 0,0 1 0,0 0 0,0-1 0,0 0 0,0 1 0,0-1 0,0 0 0,1 0 0,-1 0 0,1 0 0,4 2 0,2-1 0,0 0 0,0 0 0,0-1 0,0 0 0,0 0 0,1-1 0,-1 0 0,1-1 0,-1 0 0,1 0 0,-1-1 0,0 0 0,1-1 0,-1 0 0,14-6 0,-12 5 0,0-1 0,0-1 0,-1 0 0,0 0 0,0-1 0,0 0 0,0-1 0,-1 0 0,-1-1 0,1 0 0,-1 0 0,10-13 0,-16 18 0,1-1 0,-1 1 0,-1 0 0,1-1 0,0 1 0,-1-1 0,0 0 0,1 0 0,-1 1 0,-1-1 0,1 0 0,-1 0 0,1 0 0,-1 0 0,0 0 0,-1 0 0,1 1 0,-1-1 0,1 0 0,-1 0 0,0 0 0,-1 1 0,1-1 0,-1 0 0,1 1 0,-1-1 0,0 1 0,0 0 0,-1 0 0,1 0 0,-1 0 0,1 0 0,-5-3 0,2 2 0,1 0 0,-2 0 0,1 1 0,0-1 0,-1 1 0,1 0 0,-1 1 0,0-1 0,0 1 0,0 1 0,0-1 0,0 1 0,-1 0 0,1 0 0,0 1 0,-1 0 0,1 0 0,0 0 0,-1 1 0,-6 1 0,-18 10-1365,3 2-5461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3.092"/>
    </inkml:context>
    <inkml:brush xml:id="br0">
      <inkml:brushProperty name="width" value="0.05" units="cm"/>
      <inkml:brushProperty name="height" value="0.05" units="cm"/>
    </inkml:brush>
  </inkml:definitions>
  <inkml:trace contextRef="#ctx0" brushRef="#br0">164 46 24575,'-29'-10'0,"6"1"0,-1 1 0,-1 1 0,-32-4 0,51 11 0,15 3 0,18 4 0,419 51-82,-362-50-135,701 69-2441,988 103-5278,-434-32 7326,158 18-669,-2-24 716,-861-99 2090,-365-38 3220,-248-4-4410,23-1 1489,-41-1-1607,0 1-1,0 0 1,0-1 0,-1 1-1,1-1 1,0 0-1,0 0 1,-1 0 0,1 0-1,-1 0 1,4-3-1,-6 4-164,1 0-1,-1-1 0,0 1 0,1-1 0,-1 1 0,0 0 1,0-1-1,0 1 0,1-1 0,-1 1 0,0-1 0,0 1 0,0-1 1,0 1-1,0-1 0,0 1 0,0-1 0,0 1 0,0-1 1,0 1-1,0 0 0,0-1 0,0 1 0,0-1 0,-1 1 0,1-1 1,0 1-1,0-1 0,0 1 0,-1 0 0,1-1 0,0 1 1,-1-1-1,1 1 0,0 0 0,-1-1 0,-15-14 60,14 13 24,-2-1-125,-7-6 0,0 0 0,1 0 0,0-1 1,1 0-1,-11-16 0,19 24-12,-1 0-1,1-1 1,0 1-1,0-1 1,-1 1-1,2-1 1,-1 0-1,0 1 1,0-1-1,1 0 1,0 0-1,-1 1 1,1-1-1,0 0 1,0 0-1,1 1 1,-1-1-1,0 0 1,1 0-1,0 1 1,0-1-1,0 0 1,0 1-1,0-1 1,0 1-1,1-1 1,-1 1-1,1 0 1,-1 0-1,1-1 1,0 1-1,0 0 1,4-2-1,4-4 1,0 1 0,1 0 0,0 0 0,0 2 0,1-1 0,-1 1 0,15-3 0,19-9 0,-45 17 0,1-1 0,-1 1 0,1 0 0,-1 0 0,0 0 0,1-1 0,-1 1 0,1 0 0,-1 0 0,0-1 0,1 1 0,-1 0 0,0-1 0,0 1 0,1 0 0,-1-1 0,0 1 0,0 0 0,1-1 0,-1 1 0,0-1 0,0 1 0,0 0 0,0-1 0,0 1 0,1-1 0,-1 1 0,0-1 0,0 1 0,0 0 0,0-1 0,0 1 0,0-1 0,-1 1 0,1-1 0,0 1 0,0-1 0,0 1 0,0 0 0,0-1 0,-1 1 0,1-1 0,0 1 0,0 0 0,-1-1 0,1 1 0,0 0 0,-1-1 0,1 1 0,0 0 0,-1 0 0,1-1 0,0 1 0,-2 0 0,-24-19 0,20 15 0,6 4 0,0 0 0,0 1 0,0-1 0,0 0 0,0 0 0,0 0 0,0 0 0,0 0 0,0 0 0,0 0 0,0 0 0,0 0 0,0 0 0,0 0 0,0 0 0,0 0 0,0 0 0,0 0 0,0 0 0,0 0 0,0 0 0,0 0 0,0 0 0,0 0 0,0 0 0,0 0 0,0 0 0,0 0 0,0 0 0,-1 0 0,1 0 0,0 0 0,0 0 0,0 0 0,0 0 0,0 0 0,0 0 0,0 0 0,0 0 0,0 0 0,0 0 0,6 9 0,12 11 0,60 49 0,-48-44 0,-1 0 0,-1 2 0,32 42 0,-57-66 0,0 1 0,0 0 0,-1 1 0,1-1 0,-1 0 0,0 1 0,-1-1 0,1 1 0,-1-1 0,0 1 0,1 8 0,-2-11 0,0 0 0,0 1 0,-1-1 0,1 0 0,-1 0 0,1 1 0,-1-1 0,0 0 0,0 0 0,0 0 0,0 0 0,0 0 0,0 0 0,-1 0 0,1 0 0,-1-1 0,1 1 0,-1 0 0,0-1 0,0 1 0,1-1 0,-1 0 0,0 0 0,0 0 0,0 0 0,-4 2 0,-9 3 66,-1-1-1,0 0 1,-1 0-1,-29 2 1,-70 3-939,86-9 53,-26 2-6006</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4.162"/>
    </inkml:context>
    <inkml:brush xml:id="br0">
      <inkml:brushProperty name="width" value="0.05" units="cm"/>
      <inkml:brushProperty name="height" value="0.05" units="cm"/>
    </inkml:brush>
  </inkml:definitions>
  <inkml:trace contextRef="#ctx0" brushRef="#br0">195 1248 24575,'-26'11'0,"-1"-1"0,0-1 0,-1-1 0,-48 7 0,66-13 0,115-10 0,623-92-2575,-456 60 1552,2782-371-5971,-2078 288 6682,1677-205-825,-2070 268 2990,-198 31 2482,-349 27-3353,-24 3 659,-15 3-594,-18 3 267,-22 3-1169,-1-2 0,0-2 0,0-2-1,-1-2 1,-60-4 0,101 2-145,1-1 0,0 1 0,0 0 0,0-1 0,0 0 0,1 0 0,-1 0 0,0 0 0,0 0 0,0-1 0,1 1 0,-1-1 0,1 1 0,-1-1 0,1 0 0,-4-4 0,4 3 0,1 0 0,-1 0 0,1 0 0,0 0 0,0 0 0,0-1 0,0 1 0,0 0 0,1-1 0,0 1 0,0 0 0,0-1 0,0 1 0,0 0 0,1-5 0,1-1 0,0 0 0,1 0 0,0 1 0,1-1 0,0 1 0,0-1 0,1 1 0,0 0 0,0 1 0,0-1 0,1 1 0,1 0 0,-1 1 0,1-1 0,0 1 0,0 1 0,1-1 0,0 1 0,0 1 0,0-1 0,1 1 0,9-3 0,-15 7 0,0-1 0,0 1 0,0-1 0,0 1 0,0 0 0,1 1 0,-1-1 0,0 0 0,0 1 0,0 0 0,0-1 0,0 1 0,0 1 0,0-1 0,0 0 0,-1 1 0,1-1 0,0 1 0,-1 0 0,1 0 0,-1 0 0,1 0 0,-1 0 0,0 0 0,0 1 0,0-1 0,-1 1 0,1 0 0,0-1 0,1 6 0,0-3 0,-1-1 0,0 1 0,0 0 0,0 0 0,-1 0 0,1 0 0,-1 0 0,-1 0 0,1 0 0,-1 0 0,0 0 0,0 0 0,0 0 0,0 1 0,-1-1 0,0 0 0,0 0 0,-3 7 0,0-5-195,-1-1 0,1 1 0,-1-1 0,-1 0 0,1 0 0,-11 9 0,-14 9-6631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5.234"/>
    </inkml:context>
    <inkml:brush xml:id="br0">
      <inkml:brushProperty name="width" value="0.05" units="cm"/>
      <inkml:brushProperty name="height" value="0.05" units="cm"/>
    </inkml:brush>
  </inkml:definitions>
  <inkml:trace contextRef="#ctx0" brushRef="#br0">52 4186 24575,'-5'4'0,"-1"1"0,1-1 0,-1-1 0,-10 6 0,2-1 0,29-20 0,0 2 0,0-1 0,28-12 0,-8 3 0,346-175-331,15 21-460,-289 128 541,1639-721-2924,-249 108-895,8 25 2024,-987 428 1889,676-287-260,-1004 404 821,212-133 0,-134 29 1303,-197 133 826,98-110 1,-137 135-1974,1 0 431,-2-2-1,41-61 0,-72 97-989,1 0 0,0 0 0,0-1 0,-1 1 0,1 0 0,-1 0 0,1 0 0,-1-1 0,1 1 0,-1 0 0,0 0 0,0-1 0,1 1 0,-1 0 0,0-1 0,0 1 0,-1-2 0,1 2-1,0 1 0,-1 0 1,1-1-1,0 1 0,-1-1 1,1 1-1,-1 0 0,1-1 1,-1 1-1,1 0 0,-1 0 1,1-1-1,-1 1 0,1 0 1,-1 0-1,1 0 0,-1 0 1,1 0-1,-1-1 0,0 1 1,1 0-1,-1 0 0,1 1 1,-1-1-1,1 0 0,-2 0 1,-5 1 5,1 1 1,-1 0 0,0 0 0,-10 6-1,-16 9-7,-42 30 0,45-27 0,19-13-1365,1-3-5461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5.450"/>
    </inkml:context>
    <inkml:brush xml:id="br0">
      <inkml:brushProperty name="width" value="0.05" units="cm"/>
      <inkml:brushProperty name="height" value="0.05" units="cm"/>
    </inkml:brush>
  </inkml:definitions>
  <inkml:trace contextRef="#ctx0" brushRef="#br0">0 110 24575,'0'-6'0,"0"0"0,1 0 0,-1 0 0,1 0 0,0 0 0,0 0 0,1 0 0,0 0 0,4-9 0,-4 12 0,0 0 0,0 0 0,0 1 0,1-1 0,-1 1 0,1-1 0,-1 1 0,1 0 0,0 0 0,0 0 0,0 0 0,0 1 0,0-1 0,0 1 0,1 0 0,-1 0 0,0 0 0,6-1 0,-5 1 0,1 1 0,-1-1 0,1 1 0,-1 0 0,0 0 0,1 0 0,-1 1 0,1 0 0,-1-1 0,0 2 0,1-1 0,-1 0 0,0 1 0,0 0 0,0 0 0,5 3 0,-4-1 0,0 0 0,1 0 0,-1 1 0,-1 0 0,1 0 0,-1 0 0,0 0 0,0 1 0,0 0 0,3 7 0,-4-6 0,0 0 0,0 0 0,0 0 0,-1 0 0,0 1 0,0-1 0,-1 1 0,0 0 0,0-1 0,-1 1 0,0 0 0,-1-1 0,1 1 0,-1 0 0,-1-1 0,1 1 0,-1-1 0,-1 0 0,-4 12 0,-16 13-1365,-2-3-5461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36.956"/>
    </inkml:context>
    <inkml:brush xml:id="br0">
      <inkml:brushProperty name="width" value="0.05" units="cm"/>
      <inkml:brushProperty name="height" value="0.05" units="cm"/>
    </inkml:brush>
  </inkml:definitions>
  <inkml:trace contextRef="#ctx0" brushRef="#br0">4 69 24575,'-3'2'0,"3"1"0,2-2 0,4-2 0,5-2 0,6-4 0,7 0 0,3-1 0,7-2 0,5 1 0,2-1 0,-1 2 0,-3 3 0,-3 1 0,-2 1 0,-8 5 0,-6 3 0,-8 1-8191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2.483"/>
    </inkml:context>
    <inkml:brush xml:id="br0">
      <inkml:brushProperty name="width" value="0.05" units="cm"/>
      <inkml:brushProperty name="height" value="0.05" units="cm"/>
    </inkml:brush>
  </inkml:definitions>
  <inkml:trace contextRef="#ctx0" brushRef="#br0">295 64 24575,'4'-1'0,"0"1"0,0-1 0,0 0 0,0 0 0,0 0 0,0-1 0,0 1 0,0-1 0,4-2 0,-6 3 0,-1 0 0,1 0 0,-1 0 0,0 0 0,1 0 0,-1 0 0,0 0 0,1 0 0,-1 0 0,0 0 0,0-1 0,0 1 0,0 0 0,0-1 0,-1 1 0,1-1 0,0 1 0,-1-1 0,1 0 0,-1 1 0,1-1 0,-1 1 0,0-1 0,0 0 0,0-2 0,0 4 0,0-1 0,0 0 0,-1 0 0,1 1 0,-1-1 0,1 0 0,0 1 0,-1-1 0,1 1 0,-1-1 0,0 0 0,1 1 0,-1-1 0,1 1 0,-1 0 0,0-1 0,1 1 0,-1-1 0,0 1 0,0 0 0,1 0 0,-1-1 0,0 1 0,0 0 0,1 0 0,-1 0 0,0 0 0,0 0 0,0 0 0,1 0 0,-3 0 0,-26 5 0,12 1 0,0 0 0,0 1 0,1 1 0,-1 1 0,2 0 0,-1 1 0,2 1 0,-1 1 0,1 0 0,-16 18 0,16-14 0,1 0 0,0 0 0,1 2 0,1-1 0,1 2 0,0-1 0,1 1 0,-11 36 0,17-42 0,0 0 0,1 0 0,0 0 0,1 0 0,0 0 0,1 0 0,1 0 0,0 0 0,0 0 0,2 0 0,6 22 0,-6-26 0,1 0 0,0 0 0,0-1 0,1 0 0,0 0 0,0 0 0,1 0 0,0-1 0,1 0 0,-1-1 0,1 1 0,1-1 0,-1 0 0,1-1 0,0 0 0,0 0 0,10 4 0,1-2 0,0-1 0,0 0 0,1-2 0,-1 0 0,1-1 0,0-1 0,0-1 0,0-1 0,0-1 0,35-5 0,-20 0 0,0-2 0,0-1 0,0-1 0,-1-3 0,35-17 0,-51 21 0,-1-1 0,0 0 0,-1-1 0,0-1 0,0 0 0,-1-1 0,-1-1 0,-1 0 0,20-26 0,-28 33 0,-1 0 0,0 0 0,0-1 0,0 1 0,-1-1 0,0 0 0,0 1 0,-1-2 0,0 1 0,-1 0 0,0 0 0,0 0 0,0-1 0,-1 1 0,-1 0 0,1-1 0,-1 1 0,-1 0 0,0 0 0,0 0 0,0 0 0,-1 0 0,0 0 0,0 1 0,-6-9 0,2 5 23,0 1 0,-1 0 0,0 0-1,-1 0 1,0 1 0,0 1 0,-1-1-1,0 2 1,-1-1 0,0 1 0,0 1-1,0 0 1,-1 0 0,-22-6 0,19 7-155,0 2 1,0-1 0,0 2-1,0 0 1,0 1 0,-1 1 0,1 0-1,0 1 1,0 0 0,0 1 0,0 1-1,-17 6 1,-2 3-6695</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3.032"/>
    </inkml:context>
    <inkml:brush xml:id="br0">
      <inkml:brushProperty name="width" value="0.05" units="cm"/>
      <inkml:brushProperty name="height" value="0.05" units="cm"/>
    </inkml:brush>
  </inkml:definitions>
  <inkml:trace contextRef="#ctx0" brushRef="#br0">195 16 24575,'-2'0'0,"1"0"0,0 1 0,0-1 0,0 0 0,0 1 0,0-1 0,0 1 0,0-1 0,0 1 0,0 0 0,0-1 0,0 1 0,0 0 0,0 0 0,0 0 0,1 0 0,-1 0 0,0 0 0,1 0 0,-1 0 0,0 2 0,-12 27 0,10-22 0,-146 315 0,148-321 0,0 0 0,0 0 0,0 0 0,0 1 0,0-1 0,1 0 0,-1 0 0,1 1 0,-1-1 0,1 0 0,0 1 0,0-1 0,0 0 0,0 1 0,1 3 0,0-4 0,0 0 0,0 0 0,0 0 0,0-1 0,0 1 0,1 0 0,-1-1 0,1 1 0,-1-1 0,1 0 0,-1 1 0,1-1 0,0 0 0,-1 0 0,1 0 0,0 0 0,0 0 0,3 0 0,12 5 0,1 0 0,0-2 0,1 0 0,31 2 0,76-2 0,-123-4 0,41-1 0,84-12 0,-106 10 0,-1-2 0,1-1 0,-1-1 0,0 0 0,34-19 0,-53 26 0,0-1 0,-1 0 0,1 0 0,-1-1 0,1 1 0,-1 0 0,1 0 0,-1-1 0,0 1 0,0-1 0,0 1 0,0-1 0,0 0 0,0 1 0,0-1 0,0 0 0,-1 1 0,1-1 0,-1 0 0,1 0 0,-1 0 0,0 0 0,0 1 0,1-1 0,-1 0 0,-1 0 0,1-3 0,-2-4 0,0 1 0,-1-1 0,0 1 0,-8-16 0,-2-8 0,-19-102 341,-1-6-2047,29 128-5120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3.405"/>
    </inkml:context>
    <inkml:brush xml:id="br0">
      <inkml:brushProperty name="width" value="0.05" units="cm"/>
      <inkml:brushProperty name="height" value="0.05" units="cm"/>
    </inkml:brush>
  </inkml:definitions>
  <inkml:trace contextRef="#ctx0" brushRef="#br0">46 35 24575,'-6'0'0,"-1"-1"0,0 0 0,1-1 0,-13-4 0,67 8 0,56 5 0,1-4 0,130-13 0,-228 10 0,-2-1 0,1 1 0,0-1 0,-1 0 0,1 0 0,9-4 0,-14 5-20,-1 0-1,0 0 0,0-1 1,1 1-1,-1 0 0,0 0 0,0 0 1,1 0-1,-1 0 0,0 0 1,0-1-1,0 1 0,1 0 1,-1 0-1,0 0 0,0 0 1,0-1-1,0 1 0,1 0 1,-1 0-1,0-1 0,0 1 0,0 0 1,0 0-1,0 0 0,0-1 1,0 1-1,0 0 0,0-1 1,0 1-1,0 0 0,0 0 1,0-1-1,0 1 0,0 0 1,0 0-1,0-1 0,0 1 0,0 0 1,0 0-1,0-1 0,0 1 1,0 0-1,0 0 0,-1 0 1,1-1-1,0 1 0,0 0 1,0 0-1,0 0 0,-1-1 1,1 1-1,0 0 0,0 0 0,0 0 1,-1 0-1,1 0 0,0-1 1,0 1-1,-1 0 0,1 0 1,0 0-1,0 0 0,-1 0 1,1 0-1,-11-5-6805</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3.622"/>
    </inkml:context>
    <inkml:brush xml:id="br0">
      <inkml:brushProperty name="width" value="0.05" units="cm"/>
      <inkml:brushProperty name="height" value="0.05" units="cm"/>
    </inkml:brush>
  </inkml:definitions>
  <inkml:trace contextRef="#ctx0" brushRef="#br0">1 28 24575,'2'-1'0,"0"1"0,-1-1 0,1 0 0,0 0 0,0 1 0,0-1 0,-1 0 0,1 0 0,0-1 0,2-2 0,17-8 0,-18 11 0,0 1 0,0-1 0,1 1 0,-1-1 0,0 1 0,1 0 0,-1 0 0,0 1 0,1-1 0,-1 1 0,0-1 0,0 1 0,0 0 0,1 0 0,-1 1 0,0-1 0,3 3 0,-1-1 0,-1 0 0,0 1 0,0-1 0,-1 1 0,1 0 0,-1 0 0,0 0 0,0 1 0,0-1 0,2 6 0,1 1 0,-2 1 0,0 0 0,0-1 0,-1 1 0,0 1 0,-1-1 0,-1 0 0,1 22 0,-3-24-124,0 1 0,0-1 0,-1 1 0,0-1 0,-1 0 0,0 0-1,0 0 1,-1 0 0,-1-1 0,-10 17 0,1-5-6702</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4.501"/>
    </inkml:context>
    <inkml:brush xml:id="br0">
      <inkml:brushProperty name="width" value="0.05" units="cm"/>
      <inkml:brushProperty name="height" value="0.05" units="cm"/>
    </inkml:brush>
  </inkml:definitions>
  <inkml:trace contextRef="#ctx0" brushRef="#br0">1 151 24575,'3'-16'0,"-3"16"0,0 0 0,0-1 0,1 1 0,-1 0 0,0 0 0,0 0 0,0-1 0,1 1 0,-1 0 0,0 0 0,0 0 0,1 0 0,-1 0 0,0-1 0,0 1 0,1 0 0,-1 0 0,0 0 0,0 0 0,1 0 0,-1 0 0,0 0 0,1 0 0,-1 0 0,0 0 0,0 0 0,1 0 0,-1 0 0,0 0 0,1 1 0,0-1 0,1 1 0,-1 0 0,0 0 0,0 0 0,0 1 0,0-1 0,1 0 0,-1 0 0,-1 0 0,1 1 0,0-1 0,0 1 0,0-1 0,-1 1 0,1-1 0,0 2 0,4 22 0,0-1 0,-2 1 0,-1 0 0,0 1 0,-4 37 0,1-14 0,-1 63 0,3 109 0,-1-217 0,0 1 0,0 0 0,1-1 0,0 1 0,0-1 0,0 1 0,0-1 0,1 1 0,0-1 0,0 0 0,0 0 0,0 0 0,4 5 0,-3-7 0,-1 1 0,1-1 0,0 0 0,0 1 0,0-1 0,0-1 0,1 1 0,-1 0 0,0-1 0,1 0 0,-1 0 0,1 0 0,0 0 0,-1 0 0,1-1 0,0 1 0,3-1 0,71-1 0,-1-2 0,87-16 0,-25 2 0,345-27 0,-467 42 0,-10 2 0,1 0 0,-1-1 0,0 0 0,0-1 0,0 1 0,0-2 0,0 1 0,9-4 0,-15 5 0,-1 1 0,1-1 0,0 1 0,-1-1 0,1 1 0,-1-1 0,1 1 0,-1-1 0,1 0 0,-1 1 0,1-1 0,-1 0 0,0 1 0,1-1 0,-1 0 0,0 0 0,0 1 0,1-1 0,-1 0 0,0 0 0,0 0 0,0 1 0,0-1 0,0 0 0,0 0 0,0 0 0,0 1 0,0-1 0,-1 0 0,1 0 0,0 1 0,0-1 0,-1 0 0,1 0 0,0 1 0,-1-1 0,1 0 0,-1 1 0,0-2 0,-28-30 0,17 20 0,5 2 0,0-1 0,1 1 0,1-1 0,0 0 0,0 0 0,1 0 0,1-1 0,0 0 0,0 1 0,1-1 0,1 0 0,0 0 0,1-24 0,2 4 0,1 0 0,2-1 0,17-61 0,-7 49 0,-6 20 0,6-28 0,-13 46 0,-1 0 0,0 0 0,0 0 0,-1 0 0,0 0 0,0 0 0,-1 0 0,0 0 0,-1-7 0,0 10 0,1 1 0,-1-1 0,1 1 0,-1 0 0,0-1 0,-1 1 0,1 0 0,0 0 0,-1 0 0,0 1 0,0-1 0,0 1 0,0-1 0,0 1 0,0 0 0,0 0 0,-1 0 0,1 1 0,-1-1 0,1 1 0,-1 0 0,-7-2 0,-7 0 0,0 0 0,-1 1 0,-26 1 0,30 0 0,-388 5 0,276 4 0,-145 29 0,261-35 0,-2 0 0,1 0 0,-1 1 0,1 0 0,0 1 0,0 0 0,0 1 0,0 0 0,-10 7 0,21-11-27,1-1 0,-1 0-1,1 1 1,-1-1 0,1 0-1,-1 1 1,1-1 0,-1 1-1,1-1 1,-1 1 0,1-1 0,0 1-1,-1-1 1,1 1 0,0-1-1,0 1 1,-1-1 0,1 1-1,0 0 1,0-1 0,0 1 0,-1-1-1,1 1 1,0 0 0,0-1-1,0 1 1,0-1 0,0 1-1,1 0 1,-1-1 0,0 1-1,0-1 1,0 1 0,0 0 0,1-1-1,-1 1 1,0-1 0,0 1-1,1-1 1,-1 1 0,1-1-1,-1 1 1,0-1 0,1 1-1,-1-1 1,1 1 0,-1-1 0,1 0-1,0 1 1,8 4-6799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5.204"/>
    </inkml:context>
    <inkml:brush xml:id="br0">
      <inkml:brushProperty name="width" value="0.05" units="cm"/>
      <inkml:brushProperty name="height" value="0.05" units="cm"/>
    </inkml:brush>
  </inkml:definitions>
  <inkml:trace contextRef="#ctx0" brushRef="#br0">2 31 24575,'0'-6'0,"-1"6"0,1-1 0,0 0 0,0 1 0,0-1 0,0 0 0,0 1 0,0-1 0,0 0 0,0 1 0,0-1 0,0 0 0,0 1 0,1-1 0,-1 0 0,0 1 0,0-1 0,1 1 0,-1-1 0,0 0 0,1 1 0,-1-1 0,1 1 0,-1-1 0,0 1 0,1-1 0,-1 1 0,1-1 0,0 1 0,-1 0 0,1-1 0,-1 1 0,1 0 0,0-1 0,-1 1 0,1 0 0,-1 0 0,1-1 0,0 1 0,-1 0 0,1 0 0,0 0 0,0 0 0,-1 0 0,1 0 0,1 0 0,37-3 0,1 1 0,63 6 0,-102-4 0,0-1 0,1 1 0,-1 0 0,1 1 0,-1-1 0,1 0 0,-1 0 0,1 1 0,-1-1 0,0 0 0,1 1 0,-1 0 0,0-1 0,1 1 0,-1 0 0,0 0 0,0-1 0,0 1 0,0 0 0,0 0 0,0 0 0,0 0 0,0 1 0,1 0 0,-2-1 0,0 1 0,0-1 0,0 1 0,0-1 0,0 1 0,-1-1 0,1 0 0,0 1 0,-1-1 0,1 1 0,-1-1 0,0 0 0,1 0 0,-1 1 0,0-1 0,0 0 0,0 0 0,0 0 0,0 0 0,0 0 0,0 0 0,0 0 0,0 0 0,-3 1 0,-11 9 0,0-1 0,-1-1 0,-27 12 0,27-14 0,0 1 0,0 1 0,1 0 0,-14 12 0,27-20 0,1-1 0,0 1 0,0 0 0,0 0 0,0 0 0,0 0 0,0 0 0,0 0 0,0 0 0,1 0 0,-1 0 0,0 0 0,0 0 0,1 0 0,-1 1 0,1-1 0,-1 0 0,1 0 0,0 1 0,0-1 0,-1 0 0,1 1 0,0-1 0,0 0 0,0 3 0,1-3 0,0 1 0,0-1 0,0 0 0,0 1 0,0-1 0,0 0 0,1 0 0,-1 0 0,0 0 0,0 0 0,1 0 0,-1 0 0,1 0 0,-1 0 0,1-1 0,-1 1 0,3 0 0,8 3 0,1-1 0,0 0 0,24 1 0,-28-4 0,-6 0 0,-1 0 0,1 0 0,-1 0 0,1 0 0,-1 1 0,1-1 0,-1 1 0,1-1 0,-1 1 0,0 0 0,1 0 0,-1 0 0,4 3 0,-6-4 0,1 0 0,-1 1 0,0-1 0,0 0 0,0 1 0,0-1 0,0 1 0,0-1 0,0 0 0,0 1 0,0-1 0,0 0 0,0 1 0,0-1 0,0 0 0,0 1 0,0-1 0,0 1 0,0-1 0,-1 0 0,1 1 0,0-1 0,0 0 0,0 1 0,-1-1 0,1 0 0,0 0 0,0 1 0,-1-1 0,1 0 0,0 0 0,0 1 0,-1-1 0,-12 10 0,11-9 0,-37 20 0,33-19 0,1 1 0,-1 0 0,0-1 0,1 1 0,0 1 0,0-1 0,0 1 0,0 0 0,0 0 0,1 1 0,0-1 0,0 1 0,-4 6 0,8-10 0,-1-1 0,1 1 0,0 0 0,-1 0 0,1 0 0,0 0 0,0 0 0,0 0 0,0 0 0,0 0 0,0-1 0,0 1 0,0 0 0,0 0 0,0 0 0,1 0 0,-1 0 0,0 0 0,1 0 0,-1-1 0,1 1 0,-1 0 0,0 0 0,1 0 0,0-1 0,-1 1 0,1 0 0,-1-1 0,1 1 0,0-1 0,0 1 0,-1 0 0,1-1 0,0 0 0,0 1 0,0-1 0,-1 1 0,3-1 0,4 3 0,0 0 0,0-1 0,13 2 0,-15-3 0,22 3 0,40 1 0,14 2 0,-71-4 342,-10-3-370,0 0 1,0 0 0,0 0 0,0 0 0,0 0 0,0 0 0,0-1 0,0 1 0,-1 0 0,1 0 0,0 0 0,0 1-1,0-1 1,0 0 0,0 0 0,0 0 0,0 0 0,-1 0 0,1 0 0,0 0 0,0 0 0,0 0 0,0 0-1,0 0 1,0 0 0,0 0 0,0 0 0,0 0 0,-1 0 0,1 0 0,0 1 0,0-1 0,0 0 0,0 0-1,0 0 1,0 0 0,0 0 0,0 0 0,0 0 0,0 0 0,0 1 0,0-1 0,0 0 0,0 0 0,0 0-1,0 0 1,0 0 0,0 0 0,0 0 0,0 1 0,0-1 0,0 0 0,0 0 0,0 0 0,0 0 0,0 0 0,0 0-1,0 0 1,0 0 0,0 1 0,1-1 0,-1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45.778"/>
    </inkml:context>
    <inkml:brush xml:id="br0">
      <inkml:brushProperty name="width" value="0.05" units="cm"/>
      <inkml:brushProperty name="height" value="0.05" units="cm"/>
    </inkml:brush>
  </inkml:definitions>
  <inkml:trace contextRef="#ctx0" brushRef="#br0">43 2 24575,'-29'-1'0,"16"0"0,32 5 0,-12-3 0,-1 1 0,0-1 0,0 1 0,0 0 0,-1 0 0,1 1 0,0 0 0,6 4 0,-11-6 0,1 0 0,-1 0 0,0 1 0,1-1 0,-1 0 0,0 1 0,0-1 0,0 1 0,0-1 0,0 1 0,0 0 0,0-1 0,-1 1 0,1 0 0,-1 0 0,1-1 0,-1 1 0,1 0 0,-1 0 0,0 0 0,0 0 0,0-1 0,0 1 0,0 0 0,-1 0 0,1 0 0,0 0 0,-1-1 0,0 1 0,1 0 0,-2 3 0,-2 1 0,1 0 0,-1 0 0,0 0 0,-1 0 0,1-1 0,-10 8 0,11-10 0,-1 1 0,1-1 0,-1 0 0,1 1 0,0 0 0,1 0 0,-1 0 0,0 0 0,1 0 0,0 0 0,0 1 0,1-1 0,-1 1 0,1-1 0,0 1 0,-1 6 0,2-6 0,-1 1 0,1-1 0,1 0 0,-1 1 0,1-1 0,0 0 0,0 0 0,1 1 0,-1-1 0,1 0 0,5 8 0,-5-9 0,1-1 0,0 1 0,0-1 0,1 0 0,-1 0 0,0 0 0,1 0 0,0-1 0,0 1 0,0-1 0,0 0 0,0 0 0,0 0 0,5 1 0,8 1 0,-13-3 0,0-1 0,0 1 0,0 0 0,-1 0 0,1 0 0,0 1 0,-1 0 0,1-1 0,-1 1 0,0 0 0,0 0 0,5 5 0,-8-7 0,0 1 0,0 0 0,0-1 0,1 1 0,-2-1 0,1 1 0,0 0 0,0-1 0,0 1 0,0 0 0,0-1 0,0 1 0,-1-1 0,1 1 0,0 0 0,0-1 0,-1 1 0,1-1 0,0 1 0,-1-1 0,1 1 0,-1-1 0,1 1 0,-1-1 0,1 0 0,-1 1 0,1-1 0,-1 1 0,1-1 0,-1 0 0,0 1 0,-24 12 0,19-10 0,0 1-273,0 0 0,0 0 0,0 0 0,-9 8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55.688"/>
    </inkml:context>
    <inkml:brush xml:id="br0">
      <inkml:brushProperty name="width" value="0.05" units="cm"/>
      <inkml:brushProperty name="height" value="0.05" units="cm"/>
    </inkml:brush>
  </inkml:definitions>
  <inkml:trace contextRef="#ctx0" brushRef="#br0">0 477 24575,'1'-15'0,"1"-1"0,0 0 0,1 0 0,1 1 0,1 0 0,0-1 0,0 2 0,2-1 0,0 1 0,0 0 0,11-13 0,0 0 0,2 1 0,0 2 0,2 0 0,36-31 0,-39 39 0,0 1 0,1 1 0,1 1 0,0 1 0,1 1 0,0 0 0,1 2 0,28-8 0,-39 14 0,-1 1 0,0 0 0,1 1 0,0 0 0,-1 1 0,1 0 0,-1 1 0,17 3 0,-19-2 0,-1 0 0,0 1 0,1 0 0,-1 1 0,-1 0 0,1 0 0,-1 0 0,1 1 0,-1 0 0,-1 1 0,1 0 0,7 8 0,1 4 0,-1 0 0,-1 1 0,0 0 0,10 24 0,35 89 0,-7-14 0,-39-93 169,-7-12-552,1 0-1,1-1 0,15 21 1,-12-21-6443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56.030"/>
    </inkml:context>
    <inkml:brush xml:id="br0">
      <inkml:brushProperty name="width" value="0.05" units="cm"/>
      <inkml:brushProperty name="height" value="0.05" units="cm"/>
    </inkml:brush>
  </inkml:definitions>
  <inkml:trace contextRef="#ctx0" brushRef="#br0">0 66 24575,'2'-2'0,"0"1"0,1-1 0,-1 1 0,0 0 0,0 0 0,1 0 0,-1 0 0,0 0 0,1 0 0,-1 1 0,1-1 0,-1 1 0,1-1 0,-1 1 0,1 0 0,-1 0 0,1 0 0,4 1 0,-2 0 0,1 0 0,-1 1 0,1-1 0,-1 1 0,1 0 0,-1 0 0,6 4 0,1 3 0,-2-1 0,1 1 0,-1 1 0,0 0 0,-1 0 0,13 20 0,-12-16 0,1-1 0,0 0 0,21 19 0,-31-31 0,1 0 0,0 0 0,-1 0 0,1 0 0,0 0 0,-1 0 0,1 0 0,0 0 0,0 0 0,0-1 0,0 1 0,-1-1 0,1 0 0,0 1 0,0-1 0,0 0 0,0 0 0,0 0 0,0 0 0,0-1 0,0 1 0,0 0 0,0-1 0,0 0 0,0 1 0,-1-1 0,1 0 0,0 0 0,0 0 0,-1 0 0,1 0 0,-1 0 0,1 0 0,1-3 0,5-4 0,-1 0 0,0-1 0,0 0 0,10-19 0,-11 17 0,78-140 0,-83 150 97,-1 4 75,-3 7-316,1-1-1346,-1 5-5336</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56.625"/>
    </inkml:context>
    <inkml:brush xml:id="br0">
      <inkml:brushProperty name="width" value="0.05" units="cm"/>
      <inkml:brushProperty name="height" value="0.05" units="cm"/>
    </inkml:brush>
  </inkml:definitions>
  <inkml:trace contextRef="#ctx0" brushRef="#br0">288 15 24575,'0'-1'0,"0"0"0,0 1 0,-1-1 0,1 0 0,0 1 0,-1-1 0,1 1 0,0-1 0,-1 1 0,1-1 0,-1 1 0,1-1 0,-1 1 0,1-1 0,-1 1 0,0 0 0,1-1 0,-1 1 0,1 0 0,-1-1 0,0 1 0,1 0 0,-1 0 0,0 0 0,1-1 0,-1 1 0,0 0 0,0 0 0,-25-2 0,22 2 0,-116 1 0,-3-2 0,129 2 0,-1 0 0,1 0 0,-1 1 0,0 0 0,0 0 0,1 0 0,-1 1 0,0-1 0,-1 1 0,1 0 0,0 1 0,-1-1 0,0 1 0,0 0 0,0 0 0,0 0 0,-1 0 0,1 1 0,-1 0 0,0-1 0,-1 1 0,1 0 0,1 7 0,5 11 0,-2 1 0,0 1 0,-2 0 0,2 25 0,3 10 0,3-10-1365,-10-38-5461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3:57.045"/>
    </inkml:context>
    <inkml:brush xml:id="br0">
      <inkml:brushProperty name="width" value="0.05" units="cm"/>
      <inkml:brushProperty name="height" value="0.05" units="cm"/>
    </inkml:brush>
  </inkml:definitions>
  <inkml:trace contextRef="#ctx0" brushRef="#br0">16 0 24575,'-1'0'0,"1"0"0,-1 0 0,0 0 0,1 0 0,-1 0 0,1 0 0,-1 0 0,0 0 0,1 0 0,-1 0 0,1 1 0,-1-1 0,1 0 0,-1 0 0,1 1 0,-1-1 0,1 0 0,-1 0 0,1 1 0,-1-1 0,1 0 0,-1 1 0,1-1 0,-1 1 0,1-1 0,0 1 0,-1-1 0,1 1 0,-1 0 0,1 0 0,0 0 0,0 0 0,0 0 0,1 0 0,-1 0 0,0 0 0,0 0 0,0 0 0,1 0 0,-1 0 0,1 0 0,-1 0 0,2 2 0,23 29 0,-25-32 0,37 40 0,2-2 0,1-2 0,2-2 0,1-1 0,2-2 0,93 47 0,-109-66 0,0 0 0,0-2 0,1-2 0,0 0 0,52 5 0,-58-11 0,1-2 0,-1 0 0,0-1 0,1-2 0,-1 0 0,0-2 0,46-15 0,-54 14 0,0-1 0,-1 0 0,0-1 0,0-1 0,-1 0 0,14-12 0,-23 17 0,0 0 0,0 0 0,0-1 0,-1 0 0,1 0 0,-1 0 0,-1-1 0,1 1 0,-1-1 0,0 0 0,0 0 0,-1 0 0,1 0 0,-1 0 0,-1-1 0,1 1 0,-1 0 0,0-12 0,-1 15 0,0 0 0,0 0 0,-1 0 0,1 0 0,-1 0 0,0 1 0,0-1 0,0 0 0,0 0 0,-1 1 0,1-1 0,-1 1 0,1-1 0,-1 1 0,0 0 0,0 0 0,0 0 0,0 0 0,0 0 0,-1 0 0,1 0 0,-1 1 0,1-1 0,-1 1 0,1 0 0,-4-2 0,0 4-1365</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4:17.096"/>
    </inkml:context>
    <inkml:brush xml:id="br0">
      <inkml:brushProperty name="width" value="0.05" units="cm"/>
      <inkml:brushProperty name="height" value="0.05" units="cm"/>
    </inkml:brush>
  </inkml:definitions>
  <inkml:trace contextRef="#ctx0" brushRef="#br0">1 101 24575,'0'-14'0,"1"-34"0,-1 46 0,0-1 0,0 0 0,1 1 0,-1-1 0,1 1 0,0-1 0,0 1 0,0-1 0,0 1 0,0-1 0,1 1 0,-1 0 0,3-4 0,-3 6 0,-1 0 0,0 0 0,0 0 0,1 0 0,-1 0 0,0 0 0,0 0 0,1 0 0,-1 0 0,0 0 0,0 0 0,1 0 0,-1 0 0,0 0 0,0 0 0,1 0 0,-1 0 0,0 0 0,0 0 0,0 0 0,1 1 0,-1-1 0,0 0 0,0 0 0,1 0 0,-1 0 0,0 1 0,0-1 0,0 0 0,0 0 0,1 0 0,-1 0 0,0 1 0,0-1 0,0 0 0,0 0 0,0 1 0,0-1 0,0 0 0,0 0 0,0 1 0,0-1 0,0 0 0,1 0 0,-1 1 0,-1-1 0,6 15 0,-5-13 0,17 69-273,-4 1 0,-2 0 0,-4 1 0,-2 107 0,-9-137-6553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1T05:24:17.452"/>
    </inkml:context>
    <inkml:brush xml:id="br0">
      <inkml:brushProperty name="width" value="0.05" units="cm"/>
      <inkml:brushProperty name="height" value="0.05" units="cm"/>
    </inkml:brush>
  </inkml:definitions>
  <inkml:trace contextRef="#ctx0" brushRef="#br0">11 0 24575,'-2'0'0,"-1"2"0,0 4 0,0 5 0,4 2 0,1 7 0,0 7 0,3 5 0,-1 7 0,3 6 0,-1 6 0,1 7 0,2 5 0,-1 3 0,1 2 0,-2-11-8191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21,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17" Type="http://schemas.openxmlformats.org/officeDocument/2006/relationships/image" Target="../media/image65.png"/><Relationship Id="rId299" Type="http://schemas.openxmlformats.org/officeDocument/2006/relationships/customXml" Target="../ink/ink151.xml"/><Relationship Id="rId21" Type="http://schemas.openxmlformats.org/officeDocument/2006/relationships/image" Target="../media/image17.png"/><Relationship Id="rId63" Type="http://schemas.openxmlformats.org/officeDocument/2006/relationships/image" Target="../media/image38.png"/><Relationship Id="rId159" Type="http://schemas.openxmlformats.org/officeDocument/2006/relationships/image" Target="../media/image86.png"/><Relationship Id="rId170" Type="http://schemas.openxmlformats.org/officeDocument/2006/relationships/customXml" Target="../ink/ink85.xml"/><Relationship Id="rId226" Type="http://schemas.openxmlformats.org/officeDocument/2006/relationships/customXml" Target="../ink/ink113.xml"/><Relationship Id="rId268" Type="http://schemas.openxmlformats.org/officeDocument/2006/relationships/customXml" Target="../ink/ink135.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4.xml"/><Relationship Id="rId5" Type="http://schemas.openxmlformats.org/officeDocument/2006/relationships/image" Target="../media/image9.png"/><Relationship Id="rId181" Type="http://schemas.openxmlformats.org/officeDocument/2006/relationships/image" Target="../media/image97.png"/><Relationship Id="rId237" Type="http://schemas.openxmlformats.org/officeDocument/2006/relationships/customXml" Target="../ink/ink119.xml"/><Relationship Id="rId279" Type="http://schemas.openxmlformats.org/officeDocument/2006/relationships/image" Target="../media/image145.png"/><Relationship Id="rId43" Type="http://schemas.openxmlformats.org/officeDocument/2006/relationships/image" Target="../media/image28.png"/><Relationship Id="rId139" Type="http://schemas.openxmlformats.org/officeDocument/2006/relationships/image" Target="../media/image76.png"/><Relationship Id="rId290" Type="http://schemas.openxmlformats.org/officeDocument/2006/relationships/image" Target="../media/image150.png"/><Relationship Id="rId304" Type="http://schemas.openxmlformats.org/officeDocument/2006/relationships/image" Target="../media/image157.png"/><Relationship Id="rId85" Type="http://schemas.openxmlformats.org/officeDocument/2006/relationships/image" Target="../media/image49.png"/><Relationship Id="rId150" Type="http://schemas.openxmlformats.org/officeDocument/2006/relationships/customXml" Target="../ink/ink75.xml"/><Relationship Id="rId192" Type="http://schemas.openxmlformats.org/officeDocument/2006/relationships/customXml" Target="../ink/ink96.xml"/><Relationship Id="rId206" Type="http://schemas.openxmlformats.org/officeDocument/2006/relationships/customXml" Target="../ink/ink103.xml"/><Relationship Id="rId248" Type="http://schemas.openxmlformats.org/officeDocument/2006/relationships/customXml" Target="../ink/ink125.xml"/><Relationship Id="rId12" Type="http://schemas.openxmlformats.org/officeDocument/2006/relationships/customXml" Target="../ink/ink6.xml"/><Relationship Id="rId108" Type="http://schemas.openxmlformats.org/officeDocument/2006/relationships/customXml" Target="../ink/ink54.xml"/><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87.png"/><Relationship Id="rId217" Type="http://schemas.openxmlformats.org/officeDocument/2006/relationships/image" Target="../media/image115.png"/><Relationship Id="rId259" Type="http://schemas.openxmlformats.org/officeDocument/2006/relationships/image" Target="../media/image135.png"/><Relationship Id="rId23" Type="http://schemas.openxmlformats.org/officeDocument/2006/relationships/image" Target="../media/image18.png"/><Relationship Id="rId119" Type="http://schemas.openxmlformats.org/officeDocument/2006/relationships/image" Target="../media/image66.png"/><Relationship Id="rId270" Type="http://schemas.openxmlformats.org/officeDocument/2006/relationships/customXml" Target="../ink/ink136.xml"/><Relationship Id="rId44" Type="http://schemas.openxmlformats.org/officeDocument/2006/relationships/customXml" Target="../ink/ink22.xml"/><Relationship Id="rId65" Type="http://schemas.openxmlformats.org/officeDocument/2006/relationships/image" Target="../media/image39.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82.png"/><Relationship Id="rId172" Type="http://schemas.openxmlformats.org/officeDocument/2006/relationships/customXml" Target="../ink/ink86.xml"/><Relationship Id="rId193" Type="http://schemas.openxmlformats.org/officeDocument/2006/relationships/image" Target="../media/image103.png"/><Relationship Id="rId207" Type="http://schemas.openxmlformats.org/officeDocument/2006/relationships/image" Target="../media/image110.png"/><Relationship Id="rId228" Type="http://schemas.openxmlformats.org/officeDocument/2006/relationships/customXml" Target="../ink/ink114.xml"/><Relationship Id="rId249" Type="http://schemas.openxmlformats.org/officeDocument/2006/relationships/image" Target="../media/image130.png"/><Relationship Id="rId13" Type="http://schemas.openxmlformats.org/officeDocument/2006/relationships/image" Target="../media/image13.png"/><Relationship Id="rId109" Type="http://schemas.openxmlformats.org/officeDocument/2006/relationships/image" Target="../media/image61.png"/><Relationship Id="rId260" Type="http://schemas.openxmlformats.org/officeDocument/2006/relationships/customXml" Target="../ink/ink131.xml"/><Relationship Id="rId281" Type="http://schemas.openxmlformats.org/officeDocument/2006/relationships/image" Target="../media/image146.png"/><Relationship Id="rId34" Type="http://schemas.openxmlformats.org/officeDocument/2006/relationships/customXml" Target="../ink/ink17.xml"/><Relationship Id="rId55" Type="http://schemas.openxmlformats.org/officeDocument/2006/relationships/image" Target="../media/image34.png"/><Relationship Id="rId76" Type="http://schemas.openxmlformats.org/officeDocument/2006/relationships/customXml" Target="../ink/ink38.xml"/><Relationship Id="rId97" Type="http://schemas.openxmlformats.org/officeDocument/2006/relationships/image" Target="../media/image55.png"/><Relationship Id="rId120" Type="http://schemas.openxmlformats.org/officeDocument/2006/relationships/customXml" Target="../ink/ink60.xml"/><Relationship Id="rId141" Type="http://schemas.openxmlformats.org/officeDocument/2006/relationships/image" Target="../media/image77.png"/><Relationship Id="rId7" Type="http://schemas.openxmlformats.org/officeDocument/2006/relationships/image" Target="../media/image10.png"/><Relationship Id="rId162" Type="http://schemas.openxmlformats.org/officeDocument/2006/relationships/customXml" Target="../ink/ink81.xml"/><Relationship Id="rId183" Type="http://schemas.openxmlformats.org/officeDocument/2006/relationships/image" Target="../media/image98.png"/><Relationship Id="rId218" Type="http://schemas.openxmlformats.org/officeDocument/2006/relationships/customXml" Target="../ink/ink109.xml"/><Relationship Id="rId239" Type="http://schemas.openxmlformats.org/officeDocument/2006/relationships/customXml" Target="../ink/ink120.xml"/><Relationship Id="rId250" Type="http://schemas.openxmlformats.org/officeDocument/2006/relationships/customXml" Target="../ink/ink126.xml"/><Relationship Id="rId271" Type="http://schemas.openxmlformats.org/officeDocument/2006/relationships/image" Target="../media/image141.png"/><Relationship Id="rId292" Type="http://schemas.openxmlformats.org/officeDocument/2006/relationships/image" Target="../media/image151.png"/><Relationship Id="rId306" Type="http://schemas.openxmlformats.org/officeDocument/2006/relationships/image" Target="../media/image158.png"/><Relationship Id="rId24" Type="http://schemas.openxmlformats.org/officeDocument/2006/relationships/customXml" Target="../ink/ink12.xml"/><Relationship Id="rId45" Type="http://schemas.openxmlformats.org/officeDocument/2006/relationships/image" Target="../media/image29.png"/><Relationship Id="rId66" Type="http://schemas.openxmlformats.org/officeDocument/2006/relationships/customXml" Target="../ink/ink33.xml"/><Relationship Id="rId87" Type="http://schemas.openxmlformats.org/officeDocument/2006/relationships/image" Target="../media/image50.png"/><Relationship Id="rId110" Type="http://schemas.openxmlformats.org/officeDocument/2006/relationships/customXml" Target="../ink/ink55.xml"/><Relationship Id="rId131" Type="http://schemas.openxmlformats.org/officeDocument/2006/relationships/image" Target="../media/image72.png"/><Relationship Id="rId152" Type="http://schemas.openxmlformats.org/officeDocument/2006/relationships/customXml" Target="../ink/ink76.xml"/><Relationship Id="rId173" Type="http://schemas.openxmlformats.org/officeDocument/2006/relationships/image" Target="../media/image93.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21.png"/><Relationship Id="rId240" Type="http://schemas.openxmlformats.org/officeDocument/2006/relationships/image" Target="../media/image126.png"/><Relationship Id="rId261" Type="http://schemas.openxmlformats.org/officeDocument/2006/relationships/image" Target="../media/image136.png"/><Relationship Id="rId14" Type="http://schemas.openxmlformats.org/officeDocument/2006/relationships/customXml" Target="../ink/ink7.xml"/><Relationship Id="rId35" Type="http://schemas.openxmlformats.org/officeDocument/2006/relationships/image" Target="../media/image24.png"/><Relationship Id="rId56" Type="http://schemas.openxmlformats.org/officeDocument/2006/relationships/customXml" Target="../ink/ink28.xml"/><Relationship Id="rId77" Type="http://schemas.openxmlformats.org/officeDocument/2006/relationships/image" Target="../media/image45.png"/><Relationship Id="rId100" Type="http://schemas.openxmlformats.org/officeDocument/2006/relationships/customXml" Target="../ink/ink50.xml"/><Relationship Id="rId282" Type="http://schemas.openxmlformats.org/officeDocument/2006/relationships/customXml" Target="../ink/ink142.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7.png"/><Relationship Id="rId142" Type="http://schemas.openxmlformats.org/officeDocument/2006/relationships/customXml" Target="../ink/ink71.xml"/><Relationship Id="rId163" Type="http://schemas.openxmlformats.org/officeDocument/2006/relationships/image" Target="../media/image88.png"/><Relationship Id="rId184" Type="http://schemas.openxmlformats.org/officeDocument/2006/relationships/customXml" Target="../ink/ink92.xml"/><Relationship Id="rId219" Type="http://schemas.openxmlformats.org/officeDocument/2006/relationships/image" Target="../media/image116.png"/><Relationship Id="rId230" Type="http://schemas.openxmlformats.org/officeDocument/2006/relationships/customXml" Target="../ink/ink115.xml"/><Relationship Id="rId251" Type="http://schemas.openxmlformats.org/officeDocument/2006/relationships/image" Target="../media/image131.png"/><Relationship Id="rId25" Type="http://schemas.openxmlformats.org/officeDocument/2006/relationships/image" Target="../media/image19.png"/><Relationship Id="rId46" Type="http://schemas.openxmlformats.org/officeDocument/2006/relationships/customXml" Target="../ink/ink23.xml"/><Relationship Id="rId67" Type="http://schemas.openxmlformats.org/officeDocument/2006/relationships/image" Target="../media/image40.png"/><Relationship Id="rId272" Type="http://schemas.openxmlformats.org/officeDocument/2006/relationships/customXml" Target="../ink/ink137.xml"/><Relationship Id="rId293" Type="http://schemas.openxmlformats.org/officeDocument/2006/relationships/customXml" Target="../ink/ink148.xml"/><Relationship Id="rId307" Type="http://schemas.openxmlformats.org/officeDocument/2006/relationships/customXml" Target="../ink/ink155.xml"/><Relationship Id="rId88" Type="http://schemas.openxmlformats.org/officeDocument/2006/relationships/customXml" Target="../ink/ink44.xml"/><Relationship Id="rId111" Type="http://schemas.openxmlformats.org/officeDocument/2006/relationships/image" Target="../media/image62.png"/><Relationship Id="rId132" Type="http://schemas.openxmlformats.org/officeDocument/2006/relationships/customXml" Target="../ink/ink66.xml"/><Relationship Id="rId153" Type="http://schemas.openxmlformats.org/officeDocument/2006/relationships/image" Target="../media/image83.png"/><Relationship Id="rId174" Type="http://schemas.openxmlformats.org/officeDocument/2006/relationships/customXml" Target="../ink/ink87.xml"/><Relationship Id="rId195" Type="http://schemas.openxmlformats.org/officeDocument/2006/relationships/image" Target="../media/image104.png"/><Relationship Id="rId209" Type="http://schemas.openxmlformats.org/officeDocument/2006/relationships/image" Target="../media/image111.png"/><Relationship Id="rId220" Type="http://schemas.openxmlformats.org/officeDocument/2006/relationships/customXml" Target="../ink/ink110.xml"/><Relationship Id="rId241" Type="http://schemas.openxmlformats.org/officeDocument/2006/relationships/customXml" Target="../ink/ink121.xml"/><Relationship Id="rId15" Type="http://schemas.openxmlformats.org/officeDocument/2006/relationships/image" Target="../media/image14.png"/><Relationship Id="rId36" Type="http://schemas.openxmlformats.org/officeDocument/2006/relationships/customXml" Target="../ink/ink18.xml"/><Relationship Id="rId57" Type="http://schemas.openxmlformats.org/officeDocument/2006/relationships/image" Target="../media/image35.png"/><Relationship Id="rId262" Type="http://schemas.openxmlformats.org/officeDocument/2006/relationships/customXml" Target="../ink/ink132.xml"/><Relationship Id="rId283" Type="http://schemas.openxmlformats.org/officeDocument/2006/relationships/image" Target="../media/image147.png"/><Relationship Id="rId78" Type="http://schemas.openxmlformats.org/officeDocument/2006/relationships/customXml" Target="../ink/ink39.xml"/><Relationship Id="rId99" Type="http://schemas.openxmlformats.org/officeDocument/2006/relationships/image" Target="../media/image56.png"/><Relationship Id="rId101" Type="http://schemas.openxmlformats.org/officeDocument/2006/relationships/image" Target="../media/image57.png"/><Relationship Id="rId122" Type="http://schemas.openxmlformats.org/officeDocument/2006/relationships/customXml" Target="../ink/ink61.xml"/><Relationship Id="rId143" Type="http://schemas.openxmlformats.org/officeDocument/2006/relationships/image" Target="../media/image78.png"/><Relationship Id="rId164" Type="http://schemas.openxmlformats.org/officeDocument/2006/relationships/customXml" Target="../ink/ink82.xml"/><Relationship Id="rId185" Type="http://schemas.openxmlformats.org/officeDocument/2006/relationships/image" Target="../media/image99.png"/><Relationship Id="rId9" Type="http://schemas.openxmlformats.org/officeDocument/2006/relationships/image" Target="../media/image11.png"/><Relationship Id="rId210" Type="http://schemas.openxmlformats.org/officeDocument/2006/relationships/customXml" Target="../ink/ink105.xml"/><Relationship Id="rId26" Type="http://schemas.openxmlformats.org/officeDocument/2006/relationships/customXml" Target="../ink/ink13.xml"/><Relationship Id="rId231" Type="http://schemas.openxmlformats.org/officeDocument/2006/relationships/image" Target="../media/image122.png"/><Relationship Id="rId252" Type="http://schemas.openxmlformats.org/officeDocument/2006/relationships/customXml" Target="../ink/ink127.xml"/><Relationship Id="rId273" Type="http://schemas.openxmlformats.org/officeDocument/2006/relationships/image" Target="../media/image142.png"/><Relationship Id="rId294" Type="http://schemas.openxmlformats.org/officeDocument/2006/relationships/image" Target="../media/image152.png"/><Relationship Id="rId308" Type="http://schemas.openxmlformats.org/officeDocument/2006/relationships/image" Target="../media/image159.png"/><Relationship Id="rId47" Type="http://schemas.openxmlformats.org/officeDocument/2006/relationships/image" Target="../media/image30.png"/><Relationship Id="rId68" Type="http://schemas.openxmlformats.org/officeDocument/2006/relationships/customXml" Target="../ink/ink34.xml"/><Relationship Id="rId89" Type="http://schemas.openxmlformats.org/officeDocument/2006/relationships/image" Target="../media/image51.png"/><Relationship Id="rId112" Type="http://schemas.openxmlformats.org/officeDocument/2006/relationships/customXml" Target="../ink/ink56.xml"/><Relationship Id="rId133" Type="http://schemas.openxmlformats.org/officeDocument/2006/relationships/image" Target="../media/image73.png"/><Relationship Id="rId154" Type="http://schemas.openxmlformats.org/officeDocument/2006/relationships/customXml" Target="../ink/ink77.xml"/><Relationship Id="rId175" Type="http://schemas.openxmlformats.org/officeDocument/2006/relationships/image" Target="../media/image94.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17.png"/><Relationship Id="rId242" Type="http://schemas.openxmlformats.org/officeDocument/2006/relationships/image" Target="../media/image127.png"/><Relationship Id="rId263" Type="http://schemas.openxmlformats.org/officeDocument/2006/relationships/image" Target="../media/image137.png"/><Relationship Id="rId284" Type="http://schemas.openxmlformats.org/officeDocument/2006/relationships/customXml" Target="../ink/ink143.xml"/><Relationship Id="rId37" Type="http://schemas.openxmlformats.org/officeDocument/2006/relationships/image" Target="../media/image25.png"/><Relationship Id="rId58" Type="http://schemas.openxmlformats.org/officeDocument/2006/relationships/customXml" Target="../ink/ink29.xml"/><Relationship Id="rId79" Type="http://schemas.openxmlformats.org/officeDocument/2006/relationships/image" Target="../media/image46.png"/><Relationship Id="rId102" Type="http://schemas.openxmlformats.org/officeDocument/2006/relationships/customXml" Target="../ink/ink51.xml"/><Relationship Id="rId123" Type="http://schemas.openxmlformats.org/officeDocument/2006/relationships/image" Target="../media/image68.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9.png"/><Relationship Id="rId186" Type="http://schemas.openxmlformats.org/officeDocument/2006/relationships/customXml" Target="../ink/ink93.xml"/><Relationship Id="rId211" Type="http://schemas.openxmlformats.org/officeDocument/2006/relationships/image" Target="../media/image112.png"/><Relationship Id="rId232" Type="http://schemas.openxmlformats.org/officeDocument/2006/relationships/customXml" Target="../ink/ink116.xml"/><Relationship Id="rId253" Type="http://schemas.openxmlformats.org/officeDocument/2006/relationships/image" Target="../media/image132.png"/><Relationship Id="rId274" Type="http://schemas.openxmlformats.org/officeDocument/2006/relationships/customXml" Target="../ink/ink138.xml"/><Relationship Id="rId295" Type="http://schemas.openxmlformats.org/officeDocument/2006/relationships/customXml" Target="../ink/ink149.xml"/><Relationship Id="rId309" Type="http://schemas.openxmlformats.org/officeDocument/2006/relationships/customXml" Target="../ink/ink156.xml"/><Relationship Id="rId27" Type="http://schemas.openxmlformats.org/officeDocument/2006/relationships/image" Target="../media/image20.png"/><Relationship Id="rId48" Type="http://schemas.openxmlformats.org/officeDocument/2006/relationships/customXml" Target="../ink/ink24.xml"/><Relationship Id="rId69" Type="http://schemas.openxmlformats.org/officeDocument/2006/relationships/image" Target="../media/image41.png"/><Relationship Id="rId113" Type="http://schemas.openxmlformats.org/officeDocument/2006/relationships/image" Target="../media/image63.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4.png"/><Relationship Id="rId176" Type="http://schemas.openxmlformats.org/officeDocument/2006/relationships/customXml" Target="../ink/ink88.xml"/><Relationship Id="rId197" Type="http://schemas.openxmlformats.org/officeDocument/2006/relationships/image" Target="../media/image105.png"/><Relationship Id="rId201" Type="http://schemas.openxmlformats.org/officeDocument/2006/relationships/image" Target="../media/image107.png"/><Relationship Id="rId222" Type="http://schemas.openxmlformats.org/officeDocument/2006/relationships/customXml" Target="../ink/ink111.xml"/><Relationship Id="rId243" Type="http://schemas.openxmlformats.org/officeDocument/2006/relationships/customXml" Target="../ink/ink122.xml"/><Relationship Id="rId264" Type="http://schemas.openxmlformats.org/officeDocument/2006/relationships/customXml" Target="../ink/ink133.xml"/><Relationship Id="rId285" Type="http://schemas.openxmlformats.org/officeDocument/2006/relationships/customXml" Target="../ink/ink144.xml"/><Relationship Id="rId17" Type="http://schemas.openxmlformats.org/officeDocument/2006/relationships/image" Target="../media/image15.png"/><Relationship Id="rId38" Type="http://schemas.openxmlformats.org/officeDocument/2006/relationships/customXml" Target="../ink/ink19.xml"/><Relationship Id="rId59" Type="http://schemas.openxmlformats.org/officeDocument/2006/relationships/image" Target="../media/image36.png"/><Relationship Id="rId103" Type="http://schemas.openxmlformats.org/officeDocument/2006/relationships/image" Target="../media/image58.png"/><Relationship Id="rId124" Type="http://schemas.openxmlformats.org/officeDocument/2006/relationships/customXml" Target="../ink/ink62.xml"/><Relationship Id="rId310" Type="http://schemas.openxmlformats.org/officeDocument/2006/relationships/image" Target="../media/image160.png"/><Relationship Id="rId70" Type="http://schemas.openxmlformats.org/officeDocument/2006/relationships/customXml" Target="../ink/ink35.xml"/><Relationship Id="rId91" Type="http://schemas.openxmlformats.org/officeDocument/2006/relationships/image" Target="../media/image52.png"/><Relationship Id="rId145" Type="http://schemas.openxmlformats.org/officeDocument/2006/relationships/image" Target="../media/image79.png"/><Relationship Id="rId166" Type="http://schemas.openxmlformats.org/officeDocument/2006/relationships/customXml" Target="../ink/ink83.xml"/><Relationship Id="rId187" Type="http://schemas.openxmlformats.org/officeDocument/2006/relationships/image" Target="../media/image100.png"/><Relationship Id="rId1" Type="http://schemas.openxmlformats.org/officeDocument/2006/relationships/slideLayout" Target="../slideLayouts/slideLayout7.xml"/><Relationship Id="rId212" Type="http://schemas.openxmlformats.org/officeDocument/2006/relationships/customXml" Target="../ink/ink106.xml"/><Relationship Id="rId233" Type="http://schemas.openxmlformats.org/officeDocument/2006/relationships/image" Target="../media/image123.png"/><Relationship Id="rId254" Type="http://schemas.openxmlformats.org/officeDocument/2006/relationships/customXml" Target="../ink/ink128.xml"/><Relationship Id="rId28" Type="http://schemas.openxmlformats.org/officeDocument/2006/relationships/customXml" Target="../ink/ink14.xml"/><Relationship Id="rId49" Type="http://schemas.openxmlformats.org/officeDocument/2006/relationships/image" Target="../media/image31.png"/><Relationship Id="rId114" Type="http://schemas.openxmlformats.org/officeDocument/2006/relationships/customXml" Target="../ink/ink57.xml"/><Relationship Id="rId275" Type="http://schemas.openxmlformats.org/officeDocument/2006/relationships/image" Target="../media/image143.png"/><Relationship Id="rId296" Type="http://schemas.openxmlformats.org/officeDocument/2006/relationships/image" Target="../media/image153.png"/><Relationship Id="rId300" Type="http://schemas.openxmlformats.org/officeDocument/2006/relationships/image" Target="../media/image155.png"/><Relationship Id="rId60" Type="http://schemas.openxmlformats.org/officeDocument/2006/relationships/customXml" Target="../ink/ink30.xml"/><Relationship Id="rId81" Type="http://schemas.openxmlformats.org/officeDocument/2006/relationships/image" Target="../media/image47.png"/><Relationship Id="rId135" Type="http://schemas.openxmlformats.org/officeDocument/2006/relationships/image" Target="../media/image74.png"/><Relationship Id="rId156" Type="http://schemas.openxmlformats.org/officeDocument/2006/relationships/customXml" Target="../ink/ink78.xml"/><Relationship Id="rId177" Type="http://schemas.openxmlformats.org/officeDocument/2006/relationships/image" Target="../media/image95.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18.png"/><Relationship Id="rId244" Type="http://schemas.openxmlformats.org/officeDocument/2006/relationships/image" Target="../media/image128.png"/><Relationship Id="rId18" Type="http://schemas.openxmlformats.org/officeDocument/2006/relationships/customXml" Target="../ink/ink9.xml"/><Relationship Id="rId39" Type="http://schemas.openxmlformats.org/officeDocument/2006/relationships/image" Target="../media/image26.png"/><Relationship Id="rId265" Type="http://schemas.openxmlformats.org/officeDocument/2006/relationships/image" Target="../media/image138.png"/><Relationship Id="rId286" Type="http://schemas.openxmlformats.org/officeDocument/2006/relationships/image" Target="../media/image148.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9.png"/><Relationship Id="rId146" Type="http://schemas.openxmlformats.org/officeDocument/2006/relationships/customXml" Target="../ink/ink73.xml"/><Relationship Id="rId167" Type="http://schemas.openxmlformats.org/officeDocument/2006/relationships/image" Target="../media/image90.png"/><Relationship Id="rId188" Type="http://schemas.openxmlformats.org/officeDocument/2006/relationships/customXml" Target="../ink/ink94.xml"/><Relationship Id="rId311" Type="http://schemas.openxmlformats.org/officeDocument/2006/relationships/customXml" Target="../ink/ink157.xml"/><Relationship Id="rId71" Type="http://schemas.openxmlformats.org/officeDocument/2006/relationships/image" Target="../media/image42.png"/><Relationship Id="rId92" Type="http://schemas.openxmlformats.org/officeDocument/2006/relationships/customXml" Target="../ink/ink46.xml"/><Relationship Id="rId213" Type="http://schemas.openxmlformats.org/officeDocument/2006/relationships/image" Target="../media/image113.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21.png"/><Relationship Id="rId255" Type="http://schemas.openxmlformats.org/officeDocument/2006/relationships/image" Target="../media/image133.png"/><Relationship Id="rId276" Type="http://schemas.openxmlformats.org/officeDocument/2006/relationships/customXml" Target="../ink/ink139.xml"/><Relationship Id="rId297" Type="http://schemas.openxmlformats.org/officeDocument/2006/relationships/customXml" Target="../ink/ink150.xml"/><Relationship Id="rId40" Type="http://schemas.openxmlformats.org/officeDocument/2006/relationships/customXml" Target="../ink/ink20.xml"/><Relationship Id="rId115" Type="http://schemas.openxmlformats.org/officeDocument/2006/relationships/image" Target="../media/image64.png"/><Relationship Id="rId136" Type="http://schemas.openxmlformats.org/officeDocument/2006/relationships/customXml" Target="../ink/ink68.xml"/><Relationship Id="rId157" Type="http://schemas.openxmlformats.org/officeDocument/2006/relationships/image" Target="../media/image85.png"/><Relationship Id="rId178" Type="http://schemas.openxmlformats.org/officeDocument/2006/relationships/customXml" Target="../ink/ink89.xml"/><Relationship Id="rId301" Type="http://schemas.openxmlformats.org/officeDocument/2006/relationships/customXml" Target="../ink/ink152.xml"/><Relationship Id="rId61" Type="http://schemas.openxmlformats.org/officeDocument/2006/relationships/image" Target="../media/image37.png"/><Relationship Id="rId82" Type="http://schemas.openxmlformats.org/officeDocument/2006/relationships/customXml" Target="../ink/ink41.xml"/><Relationship Id="rId199" Type="http://schemas.openxmlformats.org/officeDocument/2006/relationships/image" Target="../media/image106.png"/><Relationship Id="rId203" Type="http://schemas.openxmlformats.org/officeDocument/2006/relationships/image" Target="../media/image108.png"/><Relationship Id="rId19" Type="http://schemas.openxmlformats.org/officeDocument/2006/relationships/image" Target="../media/image16.png"/><Relationship Id="rId224" Type="http://schemas.openxmlformats.org/officeDocument/2006/relationships/customXml" Target="../ink/ink112.xml"/><Relationship Id="rId245" Type="http://schemas.openxmlformats.org/officeDocument/2006/relationships/customXml" Target="../ink/ink123.xml"/><Relationship Id="rId266" Type="http://schemas.openxmlformats.org/officeDocument/2006/relationships/customXml" Target="../ink/ink134.xml"/><Relationship Id="rId287" Type="http://schemas.openxmlformats.org/officeDocument/2006/relationships/customXml" Target="../ink/ink145.xml"/><Relationship Id="rId30" Type="http://schemas.openxmlformats.org/officeDocument/2006/relationships/customXml" Target="../ink/ink15.xml"/><Relationship Id="rId105" Type="http://schemas.openxmlformats.org/officeDocument/2006/relationships/image" Target="../media/image59.png"/><Relationship Id="rId126" Type="http://schemas.openxmlformats.org/officeDocument/2006/relationships/customXml" Target="../ink/ink63.xml"/><Relationship Id="rId147" Type="http://schemas.openxmlformats.org/officeDocument/2006/relationships/image" Target="../media/image80.png"/><Relationship Id="rId168" Type="http://schemas.openxmlformats.org/officeDocument/2006/relationships/customXml" Target="../ink/ink84.xml"/><Relationship Id="rId312" Type="http://schemas.openxmlformats.org/officeDocument/2006/relationships/image" Target="../media/image161.png"/><Relationship Id="rId51" Type="http://schemas.openxmlformats.org/officeDocument/2006/relationships/image" Target="../media/image32.png"/><Relationship Id="rId72" Type="http://schemas.openxmlformats.org/officeDocument/2006/relationships/customXml" Target="../ink/ink36.xml"/><Relationship Id="rId93" Type="http://schemas.openxmlformats.org/officeDocument/2006/relationships/image" Target="../media/image53.png"/><Relationship Id="rId189" Type="http://schemas.openxmlformats.org/officeDocument/2006/relationships/image" Target="../media/image101.png"/><Relationship Id="rId3" Type="http://schemas.openxmlformats.org/officeDocument/2006/relationships/image" Target="../media/image8.png"/><Relationship Id="rId214" Type="http://schemas.openxmlformats.org/officeDocument/2006/relationships/customXml" Target="../ink/ink107.xml"/><Relationship Id="rId235" Type="http://schemas.openxmlformats.org/officeDocument/2006/relationships/image" Target="../media/image124.png"/><Relationship Id="rId256" Type="http://schemas.openxmlformats.org/officeDocument/2006/relationships/customXml" Target="../ink/ink129.xml"/><Relationship Id="rId277" Type="http://schemas.openxmlformats.org/officeDocument/2006/relationships/image" Target="../media/image144.png"/><Relationship Id="rId298" Type="http://schemas.openxmlformats.org/officeDocument/2006/relationships/image" Target="../media/image154.png"/><Relationship Id="rId116" Type="http://schemas.openxmlformats.org/officeDocument/2006/relationships/customXml" Target="../ink/ink58.xml"/><Relationship Id="rId137" Type="http://schemas.openxmlformats.org/officeDocument/2006/relationships/image" Target="../media/image75.png"/><Relationship Id="rId158" Type="http://schemas.openxmlformats.org/officeDocument/2006/relationships/customXml" Target="../ink/ink79.xml"/><Relationship Id="rId302" Type="http://schemas.openxmlformats.org/officeDocument/2006/relationships/image" Target="../media/image156.png"/><Relationship Id="rId20" Type="http://schemas.openxmlformats.org/officeDocument/2006/relationships/customXml" Target="../ink/ink10.xml"/><Relationship Id="rId41" Type="http://schemas.openxmlformats.org/officeDocument/2006/relationships/image" Target="../media/image27.png"/><Relationship Id="rId62" Type="http://schemas.openxmlformats.org/officeDocument/2006/relationships/customXml" Target="../ink/ink31.xml"/><Relationship Id="rId83" Type="http://schemas.openxmlformats.org/officeDocument/2006/relationships/image" Target="../media/image48.png"/><Relationship Id="rId179" Type="http://schemas.openxmlformats.org/officeDocument/2006/relationships/image" Target="../media/image96.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19.png"/><Relationship Id="rId246" Type="http://schemas.openxmlformats.org/officeDocument/2006/relationships/customXml" Target="../ink/ink124.xml"/><Relationship Id="rId267" Type="http://schemas.openxmlformats.org/officeDocument/2006/relationships/image" Target="../media/image139.png"/><Relationship Id="rId288" Type="http://schemas.openxmlformats.org/officeDocument/2006/relationships/image" Target="../media/image149.png"/><Relationship Id="rId106" Type="http://schemas.openxmlformats.org/officeDocument/2006/relationships/customXml" Target="../ink/ink53.xml"/><Relationship Id="rId127" Type="http://schemas.openxmlformats.org/officeDocument/2006/relationships/image" Target="../media/image70.png"/><Relationship Id="rId10" Type="http://schemas.openxmlformats.org/officeDocument/2006/relationships/customXml" Target="../ink/ink5.xml"/><Relationship Id="rId31" Type="http://schemas.openxmlformats.org/officeDocument/2006/relationships/image" Target="../media/image22.png"/><Relationship Id="rId52" Type="http://schemas.openxmlformats.org/officeDocument/2006/relationships/customXml" Target="../ink/ink26.xml"/><Relationship Id="rId73" Type="http://schemas.openxmlformats.org/officeDocument/2006/relationships/image" Target="../media/image43.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91.png"/><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image" Target="../media/image114.png"/><Relationship Id="rId236" Type="http://schemas.openxmlformats.org/officeDocument/2006/relationships/customXml" Target="../ink/ink118.xml"/><Relationship Id="rId257" Type="http://schemas.openxmlformats.org/officeDocument/2006/relationships/image" Target="../media/image134.png"/><Relationship Id="rId278" Type="http://schemas.openxmlformats.org/officeDocument/2006/relationships/customXml" Target="../ink/ink140.xml"/><Relationship Id="rId303" Type="http://schemas.openxmlformats.org/officeDocument/2006/relationships/customXml" Target="../ink/ink153.xml"/><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191" Type="http://schemas.openxmlformats.org/officeDocument/2006/relationships/image" Target="../media/image102.png"/><Relationship Id="rId205" Type="http://schemas.openxmlformats.org/officeDocument/2006/relationships/image" Target="../media/image109.png"/><Relationship Id="rId247" Type="http://schemas.openxmlformats.org/officeDocument/2006/relationships/image" Target="../media/image129.png"/><Relationship Id="rId107" Type="http://schemas.openxmlformats.org/officeDocument/2006/relationships/image" Target="../media/image60.png"/><Relationship Id="rId289" Type="http://schemas.openxmlformats.org/officeDocument/2006/relationships/customXml" Target="../ink/ink146.xml"/><Relationship Id="rId11" Type="http://schemas.openxmlformats.org/officeDocument/2006/relationships/image" Target="../media/image12.png"/><Relationship Id="rId53" Type="http://schemas.openxmlformats.org/officeDocument/2006/relationships/image" Target="../media/image33.png"/><Relationship Id="rId149" Type="http://schemas.openxmlformats.org/officeDocument/2006/relationships/image" Target="../media/image81.png"/><Relationship Id="rId95" Type="http://schemas.openxmlformats.org/officeDocument/2006/relationships/image" Target="../media/image54.png"/><Relationship Id="rId160" Type="http://schemas.openxmlformats.org/officeDocument/2006/relationships/customXml" Target="../ink/ink80.xml"/><Relationship Id="rId216" Type="http://schemas.openxmlformats.org/officeDocument/2006/relationships/customXml" Target="../ink/ink108.xml"/><Relationship Id="rId258" Type="http://schemas.openxmlformats.org/officeDocument/2006/relationships/customXml" Target="../ink/ink130.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171" Type="http://schemas.openxmlformats.org/officeDocument/2006/relationships/image" Target="../media/image92.png"/><Relationship Id="rId227" Type="http://schemas.openxmlformats.org/officeDocument/2006/relationships/image" Target="../media/image120.png"/><Relationship Id="rId269" Type="http://schemas.openxmlformats.org/officeDocument/2006/relationships/image" Target="../media/image140.png"/><Relationship Id="rId33" Type="http://schemas.openxmlformats.org/officeDocument/2006/relationships/image" Target="../media/image23.png"/><Relationship Id="rId129" Type="http://schemas.openxmlformats.org/officeDocument/2006/relationships/image" Target="../media/image71.png"/><Relationship Id="rId280" Type="http://schemas.openxmlformats.org/officeDocument/2006/relationships/customXml" Target="../ink/ink141.xml"/><Relationship Id="rId75" Type="http://schemas.openxmlformats.org/officeDocument/2006/relationships/image" Target="../media/image44.png"/><Relationship Id="rId140" Type="http://schemas.openxmlformats.org/officeDocument/2006/relationships/customXml" Target="../ink/ink70.xml"/><Relationship Id="rId182" Type="http://schemas.openxmlformats.org/officeDocument/2006/relationships/customXml" Target="../ink/ink91.xml"/><Relationship Id="rId6" Type="http://schemas.openxmlformats.org/officeDocument/2006/relationships/customXml" Target="../ink/ink3.xml"/><Relationship Id="rId238" Type="http://schemas.openxmlformats.org/officeDocument/2006/relationships/image" Target="../media/image125.png"/><Relationship Id="rId291" Type="http://schemas.openxmlformats.org/officeDocument/2006/relationships/customXml" Target="../ink/ink147.xml"/><Relationship Id="rId305" Type="http://schemas.openxmlformats.org/officeDocument/2006/relationships/customXml" Target="../ink/ink15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17" Type="http://schemas.openxmlformats.org/officeDocument/2006/relationships/image" Target="../media/image218.png"/><Relationship Id="rId21" Type="http://schemas.openxmlformats.org/officeDocument/2006/relationships/image" Target="../media/image171.png"/><Relationship Id="rId42" Type="http://schemas.openxmlformats.org/officeDocument/2006/relationships/customXml" Target="../ink/ink178.xml"/><Relationship Id="rId63" Type="http://schemas.openxmlformats.org/officeDocument/2006/relationships/image" Target="../media/image192.png"/><Relationship Id="rId84" Type="http://schemas.openxmlformats.org/officeDocument/2006/relationships/customXml" Target="../ink/ink199.xml"/><Relationship Id="rId138" Type="http://schemas.openxmlformats.org/officeDocument/2006/relationships/customXml" Target="../ink/ink226.xml"/><Relationship Id="rId159" Type="http://schemas.openxmlformats.org/officeDocument/2006/relationships/image" Target="../media/image238.png"/><Relationship Id="rId170" Type="http://schemas.openxmlformats.org/officeDocument/2006/relationships/customXml" Target="../ink/ink242.xml"/><Relationship Id="rId191" Type="http://schemas.openxmlformats.org/officeDocument/2006/relationships/image" Target="../media/image254.png"/><Relationship Id="rId205" Type="http://schemas.openxmlformats.org/officeDocument/2006/relationships/image" Target="../media/image261.png"/><Relationship Id="rId226" Type="http://schemas.openxmlformats.org/officeDocument/2006/relationships/customXml" Target="../ink/ink270.xml"/><Relationship Id="rId247" Type="http://schemas.openxmlformats.org/officeDocument/2006/relationships/image" Target="../media/image282.png"/><Relationship Id="rId107" Type="http://schemas.openxmlformats.org/officeDocument/2006/relationships/image" Target="../media/image213.png"/><Relationship Id="rId11" Type="http://schemas.openxmlformats.org/officeDocument/2006/relationships/image" Target="../media/image166.png"/><Relationship Id="rId32" Type="http://schemas.openxmlformats.org/officeDocument/2006/relationships/customXml" Target="../ink/ink173.xml"/><Relationship Id="rId53" Type="http://schemas.openxmlformats.org/officeDocument/2006/relationships/image" Target="../media/image187.png"/><Relationship Id="rId74" Type="http://schemas.openxmlformats.org/officeDocument/2006/relationships/customXml" Target="../ink/ink194.xml"/><Relationship Id="rId128" Type="http://schemas.openxmlformats.org/officeDocument/2006/relationships/customXml" Target="../ink/ink221.xml"/><Relationship Id="rId149" Type="http://schemas.openxmlformats.org/officeDocument/2006/relationships/image" Target="../media/image233.png"/><Relationship Id="rId5" Type="http://schemas.openxmlformats.org/officeDocument/2006/relationships/image" Target="../media/image163.png"/><Relationship Id="rId95" Type="http://schemas.openxmlformats.org/officeDocument/2006/relationships/image" Target="../media/image207.png"/><Relationship Id="rId160" Type="http://schemas.openxmlformats.org/officeDocument/2006/relationships/customXml" Target="../ink/ink237.xml"/><Relationship Id="rId181" Type="http://schemas.openxmlformats.org/officeDocument/2006/relationships/image" Target="../media/image249.png"/><Relationship Id="rId216" Type="http://schemas.openxmlformats.org/officeDocument/2006/relationships/customXml" Target="../ink/ink265.xml"/><Relationship Id="rId237" Type="http://schemas.openxmlformats.org/officeDocument/2006/relationships/image" Target="../media/image277.png"/><Relationship Id="rId258" Type="http://schemas.openxmlformats.org/officeDocument/2006/relationships/customXml" Target="../ink/ink286.xml"/><Relationship Id="rId22" Type="http://schemas.openxmlformats.org/officeDocument/2006/relationships/customXml" Target="../ink/ink168.xml"/><Relationship Id="rId43" Type="http://schemas.openxmlformats.org/officeDocument/2006/relationships/image" Target="../media/image182.png"/><Relationship Id="rId64" Type="http://schemas.openxmlformats.org/officeDocument/2006/relationships/customXml" Target="../ink/ink189.xml"/><Relationship Id="rId118" Type="http://schemas.openxmlformats.org/officeDocument/2006/relationships/customXml" Target="../ink/ink216.xml"/><Relationship Id="rId139" Type="http://schemas.openxmlformats.org/officeDocument/2006/relationships/image" Target="../media/image229.png"/><Relationship Id="rId85" Type="http://schemas.openxmlformats.org/officeDocument/2006/relationships/image" Target="../media/image202.png"/><Relationship Id="rId150" Type="http://schemas.openxmlformats.org/officeDocument/2006/relationships/customXml" Target="../ink/ink232.xml"/><Relationship Id="rId171" Type="http://schemas.openxmlformats.org/officeDocument/2006/relationships/image" Target="../media/image244.png"/><Relationship Id="rId192" Type="http://schemas.openxmlformats.org/officeDocument/2006/relationships/customXml" Target="../ink/ink253.xml"/><Relationship Id="rId206" Type="http://schemas.openxmlformats.org/officeDocument/2006/relationships/customXml" Target="../ink/ink260.xml"/><Relationship Id="rId227" Type="http://schemas.openxmlformats.org/officeDocument/2006/relationships/image" Target="../media/image272.png"/><Relationship Id="rId248" Type="http://schemas.openxmlformats.org/officeDocument/2006/relationships/customXml" Target="../ink/ink281.xml"/><Relationship Id="rId12" Type="http://schemas.openxmlformats.org/officeDocument/2006/relationships/customXml" Target="../ink/ink163.xml"/><Relationship Id="rId33" Type="http://schemas.openxmlformats.org/officeDocument/2006/relationships/image" Target="../media/image177.png"/><Relationship Id="rId108" Type="http://schemas.openxmlformats.org/officeDocument/2006/relationships/customXml" Target="../ink/ink211.xml"/><Relationship Id="rId129" Type="http://schemas.openxmlformats.org/officeDocument/2006/relationships/image" Target="../media/image224.png"/><Relationship Id="rId54" Type="http://schemas.openxmlformats.org/officeDocument/2006/relationships/customXml" Target="../ink/ink184.xml"/><Relationship Id="rId75" Type="http://schemas.openxmlformats.org/officeDocument/2006/relationships/image" Target="../media/image197.png"/><Relationship Id="rId96" Type="http://schemas.openxmlformats.org/officeDocument/2006/relationships/customXml" Target="../ink/ink205.xml"/><Relationship Id="rId140" Type="http://schemas.openxmlformats.org/officeDocument/2006/relationships/customXml" Target="../ink/ink227.xml"/><Relationship Id="rId161" Type="http://schemas.openxmlformats.org/officeDocument/2006/relationships/image" Target="../media/image239.png"/><Relationship Id="rId182" Type="http://schemas.openxmlformats.org/officeDocument/2006/relationships/customXml" Target="../ink/ink248.xml"/><Relationship Id="rId217" Type="http://schemas.openxmlformats.org/officeDocument/2006/relationships/image" Target="../media/image267.png"/><Relationship Id="rId6" Type="http://schemas.openxmlformats.org/officeDocument/2006/relationships/customXml" Target="../ink/ink160.xml"/><Relationship Id="rId238" Type="http://schemas.openxmlformats.org/officeDocument/2006/relationships/customXml" Target="../ink/ink276.xml"/><Relationship Id="rId259" Type="http://schemas.openxmlformats.org/officeDocument/2006/relationships/image" Target="../media/image288.png"/><Relationship Id="rId23" Type="http://schemas.openxmlformats.org/officeDocument/2006/relationships/image" Target="../media/image172.png"/><Relationship Id="rId119" Type="http://schemas.openxmlformats.org/officeDocument/2006/relationships/image" Target="../media/image219.png"/><Relationship Id="rId44" Type="http://schemas.openxmlformats.org/officeDocument/2006/relationships/customXml" Target="../ink/ink179.xml"/><Relationship Id="rId65" Type="http://schemas.openxmlformats.org/officeDocument/2006/relationships/image" Target="../media/image193.png"/><Relationship Id="rId86" Type="http://schemas.openxmlformats.org/officeDocument/2006/relationships/customXml" Target="../ink/ink200.xml"/><Relationship Id="rId130" Type="http://schemas.openxmlformats.org/officeDocument/2006/relationships/customXml" Target="../ink/ink222.xml"/><Relationship Id="rId151" Type="http://schemas.openxmlformats.org/officeDocument/2006/relationships/image" Target="../media/image234.png"/><Relationship Id="rId172" Type="http://schemas.openxmlformats.org/officeDocument/2006/relationships/customXml" Target="../ink/ink243.xml"/><Relationship Id="rId193" Type="http://schemas.openxmlformats.org/officeDocument/2006/relationships/image" Target="../media/image255.png"/><Relationship Id="rId207" Type="http://schemas.openxmlformats.org/officeDocument/2006/relationships/image" Target="../media/image262.png"/><Relationship Id="rId228" Type="http://schemas.openxmlformats.org/officeDocument/2006/relationships/customXml" Target="../ink/ink271.xml"/><Relationship Id="rId249" Type="http://schemas.openxmlformats.org/officeDocument/2006/relationships/image" Target="../media/image283.png"/><Relationship Id="rId13" Type="http://schemas.openxmlformats.org/officeDocument/2006/relationships/image" Target="../media/image167.png"/><Relationship Id="rId109" Type="http://schemas.openxmlformats.org/officeDocument/2006/relationships/image" Target="../media/image214.png"/><Relationship Id="rId34" Type="http://schemas.openxmlformats.org/officeDocument/2006/relationships/customXml" Target="../ink/ink174.xml"/><Relationship Id="rId55" Type="http://schemas.openxmlformats.org/officeDocument/2006/relationships/image" Target="../media/image188.png"/><Relationship Id="rId76" Type="http://schemas.openxmlformats.org/officeDocument/2006/relationships/customXml" Target="../ink/ink195.xml"/><Relationship Id="rId97" Type="http://schemas.openxmlformats.org/officeDocument/2006/relationships/image" Target="../media/image208.png"/><Relationship Id="rId120" Type="http://schemas.openxmlformats.org/officeDocument/2006/relationships/customXml" Target="../ink/ink217.xml"/><Relationship Id="rId141" Type="http://schemas.openxmlformats.org/officeDocument/2006/relationships/image" Target="../media/image94.png"/><Relationship Id="rId7" Type="http://schemas.openxmlformats.org/officeDocument/2006/relationships/image" Target="../media/image164.png"/><Relationship Id="rId162" Type="http://schemas.openxmlformats.org/officeDocument/2006/relationships/customXml" Target="../ink/ink238.xml"/><Relationship Id="rId183" Type="http://schemas.openxmlformats.org/officeDocument/2006/relationships/image" Target="../media/image250.png"/><Relationship Id="rId218" Type="http://schemas.openxmlformats.org/officeDocument/2006/relationships/customXml" Target="../ink/ink266.xml"/><Relationship Id="rId239" Type="http://schemas.openxmlformats.org/officeDocument/2006/relationships/image" Target="../media/image278.png"/><Relationship Id="rId250" Type="http://schemas.openxmlformats.org/officeDocument/2006/relationships/customXml" Target="../ink/ink282.xml"/><Relationship Id="rId24" Type="http://schemas.openxmlformats.org/officeDocument/2006/relationships/customXml" Target="../ink/ink169.xml"/><Relationship Id="rId45" Type="http://schemas.openxmlformats.org/officeDocument/2006/relationships/image" Target="../media/image183.png"/><Relationship Id="rId66" Type="http://schemas.openxmlformats.org/officeDocument/2006/relationships/customXml" Target="../ink/ink190.xml"/><Relationship Id="rId87" Type="http://schemas.openxmlformats.org/officeDocument/2006/relationships/image" Target="../media/image203.png"/><Relationship Id="rId110" Type="http://schemas.openxmlformats.org/officeDocument/2006/relationships/customXml" Target="../ink/ink212.xml"/><Relationship Id="rId131" Type="http://schemas.openxmlformats.org/officeDocument/2006/relationships/image" Target="../media/image225.png"/><Relationship Id="rId152" Type="http://schemas.openxmlformats.org/officeDocument/2006/relationships/customXml" Target="../ink/ink233.xml"/><Relationship Id="rId173" Type="http://schemas.openxmlformats.org/officeDocument/2006/relationships/image" Target="../media/image245.png"/><Relationship Id="rId194" Type="http://schemas.openxmlformats.org/officeDocument/2006/relationships/customXml" Target="../ink/ink254.xml"/><Relationship Id="rId208" Type="http://schemas.openxmlformats.org/officeDocument/2006/relationships/customXml" Target="../ink/ink261.xml"/><Relationship Id="rId229" Type="http://schemas.openxmlformats.org/officeDocument/2006/relationships/image" Target="../media/image273.png"/><Relationship Id="rId240" Type="http://schemas.openxmlformats.org/officeDocument/2006/relationships/customXml" Target="../ink/ink277.xml"/><Relationship Id="rId14" Type="http://schemas.openxmlformats.org/officeDocument/2006/relationships/customXml" Target="../ink/ink164.xml"/><Relationship Id="rId35" Type="http://schemas.openxmlformats.org/officeDocument/2006/relationships/image" Target="../media/image178.png"/><Relationship Id="rId56" Type="http://schemas.openxmlformats.org/officeDocument/2006/relationships/customXml" Target="../ink/ink185.xml"/><Relationship Id="rId77" Type="http://schemas.openxmlformats.org/officeDocument/2006/relationships/image" Target="../media/image198.png"/><Relationship Id="rId100" Type="http://schemas.openxmlformats.org/officeDocument/2006/relationships/customXml" Target="../ink/ink207.xml"/><Relationship Id="rId8" Type="http://schemas.openxmlformats.org/officeDocument/2006/relationships/customXml" Target="../ink/ink161.xml"/><Relationship Id="rId98" Type="http://schemas.openxmlformats.org/officeDocument/2006/relationships/customXml" Target="../ink/ink206.xml"/><Relationship Id="rId121" Type="http://schemas.openxmlformats.org/officeDocument/2006/relationships/image" Target="../media/image220.png"/><Relationship Id="rId142" Type="http://schemas.openxmlformats.org/officeDocument/2006/relationships/customXml" Target="../ink/ink228.xml"/><Relationship Id="rId163" Type="http://schemas.openxmlformats.org/officeDocument/2006/relationships/image" Target="../media/image240.png"/><Relationship Id="rId184" Type="http://schemas.openxmlformats.org/officeDocument/2006/relationships/customXml" Target="../ink/ink249.xml"/><Relationship Id="rId219" Type="http://schemas.openxmlformats.org/officeDocument/2006/relationships/image" Target="../media/image268.png"/><Relationship Id="rId230" Type="http://schemas.openxmlformats.org/officeDocument/2006/relationships/customXml" Target="../ink/ink272.xml"/><Relationship Id="rId251" Type="http://schemas.openxmlformats.org/officeDocument/2006/relationships/image" Target="../media/image284.png"/><Relationship Id="rId25" Type="http://schemas.openxmlformats.org/officeDocument/2006/relationships/image" Target="../media/image173.png"/><Relationship Id="rId46" Type="http://schemas.openxmlformats.org/officeDocument/2006/relationships/customXml" Target="../ink/ink180.xml"/><Relationship Id="rId67" Type="http://schemas.openxmlformats.org/officeDocument/2006/relationships/image" Target="../media/image194.png"/><Relationship Id="rId88" Type="http://schemas.openxmlformats.org/officeDocument/2006/relationships/customXml" Target="../ink/ink201.xml"/><Relationship Id="rId111" Type="http://schemas.openxmlformats.org/officeDocument/2006/relationships/image" Target="../media/image215.png"/><Relationship Id="rId132" Type="http://schemas.openxmlformats.org/officeDocument/2006/relationships/customXml" Target="../ink/ink223.xml"/><Relationship Id="rId153" Type="http://schemas.openxmlformats.org/officeDocument/2006/relationships/image" Target="../media/image235.png"/><Relationship Id="rId174" Type="http://schemas.openxmlformats.org/officeDocument/2006/relationships/customXml" Target="../ink/ink244.xml"/><Relationship Id="rId195" Type="http://schemas.openxmlformats.org/officeDocument/2006/relationships/image" Target="../media/image256.png"/><Relationship Id="rId209" Type="http://schemas.openxmlformats.org/officeDocument/2006/relationships/image" Target="../media/image263.png"/><Relationship Id="rId220" Type="http://schemas.openxmlformats.org/officeDocument/2006/relationships/customXml" Target="../ink/ink267.xml"/><Relationship Id="rId241" Type="http://schemas.openxmlformats.org/officeDocument/2006/relationships/image" Target="../media/image279.png"/><Relationship Id="rId15" Type="http://schemas.openxmlformats.org/officeDocument/2006/relationships/image" Target="../media/image168.png"/><Relationship Id="rId36" Type="http://schemas.openxmlformats.org/officeDocument/2006/relationships/customXml" Target="../ink/ink175.xml"/><Relationship Id="rId57" Type="http://schemas.openxmlformats.org/officeDocument/2006/relationships/image" Target="../media/image189.png"/><Relationship Id="rId78" Type="http://schemas.openxmlformats.org/officeDocument/2006/relationships/customXml" Target="../ink/ink196.xml"/><Relationship Id="rId99" Type="http://schemas.openxmlformats.org/officeDocument/2006/relationships/image" Target="../media/image209.png"/><Relationship Id="rId101" Type="http://schemas.openxmlformats.org/officeDocument/2006/relationships/image" Target="../media/image210.png"/><Relationship Id="rId122" Type="http://schemas.openxmlformats.org/officeDocument/2006/relationships/customXml" Target="../ink/ink218.xml"/><Relationship Id="rId143" Type="http://schemas.openxmlformats.org/officeDocument/2006/relationships/image" Target="../media/image230.png"/><Relationship Id="rId164" Type="http://schemas.openxmlformats.org/officeDocument/2006/relationships/customXml" Target="../ink/ink239.xml"/><Relationship Id="rId185" Type="http://schemas.openxmlformats.org/officeDocument/2006/relationships/image" Target="../media/image251.png"/><Relationship Id="rId9" Type="http://schemas.openxmlformats.org/officeDocument/2006/relationships/image" Target="../media/image165.png"/><Relationship Id="rId210" Type="http://schemas.openxmlformats.org/officeDocument/2006/relationships/customXml" Target="../ink/ink262.xml"/><Relationship Id="rId26" Type="http://schemas.openxmlformats.org/officeDocument/2006/relationships/customXml" Target="../ink/ink170.xml"/><Relationship Id="rId231" Type="http://schemas.openxmlformats.org/officeDocument/2006/relationships/image" Target="../media/image274.png"/><Relationship Id="rId252" Type="http://schemas.openxmlformats.org/officeDocument/2006/relationships/customXml" Target="../ink/ink283.xml"/><Relationship Id="rId47" Type="http://schemas.openxmlformats.org/officeDocument/2006/relationships/image" Target="../media/image184.png"/><Relationship Id="rId68" Type="http://schemas.openxmlformats.org/officeDocument/2006/relationships/customXml" Target="../ink/ink191.xml"/><Relationship Id="rId89" Type="http://schemas.openxmlformats.org/officeDocument/2006/relationships/image" Target="../media/image204.png"/><Relationship Id="rId112" Type="http://schemas.openxmlformats.org/officeDocument/2006/relationships/customXml" Target="../ink/ink213.xml"/><Relationship Id="rId133" Type="http://schemas.openxmlformats.org/officeDocument/2006/relationships/image" Target="../media/image226.png"/><Relationship Id="rId154" Type="http://schemas.openxmlformats.org/officeDocument/2006/relationships/customXml" Target="../ink/ink234.xml"/><Relationship Id="rId175" Type="http://schemas.openxmlformats.org/officeDocument/2006/relationships/image" Target="../media/image246.png"/><Relationship Id="rId196" Type="http://schemas.openxmlformats.org/officeDocument/2006/relationships/customXml" Target="../ink/ink255.xml"/><Relationship Id="rId200" Type="http://schemas.openxmlformats.org/officeDocument/2006/relationships/customXml" Target="../ink/ink257.xml"/><Relationship Id="rId16" Type="http://schemas.openxmlformats.org/officeDocument/2006/relationships/customXml" Target="../ink/ink165.xml"/><Relationship Id="rId221" Type="http://schemas.openxmlformats.org/officeDocument/2006/relationships/image" Target="../media/image269.png"/><Relationship Id="rId242" Type="http://schemas.openxmlformats.org/officeDocument/2006/relationships/customXml" Target="../ink/ink278.xml"/><Relationship Id="rId37" Type="http://schemas.openxmlformats.org/officeDocument/2006/relationships/image" Target="../media/image179.png"/><Relationship Id="rId58" Type="http://schemas.openxmlformats.org/officeDocument/2006/relationships/customXml" Target="../ink/ink186.xml"/><Relationship Id="rId79" Type="http://schemas.openxmlformats.org/officeDocument/2006/relationships/image" Target="../media/image199.png"/><Relationship Id="rId102" Type="http://schemas.openxmlformats.org/officeDocument/2006/relationships/customXml" Target="../ink/ink208.xml"/><Relationship Id="rId123" Type="http://schemas.openxmlformats.org/officeDocument/2006/relationships/image" Target="../media/image221.png"/><Relationship Id="rId144" Type="http://schemas.openxmlformats.org/officeDocument/2006/relationships/customXml" Target="../ink/ink229.xml"/><Relationship Id="rId90" Type="http://schemas.openxmlformats.org/officeDocument/2006/relationships/customXml" Target="../ink/ink202.xml"/><Relationship Id="rId165" Type="http://schemas.openxmlformats.org/officeDocument/2006/relationships/image" Target="../media/image241.png"/><Relationship Id="rId186" Type="http://schemas.openxmlformats.org/officeDocument/2006/relationships/customXml" Target="../ink/ink250.xml"/><Relationship Id="rId211" Type="http://schemas.openxmlformats.org/officeDocument/2006/relationships/image" Target="../media/image264.png"/><Relationship Id="rId232" Type="http://schemas.openxmlformats.org/officeDocument/2006/relationships/customXml" Target="../ink/ink273.xml"/><Relationship Id="rId253" Type="http://schemas.openxmlformats.org/officeDocument/2006/relationships/image" Target="../media/image285.png"/><Relationship Id="rId27" Type="http://schemas.openxmlformats.org/officeDocument/2006/relationships/image" Target="../media/image174.png"/><Relationship Id="rId48" Type="http://schemas.openxmlformats.org/officeDocument/2006/relationships/customXml" Target="../ink/ink181.xml"/><Relationship Id="rId69" Type="http://schemas.openxmlformats.org/officeDocument/2006/relationships/image" Target="../media/image195.png"/><Relationship Id="rId113" Type="http://schemas.openxmlformats.org/officeDocument/2006/relationships/image" Target="../media/image216.png"/><Relationship Id="rId134" Type="http://schemas.openxmlformats.org/officeDocument/2006/relationships/customXml" Target="../ink/ink224.xml"/><Relationship Id="rId80" Type="http://schemas.openxmlformats.org/officeDocument/2006/relationships/customXml" Target="../ink/ink197.xml"/><Relationship Id="rId155" Type="http://schemas.openxmlformats.org/officeDocument/2006/relationships/image" Target="../media/image236.png"/><Relationship Id="rId176" Type="http://schemas.openxmlformats.org/officeDocument/2006/relationships/customXml" Target="../ink/ink245.xml"/><Relationship Id="rId197" Type="http://schemas.openxmlformats.org/officeDocument/2006/relationships/image" Target="../media/image257.png"/><Relationship Id="rId201" Type="http://schemas.openxmlformats.org/officeDocument/2006/relationships/image" Target="../media/image259.png"/><Relationship Id="rId222" Type="http://schemas.openxmlformats.org/officeDocument/2006/relationships/customXml" Target="../ink/ink268.xml"/><Relationship Id="rId243" Type="http://schemas.openxmlformats.org/officeDocument/2006/relationships/image" Target="../media/image280.png"/><Relationship Id="rId17" Type="http://schemas.openxmlformats.org/officeDocument/2006/relationships/image" Target="../media/image169.png"/><Relationship Id="rId38" Type="http://schemas.openxmlformats.org/officeDocument/2006/relationships/customXml" Target="../ink/ink176.xml"/><Relationship Id="rId59" Type="http://schemas.openxmlformats.org/officeDocument/2006/relationships/image" Target="../media/image190.png"/><Relationship Id="rId103" Type="http://schemas.openxmlformats.org/officeDocument/2006/relationships/image" Target="../media/image211.png"/><Relationship Id="rId124" Type="http://schemas.openxmlformats.org/officeDocument/2006/relationships/customXml" Target="../ink/ink219.xml"/><Relationship Id="rId70" Type="http://schemas.openxmlformats.org/officeDocument/2006/relationships/customXml" Target="../ink/ink192.xml"/><Relationship Id="rId91" Type="http://schemas.openxmlformats.org/officeDocument/2006/relationships/image" Target="../media/image205.png"/><Relationship Id="rId145" Type="http://schemas.openxmlformats.org/officeDocument/2006/relationships/image" Target="../media/image231.png"/><Relationship Id="rId166" Type="http://schemas.openxmlformats.org/officeDocument/2006/relationships/customXml" Target="../ink/ink240.xml"/><Relationship Id="rId187" Type="http://schemas.openxmlformats.org/officeDocument/2006/relationships/image" Target="../media/image252.png"/><Relationship Id="rId1" Type="http://schemas.openxmlformats.org/officeDocument/2006/relationships/slideLayout" Target="../slideLayouts/slideLayout7.xml"/><Relationship Id="rId212" Type="http://schemas.openxmlformats.org/officeDocument/2006/relationships/customXml" Target="../ink/ink263.xml"/><Relationship Id="rId233" Type="http://schemas.openxmlformats.org/officeDocument/2006/relationships/image" Target="../media/image275.png"/><Relationship Id="rId254" Type="http://schemas.openxmlformats.org/officeDocument/2006/relationships/customXml" Target="../ink/ink284.xml"/><Relationship Id="rId28" Type="http://schemas.openxmlformats.org/officeDocument/2006/relationships/customXml" Target="../ink/ink171.xml"/><Relationship Id="rId49" Type="http://schemas.openxmlformats.org/officeDocument/2006/relationships/image" Target="../media/image185.png"/><Relationship Id="rId114" Type="http://schemas.openxmlformats.org/officeDocument/2006/relationships/customXml" Target="../ink/ink214.xml"/><Relationship Id="rId60" Type="http://schemas.openxmlformats.org/officeDocument/2006/relationships/customXml" Target="../ink/ink187.xml"/><Relationship Id="rId81" Type="http://schemas.openxmlformats.org/officeDocument/2006/relationships/image" Target="../media/image200.png"/><Relationship Id="rId135" Type="http://schemas.openxmlformats.org/officeDocument/2006/relationships/image" Target="../media/image227.png"/><Relationship Id="rId156" Type="http://schemas.openxmlformats.org/officeDocument/2006/relationships/customXml" Target="../ink/ink235.xml"/><Relationship Id="rId177" Type="http://schemas.openxmlformats.org/officeDocument/2006/relationships/image" Target="../media/image247.png"/><Relationship Id="rId198" Type="http://schemas.openxmlformats.org/officeDocument/2006/relationships/customXml" Target="../ink/ink256.xml"/><Relationship Id="rId202" Type="http://schemas.openxmlformats.org/officeDocument/2006/relationships/customXml" Target="../ink/ink258.xml"/><Relationship Id="rId223" Type="http://schemas.openxmlformats.org/officeDocument/2006/relationships/image" Target="../media/image270.png"/><Relationship Id="rId244" Type="http://schemas.openxmlformats.org/officeDocument/2006/relationships/customXml" Target="../ink/ink279.xml"/><Relationship Id="rId18" Type="http://schemas.openxmlformats.org/officeDocument/2006/relationships/customXml" Target="../ink/ink166.xml"/><Relationship Id="rId39" Type="http://schemas.openxmlformats.org/officeDocument/2006/relationships/image" Target="../media/image180.png"/><Relationship Id="rId50" Type="http://schemas.openxmlformats.org/officeDocument/2006/relationships/customXml" Target="../ink/ink182.xml"/><Relationship Id="rId104" Type="http://schemas.openxmlformats.org/officeDocument/2006/relationships/customXml" Target="../ink/ink209.xml"/><Relationship Id="rId125" Type="http://schemas.openxmlformats.org/officeDocument/2006/relationships/image" Target="../media/image222.png"/><Relationship Id="rId146" Type="http://schemas.openxmlformats.org/officeDocument/2006/relationships/customXml" Target="../ink/ink230.xml"/><Relationship Id="rId167" Type="http://schemas.openxmlformats.org/officeDocument/2006/relationships/image" Target="../media/image242.png"/><Relationship Id="rId188" Type="http://schemas.openxmlformats.org/officeDocument/2006/relationships/customXml" Target="../ink/ink251.xml"/><Relationship Id="rId71" Type="http://schemas.openxmlformats.org/officeDocument/2006/relationships/image" Target="../media/image196.png"/><Relationship Id="rId92" Type="http://schemas.openxmlformats.org/officeDocument/2006/relationships/customXml" Target="../ink/ink203.xml"/><Relationship Id="rId213" Type="http://schemas.openxmlformats.org/officeDocument/2006/relationships/image" Target="../media/image265.png"/><Relationship Id="rId234" Type="http://schemas.openxmlformats.org/officeDocument/2006/relationships/customXml" Target="../ink/ink274.xml"/><Relationship Id="rId2" Type="http://schemas.openxmlformats.org/officeDocument/2006/relationships/customXml" Target="../ink/ink158.xml"/><Relationship Id="rId29" Type="http://schemas.openxmlformats.org/officeDocument/2006/relationships/image" Target="../media/image175.png"/><Relationship Id="rId255" Type="http://schemas.openxmlformats.org/officeDocument/2006/relationships/image" Target="../media/image286.png"/><Relationship Id="rId40" Type="http://schemas.openxmlformats.org/officeDocument/2006/relationships/customXml" Target="../ink/ink177.xml"/><Relationship Id="rId115" Type="http://schemas.openxmlformats.org/officeDocument/2006/relationships/image" Target="../media/image217.png"/><Relationship Id="rId136" Type="http://schemas.openxmlformats.org/officeDocument/2006/relationships/customXml" Target="../ink/ink225.xml"/><Relationship Id="rId157" Type="http://schemas.openxmlformats.org/officeDocument/2006/relationships/image" Target="../media/image237.png"/><Relationship Id="rId178" Type="http://schemas.openxmlformats.org/officeDocument/2006/relationships/customXml" Target="../ink/ink246.xml"/><Relationship Id="rId61" Type="http://schemas.openxmlformats.org/officeDocument/2006/relationships/image" Target="../media/image191.png"/><Relationship Id="rId82" Type="http://schemas.openxmlformats.org/officeDocument/2006/relationships/customXml" Target="../ink/ink198.xml"/><Relationship Id="rId199" Type="http://schemas.openxmlformats.org/officeDocument/2006/relationships/image" Target="../media/image258.png"/><Relationship Id="rId203" Type="http://schemas.openxmlformats.org/officeDocument/2006/relationships/image" Target="../media/image260.png"/><Relationship Id="rId19" Type="http://schemas.openxmlformats.org/officeDocument/2006/relationships/image" Target="../media/image170.png"/><Relationship Id="rId224" Type="http://schemas.openxmlformats.org/officeDocument/2006/relationships/customXml" Target="../ink/ink269.xml"/><Relationship Id="rId245" Type="http://schemas.openxmlformats.org/officeDocument/2006/relationships/image" Target="../media/image281.png"/><Relationship Id="rId30" Type="http://schemas.openxmlformats.org/officeDocument/2006/relationships/customXml" Target="../ink/ink172.xml"/><Relationship Id="rId105" Type="http://schemas.openxmlformats.org/officeDocument/2006/relationships/image" Target="../media/image212.png"/><Relationship Id="rId126" Type="http://schemas.openxmlformats.org/officeDocument/2006/relationships/customXml" Target="../ink/ink220.xml"/><Relationship Id="rId147" Type="http://schemas.openxmlformats.org/officeDocument/2006/relationships/image" Target="../media/image232.png"/><Relationship Id="rId168" Type="http://schemas.openxmlformats.org/officeDocument/2006/relationships/customXml" Target="../ink/ink241.xml"/><Relationship Id="rId51" Type="http://schemas.openxmlformats.org/officeDocument/2006/relationships/image" Target="../media/image186.png"/><Relationship Id="rId72" Type="http://schemas.openxmlformats.org/officeDocument/2006/relationships/customXml" Target="../ink/ink193.xml"/><Relationship Id="rId93" Type="http://schemas.openxmlformats.org/officeDocument/2006/relationships/image" Target="../media/image206.png"/><Relationship Id="rId189" Type="http://schemas.openxmlformats.org/officeDocument/2006/relationships/image" Target="../media/image253.png"/><Relationship Id="rId3" Type="http://schemas.openxmlformats.org/officeDocument/2006/relationships/image" Target="../media/image162.png"/><Relationship Id="rId214" Type="http://schemas.openxmlformats.org/officeDocument/2006/relationships/customXml" Target="../ink/ink264.xml"/><Relationship Id="rId235" Type="http://schemas.openxmlformats.org/officeDocument/2006/relationships/image" Target="../media/image276.png"/><Relationship Id="rId256" Type="http://schemas.openxmlformats.org/officeDocument/2006/relationships/customXml" Target="../ink/ink285.xml"/><Relationship Id="rId116" Type="http://schemas.openxmlformats.org/officeDocument/2006/relationships/customXml" Target="../ink/ink215.xml"/><Relationship Id="rId137" Type="http://schemas.openxmlformats.org/officeDocument/2006/relationships/image" Target="../media/image228.png"/><Relationship Id="rId158" Type="http://schemas.openxmlformats.org/officeDocument/2006/relationships/customXml" Target="../ink/ink236.xml"/><Relationship Id="rId20" Type="http://schemas.openxmlformats.org/officeDocument/2006/relationships/customXml" Target="../ink/ink167.xml"/><Relationship Id="rId41" Type="http://schemas.openxmlformats.org/officeDocument/2006/relationships/image" Target="../media/image181.png"/><Relationship Id="rId62" Type="http://schemas.openxmlformats.org/officeDocument/2006/relationships/customXml" Target="../ink/ink188.xml"/><Relationship Id="rId83" Type="http://schemas.openxmlformats.org/officeDocument/2006/relationships/image" Target="../media/image201.png"/><Relationship Id="rId179" Type="http://schemas.openxmlformats.org/officeDocument/2006/relationships/image" Target="../media/image248.png"/><Relationship Id="rId190" Type="http://schemas.openxmlformats.org/officeDocument/2006/relationships/customXml" Target="../ink/ink252.xml"/><Relationship Id="rId204" Type="http://schemas.openxmlformats.org/officeDocument/2006/relationships/customXml" Target="../ink/ink259.xml"/><Relationship Id="rId225" Type="http://schemas.openxmlformats.org/officeDocument/2006/relationships/image" Target="../media/image271.png"/><Relationship Id="rId246" Type="http://schemas.openxmlformats.org/officeDocument/2006/relationships/customXml" Target="../ink/ink280.xml"/><Relationship Id="rId106" Type="http://schemas.openxmlformats.org/officeDocument/2006/relationships/customXml" Target="../ink/ink210.xml"/><Relationship Id="rId127" Type="http://schemas.openxmlformats.org/officeDocument/2006/relationships/image" Target="../media/image223.png"/><Relationship Id="rId10" Type="http://schemas.openxmlformats.org/officeDocument/2006/relationships/customXml" Target="../ink/ink162.xml"/><Relationship Id="rId31" Type="http://schemas.openxmlformats.org/officeDocument/2006/relationships/image" Target="../media/image176.png"/><Relationship Id="rId52" Type="http://schemas.openxmlformats.org/officeDocument/2006/relationships/customXml" Target="../ink/ink183.xml"/><Relationship Id="rId73" Type="http://schemas.openxmlformats.org/officeDocument/2006/relationships/image" Target="../media/image26.png"/><Relationship Id="rId94" Type="http://schemas.openxmlformats.org/officeDocument/2006/relationships/customXml" Target="../ink/ink204.xml"/><Relationship Id="rId148" Type="http://schemas.openxmlformats.org/officeDocument/2006/relationships/customXml" Target="../ink/ink231.xml"/><Relationship Id="rId169" Type="http://schemas.openxmlformats.org/officeDocument/2006/relationships/image" Target="../media/image243.png"/><Relationship Id="rId4" Type="http://schemas.openxmlformats.org/officeDocument/2006/relationships/customXml" Target="../ink/ink159.xml"/><Relationship Id="rId180" Type="http://schemas.openxmlformats.org/officeDocument/2006/relationships/customXml" Target="../ink/ink247.xml"/><Relationship Id="rId215" Type="http://schemas.openxmlformats.org/officeDocument/2006/relationships/image" Target="../media/image266.png"/><Relationship Id="rId236" Type="http://schemas.openxmlformats.org/officeDocument/2006/relationships/customXml" Target="../ink/ink275.xml"/><Relationship Id="rId257" Type="http://schemas.openxmlformats.org/officeDocument/2006/relationships/image" Target="../media/image287.png"/></Relationships>
</file>

<file path=ppt/slides/_rels/slide10.xml.rels><?xml version="1.0" encoding="UTF-8" standalone="yes"?>
<Relationships xmlns="http://schemas.openxmlformats.org/package/2006/relationships"><Relationship Id="rId2" Type="http://schemas.openxmlformats.org/officeDocument/2006/relationships/hyperlink" Target="https://www.oracle.com/in/java/technologies/javase/jdk11-archive-downloads.html"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6" Type="http://schemas.openxmlformats.org/officeDocument/2006/relationships/customXml" Target="../ink/ink299.xml"/><Relationship Id="rId21" Type="http://schemas.openxmlformats.org/officeDocument/2006/relationships/image" Target="../media/image298.png"/><Relationship Id="rId42" Type="http://schemas.openxmlformats.org/officeDocument/2006/relationships/customXml" Target="../ink/ink307.xml"/><Relationship Id="rId47" Type="http://schemas.openxmlformats.org/officeDocument/2006/relationships/image" Target="../media/image311.png"/><Relationship Id="rId63" Type="http://schemas.openxmlformats.org/officeDocument/2006/relationships/image" Target="../media/image319.png"/><Relationship Id="rId68" Type="http://schemas.openxmlformats.org/officeDocument/2006/relationships/customXml" Target="../ink/ink320.xml"/><Relationship Id="rId84" Type="http://schemas.openxmlformats.org/officeDocument/2006/relationships/customXml" Target="../ink/ink328.xml"/><Relationship Id="rId16" Type="http://schemas.openxmlformats.org/officeDocument/2006/relationships/customXml" Target="../ink/ink294.xml"/><Relationship Id="rId11" Type="http://schemas.openxmlformats.org/officeDocument/2006/relationships/image" Target="../media/image293.png"/><Relationship Id="rId32" Type="http://schemas.openxmlformats.org/officeDocument/2006/relationships/customXml" Target="../ink/ink302.xml"/><Relationship Id="rId37" Type="http://schemas.openxmlformats.org/officeDocument/2006/relationships/image" Target="../media/image306.png"/><Relationship Id="rId53" Type="http://schemas.openxmlformats.org/officeDocument/2006/relationships/image" Target="../media/image314.png"/><Relationship Id="rId58" Type="http://schemas.openxmlformats.org/officeDocument/2006/relationships/customXml" Target="../ink/ink315.xml"/><Relationship Id="rId74" Type="http://schemas.openxmlformats.org/officeDocument/2006/relationships/customXml" Target="../ink/ink323.xml"/><Relationship Id="rId79" Type="http://schemas.openxmlformats.org/officeDocument/2006/relationships/image" Target="../media/image327.png"/><Relationship Id="rId5" Type="http://schemas.openxmlformats.org/officeDocument/2006/relationships/image" Target="../media/image290.png"/><Relationship Id="rId19" Type="http://schemas.openxmlformats.org/officeDocument/2006/relationships/image" Target="../media/image297.png"/><Relationship Id="rId14" Type="http://schemas.openxmlformats.org/officeDocument/2006/relationships/customXml" Target="../ink/ink293.xml"/><Relationship Id="rId22" Type="http://schemas.openxmlformats.org/officeDocument/2006/relationships/customXml" Target="../ink/ink297.xml"/><Relationship Id="rId27" Type="http://schemas.openxmlformats.org/officeDocument/2006/relationships/image" Target="../media/image301.png"/><Relationship Id="rId30" Type="http://schemas.openxmlformats.org/officeDocument/2006/relationships/customXml" Target="../ink/ink301.xml"/><Relationship Id="rId35" Type="http://schemas.openxmlformats.org/officeDocument/2006/relationships/image" Target="../media/image305.png"/><Relationship Id="rId43" Type="http://schemas.openxmlformats.org/officeDocument/2006/relationships/image" Target="../media/image309.png"/><Relationship Id="rId48" Type="http://schemas.openxmlformats.org/officeDocument/2006/relationships/customXml" Target="../ink/ink310.xml"/><Relationship Id="rId56" Type="http://schemas.openxmlformats.org/officeDocument/2006/relationships/customXml" Target="../ink/ink314.xml"/><Relationship Id="rId64" Type="http://schemas.openxmlformats.org/officeDocument/2006/relationships/customXml" Target="../ink/ink318.xml"/><Relationship Id="rId69" Type="http://schemas.openxmlformats.org/officeDocument/2006/relationships/image" Target="../media/image322.png"/><Relationship Id="rId77" Type="http://schemas.openxmlformats.org/officeDocument/2006/relationships/image" Target="../media/image326.png"/><Relationship Id="rId8" Type="http://schemas.openxmlformats.org/officeDocument/2006/relationships/customXml" Target="../ink/ink290.xml"/><Relationship Id="rId51" Type="http://schemas.openxmlformats.org/officeDocument/2006/relationships/image" Target="../media/image313.png"/><Relationship Id="rId72" Type="http://schemas.openxmlformats.org/officeDocument/2006/relationships/customXml" Target="../ink/ink322.xml"/><Relationship Id="rId80" Type="http://schemas.openxmlformats.org/officeDocument/2006/relationships/customXml" Target="../ink/ink326.xml"/><Relationship Id="rId85" Type="http://schemas.openxmlformats.org/officeDocument/2006/relationships/image" Target="../media/image330.png"/><Relationship Id="rId3" Type="http://schemas.openxmlformats.org/officeDocument/2006/relationships/image" Target="../media/image289.png"/><Relationship Id="rId12" Type="http://schemas.openxmlformats.org/officeDocument/2006/relationships/customXml" Target="../ink/ink292.xml"/><Relationship Id="rId17" Type="http://schemas.openxmlformats.org/officeDocument/2006/relationships/image" Target="../media/image296.png"/><Relationship Id="rId25" Type="http://schemas.openxmlformats.org/officeDocument/2006/relationships/image" Target="../media/image300.png"/><Relationship Id="rId33" Type="http://schemas.openxmlformats.org/officeDocument/2006/relationships/image" Target="../media/image304.png"/><Relationship Id="rId38" Type="http://schemas.openxmlformats.org/officeDocument/2006/relationships/customXml" Target="../ink/ink305.xml"/><Relationship Id="rId46" Type="http://schemas.openxmlformats.org/officeDocument/2006/relationships/customXml" Target="../ink/ink309.xml"/><Relationship Id="rId59" Type="http://schemas.openxmlformats.org/officeDocument/2006/relationships/image" Target="../media/image317.png"/><Relationship Id="rId67" Type="http://schemas.openxmlformats.org/officeDocument/2006/relationships/image" Target="../media/image321.png"/><Relationship Id="rId20" Type="http://schemas.openxmlformats.org/officeDocument/2006/relationships/customXml" Target="../ink/ink296.xml"/><Relationship Id="rId41" Type="http://schemas.openxmlformats.org/officeDocument/2006/relationships/image" Target="../media/image308.png"/><Relationship Id="rId54" Type="http://schemas.openxmlformats.org/officeDocument/2006/relationships/customXml" Target="../ink/ink313.xml"/><Relationship Id="rId62" Type="http://schemas.openxmlformats.org/officeDocument/2006/relationships/customXml" Target="../ink/ink317.xml"/><Relationship Id="rId70" Type="http://schemas.openxmlformats.org/officeDocument/2006/relationships/customXml" Target="../ink/ink321.xml"/><Relationship Id="rId75" Type="http://schemas.openxmlformats.org/officeDocument/2006/relationships/image" Target="../media/image325.png"/><Relationship Id="rId83" Type="http://schemas.openxmlformats.org/officeDocument/2006/relationships/image" Target="../media/image329.png"/><Relationship Id="rId1" Type="http://schemas.openxmlformats.org/officeDocument/2006/relationships/slideLayout" Target="../slideLayouts/slideLayout7.xml"/><Relationship Id="rId6" Type="http://schemas.openxmlformats.org/officeDocument/2006/relationships/customXml" Target="../ink/ink289.xml"/><Relationship Id="rId15" Type="http://schemas.openxmlformats.org/officeDocument/2006/relationships/image" Target="../media/image295.png"/><Relationship Id="rId23" Type="http://schemas.openxmlformats.org/officeDocument/2006/relationships/image" Target="../media/image299.png"/><Relationship Id="rId28" Type="http://schemas.openxmlformats.org/officeDocument/2006/relationships/customXml" Target="../ink/ink300.xml"/><Relationship Id="rId36" Type="http://schemas.openxmlformats.org/officeDocument/2006/relationships/customXml" Target="../ink/ink304.xml"/><Relationship Id="rId49" Type="http://schemas.openxmlformats.org/officeDocument/2006/relationships/image" Target="../media/image312.png"/><Relationship Id="rId57" Type="http://schemas.openxmlformats.org/officeDocument/2006/relationships/image" Target="../media/image316.png"/><Relationship Id="rId10" Type="http://schemas.openxmlformats.org/officeDocument/2006/relationships/customXml" Target="../ink/ink291.xml"/><Relationship Id="rId31" Type="http://schemas.openxmlformats.org/officeDocument/2006/relationships/image" Target="../media/image303.png"/><Relationship Id="rId44" Type="http://schemas.openxmlformats.org/officeDocument/2006/relationships/customXml" Target="../ink/ink308.xml"/><Relationship Id="rId52" Type="http://schemas.openxmlformats.org/officeDocument/2006/relationships/customXml" Target="../ink/ink312.xml"/><Relationship Id="rId60" Type="http://schemas.openxmlformats.org/officeDocument/2006/relationships/customXml" Target="../ink/ink316.xml"/><Relationship Id="rId65" Type="http://schemas.openxmlformats.org/officeDocument/2006/relationships/image" Target="../media/image320.png"/><Relationship Id="rId73" Type="http://schemas.openxmlformats.org/officeDocument/2006/relationships/image" Target="../media/image324.png"/><Relationship Id="rId78" Type="http://schemas.openxmlformats.org/officeDocument/2006/relationships/customXml" Target="../ink/ink325.xml"/><Relationship Id="rId81" Type="http://schemas.openxmlformats.org/officeDocument/2006/relationships/image" Target="../media/image328.png"/><Relationship Id="rId4" Type="http://schemas.openxmlformats.org/officeDocument/2006/relationships/customXml" Target="../ink/ink288.xml"/><Relationship Id="rId9" Type="http://schemas.openxmlformats.org/officeDocument/2006/relationships/image" Target="../media/image292.png"/><Relationship Id="rId13" Type="http://schemas.openxmlformats.org/officeDocument/2006/relationships/image" Target="../media/image294.png"/><Relationship Id="rId18" Type="http://schemas.openxmlformats.org/officeDocument/2006/relationships/customXml" Target="../ink/ink295.xml"/><Relationship Id="rId39" Type="http://schemas.openxmlformats.org/officeDocument/2006/relationships/image" Target="../media/image307.png"/><Relationship Id="rId34" Type="http://schemas.openxmlformats.org/officeDocument/2006/relationships/customXml" Target="../ink/ink303.xml"/><Relationship Id="rId50" Type="http://schemas.openxmlformats.org/officeDocument/2006/relationships/customXml" Target="../ink/ink311.xml"/><Relationship Id="rId55" Type="http://schemas.openxmlformats.org/officeDocument/2006/relationships/image" Target="../media/image315.png"/><Relationship Id="rId76" Type="http://schemas.openxmlformats.org/officeDocument/2006/relationships/customXml" Target="../ink/ink324.xml"/><Relationship Id="rId7" Type="http://schemas.openxmlformats.org/officeDocument/2006/relationships/image" Target="../media/image291.png"/><Relationship Id="rId71" Type="http://schemas.openxmlformats.org/officeDocument/2006/relationships/image" Target="../media/image323.png"/><Relationship Id="rId2" Type="http://schemas.openxmlformats.org/officeDocument/2006/relationships/customXml" Target="../ink/ink287.xml"/><Relationship Id="rId29" Type="http://schemas.openxmlformats.org/officeDocument/2006/relationships/image" Target="../media/image302.png"/><Relationship Id="rId24" Type="http://schemas.openxmlformats.org/officeDocument/2006/relationships/customXml" Target="../ink/ink298.xml"/><Relationship Id="rId40" Type="http://schemas.openxmlformats.org/officeDocument/2006/relationships/customXml" Target="../ink/ink306.xml"/><Relationship Id="rId45" Type="http://schemas.openxmlformats.org/officeDocument/2006/relationships/image" Target="../media/image310.png"/><Relationship Id="rId66" Type="http://schemas.openxmlformats.org/officeDocument/2006/relationships/customXml" Target="../ink/ink319.xml"/><Relationship Id="rId61" Type="http://schemas.openxmlformats.org/officeDocument/2006/relationships/image" Target="../media/image318.png"/><Relationship Id="rId82" Type="http://schemas.openxmlformats.org/officeDocument/2006/relationships/customXml" Target="../ink/ink3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32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1.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37.jpeg"/><Relationship Id="rId3" Type="http://schemas.openxmlformats.org/officeDocument/2006/relationships/image" Target="../media/image332.jpeg"/><Relationship Id="rId7" Type="http://schemas.openxmlformats.org/officeDocument/2006/relationships/image" Target="../media/image336.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335.tiff"/><Relationship Id="rId5" Type="http://schemas.openxmlformats.org/officeDocument/2006/relationships/image" Target="../media/image334.tiff"/><Relationship Id="rId4" Type="http://schemas.openxmlformats.org/officeDocument/2006/relationships/image" Target="../media/image333.tiff"/><Relationship Id="rId9" Type="http://schemas.openxmlformats.org/officeDocument/2006/relationships/image" Target="../media/image3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DAY-26</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Consume process in build apps</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Publish Process</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Deploy action and process</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Showing total</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9B8117-43A2-1727-7EE8-BA9E9504EAC5}"/>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4AFB4CF-565D-3078-0F50-4A4E5D7D6096}"/>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Title 3">
            <a:extLst>
              <a:ext uri="{FF2B5EF4-FFF2-40B4-BE49-F238E27FC236}">
                <a16:creationId xmlns:a16="http://schemas.microsoft.com/office/drawing/2014/main" id="{D0573F30-AB0C-359E-DB5E-209595F309EC}"/>
              </a:ext>
            </a:extLst>
          </p:cNvPr>
          <p:cNvSpPr>
            <a:spLocks noGrp="1"/>
          </p:cNvSpPr>
          <p:nvPr>
            <p:ph type="title"/>
          </p:nvPr>
        </p:nvSpPr>
        <p:spPr/>
        <p:txBody>
          <a:bodyPr/>
          <a:lstStyle/>
          <a:p>
            <a:endParaRPr lang="en-IN"/>
          </a:p>
        </p:txBody>
      </p:sp>
      <p:grpSp>
        <p:nvGrpSpPr>
          <p:cNvPr id="88" name="Group 87">
            <a:extLst>
              <a:ext uri="{FF2B5EF4-FFF2-40B4-BE49-F238E27FC236}">
                <a16:creationId xmlns:a16="http://schemas.microsoft.com/office/drawing/2014/main" id="{F4559551-698F-45DC-E79E-B5FAAEFE54CF}"/>
              </a:ext>
            </a:extLst>
          </p:cNvPr>
          <p:cNvGrpSpPr/>
          <p:nvPr/>
        </p:nvGrpSpPr>
        <p:grpSpPr>
          <a:xfrm>
            <a:off x="5354550" y="931422"/>
            <a:ext cx="543600" cy="641520"/>
            <a:chOff x="5354550" y="931422"/>
            <a:chExt cx="543600" cy="641520"/>
          </a:xfrm>
        </p:grpSpPr>
        <mc:AlternateContent xmlns:mc="http://schemas.openxmlformats.org/markup-compatibility/2006">
          <mc:Choice xmlns:p14="http://schemas.microsoft.com/office/powerpoint/2010/main" Requires="p14">
            <p:contentPart p14:bwMode="auto" r:id="rId2">
              <p14:nvContentPartPr>
                <p14:cNvPr id="80" name="Ink 79">
                  <a:extLst>
                    <a:ext uri="{FF2B5EF4-FFF2-40B4-BE49-F238E27FC236}">
                      <a16:creationId xmlns:a16="http://schemas.microsoft.com/office/drawing/2014/main" id="{33B65965-90F5-C489-A3DD-282639417DDA}"/>
                    </a:ext>
                  </a:extLst>
                </p14:cNvPr>
                <p14:cNvContentPartPr/>
                <p14:nvPr/>
              </p14:nvContentPartPr>
              <p14:xfrm>
                <a:off x="5354550" y="967782"/>
                <a:ext cx="195120" cy="156240"/>
              </p14:xfrm>
            </p:contentPart>
          </mc:Choice>
          <mc:Fallback>
            <p:pic>
              <p:nvPicPr>
                <p:cNvPr id="80" name="Ink 79">
                  <a:extLst>
                    <a:ext uri="{FF2B5EF4-FFF2-40B4-BE49-F238E27FC236}">
                      <a16:creationId xmlns:a16="http://schemas.microsoft.com/office/drawing/2014/main" id="{33B65965-90F5-C489-A3DD-282639417DDA}"/>
                    </a:ext>
                  </a:extLst>
                </p:cNvPr>
                <p:cNvPicPr/>
                <p:nvPr/>
              </p:nvPicPr>
              <p:blipFill>
                <a:blip r:embed="rId3"/>
                <a:stretch>
                  <a:fillRect/>
                </a:stretch>
              </p:blipFill>
              <p:spPr>
                <a:xfrm>
                  <a:off x="5345550" y="958782"/>
                  <a:ext cx="21276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81" name="Ink 80">
                  <a:extLst>
                    <a:ext uri="{FF2B5EF4-FFF2-40B4-BE49-F238E27FC236}">
                      <a16:creationId xmlns:a16="http://schemas.microsoft.com/office/drawing/2014/main" id="{9BD034B2-865E-1534-4BF2-5404FD932484}"/>
                    </a:ext>
                  </a:extLst>
                </p14:cNvPr>
                <p14:cNvContentPartPr/>
                <p14:nvPr/>
              </p14:nvContentPartPr>
              <p14:xfrm>
                <a:off x="5598630" y="958062"/>
                <a:ext cx="92160" cy="248400"/>
              </p14:xfrm>
            </p:contentPart>
          </mc:Choice>
          <mc:Fallback>
            <p:pic>
              <p:nvPicPr>
                <p:cNvPr id="81" name="Ink 80">
                  <a:extLst>
                    <a:ext uri="{FF2B5EF4-FFF2-40B4-BE49-F238E27FC236}">
                      <a16:creationId xmlns:a16="http://schemas.microsoft.com/office/drawing/2014/main" id="{9BD034B2-865E-1534-4BF2-5404FD932484}"/>
                    </a:ext>
                  </a:extLst>
                </p:cNvPr>
                <p:cNvPicPr/>
                <p:nvPr/>
              </p:nvPicPr>
              <p:blipFill>
                <a:blip r:embed="rId5"/>
                <a:stretch>
                  <a:fillRect/>
                </a:stretch>
              </p:blipFill>
              <p:spPr>
                <a:xfrm>
                  <a:off x="5589990" y="949062"/>
                  <a:ext cx="10980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2" name="Ink 81">
                  <a:extLst>
                    <a:ext uri="{FF2B5EF4-FFF2-40B4-BE49-F238E27FC236}">
                      <a16:creationId xmlns:a16="http://schemas.microsoft.com/office/drawing/2014/main" id="{E9EDE813-DC84-BDE0-848D-D88D43FA2285}"/>
                    </a:ext>
                  </a:extLst>
                </p14:cNvPr>
                <p14:cNvContentPartPr/>
                <p14:nvPr/>
              </p14:nvContentPartPr>
              <p14:xfrm>
                <a:off x="5750550" y="931422"/>
                <a:ext cx="147600" cy="222840"/>
              </p14:xfrm>
            </p:contentPart>
          </mc:Choice>
          <mc:Fallback>
            <p:pic>
              <p:nvPicPr>
                <p:cNvPr id="82" name="Ink 81">
                  <a:extLst>
                    <a:ext uri="{FF2B5EF4-FFF2-40B4-BE49-F238E27FC236}">
                      <a16:creationId xmlns:a16="http://schemas.microsoft.com/office/drawing/2014/main" id="{E9EDE813-DC84-BDE0-848D-D88D43FA2285}"/>
                    </a:ext>
                  </a:extLst>
                </p:cNvPr>
                <p:cNvPicPr/>
                <p:nvPr/>
              </p:nvPicPr>
              <p:blipFill>
                <a:blip r:embed="rId7"/>
                <a:stretch>
                  <a:fillRect/>
                </a:stretch>
              </p:blipFill>
              <p:spPr>
                <a:xfrm>
                  <a:off x="5741550" y="922782"/>
                  <a:ext cx="16524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4" name="Ink 83">
                  <a:extLst>
                    <a:ext uri="{FF2B5EF4-FFF2-40B4-BE49-F238E27FC236}">
                      <a16:creationId xmlns:a16="http://schemas.microsoft.com/office/drawing/2014/main" id="{DE6EEA5B-8646-8DC2-7228-D231CE4218DE}"/>
                    </a:ext>
                  </a:extLst>
                </p14:cNvPr>
                <p14:cNvContentPartPr/>
                <p14:nvPr/>
              </p14:nvContentPartPr>
              <p14:xfrm>
                <a:off x="5452110" y="1333542"/>
                <a:ext cx="19800" cy="142200"/>
              </p14:xfrm>
            </p:contentPart>
          </mc:Choice>
          <mc:Fallback>
            <p:pic>
              <p:nvPicPr>
                <p:cNvPr id="84" name="Ink 83">
                  <a:extLst>
                    <a:ext uri="{FF2B5EF4-FFF2-40B4-BE49-F238E27FC236}">
                      <a16:creationId xmlns:a16="http://schemas.microsoft.com/office/drawing/2014/main" id="{DE6EEA5B-8646-8DC2-7228-D231CE4218DE}"/>
                    </a:ext>
                  </a:extLst>
                </p:cNvPr>
                <p:cNvPicPr/>
                <p:nvPr/>
              </p:nvPicPr>
              <p:blipFill>
                <a:blip r:embed="rId9"/>
                <a:stretch>
                  <a:fillRect/>
                </a:stretch>
              </p:blipFill>
              <p:spPr>
                <a:xfrm>
                  <a:off x="5443110" y="1324902"/>
                  <a:ext cx="374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5" name="Ink 84">
                  <a:extLst>
                    <a:ext uri="{FF2B5EF4-FFF2-40B4-BE49-F238E27FC236}">
                      <a16:creationId xmlns:a16="http://schemas.microsoft.com/office/drawing/2014/main" id="{7FFEF806-E91C-28CF-2D5D-7D0636994D82}"/>
                    </a:ext>
                  </a:extLst>
                </p14:cNvPr>
                <p14:cNvContentPartPr/>
                <p14:nvPr/>
              </p14:nvContentPartPr>
              <p14:xfrm>
                <a:off x="5456070" y="1259742"/>
                <a:ext cx="15480" cy="6840"/>
              </p14:xfrm>
            </p:contentPart>
          </mc:Choice>
          <mc:Fallback>
            <p:pic>
              <p:nvPicPr>
                <p:cNvPr id="85" name="Ink 84">
                  <a:extLst>
                    <a:ext uri="{FF2B5EF4-FFF2-40B4-BE49-F238E27FC236}">
                      <a16:creationId xmlns:a16="http://schemas.microsoft.com/office/drawing/2014/main" id="{7FFEF806-E91C-28CF-2D5D-7D0636994D82}"/>
                    </a:ext>
                  </a:extLst>
                </p:cNvPr>
                <p:cNvPicPr/>
                <p:nvPr/>
              </p:nvPicPr>
              <p:blipFill>
                <a:blip r:embed="rId11"/>
                <a:stretch>
                  <a:fillRect/>
                </a:stretch>
              </p:blipFill>
              <p:spPr>
                <a:xfrm>
                  <a:off x="5447430" y="1250742"/>
                  <a:ext cx="331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6" name="Ink 85">
                  <a:extLst>
                    <a:ext uri="{FF2B5EF4-FFF2-40B4-BE49-F238E27FC236}">
                      <a16:creationId xmlns:a16="http://schemas.microsoft.com/office/drawing/2014/main" id="{97E16FAD-BD33-F657-B068-FA13C484BEBF}"/>
                    </a:ext>
                  </a:extLst>
                </p14:cNvPr>
                <p14:cNvContentPartPr/>
                <p14:nvPr/>
              </p14:nvContentPartPr>
              <p14:xfrm>
                <a:off x="5550030" y="1314822"/>
                <a:ext cx="82800" cy="258120"/>
              </p14:xfrm>
            </p:contentPart>
          </mc:Choice>
          <mc:Fallback>
            <p:pic>
              <p:nvPicPr>
                <p:cNvPr id="86" name="Ink 85">
                  <a:extLst>
                    <a:ext uri="{FF2B5EF4-FFF2-40B4-BE49-F238E27FC236}">
                      <a16:creationId xmlns:a16="http://schemas.microsoft.com/office/drawing/2014/main" id="{97E16FAD-BD33-F657-B068-FA13C484BEBF}"/>
                    </a:ext>
                  </a:extLst>
                </p:cNvPr>
                <p:cNvPicPr/>
                <p:nvPr/>
              </p:nvPicPr>
              <p:blipFill>
                <a:blip r:embed="rId13"/>
                <a:stretch>
                  <a:fillRect/>
                </a:stretch>
              </p:blipFill>
              <p:spPr>
                <a:xfrm>
                  <a:off x="5541030" y="1305822"/>
                  <a:ext cx="10044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7" name="Ink 86">
                  <a:extLst>
                    <a:ext uri="{FF2B5EF4-FFF2-40B4-BE49-F238E27FC236}">
                      <a16:creationId xmlns:a16="http://schemas.microsoft.com/office/drawing/2014/main" id="{567328E9-3882-66F1-58C5-26AC9FF5EC77}"/>
                    </a:ext>
                  </a:extLst>
                </p14:cNvPr>
                <p14:cNvContentPartPr/>
                <p14:nvPr/>
              </p14:nvContentPartPr>
              <p14:xfrm>
                <a:off x="5676750" y="1288542"/>
                <a:ext cx="141840" cy="163440"/>
              </p14:xfrm>
            </p:contentPart>
          </mc:Choice>
          <mc:Fallback>
            <p:pic>
              <p:nvPicPr>
                <p:cNvPr id="87" name="Ink 86">
                  <a:extLst>
                    <a:ext uri="{FF2B5EF4-FFF2-40B4-BE49-F238E27FC236}">
                      <a16:creationId xmlns:a16="http://schemas.microsoft.com/office/drawing/2014/main" id="{567328E9-3882-66F1-58C5-26AC9FF5EC77}"/>
                    </a:ext>
                  </a:extLst>
                </p:cNvPr>
                <p:cNvPicPr/>
                <p:nvPr/>
              </p:nvPicPr>
              <p:blipFill>
                <a:blip r:embed="rId15"/>
                <a:stretch>
                  <a:fillRect/>
                </a:stretch>
              </p:blipFill>
              <p:spPr>
                <a:xfrm>
                  <a:off x="5668110" y="1279902"/>
                  <a:ext cx="159480" cy="181080"/>
                </a:xfrm>
                <a:prstGeom prst="rect">
                  <a:avLst/>
                </a:prstGeom>
              </p:spPr>
            </p:pic>
          </mc:Fallback>
        </mc:AlternateContent>
      </p:grpSp>
      <p:grpSp>
        <p:nvGrpSpPr>
          <p:cNvPr id="123" name="Group 122">
            <a:extLst>
              <a:ext uri="{FF2B5EF4-FFF2-40B4-BE49-F238E27FC236}">
                <a16:creationId xmlns:a16="http://schemas.microsoft.com/office/drawing/2014/main" id="{A3A5EB58-E2CC-AFC1-1685-4BF5661003AC}"/>
              </a:ext>
            </a:extLst>
          </p:cNvPr>
          <p:cNvGrpSpPr/>
          <p:nvPr/>
        </p:nvGrpSpPr>
        <p:grpSpPr>
          <a:xfrm>
            <a:off x="6515910" y="4009422"/>
            <a:ext cx="1816200" cy="669960"/>
            <a:chOff x="6515910" y="4009422"/>
            <a:chExt cx="1816200" cy="669960"/>
          </a:xfrm>
        </p:grpSpPr>
        <mc:AlternateContent xmlns:mc="http://schemas.openxmlformats.org/markup-compatibility/2006">
          <mc:Choice xmlns:p14="http://schemas.microsoft.com/office/powerpoint/2010/main" Requires="p14">
            <p:contentPart p14:bwMode="auto" r:id="rId16">
              <p14:nvContentPartPr>
                <p14:cNvPr id="116" name="Ink 115">
                  <a:extLst>
                    <a:ext uri="{FF2B5EF4-FFF2-40B4-BE49-F238E27FC236}">
                      <a16:creationId xmlns:a16="http://schemas.microsoft.com/office/drawing/2014/main" id="{02615F91-8F3B-73E9-A803-361287979DB4}"/>
                    </a:ext>
                  </a:extLst>
                </p14:cNvPr>
                <p14:cNvContentPartPr/>
                <p14:nvPr/>
              </p14:nvContentPartPr>
              <p14:xfrm>
                <a:off x="6515910" y="4009422"/>
                <a:ext cx="1266840" cy="669960"/>
              </p14:xfrm>
            </p:contentPart>
          </mc:Choice>
          <mc:Fallback>
            <p:pic>
              <p:nvPicPr>
                <p:cNvPr id="116" name="Ink 115">
                  <a:extLst>
                    <a:ext uri="{FF2B5EF4-FFF2-40B4-BE49-F238E27FC236}">
                      <a16:creationId xmlns:a16="http://schemas.microsoft.com/office/drawing/2014/main" id="{02615F91-8F3B-73E9-A803-361287979DB4}"/>
                    </a:ext>
                  </a:extLst>
                </p:cNvPr>
                <p:cNvPicPr/>
                <p:nvPr/>
              </p:nvPicPr>
              <p:blipFill>
                <a:blip r:embed="rId17"/>
                <a:stretch>
                  <a:fillRect/>
                </a:stretch>
              </p:blipFill>
              <p:spPr>
                <a:xfrm>
                  <a:off x="6507270" y="4000422"/>
                  <a:ext cx="1284480" cy="687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7" name="Ink 116">
                  <a:extLst>
                    <a:ext uri="{FF2B5EF4-FFF2-40B4-BE49-F238E27FC236}">
                      <a16:creationId xmlns:a16="http://schemas.microsoft.com/office/drawing/2014/main" id="{1DA5DE91-41B4-E1E1-492F-2EB94B6CCDD3}"/>
                    </a:ext>
                  </a:extLst>
                </p14:cNvPr>
                <p14:cNvContentPartPr/>
                <p14:nvPr/>
              </p14:nvContentPartPr>
              <p14:xfrm>
                <a:off x="6817950" y="4280502"/>
                <a:ext cx="198360" cy="195480"/>
              </p14:xfrm>
            </p:contentPart>
          </mc:Choice>
          <mc:Fallback>
            <p:pic>
              <p:nvPicPr>
                <p:cNvPr id="117" name="Ink 116">
                  <a:extLst>
                    <a:ext uri="{FF2B5EF4-FFF2-40B4-BE49-F238E27FC236}">
                      <a16:creationId xmlns:a16="http://schemas.microsoft.com/office/drawing/2014/main" id="{1DA5DE91-41B4-E1E1-492F-2EB94B6CCDD3}"/>
                    </a:ext>
                  </a:extLst>
                </p:cNvPr>
                <p:cNvPicPr/>
                <p:nvPr/>
              </p:nvPicPr>
              <p:blipFill>
                <a:blip r:embed="rId19"/>
                <a:stretch>
                  <a:fillRect/>
                </a:stretch>
              </p:blipFill>
              <p:spPr>
                <a:xfrm>
                  <a:off x="6808950" y="4271502"/>
                  <a:ext cx="21600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8" name="Ink 117">
                  <a:extLst>
                    <a:ext uri="{FF2B5EF4-FFF2-40B4-BE49-F238E27FC236}">
                      <a16:creationId xmlns:a16="http://schemas.microsoft.com/office/drawing/2014/main" id="{E86BBF3C-2EEE-8E29-A82B-78EEF2B84D71}"/>
                    </a:ext>
                  </a:extLst>
                </p14:cNvPr>
                <p14:cNvContentPartPr/>
                <p14:nvPr/>
              </p14:nvContentPartPr>
              <p14:xfrm>
                <a:off x="7078950" y="4309302"/>
                <a:ext cx="107640" cy="123840"/>
              </p14:xfrm>
            </p:contentPart>
          </mc:Choice>
          <mc:Fallback>
            <p:pic>
              <p:nvPicPr>
                <p:cNvPr id="118" name="Ink 117">
                  <a:extLst>
                    <a:ext uri="{FF2B5EF4-FFF2-40B4-BE49-F238E27FC236}">
                      <a16:creationId xmlns:a16="http://schemas.microsoft.com/office/drawing/2014/main" id="{E86BBF3C-2EEE-8E29-A82B-78EEF2B84D71}"/>
                    </a:ext>
                  </a:extLst>
                </p:cNvPr>
                <p:cNvPicPr/>
                <p:nvPr/>
              </p:nvPicPr>
              <p:blipFill>
                <a:blip r:embed="rId21"/>
                <a:stretch>
                  <a:fillRect/>
                </a:stretch>
              </p:blipFill>
              <p:spPr>
                <a:xfrm>
                  <a:off x="7070310" y="4300302"/>
                  <a:ext cx="12528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9" name="Ink 118">
                  <a:extLst>
                    <a:ext uri="{FF2B5EF4-FFF2-40B4-BE49-F238E27FC236}">
                      <a16:creationId xmlns:a16="http://schemas.microsoft.com/office/drawing/2014/main" id="{F744DC45-A4C6-9EFA-BF58-E3911D823487}"/>
                    </a:ext>
                  </a:extLst>
                </p14:cNvPr>
                <p14:cNvContentPartPr/>
                <p14:nvPr/>
              </p14:nvContentPartPr>
              <p14:xfrm>
                <a:off x="7251390" y="4326582"/>
                <a:ext cx="105120" cy="200160"/>
              </p14:xfrm>
            </p:contentPart>
          </mc:Choice>
          <mc:Fallback>
            <p:pic>
              <p:nvPicPr>
                <p:cNvPr id="119" name="Ink 118">
                  <a:extLst>
                    <a:ext uri="{FF2B5EF4-FFF2-40B4-BE49-F238E27FC236}">
                      <a16:creationId xmlns:a16="http://schemas.microsoft.com/office/drawing/2014/main" id="{F744DC45-A4C6-9EFA-BF58-E3911D823487}"/>
                    </a:ext>
                  </a:extLst>
                </p:cNvPr>
                <p:cNvPicPr/>
                <p:nvPr/>
              </p:nvPicPr>
              <p:blipFill>
                <a:blip r:embed="rId23"/>
                <a:stretch>
                  <a:fillRect/>
                </a:stretch>
              </p:blipFill>
              <p:spPr>
                <a:xfrm>
                  <a:off x="7242750" y="4317582"/>
                  <a:ext cx="12276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0" name="Ink 119">
                  <a:extLst>
                    <a:ext uri="{FF2B5EF4-FFF2-40B4-BE49-F238E27FC236}">
                      <a16:creationId xmlns:a16="http://schemas.microsoft.com/office/drawing/2014/main" id="{9CBAF075-236D-522A-5B1E-AD4E3F0EED9E}"/>
                    </a:ext>
                  </a:extLst>
                </p14:cNvPr>
                <p14:cNvContentPartPr/>
                <p14:nvPr/>
              </p14:nvContentPartPr>
              <p14:xfrm>
                <a:off x="7754310" y="4438182"/>
                <a:ext cx="340200" cy="16560"/>
              </p14:xfrm>
            </p:contentPart>
          </mc:Choice>
          <mc:Fallback>
            <p:pic>
              <p:nvPicPr>
                <p:cNvPr id="120" name="Ink 119">
                  <a:extLst>
                    <a:ext uri="{FF2B5EF4-FFF2-40B4-BE49-F238E27FC236}">
                      <a16:creationId xmlns:a16="http://schemas.microsoft.com/office/drawing/2014/main" id="{9CBAF075-236D-522A-5B1E-AD4E3F0EED9E}"/>
                    </a:ext>
                  </a:extLst>
                </p:cNvPr>
                <p:cNvPicPr/>
                <p:nvPr/>
              </p:nvPicPr>
              <p:blipFill>
                <a:blip r:embed="rId25"/>
                <a:stretch>
                  <a:fillRect/>
                </a:stretch>
              </p:blipFill>
              <p:spPr>
                <a:xfrm>
                  <a:off x="7745670" y="4429542"/>
                  <a:ext cx="3578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1" name="Ink 120">
                  <a:extLst>
                    <a:ext uri="{FF2B5EF4-FFF2-40B4-BE49-F238E27FC236}">
                      <a16:creationId xmlns:a16="http://schemas.microsoft.com/office/drawing/2014/main" id="{1CC0B23A-73DA-0219-5B6B-A07B29CF261B}"/>
                    </a:ext>
                  </a:extLst>
                </p14:cNvPr>
                <p14:cNvContentPartPr/>
                <p14:nvPr/>
              </p14:nvContentPartPr>
              <p14:xfrm>
                <a:off x="8141670" y="4323342"/>
                <a:ext cx="190440" cy="88200"/>
              </p14:xfrm>
            </p:contentPart>
          </mc:Choice>
          <mc:Fallback>
            <p:pic>
              <p:nvPicPr>
                <p:cNvPr id="121" name="Ink 120">
                  <a:extLst>
                    <a:ext uri="{FF2B5EF4-FFF2-40B4-BE49-F238E27FC236}">
                      <a16:creationId xmlns:a16="http://schemas.microsoft.com/office/drawing/2014/main" id="{1CC0B23A-73DA-0219-5B6B-A07B29CF261B}"/>
                    </a:ext>
                  </a:extLst>
                </p:cNvPr>
                <p:cNvPicPr/>
                <p:nvPr/>
              </p:nvPicPr>
              <p:blipFill>
                <a:blip r:embed="rId27"/>
                <a:stretch>
                  <a:fillRect/>
                </a:stretch>
              </p:blipFill>
              <p:spPr>
                <a:xfrm>
                  <a:off x="8133030" y="4314702"/>
                  <a:ext cx="2080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22" name="Ink 121">
                  <a:extLst>
                    <a:ext uri="{FF2B5EF4-FFF2-40B4-BE49-F238E27FC236}">
                      <a16:creationId xmlns:a16="http://schemas.microsoft.com/office/drawing/2014/main" id="{E0CB43C6-6307-CAC8-D399-028B68739D31}"/>
                    </a:ext>
                  </a:extLst>
                </p14:cNvPr>
                <p14:cNvContentPartPr/>
                <p14:nvPr/>
              </p14:nvContentPartPr>
              <p14:xfrm>
                <a:off x="8089830" y="4395342"/>
                <a:ext cx="224280" cy="246240"/>
              </p14:xfrm>
            </p:contentPart>
          </mc:Choice>
          <mc:Fallback>
            <p:pic>
              <p:nvPicPr>
                <p:cNvPr id="122" name="Ink 121">
                  <a:extLst>
                    <a:ext uri="{FF2B5EF4-FFF2-40B4-BE49-F238E27FC236}">
                      <a16:creationId xmlns:a16="http://schemas.microsoft.com/office/drawing/2014/main" id="{E0CB43C6-6307-CAC8-D399-028B68739D31}"/>
                    </a:ext>
                  </a:extLst>
                </p:cNvPr>
                <p:cNvPicPr/>
                <p:nvPr/>
              </p:nvPicPr>
              <p:blipFill>
                <a:blip r:embed="rId29"/>
                <a:stretch>
                  <a:fillRect/>
                </a:stretch>
              </p:blipFill>
              <p:spPr>
                <a:xfrm>
                  <a:off x="8080830" y="4386342"/>
                  <a:ext cx="241920" cy="263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
            <p14:nvContentPartPr>
              <p14:cNvPr id="129" name="Ink 128">
                <a:extLst>
                  <a:ext uri="{FF2B5EF4-FFF2-40B4-BE49-F238E27FC236}">
                    <a16:creationId xmlns:a16="http://schemas.microsoft.com/office/drawing/2014/main" id="{2343C4AE-3471-0DCC-FF11-ED2266DF2A65}"/>
                  </a:ext>
                </a:extLst>
              </p14:cNvPr>
              <p14:cNvContentPartPr/>
              <p14:nvPr/>
            </p14:nvContentPartPr>
            <p14:xfrm>
              <a:off x="-742050" y="1261542"/>
              <a:ext cx="254160" cy="289800"/>
            </p14:xfrm>
          </p:contentPart>
        </mc:Choice>
        <mc:Fallback>
          <p:pic>
            <p:nvPicPr>
              <p:cNvPr id="129" name="Ink 128">
                <a:extLst>
                  <a:ext uri="{FF2B5EF4-FFF2-40B4-BE49-F238E27FC236}">
                    <a16:creationId xmlns:a16="http://schemas.microsoft.com/office/drawing/2014/main" id="{2343C4AE-3471-0DCC-FF11-ED2266DF2A65}"/>
                  </a:ext>
                </a:extLst>
              </p:cNvPr>
              <p:cNvPicPr/>
              <p:nvPr/>
            </p:nvPicPr>
            <p:blipFill>
              <a:blip r:embed="rId31"/>
              <a:stretch>
                <a:fillRect/>
              </a:stretch>
            </p:blipFill>
            <p:spPr>
              <a:xfrm>
                <a:off x="-751050" y="1252542"/>
                <a:ext cx="27180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30" name="Ink 129">
                <a:extLst>
                  <a:ext uri="{FF2B5EF4-FFF2-40B4-BE49-F238E27FC236}">
                    <a16:creationId xmlns:a16="http://schemas.microsoft.com/office/drawing/2014/main" id="{4DB626BB-7513-7DFA-B38B-D7EF1B627A7B}"/>
                  </a:ext>
                </a:extLst>
              </p14:cNvPr>
              <p14:cNvContentPartPr/>
              <p14:nvPr/>
            </p14:nvContentPartPr>
            <p14:xfrm>
              <a:off x="-755370" y="1530462"/>
              <a:ext cx="267480" cy="231480"/>
            </p14:xfrm>
          </p:contentPart>
        </mc:Choice>
        <mc:Fallback>
          <p:pic>
            <p:nvPicPr>
              <p:cNvPr id="130" name="Ink 129">
                <a:extLst>
                  <a:ext uri="{FF2B5EF4-FFF2-40B4-BE49-F238E27FC236}">
                    <a16:creationId xmlns:a16="http://schemas.microsoft.com/office/drawing/2014/main" id="{4DB626BB-7513-7DFA-B38B-D7EF1B627A7B}"/>
                  </a:ext>
                </a:extLst>
              </p:cNvPr>
              <p:cNvPicPr/>
              <p:nvPr/>
            </p:nvPicPr>
            <p:blipFill>
              <a:blip r:embed="rId33"/>
              <a:stretch>
                <a:fillRect/>
              </a:stretch>
            </p:blipFill>
            <p:spPr>
              <a:xfrm>
                <a:off x="-764010" y="1521462"/>
                <a:ext cx="28512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31" name="Ink 130">
                <a:extLst>
                  <a:ext uri="{FF2B5EF4-FFF2-40B4-BE49-F238E27FC236}">
                    <a16:creationId xmlns:a16="http://schemas.microsoft.com/office/drawing/2014/main" id="{4832E338-91B3-A216-3FE2-2D9107A41702}"/>
                  </a:ext>
                </a:extLst>
              </p14:cNvPr>
              <p14:cNvContentPartPr/>
              <p14:nvPr/>
            </p14:nvContentPartPr>
            <p14:xfrm>
              <a:off x="-650250" y="1429662"/>
              <a:ext cx="107640" cy="91440"/>
            </p14:xfrm>
          </p:contentPart>
        </mc:Choice>
        <mc:Fallback>
          <p:pic>
            <p:nvPicPr>
              <p:cNvPr id="131" name="Ink 130">
                <a:extLst>
                  <a:ext uri="{FF2B5EF4-FFF2-40B4-BE49-F238E27FC236}">
                    <a16:creationId xmlns:a16="http://schemas.microsoft.com/office/drawing/2014/main" id="{4832E338-91B3-A216-3FE2-2D9107A41702}"/>
                  </a:ext>
                </a:extLst>
              </p:cNvPr>
              <p:cNvPicPr/>
              <p:nvPr/>
            </p:nvPicPr>
            <p:blipFill>
              <a:blip r:embed="rId35"/>
              <a:stretch>
                <a:fillRect/>
              </a:stretch>
            </p:blipFill>
            <p:spPr>
              <a:xfrm>
                <a:off x="-658890" y="1421022"/>
                <a:ext cx="1252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32" name="Ink 131">
                <a:extLst>
                  <a:ext uri="{FF2B5EF4-FFF2-40B4-BE49-F238E27FC236}">
                    <a16:creationId xmlns:a16="http://schemas.microsoft.com/office/drawing/2014/main" id="{9EEE6D24-06DA-16F3-D021-0766B88CC7E0}"/>
                  </a:ext>
                </a:extLst>
              </p14:cNvPr>
              <p14:cNvContentPartPr/>
              <p14:nvPr/>
            </p14:nvContentPartPr>
            <p14:xfrm>
              <a:off x="-617490" y="1381062"/>
              <a:ext cx="2520" cy="7560"/>
            </p14:xfrm>
          </p:contentPart>
        </mc:Choice>
        <mc:Fallback>
          <p:pic>
            <p:nvPicPr>
              <p:cNvPr id="132" name="Ink 131">
                <a:extLst>
                  <a:ext uri="{FF2B5EF4-FFF2-40B4-BE49-F238E27FC236}">
                    <a16:creationId xmlns:a16="http://schemas.microsoft.com/office/drawing/2014/main" id="{9EEE6D24-06DA-16F3-D021-0766B88CC7E0}"/>
                  </a:ext>
                </a:extLst>
              </p:cNvPr>
              <p:cNvPicPr/>
              <p:nvPr/>
            </p:nvPicPr>
            <p:blipFill>
              <a:blip r:embed="rId37"/>
              <a:stretch>
                <a:fillRect/>
              </a:stretch>
            </p:blipFill>
            <p:spPr>
              <a:xfrm>
                <a:off x="-626130" y="1372422"/>
                <a:ext cx="201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33" name="Ink 132">
                <a:extLst>
                  <a:ext uri="{FF2B5EF4-FFF2-40B4-BE49-F238E27FC236}">
                    <a16:creationId xmlns:a16="http://schemas.microsoft.com/office/drawing/2014/main" id="{A636AB00-B186-C0C0-E421-9C6455CE1BD9}"/>
                  </a:ext>
                </a:extLst>
              </p14:cNvPr>
              <p14:cNvContentPartPr/>
              <p14:nvPr/>
            </p14:nvContentPartPr>
            <p14:xfrm>
              <a:off x="-553770" y="1390782"/>
              <a:ext cx="6480" cy="3240"/>
            </p14:xfrm>
          </p:contentPart>
        </mc:Choice>
        <mc:Fallback>
          <p:pic>
            <p:nvPicPr>
              <p:cNvPr id="133" name="Ink 132">
                <a:extLst>
                  <a:ext uri="{FF2B5EF4-FFF2-40B4-BE49-F238E27FC236}">
                    <a16:creationId xmlns:a16="http://schemas.microsoft.com/office/drawing/2014/main" id="{A636AB00-B186-C0C0-E421-9C6455CE1BD9}"/>
                  </a:ext>
                </a:extLst>
              </p:cNvPr>
              <p:cNvPicPr/>
              <p:nvPr/>
            </p:nvPicPr>
            <p:blipFill>
              <a:blip r:embed="rId39"/>
              <a:stretch>
                <a:fillRect/>
              </a:stretch>
            </p:blipFill>
            <p:spPr>
              <a:xfrm>
                <a:off x="-562770" y="1381782"/>
                <a:ext cx="241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35" name="Ink 134">
                <a:extLst>
                  <a:ext uri="{FF2B5EF4-FFF2-40B4-BE49-F238E27FC236}">
                    <a16:creationId xmlns:a16="http://schemas.microsoft.com/office/drawing/2014/main" id="{E4208241-EBFF-0D69-61AF-DEBB7094E87B}"/>
                  </a:ext>
                </a:extLst>
              </p14:cNvPr>
              <p14:cNvContentPartPr/>
              <p14:nvPr/>
            </p14:nvContentPartPr>
            <p14:xfrm>
              <a:off x="-46170" y="1395102"/>
              <a:ext cx="26640" cy="193680"/>
            </p14:xfrm>
          </p:contentPart>
        </mc:Choice>
        <mc:Fallback>
          <p:pic>
            <p:nvPicPr>
              <p:cNvPr id="135" name="Ink 134">
                <a:extLst>
                  <a:ext uri="{FF2B5EF4-FFF2-40B4-BE49-F238E27FC236}">
                    <a16:creationId xmlns:a16="http://schemas.microsoft.com/office/drawing/2014/main" id="{E4208241-EBFF-0D69-61AF-DEBB7094E87B}"/>
                  </a:ext>
                </a:extLst>
              </p:cNvPr>
              <p:cNvPicPr/>
              <p:nvPr/>
            </p:nvPicPr>
            <p:blipFill>
              <a:blip r:embed="rId41"/>
              <a:stretch>
                <a:fillRect/>
              </a:stretch>
            </p:blipFill>
            <p:spPr>
              <a:xfrm>
                <a:off x="-54810" y="1386102"/>
                <a:ext cx="44280" cy="211320"/>
              </a:xfrm>
              <a:prstGeom prst="rect">
                <a:avLst/>
              </a:prstGeom>
            </p:spPr>
          </p:pic>
        </mc:Fallback>
      </mc:AlternateContent>
      <p:grpSp>
        <p:nvGrpSpPr>
          <p:cNvPr id="150" name="Group 149">
            <a:extLst>
              <a:ext uri="{FF2B5EF4-FFF2-40B4-BE49-F238E27FC236}">
                <a16:creationId xmlns:a16="http://schemas.microsoft.com/office/drawing/2014/main" id="{7EB9F3D1-E4F3-7F20-D8E2-124CA73242A4}"/>
              </a:ext>
            </a:extLst>
          </p:cNvPr>
          <p:cNvGrpSpPr/>
          <p:nvPr/>
        </p:nvGrpSpPr>
        <p:grpSpPr>
          <a:xfrm>
            <a:off x="-366570" y="777342"/>
            <a:ext cx="5355720" cy="4178520"/>
            <a:chOff x="-366570" y="777342"/>
            <a:chExt cx="5355720" cy="4178520"/>
          </a:xfrm>
        </p:grpSpPr>
        <mc:AlternateContent xmlns:mc="http://schemas.openxmlformats.org/markup-compatibility/2006">
          <mc:Choice xmlns:p14="http://schemas.microsoft.com/office/powerpoint/2010/main" Requires="p14">
            <p:contentPart p14:bwMode="auto" r:id="rId42">
              <p14:nvContentPartPr>
                <p14:cNvPr id="5" name="Ink 4">
                  <a:extLst>
                    <a:ext uri="{FF2B5EF4-FFF2-40B4-BE49-F238E27FC236}">
                      <a16:creationId xmlns:a16="http://schemas.microsoft.com/office/drawing/2014/main" id="{0ABFEAC5-2127-F3F7-DF2A-7938FF2D70B7}"/>
                    </a:ext>
                  </a:extLst>
                </p14:cNvPr>
                <p14:cNvContentPartPr/>
                <p14:nvPr/>
              </p14:nvContentPartPr>
              <p14:xfrm>
                <a:off x="680310" y="1217982"/>
                <a:ext cx="2102040" cy="666000"/>
              </p14:xfrm>
            </p:contentPart>
          </mc:Choice>
          <mc:Fallback>
            <p:pic>
              <p:nvPicPr>
                <p:cNvPr id="5" name="Ink 4">
                  <a:extLst>
                    <a:ext uri="{FF2B5EF4-FFF2-40B4-BE49-F238E27FC236}">
                      <a16:creationId xmlns:a16="http://schemas.microsoft.com/office/drawing/2014/main" id="{0ABFEAC5-2127-F3F7-DF2A-7938FF2D70B7}"/>
                    </a:ext>
                  </a:extLst>
                </p:cNvPr>
                <p:cNvPicPr/>
                <p:nvPr/>
              </p:nvPicPr>
              <p:blipFill>
                <a:blip r:embed="rId43"/>
                <a:stretch>
                  <a:fillRect/>
                </a:stretch>
              </p:blipFill>
              <p:spPr>
                <a:xfrm>
                  <a:off x="671670" y="1209342"/>
                  <a:ext cx="2119680" cy="683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 name="Ink 5">
                  <a:extLst>
                    <a:ext uri="{FF2B5EF4-FFF2-40B4-BE49-F238E27FC236}">
                      <a16:creationId xmlns:a16="http://schemas.microsoft.com/office/drawing/2014/main" id="{63699D0A-A0ED-BFB5-C084-CBB860B8560B}"/>
                    </a:ext>
                  </a:extLst>
                </p14:cNvPr>
                <p14:cNvContentPartPr/>
                <p14:nvPr/>
              </p14:nvContentPartPr>
              <p14:xfrm>
                <a:off x="943830" y="888222"/>
                <a:ext cx="190440" cy="229320"/>
              </p14:xfrm>
            </p:contentPart>
          </mc:Choice>
          <mc:Fallback>
            <p:pic>
              <p:nvPicPr>
                <p:cNvPr id="6" name="Ink 5">
                  <a:extLst>
                    <a:ext uri="{FF2B5EF4-FFF2-40B4-BE49-F238E27FC236}">
                      <a16:creationId xmlns:a16="http://schemas.microsoft.com/office/drawing/2014/main" id="{63699D0A-A0ED-BFB5-C084-CBB860B8560B}"/>
                    </a:ext>
                  </a:extLst>
                </p:cNvPr>
                <p:cNvPicPr/>
                <p:nvPr/>
              </p:nvPicPr>
              <p:blipFill>
                <a:blip r:embed="rId45"/>
                <a:stretch>
                  <a:fillRect/>
                </a:stretch>
              </p:blipFill>
              <p:spPr>
                <a:xfrm>
                  <a:off x="935190" y="879222"/>
                  <a:ext cx="20808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7" name="Ink 6">
                  <a:extLst>
                    <a:ext uri="{FF2B5EF4-FFF2-40B4-BE49-F238E27FC236}">
                      <a16:creationId xmlns:a16="http://schemas.microsoft.com/office/drawing/2014/main" id="{76E9F975-1CEC-965C-3B12-81D4F644A3B0}"/>
                    </a:ext>
                  </a:extLst>
                </p14:cNvPr>
                <p14:cNvContentPartPr/>
                <p14:nvPr/>
              </p14:nvContentPartPr>
              <p14:xfrm>
                <a:off x="1225710" y="936822"/>
                <a:ext cx="240840" cy="162000"/>
              </p14:xfrm>
            </p:contentPart>
          </mc:Choice>
          <mc:Fallback>
            <p:pic>
              <p:nvPicPr>
                <p:cNvPr id="7" name="Ink 6">
                  <a:extLst>
                    <a:ext uri="{FF2B5EF4-FFF2-40B4-BE49-F238E27FC236}">
                      <a16:creationId xmlns:a16="http://schemas.microsoft.com/office/drawing/2014/main" id="{76E9F975-1CEC-965C-3B12-81D4F644A3B0}"/>
                    </a:ext>
                  </a:extLst>
                </p:cNvPr>
                <p:cNvPicPr/>
                <p:nvPr/>
              </p:nvPicPr>
              <p:blipFill>
                <a:blip r:embed="rId47"/>
                <a:stretch>
                  <a:fillRect/>
                </a:stretch>
              </p:blipFill>
              <p:spPr>
                <a:xfrm>
                  <a:off x="1217070" y="927822"/>
                  <a:ext cx="25848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8" name="Ink 7">
                  <a:extLst>
                    <a:ext uri="{FF2B5EF4-FFF2-40B4-BE49-F238E27FC236}">
                      <a16:creationId xmlns:a16="http://schemas.microsoft.com/office/drawing/2014/main" id="{644360E1-452D-3A2D-C7AA-001CC68EF99D}"/>
                    </a:ext>
                  </a:extLst>
                </p14:cNvPr>
                <p14:cNvContentPartPr/>
                <p14:nvPr/>
              </p14:nvContentPartPr>
              <p14:xfrm>
                <a:off x="954990" y="1265142"/>
                <a:ext cx="457200" cy="286560"/>
              </p14:xfrm>
            </p:contentPart>
          </mc:Choice>
          <mc:Fallback>
            <p:pic>
              <p:nvPicPr>
                <p:cNvPr id="8" name="Ink 7">
                  <a:extLst>
                    <a:ext uri="{FF2B5EF4-FFF2-40B4-BE49-F238E27FC236}">
                      <a16:creationId xmlns:a16="http://schemas.microsoft.com/office/drawing/2014/main" id="{644360E1-452D-3A2D-C7AA-001CC68EF99D}"/>
                    </a:ext>
                  </a:extLst>
                </p:cNvPr>
                <p:cNvPicPr/>
                <p:nvPr/>
              </p:nvPicPr>
              <p:blipFill>
                <a:blip r:embed="rId49"/>
                <a:stretch>
                  <a:fillRect/>
                </a:stretch>
              </p:blipFill>
              <p:spPr>
                <a:xfrm>
                  <a:off x="946350" y="1256142"/>
                  <a:ext cx="47484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9" name="Ink 8">
                  <a:extLst>
                    <a:ext uri="{FF2B5EF4-FFF2-40B4-BE49-F238E27FC236}">
                      <a16:creationId xmlns:a16="http://schemas.microsoft.com/office/drawing/2014/main" id="{F39CB505-6A9D-ABBB-C244-F74CCDC4A2F2}"/>
                    </a:ext>
                  </a:extLst>
                </p14:cNvPr>
                <p14:cNvContentPartPr/>
                <p14:nvPr/>
              </p14:nvContentPartPr>
              <p14:xfrm>
                <a:off x="1107630" y="1363422"/>
                <a:ext cx="136080" cy="6120"/>
              </p14:xfrm>
            </p:contentPart>
          </mc:Choice>
          <mc:Fallback>
            <p:pic>
              <p:nvPicPr>
                <p:cNvPr id="9" name="Ink 8">
                  <a:extLst>
                    <a:ext uri="{FF2B5EF4-FFF2-40B4-BE49-F238E27FC236}">
                      <a16:creationId xmlns:a16="http://schemas.microsoft.com/office/drawing/2014/main" id="{F39CB505-6A9D-ABBB-C244-F74CCDC4A2F2}"/>
                    </a:ext>
                  </a:extLst>
                </p:cNvPr>
                <p:cNvPicPr/>
                <p:nvPr/>
              </p:nvPicPr>
              <p:blipFill>
                <a:blip r:embed="rId51"/>
                <a:stretch>
                  <a:fillRect/>
                </a:stretch>
              </p:blipFill>
              <p:spPr>
                <a:xfrm>
                  <a:off x="1098990" y="1354422"/>
                  <a:ext cx="1537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0" name="Ink 9">
                  <a:extLst>
                    <a:ext uri="{FF2B5EF4-FFF2-40B4-BE49-F238E27FC236}">
                      <a16:creationId xmlns:a16="http://schemas.microsoft.com/office/drawing/2014/main" id="{7DFF1A94-3073-BCC2-F9C5-461AD137E3D2}"/>
                    </a:ext>
                  </a:extLst>
                </p14:cNvPr>
                <p14:cNvContentPartPr/>
                <p14:nvPr/>
              </p14:nvContentPartPr>
              <p14:xfrm>
                <a:off x="1152990" y="1354422"/>
                <a:ext cx="60120" cy="120600"/>
              </p14:xfrm>
            </p:contentPart>
          </mc:Choice>
          <mc:Fallback>
            <p:pic>
              <p:nvPicPr>
                <p:cNvPr id="10" name="Ink 9">
                  <a:extLst>
                    <a:ext uri="{FF2B5EF4-FFF2-40B4-BE49-F238E27FC236}">
                      <a16:creationId xmlns:a16="http://schemas.microsoft.com/office/drawing/2014/main" id="{7DFF1A94-3073-BCC2-F9C5-461AD137E3D2}"/>
                    </a:ext>
                  </a:extLst>
                </p:cNvPr>
                <p:cNvPicPr/>
                <p:nvPr/>
              </p:nvPicPr>
              <p:blipFill>
                <a:blip r:embed="rId53"/>
                <a:stretch>
                  <a:fillRect/>
                </a:stretch>
              </p:blipFill>
              <p:spPr>
                <a:xfrm>
                  <a:off x="1143990" y="1345422"/>
                  <a:ext cx="7776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1" name="Ink 10">
                  <a:extLst>
                    <a:ext uri="{FF2B5EF4-FFF2-40B4-BE49-F238E27FC236}">
                      <a16:creationId xmlns:a16="http://schemas.microsoft.com/office/drawing/2014/main" id="{BF701782-6D05-05B0-B6A6-39970D015DAC}"/>
                    </a:ext>
                  </a:extLst>
                </p14:cNvPr>
                <p14:cNvContentPartPr/>
                <p14:nvPr/>
              </p14:nvContentPartPr>
              <p14:xfrm>
                <a:off x="1368990" y="1462062"/>
                <a:ext cx="2442960" cy="48960"/>
              </p14:xfrm>
            </p:contentPart>
          </mc:Choice>
          <mc:Fallback>
            <p:pic>
              <p:nvPicPr>
                <p:cNvPr id="11" name="Ink 10">
                  <a:extLst>
                    <a:ext uri="{FF2B5EF4-FFF2-40B4-BE49-F238E27FC236}">
                      <a16:creationId xmlns:a16="http://schemas.microsoft.com/office/drawing/2014/main" id="{BF701782-6D05-05B0-B6A6-39970D015DAC}"/>
                    </a:ext>
                  </a:extLst>
                </p:cNvPr>
                <p:cNvPicPr/>
                <p:nvPr/>
              </p:nvPicPr>
              <p:blipFill>
                <a:blip r:embed="rId55"/>
                <a:stretch>
                  <a:fillRect/>
                </a:stretch>
              </p:blipFill>
              <p:spPr>
                <a:xfrm>
                  <a:off x="1359990" y="1453062"/>
                  <a:ext cx="246060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2" name="Ink 11">
                  <a:extLst>
                    <a:ext uri="{FF2B5EF4-FFF2-40B4-BE49-F238E27FC236}">
                      <a16:creationId xmlns:a16="http://schemas.microsoft.com/office/drawing/2014/main" id="{A871B3A4-7C01-9B5F-37A7-02598116620A}"/>
                    </a:ext>
                  </a:extLst>
                </p14:cNvPr>
                <p14:cNvContentPartPr/>
                <p14:nvPr/>
              </p14:nvContentPartPr>
              <p14:xfrm>
                <a:off x="3696390" y="1457022"/>
                <a:ext cx="75960" cy="100440"/>
              </p14:xfrm>
            </p:contentPart>
          </mc:Choice>
          <mc:Fallback>
            <p:pic>
              <p:nvPicPr>
                <p:cNvPr id="12" name="Ink 11">
                  <a:extLst>
                    <a:ext uri="{FF2B5EF4-FFF2-40B4-BE49-F238E27FC236}">
                      <a16:creationId xmlns:a16="http://schemas.microsoft.com/office/drawing/2014/main" id="{A871B3A4-7C01-9B5F-37A7-02598116620A}"/>
                    </a:ext>
                  </a:extLst>
                </p:cNvPr>
                <p:cNvPicPr/>
                <p:nvPr/>
              </p:nvPicPr>
              <p:blipFill>
                <a:blip r:embed="rId57"/>
                <a:stretch>
                  <a:fillRect/>
                </a:stretch>
              </p:blipFill>
              <p:spPr>
                <a:xfrm>
                  <a:off x="3687750" y="1448022"/>
                  <a:ext cx="9360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3" name="Ink 12">
                  <a:extLst>
                    <a:ext uri="{FF2B5EF4-FFF2-40B4-BE49-F238E27FC236}">
                      <a16:creationId xmlns:a16="http://schemas.microsoft.com/office/drawing/2014/main" id="{7944658A-744D-9416-B608-0D1A38CDF363}"/>
                    </a:ext>
                  </a:extLst>
                </p14:cNvPr>
                <p14:cNvContentPartPr/>
                <p14:nvPr/>
              </p14:nvContentPartPr>
              <p14:xfrm>
                <a:off x="3808710" y="1311222"/>
                <a:ext cx="1180440" cy="806400"/>
              </p14:xfrm>
            </p:contentPart>
          </mc:Choice>
          <mc:Fallback>
            <p:pic>
              <p:nvPicPr>
                <p:cNvPr id="13" name="Ink 12">
                  <a:extLst>
                    <a:ext uri="{FF2B5EF4-FFF2-40B4-BE49-F238E27FC236}">
                      <a16:creationId xmlns:a16="http://schemas.microsoft.com/office/drawing/2014/main" id="{7944658A-744D-9416-B608-0D1A38CDF363}"/>
                    </a:ext>
                  </a:extLst>
                </p:cNvPr>
                <p:cNvPicPr/>
                <p:nvPr/>
              </p:nvPicPr>
              <p:blipFill>
                <a:blip r:embed="rId59"/>
                <a:stretch>
                  <a:fillRect/>
                </a:stretch>
              </p:blipFill>
              <p:spPr>
                <a:xfrm>
                  <a:off x="3799710" y="1302222"/>
                  <a:ext cx="1198080" cy="824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4" name="Ink 13">
                  <a:extLst>
                    <a:ext uri="{FF2B5EF4-FFF2-40B4-BE49-F238E27FC236}">
                      <a16:creationId xmlns:a16="http://schemas.microsoft.com/office/drawing/2014/main" id="{BF37E8AA-36C4-7472-D2E1-657664A63735}"/>
                    </a:ext>
                  </a:extLst>
                </p14:cNvPr>
                <p14:cNvContentPartPr/>
                <p14:nvPr/>
              </p14:nvContentPartPr>
              <p14:xfrm>
                <a:off x="3901950" y="1056702"/>
                <a:ext cx="182880" cy="163440"/>
              </p14:xfrm>
            </p:contentPart>
          </mc:Choice>
          <mc:Fallback>
            <p:pic>
              <p:nvPicPr>
                <p:cNvPr id="14" name="Ink 13">
                  <a:extLst>
                    <a:ext uri="{FF2B5EF4-FFF2-40B4-BE49-F238E27FC236}">
                      <a16:creationId xmlns:a16="http://schemas.microsoft.com/office/drawing/2014/main" id="{BF37E8AA-36C4-7472-D2E1-657664A63735}"/>
                    </a:ext>
                  </a:extLst>
                </p:cNvPr>
                <p:cNvPicPr/>
                <p:nvPr/>
              </p:nvPicPr>
              <p:blipFill>
                <a:blip r:embed="rId61"/>
                <a:stretch>
                  <a:fillRect/>
                </a:stretch>
              </p:blipFill>
              <p:spPr>
                <a:xfrm>
                  <a:off x="3892950" y="1048062"/>
                  <a:ext cx="20052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5" name="Ink 14">
                  <a:extLst>
                    <a:ext uri="{FF2B5EF4-FFF2-40B4-BE49-F238E27FC236}">
                      <a16:creationId xmlns:a16="http://schemas.microsoft.com/office/drawing/2014/main" id="{DFA04995-1ED1-A26E-A017-7FBDB2CC5186}"/>
                    </a:ext>
                  </a:extLst>
                </p14:cNvPr>
                <p14:cNvContentPartPr/>
                <p14:nvPr/>
              </p14:nvContentPartPr>
              <p14:xfrm>
                <a:off x="4131990" y="1086222"/>
                <a:ext cx="88200" cy="120600"/>
              </p14:xfrm>
            </p:contentPart>
          </mc:Choice>
          <mc:Fallback>
            <p:pic>
              <p:nvPicPr>
                <p:cNvPr id="15" name="Ink 14">
                  <a:extLst>
                    <a:ext uri="{FF2B5EF4-FFF2-40B4-BE49-F238E27FC236}">
                      <a16:creationId xmlns:a16="http://schemas.microsoft.com/office/drawing/2014/main" id="{DFA04995-1ED1-A26E-A017-7FBDB2CC5186}"/>
                    </a:ext>
                  </a:extLst>
                </p:cNvPr>
                <p:cNvPicPr/>
                <p:nvPr/>
              </p:nvPicPr>
              <p:blipFill>
                <a:blip r:embed="rId63"/>
                <a:stretch>
                  <a:fillRect/>
                </a:stretch>
              </p:blipFill>
              <p:spPr>
                <a:xfrm>
                  <a:off x="4123350" y="1077222"/>
                  <a:ext cx="1058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6" name="Ink 15">
                  <a:extLst>
                    <a:ext uri="{FF2B5EF4-FFF2-40B4-BE49-F238E27FC236}">
                      <a16:creationId xmlns:a16="http://schemas.microsoft.com/office/drawing/2014/main" id="{8E8B7CF0-EE89-1B0A-C54E-213409293A86}"/>
                    </a:ext>
                  </a:extLst>
                </p14:cNvPr>
                <p14:cNvContentPartPr/>
                <p14:nvPr/>
              </p14:nvContentPartPr>
              <p14:xfrm>
                <a:off x="4288950" y="1005942"/>
                <a:ext cx="120960" cy="177480"/>
              </p14:xfrm>
            </p:contentPart>
          </mc:Choice>
          <mc:Fallback>
            <p:pic>
              <p:nvPicPr>
                <p:cNvPr id="16" name="Ink 15">
                  <a:extLst>
                    <a:ext uri="{FF2B5EF4-FFF2-40B4-BE49-F238E27FC236}">
                      <a16:creationId xmlns:a16="http://schemas.microsoft.com/office/drawing/2014/main" id="{8E8B7CF0-EE89-1B0A-C54E-213409293A86}"/>
                    </a:ext>
                  </a:extLst>
                </p:cNvPr>
                <p:cNvPicPr/>
                <p:nvPr/>
              </p:nvPicPr>
              <p:blipFill>
                <a:blip r:embed="rId65"/>
                <a:stretch>
                  <a:fillRect/>
                </a:stretch>
              </p:blipFill>
              <p:spPr>
                <a:xfrm>
                  <a:off x="4279950" y="996942"/>
                  <a:ext cx="13860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8" name="Ink 17">
                  <a:extLst>
                    <a:ext uri="{FF2B5EF4-FFF2-40B4-BE49-F238E27FC236}">
                      <a16:creationId xmlns:a16="http://schemas.microsoft.com/office/drawing/2014/main" id="{7E3AC45A-2C0D-5F71-F896-D362A8339F54}"/>
                    </a:ext>
                  </a:extLst>
                </p14:cNvPr>
                <p14:cNvContentPartPr/>
                <p14:nvPr/>
              </p14:nvContentPartPr>
              <p14:xfrm>
                <a:off x="4083030" y="1494822"/>
                <a:ext cx="290880" cy="11520"/>
              </p14:xfrm>
            </p:contentPart>
          </mc:Choice>
          <mc:Fallback>
            <p:pic>
              <p:nvPicPr>
                <p:cNvPr id="18" name="Ink 17">
                  <a:extLst>
                    <a:ext uri="{FF2B5EF4-FFF2-40B4-BE49-F238E27FC236}">
                      <a16:creationId xmlns:a16="http://schemas.microsoft.com/office/drawing/2014/main" id="{7E3AC45A-2C0D-5F71-F896-D362A8339F54}"/>
                    </a:ext>
                  </a:extLst>
                </p:cNvPr>
                <p:cNvPicPr/>
                <p:nvPr/>
              </p:nvPicPr>
              <p:blipFill>
                <a:blip r:embed="rId67"/>
                <a:stretch>
                  <a:fillRect/>
                </a:stretch>
              </p:blipFill>
              <p:spPr>
                <a:xfrm>
                  <a:off x="4074030" y="1486182"/>
                  <a:ext cx="3085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9" name="Ink 18">
                  <a:extLst>
                    <a:ext uri="{FF2B5EF4-FFF2-40B4-BE49-F238E27FC236}">
                      <a16:creationId xmlns:a16="http://schemas.microsoft.com/office/drawing/2014/main" id="{F9F66D5A-86E8-B21E-BFFB-6029B42852DE}"/>
                    </a:ext>
                  </a:extLst>
                </p14:cNvPr>
                <p14:cNvContentPartPr/>
                <p14:nvPr/>
              </p14:nvContentPartPr>
              <p14:xfrm>
                <a:off x="4080510" y="1667262"/>
                <a:ext cx="286920" cy="25200"/>
              </p14:xfrm>
            </p:contentPart>
          </mc:Choice>
          <mc:Fallback>
            <p:pic>
              <p:nvPicPr>
                <p:cNvPr id="19" name="Ink 18">
                  <a:extLst>
                    <a:ext uri="{FF2B5EF4-FFF2-40B4-BE49-F238E27FC236}">
                      <a16:creationId xmlns:a16="http://schemas.microsoft.com/office/drawing/2014/main" id="{F9F66D5A-86E8-B21E-BFFB-6029B42852DE}"/>
                    </a:ext>
                  </a:extLst>
                </p:cNvPr>
                <p:cNvPicPr/>
                <p:nvPr/>
              </p:nvPicPr>
              <p:blipFill>
                <a:blip r:embed="rId69"/>
                <a:stretch>
                  <a:fillRect/>
                </a:stretch>
              </p:blipFill>
              <p:spPr>
                <a:xfrm>
                  <a:off x="4071870" y="1658622"/>
                  <a:ext cx="30456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2" name="Ink 21">
                  <a:extLst>
                    <a:ext uri="{FF2B5EF4-FFF2-40B4-BE49-F238E27FC236}">
                      <a16:creationId xmlns:a16="http://schemas.microsoft.com/office/drawing/2014/main" id="{19F2E5DD-8FA8-AB6D-67D7-0B879E0D81C6}"/>
                    </a:ext>
                  </a:extLst>
                </p14:cNvPr>
                <p14:cNvContentPartPr/>
                <p14:nvPr/>
              </p14:nvContentPartPr>
              <p14:xfrm>
                <a:off x="4562550" y="1671582"/>
                <a:ext cx="161280" cy="11160"/>
              </p14:xfrm>
            </p:contentPart>
          </mc:Choice>
          <mc:Fallback>
            <p:pic>
              <p:nvPicPr>
                <p:cNvPr id="22" name="Ink 21">
                  <a:extLst>
                    <a:ext uri="{FF2B5EF4-FFF2-40B4-BE49-F238E27FC236}">
                      <a16:creationId xmlns:a16="http://schemas.microsoft.com/office/drawing/2014/main" id="{19F2E5DD-8FA8-AB6D-67D7-0B879E0D81C6}"/>
                    </a:ext>
                  </a:extLst>
                </p:cNvPr>
                <p:cNvPicPr/>
                <p:nvPr/>
              </p:nvPicPr>
              <p:blipFill>
                <a:blip r:embed="rId71"/>
                <a:stretch>
                  <a:fillRect/>
                </a:stretch>
              </p:blipFill>
              <p:spPr>
                <a:xfrm>
                  <a:off x="4553910" y="1662942"/>
                  <a:ext cx="17892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0" name="Ink 19">
                  <a:extLst>
                    <a:ext uri="{FF2B5EF4-FFF2-40B4-BE49-F238E27FC236}">
                      <a16:creationId xmlns:a16="http://schemas.microsoft.com/office/drawing/2014/main" id="{923CF9D7-C22E-47B1-F4E6-5D2E41F2C575}"/>
                    </a:ext>
                  </a:extLst>
                </p14:cNvPr>
                <p14:cNvContentPartPr/>
                <p14:nvPr/>
              </p14:nvContentPartPr>
              <p14:xfrm>
                <a:off x="4038390" y="1858062"/>
                <a:ext cx="236160" cy="31320"/>
              </p14:xfrm>
            </p:contentPart>
          </mc:Choice>
          <mc:Fallback>
            <p:pic>
              <p:nvPicPr>
                <p:cNvPr id="20" name="Ink 19">
                  <a:extLst>
                    <a:ext uri="{FF2B5EF4-FFF2-40B4-BE49-F238E27FC236}">
                      <a16:creationId xmlns:a16="http://schemas.microsoft.com/office/drawing/2014/main" id="{923CF9D7-C22E-47B1-F4E6-5D2E41F2C575}"/>
                    </a:ext>
                  </a:extLst>
                </p:cNvPr>
                <p:cNvPicPr/>
                <p:nvPr/>
              </p:nvPicPr>
              <p:blipFill>
                <a:blip r:embed="rId73"/>
                <a:stretch>
                  <a:fillRect/>
                </a:stretch>
              </p:blipFill>
              <p:spPr>
                <a:xfrm>
                  <a:off x="4029750" y="1849422"/>
                  <a:ext cx="2538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3" name="Ink 22">
                  <a:extLst>
                    <a:ext uri="{FF2B5EF4-FFF2-40B4-BE49-F238E27FC236}">
                      <a16:creationId xmlns:a16="http://schemas.microsoft.com/office/drawing/2014/main" id="{71FC30DC-95C3-3971-D386-8C404F28B927}"/>
                    </a:ext>
                  </a:extLst>
                </p14:cNvPr>
                <p14:cNvContentPartPr/>
                <p14:nvPr/>
              </p14:nvContentPartPr>
              <p14:xfrm>
                <a:off x="4525470" y="1833582"/>
                <a:ext cx="120240" cy="15480"/>
              </p14:xfrm>
            </p:contentPart>
          </mc:Choice>
          <mc:Fallback>
            <p:pic>
              <p:nvPicPr>
                <p:cNvPr id="23" name="Ink 22">
                  <a:extLst>
                    <a:ext uri="{FF2B5EF4-FFF2-40B4-BE49-F238E27FC236}">
                      <a16:creationId xmlns:a16="http://schemas.microsoft.com/office/drawing/2014/main" id="{71FC30DC-95C3-3971-D386-8C404F28B927}"/>
                    </a:ext>
                  </a:extLst>
                </p:cNvPr>
                <p:cNvPicPr/>
                <p:nvPr/>
              </p:nvPicPr>
              <p:blipFill>
                <a:blip r:embed="rId75"/>
                <a:stretch>
                  <a:fillRect/>
                </a:stretch>
              </p:blipFill>
              <p:spPr>
                <a:xfrm>
                  <a:off x="4516830" y="1824582"/>
                  <a:ext cx="13788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4" name="Ink 23">
                  <a:extLst>
                    <a:ext uri="{FF2B5EF4-FFF2-40B4-BE49-F238E27FC236}">
                      <a16:creationId xmlns:a16="http://schemas.microsoft.com/office/drawing/2014/main" id="{60445C30-5D1B-6CB4-07C2-9CFD27B29C78}"/>
                    </a:ext>
                  </a:extLst>
                </p14:cNvPr>
                <p14:cNvContentPartPr/>
                <p14:nvPr/>
              </p14:nvContentPartPr>
              <p14:xfrm>
                <a:off x="4381830" y="1925742"/>
                <a:ext cx="181800" cy="108720"/>
              </p14:xfrm>
            </p:contentPart>
          </mc:Choice>
          <mc:Fallback>
            <p:pic>
              <p:nvPicPr>
                <p:cNvPr id="24" name="Ink 23">
                  <a:extLst>
                    <a:ext uri="{FF2B5EF4-FFF2-40B4-BE49-F238E27FC236}">
                      <a16:creationId xmlns:a16="http://schemas.microsoft.com/office/drawing/2014/main" id="{60445C30-5D1B-6CB4-07C2-9CFD27B29C78}"/>
                    </a:ext>
                  </a:extLst>
                </p:cNvPr>
                <p:cNvPicPr/>
                <p:nvPr/>
              </p:nvPicPr>
              <p:blipFill>
                <a:blip r:embed="rId77"/>
                <a:stretch>
                  <a:fillRect/>
                </a:stretch>
              </p:blipFill>
              <p:spPr>
                <a:xfrm>
                  <a:off x="4373190" y="1917102"/>
                  <a:ext cx="19944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7" name="Ink 26">
                  <a:extLst>
                    <a:ext uri="{FF2B5EF4-FFF2-40B4-BE49-F238E27FC236}">
                      <a16:creationId xmlns:a16="http://schemas.microsoft.com/office/drawing/2014/main" id="{BFC5F810-0EDD-10E1-4E30-34110A347137}"/>
                    </a:ext>
                  </a:extLst>
                </p14:cNvPr>
                <p14:cNvContentPartPr/>
                <p14:nvPr/>
              </p14:nvContentPartPr>
              <p14:xfrm>
                <a:off x="1662390" y="2087742"/>
                <a:ext cx="2484360" cy="777600"/>
              </p14:xfrm>
            </p:contentPart>
          </mc:Choice>
          <mc:Fallback>
            <p:pic>
              <p:nvPicPr>
                <p:cNvPr id="27" name="Ink 26">
                  <a:extLst>
                    <a:ext uri="{FF2B5EF4-FFF2-40B4-BE49-F238E27FC236}">
                      <a16:creationId xmlns:a16="http://schemas.microsoft.com/office/drawing/2014/main" id="{BFC5F810-0EDD-10E1-4E30-34110A347137}"/>
                    </a:ext>
                  </a:extLst>
                </p:cNvPr>
                <p:cNvPicPr/>
                <p:nvPr/>
              </p:nvPicPr>
              <p:blipFill>
                <a:blip r:embed="rId79"/>
                <a:stretch>
                  <a:fillRect/>
                </a:stretch>
              </p:blipFill>
              <p:spPr>
                <a:xfrm>
                  <a:off x="1653390" y="2078742"/>
                  <a:ext cx="2502000" cy="795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8" name="Ink 27">
                  <a:extLst>
                    <a:ext uri="{FF2B5EF4-FFF2-40B4-BE49-F238E27FC236}">
                      <a16:creationId xmlns:a16="http://schemas.microsoft.com/office/drawing/2014/main" id="{132A684F-2A99-EDEA-201D-D51C0E5BD1B7}"/>
                    </a:ext>
                  </a:extLst>
                </p14:cNvPr>
                <p14:cNvContentPartPr/>
                <p14:nvPr/>
              </p14:nvContentPartPr>
              <p14:xfrm>
                <a:off x="1698750" y="2850582"/>
                <a:ext cx="114840" cy="54720"/>
              </p14:xfrm>
            </p:contentPart>
          </mc:Choice>
          <mc:Fallback>
            <p:pic>
              <p:nvPicPr>
                <p:cNvPr id="28" name="Ink 27">
                  <a:extLst>
                    <a:ext uri="{FF2B5EF4-FFF2-40B4-BE49-F238E27FC236}">
                      <a16:creationId xmlns:a16="http://schemas.microsoft.com/office/drawing/2014/main" id="{132A684F-2A99-EDEA-201D-D51C0E5BD1B7}"/>
                    </a:ext>
                  </a:extLst>
                </p:cNvPr>
                <p:cNvPicPr/>
                <p:nvPr/>
              </p:nvPicPr>
              <p:blipFill>
                <a:blip r:embed="rId81"/>
                <a:stretch>
                  <a:fillRect/>
                </a:stretch>
              </p:blipFill>
              <p:spPr>
                <a:xfrm>
                  <a:off x="1690110" y="2841582"/>
                  <a:ext cx="13248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9" name="Ink 28">
                  <a:extLst>
                    <a:ext uri="{FF2B5EF4-FFF2-40B4-BE49-F238E27FC236}">
                      <a16:creationId xmlns:a16="http://schemas.microsoft.com/office/drawing/2014/main" id="{EE07921A-19C8-295A-5712-D8473813626C}"/>
                    </a:ext>
                  </a:extLst>
                </p14:cNvPr>
                <p14:cNvContentPartPr/>
                <p14:nvPr/>
              </p14:nvContentPartPr>
              <p14:xfrm>
                <a:off x="1614150" y="2860662"/>
                <a:ext cx="119520" cy="74160"/>
              </p14:xfrm>
            </p:contentPart>
          </mc:Choice>
          <mc:Fallback>
            <p:pic>
              <p:nvPicPr>
                <p:cNvPr id="29" name="Ink 28">
                  <a:extLst>
                    <a:ext uri="{FF2B5EF4-FFF2-40B4-BE49-F238E27FC236}">
                      <a16:creationId xmlns:a16="http://schemas.microsoft.com/office/drawing/2014/main" id="{EE07921A-19C8-295A-5712-D8473813626C}"/>
                    </a:ext>
                  </a:extLst>
                </p:cNvPr>
                <p:cNvPicPr/>
                <p:nvPr/>
              </p:nvPicPr>
              <p:blipFill>
                <a:blip r:embed="rId83"/>
                <a:stretch>
                  <a:fillRect/>
                </a:stretch>
              </p:blipFill>
              <p:spPr>
                <a:xfrm>
                  <a:off x="1605150" y="2851662"/>
                  <a:ext cx="13716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0" name="Ink 29">
                  <a:extLst>
                    <a:ext uri="{FF2B5EF4-FFF2-40B4-BE49-F238E27FC236}">
                      <a16:creationId xmlns:a16="http://schemas.microsoft.com/office/drawing/2014/main" id="{73DEB723-8299-8C77-A0B7-4B8CEF46F0B0}"/>
                    </a:ext>
                  </a:extLst>
                </p14:cNvPr>
                <p14:cNvContentPartPr/>
                <p14:nvPr/>
              </p14:nvContentPartPr>
              <p14:xfrm>
                <a:off x="861750" y="3030582"/>
                <a:ext cx="3611520" cy="913320"/>
              </p14:xfrm>
            </p:contentPart>
          </mc:Choice>
          <mc:Fallback>
            <p:pic>
              <p:nvPicPr>
                <p:cNvPr id="30" name="Ink 29">
                  <a:extLst>
                    <a:ext uri="{FF2B5EF4-FFF2-40B4-BE49-F238E27FC236}">
                      <a16:creationId xmlns:a16="http://schemas.microsoft.com/office/drawing/2014/main" id="{73DEB723-8299-8C77-A0B7-4B8CEF46F0B0}"/>
                    </a:ext>
                  </a:extLst>
                </p:cNvPr>
                <p:cNvPicPr/>
                <p:nvPr/>
              </p:nvPicPr>
              <p:blipFill>
                <a:blip r:embed="rId85"/>
                <a:stretch>
                  <a:fillRect/>
                </a:stretch>
              </p:blipFill>
              <p:spPr>
                <a:xfrm>
                  <a:off x="852750" y="3021942"/>
                  <a:ext cx="3629160" cy="9309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1" name="Ink 30">
                  <a:extLst>
                    <a:ext uri="{FF2B5EF4-FFF2-40B4-BE49-F238E27FC236}">
                      <a16:creationId xmlns:a16="http://schemas.microsoft.com/office/drawing/2014/main" id="{21B0FA87-DEDA-DF61-3AB5-887E8FF10C80}"/>
                    </a:ext>
                  </a:extLst>
                </p14:cNvPr>
                <p14:cNvContentPartPr/>
                <p14:nvPr/>
              </p14:nvContentPartPr>
              <p14:xfrm>
                <a:off x="1301670" y="3198702"/>
                <a:ext cx="135360" cy="169920"/>
              </p14:xfrm>
            </p:contentPart>
          </mc:Choice>
          <mc:Fallback>
            <p:pic>
              <p:nvPicPr>
                <p:cNvPr id="31" name="Ink 30">
                  <a:extLst>
                    <a:ext uri="{FF2B5EF4-FFF2-40B4-BE49-F238E27FC236}">
                      <a16:creationId xmlns:a16="http://schemas.microsoft.com/office/drawing/2014/main" id="{21B0FA87-DEDA-DF61-3AB5-887E8FF10C80}"/>
                    </a:ext>
                  </a:extLst>
                </p:cNvPr>
                <p:cNvPicPr/>
                <p:nvPr/>
              </p:nvPicPr>
              <p:blipFill>
                <a:blip r:embed="rId87"/>
                <a:stretch>
                  <a:fillRect/>
                </a:stretch>
              </p:blipFill>
              <p:spPr>
                <a:xfrm>
                  <a:off x="1292670" y="3190062"/>
                  <a:ext cx="1530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2" name="Ink 31">
                  <a:extLst>
                    <a:ext uri="{FF2B5EF4-FFF2-40B4-BE49-F238E27FC236}">
                      <a16:creationId xmlns:a16="http://schemas.microsoft.com/office/drawing/2014/main" id="{CADC9518-130A-C528-D090-5D951107BD38}"/>
                    </a:ext>
                  </a:extLst>
                </p14:cNvPr>
                <p14:cNvContentPartPr/>
                <p14:nvPr/>
              </p14:nvContentPartPr>
              <p14:xfrm>
                <a:off x="1550430" y="3209502"/>
                <a:ext cx="9720" cy="150840"/>
              </p14:xfrm>
            </p:contentPart>
          </mc:Choice>
          <mc:Fallback>
            <p:pic>
              <p:nvPicPr>
                <p:cNvPr id="32" name="Ink 31">
                  <a:extLst>
                    <a:ext uri="{FF2B5EF4-FFF2-40B4-BE49-F238E27FC236}">
                      <a16:creationId xmlns:a16="http://schemas.microsoft.com/office/drawing/2014/main" id="{CADC9518-130A-C528-D090-5D951107BD38}"/>
                    </a:ext>
                  </a:extLst>
                </p:cNvPr>
                <p:cNvPicPr/>
                <p:nvPr/>
              </p:nvPicPr>
              <p:blipFill>
                <a:blip r:embed="rId89"/>
                <a:stretch>
                  <a:fillRect/>
                </a:stretch>
              </p:blipFill>
              <p:spPr>
                <a:xfrm>
                  <a:off x="1541430" y="3200502"/>
                  <a:ext cx="2736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3" name="Ink 32">
                  <a:extLst>
                    <a:ext uri="{FF2B5EF4-FFF2-40B4-BE49-F238E27FC236}">
                      <a16:creationId xmlns:a16="http://schemas.microsoft.com/office/drawing/2014/main" id="{77B78A87-D2C0-60A6-A1DF-E5ED0251CDEA}"/>
                    </a:ext>
                  </a:extLst>
                </p14:cNvPr>
                <p14:cNvContentPartPr/>
                <p14:nvPr/>
              </p14:nvContentPartPr>
              <p14:xfrm>
                <a:off x="1559430" y="3156942"/>
                <a:ext cx="82080" cy="129240"/>
              </p14:xfrm>
            </p:contentPart>
          </mc:Choice>
          <mc:Fallback>
            <p:pic>
              <p:nvPicPr>
                <p:cNvPr id="33" name="Ink 32">
                  <a:extLst>
                    <a:ext uri="{FF2B5EF4-FFF2-40B4-BE49-F238E27FC236}">
                      <a16:creationId xmlns:a16="http://schemas.microsoft.com/office/drawing/2014/main" id="{77B78A87-D2C0-60A6-A1DF-E5ED0251CDEA}"/>
                    </a:ext>
                  </a:extLst>
                </p:cNvPr>
                <p:cNvPicPr/>
                <p:nvPr/>
              </p:nvPicPr>
              <p:blipFill>
                <a:blip r:embed="rId91"/>
                <a:stretch>
                  <a:fillRect/>
                </a:stretch>
              </p:blipFill>
              <p:spPr>
                <a:xfrm>
                  <a:off x="1550790" y="3147942"/>
                  <a:ext cx="997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4" name="Ink 33">
                  <a:extLst>
                    <a:ext uri="{FF2B5EF4-FFF2-40B4-BE49-F238E27FC236}">
                      <a16:creationId xmlns:a16="http://schemas.microsoft.com/office/drawing/2014/main" id="{28F4A1AF-DCA1-B75F-B6D2-0BA5F35CD926}"/>
                    </a:ext>
                  </a:extLst>
                </p14:cNvPr>
                <p14:cNvContentPartPr/>
                <p14:nvPr/>
              </p14:nvContentPartPr>
              <p14:xfrm>
                <a:off x="1544670" y="3283302"/>
                <a:ext cx="66960" cy="10080"/>
              </p14:xfrm>
            </p:contentPart>
          </mc:Choice>
          <mc:Fallback>
            <p:pic>
              <p:nvPicPr>
                <p:cNvPr id="34" name="Ink 33">
                  <a:extLst>
                    <a:ext uri="{FF2B5EF4-FFF2-40B4-BE49-F238E27FC236}">
                      <a16:creationId xmlns:a16="http://schemas.microsoft.com/office/drawing/2014/main" id="{28F4A1AF-DCA1-B75F-B6D2-0BA5F35CD926}"/>
                    </a:ext>
                  </a:extLst>
                </p:cNvPr>
                <p:cNvPicPr/>
                <p:nvPr/>
              </p:nvPicPr>
              <p:blipFill>
                <a:blip r:embed="rId93"/>
                <a:stretch>
                  <a:fillRect/>
                </a:stretch>
              </p:blipFill>
              <p:spPr>
                <a:xfrm>
                  <a:off x="1536030" y="3274662"/>
                  <a:ext cx="846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5" name="Ink 34">
                  <a:extLst>
                    <a:ext uri="{FF2B5EF4-FFF2-40B4-BE49-F238E27FC236}">
                      <a16:creationId xmlns:a16="http://schemas.microsoft.com/office/drawing/2014/main" id="{519C8C64-7E88-2E40-522B-E11236EB8DC6}"/>
                    </a:ext>
                  </a:extLst>
                </p14:cNvPr>
                <p14:cNvContentPartPr/>
                <p14:nvPr/>
              </p14:nvContentPartPr>
              <p14:xfrm>
                <a:off x="1790550" y="3195462"/>
                <a:ext cx="51120" cy="228240"/>
              </p14:xfrm>
            </p:contentPart>
          </mc:Choice>
          <mc:Fallback>
            <p:pic>
              <p:nvPicPr>
                <p:cNvPr id="35" name="Ink 34">
                  <a:extLst>
                    <a:ext uri="{FF2B5EF4-FFF2-40B4-BE49-F238E27FC236}">
                      <a16:creationId xmlns:a16="http://schemas.microsoft.com/office/drawing/2014/main" id="{519C8C64-7E88-2E40-522B-E11236EB8DC6}"/>
                    </a:ext>
                  </a:extLst>
                </p:cNvPr>
                <p:cNvPicPr/>
                <p:nvPr/>
              </p:nvPicPr>
              <p:blipFill>
                <a:blip r:embed="rId95"/>
                <a:stretch>
                  <a:fillRect/>
                </a:stretch>
              </p:blipFill>
              <p:spPr>
                <a:xfrm>
                  <a:off x="1781550" y="3186822"/>
                  <a:ext cx="6876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6" name="Ink 35">
                  <a:extLst>
                    <a:ext uri="{FF2B5EF4-FFF2-40B4-BE49-F238E27FC236}">
                      <a16:creationId xmlns:a16="http://schemas.microsoft.com/office/drawing/2014/main" id="{A9154076-70A6-C08D-65FB-B8DDDB00DD54}"/>
                    </a:ext>
                  </a:extLst>
                </p14:cNvPr>
                <p14:cNvContentPartPr/>
                <p14:nvPr/>
              </p14:nvContentPartPr>
              <p14:xfrm>
                <a:off x="1926630" y="3178902"/>
                <a:ext cx="155520" cy="201240"/>
              </p14:xfrm>
            </p:contentPart>
          </mc:Choice>
          <mc:Fallback>
            <p:pic>
              <p:nvPicPr>
                <p:cNvPr id="36" name="Ink 35">
                  <a:extLst>
                    <a:ext uri="{FF2B5EF4-FFF2-40B4-BE49-F238E27FC236}">
                      <a16:creationId xmlns:a16="http://schemas.microsoft.com/office/drawing/2014/main" id="{A9154076-70A6-C08D-65FB-B8DDDB00DD54}"/>
                    </a:ext>
                  </a:extLst>
                </p:cNvPr>
                <p:cNvPicPr/>
                <p:nvPr/>
              </p:nvPicPr>
              <p:blipFill>
                <a:blip r:embed="rId97"/>
                <a:stretch>
                  <a:fillRect/>
                </a:stretch>
              </p:blipFill>
              <p:spPr>
                <a:xfrm>
                  <a:off x="1917630" y="3170262"/>
                  <a:ext cx="17316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7" name="Ink 36">
                  <a:extLst>
                    <a:ext uri="{FF2B5EF4-FFF2-40B4-BE49-F238E27FC236}">
                      <a16:creationId xmlns:a16="http://schemas.microsoft.com/office/drawing/2014/main" id="{70720361-DF92-DCFE-BA0B-5C8D4532B743}"/>
                    </a:ext>
                  </a:extLst>
                </p14:cNvPr>
                <p14:cNvContentPartPr/>
                <p14:nvPr/>
              </p14:nvContentPartPr>
              <p14:xfrm>
                <a:off x="2128230" y="3239022"/>
                <a:ext cx="107640" cy="140040"/>
              </p14:xfrm>
            </p:contentPart>
          </mc:Choice>
          <mc:Fallback>
            <p:pic>
              <p:nvPicPr>
                <p:cNvPr id="37" name="Ink 36">
                  <a:extLst>
                    <a:ext uri="{FF2B5EF4-FFF2-40B4-BE49-F238E27FC236}">
                      <a16:creationId xmlns:a16="http://schemas.microsoft.com/office/drawing/2014/main" id="{70720361-DF92-DCFE-BA0B-5C8D4532B743}"/>
                    </a:ext>
                  </a:extLst>
                </p:cNvPr>
                <p:cNvPicPr/>
                <p:nvPr/>
              </p:nvPicPr>
              <p:blipFill>
                <a:blip r:embed="rId99"/>
                <a:stretch>
                  <a:fillRect/>
                </a:stretch>
              </p:blipFill>
              <p:spPr>
                <a:xfrm>
                  <a:off x="2119230" y="3230022"/>
                  <a:ext cx="1252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8" name="Ink 37">
                  <a:extLst>
                    <a:ext uri="{FF2B5EF4-FFF2-40B4-BE49-F238E27FC236}">
                      <a16:creationId xmlns:a16="http://schemas.microsoft.com/office/drawing/2014/main" id="{95E3CE1E-20DC-2977-16AF-F2B1CC8D3E0C}"/>
                    </a:ext>
                  </a:extLst>
                </p14:cNvPr>
                <p14:cNvContentPartPr/>
                <p14:nvPr/>
              </p14:nvContentPartPr>
              <p14:xfrm>
                <a:off x="2275110" y="3221382"/>
                <a:ext cx="91800" cy="136440"/>
              </p14:xfrm>
            </p:contentPart>
          </mc:Choice>
          <mc:Fallback>
            <p:pic>
              <p:nvPicPr>
                <p:cNvPr id="38" name="Ink 37">
                  <a:extLst>
                    <a:ext uri="{FF2B5EF4-FFF2-40B4-BE49-F238E27FC236}">
                      <a16:creationId xmlns:a16="http://schemas.microsoft.com/office/drawing/2014/main" id="{95E3CE1E-20DC-2977-16AF-F2B1CC8D3E0C}"/>
                    </a:ext>
                  </a:extLst>
                </p:cNvPr>
                <p:cNvPicPr/>
                <p:nvPr/>
              </p:nvPicPr>
              <p:blipFill>
                <a:blip r:embed="rId101"/>
                <a:stretch>
                  <a:fillRect/>
                </a:stretch>
              </p:blipFill>
              <p:spPr>
                <a:xfrm>
                  <a:off x="2266110" y="3212382"/>
                  <a:ext cx="1094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9" name="Ink 38">
                  <a:extLst>
                    <a:ext uri="{FF2B5EF4-FFF2-40B4-BE49-F238E27FC236}">
                      <a16:creationId xmlns:a16="http://schemas.microsoft.com/office/drawing/2014/main" id="{4F6C7EA6-566F-CCAB-629D-1DB4109C513B}"/>
                    </a:ext>
                  </a:extLst>
                </p14:cNvPr>
                <p14:cNvContentPartPr/>
                <p14:nvPr/>
              </p14:nvContentPartPr>
              <p14:xfrm>
                <a:off x="2435310" y="3222822"/>
                <a:ext cx="88920" cy="127080"/>
              </p14:xfrm>
            </p:contentPart>
          </mc:Choice>
          <mc:Fallback>
            <p:pic>
              <p:nvPicPr>
                <p:cNvPr id="39" name="Ink 38">
                  <a:extLst>
                    <a:ext uri="{FF2B5EF4-FFF2-40B4-BE49-F238E27FC236}">
                      <a16:creationId xmlns:a16="http://schemas.microsoft.com/office/drawing/2014/main" id="{4F6C7EA6-566F-CCAB-629D-1DB4109C513B}"/>
                    </a:ext>
                  </a:extLst>
                </p:cNvPr>
                <p:cNvPicPr/>
                <p:nvPr/>
              </p:nvPicPr>
              <p:blipFill>
                <a:blip r:embed="rId103"/>
                <a:stretch>
                  <a:fillRect/>
                </a:stretch>
              </p:blipFill>
              <p:spPr>
                <a:xfrm>
                  <a:off x="2426670" y="3213822"/>
                  <a:ext cx="10656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0" name="Ink 39">
                  <a:extLst>
                    <a:ext uri="{FF2B5EF4-FFF2-40B4-BE49-F238E27FC236}">
                      <a16:creationId xmlns:a16="http://schemas.microsoft.com/office/drawing/2014/main" id="{BBD696D8-0B7B-6247-912A-E1A839FAA9A7}"/>
                    </a:ext>
                  </a:extLst>
                </p14:cNvPr>
                <p14:cNvContentPartPr/>
                <p14:nvPr/>
              </p14:nvContentPartPr>
              <p14:xfrm>
                <a:off x="2577510" y="3241542"/>
                <a:ext cx="102240" cy="122760"/>
              </p14:xfrm>
            </p:contentPart>
          </mc:Choice>
          <mc:Fallback>
            <p:pic>
              <p:nvPicPr>
                <p:cNvPr id="40" name="Ink 39">
                  <a:extLst>
                    <a:ext uri="{FF2B5EF4-FFF2-40B4-BE49-F238E27FC236}">
                      <a16:creationId xmlns:a16="http://schemas.microsoft.com/office/drawing/2014/main" id="{BBD696D8-0B7B-6247-912A-E1A839FAA9A7}"/>
                    </a:ext>
                  </a:extLst>
                </p:cNvPr>
                <p:cNvPicPr/>
                <p:nvPr/>
              </p:nvPicPr>
              <p:blipFill>
                <a:blip r:embed="rId105"/>
                <a:stretch>
                  <a:fillRect/>
                </a:stretch>
              </p:blipFill>
              <p:spPr>
                <a:xfrm>
                  <a:off x="2568510" y="3232542"/>
                  <a:ext cx="1198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1" name="Ink 40">
                  <a:extLst>
                    <a:ext uri="{FF2B5EF4-FFF2-40B4-BE49-F238E27FC236}">
                      <a16:creationId xmlns:a16="http://schemas.microsoft.com/office/drawing/2014/main" id="{BCCBC2BC-0F2E-7106-9841-3CBB08784AD3}"/>
                    </a:ext>
                  </a:extLst>
                </p14:cNvPr>
                <p14:cNvContentPartPr/>
                <p14:nvPr/>
              </p14:nvContentPartPr>
              <p14:xfrm>
                <a:off x="2733750" y="3228942"/>
                <a:ext cx="85320" cy="115200"/>
              </p14:xfrm>
            </p:contentPart>
          </mc:Choice>
          <mc:Fallback>
            <p:pic>
              <p:nvPicPr>
                <p:cNvPr id="41" name="Ink 40">
                  <a:extLst>
                    <a:ext uri="{FF2B5EF4-FFF2-40B4-BE49-F238E27FC236}">
                      <a16:creationId xmlns:a16="http://schemas.microsoft.com/office/drawing/2014/main" id="{BCCBC2BC-0F2E-7106-9841-3CBB08784AD3}"/>
                    </a:ext>
                  </a:extLst>
                </p:cNvPr>
                <p:cNvPicPr/>
                <p:nvPr/>
              </p:nvPicPr>
              <p:blipFill>
                <a:blip r:embed="rId107"/>
                <a:stretch>
                  <a:fillRect/>
                </a:stretch>
              </p:blipFill>
              <p:spPr>
                <a:xfrm>
                  <a:off x="2725110" y="3220302"/>
                  <a:ext cx="1029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2" name="Ink 41">
                  <a:extLst>
                    <a:ext uri="{FF2B5EF4-FFF2-40B4-BE49-F238E27FC236}">
                      <a16:creationId xmlns:a16="http://schemas.microsoft.com/office/drawing/2014/main" id="{5E9A33FA-5488-ED23-012E-23BEA0E02E20}"/>
                    </a:ext>
                  </a:extLst>
                </p14:cNvPr>
                <p14:cNvContentPartPr/>
                <p14:nvPr/>
              </p14:nvContentPartPr>
              <p14:xfrm>
                <a:off x="2869830" y="3171702"/>
                <a:ext cx="102960" cy="216360"/>
              </p14:xfrm>
            </p:contentPart>
          </mc:Choice>
          <mc:Fallback>
            <p:pic>
              <p:nvPicPr>
                <p:cNvPr id="42" name="Ink 41">
                  <a:extLst>
                    <a:ext uri="{FF2B5EF4-FFF2-40B4-BE49-F238E27FC236}">
                      <a16:creationId xmlns:a16="http://schemas.microsoft.com/office/drawing/2014/main" id="{5E9A33FA-5488-ED23-012E-23BEA0E02E20}"/>
                    </a:ext>
                  </a:extLst>
                </p:cNvPr>
                <p:cNvPicPr/>
                <p:nvPr/>
              </p:nvPicPr>
              <p:blipFill>
                <a:blip r:embed="rId109"/>
                <a:stretch>
                  <a:fillRect/>
                </a:stretch>
              </p:blipFill>
              <p:spPr>
                <a:xfrm>
                  <a:off x="2861190" y="3163062"/>
                  <a:ext cx="1206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4" name="Ink 43">
                  <a:extLst>
                    <a:ext uri="{FF2B5EF4-FFF2-40B4-BE49-F238E27FC236}">
                      <a16:creationId xmlns:a16="http://schemas.microsoft.com/office/drawing/2014/main" id="{D440AE14-42F3-1827-966A-116AA31BA520}"/>
                    </a:ext>
                  </a:extLst>
                </p14:cNvPr>
                <p14:cNvContentPartPr/>
                <p14:nvPr/>
              </p14:nvContentPartPr>
              <p14:xfrm>
                <a:off x="1681830" y="3563022"/>
                <a:ext cx="431280" cy="253440"/>
              </p14:xfrm>
            </p:contentPart>
          </mc:Choice>
          <mc:Fallback>
            <p:pic>
              <p:nvPicPr>
                <p:cNvPr id="44" name="Ink 43">
                  <a:extLst>
                    <a:ext uri="{FF2B5EF4-FFF2-40B4-BE49-F238E27FC236}">
                      <a16:creationId xmlns:a16="http://schemas.microsoft.com/office/drawing/2014/main" id="{D440AE14-42F3-1827-966A-116AA31BA520}"/>
                    </a:ext>
                  </a:extLst>
                </p:cNvPr>
                <p:cNvPicPr/>
                <p:nvPr/>
              </p:nvPicPr>
              <p:blipFill>
                <a:blip r:embed="rId111"/>
                <a:stretch>
                  <a:fillRect/>
                </a:stretch>
              </p:blipFill>
              <p:spPr>
                <a:xfrm>
                  <a:off x="1673190" y="3554022"/>
                  <a:ext cx="44892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5" name="Ink 44">
                  <a:extLst>
                    <a:ext uri="{FF2B5EF4-FFF2-40B4-BE49-F238E27FC236}">
                      <a16:creationId xmlns:a16="http://schemas.microsoft.com/office/drawing/2014/main" id="{142DA656-8FA4-B5D6-34E7-C85E7FFC0420}"/>
                    </a:ext>
                  </a:extLst>
                </p14:cNvPr>
                <p14:cNvContentPartPr/>
                <p14:nvPr/>
              </p14:nvContentPartPr>
              <p14:xfrm>
                <a:off x="1845630" y="3529542"/>
                <a:ext cx="434880" cy="254160"/>
              </p14:xfrm>
            </p:contentPart>
          </mc:Choice>
          <mc:Fallback>
            <p:pic>
              <p:nvPicPr>
                <p:cNvPr id="45" name="Ink 44">
                  <a:extLst>
                    <a:ext uri="{FF2B5EF4-FFF2-40B4-BE49-F238E27FC236}">
                      <a16:creationId xmlns:a16="http://schemas.microsoft.com/office/drawing/2014/main" id="{142DA656-8FA4-B5D6-34E7-C85E7FFC0420}"/>
                    </a:ext>
                  </a:extLst>
                </p:cNvPr>
                <p:cNvPicPr/>
                <p:nvPr/>
              </p:nvPicPr>
              <p:blipFill>
                <a:blip r:embed="rId113"/>
                <a:stretch>
                  <a:fillRect/>
                </a:stretch>
              </p:blipFill>
              <p:spPr>
                <a:xfrm>
                  <a:off x="1836990" y="3520902"/>
                  <a:ext cx="45252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6" name="Ink 45">
                  <a:extLst>
                    <a:ext uri="{FF2B5EF4-FFF2-40B4-BE49-F238E27FC236}">
                      <a16:creationId xmlns:a16="http://schemas.microsoft.com/office/drawing/2014/main" id="{2631BF22-A903-D7EE-5F3D-365D6E6D9B3C}"/>
                    </a:ext>
                  </a:extLst>
                </p14:cNvPr>
                <p14:cNvContentPartPr/>
                <p14:nvPr/>
              </p14:nvContentPartPr>
              <p14:xfrm>
                <a:off x="2063070" y="3521982"/>
                <a:ext cx="499320" cy="264240"/>
              </p14:xfrm>
            </p:contentPart>
          </mc:Choice>
          <mc:Fallback>
            <p:pic>
              <p:nvPicPr>
                <p:cNvPr id="46" name="Ink 45">
                  <a:extLst>
                    <a:ext uri="{FF2B5EF4-FFF2-40B4-BE49-F238E27FC236}">
                      <a16:creationId xmlns:a16="http://schemas.microsoft.com/office/drawing/2014/main" id="{2631BF22-A903-D7EE-5F3D-365D6E6D9B3C}"/>
                    </a:ext>
                  </a:extLst>
                </p:cNvPr>
                <p:cNvPicPr/>
                <p:nvPr/>
              </p:nvPicPr>
              <p:blipFill>
                <a:blip r:embed="rId115"/>
                <a:stretch>
                  <a:fillRect/>
                </a:stretch>
              </p:blipFill>
              <p:spPr>
                <a:xfrm>
                  <a:off x="2054430" y="3512982"/>
                  <a:ext cx="51696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8" name="Ink 47">
                  <a:extLst>
                    <a:ext uri="{FF2B5EF4-FFF2-40B4-BE49-F238E27FC236}">
                      <a16:creationId xmlns:a16="http://schemas.microsoft.com/office/drawing/2014/main" id="{6F1A9836-374F-D4D7-9679-F9611A2EFE33}"/>
                    </a:ext>
                  </a:extLst>
                </p14:cNvPr>
                <p14:cNvContentPartPr/>
                <p14:nvPr/>
              </p14:nvContentPartPr>
              <p14:xfrm>
                <a:off x="2185830" y="2057862"/>
                <a:ext cx="2278800" cy="959400"/>
              </p14:xfrm>
            </p:contentPart>
          </mc:Choice>
          <mc:Fallback>
            <p:pic>
              <p:nvPicPr>
                <p:cNvPr id="48" name="Ink 47">
                  <a:extLst>
                    <a:ext uri="{FF2B5EF4-FFF2-40B4-BE49-F238E27FC236}">
                      <a16:creationId xmlns:a16="http://schemas.microsoft.com/office/drawing/2014/main" id="{6F1A9836-374F-D4D7-9679-F9611A2EFE33}"/>
                    </a:ext>
                  </a:extLst>
                </p:cNvPr>
                <p:cNvPicPr/>
                <p:nvPr/>
              </p:nvPicPr>
              <p:blipFill>
                <a:blip r:embed="rId117"/>
                <a:stretch>
                  <a:fillRect/>
                </a:stretch>
              </p:blipFill>
              <p:spPr>
                <a:xfrm>
                  <a:off x="2176830" y="2048862"/>
                  <a:ext cx="2296440" cy="977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9" name="Ink 48">
                  <a:extLst>
                    <a:ext uri="{FF2B5EF4-FFF2-40B4-BE49-F238E27FC236}">
                      <a16:creationId xmlns:a16="http://schemas.microsoft.com/office/drawing/2014/main" id="{1F97758D-3EF7-5D5F-7CA6-4F0FE4945F16}"/>
                    </a:ext>
                  </a:extLst>
                </p14:cNvPr>
                <p14:cNvContentPartPr/>
                <p14:nvPr/>
              </p14:nvContentPartPr>
              <p14:xfrm>
                <a:off x="4331070" y="2058582"/>
                <a:ext cx="194040" cy="159120"/>
              </p14:xfrm>
            </p:contentPart>
          </mc:Choice>
          <mc:Fallback>
            <p:pic>
              <p:nvPicPr>
                <p:cNvPr id="49" name="Ink 48">
                  <a:extLst>
                    <a:ext uri="{FF2B5EF4-FFF2-40B4-BE49-F238E27FC236}">
                      <a16:creationId xmlns:a16="http://schemas.microsoft.com/office/drawing/2014/main" id="{1F97758D-3EF7-5D5F-7CA6-4F0FE4945F16}"/>
                    </a:ext>
                  </a:extLst>
                </p:cNvPr>
                <p:cNvPicPr/>
                <p:nvPr/>
              </p:nvPicPr>
              <p:blipFill>
                <a:blip r:embed="rId119"/>
                <a:stretch>
                  <a:fillRect/>
                </a:stretch>
              </p:blipFill>
              <p:spPr>
                <a:xfrm>
                  <a:off x="4322070" y="2049582"/>
                  <a:ext cx="21168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1" name="Ink 50">
                  <a:extLst>
                    <a:ext uri="{FF2B5EF4-FFF2-40B4-BE49-F238E27FC236}">
                      <a16:creationId xmlns:a16="http://schemas.microsoft.com/office/drawing/2014/main" id="{B39AD5B0-56A3-0976-8DEB-DFA46AF18B71}"/>
                    </a:ext>
                  </a:extLst>
                </p14:cNvPr>
                <p14:cNvContentPartPr/>
                <p14:nvPr/>
              </p14:nvContentPartPr>
              <p14:xfrm>
                <a:off x="2999430" y="3321462"/>
                <a:ext cx="776160" cy="514440"/>
              </p14:xfrm>
            </p:contentPart>
          </mc:Choice>
          <mc:Fallback>
            <p:pic>
              <p:nvPicPr>
                <p:cNvPr id="51" name="Ink 50">
                  <a:extLst>
                    <a:ext uri="{FF2B5EF4-FFF2-40B4-BE49-F238E27FC236}">
                      <a16:creationId xmlns:a16="http://schemas.microsoft.com/office/drawing/2014/main" id="{B39AD5B0-56A3-0976-8DEB-DFA46AF18B71}"/>
                    </a:ext>
                  </a:extLst>
                </p:cNvPr>
                <p:cNvPicPr/>
                <p:nvPr/>
              </p:nvPicPr>
              <p:blipFill>
                <a:blip r:embed="rId121"/>
                <a:stretch>
                  <a:fillRect/>
                </a:stretch>
              </p:blipFill>
              <p:spPr>
                <a:xfrm>
                  <a:off x="2990430" y="3312822"/>
                  <a:ext cx="793800" cy="5320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3" name="Ink 52">
                  <a:extLst>
                    <a:ext uri="{FF2B5EF4-FFF2-40B4-BE49-F238E27FC236}">
                      <a16:creationId xmlns:a16="http://schemas.microsoft.com/office/drawing/2014/main" id="{E006279A-CD39-C0F3-5874-140605BEF608}"/>
                    </a:ext>
                  </a:extLst>
                </p14:cNvPr>
                <p14:cNvContentPartPr/>
                <p14:nvPr/>
              </p14:nvContentPartPr>
              <p14:xfrm>
                <a:off x="3202110" y="3545382"/>
                <a:ext cx="104400" cy="87120"/>
              </p14:xfrm>
            </p:contentPart>
          </mc:Choice>
          <mc:Fallback>
            <p:pic>
              <p:nvPicPr>
                <p:cNvPr id="53" name="Ink 52">
                  <a:extLst>
                    <a:ext uri="{FF2B5EF4-FFF2-40B4-BE49-F238E27FC236}">
                      <a16:creationId xmlns:a16="http://schemas.microsoft.com/office/drawing/2014/main" id="{E006279A-CD39-C0F3-5874-140605BEF608}"/>
                    </a:ext>
                  </a:extLst>
                </p:cNvPr>
                <p:cNvPicPr/>
                <p:nvPr/>
              </p:nvPicPr>
              <p:blipFill>
                <a:blip r:embed="rId123"/>
                <a:stretch>
                  <a:fillRect/>
                </a:stretch>
              </p:blipFill>
              <p:spPr>
                <a:xfrm>
                  <a:off x="3193470" y="3536742"/>
                  <a:ext cx="12204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4" name="Ink 53">
                  <a:extLst>
                    <a:ext uri="{FF2B5EF4-FFF2-40B4-BE49-F238E27FC236}">
                      <a16:creationId xmlns:a16="http://schemas.microsoft.com/office/drawing/2014/main" id="{6E5105BE-B522-8B13-AB10-A2EB890DA110}"/>
                    </a:ext>
                  </a:extLst>
                </p14:cNvPr>
                <p14:cNvContentPartPr/>
                <p14:nvPr/>
              </p14:nvContentPartPr>
              <p14:xfrm>
                <a:off x="3373470" y="3459702"/>
                <a:ext cx="77760" cy="162000"/>
              </p14:xfrm>
            </p:contentPart>
          </mc:Choice>
          <mc:Fallback>
            <p:pic>
              <p:nvPicPr>
                <p:cNvPr id="54" name="Ink 53">
                  <a:extLst>
                    <a:ext uri="{FF2B5EF4-FFF2-40B4-BE49-F238E27FC236}">
                      <a16:creationId xmlns:a16="http://schemas.microsoft.com/office/drawing/2014/main" id="{6E5105BE-B522-8B13-AB10-A2EB890DA110}"/>
                    </a:ext>
                  </a:extLst>
                </p:cNvPr>
                <p:cNvPicPr/>
                <p:nvPr/>
              </p:nvPicPr>
              <p:blipFill>
                <a:blip r:embed="rId125"/>
                <a:stretch>
                  <a:fillRect/>
                </a:stretch>
              </p:blipFill>
              <p:spPr>
                <a:xfrm>
                  <a:off x="3364470" y="3450702"/>
                  <a:ext cx="95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5" name="Ink 54">
                  <a:extLst>
                    <a:ext uri="{FF2B5EF4-FFF2-40B4-BE49-F238E27FC236}">
                      <a16:creationId xmlns:a16="http://schemas.microsoft.com/office/drawing/2014/main" id="{973780F7-67BA-80E9-58B7-A46133673985}"/>
                    </a:ext>
                  </a:extLst>
                </p14:cNvPr>
                <p14:cNvContentPartPr/>
                <p14:nvPr/>
              </p14:nvContentPartPr>
              <p14:xfrm>
                <a:off x="3353310" y="3554382"/>
                <a:ext cx="76320" cy="10440"/>
              </p14:xfrm>
            </p:contentPart>
          </mc:Choice>
          <mc:Fallback>
            <p:pic>
              <p:nvPicPr>
                <p:cNvPr id="55" name="Ink 54">
                  <a:extLst>
                    <a:ext uri="{FF2B5EF4-FFF2-40B4-BE49-F238E27FC236}">
                      <a16:creationId xmlns:a16="http://schemas.microsoft.com/office/drawing/2014/main" id="{973780F7-67BA-80E9-58B7-A46133673985}"/>
                    </a:ext>
                  </a:extLst>
                </p:cNvPr>
                <p:cNvPicPr/>
                <p:nvPr/>
              </p:nvPicPr>
              <p:blipFill>
                <a:blip r:embed="rId127"/>
                <a:stretch>
                  <a:fillRect/>
                </a:stretch>
              </p:blipFill>
              <p:spPr>
                <a:xfrm>
                  <a:off x="3344310" y="3545382"/>
                  <a:ext cx="939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6" name="Ink 55">
                  <a:extLst>
                    <a:ext uri="{FF2B5EF4-FFF2-40B4-BE49-F238E27FC236}">
                      <a16:creationId xmlns:a16="http://schemas.microsoft.com/office/drawing/2014/main" id="{EE8DDD8F-B006-37FC-2CC0-A9CFE238596C}"/>
                    </a:ext>
                  </a:extLst>
                </p14:cNvPr>
                <p14:cNvContentPartPr/>
                <p14:nvPr/>
              </p14:nvContentPartPr>
              <p14:xfrm>
                <a:off x="3379950" y="3646542"/>
                <a:ext cx="69120" cy="97920"/>
              </p14:xfrm>
            </p:contentPart>
          </mc:Choice>
          <mc:Fallback>
            <p:pic>
              <p:nvPicPr>
                <p:cNvPr id="56" name="Ink 55">
                  <a:extLst>
                    <a:ext uri="{FF2B5EF4-FFF2-40B4-BE49-F238E27FC236}">
                      <a16:creationId xmlns:a16="http://schemas.microsoft.com/office/drawing/2014/main" id="{EE8DDD8F-B006-37FC-2CC0-A9CFE238596C}"/>
                    </a:ext>
                  </a:extLst>
                </p:cNvPr>
                <p:cNvPicPr/>
                <p:nvPr/>
              </p:nvPicPr>
              <p:blipFill>
                <a:blip r:embed="rId129"/>
                <a:stretch>
                  <a:fillRect/>
                </a:stretch>
              </p:blipFill>
              <p:spPr>
                <a:xfrm>
                  <a:off x="3371310" y="3637902"/>
                  <a:ext cx="867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7" name="Ink 56">
                  <a:extLst>
                    <a:ext uri="{FF2B5EF4-FFF2-40B4-BE49-F238E27FC236}">
                      <a16:creationId xmlns:a16="http://schemas.microsoft.com/office/drawing/2014/main" id="{B62B80CB-0271-45D0-7894-88FF778BFB37}"/>
                    </a:ext>
                  </a:extLst>
                </p14:cNvPr>
                <p14:cNvContentPartPr/>
                <p14:nvPr/>
              </p14:nvContentPartPr>
              <p14:xfrm>
                <a:off x="3476430" y="3653742"/>
                <a:ext cx="77400" cy="85680"/>
              </p14:xfrm>
            </p:contentPart>
          </mc:Choice>
          <mc:Fallback>
            <p:pic>
              <p:nvPicPr>
                <p:cNvPr id="57" name="Ink 56">
                  <a:extLst>
                    <a:ext uri="{FF2B5EF4-FFF2-40B4-BE49-F238E27FC236}">
                      <a16:creationId xmlns:a16="http://schemas.microsoft.com/office/drawing/2014/main" id="{B62B80CB-0271-45D0-7894-88FF778BFB37}"/>
                    </a:ext>
                  </a:extLst>
                </p:cNvPr>
                <p:cNvPicPr/>
                <p:nvPr/>
              </p:nvPicPr>
              <p:blipFill>
                <a:blip r:embed="rId131"/>
                <a:stretch>
                  <a:fillRect/>
                </a:stretch>
              </p:blipFill>
              <p:spPr>
                <a:xfrm>
                  <a:off x="3467790" y="3645102"/>
                  <a:ext cx="9504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8" name="Ink 57">
                  <a:extLst>
                    <a:ext uri="{FF2B5EF4-FFF2-40B4-BE49-F238E27FC236}">
                      <a16:creationId xmlns:a16="http://schemas.microsoft.com/office/drawing/2014/main" id="{95C96C0B-3A92-4CE9-1EC0-B80E2186FED2}"/>
                    </a:ext>
                  </a:extLst>
                </p14:cNvPr>
                <p14:cNvContentPartPr/>
                <p14:nvPr/>
              </p14:nvContentPartPr>
              <p14:xfrm>
                <a:off x="3585510" y="3662382"/>
                <a:ext cx="33480" cy="55080"/>
              </p14:xfrm>
            </p:contentPart>
          </mc:Choice>
          <mc:Fallback>
            <p:pic>
              <p:nvPicPr>
                <p:cNvPr id="58" name="Ink 57">
                  <a:extLst>
                    <a:ext uri="{FF2B5EF4-FFF2-40B4-BE49-F238E27FC236}">
                      <a16:creationId xmlns:a16="http://schemas.microsoft.com/office/drawing/2014/main" id="{95C96C0B-3A92-4CE9-1EC0-B80E2186FED2}"/>
                    </a:ext>
                  </a:extLst>
                </p:cNvPr>
                <p:cNvPicPr/>
                <p:nvPr/>
              </p:nvPicPr>
              <p:blipFill>
                <a:blip r:embed="rId133"/>
                <a:stretch>
                  <a:fillRect/>
                </a:stretch>
              </p:blipFill>
              <p:spPr>
                <a:xfrm>
                  <a:off x="3576510" y="3653742"/>
                  <a:ext cx="5112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0" name="Ink 59">
                  <a:extLst>
                    <a:ext uri="{FF2B5EF4-FFF2-40B4-BE49-F238E27FC236}">
                      <a16:creationId xmlns:a16="http://schemas.microsoft.com/office/drawing/2014/main" id="{A0606152-FA67-C60F-A74D-E834809C10C1}"/>
                    </a:ext>
                  </a:extLst>
                </p14:cNvPr>
                <p14:cNvContentPartPr/>
                <p14:nvPr/>
              </p14:nvContentPartPr>
              <p14:xfrm>
                <a:off x="1719270" y="3784422"/>
                <a:ext cx="1659960" cy="522360"/>
              </p14:xfrm>
            </p:contentPart>
          </mc:Choice>
          <mc:Fallback>
            <p:pic>
              <p:nvPicPr>
                <p:cNvPr id="60" name="Ink 59">
                  <a:extLst>
                    <a:ext uri="{FF2B5EF4-FFF2-40B4-BE49-F238E27FC236}">
                      <a16:creationId xmlns:a16="http://schemas.microsoft.com/office/drawing/2014/main" id="{A0606152-FA67-C60F-A74D-E834809C10C1}"/>
                    </a:ext>
                  </a:extLst>
                </p:cNvPr>
                <p:cNvPicPr/>
                <p:nvPr/>
              </p:nvPicPr>
              <p:blipFill>
                <a:blip r:embed="rId135"/>
                <a:stretch>
                  <a:fillRect/>
                </a:stretch>
              </p:blipFill>
              <p:spPr>
                <a:xfrm>
                  <a:off x="1710630" y="3775782"/>
                  <a:ext cx="1677600" cy="5400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1" name="Ink 60">
                  <a:extLst>
                    <a:ext uri="{FF2B5EF4-FFF2-40B4-BE49-F238E27FC236}">
                      <a16:creationId xmlns:a16="http://schemas.microsoft.com/office/drawing/2014/main" id="{53AF9011-2974-D067-DB50-996562BF112B}"/>
                    </a:ext>
                  </a:extLst>
                </p14:cNvPr>
                <p14:cNvContentPartPr/>
                <p14:nvPr/>
              </p14:nvContentPartPr>
              <p14:xfrm>
                <a:off x="1676790" y="4255302"/>
                <a:ext cx="93600" cy="61920"/>
              </p14:xfrm>
            </p:contentPart>
          </mc:Choice>
          <mc:Fallback>
            <p:pic>
              <p:nvPicPr>
                <p:cNvPr id="61" name="Ink 60">
                  <a:extLst>
                    <a:ext uri="{FF2B5EF4-FFF2-40B4-BE49-F238E27FC236}">
                      <a16:creationId xmlns:a16="http://schemas.microsoft.com/office/drawing/2014/main" id="{53AF9011-2974-D067-DB50-996562BF112B}"/>
                    </a:ext>
                  </a:extLst>
                </p:cNvPr>
                <p:cNvPicPr/>
                <p:nvPr/>
              </p:nvPicPr>
              <p:blipFill>
                <a:blip r:embed="rId137"/>
                <a:stretch>
                  <a:fillRect/>
                </a:stretch>
              </p:blipFill>
              <p:spPr>
                <a:xfrm>
                  <a:off x="1667790" y="4246662"/>
                  <a:ext cx="1112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2" name="Ink 61">
                  <a:extLst>
                    <a:ext uri="{FF2B5EF4-FFF2-40B4-BE49-F238E27FC236}">
                      <a16:creationId xmlns:a16="http://schemas.microsoft.com/office/drawing/2014/main" id="{8FCD6FC0-BCC6-D723-26A0-B1C6909F70CC}"/>
                    </a:ext>
                  </a:extLst>
                </p14:cNvPr>
                <p14:cNvContentPartPr/>
                <p14:nvPr/>
              </p14:nvContentPartPr>
              <p14:xfrm>
                <a:off x="1305990" y="4420542"/>
                <a:ext cx="963360" cy="535320"/>
              </p14:xfrm>
            </p:contentPart>
          </mc:Choice>
          <mc:Fallback>
            <p:pic>
              <p:nvPicPr>
                <p:cNvPr id="62" name="Ink 61">
                  <a:extLst>
                    <a:ext uri="{FF2B5EF4-FFF2-40B4-BE49-F238E27FC236}">
                      <a16:creationId xmlns:a16="http://schemas.microsoft.com/office/drawing/2014/main" id="{8FCD6FC0-BCC6-D723-26A0-B1C6909F70CC}"/>
                    </a:ext>
                  </a:extLst>
                </p:cNvPr>
                <p:cNvPicPr/>
                <p:nvPr/>
              </p:nvPicPr>
              <p:blipFill>
                <a:blip r:embed="rId139"/>
                <a:stretch>
                  <a:fillRect/>
                </a:stretch>
              </p:blipFill>
              <p:spPr>
                <a:xfrm>
                  <a:off x="1297350" y="4411542"/>
                  <a:ext cx="981000" cy="5529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3" name="Ink 62">
                  <a:extLst>
                    <a:ext uri="{FF2B5EF4-FFF2-40B4-BE49-F238E27FC236}">
                      <a16:creationId xmlns:a16="http://schemas.microsoft.com/office/drawing/2014/main" id="{5D7CB063-7A12-7BA0-53A1-DF2DB729D32C}"/>
                    </a:ext>
                  </a:extLst>
                </p14:cNvPr>
                <p14:cNvContentPartPr/>
                <p14:nvPr/>
              </p14:nvContentPartPr>
              <p14:xfrm>
                <a:off x="1491390" y="4598022"/>
                <a:ext cx="127440" cy="147240"/>
              </p14:xfrm>
            </p:contentPart>
          </mc:Choice>
          <mc:Fallback>
            <p:pic>
              <p:nvPicPr>
                <p:cNvPr id="63" name="Ink 62">
                  <a:extLst>
                    <a:ext uri="{FF2B5EF4-FFF2-40B4-BE49-F238E27FC236}">
                      <a16:creationId xmlns:a16="http://schemas.microsoft.com/office/drawing/2014/main" id="{5D7CB063-7A12-7BA0-53A1-DF2DB729D32C}"/>
                    </a:ext>
                  </a:extLst>
                </p:cNvPr>
                <p:cNvPicPr/>
                <p:nvPr/>
              </p:nvPicPr>
              <p:blipFill>
                <a:blip r:embed="rId141"/>
                <a:stretch>
                  <a:fillRect/>
                </a:stretch>
              </p:blipFill>
              <p:spPr>
                <a:xfrm>
                  <a:off x="1482390" y="4589022"/>
                  <a:ext cx="1450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4" name="Ink 63">
                  <a:extLst>
                    <a:ext uri="{FF2B5EF4-FFF2-40B4-BE49-F238E27FC236}">
                      <a16:creationId xmlns:a16="http://schemas.microsoft.com/office/drawing/2014/main" id="{6FAF3799-F095-F74B-4CAD-A88A4C604D40}"/>
                    </a:ext>
                  </a:extLst>
                </p14:cNvPr>
                <p14:cNvContentPartPr/>
                <p14:nvPr/>
              </p14:nvContentPartPr>
              <p14:xfrm>
                <a:off x="1662750" y="4637262"/>
                <a:ext cx="118080" cy="82800"/>
              </p14:xfrm>
            </p:contentPart>
          </mc:Choice>
          <mc:Fallback>
            <p:pic>
              <p:nvPicPr>
                <p:cNvPr id="64" name="Ink 63">
                  <a:extLst>
                    <a:ext uri="{FF2B5EF4-FFF2-40B4-BE49-F238E27FC236}">
                      <a16:creationId xmlns:a16="http://schemas.microsoft.com/office/drawing/2014/main" id="{6FAF3799-F095-F74B-4CAD-A88A4C604D40}"/>
                    </a:ext>
                  </a:extLst>
                </p:cNvPr>
                <p:cNvPicPr/>
                <p:nvPr/>
              </p:nvPicPr>
              <p:blipFill>
                <a:blip r:embed="rId143"/>
                <a:stretch>
                  <a:fillRect/>
                </a:stretch>
              </p:blipFill>
              <p:spPr>
                <a:xfrm>
                  <a:off x="1654110" y="4628262"/>
                  <a:ext cx="1357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5" name="Ink 64">
                  <a:extLst>
                    <a:ext uri="{FF2B5EF4-FFF2-40B4-BE49-F238E27FC236}">
                      <a16:creationId xmlns:a16="http://schemas.microsoft.com/office/drawing/2014/main" id="{5A76BD12-96D8-BFA1-506E-7846967D73A0}"/>
                    </a:ext>
                  </a:extLst>
                </p14:cNvPr>
                <p14:cNvContentPartPr/>
                <p14:nvPr/>
              </p14:nvContentPartPr>
              <p14:xfrm>
                <a:off x="1828350" y="4622142"/>
                <a:ext cx="124920" cy="178200"/>
              </p14:xfrm>
            </p:contentPart>
          </mc:Choice>
          <mc:Fallback>
            <p:pic>
              <p:nvPicPr>
                <p:cNvPr id="65" name="Ink 64">
                  <a:extLst>
                    <a:ext uri="{FF2B5EF4-FFF2-40B4-BE49-F238E27FC236}">
                      <a16:creationId xmlns:a16="http://schemas.microsoft.com/office/drawing/2014/main" id="{5A76BD12-96D8-BFA1-506E-7846967D73A0}"/>
                    </a:ext>
                  </a:extLst>
                </p:cNvPr>
                <p:cNvPicPr/>
                <p:nvPr/>
              </p:nvPicPr>
              <p:blipFill>
                <a:blip r:embed="rId145"/>
                <a:stretch>
                  <a:fillRect/>
                </a:stretch>
              </p:blipFill>
              <p:spPr>
                <a:xfrm>
                  <a:off x="1819710" y="4613142"/>
                  <a:ext cx="1425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6" name="Ink 65">
                  <a:extLst>
                    <a:ext uri="{FF2B5EF4-FFF2-40B4-BE49-F238E27FC236}">
                      <a16:creationId xmlns:a16="http://schemas.microsoft.com/office/drawing/2014/main" id="{9437D306-D6D8-3E86-CA4D-873597AD7259}"/>
                    </a:ext>
                  </a:extLst>
                </p14:cNvPr>
                <p14:cNvContentPartPr/>
                <p14:nvPr/>
              </p14:nvContentPartPr>
              <p14:xfrm>
                <a:off x="2240190" y="4688742"/>
                <a:ext cx="355680" cy="10800"/>
              </p14:xfrm>
            </p:contentPart>
          </mc:Choice>
          <mc:Fallback>
            <p:pic>
              <p:nvPicPr>
                <p:cNvPr id="66" name="Ink 65">
                  <a:extLst>
                    <a:ext uri="{FF2B5EF4-FFF2-40B4-BE49-F238E27FC236}">
                      <a16:creationId xmlns:a16="http://schemas.microsoft.com/office/drawing/2014/main" id="{9437D306-D6D8-3E86-CA4D-873597AD7259}"/>
                    </a:ext>
                  </a:extLst>
                </p:cNvPr>
                <p:cNvPicPr/>
                <p:nvPr/>
              </p:nvPicPr>
              <p:blipFill>
                <a:blip r:embed="rId147"/>
                <a:stretch>
                  <a:fillRect/>
                </a:stretch>
              </p:blipFill>
              <p:spPr>
                <a:xfrm>
                  <a:off x="2231190" y="4680102"/>
                  <a:ext cx="37332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68" name="Ink 67">
                  <a:extLst>
                    <a:ext uri="{FF2B5EF4-FFF2-40B4-BE49-F238E27FC236}">
                      <a16:creationId xmlns:a16="http://schemas.microsoft.com/office/drawing/2014/main" id="{1D323CC7-135E-8A1E-8F32-1E0692495576}"/>
                    </a:ext>
                  </a:extLst>
                </p14:cNvPr>
                <p14:cNvContentPartPr/>
                <p14:nvPr/>
              </p14:nvContentPartPr>
              <p14:xfrm>
                <a:off x="2612070" y="4519182"/>
                <a:ext cx="282960" cy="108360"/>
              </p14:xfrm>
            </p:contentPart>
          </mc:Choice>
          <mc:Fallback>
            <p:pic>
              <p:nvPicPr>
                <p:cNvPr id="68" name="Ink 67">
                  <a:extLst>
                    <a:ext uri="{FF2B5EF4-FFF2-40B4-BE49-F238E27FC236}">
                      <a16:creationId xmlns:a16="http://schemas.microsoft.com/office/drawing/2014/main" id="{1D323CC7-135E-8A1E-8F32-1E0692495576}"/>
                    </a:ext>
                  </a:extLst>
                </p:cNvPr>
                <p:cNvPicPr/>
                <p:nvPr/>
              </p:nvPicPr>
              <p:blipFill>
                <a:blip r:embed="rId149"/>
                <a:stretch>
                  <a:fillRect/>
                </a:stretch>
              </p:blipFill>
              <p:spPr>
                <a:xfrm>
                  <a:off x="2603070" y="4510182"/>
                  <a:ext cx="3006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69" name="Ink 68">
                  <a:extLst>
                    <a:ext uri="{FF2B5EF4-FFF2-40B4-BE49-F238E27FC236}">
                      <a16:creationId xmlns:a16="http://schemas.microsoft.com/office/drawing/2014/main" id="{BCBE4898-E298-1741-C606-DD325C550AC0}"/>
                    </a:ext>
                  </a:extLst>
                </p14:cNvPr>
                <p14:cNvContentPartPr/>
                <p14:nvPr/>
              </p14:nvContentPartPr>
              <p14:xfrm>
                <a:off x="2605950" y="4606302"/>
                <a:ext cx="334440" cy="229680"/>
              </p14:xfrm>
            </p:contentPart>
          </mc:Choice>
          <mc:Fallback>
            <p:pic>
              <p:nvPicPr>
                <p:cNvPr id="69" name="Ink 68">
                  <a:extLst>
                    <a:ext uri="{FF2B5EF4-FFF2-40B4-BE49-F238E27FC236}">
                      <a16:creationId xmlns:a16="http://schemas.microsoft.com/office/drawing/2014/main" id="{BCBE4898-E298-1741-C606-DD325C550AC0}"/>
                    </a:ext>
                  </a:extLst>
                </p:cNvPr>
                <p:cNvPicPr/>
                <p:nvPr/>
              </p:nvPicPr>
              <p:blipFill>
                <a:blip r:embed="rId151"/>
                <a:stretch>
                  <a:fillRect/>
                </a:stretch>
              </p:blipFill>
              <p:spPr>
                <a:xfrm>
                  <a:off x="2596950" y="4597302"/>
                  <a:ext cx="35208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71" name="Ink 70">
                  <a:extLst>
                    <a:ext uri="{FF2B5EF4-FFF2-40B4-BE49-F238E27FC236}">
                      <a16:creationId xmlns:a16="http://schemas.microsoft.com/office/drawing/2014/main" id="{9E659E6B-AB49-4DC0-EF42-59D5991D0831}"/>
                    </a:ext>
                  </a:extLst>
                </p14:cNvPr>
                <p14:cNvContentPartPr/>
                <p14:nvPr/>
              </p14:nvContentPartPr>
              <p14:xfrm>
                <a:off x="3953430" y="3252342"/>
                <a:ext cx="123840" cy="203760"/>
              </p14:xfrm>
            </p:contentPart>
          </mc:Choice>
          <mc:Fallback>
            <p:pic>
              <p:nvPicPr>
                <p:cNvPr id="71" name="Ink 70">
                  <a:extLst>
                    <a:ext uri="{FF2B5EF4-FFF2-40B4-BE49-F238E27FC236}">
                      <a16:creationId xmlns:a16="http://schemas.microsoft.com/office/drawing/2014/main" id="{9E659E6B-AB49-4DC0-EF42-59D5991D0831}"/>
                    </a:ext>
                  </a:extLst>
                </p:cNvPr>
                <p:cNvPicPr/>
                <p:nvPr/>
              </p:nvPicPr>
              <p:blipFill>
                <a:blip r:embed="rId153"/>
                <a:stretch>
                  <a:fillRect/>
                </a:stretch>
              </p:blipFill>
              <p:spPr>
                <a:xfrm>
                  <a:off x="3944790" y="3243342"/>
                  <a:ext cx="1414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2" name="Ink 71">
                  <a:extLst>
                    <a:ext uri="{FF2B5EF4-FFF2-40B4-BE49-F238E27FC236}">
                      <a16:creationId xmlns:a16="http://schemas.microsoft.com/office/drawing/2014/main" id="{46D7274D-9E5C-75F0-6A4C-7A17BBEA5025}"/>
                    </a:ext>
                  </a:extLst>
                </p14:cNvPr>
                <p14:cNvContentPartPr/>
                <p14:nvPr/>
              </p14:nvContentPartPr>
              <p14:xfrm>
                <a:off x="4097070" y="3256302"/>
                <a:ext cx="32760" cy="220680"/>
              </p14:xfrm>
            </p:contentPart>
          </mc:Choice>
          <mc:Fallback>
            <p:pic>
              <p:nvPicPr>
                <p:cNvPr id="72" name="Ink 71">
                  <a:extLst>
                    <a:ext uri="{FF2B5EF4-FFF2-40B4-BE49-F238E27FC236}">
                      <a16:creationId xmlns:a16="http://schemas.microsoft.com/office/drawing/2014/main" id="{46D7274D-9E5C-75F0-6A4C-7A17BBEA5025}"/>
                    </a:ext>
                  </a:extLst>
                </p:cNvPr>
                <p:cNvPicPr/>
                <p:nvPr/>
              </p:nvPicPr>
              <p:blipFill>
                <a:blip r:embed="rId155"/>
                <a:stretch>
                  <a:fillRect/>
                </a:stretch>
              </p:blipFill>
              <p:spPr>
                <a:xfrm>
                  <a:off x="4088430" y="3247662"/>
                  <a:ext cx="5040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3" name="Ink 72">
                  <a:extLst>
                    <a:ext uri="{FF2B5EF4-FFF2-40B4-BE49-F238E27FC236}">
                      <a16:creationId xmlns:a16="http://schemas.microsoft.com/office/drawing/2014/main" id="{70501EF4-9BCD-47ED-83F7-4E509BB1B4BD}"/>
                    </a:ext>
                  </a:extLst>
                </p14:cNvPr>
                <p14:cNvContentPartPr/>
                <p14:nvPr/>
              </p14:nvContentPartPr>
              <p14:xfrm>
                <a:off x="4156110" y="3275382"/>
                <a:ext cx="147960" cy="240120"/>
              </p14:xfrm>
            </p:contentPart>
          </mc:Choice>
          <mc:Fallback>
            <p:pic>
              <p:nvPicPr>
                <p:cNvPr id="73" name="Ink 72">
                  <a:extLst>
                    <a:ext uri="{FF2B5EF4-FFF2-40B4-BE49-F238E27FC236}">
                      <a16:creationId xmlns:a16="http://schemas.microsoft.com/office/drawing/2014/main" id="{70501EF4-9BCD-47ED-83F7-4E509BB1B4BD}"/>
                    </a:ext>
                  </a:extLst>
                </p:cNvPr>
                <p:cNvPicPr/>
                <p:nvPr/>
              </p:nvPicPr>
              <p:blipFill>
                <a:blip r:embed="rId157"/>
                <a:stretch>
                  <a:fillRect/>
                </a:stretch>
              </p:blipFill>
              <p:spPr>
                <a:xfrm>
                  <a:off x="4147470" y="3266382"/>
                  <a:ext cx="16560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75" name="Ink 74">
                  <a:extLst>
                    <a:ext uri="{FF2B5EF4-FFF2-40B4-BE49-F238E27FC236}">
                      <a16:creationId xmlns:a16="http://schemas.microsoft.com/office/drawing/2014/main" id="{BCE4EB2E-C84B-E0D9-3356-20CB5C8ACDA8}"/>
                    </a:ext>
                  </a:extLst>
                </p14:cNvPr>
                <p14:cNvContentPartPr/>
                <p14:nvPr/>
              </p14:nvContentPartPr>
              <p14:xfrm>
                <a:off x="1363950" y="3512262"/>
                <a:ext cx="68040" cy="318240"/>
              </p14:xfrm>
            </p:contentPart>
          </mc:Choice>
          <mc:Fallback>
            <p:pic>
              <p:nvPicPr>
                <p:cNvPr id="75" name="Ink 74">
                  <a:extLst>
                    <a:ext uri="{FF2B5EF4-FFF2-40B4-BE49-F238E27FC236}">
                      <a16:creationId xmlns:a16="http://schemas.microsoft.com/office/drawing/2014/main" id="{BCE4EB2E-C84B-E0D9-3356-20CB5C8ACDA8}"/>
                    </a:ext>
                  </a:extLst>
                </p:cNvPr>
                <p:cNvPicPr/>
                <p:nvPr/>
              </p:nvPicPr>
              <p:blipFill>
                <a:blip r:embed="rId159"/>
                <a:stretch>
                  <a:fillRect/>
                </a:stretch>
              </p:blipFill>
              <p:spPr>
                <a:xfrm>
                  <a:off x="1354950" y="3503262"/>
                  <a:ext cx="8568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76" name="Ink 75">
                  <a:extLst>
                    <a:ext uri="{FF2B5EF4-FFF2-40B4-BE49-F238E27FC236}">
                      <a16:creationId xmlns:a16="http://schemas.microsoft.com/office/drawing/2014/main" id="{F1980686-CA1B-E871-5249-5DD7509EBB86}"/>
                    </a:ext>
                  </a:extLst>
                </p14:cNvPr>
                <p14:cNvContentPartPr/>
                <p14:nvPr/>
              </p14:nvContentPartPr>
              <p14:xfrm>
                <a:off x="1320030" y="3681462"/>
                <a:ext cx="114120" cy="25200"/>
              </p14:xfrm>
            </p:contentPart>
          </mc:Choice>
          <mc:Fallback>
            <p:pic>
              <p:nvPicPr>
                <p:cNvPr id="76" name="Ink 75">
                  <a:extLst>
                    <a:ext uri="{FF2B5EF4-FFF2-40B4-BE49-F238E27FC236}">
                      <a16:creationId xmlns:a16="http://schemas.microsoft.com/office/drawing/2014/main" id="{F1980686-CA1B-E871-5249-5DD7509EBB86}"/>
                    </a:ext>
                  </a:extLst>
                </p:cNvPr>
                <p:cNvPicPr/>
                <p:nvPr/>
              </p:nvPicPr>
              <p:blipFill>
                <a:blip r:embed="rId161"/>
                <a:stretch>
                  <a:fillRect/>
                </a:stretch>
              </p:blipFill>
              <p:spPr>
                <a:xfrm>
                  <a:off x="1311390" y="3672462"/>
                  <a:ext cx="13176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77" name="Ink 76">
                  <a:extLst>
                    <a:ext uri="{FF2B5EF4-FFF2-40B4-BE49-F238E27FC236}">
                      <a16:creationId xmlns:a16="http://schemas.microsoft.com/office/drawing/2014/main" id="{D794C42F-63BB-A7DC-6FD0-F4FF27A553E9}"/>
                    </a:ext>
                  </a:extLst>
                </p14:cNvPr>
                <p14:cNvContentPartPr/>
                <p14:nvPr/>
              </p14:nvContentPartPr>
              <p14:xfrm>
                <a:off x="1443870" y="3579222"/>
                <a:ext cx="62280" cy="181440"/>
              </p14:xfrm>
            </p:contentPart>
          </mc:Choice>
          <mc:Fallback>
            <p:pic>
              <p:nvPicPr>
                <p:cNvPr id="77" name="Ink 76">
                  <a:extLst>
                    <a:ext uri="{FF2B5EF4-FFF2-40B4-BE49-F238E27FC236}">
                      <a16:creationId xmlns:a16="http://schemas.microsoft.com/office/drawing/2014/main" id="{D794C42F-63BB-A7DC-6FD0-F4FF27A553E9}"/>
                    </a:ext>
                  </a:extLst>
                </p:cNvPr>
                <p:cNvPicPr/>
                <p:nvPr/>
              </p:nvPicPr>
              <p:blipFill>
                <a:blip r:embed="rId163"/>
                <a:stretch>
                  <a:fillRect/>
                </a:stretch>
              </p:blipFill>
              <p:spPr>
                <a:xfrm>
                  <a:off x="1434870" y="3570222"/>
                  <a:ext cx="799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78" name="Ink 77">
                  <a:extLst>
                    <a:ext uri="{FF2B5EF4-FFF2-40B4-BE49-F238E27FC236}">
                      <a16:creationId xmlns:a16="http://schemas.microsoft.com/office/drawing/2014/main" id="{61E98FB5-29FF-5531-99C2-0F3BE92BA0D9}"/>
                    </a:ext>
                  </a:extLst>
                </p14:cNvPr>
                <p14:cNvContentPartPr/>
                <p14:nvPr/>
              </p14:nvContentPartPr>
              <p14:xfrm>
                <a:off x="1540350" y="3628542"/>
                <a:ext cx="97200" cy="169920"/>
              </p14:xfrm>
            </p:contentPart>
          </mc:Choice>
          <mc:Fallback>
            <p:pic>
              <p:nvPicPr>
                <p:cNvPr id="78" name="Ink 77">
                  <a:extLst>
                    <a:ext uri="{FF2B5EF4-FFF2-40B4-BE49-F238E27FC236}">
                      <a16:creationId xmlns:a16="http://schemas.microsoft.com/office/drawing/2014/main" id="{61E98FB5-29FF-5531-99C2-0F3BE92BA0D9}"/>
                    </a:ext>
                  </a:extLst>
                </p:cNvPr>
                <p:cNvPicPr/>
                <p:nvPr/>
              </p:nvPicPr>
              <p:blipFill>
                <a:blip r:embed="rId165"/>
                <a:stretch>
                  <a:fillRect/>
                </a:stretch>
              </p:blipFill>
              <p:spPr>
                <a:xfrm>
                  <a:off x="1531350" y="3619902"/>
                  <a:ext cx="11484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4" name="Ink 133">
                  <a:extLst>
                    <a:ext uri="{FF2B5EF4-FFF2-40B4-BE49-F238E27FC236}">
                      <a16:creationId xmlns:a16="http://schemas.microsoft.com/office/drawing/2014/main" id="{B3418AA4-B251-41B2-3D34-E4B91350B6E7}"/>
                    </a:ext>
                  </a:extLst>
                </p14:cNvPr>
                <p14:cNvContentPartPr/>
                <p14:nvPr/>
              </p14:nvContentPartPr>
              <p14:xfrm>
                <a:off x="-366570" y="1489062"/>
                <a:ext cx="411120" cy="25560"/>
              </p14:xfrm>
            </p:contentPart>
          </mc:Choice>
          <mc:Fallback>
            <p:pic>
              <p:nvPicPr>
                <p:cNvPr id="134" name="Ink 133">
                  <a:extLst>
                    <a:ext uri="{FF2B5EF4-FFF2-40B4-BE49-F238E27FC236}">
                      <a16:creationId xmlns:a16="http://schemas.microsoft.com/office/drawing/2014/main" id="{B3418AA4-B251-41B2-3D34-E4B91350B6E7}"/>
                    </a:ext>
                  </a:extLst>
                </p:cNvPr>
                <p:cNvPicPr/>
                <p:nvPr/>
              </p:nvPicPr>
              <p:blipFill>
                <a:blip r:embed="rId167"/>
                <a:stretch>
                  <a:fillRect/>
                </a:stretch>
              </p:blipFill>
              <p:spPr>
                <a:xfrm>
                  <a:off x="-375570" y="1480422"/>
                  <a:ext cx="4287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6" name="Ink 135">
                  <a:extLst>
                    <a:ext uri="{FF2B5EF4-FFF2-40B4-BE49-F238E27FC236}">
                      <a16:creationId xmlns:a16="http://schemas.microsoft.com/office/drawing/2014/main" id="{4771F3A2-F2EF-ABDE-BFD8-A8720C479C08}"/>
                    </a:ext>
                  </a:extLst>
                </p14:cNvPr>
                <p14:cNvContentPartPr/>
                <p14:nvPr/>
              </p14:nvContentPartPr>
              <p14:xfrm>
                <a:off x="-78210" y="1249302"/>
                <a:ext cx="620280" cy="687600"/>
              </p14:xfrm>
            </p:contentPart>
          </mc:Choice>
          <mc:Fallback>
            <p:pic>
              <p:nvPicPr>
                <p:cNvPr id="136" name="Ink 135">
                  <a:extLst>
                    <a:ext uri="{FF2B5EF4-FFF2-40B4-BE49-F238E27FC236}">
                      <a16:creationId xmlns:a16="http://schemas.microsoft.com/office/drawing/2014/main" id="{4771F3A2-F2EF-ABDE-BFD8-A8720C479C08}"/>
                    </a:ext>
                  </a:extLst>
                </p:cNvPr>
                <p:cNvPicPr/>
                <p:nvPr/>
              </p:nvPicPr>
              <p:blipFill>
                <a:blip r:embed="rId169"/>
                <a:stretch>
                  <a:fillRect/>
                </a:stretch>
              </p:blipFill>
              <p:spPr>
                <a:xfrm>
                  <a:off x="-86850" y="1240302"/>
                  <a:ext cx="637920" cy="7052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7" name="Ink 136">
                  <a:extLst>
                    <a:ext uri="{FF2B5EF4-FFF2-40B4-BE49-F238E27FC236}">
                      <a16:creationId xmlns:a16="http://schemas.microsoft.com/office/drawing/2014/main" id="{2BC77312-36E0-EA38-AE77-3D15C2903CFE}"/>
                    </a:ext>
                  </a:extLst>
                </p14:cNvPr>
                <p14:cNvContentPartPr/>
                <p14:nvPr/>
              </p14:nvContentPartPr>
              <p14:xfrm>
                <a:off x="62910" y="1500222"/>
                <a:ext cx="134280" cy="169200"/>
              </p14:xfrm>
            </p:contentPart>
          </mc:Choice>
          <mc:Fallback>
            <p:pic>
              <p:nvPicPr>
                <p:cNvPr id="137" name="Ink 136">
                  <a:extLst>
                    <a:ext uri="{FF2B5EF4-FFF2-40B4-BE49-F238E27FC236}">
                      <a16:creationId xmlns:a16="http://schemas.microsoft.com/office/drawing/2014/main" id="{2BC77312-36E0-EA38-AE77-3D15C2903CFE}"/>
                    </a:ext>
                  </a:extLst>
                </p:cNvPr>
                <p:cNvPicPr/>
                <p:nvPr/>
              </p:nvPicPr>
              <p:blipFill>
                <a:blip r:embed="rId171"/>
                <a:stretch>
                  <a:fillRect/>
                </a:stretch>
              </p:blipFill>
              <p:spPr>
                <a:xfrm>
                  <a:off x="53910" y="1491222"/>
                  <a:ext cx="15192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40" name="Ink 139">
                  <a:extLst>
                    <a:ext uri="{FF2B5EF4-FFF2-40B4-BE49-F238E27FC236}">
                      <a16:creationId xmlns:a16="http://schemas.microsoft.com/office/drawing/2014/main" id="{539A2C3C-375E-1719-BC97-62F43210B983}"/>
                    </a:ext>
                  </a:extLst>
                </p14:cNvPr>
                <p14:cNvContentPartPr/>
                <p14:nvPr/>
              </p14:nvContentPartPr>
              <p14:xfrm>
                <a:off x="166590" y="1553862"/>
                <a:ext cx="121320" cy="207720"/>
              </p14:xfrm>
            </p:contentPart>
          </mc:Choice>
          <mc:Fallback>
            <p:pic>
              <p:nvPicPr>
                <p:cNvPr id="140" name="Ink 139">
                  <a:extLst>
                    <a:ext uri="{FF2B5EF4-FFF2-40B4-BE49-F238E27FC236}">
                      <a16:creationId xmlns:a16="http://schemas.microsoft.com/office/drawing/2014/main" id="{539A2C3C-375E-1719-BC97-62F43210B983}"/>
                    </a:ext>
                  </a:extLst>
                </p:cNvPr>
                <p:cNvPicPr/>
                <p:nvPr/>
              </p:nvPicPr>
              <p:blipFill>
                <a:blip r:embed="rId173"/>
                <a:stretch>
                  <a:fillRect/>
                </a:stretch>
              </p:blipFill>
              <p:spPr>
                <a:xfrm>
                  <a:off x="157950" y="1545222"/>
                  <a:ext cx="1389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41" name="Ink 140">
                  <a:extLst>
                    <a:ext uri="{FF2B5EF4-FFF2-40B4-BE49-F238E27FC236}">
                      <a16:creationId xmlns:a16="http://schemas.microsoft.com/office/drawing/2014/main" id="{183FE016-D861-E873-FEB8-12DBE0B46A51}"/>
                    </a:ext>
                  </a:extLst>
                </p14:cNvPr>
                <p14:cNvContentPartPr/>
                <p14:nvPr/>
              </p14:nvContentPartPr>
              <p14:xfrm>
                <a:off x="310590" y="1530462"/>
                <a:ext cx="13320" cy="2160"/>
              </p14:xfrm>
            </p:contentPart>
          </mc:Choice>
          <mc:Fallback>
            <p:pic>
              <p:nvPicPr>
                <p:cNvPr id="141" name="Ink 140">
                  <a:extLst>
                    <a:ext uri="{FF2B5EF4-FFF2-40B4-BE49-F238E27FC236}">
                      <a16:creationId xmlns:a16="http://schemas.microsoft.com/office/drawing/2014/main" id="{183FE016-D861-E873-FEB8-12DBE0B46A51}"/>
                    </a:ext>
                  </a:extLst>
                </p:cNvPr>
                <p:cNvPicPr/>
                <p:nvPr/>
              </p:nvPicPr>
              <p:blipFill>
                <a:blip r:embed="rId175"/>
                <a:stretch>
                  <a:fillRect/>
                </a:stretch>
              </p:blipFill>
              <p:spPr>
                <a:xfrm>
                  <a:off x="301950" y="1521462"/>
                  <a:ext cx="309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42" name="Ink 141">
                  <a:extLst>
                    <a:ext uri="{FF2B5EF4-FFF2-40B4-BE49-F238E27FC236}">
                      <a16:creationId xmlns:a16="http://schemas.microsoft.com/office/drawing/2014/main" id="{437F41A1-4ED1-E186-3E8C-2D525F9C8CCB}"/>
                    </a:ext>
                  </a:extLst>
                </p14:cNvPr>
                <p14:cNvContentPartPr/>
                <p14:nvPr/>
              </p14:nvContentPartPr>
              <p14:xfrm>
                <a:off x="333270" y="1583742"/>
                <a:ext cx="87480" cy="70560"/>
              </p14:xfrm>
            </p:contentPart>
          </mc:Choice>
          <mc:Fallback>
            <p:pic>
              <p:nvPicPr>
                <p:cNvPr id="142" name="Ink 141">
                  <a:extLst>
                    <a:ext uri="{FF2B5EF4-FFF2-40B4-BE49-F238E27FC236}">
                      <a16:creationId xmlns:a16="http://schemas.microsoft.com/office/drawing/2014/main" id="{437F41A1-4ED1-E186-3E8C-2D525F9C8CCB}"/>
                    </a:ext>
                  </a:extLst>
                </p:cNvPr>
                <p:cNvPicPr/>
                <p:nvPr/>
              </p:nvPicPr>
              <p:blipFill>
                <a:blip r:embed="rId177"/>
                <a:stretch>
                  <a:fillRect/>
                </a:stretch>
              </p:blipFill>
              <p:spPr>
                <a:xfrm>
                  <a:off x="324630" y="1575102"/>
                  <a:ext cx="1051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43" name="Ink 142">
                  <a:extLst>
                    <a:ext uri="{FF2B5EF4-FFF2-40B4-BE49-F238E27FC236}">
                      <a16:creationId xmlns:a16="http://schemas.microsoft.com/office/drawing/2014/main" id="{991C0954-72A1-8B78-6D73-818F232843DB}"/>
                    </a:ext>
                  </a:extLst>
                </p14:cNvPr>
                <p14:cNvContentPartPr/>
                <p14:nvPr/>
              </p14:nvContentPartPr>
              <p14:xfrm>
                <a:off x="532710" y="1593822"/>
                <a:ext cx="235080" cy="15120"/>
              </p14:xfrm>
            </p:contentPart>
          </mc:Choice>
          <mc:Fallback>
            <p:pic>
              <p:nvPicPr>
                <p:cNvPr id="143" name="Ink 142">
                  <a:extLst>
                    <a:ext uri="{FF2B5EF4-FFF2-40B4-BE49-F238E27FC236}">
                      <a16:creationId xmlns:a16="http://schemas.microsoft.com/office/drawing/2014/main" id="{991C0954-72A1-8B78-6D73-818F232843DB}"/>
                    </a:ext>
                  </a:extLst>
                </p:cNvPr>
                <p:cNvPicPr/>
                <p:nvPr/>
              </p:nvPicPr>
              <p:blipFill>
                <a:blip r:embed="rId179"/>
                <a:stretch>
                  <a:fillRect/>
                </a:stretch>
              </p:blipFill>
              <p:spPr>
                <a:xfrm>
                  <a:off x="524070" y="1584822"/>
                  <a:ext cx="2527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45" name="Ink 144">
                  <a:extLst>
                    <a:ext uri="{FF2B5EF4-FFF2-40B4-BE49-F238E27FC236}">
                      <a16:creationId xmlns:a16="http://schemas.microsoft.com/office/drawing/2014/main" id="{8DDEB189-01B1-1178-3CEA-D3780D667430}"/>
                    </a:ext>
                  </a:extLst>
                </p14:cNvPr>
                <p14:cNvContentPartPr/>
                <p14:nvPr/>
              </p14:nvContentPartPr>
              <p14:xfrm>
                <a:off x="1282230" y="940422"/>
                <a:ext cx="771840" cy="393840"/>
              </p14:xfrm>
            </p:contentPart>
          </mc:Choice>
          <mc:Fallback>
            <p:pic>
              <p:nvPicPr>
                <p:cNvPr id="145" name="Ink 144">
                  <a:extLst>
                    <a:ext uri="{FF2B5EF4-FFF2-40B4-BE49-F238E27FC236}">
                      <a16:creationId xmlns:a16="http://schemas.microsoft.com/office/drawing/2014/main" id="{8DDEB189-01B1-1178-3CEA-D3780D667430}"/>
                    </a:ext>
                  </a:extLst>
                </p:cNvPr>
                <p:cNvPicPr/>
                <p:nvPr/>
              </p:nvPicPr>
              <p:blipFill>
                <a:blip r:embed="rId181"/>
                <a:stretch>
                  <a:fillRect/>
                </a:stretch>
              </p:blipFill>
              <p:spPr>
                <a:xfrm>
                  <a:off x="1273590" y="931782"/>
                  <a:ext cx="78948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46" name="Ink 145">
                  <a:extLst>
                    <a:ext uri="{FF2B5EF4-FFF2-40B4-BE49-F238E27FC236}">
                      <a16:creationId xmlns:a16="http://schemas.microsoft.com/office/drawing/2014/main" id="{220AF558-31BD-0496-023B-48F3F8122FB1}"/>
                    </a:ext>
                  </a:extLst>
                </p14:cNvPr>
                <p14:cNvContentPartPr/>
                <p14:nvPr/>
              </p14:nvContentPartPr>
              <p14:xfrm>
                <a:off x="1940670" y="890742"/>
                <a:ext cx="115200" cy="160920"/>
              </p14:xfrm>
            </p:contentPart>
          </mc:Choice>
          <mc:Fallback>
            <p:pic>
              <p:nvPicPr>
                <p:cNvPr id="146" name="Ink 145">
                  <a:extLst>
                    <a:ext uri="{FF2B5EF4-FFF2-40B4-BE49-F238E27FC236}">
                      <a16:creationId xmlns:a16="http://schemas.microsoft.com/office/drawing/2014/main" id="{220AF558-31BD-0496-023B-48F3F8122FB1}"/>
                    </a:ext>
                  </a:extLst>
                </p:cNvPr>
                <p:cNvPicPr/>
                <p:nvPr/>
              </p:nvPicPr>
              <p:blipFill>
                <a:blip r:embed="rId183"/>
                <a:stretch>
                  <a:fillRect/>
                </a:stretch>
              </p:blipFill>
              <p:spPr>
                <a:xfrm>
                  <a:off x="1932030" y="882102"/>
                  <a:ext cx="1328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48" name="Ink 147">
                  <a:extLst>
                    <a:ext uri="{FF2B5EF4-FFF2-40B4-BE49-F238E27FC236}">
                      <a16:creationId xmlns:a16="http://schemas.microsoft.com/office/drawing/2014/main" id="{0553F284-8660-FCD9-0900-5F35B118F2C8}"/>
                    </a:ext>
                  </a:extLst>
                </p14:cNvPr>
                <p14:cNvContentPartPr/>
                <p14:nvPr/>
              </p14:nvContentPartPr>
              <p14:xfrm>
                <a:off x="791910" y="777342"/>
                <a:ext cx="610200" cy="487440"/>
              </p14:xfrm>
            </p:contentPart>
          </mc:Choice>
          <mc:Fallback>
            <p:pic>
              <p:nvPicPr>
                <p:cNvPr id="148" name="Ink 147">
                  <a:extLst>
                    <a:ext uri="{FF2B5EF4-FFF2-40B4-BE49-F238E27FC236}">
                      <a16:creationId xmlns:a16="http://schemas.microsoft.com/office/drawing/2014/main" id="{0553F284-8660-FCD9-0900-5F35B118F2C8}"/>
                    </a:ext>
                  </a:extLst>
                </p:cNvPr>
                <p:cNvPicPr/>
                <p:nvPr/>
              </p:nvPicPr>
              <p:blipFill>
                <a:blip r:embed="rId185"/>
                <a:stretch>
                  <a:fillRect/>
                </a:stretch>
              </p:blipFill>
              <p:spPr>
                <a:xfrm>
                  <a:off x="783270" y="768342"/>
                  <a:ext cx="627840" cy="505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49" name="Ink 148">
                  <a:extLst>
                    <a:ext uri="{FF2B5EF4-FFF2-40B4-BE49-F238E27FC236}">
                      <a16:creationId xmlns:a16="http://schemas.microsoft.com/office/drawing/2014/main" id="{605A4CF4-7030-8638-2D37-047391D3BB34}"/>
                    </a:ext>
                  </a:extLst>
                </p14:cNvPr>
                <p14:cNvContentPartPr/>
                <p14:nvPr/>
              </p14:nvContentPartPr>
              <p14:xfrm>
                <a:off x="971550" y="967782"/>
                <a:ext cx="285120" cy="227880"/>
              </p14:xfrm>
            </p:contentPart>
          </mc:Choice>
          <mc:Fallback>
            <p:pic>
              <p:nvPicPr>
                <p:cNvPr id="149" name="Ink 148">
                  <a:extLst>
                    <a:ext uri="{FF2B5EF4-FFF2-40B4-BE49-F238E27FC236}">
                      <a16:creationId xmlns:a16="http://schemas.microsoft.com/office/drawing/2014/main" id="{605A4CF4-7030-8638-2D37-047391D3BB34}"/>
                    </a:ext>
                  </a:extLst>
                </p:cNvPr>
                <p:cNvPicPr/>
                <p:nvPr/>
              </p:nvPicPr>
              <p:blipFill>
                <a:blip r:embed="rId187"/>
                <a:stretch>
                  <a:fillRect/>
                </a:stretch>
              </p:blipFill>
              <p:spPr>
                <a:xfrm>
                  <a:off x="962910" y="959142"/>
                  <a:ext cx="302760" cy="245520"/>
                </a:xfrm>
                <a:prstGeom prst="rect">
                  <a:avLst/>
                </a:prstGeom>
              </p:spPr>
            </p:pic>
          </mc:Fallback>
        </mc:AlternateContent>
      </p:grpSp>
      <p:grpSp>
        <p:nvGrpSpPr>
          <p:cNvPr id="199" name="Group 198">
            <a:extLst>
              <a:ext uri="{FF2B5EF4-FFF2-40B4-BE49-F238E27FC236}">
                <a16:creationId xmlns:a16="http://schemas.microsoft.com/office/drawing/2014/main" id="{11684CF7-A9B4-4F8D-F3DA-DDBF9F5991A0}"/>
              </a:ext>
            </a:extLst>
          </p:cNvPr>
          <p:cNvGrpSpPr/>
          <p:nvPr/>
        </p:nvGrpSpPr>
        <p:grpSpPr>
          <a:xfrm>
            <a:off x="6133590" y="670062"/>
            <a:ext cx="3109320" cy="3305520"/>
            <a:chOff x="6133590" y="670062"/>
            <a:chExt cx="3109320" cy="3305520"/>
          </a:xfrm>
        </p:grpSpPr>
        <mc:AlternateContent xmlns:mc="http://schemas.openxmlformats.org/markup-compatibility/2006">
          <mc:Choice xmlns:p14="http://schemas.microsoft.com/office/powerpoint/2010/main" Requires="p14">
            <p:contentPart p14:bwMode="auto" r:id="rId188">
              <p14:nvContentPartPr>
                <p14:cNvPr id="89" name="Ink 88">
                  <a:extLst>
                    <a:ext uri="{FF2B5EF4-FFF2-40B4-BE49-F238E27FC236}">
                      <a16:creationId xmlns:a16="http://schemas.microsoft.com/office/drawing/2014/main" id="{587495B9-92C1-2611-E63B-991D0D502C7A}"/>
                    </a:ext>
                  </a:extLst>
                </p14:cNvPr>
                <p14:cNvContentPartPr/>
                <p14:nvPr/>
              </p14:nvContentPartPr>
              <p14:xfrm>
                <a:off x="6347070" y="936822"/>
                <a:ext cx="451800" cy="432720"/>
              </p14:xfrm>
            </p:contentPart>
          </mc:Choice>
          <mc:Fallback>
            <p:pic>
              <p:nvPicPr>
                <p:cNvPr id="89" name="Ink 88">
                  <a:extLst>
                    <a:ext uri="{FF2B5EF4-FFF2-40B4-BE49-F238E27FC236}">
                      <a16:creationId xmlns:a16="http://schemas.microsoft.com/office/drawing/2014/main" id="{587495B9-92C1-2611-E63B-991D0D502C7A}"/>
                    </a:ext>
                  </a:extLst>
                </p:cNvPr>
                <p:cNvPicPr/>
                <p:nvPr/>
              </p:nvPicPr>
              <p:blipFill>
                <a:blip r:embed="rId189"/>
                <a:stretch>
                  <a:fillRect/>
                </a:stretch>
              </p:blipFill>
              <p:spPr>
                <a:xfrm>
                  <a:off x="6338070" y="928182"/>
                  <a:ext cx="46944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90" name="Ink 89">
                  <a:extLst>
                    <a:ext uri="{FF2B5EF4-FFF2-40B4-BE49-F238E27FC236}">
                      <a16:creationId xmlns:a16="http://schemas.microsoft.com/office/drawing/2014/main" id="{70D32384-A3A4-F7D9-400F-A1DD48BC98CA}"/>
                    </a:ext>
                  </a:extLst>
                </p14:cNvPr>
                <p14:cNvContentPartPr/>
                <p14:nvPr/>
              </p14:nvContentPartPr>
              <p14:xfrm>
                <a:off x="6513030" y="938622"/>
                <a:ext cx="412200" cy="375840"/>
              </p14:xfrm>
            </p:contentPart>
          </mc:Choice>
          <mc:Fallback>
            <p:pic>
              <p:nvPicPr>
                <p:cNvPr id="90" name="Ink 89">
                  <a:extLst>
                    <a:ext uri="{FF2B5EF4-FFF2-40B4-BE49-F238E27FC236}">
                      <a16:creationId xmlns:a16="http://schemas.microsoft.com/office/drawing/2014/main" id="{70D32384-A3A4-F7D9-400F-A1DD48BC98CA}"/>
                    </a:ext>
                  </a:extLst>
                </p:cNvPr>
                <p:cNvPicPr/>
                <p:nvPr/>
              </p:nvPicPr>
              <p:blipFill>
                <a:blip r:embed="rId191"/>
                <a:stretch>
                  <a:fillRect/>
                </a:stretch>
              </p:blipFill>
              <p:spPr>
                <a:xfrm>
                  <a:off x="6504030" y="929982"/>
                  <a:ext cx="42984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92" name="Ink 91">
                  <a:extLst>
                    <a:ext uri="{FF2B5EF4-FFF2-40B4-BE49-F238E27FC236}">
                      <a16:creationId xmlns:a16="http://schemas.microsoft.com/office/drawing/2014/main" id="{8906D5CB-E958-C4EA-DCF5-2C85FB537BC2}"/>
                    </a:ext>
                  </a:extLst>
                </p14:cNvPr>
                <p14:cNvContentPartPr/>
                <p14:nvPr/>
              </p14:nvContentPartPr>
              <p14:xfrm>
                <a:off x="6829470" y="1021782"/>
                <a:ext cx="1625040" cy="1115640"/>
              </p14:xfrm>
            </p:contentPart>
          </mc:Choice>
          <mc:Fallback>
            <p:pic>
              <p:nvPicPr>
                <p:cNvPr id="92" name="Ink 91">
                  <a:extLst>
                    <a:ext uri="{FF2B5EF4-FFF2-40B4-BE49-F238E27FC236}">
                      <a16:creationId xmlns:a16="http://schemas.microsoft.com/office/drawing/2014/main" id="{8906D5CB-E958-C4EA-DCF5-2C85FB537BC2}"/>
                    </a:ext>
                  </a:extLst>
                </p:cNvPr>
                <p:cNvPicPr/>
                <p:nvPr/>
              </p:nvPicPr>
              <p:blipFill>
                <a:blip r:embed="rId193"/>
                <a:stretch>
                  <a:fillRect/>
                </a:stretch>
              </p:blipFill>
              <p:spPr>
                <a:xfrm>
                  <a:off x="6820470" y="1012782"/>
                  <a:ext cx="1642680" cy="11332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93" name="Ink 92">
                  <a:extLst>
                    <a:ext uri="{FF2B5EF4-FFF2-40B4-BE49-F238E27FC236}">
                      <a16:creationId xmlns:a16="http://schemas.microsoft.com/office/drawing/2014/main" id="{5649BAB2-419B-7958-55FC-E3240850DF73}"/>
                    </a:ext>
                  </a:extLst>
                </p14:cNvPr>
                <p14:cNvContentPartPr/>
                <p14:nvPr/>
              </p14:nvContentPartPr>
              <p14:xfrm>
                <a:off x="7291350" y="978582"/>
                <a:ext cx="1333080" cy="1082160"/>
              </p14:xfrm>
            </p:contentPart>
          </mc:Choice>
          <mc:Fallback>
            <p:pic>
              <p:nvPicPr>
                <p:cNvPr id="93" name="Ink 92">
                  <a:extLst>
                    <a:ext uri="{FF2B5EF4-FFF2-40B4-BE49-F238E27FC236}">
                      <a16:creationId xmlns:a16="http://schemas.microsoft.com/office/drawing/2014/main" id="{5649BAB2-419B-7958-55FC-E3240850DF73}"/>
                    </a:ext>
                  </a:extLst>
                </p:cNvPr>
                <p:cNvPicPr/>
                <p:nvPr/>
              </p:nvPicPr>
              <p:blipFill>
                <a:blip r:embed="rId195"/>
                <a:stretch>
                  <a:fillRect/>
                </a:stretch>
              </p:blipFill>
              <p:spPr>
                <a:xfrm>
                  <a:off x="7282710" y="969582"/>
                  <a:ext cx="1350720" cy="10998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95" name="Ink 94">
                  <a:extLst>
                    <a:ext uri="{FF2B5EF4-FFF2-40B4-BE49-F238E27FC236}">
                      <a16:creationId xmlns:a16="http://schemas.microsoft.com/office/drawing/2014/main" id="{4C914EDF-5465-8622-E696-200E01A23FF2}"/>
                    </a:ext>
                  </a:extLst>
                </p14:cNvPr>
                <p14:cNvContentPartPr/>
                <p14:nvPr/>
              </p14:nvContentPartPr>
              <p14:xfrm>
                <a:off x="7536870" y="1940502"/>
                <a:ext cx="124200" cy="103680"/>
              </p14:xfrm>
            </p:contentPart>
          </mc:Choice>
          <mc:Fallback>
            <p:pic>
              <p:nvPicPr>
                <p:cNvPr id="95" name="Ink 94">
                  <a:extLst>
                    <a:ext uri="{FF2B5EF4-FFF2-40B4-BE49-F238E27FC236}">
                      <a16:creationId xmlns:a16="http://schemas.microsoft.com/office/drawing/2014/main" id="{4C914EDF-5465-8622-E696-200E01A23FF2}"/>
                    </a:ext>
                  </a:extLst>
                </p:cNvPr>
                <p:cNvPicPr/>
                <p:nvPr/>
              </p:nvPicPr>
              <p:blipFill>
                <a:blip r:embed="rId197"/>
                <a:stretch>
                  <a:fillRect/>
                </a:stretch>
              </p:blipFill>
              <p:spPr>
                <a:xfrm>
                  <a:off x="7528230" y="1931862"/>
                  <a:ext cx="14184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96" name="Ink 95">
                  <a:extLst>
                    <a:ext uri="{FF2B5EF4-FFF2-40B4-BE49-F238E27FC236}">
                      <a16:creationId xmlns:a16="http://schemas.microsoft.com/office/drawing/2014/main" id="{E731723E-D585-E274-836F-0B02CBFE0E35}"/>
                    </a:ext>
                  </a:extLst>
                </p14:cNvPr>
                <p14:cNvContentPartPr/>
                <p14:nvPr/>
              </p14:nvContentPartPr>
              <p14:xfrm>
                <a:off x="7241670" y="1139142"/>
                <a:ext cx="397800" cy="342360"/>
              </p14:xfrm>
            </p:contentPart>
          </mc:Choice>
          <mc:Fallback>
            <p:pic>
              <p:nvPicPr>
                <p:cNvPr id="96" name="Ink 95">
                  <a:extLst>
                    <a:ext uri="{FF2B5EF4-FFF2-40B4-BE49-F238E27FC236}">
                      <a16:creationId xmlns:a16="http://schemas.microsoft.com/office/drawing/2014/main" id="{E731723E-D585-E274-836F-0B02CBFE0E35}"/>
                    </a:ext>
                  </a:extLst>
                </p:cNvPr>
                <p:cNvPicPr/>
                <p:nvPr/>
              </p:nvPicPr>
              <p:blipFill>
                <a:blip r:embed="rId199"/>
                <a:stretch>
                  <a:fillRect/>
                </a:stretch>
              </p:blipFill>
              <p:spPr>
                <a:xfrm>
                  <a:off x="7232670" y="1130502"/>
                  <a:ext cx="41544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98" name="Ink 97">
                  <a:extLst>
                    <a:ext uri="{FF2B5EF4-FFF2-40B4-BE49-F238E27FC236}">
                      <a16:creationId xmlns:a16="http://schemas.microsoft.com/office/drawing/2014/main" id="{291E0740-85C5-69F1-F5DC-6F8A343000CE}"/>
                    </a:ext>
                  </a:extLst>
                </p14:cNvPr>
                <p14:cNvContentPartPr/>
                <p14:nvPr/>
              </p14:nvContentPartPr>
              <p14:xfrm>
                <a:off x="7451910" y="1330302"/>
                <a:ext cx="60840" cy="42840"/>
              </p14:xfrm>
            </p:contentPart>
          </mc:Choice>
          <mc:Fallback>
            <p:pic>
              <p:nvPicPr>
                <p:cNvPr id="98" name="Ink 97">
                  <a:extLst>
                    <a:ext uri="{FF2B5EF4-FFF2-40B4-BE49-F238E27FC236}">
                      <a16:creationId xmlns:a16="http://schemas.microsoft.com/office/drawing/2014/main" id="{291E0740-85C5-69F1-F5DC-6F8A343000CE}"/>
                    </a:ext>
                  </a:extLst>
                </p:cNvPr>
                <p:cNvPicPr/>
                <p:nvPr/>
              </p:nvPicPr>
              <p:blipFill>
                <a:blip r:embed="rId201"/>
                <a:stretch>
                  <a:fillRect/>
                </a:stretch>
              </p:blipFill>
              <p:spPr>
                <a:xfrm>
                  <a:off x="7442910" y="1321662"/>
                  <a:ext cx="7848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00" name="Ink 99">
                  <a:extLst>
                    <a:ext uri="{FF2B5EF4-FFF2-40B4-BE49-F238E27FC236}">
                      <a16:creationId xmlns:a16="http://schemas.microsoft.com/office/drawing/2014/main" id="{2F06D3BE-38C0-1974-7853-AD3F82FE181B}"/>
                    </a:ext>
                  </a:extLst>
                </p14:cNvPr>
                <p14:cNvContentPartPr/>
                <p14:nvPr/>
              </p14:nvContentPartPr>
              <p14:xfrm>
                <a:off x="6646230" y="1266222"/>
                <a:ext cx="391320" cy="312120"/>
              </p14:xfrm>
            </p:contentPart>
          </mc:Choice>
          <mc:Fallback>
            <p:pic>
              <p:nvPicPr>
                <p:cNvPr id="100" name="Ink 99">
                  <a:extLst>
                    <a:ext uri="{FF2B5EF4-FFF2-40B4-BE49-F238E27FC236}">
                      <a16:creationId xmlns:a16="http://schemas.microsoft.com/office/drawing/2014/main" id="{2F06D3BE-38C0-1974-7853-AD3F82FE181B}"/>
                    </a:ext>
                  </a:extLst>
                </p:cNvPr>
                <p:cNvPicPr/>
                <p:nvPr/>
              </p:nvPicPr>
              <p:blipFill>
                <a:blip r:embed="rId203"/>
                <a:stretch>
                  <a:fillRect/>
                </a:stretch>
              </p:blipFill>
              <p:spPr>
                <a:xfrm>
                  <a:off x="6637590" y="1257222"/>
                  <a:ext cx="40896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01" name="Ink 100">
                  <a:extLst>
                    <a:ext uri="{FF2B5EF4-FFF2-40B4-BE49-F238E27FC236}">
                      <a16:creationId xmlns:a16="http://schemas.microsoft.com/office/drawing/2014/main" id="{A0C4CFBF-D455-B0B3-46C9-1D7F2797BEA7}"/>
                    </a:ext>
                  </a:extLst>
                </p14:cNvPr>
                <p14:cNvContentPartPr/>
                <p14:nvPr/>
              </p14:nvContentPartPr>
              <p14:xfrm>
                <a:off x="7010190" y="1508142"/>
                <a:ext cx="36000" cy="104760"/>
              </p14:xfrm>
            </p:contentPart>
          </mc:Choice>
          <mc:Fallback>
            <p:pic>
              <p:nvPicPr>
                <p:cNvPr id="101" name="Ink 100">
                  <a:extLst>
                    <a:ext uri="{FF2B5EF4-FFF2-40B4-BE49-F238E27FC236}">
                      <a16:creationId xmlns:a16="http://schemas.microsoft.com/office/drawing/2014/main" id="{A0C4CFBF-D455-B0B3-46C9-1D7F2797BEA7}"/>
                    </a:ext>
                  </a:extLst>
                </p:cNvPr>
                <p:cNvPicPr/>
                <p:nvPr/>
              </p:nvPicPr>
              <p:blipFill>
                <a:blip r:embed="rId205"/>
                <a:stretch>
                  <a:fillRect/>
                </a:stretch>
              </p:blipFill>
              <p:spPr>
                <a:xfrm>
                  <a:off x="7001550" y="1499502"/>
                  <a:ext cx="536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03" name="Ink 102">
                  <a:extLst>
                    <a:ext uri="{FF2B5EF4-FFF2-40B4-BE49-F238E27FC236}">
                      <a16:creationId xmlns:a16="http://schemas.microsoft.com/office/drawing/2014/main" id="{FED4DDA3-E204-D3F3-D6E8-DA48E3866547}"/>
                    </a:ext>
                  </a:extLst>
                </p14:cNvPr>
                <p14:cNvContentPartPr/>
                <p14:nvPr/>
              </p14:nvContentPartPr>
              <p14:xfrm>
                <a:off x="7705710" y="670062"/>
                <a:ext cx="177120" cy="268560"/>
              </p14:xfrm>
            </p:contentPart>
          </mc:Choice>
          <mc:Fallback>
            <p:pic>
              <p:nvPicPr>
                <p:cNvPr id="103" name="Ink 102">
                  <a:extLst>
                    <a:ext uri="{FF2B5EF4-FFF2-40B4-BE49-F238E27FC236}">
                      <a16:creationId xmlns:a16="http://schemas.microsoft.com/office/drawing/2014/main" id="{FED4DDA3-E204-D3F3-D6E8-DA48E3866547}"/>
                    </a:ext>
                  </a:extLst>
                </p:cNvPr>
                <p:cNvPicPr/>
                <p:nvPr/>
              </p:nvPicPr>
              <p:blipFill>
                <a:blip r:embed="rId207"/>
                <a:stretch>
                  <a:fillRect/>
                </a:stretch>
              </p:blipFill>
              <p:spPr>
                <a:xfrm>
                  <a:off x="7697070" y="661422"/>
                  <a:ext cx="19476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04" name="Ink 103">
                  <a:extLst>
                    <a:ext uri="{FF2B5EF4-FFF2-40B4-BE49-F238E27FC236}">
                      <a16:creationId xmlns:a16="http://schemas.microsoft.com/office/drawing/2014/main" id="{551E46E4-6348-F69E-DF33-B4771765E262}"/>
                    </a:ext>
                  </a:extLst>
                </p14:cNvPr>
                <p14:cNvContentPartPr/>
                <p14:nvPr/>
              </p14:nvContentPartPr>
              <p14:xfrm>
                <a:off x="7917390" y="805062"/>
                <a:ext cx="123120" cy="185040"/>
              </p14:xfrm>
            </p:contentPart>
          </mc:Choice>
          <mc:Fallback>
            <p:pic>
              <p:nvPicPr>
                <p:cNvPr id="104" name="Ink 103">
                  <a:extLst>
                    <a:ext uri="{FF2B5EF4-FFF2-40B4-BE49-F238E27FC236}">
                      <a16:creationId xmlns:a16="http://schemas.microsoft.com/office/drawing/2014/main" id="{551E46E4-6348-F69E-DF33-B4771765E262}"/>
                    </a:ext>
                  </a:extLst>
                </p:cNvPr>
                <p:cNvPicPr/>
                <p:nvPr/>
              </p:nvPicPr>
              <p:blipFill>
                <a:blip r:embed="rId209"/>
                <a:stretch>
                  <a:fillRect/>
                </a:stretch>
              </p:blipFill>
              <p:spPr>
                <a:xfrm>
                  <a:off x="7908750" y="796062"/>
                  <a:ext cx="14076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05" name="Ink 104">
                  <a:extLst>
                    <a:ext uri="{FF2B5EF4-FFF2-40B4-BE49-F238E27FC236}">
                      <a16:creationId xmlns:a16="http://schemas.microsoft.com/office/drawing/2014/main" id="{EEAF7DCE-6BA2-FCDB-F98E-5F2E527F5D6A}"/>
                    </a:ext>
                  </a:extLst>
                </p14:cNvPr>
                <p14:cNvContentPartPr/>
                <p14:nvPr/>
              </p14:nvContentPartPr>
              <p14:xfrm>
                <a:off x="8088390" y="853662"/>
                <a:ext cx="84960" cy="115200"/>
              </p14:xfrm>
            </p:contentPart>
          </mc:Choice>
          <mc:Fallback>
            <p:pic>
              <p:nvPicPr>
                <p:cNvPr id="105" name="Ink 104">
                  <a:extLst>
                    <a:ext uri="{FF2B5EF4-FFF2-40B4-BE49-F238E27FC236}">
                      <a16:creationId xmlns:a16="http://schemas.microsoft.com/office/drawing/2014/main" id="{EEAF7DCE-6BA2-FCDB-F98E-5F2E527F5D6A}"/>
                    </a:ext>
                  </a:extLst>
                </p:cNvPr>
                <p:cNvPicPr/>
                <p:nvPr/>
              </p:nvPicPr>
              <p:blipFill>
                <a:blip r:embed="rId211"/>
                <a:stretch>
                  <a:fillRect/>
                </a:stretch>
              </p:blipFill>
              <p:spPr>
                <a:xfrm>
                  <a:off x="8079390" y="844662"/>
                  <a:ext cx="1026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06" name="Ink 105">
                  <a:extLst>
                    <a:ext uri="{FF2B5EF4-FFF2-40B4-BE49-F238E27FC236}">
                      <a16:creationId xmlns:a16="http://schemas.microsoft.com/office/drawing/2014/main" id="{373F2F57-B31E-5A3A-4993-1EBDA0A8F5C3}"/>
                    </a:ext>
                  </a:extLst>
                </p14:cNvPr>
                <p14:cNvContentPartPr/>
                <p14:nvPr/>
              </p14:nvContentPartPr>
              <p14:xfrm>
                <a:off x="8234550" y="899382"/>
                <a:ext cx="39240" cy="102600"/>
              </p14:xfrm>
            </p:contentPart>
          </mc:Choice>
          <mc:Fallback>
            <p:pic>
              <p:nvPicPr>
                <p:cNvPr id="106" name="Ink 105">
                  <a:extLst>
                    <a:ext uri="{FF2B5EF4-FFF2-40B4-BE49-F238E27FC236}">
                      <a16:creationId xmlns:a16="http://schemas.microsoft.com/office/drawing/2014/main" id="{373F2F57-B31E-5A3A-4993-1EBDA0A8F5C3}"/>
                    </a:ext>
                  </a:extLst>
                </p:cNvPr>
                <p:cNvPicPr/>
                <p:nvPr/>
              </p:nvPicPr>
              <p:blipFill>
                <a:blip r:embed="rId213"/>
                <a:stretch>
                  <a:fillRect/>
                </a:stretch>
              </p:blipFill>
              <p:spPr>
                <a:xfrm>
                  <a:off x="8225550" y="890382"/>
                  <a:ext cx="5688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07" name="Ink 106">
                  <a:extLst>
                    <a:ext uri="{FF2B5EF4-FFF2-40B4-BE49-F238E27FC236}">
                      <a16:creationId xmlns:a16="http://schemas.microsoft.com/office/drawing/2014/main" id="{9C68B06F-790F-E2EF-587B-5DF69EF6729A}"/>
                    </a:ext>
                  </a:extLst>
                </p14:cNvPr>
                <p14:cNvContentPartPr/>
                <p14:nvPr/>
              </p14:nvContentPartPr>
              <p14:xfrm>
                <a:off x="8278830" y="801102"/>
                <a:ext cx="4680" cy="45000"/>
              </p14:xfrm>
            </p:contentPart>
          </mc:Choice>
          <mc:Fallback>
            <p:pic>
              <p:nvPicPr>
                <p:cNvPr id="107" name="Ink 106">
                  <a:extLst>
                    <a:ext uri="{FF2B5EF4-FFF2-40B4-BE49-F238E27FC236}">
                      <a16:creationId xmlns:a16="http://schemas.microsoft.com/office/drawing/2014/main" id="{9C68B06F-790F-E2EF-587B-5DF69EF6729A}"/>
                    </a:ext>
                  </a:extLst>
                </p:cNvPr>
                <p:cNvPicPr/>
                <p:nvPr/>
              </p:nvPicPr>
              <p:blipFill>
                <a:blip r:embed="rId215"/>
                <a:stretch>
                  <a:fillRect/>
                </a:stretch>
              </p:blipFill>
              <p:spPr>
                <a:xfrm>
                  <a:off x="8269830" y="792462"/>
                  <a:ext cx="2232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08" name="Ink 107">
                  <a:extLst>
                    <a:ext uri="{FF2B5EF4-FFF2-40B4-BE49-F238E27FC236}">
                      <a16:creationId xmlns:a16="http://schemas.microsoft.com/office/drawing/2014/main" id="{3A78B99E-76A3-5126-A337-57983468728E}"/>
                    </a:ext>
                  </a:extLst>
                </p14:cNvPr>
                <p14:cNvContentPartPr/>
                <p14:nvPr/>
              </p14:nvContentPartPr>
              <p14:xfrm>
                <a:off x="8327790" y="895782"/>
                <a:ext cx="71640" cy="92520"/>
              </p14:xfrm>
            </p:contentPart>
          </mc:Choice>
          <mc:Fallback>
            <p:pic>
              <p:nvPicPr>
                <p:cNvPr id="108" name="Ink 107">
                  <a:extLst>
                    <a:ext uri="{FF2B5EF4-FFF2-40B4-BE49-F238E27FC236}">
                      <a16:creationId xmlns:a16="http://schemas.microsoft.com/office/drawing/2014/main" id="{3A78B99E-76A3-5126-A337-57983468728E}"/>
                    </a:ext>
                  </a:extLst>
                </p:cNvPr>
                <p:cNvPicPr/>
                <p:nvPr/>
              </p:nvPicPr>
              <p:blipFill>
                <a:blip r:embed="rId217"/>
                <a:stretch>
                  <a:fillRect/>
                </a:stretch>
              </p:blipFill>
              <p:spPr>
                <a:xfrm>
                  <a:off x="8319150" y="887142"/>
                  <a:ext cx="892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09" name="Ink 108">
                  <a:extLst>
                    <a:ext uri="{FF2B5EF4-FFF2-40B4-BE49-F238E27FC236}">
                      <a16:creationId xmlns:a16="http://schemas.microsoft.com/office/drawing/2014/main" id="{74F18D13-BA2C-34C3-111E-F2A76364276E}"/>
                    </a:ext>
                  </a:extLst>
                </p14:cNvPr>
                <p14:cNvContentPartPr/>
                <p14:nvPr/>
              </p14:nvContentPartPr>
              <p14:xfrm>
                <a:off x="8441190" y="859422"/>
                <a:ext cx="135000" cy="149040"/>
              </p14:xfrm>
            </p:contentPart>
          </mc:Choice>
          <mc:Fallback>
            <p:pic>
              <p:nvPicPr>
                <p:cNvPr id="109" name="Ink 108">
                  <a:extLst>
                    <a:ext uri="{FF2B5EF4-FFF2-40B4-BE49-F238E27FC236}">
                      <a16:creationId xmlns:a16="http://schemas.microsoft.com/office/drawing/2014/main" id="{74F18D13-BA2C-34C3-111E-F2A76364276E}"/>
                    </a:ext>
                  </a:extLst>
                </p:cNvPr>
                <p:cNvPicPr/>
                <p:nvPr/>
              </p:nvPicPr>
              <p:blipFill>
                <a:blip r:embed="rId219"/>
                <a:stretch>
                  <a:fillRect/>
                </a:stretch>
              </p:blipFill>
              <p:spPr>
                <a:xfrm>
                  <a:off x="8432190" y="850422"/>
                  <a:ext cx="15264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10" name="Ink 109">
                  <a:extLst>
                    <a:ext uri="{FF2B5EF4-FFF2-40B4-BE49-F238E27FC236}">
                      <a16:creationId xmlns:a16="http://schemas.microsoft.com/office/drawing/2014/main" id="{CB9CC8A1-9D5B-7020-9ED2-8FF802C155B4}"/>
                    </a:ext>
                  </a:extLst>
                </p14:cNvPr>
                <p14:cNvContentPartPr/>
                <p14:nvPr/>
              </p14:nvContentPartPr>
              <p14:xfrm>
                <a:off x="7824870" y="1265142"/>
                <a:ext cx="30960" cy="195840"/>
              </p14:xfrm>
            </p:contentPart>
          </mc:Choice>
          <mc:Fallback>
            <p:pic>
              <p:nvPicPr>
                <p:cNvPr id="110" name="Ink 109">
                  <a:extLst>
                    <a:ext uri="{FF2B5EF4-FFF2-40B4-BE49-F238E27FC236}">
                      <a16:creationId xmlns:a16="http://schemas.microsoft.com/office/drawing/2014/main" id="{CB9CC8A1-9D5B-7020-9ED2-8FF802C155B4}"/>
                    </a:ext>
                  </a:extLst>
                </p:cNvPr>
                <p:cNvPicPr/>
                <p:nvPr/>
              </p:nvPicPr>
              <p:blipFill>
                <a:blip r:embed="rId221"/>
                <a:stretch>
                  <a:fillRect/>
                </a:stretch>
              </p:blipFill>
              <p:spPr>
                <a:xfrm>
                  <a:off x="7816230" y="1256502"/>
                  <a:ext cx="486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11" name="Ink 110">
                  <a:extLst>
                    <a:ext uri="{FF2B5EF4-FFF2-40B4-BE49-F238E27FC236}">
                      <a16:creationId xmlns:a16="http://schemas.microsoft.com/office/drawing/2014/main" id="{6E463C68-25C1-41F6-1446-00C3A239A0AB}"/>
                    </a:ext>
                  </a:extLst>
                </p14:cNvPr>
                <p14:cNvContentPartPr/>
                <p14:nvPr/>
              </p14:nvContentPartPr>
              <p14:xfrm>
                <a:off x="7823430" y="1260822"/>
                <a:ext cx="174600" cy="29880"/>
              </p14:xfrm>
            </p:contentPart>
          </mc:Choice>
          <mc:Fallback>
            <p:pic>
              <p:nvPicPr>
                <p:cNvPr id="111" name="Ink 110">
                  <a:extLst>
                    <a:ext uri="{FF2B5EF4-FFF2-40B4-BE49-F238E27FC236}">
                      <a16:creationId xmlns:a16="http://schemas.microsoft.com/office/drawing/2014/main" id="{6E463C68-25C1-41F6-1446-00C3A239A0AB}"/>
                    </a:ext>
                  </a:extLst>
                </p:cNvPr>
                <p:cNvPicPr/>
                <p:nvPr/>
              </p:nvPicPr>
              <p:blipFill>
                <a:blip r:embed="rId223"/>
                <a:stretch>
                  <a:fillRect/>
                </a:stretch>
              </p:blipFill>
              <p:spPr>
                <a:xfrm>
                  <a:off x="7814790" y="1252182"/>
                  <a:ext cx="1922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12" name="Ink 111">
                  <a:extLst>
                    <a:ext uri="{FF2B5EF4-FFF2-40B4-BE49-F238E27FC236}">
                      <a16:creationId xmlns:a16="http://schemas.microsoft.com/office/drawing/2014/main" id="{68C17DA2-E002-82F3-6F32-8B0FB4271C69}"/>
                    </a:ext>
                  </a:extLst>
                </p14:cNvPr>
                <p14:cNvContentPartPr/>
                <p14:nvPr/>
              </p14:nvContentPartPr>
              <p14:xfrm>
                <a:off x="7857270" y="1344342"/>
                <a:ext cx="108000" cy="30600"/>
              </p14:xfrm>
            </p:contentPart>
          </mc:Choice>
          <mc:Fallback>
            <p:pic>
              <p:nvPicPr>
                <p:cNvPr id="112" name="Ink 111">
                  <a:extLst>
                    <a:ext uri="{FF2B5EF4-FFF2-40B4-BE49-F238E27FC236}">
                      <a16:creationId xmlns:a16="http://schemas.microsoft.com/office/drawing/2014/main" id="{68C17DA2-E002-82F3-6F32-8B0FB4271C69}"/>
                    </a:ext>
                  </a:extLst>
                </p:cNvPr>
                <p:cNvPicPr/>
                <p:nvPr/>
              </p:nvPicPr>
              <p:blipFill>
                <a:blip r:embed="rId225"/>
                <a:stretch>
                  <a:fillRect/>
                </a:stretch>
              </p:blipFill>
              <p:spPr>
                <a:xfrm>
                  <a:off x="7848630" y="1335702"/>
                  <a:ext cx="12564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13" name="Ink 112">
                  <a:extLst>
                    <a:ext uri="{FF2B5EF4-FFF2-40B4-BE49-F238E27FC236}">
                      <a16:creationId xmlns:a16="http://schemas.microsoft.com/office/drawing/2014/main" id="{8C10C36E-A190-9B11-4311-D859B8325877}"/>
                    </a:ext>
                  </a:extLst>
                </p14:cNvPr>
                <p14:cNvContentPartPr/>
                <p14:nvPr/>
              </p14:nvContentPartPr>
              <p14:xfrm>
                <a:off x="7994430" y="1261542"/>
                <a:ext cx="98640" cy="226080"/>
              </p14:xfrm>
            </p:contentPart>
          </mc:Choice>
          <mc:Fallback>
            <p:pic>
              <p:nvPicPr>
                <p:cNvPr id="113" name="Ink 112">
                  <a:extLst>
                    <a:ext uri="{FF2B5EF4-FFF2-40B4-BE49-F238E27FC236}">
                      <a16:creationId xmlns:a16="http://schemas.microsoft.com/office/drawing/2014/main" id="{8C10C36E-A190-9B11-4311-D859B8325877}"/>
                    </a:ext>
                  </a:extLst>
                </p:cNvPr>
                <p:cNvPicPr/>
                <p:nvPr/>
              </p:nvPicPr>
              <p:blipFill>
                <a:blip r:embed="rId227"/>
                <a:stretch>
                  <a:fillRect/>
                </a:stretch>
              </p:blipFill>
              <p:spPr>
                <a:xfrm>
                  <a:off x="7985430" y="1252542"/>
                  <a:ext cx="11628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14" name="Ink 113">
                  <a:extLst>
                    <a:ext uri="{FF2B5EF4-FFF2-40B4-BE49-F238E27FC236}">
                      <a16:creationId xmlns:a16="http://schemas.microsoft.com/office/drawing/2014/main" id="{F9360E28-8A6F-67AF-CE26-B19D62C3FFE9}"/>
                    </a:ext>
                  </a:extLst>
                </p14:cNvPr>
                <p14:cNvContentPartPr/>
                <p14:nvPr/>
              </p14:nvContentPartPr>
              <p14:xfrm>
                <a:off x="8099910" y="1295022"/>
                <a:ext cx="126720" cy="203400"/>
              </p14:xfrm>
            </p:contentPart>
          </mc:Choice>
          <mc:Fallback>
            <p:pic>
              <p:nvPicPr>
                <p:cNvPr id="114" name="Ink 113">
                  <a:extLst>
                    <a:ext uri="{FF2B5EF4-FFF2-40B4-BE49-F238E27FC236}">
                      <a16:creationId xmlns:a16="http://schemas.microsoft.com/office/drawing/2014/main" id="{F9360E28-8A6F-67AF-CE26-B19D62C3FFE9}"/>
                    </a:ext>
                  </a:extLst>
                </p:cNvPr>
                <p:cNvPicPr/>
                <p:nvPr/>
              </p:nvPicPr>
              <p:blipFill>
                <a:blip r:embed="rId229"/>
                <a:stretch>
                  <a:fillRect/>
                </a:stretch>
              </p:blipFill>
              <p:spPr>
                <a:xfrm>
                  <a:off x="8090910" y="1286022"/>
                  <a:ext cx="1443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24" name="Ink 123">
                  <a:extLst>
                    <a:ext uri="{FF2B5EF4-FFF2-40B4-BE49-F238E27FC236}">
                      <a16:creationId xmlns:a16="http://schemas.microsoft.com/office/drawing/2014/main" id="{E6EB68BA-6485-18BD-753A-6C09687CB7C7}"/>
                    </a:ext>
                  </a:extLst>
                </p14:cNvPr>
                <p14:cNvContentPartPr/>
                <p14:nvPr/>
              </p14:nvContentPartPr>
              <p14:xfrm>
                <a:off x="7275510" y="1146702"/>
                <a:ext cx="59760" cy="109080"/>
              </p14:xfrm>
            </p:contentPart>
          </mc:Choice>
          <mc:Fallback>
            <p:pic>
              <p:nvPicPr>
                <p:cNvPr id="124" name="Ink 123">
                  <a:extLst>
                    <a:ext uri="{FF2B5EF4-FFF2-40B4-BE49-F238E27FC236}">
                      <a16:creationId xmlns:a16="http://schemas.microsoft.com/office/drawing/2014/main" id="{E6EB68BA-6485-18BD-753A-6C09687CB7C7}"/>
                    </a:ext>
                  </a:extLst>
                </p:cNvPr>
                <p:cNvPicPr/>
                <p:nvPr/>
              </p:nvPicPr>
              <p:blipFill>
                <a:blip r:embed="rId231"/>
                <a:stretch>
                  <a:fillRect/>
                </a:stretch>
              </p:blipFill>
              <p:spPr>
                <a:xfrm>
                  <a:off x="7266510" y="1138062"/>
                  <a:ext cx="7740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25" name="Ink 124">
                  <a:extLst>
                    <a:ext uri="{FF2B5EF4-FFF2-40B4-BE49-F238E27FC236}">
                      <a16:creationId xmlns:a16="http://schemas.microsoft.com/office/drawing/2014/main" id="{A50261DE-59A9-8B46-994E-EBD568868B40}"/>
                    </a:ext>
                  </a:extLst>
                </p14:cNvPr>
                <p14:cNvContentPartPr/>
                <p14:nvPr/>
              </p14:nvContentPartPr>
              <p14:xfrm>
                <a:off x="7627230" y="1554222"/>
                <a:ext cx="383400" cy="148320"/>
              </p14:xfrm>
            </p:contentPart>
          </mc:Choice>
          <mc:Fallback>
            <p:pic>
              <p:nvPicPr>
                <p:cNvPr id="125" name="Ink 124">
                  <a:extLst>
                    <a:ext uri="{FF2B5EF4-FFF2-40B4-BE49-F238E27FC236}">
                      <a16:creationId xmlns:a16="http://schemas.microsoft.com/office/drawing/2014/main" id="{A50261DE-59A9-8B46-994E-EBD568868B40}"/>
                    </a:ext>
                  </a:extLst>
                </p:cNvPr>
                <p:cNvPicPr/>
                <p:nvPr/>
              </p:nvPicPr>
              <p:blipFill>
                <a:blip r:embed="rId233"/>
                <a:stretch>
                  <a:fillRect/>
                </a:stretch>
              </p:blipFill>
              <p:spPr>
                <a:xfrm>
                  <a:off x="7618590" y="1545222"/>
                  <a:ext cx="4010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26" name="Ink 125">
                  <a:extLst>
                    <a:ext uri="{FF2B5EF4-FFF2-40B4-BE49-F238E27FC236}">
                      <a16:creationId xmlns:a16="http://schemas.microsoft.com/office/drawing/2014/main" id="{D2C07E39-0C55-83D5-AD30-2B79074C5501}"/>
                    </a:ext>
                  </a:extLst>
                </p14:cNvPr>
                <p14:cNvContentPartPr/>
                <p14:nvPr/>
              </p14:nvContentPartPr>
              <p14:xfrm>
                <a:off x="7980030" y="1596702"/>
                <a:ext cx="142200" cy="105840"/>
              </p14:xfrm>
            </p:contentPart>
          </mc:Choice>
          <mc:Fallback>
            <p:pic>
              <p:nvPicPr>
                <p:cNvPr id="126" name="Ink 125">
                  <a:extLst>
                    <a:ext uri="{FF2B5EF4-FFF2-40B4-BE49-F238E27FC236}">
                      <a16:creationId xmlns:a16="http://schemas.microsoft.com/office/drawing/2014/main" id="{D2C07E39-0C55-83D5-AD30-2B79074C5501}"/>
                    </a:ext>
                  </a:extLst>
                </p:cNvPr>
                <p:cNvPicPr/>
                <p:nvPr/>
              </p:nvPicPr>
              <p:blipFill>
                <a:blip r:embed="rId235"/>
                <a:stretch>
                  <a:fillRect/>
                </a:stretch>
              </p:blipFill>
              <p:spPr>
                <a:xfrm>
                  <a:off x="7971390" y="1587702"/>
                  <a:ext cx="1598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27" name="Ink 126">
                  <a:extLst>
                    <a:ext uri="{FF2B5EF4-FFF2-40B4-BE49-F238E27FC236}">
                      <a16:creationId xmlns:a16="http://schemas.microsoft.com/office/drawing/2014/main" id="{1C0C3A76-4132-6688-229A-65E5BDC41D57}"/>
                    </a:ext>
                  </a:extLst>
                </p14:cNvPr>
                <p14:cNvContentPartPr/>
                <p14:nvPr/>
              </p14:nvContentPartPr>
              <p14:xfrm>
                <a:off x="8184510" y="1682022"/>
                <a:ext cx="1080" cy="360"/>
              </p14:xfrm>
            </p:contentPart>
          </mc:Choice>
          <mc:Fallback>
            <p:pic>
              <p:nvPicPr>
                <p:cNvPr id="127" name="Ink 126">
                  <a:extLst>
                    <a:ext uri="{FF2B5EF4-FFF2-40B4-BE49-F238E27FC236}">
                      <a16:creationId xmlns:a16="http://schemas.microsoft.com/office/drawing/2014/main" id="{1C0C3A76-4132-6688-229A-65E5BDC41D57}"/>
                    </a:ext>
                  </a:extLst>
                </p:cNvPr>
                <p:cNvPicPr/>
                <p:nvPr/>
              </p:nvPicPr>
              <p:blipFill>
                <a:blip r:embed="rId39"/>
                <a:stretch>
                  <a:fillRect/>
                </a:stretch>
              </p:blipFill>
              <p:spPr>
                <a:xfrm>
                  <a:off x="8175870" y="1673382"/>
                  <a:ext cx="187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51" name="Ink 150">
                  <a:extLst>
                    <a:ext uri="{FF2B5EF4-FFF2-40B4-BE49-F238E27FC236}">
                      <a16:creationId xmlns:a16="http://schemas.microsoft.com/office/drawing/2014/main" id="{821BAA52-F845-CA03-3DFE-D3D956AA97AB}"/>
                    </a:ext>
                  </a:extLst>
                </p14:cNvPr>
                <p14:cNvContentPartPr/>
                <p14:nvPr/>
              </p14:nvContentPartPr>
              <p14:xfrm>
                <a:off x="8361270" y="1696422"/>
                <a:ext cx="217800" cy="14400"/>
              </p14:xfrm>
            </p:contentPart>
          </mc:Choice>
          <mc:Fallback>
            <p:pic>
              <p:nvPicPr>
                <p:cNvPr id="151" name="Ink 150">
                  <a:extLst>
                    <a:ext uri="{FF2B5EF4-FFF2-40B4-BE49-F238E27FC236}">
                      <a16:creationId xmlns:a16="http://schemas.microsoft.com/office/drawing/2014/main" id="{821BAA52-F845-CA03-3DFE-D3D956AA97AB}"/>
                    </a:ext>
                  </a:extLst>
                </p:cNvPr>
                <p:cNvPicPr/>
                <p:nvPr/>
              </p:nvPicPr>
              <p:blipFill>
                <a:blip r:embed="rId238"/>
                <a:stretch>
                  <a:fillRect/>
                </a:stretch>
              </p:blipFill>
              <p:spPr>
                <a:xfrm>
                  <a:off x="8352270" y="1687782"/>
                  <a:ext cx="2354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52" name="Ink 151">
                  <a:extLst>
                    <a:ext uri="{FF2B5EF4-FFF2-40B4-BE49-F238E27FC236}">
                      <a16:creationId xmlns:a16="http://schemas.microsoft.com/office/drawing/2014/main" id="{A526DE7E-31E8-F757-9B1E-037CC3E365C6}"/>
                    </a:ext>
                  </a:extLst>
                </p14:cNvPr>
                <p14:cNvContentPartPr/>
                <p14:nvPr/>
              </p14:nvContentPartPr>
              <p14:xfrm>
                <a:off x="8557470" y="1621542"/>
                <a:ext cx="48600" cy="126360"/>
              </p14:xfrm>
            </p:contentPart>
          </mc:Choice>
          <mc:Fallback>
            <p:pic>
              <p:nvPicPr>
                <p:cNvPr id="152" name="Ink 151">
                  <a:extLst>
                    <a:ext uri="{FF2B5EF4-FFF2-40B4-BE49-F238E27FC236}">
                      <a16:creationId xmlns:a16="http://schemas.microsoft.com/office/drawing/2014/main" id="{A526DE7E-31E8-F757-9B1E-037CC3E365C6}"/>
                    </a:ext>
                  </a:extLst>
                </p:cNvPr>
                <p:cNvPicPr/>
                <p:nvPr/>
              </p:nvPicPr>
              <p:blipFill>
                <a:blip r:embed="rId240"/>
                <a:stretch>
                  <a:fillRect/>
                </a:stretch>
              </p:blipFill>
              <p:spPr>
                <a:xfrm>
                  <a:off x="8548470" y="1612902"/>
                  <a:ext cx="662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53" name="Ink 152">
                  <a:extLst>
                    <a:ext uri="{FF2B5EF4-FFF2-40B4-BE49-F238E27FC236}">
                      <a16:creationId xmlns:a16="http://schemas.microsoft.com/office/drawing/2014/main" id="{63E88088-4482-5699-5DD7-38E0946CC69B}"/>
                    </a:ext>
                  </a:extLst>
                </p14:cNvPr>
                <p14:cNvContentPartPr/>
                <p14:nvPr/>
              </p14:nvContentPartPr>
              <p14:xfrm>
                <a:off x="8643510" y="1579422"/>
                <a:ext cx="398160" cy="195840"/>
              </p14:xfrm>
            </p:contentPart>
          </mc:Choice>
          <mc:Fallback>
            <p:pic>
              <p:nvPicPr>
                <p:cNvPr id="153" name="Ink 152">
                  <a:extLst>
                    <a:ext uri="{FF2B5EF4-FFF2-40B4-BE49-F238E27FC236}">
                      <a16:creationId xmlns:a16="http://schemas.microsoft.com/office/drawing/2014/main" id="{63E88088-4482-5699-5DD7-38E0946CC69B}"/>
                    </a:ext>
                  </a:extLst>
                </p:cNvPr>
                <p:cNvPicPr/>
                <p:nvPr/>
              </p:nvPicPr>
              <p:blipFill>
                <a:blip r:embed="rId242"/>
                <a:stretch>
                  <a:fillRect/>
                </a:stretch>
              </p:blipFill>
              <p:spPr>
                <a:xfrm>
                  <a:off x="8634870" y="1570782"/>
                  <a:ext cx="41580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54" name="Ink 153">
                  <a:extLst>
                    <a:ext uri="{FF2B5EF4-FFF2-40B4-BE49-F238E27FC236}">
                      <a16:creationId xmlns:a16="http://schemas.microsoft.com/office/drawing/2014/main" id="{9CD0F14D-AADC-DDCD-1FB3-5404BDCC86CA}"/>
                    </a:ext>
                  </a:extLst>
                </p14:cNvPr>
                <p14:cNvContentPartPr/>
                <p14:nvPr/>
              </p14:nvContentPartPr>
              <p14:xfrm>
                <a:off x="8997030" y="1652142"/>
                <a:ext cx="142920" cy="123840"/>
              </p14:xfrm>
            </p:contentPart>
          </mc:Choice>
          <mc:Fallback>
            <p:pic>
              <p:nvPicPr>
                <p:cNvPr id="154" name="Ink 153">
                  <a:extLst>
                    <a:ext uri="{FF2B5EF4-FFF2-40B4-BE49-F238E27FC236}">
                      <a16:creationId xmlns:a16="http://schemas.microsoft.com/office/drawing/2014/main" id="{9CD0F14D-AADC-DDCD-1FB3-5404BDCC86CA}"/>
                    </a:ext>
                  </a:extLst>
                </p:cNvPr>
                <p:cNvPicPr/>
                <p:nvPr/>
              </p:nvPicPr>
              <p:blipFill>
                <a:blip r:embed="rId244"/>
                <a:stretch>
                  <a:fillRect/>
                </a:stretch>
              </p:blipFill>
              <p:spPr>
                <a:xfrm>
                  <a:off x="8988390" y="1643142"/>
                  <a:ext cx="1605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55" name="Ink 154">
                  <a:extLst>
                    <a:ext uri="{FF2B5EF4-FFF2-40B4-BE49-F238E27FC236}">
                      <a16:creationId xmlns:a16="http://schemas.microsoft.com/office/drawing/2014/main" id="{70F5EA0B-8547-4DAA-4429-723F3FA71E1B}"/>
                    </a:ext>
                  </a:extLst>
                </p14:cNvPr>
                <p14:cNvContentPartPr/>
                <p14:nvPr/>
              </p14:nvContentPartPr>
              <p14:xfrm>
                <a:off x="9241830" y="1745382"/>
                <a:ext cx="1080" cy="5040"/>
              </p14:xfrm>
            </p:contentPart>
          </mc:Choice>
          <mc:Fallback>
            <p:pic>
              <p:nvPicPr>
                <p:cNvPr id="155" name="Ink 154">
                  <a:extLst>
                    <a:ext uri="{FF2B5EF4-FFF2-40B4-BE49-F238E27FC236}">
                      <a16:creationId xmlns:a16="http://schemas.microsoft.com/office/drawing/2014/main" id="{70F5EA0B-8547-4DAA-4429-723F3FA71E1B}"/>
                    </a:ext>
                  </a:extLst>
                </p:cNvPr>
                <p:cNvPicPr/>
                <p:nvPr/>
              </p:nvPicPr>
              <p:blipFill>
                <a:blip r:embed="rId39"/>
                <a:stretch>
                  <a:fillRect/>
                </a:stretch>
              </p:blipFill>
              <p:spPr>
                <a:xfrm>
                  <a:off x="9232830" y="1736742"/>
                  <a:ext cx="187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7" name="Ink 156">
                  <a:extLst>
                    <a:ext uri="{FF2B5EF4-FFF2-40B4-BE49-F238E27FC236}">
                      <a16:creationId xmlns:a16="http://schemas.microsoft.com/office/drawing/2014/main" id="{4B7725C5-0C1A-BF8F-4A5B-39E54BEECD4C}"/>
                    </a:ext>
                  </a:extLst>
                </p14:cNvPr>
                <p14:cNvContentPartPr/>
                <p14:nvPr/>
              </p14:nvContentPartPr>
              <p14:xfrm>
                <a:off x="6133590" y="2728182"/>
                <a:ext cx="2537640" cy="929160"/>
              </p14:xfrm>
            </p:contentPart>
          </mc:Choice>
          <mc:Fallback>
            <p:pic>
              <p:nvPicPr>
                <p:cNvPr id="157" name="Ink 156">
                  <a:extLst>
                    <a:ext uri="{FF2B5EF4-FFF2-40B4-BE49-F238E27FC236}">
                      <a16:creationId xmlns:a16="http://schemas.microsoft.com/office/drawing/2014/main" id="{4B7725C5-0C1A-BF8F-4A5B-39E54BEECD4C}"/>
                    </a:ext>
                  </a:extLst>
                </p:cNvPr>
                <p:cNvPicPr/>
                <p:nvPr/>
              </p:nvPicPr>
              <p:blipFill>
                <a:blip r:embed="rId247"/>
                <a:stretch>
                  <a:fillRect/>
                </a:stretch>
              </p:blipFill>
              <p:spPr>
                <a:xfrm>
                  <a:off x="6124950" y="2719542"/>
                  <a:ext cx="2555280" cy="9468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8" name="Ink 157">
                  <a:extLst>
                    <a:ext uri="{FF2B5EF4-FFF2-40B4-BE49-F238E27FC236}">
                      <a16:creationId xmlns:a16="http://schemas.microsoft.com/office/drawing/2014/main" id="{1D99E06B-5E93-3A6D-C906-6CD8F1CA8E37}"/>
                    </a:ext>
                  </a:extLst>
                </p14:cNvPr>
                <p14:cNvContentPartPr/>
                <p14:nvPr/>
              </p14:nvContentPartPr>
              <p14:xfrm>
                <a:off x="6464070" y="2686782"/>
                <a:ext cx="2404080" cy="1027800"/>
              </p14:xfrm>
            </p:contentPart>
          </mc:Choice>
          <mc:Fallback>
            <p:pic>
              <p:nvPicPr>
                <p:cNvPr id="158" name="Ink 157">
                  <a:extLst>
                    <a:ext uri="{FF2B5EF4-FFF2-40B4-BE49-F238E27FC236}">
                      <a16:creationId xmlns:a16="http://schemas.microsoft.com/office/drawing/2014/main" id="{1D99E06B-5E93-3A6D-C906-6CD8F1CA8E37}"/>
                    </a:ext>
                  </a:extLst>
                </p:cNvPr>
                <p:cNvPicPr/>
                <p:nvPr/>
              </p:nvPicPr>
              <p:blipFill>
                <a:blip r:embed="rId249"/>
                <a:stretch>
                  <a:fillRect/>
                </a:stretch>
              </p:blipFill>
              <p:spPr>
                <a:xfrm>
                  <a:off x="6455430" y="2678142"/>
                  <a:ext cx="2421720" cy="10454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60" name="Ink 159">
                  <a:extLst>
                    <a:ext uri="{FF2B5EF4-FFF2-40B4-BE49-F238E27FC236}">
                      <a16:creationId xmlns:a16="http://schemas.microsoft.com/office/drawing/2014/main" id="{68B3DCE0-9A87-C167-439B-F58A86BFE977}"/>
                    </a:ext>
                  </a:extLst>
                </p14:cNvPr>
                <p14:cNvContentPartPr/>
                <p14:nvPr/>
              </p14:nvContentPartPr>
              <p14:xfrm>
                <a:off x="6386310" y="2804142"/>
                <a:ext cx="231840" cy="155880"/>
              </p14:xfrm>
            </p:contentPart>
          </mc:Choice>
          <mc:Fallback>
            <p:pic>
              <p:nvPicPr>
                <p:cNvPr id="160" name="Ink 159">
                  <a:extLst>
                    <a:ext uri="{FF2B5EF4-FFF2-40B4-BE49-F238E27FC236}">
                      <a16:creationId xmlns:a16="http://schemas.microsoft.com/office/drawing/2014/main" id="{68B3DCE0-9A87-C167-439B-F58A86BFE977}"/>
                    </a:ext>
                  </a:extLst>
                </p:cNvPr>
                <p:cNvPicPr/>
                <p:nvPr/>
              </p:nvPicPr>
              <p:blipFill>
                <a:blip r:embed="rId251"/>
                <a:stretch>
                  <a:fillRect/>
                </a:stretch>
              </p:blipFill>
              <p:spPr>
                <a:xfrm>
                  <a:off x="6377310" y="2795502"/>
                  <a:ext cx="24948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61" name="Ink 160">
                  <a:extLst>
                    <a:ext uri="{FF2B5EF4-FFF2-40B4-BE49-F238E27FC236}">
                      <a16:creationId xmlns:a16="http://schemas.microsoft.com/office/drawing/2014/main" id="{CBFF1316-7C90-D297-0AAE-B3697BE1A187}"/>
                    </a:ext>
                  </a:extLst>
                </p14:cNvPr>
                <p14:cNvContentPartPr/>
                <p14:nvPr/>
              </p14:nvContentPartPr>
              <p14:xfrm>
                <a:off x="6597270" y="2755902"/>
                <a:ext cx="43200" cy="41040"/>
              </p14:xfrm>
            </p:contentPart>
          </mc:Choice>
          <mc:Fallback>
            <p:pic>
              <p:nvPicPr>
                <p:cNvPr id="161" name="Ink 160">
                  <a:extLst>
                    <a:ext uri="{FF2B5EF4-FFF2-40B4-BE49-F238E27FC236}">
                      <a16:creationId xmlns:a16="http://schemas.microsoft.com/office/drawing/2014/main" id="{CBFF1316-7C90-D297-0AAE-B3697BE1A187}"/>
                    </a:ext>
                  </a:extLst>
                </p:cNvPr>
                <p:cNvPicPr/>
                <p:nvPr/>
              </p:nvPicPr>
              <p:blipFill>
                <a:blip r:embed="rId253"/>
                <a:stretch>
                  <a:fillRect/>
                </a:stretch>
              </p:blipFill>
              <p:spPr>
                <a:xfrm>
                  <a:off x="6588630" y="2747262"/>
                  <a:ext cx="608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62" name="Ink 161">
                  <a:extLst>
                    <a:ext uri="{FF2B5EF4-FFF2-40B4-BE49-F238E27FC236}">
                      <a16:creationId xmlns:a16="http://schemas.microsoft.com/office/drawing/2014/main" id="{70A966AE-C0FF-DB8F-4C0C-69F5E3F84EEA}"/>
                    </a:ext>
                  </a:extLst>
                </p14:cNvPr>
                <p14:cNvContentPartPr/>
                <p14:nvPr/>
              </p14:nvContentPartPr>
              <p14:xfrm>
                <a:off x="6665310" y="2743662"/>
                <a:ext cx="176040" cy="205200"/>
              </p14:xfrm>
            </p:contentPart>
          </mc:Choice>
          <mc:Fallback>
            <p:pic>
              <p:nvPicPr>
                <p:cNvPr id="162" name="Ink 161">
                  <a:extLst>
                    <a:ext uri="{FF2B5EF4-FFF2-40B4-BE49-F238E27FC236}">
                      <a16:creationId xmlns:a16="http://schemas.microsoft.com/office/drawing/2014/main" id="{70A966AE-C0FF-DB8F-4C0C-69F5E3F84EEA}"/>
                    </a:ext>
                  </a:extLst>
                </p:cNvPr>
                <p:cNvPicPr/>
                <p:nvPr/>
              </p:nvPicPr>
              <p:blipFill>
                <a:blip r:embed="rId255"/>
                <a:stretch>
                  <a:fillRect/>
                </a:stretch>
              </p:blipFill>
              <p:spPr>
                <a:xfrm>
                  <a:off x="6656670" y="2734662"/>
                  <a:ext cx="1936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63" name="Ink 162">
                  <a:extLst>
                    <a:ext uri="{FF2B5EF4-FFF2-40B4-BE49-F238E27FC236}">
                      <a16:creationId xmlns:a16="http://schemas.microsoft.com/office/drawing/2014/main" id="{CCBBB287-0052-61A3-97BF-0E4A14F74F4A}"/>
                    </a:ext>
                  </a:extLst>
                </p14:cNvPr>
                <p14:cNvContentPartPr/>
                <p14:nvPr/>
              </p14:nvContentPartPr>
              <p14:xfrm>
                <a:off x="6847110" y="2737182"/>
                <a:ext cx="126360" cy="188640"/>
              </p14:xfrm>
            </p:contentPart>
          </mc:Choice>
          <mc:Fallback>
            <p:pic>
              <p:nvPicPr>
                <p:cNvPr id="163" name="Ink 162">
                  <a:extLst>
                    <a:ext uri="{FF2B5EF4-FFF2-40B4-BE49-F238E27FC236}">
                      <a16:creationId xmlns:a16="http://schemas.microsoft.com/office/drawing/2014/main" id="{CCBBB287-0052-61A3-97BF-0E4A14F74F4A}"/>
                    </a:ext>
                  </a:extLst>
                </p:cNvPr>
                <p:cNvPicPr/>
                <p:nvPr/>
              </p:nvPicPr>
              <p:blipFill>
                <a:blip r:embed="rId257"/>
                <a:stretch>
                  <a:fillRect/>
                </a:stretch>
              </p:blipFill>
              <p:spPr>
                <a:xfrm>
                  <a:off x="6838110" y="2728542"/>
                  <a:ext cx="1440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4" name="Ink 163">
                  <a:extLst>
                    <a:ext uri="{FF2B5EF4-FFF2-40B4-BE49-F238E27FC236}">
                      <a16:creationId xmlns:a16="http://schemas.microsoft.com/office/drawing/2014/main" id="{6BA804AD-8BA0-62D0-B7E4-F8956F82543C}"/>
                    </a:ext>
                  </a:extLst>
                </p14:cNvPr>
                <p14:cNvContentPartPr/>
                <p14:nvPr/>
              </p14:nvContentPartPr>
              <p14:xfrm>
                <a:off x="7036470" y="2821062"/>
                <a:ext cx="10440" cy="78840"/>
              </p14:xfrm>
            </p:contentPart>
          </mc:Choice>
          <mc:Fallback>
            <p:pic>
              <p:nvPicPr>
                <p:cNvPr id="164" name="Ink 163">
                  <a:extLst>
                    <a:ext uri="{FF2B5EF4-FFF2-40B4-BE49-F238E27FC236}">
                      <a16:creationId xmlns:a16="http://schemas.microsoft.com/office/drawing/2014/main" id="{6BA804AD-8BA0-62D0-B7E4-F8956F82543C}"/>
                    </a:ext>
                  </a:extLst>
                </p:cNvPr>
                <p:cNvPicPr/>
                <p:nvPr/>
              </p:nvPicPr>
              <p:blipFill>
                <a:blip r:embed="rId259"/>
                <a:stretch>
                  <a:fillRect/>
                </a:stretch>
              </p:blipFill>
              <p:spPr>
                <a:xfrm>
                  <a:off x="7027470" y="2812422"/>
                  <a:ext cx="2808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5" name="Ink 164">
                  <a:extLst>
                    <a:ext uri="{FF2B5EF4-FFF2-40B4-BE49-F238E27FC236}">
                      <a16:creationId xmlns:a16="http://schemas.microsoft.com/office/drawing/2014/main" id="{72D988AB-1A4E-BD6A-8FE4-ED0A4C61918B}"/>
                    </a:ext>
                  </a:extLst>
                </p14:cNvPr>
                <p14:cNvContentPartPr/>
                <p14:nvPr/>
              </p14:nvContentPartPr>
              <p14:xfrm>
                <a:off x="7077510" y="2803782"/>
                <a:ext cx="622440" cy="126360"/>
              </p14:xfrm>
            </p:contentPart>
          </mc:Choice>
          <mc:Fallback>
            <p:pic>
              <p:nvPicPr>
                <p:cNvPr id="165" name="Ink 164">
                  <a:extLst>
                    <a:ext uri="{FF2B5EF4-FFF2-40B4-BE49-F238E27FC236}">
                      <a16:creationId xmlns:a16="http://schemas.microsoft.com/office/drawing/2014/main" id="{72D988AB-1A4E-BD6A-8FE4-ED0A4C61918B}"/>
                    </a:ext>
                  </a:extLst>
                </p:cNvPr>
                <p:cNvPicPr/>
                <p:nvPr/>
              </p:nvPicPr>
              <p:blipFill>
                <a:blip r:embed="rId261"/>
                <a:stretch>
                  <a:fillRect/>
                </a:stretch>
              </p:blipFill>
              <p:spPr>
                <a:xfrm>
                  <a:off x="7068510" y="2794782"/>
                  <a:ext cx="6400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7" name="Ink 166">
                  <a:extLst>
                    <a:ext uri="{FF2B5EF4-FFF2-40B4-BE49-F238E27FC236}">
                      <a16:creationId xmlns:a16="http://schemas.microsoft.com/office/drawing/2014/main" id="{FFC6A5C8-634C-E574-4CEF-4EBE393DC4AE}"/>
                    </a:ext>
                  </a:extLst>
                </p14:cNvPr>
                <p14:cNvContentPartPr/>
                <p14:nvPr/>
              </p14:nvContentPartPr>
              <p14:xfrm>
                <a:off x="7265790" y="3505782"/>
                <a:ext cx="39960" cy="387720"/>
              </p14:xfrm>
            </p:contentPart>
          </mc:Choice>
          <mc:Fallback>
            <p:pic>
              <p:nvPicPr>
                <p:cNvPr id="167" name="Ink 166">
                  <a:extLst>
                    <a:ext uri="{FF2B5EF4-FFF2-40B4-BE49-F238E27FC236}">
                      <a16:creationId xmlns:a16="http://schemas.microsoft.com/office/drawing/2014/main" id="{FFC6A5C8-634C-E574-4CEF-4EBE393DC4AE}"/>
                    </a:ext>
                  </a:extLst>
                </p:cNvPr>
                <p:cNvPicPr/>
                <p:nvPr/>
              </p:nvPicPr>
              <p:blipFill>
                <a:blip r:embed="rId263"/>
                <a:stretch>
                  <a:fillRect/>
                </a:stretch>
              </p:blipFill>
              <p:spPr>
                <a:xfrm>
                  <a:off x="7257150" y="3497142"/>
                  <a:ext cx="57600" cy="4053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8" name="Ink 167">
                  <a:extLst>
                    <a:ext uri="{FF2B5EF4-FFF2-40B4-BE49-F238E27FC236}">
                      <a16:creationId xmlns:a16="http://schemas.microsoft.com/office/drawing/2014/main" id="{4E8C015A-493A-2FBA-E4BC-BFBCDAE2C904}"/>
                    </a:ext>
                  </a:extLst>
                </p14:cNvPr>
                <p14:cNvContentPartPr/>
                <p14:nvPr/>
              </p14:nvContentPartPr>
              <p14:xfrm>
                <a:off x="7212510" y="3828702"/>
                <a:ext cx="131400" cy="70200"/>
              </p14:xfrm>
            </p:contentPart>
          </mc:Choice>
          <mc:Fallback>
            <p:pic>
              <p:nvPicPr>
                <p:cNvPr id="168" name="Ink 167">
                  <a:extLst>
                    <a:ext uri="{FF2B5EF4-FFF2-40B4-BE49-F238E27FC236}">
                      <a16:creationId xmlns:a16="http://schemas.microsoft.com/office/drawing/2014/main" id="{4E8C015A-493A-2FBA-E4BC-BFBCDAE2C904}"/>
                    </a:ext>
                  </a:extLst>
                </p:cNvPr>
                <p:cNvPicPr/>
                <p:nvPr/>
              </p:nvPicPr>
              <p:blipFill>
                <a:blip r:embed="rId265"/>
                <a:stretch>
                  <a:fillRect/>
                </a:stretch>
              </p:blipFill>
              <p:spPr>
                <a:xfrm>
                  <a:off x="7203510" y="3819702"/>
                  <a:ext cx="1490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0" name="Ink 169">
                  <a:extLst>
                    <a:ext uri="{FF2B5EF4-FFF2-40B4-BE49-F238E27FC236}">
                      <a16:creationId xmlns:a16="http://schemas.microsoft.com/office/drawing/2014/main" id="{EE1EDB86-BDCA-36FC-EA5A-8C08586CE5BB}"/>
                    </a:ext>
                  </a:extLst>
                </p14:cNvPr>
                <p14:cNvContentPartPr/>
                <p14:nvPr/>
              </p14:nvContentPartPr>
              <p14:xfrm>
                <a:off x="7539750" y="2111502"/>
                <a:ext cx="39600" cy="506520"/>
              </p14:xfrm>
            </p:contentPart>
          </mc:Choice>
          <mc:Fallback>
            <p:pic>
              <p:nvPicPr>
                <p:cNvPr id="170" name="Ink 169">
                  <a:extLst>
                    <a:ext uri="{FF2B5EF4-FFF2-40B4-BE49-F238E27FC236}">
                      <a16:creationId xmlns:a16="http://schemas.microsoft.com/office/drawing/2014/main" id="{EE1EDB86-BDCA-36FC-EA5A-8C08586CE5BB}"/>
                    </a:ext>
                  </a:extLst>
                </p:cNvPr>
                <p:cNvPicPr/>
                <p:nvPr/>
              </p:nvPicPr>
              <p:blipFill>
                <a:blip r:embed="rId267"/>
                <a:stretch>
                  <a:fillRect/>
                </a:stretch>
              </p:blipFill>
              <p:spPr>
                <a:xfrm>
                  <a:off x="7531110" y="2102862"/>
                  <a:ext cx="57240" cy="5241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1" name="Ink 170">
                  <a:extLst>
                    <a:ext uri="{FF2B5EF4-FFF2-40B4-BE49-F238E27FC236}">
                      <a16:creationId xmlns:a16="http://schemas.microsoft.com/office/drawing/2014/main" id="{EC7D2181-78E3-7CA8-FA31-28D57E811F71}"/>
                    </a:ext>
                  </a:extLst>
                </p14:cNvPr>
                <p14:cNvContentPartPr/>
                <p14:nvPr/>
              </p14:nvContentPartPr>
              <p14:xfrm>
                <a:off x="7410870" y="2576262"/>
                <a:ext cx="169560" cy="82800"/>
              </p14:xfrm>
            </p:contentPart>
          </mc:Choice>
          <mc:Fallback>
            <p:pic>
              <p:nvPicPr>
                <p:cNvPr id="171" name="Ink 170">
                  <a:extLst>
                    <a:ext uri="{FF2B5EF4-FFF2-40B4-BE49-F238E27FC236}">
                      <a16:creationId xmlns:a16="http://schemas.microsoft.com/office/drawing/2014/main" id="{EC7D2181-78E3-7CA8-FA31-28D57E811F71}"/>
                    </a:ext>
                  </a:extLst>
                </p:cNvPr>
                <p:cNvPicPr/>
                <p:nvPr/>
              </p:nvPicPr>
              <p:blipFill>
                <a:blip r:embed="rId269"/>
                <a:stretch>
                  <a:fillRect/>
                </a:stretch>
              </p:blipFill>
              <p:spPr>
                <a:xfrm>
                  <a:off x="7402230" y="2567622"/>
                  <a:ext cx="18720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3" name="Ink 172">
                  <a:extLst>
                    <a:ext uri="{FF2B5EF4-FFF2-40B4-BE49-F238E27FC236}">
                      <a16:creationId xmlns:a16="http://schemas.microsoft.com/office/drawing/2014/main" id="{88E55822-C72A-A5CA-5A6D-D942DC0B946F}"/>
                    </a:ext>
                  </a:extLst>
                </p14:cNvPr>
                <p14:cNvContentPartPr/>
                <p14:nvPr/>
              </p14:nvContentPartPr>
              <p14:xfrm>
                <a:off x="7533270" y="3798102"/>
                <a:ext cx="6840" cy="96840"/>
              </p14:xfrm>
            </p:contentPart>
          </mc:Choice>
          <mc:Fallback>
            <p:pic>
              <p:nvPicPr>
                <p:cNvPr id="173" name="Ink 172">
                  <a:extLst>
                    <a:ext uri="{FF2B5EF4-FFF2-40B4-BE49-F238E27FC236}">
                      <a16:creationId xmlns:a16="http://schemas.microsoft.com/office/drawing/2014/main" id="{88E55822-C72A-A5CA-5A6D-D942DC0B946F}"/>
                    </a:ext>
                  </a:extLst>
                </p:cNvPr>
                <p:cNvPicPr/>
                <p:nvPr/>
              </p:nvPicPr>
              <p:blipFill>
                <a:blip r:embed="rId271"/>
                <a:stretch>
                  <a:fillRect/>
                </a:stretch>
              </p:blipFill>
              <p:spPr>
                <a:xfrm>
                  <a:off x="7524270" y="3789102"/>
                  <a:ext cx="244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4" name="Ink 173">
                  <a:extLst>
                    <a:ext uri="{FF2B5EF4-FFF2-40B4-BE49-F238E27FC236}">
                      <a16:creationId xmlns:a16="http://schemas.microsoft.com/office/drawing/2014/main" id="{3A0E27BC-E3AA-3000-3F42-CBF3E58B3042}"/>
                    </a:ext>
                  </a:extLst>
                </p14:cNvPr>
                <p14:cNvContentPartPr/>
                <p14:nvPr/>
              </p14:nvContentPartPr>
              <p14:xfrm>
                <a:off x="7427070" y="3711342"/>
                <a:ext cx="250200" cy="264240"/>
              </p14:xfrm>
            </p:contentPart>
          </mc:Choice>
          <mc:Fallback>
            <p:pic>
              <p:nvPicPr>
                <p:cNvPr id="174" name="Ink 173">
                  <a:extLst>
                    <a:ext uri="{FF2B5EF4-FFF2-40B4-BE49-F238E27FC236}">
                      <a16:creationId xmlns:a16="http://schemas.microsoft.com/office/drawing/2014/main" id="{3A0E27BC-E3AA-3000-3F42-CBF3E58B3042}"/>
                    </a:ext>
                  </a:extLst>
                </p:cNvPr>
                <p:cNvPicPr/>
                <p:nvPr/>
              </p:nvPicPr>
              <p:blipFill>
                <a:blip r:embed="rId273"/>
                <a:stretch>
                  <a:fillRect/>
                </a:stretch>
              </p:blipFill>
              <p:spPr>
                <a:xfrm>
                  <a:off x="7418430" y="3702342"/>
                  <a:ext cx="26784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6" name="Ink 175">
                  <a:extLst>
                    <a:ext uri="{FF2B5EF4-FFF2-40B4-BE49-F238E27FC236}">
                      <a16:creationId xmlns:a16="http://schemas.microsoft.com/office/drawing/2014/main" id="{0CE72980-B94E-9D41-F5CA-403F6C4731E7}"/>
                    </a:ext>
                  </a:extLst>
                </p14:cNvPr>
                <p14:cNvContentPartPr/>
                <p14:nvPr/>
              </p14:nvContentPartPr>
              <p14:xfrm>
                <a:off x="6524910" y="3099702"/>
                <a:ext cx="118800" cy="139680"/>
              </p14:xfrm>
            </p:contentPart>
          </mc:Choice>
          <mc:Fallback>
            <p:pic>
              <p:nvPicPr>
                <p:cNvPr id="176" name="Ink 175">
                  <a:extLst>
                    <a:ext uri="{FF2B5EF4-FFF2-40B4-BE49-F238E27FC236}">
                      <a16:creationId xmlns:a16="http://schemas.microsoft.com/office/drawing/2014/main" id="{0CE72980-B94E-9D41-F5CA-403F6C4731E7}"/>
                    </a:ext>
                  </a:extLst>
                </p:cNvPr>
                <p:cNvPicPr/>
                <p:nvPr/>
              </p:nvPicPr>
              <p:blipFill>
                <a:blip r:embed="rId275"/>
                <a:stretch>
                  <a:fillRect/>
                </a:stretch>
              </p:blipFill>
              <p:spPr>
                <a:xfrm>
                  <a:off x="6516270" y="3090702"/>
                  <a:ext cx="1364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7" name="Ink 176">
                  <a:extLst>
                    <a:ext uri="{FF2B5EF4-FFF2-40B4-BE49-F238E27FC236}">
                      <a16:creationId xmlns:a16="http://schemas.microsoft.com/office/drawing/2014/main" id="{6602DB56-F233-7350-852C-0DFE30E0727C}"/>
                    </a:ext>
                  </a:extLst>
                </p14:cNvPr>
                <p14:cNvContentPartPr/>
                <p14:nvPr/>
              </p14:nvContentPartPr>
              <p14:xfrm>
                <a:off x="6445350" y="3063342"/>
                <a:ext cx="286920" cy="228600"/>
              </p14:xfrm>
            </p:contentPart>
          </mc:Choice>
          <mc:Fallback>
            <p:pic>
              <p:nvPicPr>
                <p:cNvPr id="177" name="Ink 176">
                  <a:extLst>
                    <a:ext uri="{FF2B5EF4-FFF2-40B4-BE49-F238E27FC236}">
                      <a16:creationId xmlns:a16="http://schemas.microsoft.com/office/drawing/2014/main" id="{6602DB56-F233-7350-852C-0DFE30E0727C}"/>
                    </a:ext>
                  </a:extLst>
                </p:cNvPr>
                <p:cNvPicPr/>
                <p:nvPr/>
              </p:nvPicPr>
              <p:blipFill>
                <a:blip r:embed="rId277"/>
                <a:stretch>
                  <a:fillRect/>
                </a:stretch>
              </p:blipFill>
              <p:spPr>
                <a:xfrm>
                  <a:off x="6436710" y="3054702"/>
                  <a:ext cx="3045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8" name="Ink 177">
                  <a:extLst>
                    <a:ext uri="{FF2B5EF4-FFF2-40B4-BE49-F238E27FC236}">
                      <a16:creationId xmlns:a16="http://schemas.microsoft.com/office/drawing/2014/main" id="{CD217531-23D7-E7FB-70CF-7C96474BE076}"/>
                    </a:ext>
                  </a:extLst>
                </p14:cNvPr>
                <p14:cNvContentPartPr/>
                <p14:nvPr/>
              </p14:nvContentPartPr>
              <p14:xfrm>
                <a:off x="6808950" y="3119502"/>
                <a:ext cx="134640" cy="133920"/>
              </p14:xfrm>
            </p:contentPart>
          </mc:Choice>
          <mc:Fallback>
            <p:pic>
              <p:nvPicPr>
                <p:cNvPr id="178" name="Ink 177">
                  <a:extLst>
                    <a:ext uri="{FF2B5EF4-FFF2-40B4-BE49-F238E27FC236}">
                      <a16:creationId xmlns:a16="http://schemas.microsoft.com/office/drawing/2014/main" id="{CD217531-23D7-E7FB-70CF-7C96474BE076}"/>
                    </a:ext>
                  </a:extLst>
                </p:cNvPr>
                <p:cNvPicPr/>
                <p:nvPr/>
              </p:nvPicPr>
              <p:blipFill>
                <a:blip r:embed="rId279"/>
                <a:stretch>
                  <a:fillRect/>
                </a:stretch>
              </p:blipFill>
              <p:spPr>
                <a:xfrm>
                  <a:off x="6800310" y="3110502"/>
                  <a:ext cx="1522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9" name="Ink 178">
                  <a:extLst>
                    <a:ext uri="{FF2B5EF4-FFF2-40B4-BE49-F238E27FC236}">
                      <a16:creationId xmlns:a16="http://schemas.microsoft.com/office/drawing/2014/main" id="{69F53FD0-BFCB-297B-E469-C55BFAA13585}"/>
                    </a:ext>
                  </a:extLst>
                </p14:cNvPr>
                <p14:cNvContentPartPr/>
                <p14:nvPr/>
              </p14:nvContentPartPr>
              <p14:xfrm>
                <a:off x="6953310" y="3129582"/>
                <a:ext cx="101880" cy="92880"/>
              </p14:xfrm>
            </p:contentPart>
          </mc:Choice>
          <mc:Fallback>
            <p:pic>
              <p:nvPicPr>
                <p:cNvPr id="179" name="Ink 178">
                  <a:extLst>
                    <a:ext uri="{FF2B5EF4-FFF2-40B4-BE49-F238E27FC236}">
                      <a16:creationId xmlns:a16="http://schemas.microsoft.com/office/drawing/2014/main" id="{69F53FD0-BFCB-297B-E469-C55BFAA13585}"/>
                    </a:ext>
                  </a:extLst>
                </p:cNvPr>
                <p:cNvPicPr/>
                <p:nvPr/>
              </p:nvPicPr>
              <p:blipFill>
                <a:blip r:embed="rId281"/>
                <a:stretch>
                  <a:fillRect/>
                </a:stretch>
              </p:blipFill>
              <p:spPr>
                <a:xfrm>
                  <a:off x="6944310" y="3120942"/>
                  <a:ext cx="11952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80" name="Ink 179">
                  <a:extLst>
                    <a:ext uri="{FF2B5EF4-FFF2-40B4-BE49-F238E27FC236}">
                      <a16:creationId xmlns:a16="http://schemas.microsoft.com/office/drawing/2014/main" id="{59AB8DF0-F1D1-D44C-95BA-A96F4DF750E6}"/>
                    </a:ext>
                  </a:extLst>
                </p14:cNvPr>
                <p14:cNvContentPartPr/>
                <p14:nvPr/>
              </p14:nvContentPartPr>
              <p14:xfrm>
                <a:off x="7075350" y="3148662"/>
                <a:ext cx="64440" cy="74160"/>
              </p14:xfrm>
            </p:contentPart>
          </mc:Choice>
          <mc:Fallback>
            <p:pic>
              <p:nvPicPr>
                <p:cNvPr id="180" name="Ink 179">
                  <a:extLst>
                    <a:ext uri="{FF2B5EF4-FFF2-40B4-BE49-F238E27FC236}">
                      <a16:creationId xmlns:a16="http://schemas.microsoft.com/office/drawing/2014/main" id="{59AB8DF0-F1D1-D44C-95BA-A96F4DF750E6}"/>
                    </a:ext>
                  </a:extLst>
                </p:cNvPr>
                <p:cNvPicPr/>
                <p:nvPr/>
              </p:nvPicPr>
              <p:blipFill>
                <a:blip r:embed="rId283"/>
                <a:stretch>
                  <a:fillRect/>
                </a:stretch>
              </p:blipFill>
              <p:spPr>
                <a:xfrm>
                  <a:off x="7066710" y="3140022"/>
                  <a:ext cx="820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81" name="Ink 180">
                  <a:extLst>
                    <a:ext uri="{FF2B5EF4-FFF2-40B4-BE49-F238E27FC236}">
                      <a16:creationId xmlns:a16="http://schemas.microsoft.com/office/drawing/2014/main" id="{4FCEA45C-A133-B0A2-9762-9F996F19EC99}"/>
                    </a:ext>
                  </a:extLst>
                </p14:cNvPr>
                <p14:cNvContentPartPr/>
                <p14:nvPr/>
              </p14:nvContentPartPr>
              <p14:xfrm>
                <a:off x="7181190" y="3178182"/>
                <a:ext cx="2160" cy="4320"/>
              </p14:xfrm>
            </p:contentPart>
          </mc:Choice>
          <mc:Fallback>
            <p:pic>
              <p:nvPicPr>
                <p:cNvPr id="181" name="Ink 180">
                  <a:extLst>
                    <a:ext uri="{FF2B5EF4-FFF2-40B4-BE49-F238E27FC236}">
                      <a16:creationId xmlns:a16="http://schemas.microsoft.com/office/drawing/2014/main" id="{4FCEA45C-A133-B0A2-9762-9F996F19EC99}"/>
                    </a:ext>
                  </a:extLst>
                </p:cNvPr>
                <p:cNvPicPr/>
                <p:nvPr/>
              </p:nvPicPr>
              <p:blipFill>
                <a:blip r:embed="rId39"/>
                <a:stretch>
                  <a:fillRect/>
                </a:stretch>
              </p:blipFill>
              <p:spPr>
                <a:xfrm>
                  <a:off x="7172190" y="3169542"/>
                  <a:ext cx="198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82" name="Ink 181">
                  <a:extLst>
                    <a:ext uri="{FF2B5EF4-FFF2-40B4-BE49-F238E27FC236}">
                      <a16:creationId xmlns:a16="http://schemas.microsoft.com/office/drawing/2014/main" id="{515FC47E-6A8A-4184-F9B5-A65A18C52A70}"/>
                    </a:ext>
                  </a:extLst>
                </p14:cNvPr>
                <p14:cNvContentPartPr/>
                <p14:nvPr/>
              </p14:nvContentPartPr>
              <p14:xfrm>
                <a:off x="6625710" y="3358902"/>
                <a:ext cx="148680" cy="128520"/>
              </p14:xfrm>
            </p:contentPart>
          </mc:Choice>
          <mc:Fallback>
            <p:pic>
              <p:nvPicPr>
                <p:cNvPr id="182" name="Ink 181">
                  <a:extLst>
                    <a:ext uri="{FF2B5EF4-FFF2-40B4-BE49-F238E27FC236}">
                      <a16:creationId xmlns:a16="http://schemas.microsoft.com/office/drawing/2014/main" id="{515FC47E-6A8A-4184-F9B5-A65A18C52A70}"/>
                    </a:ext>
                  </a:extLst>
                </p:cNvPr>
                <p:cNvPicPr/>
                <p:nvPr/>
              </p:nvPicPr>
              <p:blipFill>
                <a:blip r:embed="rId286"/>
                <a:stretch>
                  <a:fillRect/>
                </a:stretch>
              </p:blipFill>
              <p:spPr>
                <a:xfrm>
                  <a:off x="6617070" y="3349902"/>
                  <a:ext cx="1663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83" name="Ink 182">
                  <a:extLst>
                    <a:ext uri="{FF2B5EF4-FFF2-40B4-BE49-F238E27FC236}">
                      <a16:creationId xmlns:a16="http://schemas.microsoft.com/office/drawing/2014/main" id="{ECAF8D92-B65B-E89F-4A65-209CB2EE0996}"/>
                    </a:ext>
                  </a:extLst>
                </p14:cNvPr>
                <p14:cNvContentPartPr/>
                <p14:nvPr/>
              </p14:nvContentPartPr>
              <p14:xfrm>
                <a:off x="6809310" y="3354942"/>
                <a:ext cx="83160" cy="132480"/>
              </p14:xfrm>
            </p:contentPart>
          </mc:Choice>
          <mc:Fallback>
            <p:pic>
              <p:nvPicPr>
                <p:cNvPr id="183" name="Ink 182">
                  <a:extLst>
                    <a:ext uri="{FF2B5EF4-FFF2-40B4-BE49-F238E27FC236}">
                      <a16:creationId xmlns:a16="http://schemas.microsoft.com/office/drawing/2014/main" id="{ECAF8D92-B65B-E89F-4A65-209CB2EE0996}"/>
                    </a:ext>
                  </a:extLst>
                </p:cNvPr>
                <p:cNvPicPr/>
                <p:nvPr/>
              </p:nvPicPr>
              <p:blipFill>
                <a:blip r:embed="rId288"/>
                <a:stretch>
                  <a:fillRect/>
                </a:stretch>
              </p:blipFill>
              <p:spPr>
                <a:xfrm>
                  <a:off x="6800670" y="3346302"/>
                  <a:ext cx="10080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84" name="Ink 183">
                  <a:extLst>
                    <a:ext uri="{FF2B5EF4-FFF2-40B4-BE49-F238E27FC236}">
                      <a16:creationId xmlns:a16="http://schemas.microsoft.com/office/drawing/2014/main" id="{F04F88FB-EF9A-19EA-06B8-946AB5631B06}"/>
                    </a:ext>
                  </a:extLst>
                </p14:cNvPr>
                <p14:cNvContentPartPr/>
                <p14:nvPr/>
              </p14:nvContentPartPr>
              <p14:xfrm>
                <a:off x="6816150" y="3438462"/>
                <a:ext cx="111240" cy="14040"/>
              </p14:xfrm>
            </p:contentPart>
          </mc:Choice>
          <mc:Fallback>
            <p:pic>
              <p:nvPicPr>
                <p:cNvPr id="184" name="Ink 183">
                  <a:extLst>
                    <a:ext uri="{FF2B5EF4-FFF2-40B4-BE49-F238E27FC236}">
                      <a16:creationId xmlns:a16="http://schemas.microsoft.com/office/drawing/2014/main" id="{F04F88FB-EF9A-19EA-06B8-946AB5631B06}"/>
                    </a:ext>
                  </a:extLst>
                </p:cNvPr>
                <p:cNvPicPr/>
                <p:nvPr/>
              </p:nvPicPr>
              <p:blipFill>
                <a:blip r:embed="rId290"/>
                <a:stretch>
                  <a:fillRect/>
                </a:stretch>
              </p:blipFill>
              <p:spPr>
                <a:xfrm>
                  <a:off x="6807150" y="3429462"/>
                  <a:ext cx="1288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86" name="Ink 185">
                  <a:extLst>
                    <a:ext uri="{FF2B5EF4-FFF2-40B4-BE49-F238E27FC236}">
                      <a16:creationId xmlns:a16="http://schemas.microsoft.com/office/drawing/2014/main" id="{CB16E7C9-31DB-3902-334E-CBB5A25FE3D1}"/>
                    </a:ext>
                  </a:extLst>
                </p14:cNvPr>
                <p14:cNvContentPartPr/>
                <p14:nvPr/>
              </p14:nvContentPartPr>
              <p14:xfrm>
                <a:off x="7613550" y="3143982"/>
                <a:ext cx="106200" cy="103680"/>
              </p14:xfrm>
            </p:contentPart>
          </mc:Choice>
          <mc:Fallback>
            <p:pic>
              <p:nvPicPr>
                <p:cNvPr id="186" name="Ink 185">
                  <a:extLst>
                    <a:ext uri="{FF2B5EF4-FFF2-40B4-BE49-F238E27FC236}">
                      <a16:creationId xmlns:a16="http://schemas.microsoft.com/office/drawing/2014/main" id="{CB16E7C9-31DB-3902-334E-CBB5A25FE3D1}"/>
                    </a:ext>
                  </a:extLst>
                </p:cNvPr>
                <p:cNvPicPr/>
                <p:nvPr/>
              </p:nvPicPr>
              <p:blipFill>
                <a:blip r:embed="rId292"/>
                <a:stretch>
                  <a:fillRect/>
                </a:stretch>
              </p:blipFill>
              <p:spPr>
                <a:xfrm>
                  <a:off x="7604550" y="3135342"/>
                  <a:ext cx="12384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87" name="Ink 186">
                  <a:extLst>
                    <a:ext uri="{FF2B5EF4-FFF2-40B4-BE49-F238E27FC236}">
                      <a16:creationId xmlns:a16="http://schemas.microsoft.com/office/drawing/2014/main" id="{90E463DA-8E2F-496A-1D53-0D0F7CB009CF}"/>
                    </a:ext>
                  </a:extLst>
                </p14:cNvPr>
                <p14:cNvContentPartPr/>
                <p14:nvPr/>
              </p14:nvContentPartPr>
              <p14:xfrm>
                <a:off x="7505190" y="3076662"/>
                <a:ext cx="258480" cy="246960"/>
              </p14:xfrm>
            </p:contentPart>
          </mc:Choice>
          <mc:Fallback>
            <p:pic>
              <p:nvPicPr>
                <p:cNvPr id="187" name="Ink 186">
                  <a:extLst>
                    <a:ext uri="{FF2B5EF4-FFF2-40B4-BE49-F238E27FC236}">
                      <a16:creationId xmlns:a16="http://schemas.microsoft.com/office/drawing/2014/main" id="{90E463DA-8E2F-496A-1D53-0D0F7CB009CF}"/>
                    </a:ext>
                  </a:extLst>
                </p:cNvPr>
                <p:cNvPicPr/>
                <p:nvPr/>
              </p:nvPicPr>
              <p:blipFill>
                <a:blip r:embed="rId294"/>
                <a:stretch>
                  <a:fillRect/>
                </a:stretch>
              </p:blipFill>
              <p:spPr>
                <a:xfrm>
                  <a:off x="7496190" y="3068022"/>
                  <a:ext cx="2761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89" name="Ink 188">
                  <a:extLst>
                    <a:ext uri="{FF2B5EF4-FFF2-40B4-BE49-F238E27FC236}">
                      <a16:creationId xmlns:a16="http://schemas.microsoft.com/office/drawing/2014/main" id="{67B68CC8-2686-4420-E4C9-B50BD4DF71EB}"/>
                    </a:ext>
                  </a:extLst>
                </p14:cNvPr>
                <p14:cNvContentPartPr/>
                <p14:nvPr/>
              </p14:nvContentPartPr>
              <p14:xfrm>
                <a:off x="7848270" y="3155502"/>
                <a:ext cx="126720" cy="164520"/>
              </p14:xfrm>
            </p:contentPart>
          </mc:Choice>
          <mc:Fallback>
            <p:pic>
              <p:nvPicPr>
                <p:cNvPr id="189" name="Ink 188">
                  <a:extLst>
                    <a:ext uri="{FF2B5EF4-FFF2-40B4-BE49-F238E27FC236}">
                      <a16:creationId xmlns:a16="http://schemas.microsoft.com/office/drawing/2014/main" id="{67B68CC8-2686-4420-E4C9-B50BD4DF71EB}"/>
                    </a:ext>
                  </a:extLst>
                </p:cNvPr>
                <p:cNvPicPr/>
                <p:nvPr/>
              </p:nvPicPr>
              <p:blipFill>
                <a:blip r:embed="rId296"/>
                <a:stretch>
                  <a:fillRect/>
                </a:stretch>
              </p:blipFill>
              <p:spPr>
                <a:xfrm>
                  <a:off x="7839270" y="3146502"/>
                  <a:ext cx="1443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90" name="Ink 189">
                  <a:extLst>
                    <a:ext uri="{FF2B5EF4-FFF2-40B4-BE49-F238E27FC236}">
                      <a16:creationId xmlns:a16="http://schemas.microsoft.com/office/drawing/2014/main" id="{1EC516B2-2280-3A51-082E-0466750C2726}"/>
                    </a:ext>
                  </a:extLst>
                </p14:cNvPr>
                <p14:cNvContentPartPr/>
                <p14:nvPr/>
              </p14:nvContentPartPr>
              <p14:xfrm>
                <a:off x="7863750" y="3231822"/>
                <a:ext cx="225360" cy="29880"/>
              </p14:xfrm>
            </p:contentPart>
          </mc:Choice>
          <mc:Fallback>
            <p:pic>
              <p:nvPicPr>
                <p:cNvPr id="190" name="Ink 189">
                  <a:extLst>
                    <a:ext uri="{FF2B5EF4-FFF2-40B4-BE49-F238E27FC236}">
                      <a16:creationId xmlns:a16="http://schemas.microsoft.com/office/drawing/2014/main" id="{1EC516B2-2280-3A51-082E-0466750C2726}"/>
                    </a:ext>
                  </a:extLst>
                </p:cNvPr>
                <p:cNvPicPr/>
                <p:nvPr/>
              </p:nvPicPr>
              <p:blipFill>
                <a:blip r:embed="rId298"/>
                <a:stretch>
                  <a:fillRect/>
                </a:stretch>
              </p:blipFill>
              <p:spPr>
                <a:xfrm>
                  <a:off x="7854750" y="3223182"/>
                  <a:ext cx="24300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91" name="Ink 190">
                  <a:extLst>
                    <a:ext uri="{FF2B5EF4-FFF2-40B4-BE49-F238E27FC236}">
                      <a16:creationId xmlns:a16="http://schemas.microsoft.com/office/drawing/2014/main" id="{7C79BF19-CD6E-18EA-5D9A-10D4D176CDC0}"/>
                    </a:ext>
                  </a:extLst>
                </p14:cNvPr>
                <p14:cNvContentPartPr/>
                <p14:nvPr/>
              </p14:nvContentPartPr>
              <p14:xfrm>
                <a:off x="8097390" y="3197622"/>
                <a:ext cx="162360" cy="151560"/>
              </p14:xfrm>
            </p:contentPart>
          </mc:Choice>
          <mc:Fallback>
            <p:pic>
              <p:nvPicPr>
                <p:cNvPr id="191" name="Ink 190">
                  <a:extLst>
                    <a:ext uri="{FF2B5EF4-FFF2-40B4-BE49-F238E27FC236}">
                      <a16:creationId xmlns:a16="http://schemas.microsoft.com/office/drawing/2014/main" id="{7C79BF19-CD6E-18EA-5D9A-10D4D176CDC0}"/>
                    </a:ext>
                  </a:extLst>
                </p:cNvPr>
                <p:cNvPicPr/>
                <p:nvPr/>
              </p:nvPicPr>
              <p:blipFill>
                <a:blip r:embed="rId300"/>
                <a:stretch>
                  <a:fillRect/>
                </a:stretch>
              </p:blipFill>
              <p:spPr>
                <a:xfrm>
                  <a:off x="8088390" y="3188982"/>
                  <a:ext cx="18000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92" name="Ink 191">
                  <a:extLst>
                    <a:ext uri="{FF2B5EF4-FFF2-40B4-BE49-F238E27FC236}">
                      <a16:creationId xmlns:a16="http://schemas.microsoft.com/office/drawing/2014/main" id="{9E124F33-8995-284E-6502-73C1BEDCFAA6}"/>
                    </a:ext>
                  </a:extLst>
                </p14:cNvPr>
                <p14:cNvContentPartPr/>
                <p14:nvPr/>
              </p14:nvContentPartPr>
              <p14:xfrm>
                <a:off x="8185230" y="3214902"/>
                <a:ext cx="172800" cy="146160"/>
              </p14:xfrm>
            </p:contentPart>
          </mc:Choice>
          <mc:Fallback>
            <p:pic>
              <p:nvPicPr>
                <p:cNvPr id="192" name="Ink 191">
                  <a:extLst>
                    <a:ext uri="{FF2B5EF4-FFF2-40B4-BE49-F238E27FC236}">
                      <a16:creationId xmlns:a16="http://schemas.microsoft.com/office/drawing/2014/main" id="{9E124F33-8995-284E-6502-73C1BEDCFAA6}"/>
                    </a:ext>
                  </a:extLst>
                </p:cNvPr>
                <p:cNvPicPr/>
                <p:nvPr/>
              </p:nvPicPr>
              <p:blipFill>
                <a:blip r:embed="rId302"/>
                <a:stretch>
                  <a:fillRect/>
                </a:stretch>
              </p:blipFill>
              <p:spPr>
                <a:xfrm>
                  <a:off x="8176230" y="3205902"/>
                  <a:ext cx="1904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93" name="Ink 192">
                  <a:extLst>
                    <a:ext uri="{FF2B5EF4-FFF2-40B4-BE49-F238E27FC236}">
                      <a16:creationId xmlns:a16="http://schemas.microsoft.com/office/drawing/2014/main" id="{DCC0056B-18FE-C470-A467-AC65793F5572}"/>
                    </a:ext>
                  </a:extLst>
                </p14:cNvPr>
                <p14:cNvContentPartPr/>
                <p14:nvPr/>
              </p14:nvContentPartPr>
              <p14:xfrm>
                <a:off x="8029710" y="3246582"/>
                <a:ext cx="159480" cy="93960"/>
              </p14:xfrm>
            </p:contentPart>
          </mc:Choice>
          <mc:Fallback>
            <p:pic>
              <p:nvPicPr>
                <p:cNvPr id="193" name="Ink 192">
                  <a:extLst>
                    <a:ext uri="{FF2B5EF4-FFF2-40B4-BE49-F238E27FC236}">
                      <a16:creationId xmlns:a16="http://schemas.microsoft.com/office/drawing/2014/main" id="{DCC0056B-18FE-C470-A467-AC65793F5572}"/>
                    </a:ext>
                  </a:extLst>
                </p:cNvPr>
                <p:cNvPicPr/>
                <p:nvPr/>
              </p:nvPicPr>
              <p:blipFill>
                <a:blip r:embed="rId304"/>
                <a:stretch>
                  <a:fillRect/>
                </a:stretch>
              </p:blipFill>
              <p:spPr>
                <a:xfrm>
                  <a:off x="8020710" y="3237942"/>
                  <a:ext cx="17712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95" name="Ink 194">
                  <a:extLst>
                    <a:ext uri="{FF2B5EF4-FFF2-40B4-BE49-F238E27FC236}">
                      <a16:creationId xmlns:a16="http://schemas.microsoft.com/office/drawing/2014/main" id="{02657C3E-6885-11CC-3DC9-AE620E65DD13}"/>
                    </a:ext>
                  </a:extLst>
                </p14:cNvPr>
                <p14:cNvContentPartPr/>
                <p14:nvPr/>
              </p14:nvContentPartPr>
              <p14:xfrm>
                <a:off x="7985430" y="2892342"/>
                <a:ext cx="36360" cy="115200"/>
              </p14:xfrm>
            </p:contentPart>
          </mc:Choice>
          <mc:Fallback>
            <p:pic>
              <p:nvPicPr>
                <p:cNvPr id="195" name="Ink 194">
                  <a:extLst>
                    <a:ext uri="{FF2B5EF4-FFF2-40B4-BE49-F238E27FC236}">
                      <a16:creationId xmlns:a16="http://schemas.microsoft.com/office/drawing/2014/main" id="{02657C3E-6885-11CC-3DC9-AE620E65DD13}"/>
                    </a:ext>
                  </a:extLst>
                </p:cNvPr>
                <p:cNvPicPr/>
                <p:nvPr/>
              </p:nvPicPr>
              <p:blipFill>
                <a:blip r:embed="rId306"/>
                <a:stretch>
                  <a:fillRect/>
                </a:stretch>
              </p:blipFill>
              <p:spPr>
                <a:xfrm>
                  <a:off x="7976430" y="2883342"/>
                  <a:ext cx="540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96" name="Ink 195">
                  <a:extLst>
                    <a:ext uri="{FF2B5EF4-FFF2-40B4-BE49-F238E27FC236}">
                      <a16:creationId xmlns:a16="http://schemas.microsoft.com/office/drawing/2014/main" id="{B6FD40BE-401E-E143-5B26-7092F3EC8987}"/>
                    </a:ext>
                  </a:extLst>
                </p14:cNvPr>
                <p14:cNvContentPartPr/>
                <p14:nvPr/>
              </p14:nvContentPartPr>
              <p14:xfrm>
                <a:off x="8014230" y="2858142"/>
                <a:ext cx="162720" cy="156960"/>
              </p14:xfrm>
            </p:contentPart>
          </mc:Choice>
          <mc:Fallback>
            <p:pic>
              <p:nvPicPr>
                <p:cNvPr id="196" name="Ink 195">
                  <a:extLst>
                    <a:ext uri="{FF2B5EF4-FFF2-40B4-BE49-F238E27FC236}">
                      <a16:creationId xmlns:a16="http://schemas.microsoft.com/office/drawing/2014/main" id="{B6FD40BE-401E-E143-5B26-7092F3EC8987}"/>
                    </a:ext>
                  </a:extLst>
                </p:cNvPr>
                <p:cNvPicPr/>
                <p:nvPr/>
              </p:nvPicPr>
              <p:blipFill>
                <a:blip r:embed="rId308"/>
                <a:stretch>
                  <a:fillRect/>
                </a:stretch>
              </p:blipFill>
              <p:spPr>
                <a:xfrm>
                  <a:off x="8005230" y="2849502"/>
                  <a:ext cx="1803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197" name="Ink 196">
                  <a:extLst>
                    <a:ext uri="{FF2B5EF4-FFF2-40B4-BE49-F238E27FC236}">
                      <a16:creationId xmlns:a16="http://schemas.microsoft.com/office/drawing/2014/main" id="{6D3649D4-9C5C-C27B-F83A-E80264755D8B}"/>
                    </a:ext>
                  </a:extLst>
                </p14:cNvPr>
                <p14:cNvContentPartPr/>
                <p14:nvPr/>
              </p14:nvContentPartPr>
              <p14:xfrm>
                <a:off x="8219430" y="2899542"/>
                <a:ext cx="108360" cy="132480"/>
              </p14:xfrm>
            </p:contentPart>
          </mc:Choice>
          <mc:Fallback>
            <p:pic>
              <p:nvPicPr>
                <p:cNvPr id="197" name="Ink 196">
                  <a:extLst>
                    <a:ext uri="{FF2B5EF4-FFF2-40B4-BE49-F238E27FC236}">
                      <a16:creationId xmlns:a16="http://schemas.microsoft.com/office/drawing/2014/main" id="{6D3649D4-9C5C-C27B-F83A-E80264755D8B}"/>
                    </a:ext>
                  </a:extLst>
                </p:cNvPr>
                <p:cNvPicPr/>
                <p:nvPr/>
              </p:nvPicPr>
              <p:blipFill>
                <a:blip r:embed="rId310"/>
                <a:stretch>
                  <a:fillRect/>
                </a:stretch>
              </p:blipFill>
              <p:spPr>
                <a:xfrm>
                  <a:off x="8210790" y="2890542"/>
                  <a:ext cx="12600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98" name="Ink 197">
                  <a:extLst>
                    <a:ext uri="{FF2B5EF4-FFF2-40B4-BE49-F238E27FC236}">
                      <a16:creationId xmlns:a16="http://schemas.microsoft.com/office/drawing/2014/main" id="{958015A4-A1C8-3101-7062-D77858E2829A}"/>
                    </a:ext>
                  </a:extLst>
                </p14:cNvPr>
                <p14:cNvContentPartPr/>
                <p14:nvPr/>
              </p14:nvContentPartPr>
              <p14:xfrm>
                <a:off x="7751070" y="2738982"/>
                <a:ext cx="780840" cy="444960"/>
              </p14:xfrm>
            </p:contentPart>
          </mc:Choice>
          <mc:Fallback>
            <p:pic>
              <p:nvPicPr>
                <p:cNvPr id="198" name="Ink 197">
                  <a:extLst>
                    <a:ext uri="{FF2B5EF4-FFF2-40B4-BE49-F238E27FC236}">
                      <a16:creationId xmlns:a16="http://schemas.microsoft.com/office/drawing/2014/main" id="{958015A4-A1C8-3101-7062-D77858E2829A}"/>
                    </a:ext>
                  </a:extLst>
                </p:cNvPr>
                <p:cNvPicPr/>
                <p:nvPr/>
              </p:nvPicPr>
              <p:blipFill>
                <a:blip r:embed="rId312"/>
                <a:stretch>
                  <a:fillRect/>
                </a:stretch>
              </p:blipFill>
              <p:spPr>
                <a:xfrm>
                  <a:off x="7742430" y="2730342"/>
                  <a:ext cx="798480" cy="462600"/>
                </a:xfrm>
                <a:prstGeom prst="rect">
                  <a:avLst/>
                </a:prstGeom>
              </p:spPr>
            </p:pic>
          </mc:Fallback>
        </mc:AlternateContent>
      </p:grpSp>
    </p:spTree>
    <p:extLst>
      <p:ext uri="{BB962C8B-B14F-4D97-AF65-F5344CB8AC3E}">
        <p14:creationId xmlns:p14="http://schemas.microsoft.com/office/powerpoint/2010/main" val="323876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6DC3-BFE9-444C-3330-990A32910D4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7A6D2E-59C9-BA98-EE2F-F9D26A0D7C6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AA82B10C-3EDB-259A-2A2E-865E52FAF74E}"/>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6888A3F7-AF8A-8880-F9F2-7668BA086D12}"/>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SAP Mobile Service</a:t>
            </a:r>
          </a:p>
        </p:txBody>
      </p:sp>
      <p:sp>
        <p:nvSpPr>
          <p:cNvPr id="2" name="TextBox 1">
            <a:extLst>
              <a:ext uri="{FF2B5EF4-FFF2-40B4-BE49-F238E27FC236}">
                <a16:creationId xmlns:a16="http://schemas.microsoft.com/office/drawing/2014/main" id="{CB709613-4DB6-B3DE-A60F-D4E43E217E02}"/>
              </a:ext>
            </a:extLst>
          </p:cNvPr>
          <p:cNvSpPr txBox="1"/>
          <p:nvPr/>
        </p:nvSpPr>
        <p:spPr>
          <a:xfrm>
            <a:off x="76200" y="834628"/>
            <a:ext cx="8839200" cy="4069557"/>
          </a:xfrm>
          <a:prstGeom prst="rect">
            <a:avLst/>
          </a:prstGeom>
        </p:spPr>
        <p:txBody>
          <a:bodyPr vert="horz" lIns="91440" tIns="45720" rIns="91440" bIns="45720" rtlCol="0">
            <a:normAutofit lnSpcReduction="10000"/>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SAP BTP Mobile Services is a key component of SAP Business Technology Platform (BTP) that provides tools and capabilities to build, manage, and run mobile applications securely and efficiently. It acts as a bridge between backend systems (like SAP S/4HANA, SAP BTP services, or other data sources) and mobile front-end apps, enabling developers to focus more on the user experience and business logic rather than infrastructure.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SAP BTP Mobile Services provides a </a:t>
            </a:r>
            <a:r>
              <a:rPr kumimoji="0" lang="en-IN" sz="1400" b="1" i="0" u="none" strike="noStrike" kern="1200" cap="none" spc="0" normalizeH="0" baseline="0" noProof="0" dirty="0">
                <a:ln>
                  <a:noFill/>
                </a:ln>
                <a:solidFill>
                  <a:prstClr val="black"/>
                </a:solidFill>
                <a:effectLst/>
                <a:uLnTx/>
                <a:uFillTx/>
                <a:latin typeface="Calibri"/>
                <a:ea typeface="+mn-ea"/>
                <a:cs typeface="+mn-cs"/>
              </a:rPr>
              <a:t>mobile backend-as-a-service (</a:t>
            </a:r>
            <a:r>
              <a:rPr kumimoji="0" lang="en-IN" sz="1400" b="1" i="0" u="none" strike="noStrike" kern="1200" cap="none" spc="0" normalizeH="0" baseline="0" noProof="0" dirty="0" err="1">
                <a:ln>
                  <a:noFill/>
                </a:ln>
                <a:solidFill>
                  <a:prstClr val="black"/>
                </a:solidFill>
                <a:effectLst/>
                <a:uLnTx/>
                <a:uFillTx/>
                <a:latin typeface="Calibri"/>
                <a:ea typeface="+mn-ea"/>
                <a:cs typeface="+mn-cs"/>
              </a:rPr>
              <a:t>mBaaS</a:t>
            </a:r>
            <a:r>
              <a:rPr kumimoji="0" lang="en-IN" sz="1400" b="1" i="0" u="none" strike="noStrike" kern="1200" cap="none" spc="0" normalizeH="0" baseline="0" noProof="0" dirty="0">
                <a:ln>
                  <a:noFill/>
                </a:ln>
                <a:solidFill>
                  <a:prstClr val="black"/>
                </a:solidFill>
                <a:effectLst/>
                <a:uLnTx/>
                <a:uFillTx/>
                <a:latin typeface="Calibri"/>
                <a:ea typeface="+mn-ea"/>
                <a:cs typeface="+mn-cs"/>
              </a:rPr>
              <a:t>)</a:t>
            </a:r>
            <a:r>
              <a:rPr kumimoji="0" lang="en-IN" sz="1400" b="0" i="0" u="none" strike="noStrike" kern="1200" cap="none" spc="0" normalizeH="0" baseline="0" noProof="0" dirty="0">
                <a:ln>
                  <a:noFill/>
                </a:ln>
                <a:solidFill>
                  <a:prstClr val="black"/>
                </a:solidFill>
                <a:effectLst/>
                <a:uLnTx/>
                <a:uFillTx/>
                <a:latin typeface="Calibri"/>
                <a:ea typeface="+mn-ea"/>
                <a:cs typeface="+mn-cs"/>
              </a:rPr>
              <a:t> that includes: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Connectivity</a:t>
            </a:r>
            <a:r>
              <a:rPr kumimoji="0" lang="en-IN" sz="1400" b="0" i="0" u="none" strike="noStrike" kern="1200" cap="none" spc="0" normalizeH="0" baseline="0" noProof="0" dirty="0">
                <a:ln>
                  <a:noFill/>
                </a:ln>
                <a:solidFill>
                  <a:prstClr val="black"/>
                </a:solidFill>
                <a:effectLst/>
                <a:uLnTx/>
                <a:uFillTx/>
                <a:latin typeface="Calibri"/>
                <a:ea typeface="+mn-ea"/>
                <a:cs typeface="+mn-cs"/>
              </a:rPr>
              <a:t> to backend systems (on-premise or cloud)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Data synchronization</a:t>
            </a:r>
            <a:r>
              <a:rPr kumimoji="0" lang="en-IN" sz="1400" b="0" i="0" u="none" strike="noStrike" kern="1200" cap="none" spc="0" normalizeH="0" baseline="0" noProof="0" dirty="0">
                <a:ln>
                  <a:noFill/>
                </a:ln>
                <a:solidFill>
                  <a:prstClr val="black"/>
                </a:solidFill>
                <a:effectLst/>
                <a:uLnTx/>
                <a:uFillTx/>
                <a:latin typeface="Calibri"/>
                <a:ea typeface="+mn-ea"/>
                <a:cs typeface="+mn-cs"/>
              </a:rPr>
              <a:t> (online/offline)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Push notifications</a:t>
            </a: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Mobile app lifecycle management</a:t>
            </a: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Security</a:t>
            </a:r>
            <a:r>
              <a:rPr kumimoji="0" lang="en-IN" sz="1400" b="0" i="0" u="none" strike="noStrike" kern="1200" cap="none" spc="0" normalizeH="0" baseline="0" noProof="0" dirty="0">
                <a:ln>
                  <a:noFill/>
                </a:ln>
                <a:solidFill>
                  <a:prstClr val="black"/>
                </a:solidFill>
                <a:effectLst/>
                <a:uLnTx/>
                <a:uFillTx/>
                <a:latin typeface="Calibri"/>
                <a:ea typeface="+mn-ea"/>
                <a:cs typeface="+mn-cs"/>
              </a:rPr>
              <a:t> features (authentication, SSO, secure 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Calibri"/>
                <a:ea typeface="+mn-ea"/>
                <a:cs typeface="+mn-cs"/>
              </a:rPr>
              <a:t>Analytics and monitoring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It supports different types of apps: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Native (iOS/Android)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Hybrid (using MDK – Mobile Development Kit)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SAP Mobile Services authenticates your mobile users with Cloud Identity Services and provides access to Integrations and SAP BTP services in your built mobile applications.</a:t>
            </a:r>
          </a:p>
        </p:txBody>
      </p:sp>
    </p:spTree>
    <p:extLst>
      <p:ext uri="{BB962C8B-B14F-4D97-AF65-F5344CB8AC3E}">
        <p14:creationId xmlns:p14="http://schemas.microsoft.com/office/powerpoint/2010/main" val="244947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1B13-C953-86E7-3FBE-06459E531B5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29E294-0CE9-A7EA-A255-81CE5872A49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379A817F-FD5A-C211-B691-4222B5020FDD}"/>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B80A81A6-6E51-1CBD-1C7D-311DE64AD8A9}"/>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Usage in context of mobile service</a:t>
            </a:r>
          </a:p>
        </p:txBody>
      </p:sp>
      <p:graphicFrame>
        <p:nvGraphicFramePr>
          <p:cNvPr id="6" name="Table 5">
            <a:extLst>
              <a:ext uri="{FF2B5EF4-FFF2-40B4-BE49-F238E27FC236}">
                <a16:creationId xmlns:a16="http://schemas.microsoft.com/office/drawing/2014/main" id="{B51D4E29-0185-1E3C-46EF-32DCBA38DB4E}"/>
              </a:ext>
            </a:extLst>
          </p:cNvPr>
          <p:cNvGraphicFramePr>
            <a:graphicFrameLocks noGrp="1"/>
          </p:cNvGraphicFramePr>
          <p:nvPr/>
        </p:nvGraphicFramePr>
        <p:xfrm>
          <a:off x="457200" y="1091247"/>
          <a:ext cx="8229600" cy="3383280"/>
        </p:xfrm>
        <a:graphic>
          <a:graphicData uri="http://schemas.openxmlformats.org/drawingml/2006/table">
            <a:tbl>
              <a:tblPr>
                <a:tableStyleId>{69C7853C-536D-4A76-A0AE-DD22124D55A5}</a:tableStyleId>
              </a:tblPr>
              <a:tblGrid>
                <a:gridCol w="2743200">
                  <a:extLst>
                    <a:ext uri="{9D8B030D-6E8A-4147-A177-3AD203B41FA5}">
                      <a16:colId xmlns:a16="http://schemas.microsoft.com/office/drawing/2014/main" val="1463148184"/>
                    </a:ext>
                  </a:extLst>
                </a:gridCol>
                <a:gridCol w="2743200">
                  <a:extLst>
                    <a:ext uri="{9D8B030D-6E8A-4147-A177-3AD203B41FA5}">
                      <a16:colId xmlns:a16="http://schemas.microsoft.com/office/drawing/2014/main" val="3343654819"/>
                    </a:ext>
                  </a:extLst>
                </a:gridCol>
                <a:gridCol w="2743200">
                  <a:extLst>
                    <a:ext uri="{9D8B030D-6E8A-4147-A177-3AD203B41FA5}">
                      <a16:colId xmlns:a16="http://schemas.microsoft.com/office/drawing/2014/main" val="3306547928"/>
                    </a:ext>
                  </a:extLst>
                </a:gridCol>
              </a:tblGrid>
              <a:tr h="0">
                <a:tc>
                  <a:txBody>
                    <a:bodyPr/>
                    <a:lstStyle/>
                    <a:p>
                      <a:r>
                        <a:rPr lang="en-IN"/>
                        <a:t>Feature</a:t>
                      </a:r>
                    </a:p>
                  </a:txBody>
                  <a:tcPr anchor="ctr"/>
                </a:tc>
                <a:tc>
                  <a:txBody>
                    <a:bodyPr/>
                    <a:lstStyle/>
                    <a:p>
                      <a:r>
                        <a:rPr lang="en-IN"/>
                        <a:t>SAP Build Apps Alone</a:t>
                      </a:r>
                    </a:p>
                  </a:txBody>
                  <a:tcPr anchor="ctr"/>
                </a:tc>
                <a:tc>
                  <a:txBody>
                    <a:bodyPr/>
                    <a:lstStyle/>
                    <a:p>
                      <a:r>
                        <a:rPr lang="en-US"/>
                        <a:t>With SAP BTP Mobile Services</a:t>
                      </a:r>
                    </a:p>
                  </a:txBody>
                  <a:tcPr anchor="ctr"/>
                </a:tc>
                <a:extLst>
                  <a:ext uri="{0D108BD9-81ED-4DB2-BD59-A6C34878D82A}">
                    <a16:rowId xmlns:a16="http://schemas.microsoft.com/office/drawing/2014/main" val="1694189623"/>
                  </a:ext>
                </a:extLst>
              </a:tr>
              <a:tr h="0">
                <a:tc>
                  <a:txBody>
                    <a:bodyPr/>
                    <a:lstStyle/>
                    <a:p>
                      <a:r>
                        <a:rPr lang="en-IN"/>
                        <a:t>App Development</a:t>
                      </a:r>
                    </a:p>
                  </a:txBody>
                  <a:tcPr anchor="ctr"/>
                </a:tc>
                <a:tc>
                  <a:txBody>
                    <a:bodyPr/>
                    <a:lstStyle/>
                    <a:p>
                      <a:r>
                        <a:rPr lang="en-IN"/>
                        <a:t>✅</a:t>
                      </a:r>
                    </a:p>
                  </a:txBody>
                  <a:tcPr anchor="ctr"/>
                </a:tc>
                <a:tc>
                  <a:txBody>
                    <a:bodyPr/>
                    <a:lstStyle/>
                    <a:p>
                      <a:r>
                        <a:rPr lang="en-IN"/>
                        <a:t>✅</a:t>
                      </a:r>
                    </a:p>
                  </a:txBody>
                  <a:tcPr anchor="ctr"/>
                </a:tc>
                <a:extLst>
                  <a:ext uri="{0D108BD9-81ED-4DB2-BD59-A6C34878D82A}">
                    <a16:rowId xmlns:a16="http://schemas.microsoft.com/office/drawing/2014/main" val="1292155801"/>
                  </a:ext>
                </a:extLst>
              </a:tr>
              <a:tr h="0">
                <a:tc>
                  <a:txBody>
                    <a:bodyPr/>
                    <a:lstStyle/>
                    <a:p>
                      <a:r>
                        <a:rPr lang="en-IN"/>
                        <a:t>Push Notifications</a:t>
                      </a:r>
                    </a:p>
                  </a:txBody>
                  <a:tcPr anchor="ctr"/>
                </a:tc>
                <a:tc>
                  <a:txBody>
                    <a:bodyPr/>
                    <a:lstStyle/>
                    <a:p>
                      <a:r>
                        <a:rPr lang="en-IN"/>
                        <a:t>❌</a:t>
                      </a:r>
                    </a:p>
                  </a:txBody>
                  <a:tcPr anchor="ctr"/>
                </a:tc>
                <a:tc>
                  <a:txBody>
                    <a:bodyPr/>
                    <a:lstStyle/>
                    <a:p>
                      <a:r>
                        <a:rPr lang="en-IN"/>
                        <a:t>✅ (via Mobile Services)</a:t>
                      </a:r>
                    </a:p>
                  </a:txBody>
                  <a:tcPr anchor="ctr"/>
                </a:tc>
                <a:extLst>
                  <a:ext uri="{0D108BD9-81ED-4DB2-BD59-A6C34878D82A}">
                    <a16:rowId xmlns:a16="http://schemas.microsoft.com/office/drawing/2014/main" val="1521886190"/>
                  </a:ext>
                </a:extLst>
              </a:tr>
              <a:tr h="0">
                <a:tc>
                  <a:txBody>
                    <a:bodyPr/>
                    <a:lstStyle/>
                    <a:p>
                      <a:r>
                        <a:rPr lang="en-IN"/>
                        <a:t>Offline Data Sync</a:t>
                      </a:r>
                    </a:p>
                  </a:txBody>
                  <a:tcPr anchor="ctr"/>
                </a:tc>
                <a:tc>
                  <a:txBody>
                    <a:bodyPr/>
                    <a:lstStyle/>
                    <a:p>
                      <a:r>
                        <a:rPr lang="en-IN"/>
                        <a:t>❌ (Limited)</a:t>
                      </a:r>
                    </a:p>
                  </a:txBody>
                  <a:tcPr anchor="ctr"/>
                </a:tc>
                <a:tc>
                  <a:txBody>
                    <a:bodyPr/>
                    <a:lstStyle/>
                    <a:p>
                      <a:r>
                        <a:rPr lang="en-IN" dirty="0"/>
                        <a:t>✅</a:t>
                      </a:r>
                    </a:p>
                  </a:txBody>
                  <a:tcPr anchor="ctr"/>
                </a:tc>
                <a:extLst>
                  <a:ext uri="{0D108BD9-81ED-4DB2-BD59-A6C34878D82A}">
                    <a16:rowId xmlns:a16="http://schemas.microsoft.com/office/drawing/2014/main" val="168748862"/>
                  </a:ext>
                </a:extLst>
              </a:tr>
              <a:tr h="0">
                <a:tc>
                  <a:txBody>
                    <a:bodyPr/>
                    <a:lstStyle/>
                    <a:p>
                      <a:r>
                        <a:rPr lang="en-IN"/>
                        <a:t>Enterprise Auth Integration</a:t>
                      </a:r>
                    </a:p>
                  </a:txBody>
                  <a:tcPr anchor="ctr"/>
                </a:tc>
                <a:tc>
                  <a:txBody>
                    <a:bodyPr/>
                    <a:lstStyle/>
                    <a:p>
                      <a:r>
                        <a:rPr lang="en-IN"/>
                        <a:t>⚠️ (manual setup)</a:t>
                      </a:r>
                    </a:p>
                  </a:txBody>
                  <a:tcPr anchor="ctr"/>
                </a:tc>
                <a:tc>
                  <a:txBody>
                    <a:bodyPr/>
                    <a:lstStyle/>
                    <a:p>
                      <a:r>
                        <a:rPr lang="en-IN"/>
                        <a:t>✅ (pre-built options)</a:t>
                      </a:r>
                    </a:p>
                  </a:txBody>
                  <a:tcPr anchor="ctr"/>
                </a:tc>
                <a:extLst>
                  <a:ext uri="{0D108BD9-81ED-4DB2-BD59-A6C34878D82A}">
                    <a16:rowId xmlns:a16="http://schemas.microsoft.com/office/drawing/2014/main" val="74831517"/>
                  </a:ext>
                </a:extLst>
              </a:tr>
              <a:tr h="0">
                <a:tc>
                  <a:txBody>
                    <a:bodyPr/>
                    <a:lstStyle/>
                    <a:p>
                      <a:r>
                        <a:rPr lang="en-IN"/>
                        <a:t>Backend Connectivity</a:t>
                      </a:r>
                    </a:p>
                  </a:txBody>
                  <a:tcPr anchor="ctr"/>
                </a:tc>
                <a:tc>
                  <a:txBody>
                    <a:bodyPr/>
                    <a:lstStyle/>
                    <a:p>
                      <a:r>
                        <a:rPr lang="en-IN"/>
                        <a:t>✅</a:t>
                      </a:r>
                    </a:p>
                  </a:txBody>
                  <a:tcPr anchor="ctr"/>
                </a:tc>
                <a:tc>
                  <a:txBody>
                    <a:bodyPr/>
                    <a:lstStyle/>
                    <a:p>
                      <a:r>
                        <a:rPr lang="en-IN"/>
                        <a:t>✅ (enhanced with Mobile Services)</a:t>
                      </a:r>
                    </a:p>
                  </a:txBody>
                  <a:tcPr anchor="ctr"/>
                </a:tc>
                <a:extLst>
                  <a:ext uri="{0D108BD9-81ED-4DB2-BD59-A6C34878D82A}">
                    <a16:rowId xmlns:a16="http://schemas.microsoft.com/office/drawing/2014/main" val="690715823"/>
                  </a:ext>
                </a:extLst>
              </a:tr>
              <a:tr h="0">
                <a:tc>
                  <a:txBody>
                    <a:bodyPr/>
                    <a:lstStyle/>
                    <a:p>
                      <a:r>
                        <a:rPr lang="en-IN"/>
                        <a:t>Monitoring &amp; Lifecycle Mgmt</a:t>
                      </a:r>
                    </a:p>
                  </a:txBody>
                  <a:tcPr anchor="ctr"/>
                </a:tc>
                <a:tc>
                  <a:txBody>
                    <a:bodyPr/>
                    <a:lstStyle/>
                    <a:p>
                      <a:r>
                        <a:rPr lang="en-IN"/>
                        <a:t>❌</a:t>
                      </a:r>
                    </a:p>
                  </a:txBody>
                  <a:tcPr anchor="ctr"/>
                </a:tc>
                <a:tc>
                  <a:txBody>
                    <a:bodyPr/>
                    <a:lstStyle/>
                    <a:p>
                      <a:r>
                        <a:rPr lang="en-IN" dirty="0"/>
                        <a:t>✅</a:t>
                      </a:r>
                    </a:p>
                  </a:txBody>
                  <a:tcPr anchor="ctr"/>
                </a:tc>
                <a:extLst>
                  <a:ext uri="{0D108BD9-81ED-4DB2-BD59-A6C34878D82A}">
                    <a16:rowId xmlns:a16="http://schemas.microsoft.com/office/drawing/2014/main" val="501420791"/>
                  </a:ext>
                </a:extLst>
              </a:tr>
            </a:tbl>
          </a:graphicData>
        </a:graphic>
      </p:graphicFrame>
    </p:spTree>
    <p:extLst>
      <p:ext uri="{BB962C8B-B14F-4D97-AF65-F5344CB8AC3E}">
        <p14:creationId xmlns:p14="http://schemas.microsoft.com/office/powerpoint/2010/main" val="177035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4E21-5341-4AD3-9602-01340A204C7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32AE2BD-559D-4636-EAB1-C6C2F5A9352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13F8914C-3C01-42DE-770C-C0343D7F975D}"/>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29CBD67A-5F76-FC0D-258E-1FC4BC377825}"/>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Enabling SAP Mobile Service for Build Apps</a:t>
            </a:r>
          </a:p>
        </p:txBody>
      </p:sp>
      <p:sp>
        <p:nvSpPr>
          <p:cNvPr id="2" name="TextBox 1">
            <a:extLst>
              <a:ext uri="{FF2B5EF4-FFF2-40B4-BE49-F238E27FC236}">
                <a16:creationId xmlns:a16="http://schemas.microsoft.com/office/drawing/2014/main" id="{F4FEF4F1-2A84-40D0-5545-E805ADCA0C14}"/>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a:ea typeface="+mn-ea"/>
                <a:cs typeface="+mn-cs"/>
              </a:rPr>
              <a:t>Prerequisites</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 be able to use SAP Mobile Services, verify that you have Subaccount entitlements of at least 1 unit for Mobile Services, resources plan.</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For all SAP BTP destinations (SAP Systems) that you want to use in the built application, you need to add a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MobileEnabled</a:t>
            </a:r>
            <a:r>
              <a:rPr kumimoji="0" lang="en-US" sz="1400" b="0" i="0" u="none" strike="noStrike" kern="1200" cap="none" spc="0" normalizeH="0" baseline="0" noProof="0" dirty="0">
                <a:ln>
                  <a:noFill/>
                </a:ln>
                <a:solidFill>
                  <a:prstClr val="black"/>
                </a:solidFill>
                <a:effectLst/>
                <a:uLnTx/>
                <a:uFillTx/>
                <a:latin typeface="Calibri"/>
                <a:ea typeface="+mn-ea"/>
                <a:cs typeface="+mn-cs"/>
              </a:rPr>
              <a:t> property with a value true to them.</a:t>
            </a:r>
          </a:p>
          <a:p>
            <a:pPr marL="285750" marR="0" lvl="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Additionally, verify that the SAP-Build-Apps-Runtime destination has the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MobileEnabled</a:t>
            </a:r>
            <a:r>
              <a:rPr kumimoji="0" lang="en-US" sz="1400" b="0" i="0" u="none" strike="noStrike" kern="1200" cap="none" spc="0" normalizeH="0" baseline="0" noProof="0" dirty="0">
                <a:ln>
                  <a:noFill/>
                </a:ln>
                <a:solidFill>
                  <a:prstClr val="black"/>
                </a:solidFill>
                <a:effectLst/>
                <a:uLnTx/>
                <a:uFillTx/>
                <a:latin typeface="Calibri"/>
                <a:ea typeface="+mn-ea"/>
                <a:cs typeface="+mn-cs"/>
              </a:rPr>
              <a:t> property as well.</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Steps</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Enable SAP Mobile Services</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Connect Build Apps to Mobile Services</a:t>
            </a:r>
          </a:p>
        </p:txBody>
      </p:sp>
    </p:spTree>
    <p:extLst>
      <p:ext uri="{BB962C8B-B14F-4D97-AF65-F5344CB8AC3E}">
        <p14:creationId xmlns:p14="http://schemas.microsoft.com/office/powerpoint/2010/main" val="99287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83C7-3B4A-AD00-2A9C-EFA6B27EE3F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813469-F9B1-41C7-642A-9CE501479AE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4370CD12-34F0-A28E-AB8F-209918308D89}"/>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91125DE6-0659-44B4-C501-85517AD20644}"/>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Dependency between MS and Build Apps</a:t>
            </a:r>
          </a:p>
        </p:txBody>
      </p:sp>
      <p:sp>
        <p:nvSpPr>
          <p:cNvPr id="2" name="TextBox 1">
            <a:extLst>
              <a:ext uri="{FF2B5EF4-FFF2-40B4-BE49-F238E27FC236}">
                <a16:creationId xmlns:a16="http://schemas.microsoft.com/office/drawing/2014/main" id="{86F5671A-2F15-F49C-CD1B-80ACF799915D}"/>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Establish a dependency between SAP Build Apps and SAP Mobile Services. Use SAP Cloud Identity Services to link your app to SAP Build Apps API, ensuring seamless integration and access to mobile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Navigate to your SAP Cloud Identity Services dashboard and choose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Applications &amp; Resources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tab. On the left side panel, choose the application with name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{your-app-id}</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r>
              <a:rPr kumimoji="0" lang="en-US" sz="1200" b="1"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Tip</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If</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you don't know your app ID, go to your project in </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Buildapp</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ID from the URL. Take the number and add the prefix </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buildApps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for example buildApps123</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Scroll down in the newly opened tab and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Dependencies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Add</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to establish new dependency.</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Add API tab enter the following details: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Dependency Name</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field, enter sap-build-apps-</a:t>
            </a:r>
            <a:r>
              <a:rPr kumimoji="0" lang="en-US" sz="1200" b="0"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api</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the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Application</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dropdown,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followed by your subaccount name. For example,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 (</a:t>
            </a:r>
            <a:r>
              <a:rPr kumimoji="0" lang="en-US" sz="1200" b="1" i="0" u="none" strike="noStrike" kern="1200" cap="none" spc="0" normalizeH="0" baseline="0" noProof="0" dirty="0" err="1">
                <a:ln>
                  <a:noFill/>
                </a:ln>
                <a:solidFill>
                  <a:srgbClr val="333333"/>
                </a:solidFill>
                <a:effectLst/>
                <a:uLnTx/>
                <a:uFillTx/>
                <a:latin typeface="72" panose="020B0503030000000003" pitchFamily="34" charset="0"/>
                <a:ea typeface="+mn-ea"/>
                <a:cs typeface="+mn-cs"/>
              </a:rPr>
              <a:t>MySubaccount</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In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API</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choose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SAP Build Apps backend projects</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Select </a:t>
            </a:r>
            <a:r>
              <a:rPr kumimoji="0" lang="en-US" sz="1200" b="1" i="0" u="none" strike="noStrike" kern="1200" cap="none" spc="0" normalizeH="0" baseline="0" noProof="0" dirty="0">
                <a:ln>
                  <a:noFill/>
                </a:ln>
                <a:solidFill>
                  <a:srgbClr val="333333"/>
                </a:solidFill>
                <a:effectLst/>
                <a:uLnTx/>
                <a:uFillTx/>
                <a:latin typeface="72" panose="020B0503030000000003" pitchFamily="34" charset="0"/>
                <a:ea typeface="+mn-ea"/>
                <a:cs typeface="+mn-cs"/>
              </a:rPr>
              <a:t>Save</a:t>
            </a:r>
            <a:r>
              <a:rPr kumimoji="0" lang="en-US" sz="1200" b="0" i="0" u="none" strike="noStrike" kern="1200" cap="none" spc="0" normalizeH="0" baseline="0" noProof="0" dirty="0">
                <a:ln>
                  <a:noFill/>
                </a:ln>
                <a:solidFill>
                  <a:srgbClr val="333333"/>
                </a:solidFill>
                <a:effectLst/>
                <a:uLnTx/>
                <a:uFillTx/>
                <a:latin typeface="72" panose="020B0503030000000003" pitchFamily="34" charset="0"/>
                <a:ea typeface="+mn-ea"/>
                <a:cs typeface="+mn-cs"/>
              </a:rPr>
              <a:t> to confirm.</a:t>
            </a:r>
          </a:p>
        </p:txBody>
      </p:sp>
    </p:spTree>
    <p:extLst>
      <p:ext uri="{BB962C8B-B14F-4D97-AF65-F5344CB8AC3E}">
        <p14:creationId xmlns:p14="http://schemas.microsoft.com/office/powerpoint/2010/main" val="70934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7BADF3-E6E6-9044-2E83-697C0E11C252}"/>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778A0F8E-BDAB-FC5D-DE4E-484BAD3055E3}"/>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Title 3">
            <a:extLst>
              <a:ext uri="{FF2B5EF4-FFF2-40B4-BE49-F238E27FC236}">
                <a16:creationId xmlns:a16="http://schemas.microsoft.com/office/drawing/2014/main" id="{2FFF7AD4-75E7-5D3E-42D1-12C54FBA2A56}"/>
              </a:ext>
            </a:extLst>
          </p:cNvPr>
          <p:cNvSpPr>
            <a:spLocks noGrp="1"/>
          </p:cNvSpPr>
          <p:nvPr>
            <p:ph type="title"/>
          </p:nvPr>
        </p:nvSpPr>
        <p:spPr/>
        <p:txBody>
          <a:bodyPr/>
          <a:lstStyle/>
          <a:p>
            <a:endParaRPr lang="en-IN"/>
          </a:p>
        </p:txBody>
      </p:sp>
      <p:grpSp>
        <p:nvGrpSpPr>
          <p:cNvPr id="85" name="Group 84">
            <a:extLst>
              <a:ext uri="{FF2B5EF4-FFF2-40B4-BE49-F238E27FC236}">
                <a16:creationId xmlns:a16="http://schemas.microsoft.com/office/drawing/2014/main" id="{51ADC7E9-888A-09A7-9814-B57A7FCB8962}"/>
              </a:ext>
            </a:extLst>
          </p:cNvPr>
          <p:cNvGrpSpPr/>
          <p:nvPr/>
        </p:nvGrpSpPr>
        <p:grpSpPr>
          <a:xfrm>
            <a:off x="97470" y="850062"/>
            <a:ext cx="8655840" cy="2487600"/>
            <a:chOff x="97470" y="850062"/>
            <a:chExt cx="8655840" cy="248760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CA5C526-90C8-9FA5-0A31-84C2825F2050}"/>
                    </a:ext>
                  </a:extLst>
                </p14:cNvPr>
                <p14:cNvContentPartPr/>
                <p14:nvPr/>
              </p14:nvContentPartPr>
              <p14:xfrm>
                <a:off x="3647790" y="1202142"/>
                <a:ext cx="3294360" cy="1703880"/>
              </p14:xfrm>
            </p:contentPart>
          </mc:Choice>
          <mc:Fallback>
            <p:pic>
              <p:nvPicPr>
                <p:cNvPr id="5" name="Ink 4">
                  <a:extLst>
                    <a:ext uri="{FF2B5EF4-FFF2-40B4-BE49-F238E27FC236}">
                      <a16:creationId xmlns:a16="http://schemas.microsoft.com/office/drawing/2014/main" id="{6CA5C526-90C8-9FA5-0A31-84C2825F2050}"/>
                    </a:ext>
                  </a:extLst>
                </p:cNvPr>
                <p:cNvPicPr/>
                <p:nvPr/>
              </p:nvPicPr>
              <p:blipFill>
                <a:blip r:embed="rId3"/>
                <a:stretch>
                  <a:fillRect/>
                </a:stretch>
              </p:blipFill>
              <p:spPr>
                <a:xfrm>
                  <a:off x="3638790" y="1193142"/>
                  <a:ext cx="3312000" cy="1721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BE7D1D21-71D9-3F63-214D-20D4DF5036BB}"/>
                    </a:ext>
                  </a:extLst>
                </p14:cNvPr>
                <p14:cNvContentPartPr/>
                <p14:nvPr/>
              </p14:nvContentPartPr>
              <p14:xfrm>
                <a:off x="5531670" y="850062"/>
                <a:ext cx="225720" cy="239760"/>
              </p14:xfrm>
            </p:contentPart>
          </mc:Choice>
          <mc:Fallback>
            <p:pic>
              <p:nvPicPr>
                <p:cNvPr id="6" name="Ink 5">
                  <a:extLst>
                    <a:ext uri="{FF2B5EF4-FFF2-40B4-BE49-F238E27FC236}">
                      <a16:creationId xmlns:a16="http://schemas.microsoft.com/office/drawing/2014/main" id="{BE7D1D21-71D9-3F63-214D-20D4DF5036BB}"/>
                    </a:ext>
                  </a:extLst>
                </p:cNvPr>
                <p:cNvPicPr/>
                <p:nvPr/>
              </p:nvPicPr>
              <p:blipFill>
                <a:blip r:embed="rId5"/>
                <a:stretch>
                  <a:fillRect/>
                </a:stretch>
              </p:blipFill>
              <p:spPr>
                <a:xfrm>
                  <a:off x="5522670" y="841422"/>
                  <a:ext cx="24336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1CCA4595-B7B7-2CC2-4DB5-2E35CE61DE09}"/>
                    </a:ext>
                  </a:extLst>
                </p14:cNvPr>
                <p14:cNvContentPartPr/>
                <p14:nvPr/>
              </p14:nvContentPartPr>
              <p14:xfrm>
                <a:off x="5759910" y="897222"/>
                <a:ext cx="219960" cy="191520"/>
              </p14:xfrm>
            </p:contentPart>
          </mc:Choice>
          <mc:Fallback>
            <p:pic>
              <p:nvPicPr>
                <p:cNvPr id="7" name="Ink 6">
                  <a:extLst>
                    <a:ext uri="{FF2B5EF4-FFF2-40B4-BE49-F238E27FC236}">
                      <a16:creationId xmlns:a16="http://schemas.microsoft.com/office/drawing/2014/main" id="{1CCA4595-B7B7-2CC2-4DB5-2E35CE61DE09}"/>
                    </a:ext>
                  </a:extLst>
                </p:cNvPr>
                <p:cNvPicPr/>
                <p:nvPr/>
              </p:nvPicPr>
              <p:blipFill>
                <a:blip r:embed="rId7"/>
                <a:stretch>
                  <a:fillRect/>
                </a:stretch>
              </p:blipFill>
              <p:spPr>
                <a:xfrm>
                  <a:off x="5751270" y="888582"/>
                  <a:ext cx="2376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B7899663-7D1F-D854-139F-E1C56E2DFC25}"/>
                    </a:ext>
                  </a:extLst>
                </p14:cNvPr>
                <p14:cNvContentPartPr/>
                <p14:nvPr/>
              </p14:nvContentPartPr>
              <p14:xfrm>
                <a:off x="6019110" y="855102"/>
                <a:ext cx="159120" cy="243720"/>
              </p14:xfrm>
            </p:contentPart>
          </mc:Choice>
          <mc:Fallback>
            <p:pic>
              <p:nvPicPr>
                <p:cNvPr id="8" name="Ink 7">
                  <a:extLst>
                    <a:ext uri="{FF2B5EF4-FFF2-40B4-BE49-F238E27FC236}">
                      <a16:creationId xmlns:a16="http://schemas.microsoft.com/office/drawing/2014/main" id="{B7899663-7D1F-D854-139F-E1C56E2DFC25}"/>
                    </a:ext>
                  </a:extLst>
                </p:cNvPr>
                <p:cNvPicPr/>
                <p:nvPr/>
              </p:nvPicPr>
              <p:blipFill>
                <a:blip r:embed="rId9"/>
                <a:stretch>
                  <a:fillRect/>
                </a:stretch>
              </p:blipFill>
              <p:spPr>
                <a:xfrm>
                  <a:off x="6010470" y="846462"/>
                  <a:ext cx="17676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EC22F251-C153-7139-2881-BE1BA45C4D45}"/>
                    </a:ext>
                  </a:extLst>
                </p14:cNvPr>
                <p14:cNvContentPartPr/>
                <p14:nvPr/>
              </p14:nvContentPartPr>
              <p14:xfrm>
                <a:off x="3908790" y="1400142"/>
                <a:ext cx="254520" cy="260640"/>
              </p14:xfrm>
            </p:contentPart>
          </mc:Choice>
          <mc:Fallback>
            <p:pic>
              <p:nvPicPr>
                <p:cNvPr id="10" name="Ink 9">
                  <a:extLst>
                    <a:ext uri="{FF2B5EF4-FFF2-40B4-BE49-F238E27FC236}">
                      <a16:creationId xmlns:a16="http://schemas.microsoft.com/office/drawing/2014/main" id="{EC22F251-C153-7139-2881-BE1BA45C4D45}"/>
                    </a:ext>
                  </a:extLst>
                </p:cNvPr>
                <p:cNvPicPr/>
                <p:nvPr/>
              </p:nvPicPr>
              <p:blipFill>
                <a:blip r:embed="rId11"/>
                <a:stretch>
                  <a:fillRect/>
                </a:stretch>
              </p:blipFill>
              <p:spPr>
                <a:xfrm>
                  <a:off x="3900150" y="1391502"/>
                  <a:ext cx="272160" cy="278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A17675DE-7CBF-03E2-FB77-83FA61351755}"/>
                    </a:ext>
                  </a:extLst>
                </p14:cNvPr>
                <p14:cNvContentPartPr/>
                <p14:nvPr/>
              </p14:nvContentPartPr>
              <p14:xfrm>
                <a:off x="3945870" y="1413462"/>
                <a:ext cx="936720" cy="484920"/>
              </p14:xfrm>
            </p:contentPart>
          </mc:Choice>
          <mc:Fallback>
            <p:pic>
              <p:nvPicPr>
                <p:cNvPr id="11" name="Ink 10">
                  <a:extLst>
                    <a:ext uri="{FF2B5EF4-FFF2-40B4-BE49-F238E27FC236}">
                      <a16:creationId xmlns:a16="http://schemas.microsoft.com/office/drawing/2014/main" id="{A17675DE-7CBF-03E2-FB77-83FA61351755}"/>
                    </a:ext>
                  </a:extLst>
                </p:cNvPr>
                <p:cNvPicPr/>
                <p:nvPr/>
              </p:nvPicPr>
              <p:blipFill>
                <a:blip r:embed="rId13"/>
                <a:stretch>
                  <a:fillRect/>
                </a:stretch>
              </p:blipFill>
              <p:spPr>
                <a:xfrm>
                  <a:off x="3937230" y="1404822"/>
                  <a:ext cx="95436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40B7E21F-781B-9DBF-18BD-3947531188A9}"/>
                    </a:ext>
                  </a:extLst>
                </p14:cNvPr>
                <p14:cNvContentPartPr/>
                <p14:nvPr/>
              </p14:nvContentPartPr>
              <p14:xfrm>
                <a:off x="4180590" y="1627302"/>
                <a:ext cx="28440" cy="72000"/>
              </p14:xfrm>
            </p:contentPart>
          </mc:Choice>
          <mc:Fallback>
            <p:pic>
              <p:nvPicPr>
                <p:cNvPr id="13" name="Ink 12">
                  <a:extLst>
                    <a:ext uri="{FF2B5EF4-FFF2-40B4-BE49-F238E27FC236}">
                      <a16:creationId xmlns:a16="http://schemas.microsoft.com/office/drawing/2014/main" id="{40B7E21F-781B-9DBF-18BD-3947531188A9}"/>
                    </a:ext>
                  </a:extLst>
                </p:cNvPr>
                <p:cNvPicPr/>
                <p:nvPr/>
              </p:nvPicPr>
              <p:blipFill>
                <a:blip r:embed="rId15"/>
                <a:stretch>
                  <a:fillRect/>
                </a:stretch>
              </p:blipFill>
              <p:spPr>
                <a:xfrm>
                  <a:off x="4171950" y="1618302"/>
                  <a:ext cx="4608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24B7CEBC-A516-A882-204E-C70AAFC2AB7F}"/>
                    </a:ext>
                  </a:extLst>
                </p14:cNvPr>
                <p14:cNvContentPartPr/>
                <p14:nvPr/>
              </p14:nvContentPartPr>
              <p14:xfrm>
                <a:off x="4175550" y="1545582"/>
                <a:ext cx="29880" cy="17640"/>
              </p14:xfrm>
            </p:contentPart>
          </mc:Choice>
          <mc:Fallback>
            <p:pic>
              <p:nvPicPr>
                <p:cNvPr id="14" name="Ink 13">
                  <a:extLst>
                    <a:ext uri="{FF2B5EF4-FFF2-40B4-BE49-F238E27FC236}">
                      <a16:creationId xmlns:a16="http://schemas.microsoft.com/office/drawing/2014/main" id="{24B7CEBC-A516-A882-204E-C70AAFC2AB7F}"/>
                    </a:ext>
                  </a:extLst>
                </p:cNvPr>
                <p:cNvPicPr/>
                <p:nvPr/>
              </p:nvPicPr>
              <p:blipFill>
                <a:blip r:embed="rId17"/>
                <a:stretch>
                  <a:fillRect/>
                </a:stretch>
              </p:blipFill>
              <p:spPr>
                <a:xfrm>
                  <a:off x="4166910" y="1536942"/>
                  <a:ext cx="475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93078CEA-4B44-BCC8-949C-224872363722}"/>
                    </a:ext>
                  </a:extLst>
                </p14:cNvPr>
                <p14:cNvContentPartPr/>
                <p14:nvPr/>
              </p14:nvContentPartPr>
              <p14:xfrm>
                <a:off x="4228830" y="1583742"/>
                <a:ext cx="71640" cy="122400"/>
              </p14:xfrm>
            </p:contentPart>
          </mc:Choice>
          <mc:Fallback>
            <p:pic>
              <p:nvPicPr>
                <p:cNvPr id="15" name="Ink 14">
                  <a:extLst>
                    <a:ext uri="{FF2B5EF4-FFF2-40B4-BE49-F238E27FC236}">
                      <a16:creationId xmlns:a16="http://schemas.microsoft.com/office/drawing/2014/main" id="{93078CEA-4B44-BCC8-949C-224872363722}"/>
                    </a:ext>
                  </a:extLst>
                </p:cNvPr>
                <p:cNvPicPr/>
                <p:nvPr/>
              </p:nvPicPr>
              <p:blipFill>
                <a:blip r:embed="rId19"/>
                <a:stretch>
                  <a:fillRect/>
                </a:stretch>
              </p:blipFill>
              <p:spPr>
                <a:xfrm>
                  <a:off x="4220190" y="1575102"/>
                  <a:ext cx="8928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E9F291E4-9275-B8BC-F5BF-75CCBFFBA413}"/>
                    </a:ext>
                  </a:extLst>
                </p14:cNvPr>
                <p14:cNvContentPartPr/>
                <p14:nvPr/>
              </p14:nvContentPartPr>
              <p14:xfrm>
                <a:off x="4351950" y="1701462"/>
                <a:ext cx="56520" cy="10440"/>
              </p14:xfrm>
            </p:contentPart>
          </mc:Choice>
          <mc:Fallback>
            <p:pic>
              <p:nvPicPr>
                <p:cNvPr id="16" name="Ink 15">
                  <a:extLst>
                    <a:ext uri="{FF2B5EF4-FFF2-40B4-BE49-F238E27FC236}">
                      <a16:creationId xmlns:a16="http://schemas.microsoft.com/office/drawing/2014/main" id="{E9F291E4-9275-B8BC-F5BF-75CCBFFBA413}"/>
                    </a:ext>
                  </a:extLst>
                </p:cNvPr>
                <p:cNvPicPr/>
                <p:nvPr/>
              </p:nvPicPr>
              <p:blipFill>
                <a:blip r:embed="rId21"/>
                <a:stretch>
                  <a:fillRect/>
                </a:stretch>
              </p:blipFill>
              <p:spPr>
                <a:xfrm>
                  <a:off x="4342950" y="1692462"/>
                  <a:ext cx="741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7FDC833D-713D-DAFE-560A-637A874C6945}"/>
                    </a:ext>
                  </a:extLst>
                </p14:cNvPr>
                <p14:cNvContentPartPr/>
                <p14:nvPr/>
              </p14:nvContentPartPr>
              <p14:xfrm>
                <a:off x="4440870" y="1599222"/>
                <a:ext cx="113760" cy="86040"/>
              </p14:xfrm>
            </p:contentPart>
          </mc:Choice>
          <mc:Fallback>
            <p:pic>
              <p:nvPicPr>
                <p:cNvPr id="17" name="Ink 16">
                  <a:extLst>
                    <a:ext uri="{FF2B5EF4-FFF2-40B4-BE49-F238E27FC236}">
                      <a16:creationId xmlns:a16="http://schemas.microsoft.com/office/drawing/2014/main" id="{7FDC833D-713D-DAFE-560A-637A874C6945}"/>
                    </a:ext>
                  </a:extLst>
                </p:cNvPr>
                <p:cNvPicPr/>
                <p:nvPr/>
              </p:nvPicPr>
              <p:blipFill>
                <a:blip r:embed="rId23"/>
                <a:stretch>
                  <a:fillRect/>
                </a:stretch>
              </p:blipFill>
              <p:spPr>
                <a:xfrm>
                  <a:off x="4432230" y="1590582"/>
                  <a:ext cx="13140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C94A0479-E7A2-AD4D-BC0B-037173681A6F}"/>
                    </a:ext>
                  </a:extLst>
                </p14:cNvPr>
                <p14:cNvContentPartPr/>
                <p14:nvPr/>
              </p14:nvContentPartPr>
              <p14:xfrm>
                <a:off x="4540230" y="1607862"/>
                <a:ext cx="58320" cy="84240"/>
              </p14:xfrm>
            </p:contentPart>
          </mc:Choice>
          <mc:Fallback>
            <p:pic>
              <p:nvPicPr>
                <p:cNvPr id="18" name="Ink 17">
                  <a:extLst>
                    <a:ext uri="{FF2B5EF4-FFF2-40B4-BE49-F238E27FC236}">
                      <a16:creationId xmlns:a16="http://schemas.microsoft.com/office/drawing/2014/main" id="{C94A0479-E7A2-AD4D-BC0B-037173681A6F}"/>
                    </a:ext>
                  </a:extLst>
                </p:cNvPr>
                <p:cNvPicPr/>
                <p:nvPr/>
              </p:nvPicPr>
              <p:blipFill>
                <a:blip r:embed="rId25"/>
                <a:stretch>
                  <a:fillRect/>
                </a:stretch>
              </p:blipFill>
              <p:spPr>
                <a:xfrm>
                  <a:off x="4531590" y="1598862"/>
                  <a:ext cx="759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BA750AE3-7DB0-219D-0A05-AA0234261D3A}"/>
                    </a:ext>
                  </a:extLst>
                </p14:cNvPr>
                <p14:cNvContentPartPr/>
                <p14:nvPr/>
              </p14:nvContentPartPr>
              <p14:xfrm>
                <a:off x="4625910" y="1599222"/>
                <a:ext cx="74880" cy="88200"/>
              </p14:xfrm>
            </p:contentPart>
          </mc:Choice>
          <mc:Fallback>
            <p:pic>
              <p:nvPicPr>
                <p:cNvPr id="19" name="Ink 18">
                  <a:extLst>
                    <a:ext uri="{FF2B5EF4-FFF2-40B4-BE49-F238E27FC236}">
                      <a16:creationId xmlns:a16="http://schemas.microsoft.com/office/drawing/2014/main" id="{BA750AE3-7DB0-219D-0A05-AA0234261D3A}"/>
                    </a:ext>
                  </a:extLst>
                </p:cNvPr>
                <p:cNvPicPr/>
                <p:nvPr/>
              </p:nvPicPr>
              <p:blipFill>
                <a:blip r:embed="rId27"/>
                <a:stretch>
                  <a:fillRect/>
                </a:stretch>
              </p:blipFill>
              <p:spPr>
                <a:xfrm>
                  <a:off x="4616910" y="1590582"/>
                  <a:ext cx="925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67644DA1-1460-069A-B732-6106E60AED1C}"/>
                    </a:ext>
                  </a:extLst>
                </p14:cNvPr>
                <p14:cNvContentPartPr/>
                <p14:nvPr/>
              </p14:nvContentPartPr>
              <p14:xfrm>
                <a:off x="5261670" y="2140662"/>
                <a:ext cx="218160" cy="216360"/>
              </p14:xfrm>
            </p:contentPart>
          </mc:Choice>
          <mc:Fallback>
            <p:pic>
              <p:nvPicPr>
                <p:cNvPr id="21" name="Ink 20">
                  <a:extLst>
                    <a:ext uri="{FF2B5EF4-FFF2-40B4-BE49-F238E27FC236}">
                      <a16:creationId xmlns:a16="http://schemas.microsoft.com/office/drawing/2014/main" id="{67644DA1-1460-069A-B732-6106E60AED1C}"/>
                    </a:ext>
                  </a:extLst>
                </p:cNvPr>
                <p:cNvPicPr/>
                <p:nvPr/>
              </p:nvPicPr>
              <p:blipFill>
                <a:blip r:embed="rId29"/>
                <a:stretch>
                  <a:fillRect/>
                </a:stretch>
              </p:blipFill>
              <p:spPr>
                <a:xfrm>
                  <a:off x="5253030" y="2132022"/>
                  <a:ext cx="2358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2" name="Ink 21">
                  <a:extLst>
                    <a:ext uri="{FF2B5EF4-FFF2-40B4-BE49-F238E27FC236}">
                      <a16:creationId xmlns:a16="http://schemas.microsoft.com/office/drawing/2014/main" id="{3EBECB7F-EBB4-7593-8015-690EDC14812C}"/>
                    </a:ext>
                  </a:extLst>
                </p14:cNvPr>
                <p14:cNvContentPartPr/>
                <p14:nvPr/>
              </p14:nvContentPartPr>
              <p14:xfrm>
                <a:off x="5278230" y="2372862"/>
                <a:ext cx="204120" cy="204840"/>
              </p14:xfrm>
            </p:contentPart>
          </mc:Choice>
          <mc:Fallback>
            <p:pic>
              <p:nvPicPr>
                <p:cNvPr id="22" name="Ink 21">
                  <a:extLst>
                    <a:ext uri="{FF2B5EF4-FFF2-40B4-BE49-F238E27FC236}">
                      <a16:creationId xmlns:a16="http://schemas.microsoft.com/office/drawing/2014/main" id="{3EBECB7F-EBB4-7593-8015-690EDC14812C}"/>
                    </a:ext>
                  </a:extLst>
                </p:cNvPr>
                <p:cNvPicPr/>
                <p:nvPr/>
              </p:nvPicPr>
              <p:blipFill>
                <a:blip r:embed="rId31"/>
                <a:stretch>
                  <a:fillRect/>
                </a:stretch>
              </p:blipFill>
              <p:spPr>
                <a:xfrm>
                  <a:off x="5269230" y="2363862"/>
                  <a:ext cx="2217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3" name="Ink 22">
                  <a:extLst>
                    <a:ext uri="{FF2B5EF4-FFF2-40B4-BE49-F238E27FC236}">
                      <a16:creationId xmlns:a16="http://schemas.microsoft.com/office/drawing/2014/main" id="{02DDAFEE-1284-C5D7-54C8-6709D6148DC8}"/>
                    </a:ext>
                  </a:extLst>
                </p14:cNvPr>
                <p14:cNvContentPartPr/>
                <p14:nvPr/>
              </p14:nvContentPartPr>
              <p14:xfrm>
                <a:off x="5481630" y="2556822"/>
                <a:ext cx="495360" cy="10440"/>
              </p14:xfrm>
            </p:contentPart>
          </mc:Choice>
          <mc:Fallback>
            <p:pic>
              <p:nvPicPr>
                <p:cNvPr id="23" name="Ink 22">
                  <a:extLst>
                    <a:ext uri="{FF2B5EF4-FFF2-40B4-BE49-F238E27FC236}">
                      <a16:creationId xmlns:a16="http://schemas.microsoft.com/office/drawing/2014/main" id="{02DDAFEE-1284-C5D7-54C8-6709D6148DC8}"/>
                    </a:ext>
                  </a:extLst>
                </p:cNvPr>
                <p:cNvPicPr/>
                <p:nvPr/>
              </p:nvPicPr>
              <p:blipFill>
                <a:blip r:embed="rId33"/>
                <a:stretch>
                  <a:fillRect/>
                </a:stretch>
              </p:blipFill>
              <p:spPr>
                <a:xfrm>
                  <a:off x="5472630" y="2548182"/>
                  <a:ext cx="5130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4" name="Ink 23">
                  <a:extLst>
                    <a:ext uri="{FF2B5EF4-FFF2-40B4-BE49-F238E27FC236}">
                      <a16:creationId xmlns:a16="http://schemas.microsoft.com/office/drawing/2014/main" id="{4103C44C-0BAE-F827-AD12-1841A1C495DF}"/>
                    </a:ext>
                  </a:extLst>
                </p14:cNvPr>
                <p14:cNvContentPartPr/>
                <p14:nvPr/>
              </p14:nvContentPartPr>
              <p14:xfrm>
                <a:off x="5461470" y="2121222"/>
                <a:ext cx="794880" cy="244800"/>
              </p14:xfrm>
            </p:contentPart>
          </mc:Choice>
          <mc:Fallback>
            <p:pic>
              <p:nvPicPr>
                <p:cNvPr id="24" name="Ink 23">
                  <a:extLst>
                    <a:ext uri="{FF2B5EF4-FFF2-40B4-BE49-F238E27FC236}">
                      <a16:creationId xmlns:a16="http://schemas.microsoft.com/office/drawing/2014/main" id="{4103C44C-0BAE-F827-AD12-1841A1C495DF}"/>
                    </a:ext>
                  </a:extLst>
                </p:cNvPr>
                <p:cNvPicPr/>
                <p:nvPr/>
              </p:nvPicPr>
              <p:blipFill>
                <a:blip r:embed="rId35"/>
                <a:stretch>
                  <a:fillRect/>
                </a:stretch>
              </p:blipFill>
              <p:spPr>
                <a:xfrm>
                  <a:off x="5452830" y="2112582"/>
                  <a:ext cx="81252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11988860-46BE-3162-C49C-9DDDB2D76F01}"/>
                    </a:ext>
                  </a:extLst>
                </p14:cNvPr>
                <p14:cNvContentPartPr/>
                <p14:nvPr/>
              </p14:nvContentPartPr>
              <p14:xfrm>
                <a:off x="5916870" y="2342262"/>
                <a:ext cx="317880" cy="250200"/>
              </p14:xfrm>
            </p:contentPart>
          </mc:Choice>
          <mc:Fallback>
            <p:pic>
              <p:nvPicPr>
                <p:cNvPr id="25" name="Ink 24">
                  <a:extLst>
                    <a:ext uri="{FF2B5EF4-FFF2-40B4-BE49-F238E27FC236}">
                      <a16:creationId xmlns:a16="http://schemas.microsoft.com/office/drawing/2014/main" id="{11988860-46BE-3162-C49C-9DDDB2D76F01}"/>
                    </a:ext>
                  </a:extLst>
                </p:cNvPr>
                <p:cNvPicPr/>
                <p:nvPr/>
              </p:nvPicPr>
              <p:blipFill>
                <a:blip r:embed="rId37"/>
                <a:stretch>
                  <a:fillRect/>
                </a:stretch>
              </p:blipFill>
              <p:spPr>
                <a:xfrm>
                  <a:off x="5907870" y="2333262"/>
                  <a:ext cx="33552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CDBF39A4-115D-944A-8FCB-820E0CF31AE7}"/>
                    </a:ext>
                  </a:extLst>
                </p14:cNvPr>
                <p14:cNvContentPartPr/>
                <p14:nvPr/>
              </p14:nvContentPartPr>
              <p14:xfrm>
                <a:off x="5510430" y="2308782"/>
                <a:ext cx="14760" cy="115920"/>
              </p14:xfrm>
            </p:contentPart>
          </mc:Choice>
          <mc:Fallback>
            <p:pic>
              <p:nvPicPr>
                <p:cNvPr id="26" name="Ink 25">
                  <a:extLst>
                    <a:ext uri="{FF2B5EF4-FFF2-40B4-BE49-F238E27FC236}">
                      <a16:creationId xmlns:a16="http://schemas.microsoft.com/office/drawing/2014/main" id="{CDBF39A4-115D-944A-8FCB-820E0CF31AE7}"/>
                    </a:ext>
                  </a:extLst>
                </p:cNvPr>
                <p:cNvPicPr/>
                <p:nvPr/>
              </p:nvPicPr>
              <p:blipFill>
                <a:blip r:embed="rId39"/>
                <a:stretch>
                  <a:fillRect/>
                </a:stretch>
              </p:blipFill>
              <p:spPr>
                <a:xfrm>
                  <a:off x="5501430" y="2299782"/>
                  <a:ext cx="324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BAD5DE8B-EF82-160B-9ED7-6F5F4FF7DEEA}"/>
                    </a:ext>
                  </a:extLst>
                </p14:cNvPr>
                <p14:cNvContentPartPr/>
                <p14:nvPr/>
              </p14:nvContentPartPr>
              <p14:xfrm>
                <a:off x="5520870" y="2222022"/>
                <a:ext cx="9720" cy="17640"/>
              </p14:xfrm>
            </p:contentPart>
          </mc:Choice>
          <mc:Fallback>
            <p:pic>
              <p:nvPicPr>
                <p:cNvPr id="27" name="Ink 26">
                  <a:extLst>
                    <a:ext uri="{FF2B5EF4-FFF2-40B4-BE49-F238E27FC236}">
                      <a16:creationId xmlns:a16="http://schemas.microsoft.com/office/drawing/2014/main" id="{BAD5DE8B-EF82-160B-9ED7-6F5F4FF7DEEA}"/>
                    </a:ext>
                  </a:extLst>
                </p:cNvPr>
                <p:cNvPicPr/>
                <p:nvPr/>
              </p:nvPicPr>
              <p:blipFill>
                <a:blip r:embed="rId41"/>
                <a:stretch>
                  <a:fillRect/>
                </a:stretch>
              </p:blipFill>
              <p:spPr>
                <a:xfrm>
                  <a:off x="5511870" y="2213382"/>
                  <a:ext cx="273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33B599BB-33AA-E38D-0E92-998D28A76253}"/>
                    </a:ext>
                  </a:extLst>
                </p14:cNvPr>
                <p14:cNvContentPartPr/>
                <p14:nvPr/>
              </p14:nvContentPartPr>
              <p14:xfrm>
                <a:off x="5563350" y="2258382"/>
                <a:ext cx="60840" cy="175680"/>
              </p14:xfrm>
            </p:contentPart>
          </mc:Choice>
          <mc:Fallback>
            <p:pic>
              <p:nvPicPr>
                <p:cNvPr id="28" name="Ink 27">
                  <a:extLst>
                    <a:ext uri="{FF2B5EF4-FFF2-40B4-BE49-F238E27FC236}">
                      <a16:creationId xmlns:a16="http://schemas.microsoft.com/office/drawing/2014/main" id="{33B599BB-33AA-E38D-0E92-998D28A76253}"/>
                    </a:ext>
                  </a:extLst>
                </p:cNvPr>
                <p:cNvPicPr/>
                <p:nvPr/>
              </p:nvPicPr>
              <p:blipFill>
                <a:blip r:embed="rId43"/>
                <a:stretch>
                  <a:fillRect/>
                </a:stretch>
              </p:blipFill>
              <p:spPr>
                <a:xfrm>
                  <a:off x="5554710" y="2249382"/>
                  <a:ext cx="7848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2D7602F2-EFA2-9CD5-0042-7CB4A2C861F7}"/>
                    </a:ext>
                  </a:extLst>
                </p14:cNvPr>
                <p14:cNvContentPartPr/>
                <p14:nvPr/>
              </p14:nvContentPartPr>
              <p14:xfrm>
                <a:off x="5661270" y="2444142"/>
                <a:ext cx="70200" cy="15480"/>
              </p14:xfrm>
            </p:contentPart>
          </mc:Choice>
          <mc:Fallback>
            <p:pic>
              <p:nvPicPr>
                <p:cNvPr id="29" name="Ink 28">
                  <a:extLst>
                    <a:ext uri="{FF2B5EF4-FFF2-40B4-BE49-F238E27FC236}">
                      <a16:creationId xmlns:a16="http://schemas.microsoft.com/office/drawing/2014/main" id="{2D7602F2-EFA2-9CD5-0042-7CB4A2C861F7}"/>
                    </a:ext>
                  </a:extLst>
                </p:cNvPr>
                <p:cNvPicPr/>
                <p:nvPr/>
              </p:nvPicPr>
              <p:blipFill>
                <a:blip r:embed="rId45"/>
                <a:stretch>
                  <a:fillRect/>
                </a:stretch>
              </p:blipFill>
              <p:spPr>
                <a:xfrm>
                  <a:off x="5652270" y="2435502"/>
                  <a:ext cx="8784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D7D171FE-27AE-42FE-213D-C52D40129CC4}"/>
                    </a:ext>
                  </a:extLst>
                </p14:cNvPr>
                <p14:cNvContentPartPr/>
                <p14:nvPr/>
              </p14:nvContentPartPr>
              <p14:xfrm>
                <a:off x="5770350" y="2335062"/>
                <a:ext cx="9720" cy="114480"/>
              </p14:xfrm>
            </p:contentPart>
          </mc:Choice>
          <mc:Fallback>
            <p:pic>
              <p:nvPicPr>
                <p:cNvPr id="30" name="Ink 29">
                  <a:extLst>
                    <a:ext uri="{FF2B5EF4-FFF2-40B4-BE49-F238E27FC236}">
                      <a16:creationId xmlns:a16="http://schemas.microsoft.com/office/drawing/2014/main" id="{D7D171FE-27AE-42FE-213D-C52D40129CC4}"/>
                    </a:ext>
                  </a:extLst>
                </p:cNvPr>
                <p:cNvPicPr/>
                <p:nvPr/>
              </p:nvPicPr>
              <p:blipFill>
                <a:blip r:embed="rId47"/>
                <a:stretch>
                  <a:fillRect/>
                </a:stretch>
              </p:blipFill>
              <p:spPr>
                <a:xfrm>
                  <a:off x="5761350" y="2326062"/>
                  <a:ext cx="273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968042F8-62F8-269B-0771-50E21294A534}"/>
                    </a:ext>
                  </a:extLst>
                </p14:cNvPr>
                <p14:cNvContentPartPr/>
                <p14:nvPr/>
              </p14:nvContentPartPr>
              <p14:xfrm>
                <a:off x="5780070" y="2258382"/>
                <a:ext cx="9720" cy="10800"/>
              </p14:xfrm>
            </p:contentPart>
          </mc:Choice>
          <mc:Fallback>
            <p:pic>
              <p:nvPicPr>
                <p:cNvPr id="31" name="Ink 30">
                  <a:extLst>
                    <a:ext uri="{FF2B5EF4-FFF2-40B4-BE49-F238E27FC236}">
                      <a16:creationId xmlns:a16="http://schemas.microsoft.com/office/drawing/2014/main" id="{968042F8-62F8-269B-0771-50E21294A534}"/>
                    </a:ext>
                  </a:extLst>
                </p:cNvPr>
                <p:cNvPicPr/>
                <p:nvPr/>
              </p:nvPicPr>
              <p:blipFill>
                <a:blip r:embed="rId49"/>
                <a:stretch>
                  <a:fillRect/>
                </a:stretch>
              </p:blipFill>
              <p:spPr>
                <a:xfrm>
                  <a:off x="5771070" y="2249382"/>
                  <a:ext cx="273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A9C35E74-3122-5443-8FDE-68FB6B226D11}"/>
                    </a:ext>
                  </a:extLst>
                </p14:cNvPr>
                <p14:cNvContentPartPr/>
                <p14:nvPr/>
              </p14:nvContentPartPr>
              <p14:xfrm>
                <a:off x="5818590" y="2321742"/>
                <a:ext cx="59760" cy="124920"/>
              </p14:xfrm>
            </p:contentPart>
          </mc:Choice>
          <mc:Fallback>
            <p:pic>
              <p:nvPicPr>
                <p:cNvPr id="32" name="Ink 31">
                  <a:extLst>
                    <a:ext uri="{FF2B5EF4-FFF2-40B4-BE49-F238E27FC236}">
                      <a16:creationId xmlns:a16="http://schemas.microsoft.com/office/drawing/2014/main" id="{A9C35E74-3122-5443-8FDE-68FB6B226D11}"/>
                    </a:ext>
                  </a:extLst>
                </p:cNvPr>
                <p:cNvPicPr/>
                <p:nvPr/>
              </p:nvPicPr>
              <p:blipFill>
                <a:blip r:embed="rId51"/>
                <a:stretch>
                  <a:fillRect/>
                </a:stretch>
              </p:blipFill>
              <p:spPr>
                <a:xfrm>
                  <a:off x="5809590" y="2313102"/>
                  <a:ext cx="774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FF872056-AF3C-8C97-328B-DF45BC12BBEB}"/>
                    </a:ext>
                  </a:extLst>
                </p14:cNvPr>
                <p14:cNvContentPartPr/>
                <p14:nvPr/>
              </p14:nvContentPartPr>
              <p14:xfrm>
                <a:off x="5920470" y="2297262"/>
                <a:ext cx="71640" cy="132120"/>
              </p14:xfrm>
            </p:contentPart>
          </mc:Choice>
          <mc:Fallback>
            <p:pic>
              <p:nvPicPr>
                <p:cNvPr id="33" name="Ink 32">
                  <a:extLst>
                    <a:ext uri="{FF2B5EF4-FFF2-40B4-BE49-F238E27FC236}">
                      <a16:creationId xmlns:a16="http://schemas.microsoft.com/office/drawing/2014/main" id="{FF872056-AF3C-8C97-328B-DF45BC12BBEB}"/>
                    </a:ext>
                  </a:extLst>
                </p:cNvPr>
                <p:cNvPicPr/>
                <p:nvPr/>
              </p:nvPicPr>
              <p:blipFill>
                <a:blip r:embed="rId53"/>
                <a:stretch>
                  <a:fillRect/>
                </a:stretch>
              </p:blipFill>
              <p:spPr>
                <a:xfrm>
                  <a:off x="5911830" y="2288622"/>
                  <a:ext cx="8928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6D36D0F1-3CC8-B560-4673-F5911F330DFC}"/>
                    </a:ext>
                  </a:extLst>
                </p14:cNvPr>
                <p14:cNvContentPartPr/>
                <p14:nvPr/>
              </p14:nvContentPartPr>
              <p14:xfrm>
                <a:off x="547830" y="1271262"/>
                <a:ext cx="1058760" cy="1296360"/>
              </p14:xfrm>
            </p:contentPart>
          </mc:Choice>
          <mc:Fallback>
            <p:pic>
              <p:nvPicPr>
                <p:cNvPr id="35" name="Ink 34">
                  <a:extLst>
                    <a:ext uri="{FF2B5EF4-FFF2-40B4-BE49-F238E27FC236}">
                      <a16:creationId xmlns:a16="http://schemas.microsoft.com/office/drawing/2014/main" id="{6D36D0F1-3CC8-B560-4673-F5911F330DFC}"/>
                    </a:ext>
                  </a:extLst>
                </p:cNvPr>
                <p:cNvPicPr/>
                <p:nvPr/>
              </p:nvPicPr>
              <p:blipFill>
                <a:blip r:embed="rId55"/>
                <a:stretch>
                  <a:fillRect/>
                </a:stretch>
              </p:blipFill>
              <p:spPr>
                <a:xfrm>
                  <a:off x="539190" y="1262262"/>
                  <a:ext cx="1076400" cy="1314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CC5E7E4C-43D1-A31E-EBF8-63BA388164E1}"/>
                    </a:ext>
                  </a:extLst>
                </p14:cNvPr>
                <p14:cNvContentPartPr/>
                <p14:nvPr/>
              </p14:nvContentPartPr>
              <p14:xfrm>
                <a:off x="661590" y="1158222"/>
                <a:ext cx="1084320" cy="1414080"/>
              </p14:xfrm>
            </p:contentPart>
          </mc:Choice>
          <mc:Fallback>
            <p:pic>
              <p:nvPicPr>
                <p:cNvPr id="36" name="Ink 35">
                  <a:extLst>
                    <a:ext uri="{FF2B5EF4-FFF2-40B4-BE49-F238E27FC236}">
                      <a16:creationId xmlns:a16="http://schemas.microsoft.com/office/drawing/2014/main" id="{CC5E7E4C-43D1-A31E-EBF8-63BA388164E1}"/>
                    </a:ext>
                  </a:extLst>
                </p:cNvPr>
                <p:cNvPicPr/>
                <p:nvPr/>
              </p:nvPicPr>
              <p:blipFill>
                <a:blip r:embed="rId57"/>
                <a:stretch>
                  <a:fillRect/>
                </a:stretch>
              </p:blipFill>
              <p:spPr>
                <a:xfrm>
                  <a:off x="652590" y="1149222"/>
                  <a:ext cx="1101960" cy="1431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D3D2A1D4-4C48-CC93-895C-25E5185BE1C0}"/>
                    </a:ext>
                  </a:extLst>
                </p14:cNvPr>
                <p14:cNvContentPartPr/>
                <p14:nvPr/>
              </p14:nvContentPartPr>
              <p14:xfrm>
                <a:off x="1046430" y="2241822"/>
                <a:ext cx="97200" cy="131400"/>
              </p14:xfrm>
            </p:contentPart>
          </mc:Choice>
          <mc:Fallback>
            <p:pic>
              <p:nvPicPr>
                <p:cNvPr id="37" name="Ink 36">
                  <a:extLst>
                    <a:ext uri="{FF2B5EF4-FFF2-40B4-BE49-F238E27FC236}">
                      <a16:creationId xmlns:a16="http://schemas.microsoft.com/office/drawing/2014/main" id="{D3D2A1D4-4C48-CC93-895C-25E5185BE1C0}"/>
                    </a:ext>
                  </a:extLst>
                </p:cNvPr>
                <p:cNvPicPr/>
                <p:nvPr/>
              </p:nvPicPr>
              <p:blipFill>
                <a:blip r:embed="rId59"/>
                <a:stretch>
                  <a:fillRect/>
                </a:stretch>
              </p:blipFill>
              <p:spPr>
                <a:xfrm>
                  <a:off x="1037790" y="2233182"/>
                  <a:ext cx="1148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3835F736-9B87-EBC1-CD44-B02F14F9DA49}"/>
                    </a:ext>
                  </a:extLst>
                </p14:cNvPr>
                <p14:cNvContentPartPr/>
                <p14:nvPr/>
              </p14:nvContentPartPr>
              <p14:xfrm>
                <a:off x="711990" y="1427142"/>
                <a:ext cx="928440" cy="39960"/>
              </p14:xfrm>
            </p:contentPart>
          </mc:Choice>
          <mc:Fallback>
            <p:pic>
              <p:nvPicPr>
                <p:cNvPr id="39" name="Ink 38">
                  <a:extLst>
                    <a:ext uri="{FF2B5EF4-FFF2-40B4-BE49-F238E27FC236}">
                      <a16:creationId xmlns:a16="http://schemas.microsoft.com/office/drawing/2014/main" id="{3835F736-9B87-EBC1-CD44-B02F14F9DA49}"/>
                    </a:ext>
                  </a:extLst>
                </p:cNvPr>
                <p:cNvPicPr/>
                <p:nvPr/>
              </p:nvPicPr>
              <p:blipFill>
                <a:blip r:embed="rId61"/>
                <a:stretch>
                  <a:fillRect/>
                </a:stretch>
              </p:blipFill>
              <p:spPr>
                <a:xfrm>
                  <a:off x="703350" y="1418142"/>
                  <a:ext cx="9460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4CB0408D-5987-7FDF-7894-F27BBEE6703D}"/>
                    </a:ext>
                  </a:extLst>
                </p14:cNvPr>
                <p14:cNvContentPartPr/>
                <p14:nvPr/>
              </p14:nvContentPartPr>
              <p14:xfrm>
                <a:off x="693990" y="1681302"/>
                <a:ext cx="1006560" cy="74160"/>
              </p14:xfrm>
            </p:contentPart>
          </mc:Choice>
          <mc:Fallback>
            <p:pic>
              <p:nvPicPr>
                <p:cNvPr id="40" name="Ink 39">
                  <a:extLst>
                    <a:ext uri="{FF2B5EF4-FFF2-40B4-BE49-F238E27FC236}">
                      <a16:creationId xmlns:a16="http://schemas.microsoft.com/office/drawing/2014/main" id="{4CB0408D-5987-7FDF-7894-F27BBEE6703D}"/>
                    </a:ext>
                  </a:extLst>
                </p:cNvPr>
                <p:cNvPicPr/>
                <p:nvPr/>
              </p:nvPicPr>
              <p:blipFill>
                <a:blip r:embed="rId63"/>
                <a:stretch>
                  <a:fillRect/>
                </a:stretch>
              </p:blipFill>
              <p:spPr>
                <a:xfrm>
                  <a:off x="685350" y="1672302"/>
                  <a:ext cx="10242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A7C4B9FF-5C2C-BA56-C720-9F900848CE3E}"/>
                    </a:ext>
                  </a:extLst>
                </p14:cNvPr>
                <p14:cNvContentPartPr/>
                <p14:nvPr/>
              </p14:nvContentPartPr>
              <p14:xfrm>
                <a:off x="767430" y="1935822"/>
                <a:ext cx="856440" cy="73800"/>
              </p14:xfrm>
            </p:contentPart>
          </mc:Choice>
          <mc:Fallback>
            <p:pic>
              <p:nvPicPr>
                <p:cNvPr id="41" name="Ink 40">
                  <a:extLst>
                    <a:ext uri="{FF2B5EF4-FFF2-40B4-BE49-F238E27FC236}">
                      <a16:creationId xmlns:a16="http://schemas.microsoft.com/office/drawing/2014/main" id="{A7C4B9FF-5C2C-BA56-C720-9F900848CE3E}"/>
                    </a:ext>
                  </a:extLst>
                </p:cNvPr>
                <p:cNvPicPr/>
                <p:nvPr/>
              </p:nvPicPr>
              <p:blipFill>
                <a:blip r:embed="rId65"/>
                <a:stretch>
                  <a:fillRect/>
                </a:stretch>
              </p:blipFill>
              <p:spPr>
                <a:xfrm>
                  <a:off x="758430" y="1927182"/>
                  <a:ext cx="8740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BAD4EDDC-E1FF-5EE4-2A1C-786589101F06}"/>
                    </a:ext>
                  </a:extLst>
                </p14:cNvPr>
                <p14:cNvContentPartPr/>
                <p14:nvPr/>
              </p14:nvContentPartPr>
              <p14:xfrm>
                <a:off x="100350" y="1586982"/>
                <a:ext cx="262080" cy="295920"/>
              </p14:xfrm>
            </p:contentPart>
          </mc:Choice>
          <mc:Fallback>
            <p:pic>
              <p:nvPicPr>
                <p:cNvPr id="43" name="Ink 42">
                  <a:extLst>
                    <a:ext uri="{FF2B5EF4-FFF2-40B4-BE49-F238E27FC236}">
                      <a16:creationId xmlns:a16="http://schemas.microsoft.com/office/drawing/2014/main" id="{BAD4EDDC-E1FF-5EE4-2A1C-786589101F06}"/>
                    </a:ext>
                  </a:extLst>
                </p:cNvPr>
                <p:cNvPicPr/>
                <p:nvPr/>
              </p:nvPicPr>
              <p:blipFill>
                <a:blip r:embed="rId67"/>
                <a:stretch>
                  <a:fillRect/>
                </a:stretch>
              </p:blipFill>
              <p:spPr>
                <a:xfrm>
                  <a:off x="91350" y="1577982"/>
                  <a:ext cx="27972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3620B7B3-9E98-7A3B-9C5E-7F0D44F59328}"/>
                    </a:ext>
                  </a:extLst>
                </p14:cNvPr>
                <p14:cNvContentPartPr/>
                <p14:nvPr/>
              </p14:nvContentPartPr>
              <p14:xfrm>
                <a:off x="97470" y="1886142"/>
                <a:ext cx="275760" cy="201240"/>
              </p14:xfrm>
            </p:contentPart>
          </mc:Choice>
          <mc:Fallback>
            <p:pic>
              <p:nvPicPr>
                <p:cNvPr id="44" name="Ink 43">
                  <a:extLst>
                    <a:ext uri="{FF2B5EF4-FFF2-40B4-BE49-F238E27FC236}">
                      <a16:creationId xmlns:a16="http://schemas.microsoft.com/office/drawing/2014/main" id="{3620B7B3-9E98-7A3B-9C5E-7F0D44F59328}"/>
                    </a:ext>
                  </a:extLst>
                </p:cNvPr>
                <p:cNvPicPr/>
                <p:nvPr/>
              </p:nvPicPr>
              <p:blipFill>
                <a:blip r:embed="rId69"/>
                <a:stretch>
                  <a:fillRect/>
                </a:stretch>
              </p:blipFill>
              <p:spPr>
                <a:xfrm>
                  <a:off x="88470" y="1877502"/>
                  <a:ext cx="2934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EBA4D02D-187E-61F8-0C06-AA1E8905C1BC}"/>
                    </a:ext>
                  </a:extLst>
                </p14:cNvPr>
                <p14:cNvContentPartPr/>
                <p14:nvPr/>
              </p14:nvContentPartPr>
              <p14:xfrm>
                <a:off x="141750" y="1774182"/>
                <a:ext cx="123840" cy="62640"/>
              </p14:xfrm>
            </p:contentPart>
          </mc:Choice>
          <mc:Fallback>
            <p:pic>
              <p:nvPicPr>
                <p:cNvPr id="45" name="Ink 44">
                  <a:extLst>
                    <a:ext uri="{FF2B5EF4-FFF2-40B4-BE49-F238E27FC236}">
                      <a16:creationId xmlns:a16="http://schemas.microsoft.com/office/drawing/2014/main" id="{EBA4D02D-187E-61F8-0C06-AA1E8905C1BC}"/>
                    </a:ext>
                  </a:extLst>
                </p:cNvPr>
                <p:cNvPicPr/>
                <p:nvPr/>
              </p:nvPicPr>
              <p:blipFill>
                <a:blip r:embed="rId71"/>
                <a:stretch>
                  <a:fillRect/>
                </a:stretch>
              </p:blipFill>
              <p:spPr>
                <a:xfrm>
                  <a:off x="132750" y="1765542"/>
                  <a:ext cx="14148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18C6F339-3A8D-FF40-3169-D99D3FE051DD}"/>
                    </a:ext>
                  </a:extLst>
                </p14:cNvPr>
                <p14:cNvContentPartPr/>
                <p14:nvPr/>
              </p14:nvContentPartPr>
              <p14:xfrm>
                <a:off x="146430" y="1708302"/>
                <a:ext cx="3240" cy="3240"/>
              </p14:xfrm>
            </p:contentPart>
          </mc:Choice>
          <mc:Fallback>
            <p:pic>
              <p:nvPicPr>
                <p:cNvPr id="46" name="Ink 45">
                  <a:extLst>
                    <a:ext uri="{FF2B5EF4-FFF2-40B4-BE49-F238E27FC236}">
                      <a16:creationId xmlns:a16="http://schemas.microsoft.com/office/drawing/2014/main" id="{18C6F339-3A8D-FF40-3169-D99D3FE051DD}"/>
                    </a:ext>
                  </a:extLst>
                </p:cNvPr>
                <p:cNvPicPr/>
                <p:nvPr/>
              </p:nvPicPr>
              <p:blipFill>
                <a:blip r:embed="rId73"/>
                <a:stretch>
                  <a:fillRect/>
                </a:stretch>
              </p:blipFill>
              <p:spPr>
                <a:xfrm>
                  <a:off x="137790" y="1699302"/>
                  <a:ext cx="2088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1F5F5B00-481E-6C6A-37C9-16024F87C4E0}"/>
                    </a:ext>
                  </a:extLst>
                </p14:cNvPr>
                <p14:cNvContentPartPr/>
                <p14:nvPr/>
              </p14:nvContentPartPr>
              <p14:xfrm>
                <a:off x="239310" y="1711182"/>
                <a:ext cx="6120" cy="3240"/>
              </p14:xfrm>
            </p:contentPart>
          </mc:Choice>
          <mc:Fallback>
            <p:pic>
              <p:nvPicPr>
                <p:cNvPr id="47" name="Ink 46">
                  <a:extLst>
                    <a:ext uri="{FF2B5EF4-FFF2-40B4-BE49-F238E27FC236}">
                      <a16:creationId xmlns:a16="http://schemas.microsoft.com/office/drawing/2014/main" id="{1F5F5B00-481E-6C6A-37C9-16024F87C4E0}"/>
                    </a:ext>
                  </a:extLst>
                </p:cNvPr>
                <p:cNvPicPr/>
                <p:nvPr/>
              </p:nvPicPr>
              <p:blipFill>
                <a:blip r:embed="rId75"/>
                <a:stretch>
                  <a:fillRect/>
                </a:stretch>
              </p:blipFill>
              <p:spPr>
                <a:xfrm>
                  <a:off x="230670" y="1702182"/>
                  <a:ext cx="237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9" name="Ink 48">
                  <a:extLst>
                    <a:ext uri="{FF2B5EF4-FFF2-40B4-BE49-F238E27FC236}">
                      <a16:creationId xmlns:a16="http://schemas.microsoft.com/office/drawing/2014/main" id="{23AAC9F5-7190-C38D-99CD-25CF3D57C92C}"/>
                    </a:ext>
                  </a:extLst>
                </p14:cNvPr>
                <p14:cNvContentPartPr/>
                <p14:nvPr/>
              </p14:nvContentPartPr>
              <p14:xfrm>
                <a:off x="1735470" y="1672662"/>
                <a:ext cx="2147040" cy="92880"/>
              </p14:xfrm>
            </p:contentPart>
          </mc:Choice>
          <mc:Fallback>
            <p:pic>
              <p:nvPicPr>
                <p:cNvPr id="49" name="Ink 48">
                  <a:extLst>
                    <a:ext uri="{FF2B5EF4-FFF2-40B4-BE49-F238E27FC236}">
                      <a16:creationId xmlns:a16="http://schemas.microsoft.com/office/drawing/2014/main" id="{23AAC9F5-7190-C38D-99CD-25CF3D57C92C}"/>
                    </a:ext>
                  </a:extLst>
                </p:cNvPr>
                <p:cNvPicPr/>
                <p:nvPr/>
              </p:nvPicPr>
              <p:blipFill>
                <a:blip r:embed="rId77"/>
                <a:stretch>
                  <a:fillRect/>
                </a:stretch>
              </p:blipFill>
              <p:spPr>
                <a:xfrm>
                  <a:off x="1726830" y="1663662"/>
                  <a:ext cx="216468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0" name="Ink 49">
                  <a:extLst>
                    <a:ext uri="{FF2B5EF4-FFF2-40B4-BE49-F238E27FC236}">
                      <a16:creationId xmlns:a16="http://schemas.microsoft.com/office/drawing/2014/main" id="{AD94DCB4-B190-306F-745D-C2A16BEF8EBE}"/>
                    </a:ext>
                  </a:extLst>
                </p14:cNvPr>
                <p14:cNvContentPartPr/>
                <p14:nvPr/>
              </p14:nvContentPartPr>
              <p14:xfrm>
                <a:off x="3782790" y="1620102"/>
                <a:ext cx="124920" cy="135000"/>
              </p14:xfrm>
            </p:contentPart>
          </mc:Choice>
          <mc:Fallback>
            <p:pic>
              <p:nvPicPr>
                <p:cNvPr id="50" name="Ink 49">
                  <a:extLst>
                    <a:ext uri="{FF2B5EF4-FFF2-40B4-BE49-F238E27FC236}">
                      <a16:creationId xmlns:a16="http://schemas.microsoft.com/office/drawing/2014/main" id="{AD94DCB4-B190-306F-745D-C2A16BEF8EBE}"/>
                    </a:ext>
                  </a:extLst>
                </p:cNvPr>
                <p:cNvPicPr/>
                <p:nvPr/>
              </p:nvPicPr>
              <p:blipFill>
                <a:blip r:embed="rId79"/>
                <a:stretch>
                  <a:fillRect/>
                </a:stretch>
              </p:blipFill>
              <p:spPr>
                <a:xfrm>
                  <a:off x="3773790" y="1611462"/>
                  <a:ext cx="1425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2" name="Ink 51">
                  <a:extLst>
                    <a:ext uri="{FF2B5EF4-FFF2-40B4-BE49-F238E27FC236}">
                      <a16:creationId xmlns:a16="http://schemas.microsoft.com/office/drawing/2014/main" id="{DCA7BFE5-7E96-7146-462D-1E18CBD1F300}"/>
                    </a:ext>
                  </a:extLst>
                </p14:cNvPr>
                <p14:cNvContentPartPr/>
                <p14:nvPr/>
              </p14:nvContentPartPr>
              <p14:xfrm>
                <a:off x="4811310" y="1753662"/>
                <a:ext cx="659880" cy="425520"/>
              </p14:xfrm>
            </p:contentPart>
          </mc:Choice>
          <mc:Fallback>
            <p:pic>
              <p:nvPicPr>
                <p:cNvPr id="52" name="Ink 51">
                  <a:extLst>
                    <a:ext uri="{FF2B5EF4-FFF2-40B4-BE49-F238E27FC236}">
                      <a16:creationId xmlns:a16="http://schemas.microsoft.com/office/drawing/2014/main" id="{DCA7BFE5-7E96-7146-462D-1E18CBD1F300}"/>
                    </a:ext>
                  </a:extLst>
                </p:cNvPr>
                <p:cNvPicPr/>
                <p:nvPr/>
              </p:nvPicPr>
              <p:blipFill>
                <a:blip r:embed="rId81"/>
                <a:stretch>
                  <a:fillRect/>
                </a:stretch>
              </p:blipFill>
              <p:spPr>
                <a:xfrm>
                  <a:off x="4802670" y="1745022"/>
                  <a:ext cx="677520" cy="4431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3" name="Ink 52">
                  <a:extLst>
                    <a:ext uri="{FF2B5EF4-FFF2-40B4-BE49-F238E27FC236}">
                      <a16:creationId xmlns:a16="http://schemas.microsoft.com/office/drawing/2014/main" id="{6DF9E86E-721E-FBD4-44FC-18DABB551E52}"/>
                    </a:ext>
                  </a:extLst>
                </p14:cNvPr>
                <p14:cNvContentPartPr/>
                <p14:nvPr/>
              </p14:nvContentPartPr>
              <p14:xfrm>
                <a:off x="6073110" y="2459262"/>
                <a:ext cx="1405800" cy="529560"/>
              </p14:xfrm>
            </p:contentPart>
          </mc:Choice>
          <mc:Fallback>
            <p:pic>
              <p:nvPicPr>
                <p:cNvPr id="53" name="Ink 52">
                  <a:extLst>
                    <a:ext uri="{FF2B5EF4-FFF2-40B4-BE49-F238E27FC236}">
                      <a16:creationId xmlns:a16="http://schemas.microsoft.com/office/drawing/2014/main" id="{6DF9E86E-721E-FBD4-44FC-18DABB551E52}"/>
                    </a:ext>
                  </a:extLst>
                </p:cNvPr>
                <p:cNvPicPr/>
                <p:nvPr/>
              </p:nvPicPr>
              <p:blipFill>
                <a:blip r:embed="rId83"/>
                <a:stretch>
                  <a:fillRect/>
                </a:stretch>
              </p:blipFill>
              <p:spPr>
                <a:xfrm>
                  <a:off x="6064110" y="2450622"/>
                  <a:ext cx="1423440" cy="547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4" name="Ink 53">
                  <a:extLst>
                    <a:ext uri="{FF2B5EF4-FFF2-40B4-BE49-F238E27FC236}">
                      <a16:creationId xmlns:a16="http://schemas.microsoft.com/office/drawing/2014/main" id="{A149EDD0-2FA4-2AB6-3510-3A286A6668B3}"/>
                    </a:ext>
                  </a:extLst>
                </p14:cNvPr>
                <p14:cNvContentPartPr/>
                <p14:nvPr/>
              </p14:nvContentPartPr>
              <p14:xfrm>
                <a:off x="7627950" y="2957142"/>
                <a:ext cx="25200" cy="152280"/>
              </p14:xfrm>
            </p:contentPart>
          </mc:Choice>
          <mc:Fallback>
            <p:pic>
              <p:nvPicPr>
                <p:cNvPr id="54" name="Ink 53">
                  <a:extLst>
                    <a:ext uri="{FF2B5EF4-FFF2-40B4-BE49-F238E27FC236}">
                      <a16:creationId xmlns:a16="http://schemas.microsoft.com/office/drawing/2014/main" id="{A149EDD0-2FA4-2AB6-3510-3A286A6668B3}"/>
                    </a:ext>
                  </a:extLst>
                </p:cNvPr>
                <p:cNvPicPr/>
                <p:nvPr/>
              </p:nvPicPr>
              <p:blipFill>
                <a:blip r:embed="rId85"/>
                <a:stretch>
                  <a:fillRect/>
                </a:stretch>
              </p:blipFill>
              <p:spPr>
                <a:xfrm>
                  <a:off x="7619310" y="2948142"/>
                  <a:ext cx="428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5" name="Ink 54">
                  <a:extLst>
                    <a:ext uri="{FF2B5EF4-FFF2-40B4-BE49-F238E27FC236}">
                      <a16:creationId xmlns:a16="http://schemas.microsoft.com/office/drawing/2014/main" id="{E28D22F3-27F4-B7F5-59F8-46555E16EACD}"/>
                    </a:ext>
                  </a:extLst>
                </p14:cNvPr>
                <p14:cNvContentPartPr/>
                <p14:nvPr/>
              </p14:nvContentPartPr>
              <p14:xfrm>
                <a:off x="7573230" y="3109782"/>
                <a:ext cx="171720" cy="5400"/>
              </p14:xfrm>
            </p:contentPart>
          </mc:Choice>
          <mc:Fallback>
            <p:pic>
              <p:nvPicPr>
                <p:cNvPr id="55" name="Ink 54">
                  <a:extLst>
                    <a:ext uri="{FF2B5EF4-FFF2-40B4-BE49-F238E27FC236}">
                      <a16:creationId xmlns:a16="http://schemas.microsoft.com/office/drawing/2014/main" id="{E28D22F3-27F4-B7F5-59F8-46555E16EACD}"/>
                    </a:ext>
                  </a:extLst>
                </p:cNvPr>
                <p:cNvPicPr/>
                <p:nvPr/>
              </p:nvPicPr>
              <p:blipFill>
                <a:blip r:embed="rId87"/>
                <a:stretch>
                  <a:fillRect/>
                </a:stretch>
              </p:blipFill>
              <p:spPr>
                <a:xfrm>
                  <a:off x="7564230" y="3100782"/>
                  <a:ext cx="1893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6" name="Ink 55">
                  <a:extLst>
                    <a:ext uri="{FF2B5EF4-FFF2-40B4-BE49-F238E27FC236}">
                      <a16:creationId xmlns:a16="http://schemas.microsoft.com/office/drawing/2014/main" id="{27BAC0B1-BFDF-BDE6-1490-4F6F3DA8718A}"/>
                    </a:ext>
                  </a:extLst>
                </p14:cNvPr>
                <p14:cNvContentPartPr/>
                <p14:nvPr/>
              </p14:nvContentPartPr>
              <p14:xfrm>
                <a:off x="7625790" y="2977302"/>
                <a:ext cx="82800" cy="15480"/>
              </p14:xfrm>
            </p:contentPart>
          </mc:Choice>
          <mc:Fallback>
            <p:pic>
              <p:nvPicPr>
                <p:cNvPr id="56" name="Ink 55">
                  <a:extLst>
                    <a:ext uri="{FF2B5EF4-FFF2-40B4-BE49-F238E27FC236}">
                      <a16:creationId xmlns:a16="http://schemas.microsoft.com/office/drawing/2014/main" id="{27BAC0B1-BFDF-BDE6-1490-4F6F3DA8718A}"/>
                    </a:ext>
                  </a:extLst>
                </p:cNvPr>
                <p:cNvPicPr/>
                <p:nvPr/>
              </p:nvPicPr>
              <p:blipFill>
                <a:blip r:embed="rId89"/>
                <a:stretch>
                  <a:fillRect/>
                </a:stretch>
              </p:blipFill>
              <p:spPr>
                <a:xfrm>
                  <a:off x="7617150" y="2968302"/>
                  <a:ext cx="10044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7" name="Ink 56">
                  <a:extLst>
                    <a:ext uri="{FF2B5EF4-FFF2-40B4-BE49-F238E27FC236}">
                      <a16:creationId xmlns:a16="http://schemas.microsoft.com/office/drawing/2014/main" id="{407C6BCD-15DD-366E-12F3-72BCF10C7C9B}"/>
                    </a:ext>
                  </a:extLst>
                </p14:cNvPr>
                <p14:cNvContentPartPr/>
                <p14:nvPr/>
              </p14:nvContentPartPr>
              <p14:xfrm>
                <a:off x="7776630" y="2921502"/>
                <a:ext cx="133560" cy="185400"/>
              </p14:xfrm>
            </p:contentPart>
          </mc:Choice>
          <mc:Fallback>
            <p:pic>
              <p:nvPicPr>
                <p:cNvPr id="57" name="Ink 56">
                  <a:extLst>
                    <a:ext uri="{FF2B5EF4-FFF2-40B4-BE49-F238E27FC236}">
                      <a16:creationId xmlns:a16="http://schemas.microsoft.com/office/drawing/2014/main" id="{407C6BCD-15DD-366E-12F3-72BCF10C7C9B}"/>
                    </a:ext>
                  </a:extLst>
                </p:cNvPr>
                <p:cNvPicPr/>
                <p:nvPr/>
              </p:nvPicPr>
              <p:blipFill>
                <a:blip r:embed="rId91"/>
                <a:stretch>
                  <a:fillRect/>
                </a:stretch>
              </p:blipFill>
              <p:spPr>
                <a:xfrm>
                  <a:off x="7767990" y="2912502"/>
                  <a:ext cx="1512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8" name="Ink 57">
                  <a:extLst>
                    <a:ext uri="{FF2B5EF4-FFF2-40B4-BE49-F238E27FC236}">
                      <a16:creationId xmlns:a16="http://schemas.microsoft.com/office/drawing/2014/main" id="{AAAA272F-CE1F-86DD-F954-21A8DE289C55}"/>
                    </a:ext>
                  </a:extLst>
                </p14:cNvPr>
                <p14:cNvContentPartPr/>
                <p14:nvPr/>
              </p14:nvContentPartPr>
              <p14:xfrm>
                <a:off x="7969950" y="2941662"/>
                <a:ext cx="76680" cy="171000"/>
              </p14:xfrm>
            </p:contentPart>
          </mc:Choice>
          <mc:Fallback>
            <p:pic>
              <p:nvPicPr>
                <p:cNvPr id="58" name="Ink 57">
                  <a:extLst>
                    <a:ext uri="{FF2B5EF4-FFF2-40B4-BE49-F238E27FC236}">
                      <a16:creationId xmlns:a16="http://schemas.microsoft.com/office/drawing/2014/main" id="{AAAA272F-CE1F-86DD-F954-21A8DE289C55}"/>
                    </a:ext>
                  </a:extLst>
                </p:cNvPr>
                <p:cNvPicPr/>
                <p:nvPr/>
              </p:nvPicPr>
              <p:blipFill>
                <a:blip r:embed="rId93"/>
                <a:stretch>
                  <a:fillRect/>
                </a:stretch>
              </p:blipFill>
              <p:spPr>
                <a:xfrm>
                  <a:off x="7961310" y="2933022"/>
                  <a:ext cx="9432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9" name="Ink 58">
                  <a:extLst>
                    <a:ext uri="{FF2B5EF4-FFF2-40B4-BE49-F238E27FC236}">
                      <a16:creationId xmlns:a16="http://schemas.microsoft.com/office/drawing/2014/main" id="{676DF97B-B738-4515-9988-B3B95D260806}"/>
                    </a:ext>
                  </a:extLst>
                </p14:cNvPr>
                <p14:cNvContentPartPr/>
                <p14:nvPr/>
              </p14:nvContentPartPr>
              <p14:xfrm>
                <a:off x="7440390" y="2741142"/>
                <a:ext cx="903600" cy="596520"/>
              </p14:xfrm>
            </p:contentPart>
          </mc:Choice>
          <mc:Fallback>
            <p:pic>
              <p:nvPicPr>
                <p:cNvPr id="59" name="Ink 58">
                  <a:extLst>
                    <a:ext uri="{FF2B5EF4-FFF2-40B4-BE49-F238E27FC236}">
                      <a16:creationId xmlns:a16="http://schemas.microsoft.com/office/drawing/2014/main" id="{676DF97B-B738-4515-9988-B3B95D260806}"/>
                    </a:ext>
                  </a:extLst>
                </p:cNvPr>
                <p:cNvPicPr/>
                <p:nvPr/>
              </p:nvPicPr>
              <p:blipFill>
                <a:blip r:embed="rId95"/>
                <a:stretch>
                  <a:fillRect/>
                </a:stretch>
              </p:blipFill>
              <p:spPr>
                <a:xfrm>
                  <a:off x="7431750" y="2732502"/>
                  <a:ext cx="92124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1" name="Ink 60">
                  <a:extLst>
                    <a:ext uri="{FF2B5EF4-FFF2-40B4-BE49-F238E27FC236}">
                      <a16:creationId xmlns:a16="http://schemas.microsoft.com/office/drawing/2014/main" id="{E0BD6F5A-AC07-E5AD-7A7A-384C1D62B135}"/>
                    </a:ext>
                  </a:extLst>
                </p14:cNvPr>
                <p14:cNvContentPartPr/>
                <p14:nvPr/>
              </p14:nvContentPartPr>
              <p14:xfrm>
                <a:off x="1770750" y="2389422"/>
                <a:ext cx="5725800" cy="911880"/>
              </p14:xfrm>
            </p:contentPart>
          </mc:Choice>
          <mc:Fallback>
            <p:pic>
              <p:nvPicPr>
                <p:cNvPr id="61" name="Ink 60">
                  <a:extLst>
                    <a:ext uri="{FF2B5EF4-FFF2-40B4-BE49-F238E27FC236}">
                      <a16:creationId xmlns:a16="http://schemas.microsoft.com/office/drawing/2014/main" id="{E0BD6F5A-AC07-E5AD-7A7A-384C1D62B135}"/>
                    </a:ext>
                  </a:extLst>
                </p:cNvPr>
                <p:cNvPicPr/>
                <p:nvPr/>
              </p:nvPicPr>
              <p:blipFill>
                <a:blip r:embed="rId97"/>
                <a:stretch>
                  <a:fillRect/>
                </a:stretch>
              </p:blipFill>
              <p:spPr>
                <a:xfrm>
                  <a:off x="1761750" y="2380422"/>
                  <a:ext cx="5743440" cy="9295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2" name="Ink 61">
                  <a:extLst>
                    <a:ext uri="{FF2B5EF4-FFF2-40B4-BE49-F238E27FC236}">
                      <a16:creationId xmlns:a16="http://schemas.microsoft.com/office/drawing/2014/main" id="{8D4753CF-915E-AE1E-37EA-45BA066393D0}"/>
                    </a:ext>
                  </a:extLst>
                </p14:cNvPr>
                <p14:cNvContentPartPr/>
                <p14:nvPr/>
              </p14:nvContentPartPr>
              <p14:xfrm>
                <a:off x="1713510" y="2325702"/>
                <a:ext cx="181080" cy="214560"/>
              </p14:xfrm>
            </p:contentPart>
          </mc:Choice>
          <mc:Fallback>
            <p:pic>
              <p:nvPicPr>
                <p:cNvPr id="62" name="Ink 61">
                  <a:extLst>
                    <a:ext uri="{FF2B5EF4-FFF2-40B4-BE49-F238E27FC236}">
                      <a16:creationId xmlns:a16="http://schemas.microsoft.com/office/drawing/2014/main" id="{8D4753CF-915E-AE1E-37EA-45BA066393D0}"/>
                    </a:ext>
                  </a:extLst>
                </p:cNvPr>
                <p:cNvPicPr/>
                <p:nvPr/>
              </p:nvPicPr>
              <p:blipFill>
                <a:blip r:embed="rId99"/>
                <a:stretch>
                  <a:fillRect/>
                </a:stretch>
              </p:blipFill>
              <p:spPr>
                <a:xfrm>
                  <a:off x="1704870" y="2316702"/>
                  <a:ext cx="19872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4" name="Ink 63">
                  <a:extLst>
                    <a:ext uri="{FF2B5EF4-FFF2-40B4-BE49-F238E27FC236}">
                      <a16:creationId xmlns:a16="http://schemas.microsoft.com/office/drawing/2014/main" id="{14B4AF87-F589-63C9-6669-48C9BBB12511}"/>
                    </a:ext>
                  </a:extLst>
                </p14:cNvPr>
                <p14:cNvContentPartPr/>
                <p14:nvPr/>
              </p14:nvContentPartPr>
              <p14:xfrm>
                <a:off x="4680990" y="1909902"/>
                <a:ext cx="649440" cy="372240"/>
              </p14:xfrm>
            </p:contentPart>
          </mc:Choice>
          <mc:Fallback>
            <p:pic>
              <p:nvPicPr>
                <p:cNvPr id="64" name="Ink 63">
                  <a:extLst>
                    <a:ext uri="{FF2B5EF4-FFF2-40B4-BE49-F238E27FC236}">
                      <a16:creationId xmlns:a16="http://schemas.microsoft.com/office/drawing/2014/main" id="{14B4AF87-F589-63C9-6669-48C9BBB12511}"/>
                    </a:ext>
                  </a:extLst>
                </p:cNvPr>
                <p:cNvPicPr/>
                <p:nvPr/>
              </p:nvPicPr>
              <p:blipFill>
                <a:blip r:embed="rId101"/>
                <a:stretch>
                  <a:fillRect/>
                </a:stretch>
              </p:blipFill>
              <p:spPr>
                <a:xfrm>
                  <a:off x="4671990" y="1901262"/>
                  <a:ext cx="66708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5" name="Ink 64">
                  <a:extLst>
                    <a:ext uri="{FF2B5EF4-FFF2-40B4-BE49-F238E27FC236}">
                      <a16:creationId xmlns:a16="http://schemas.microsoft.com/office/drawing/2014/main" id="{BD5898A6-3453-610F-29BC-F599060CDA28}"/>
                    </a:ext>
                  </a:extLst>
                </p14:cNvPr>
                <p14:cNvContentPartPr/>
                <p14:nvPr/>
              </p14:nvContentPartPr>
              <p14:xfrm>
                <a:off x="4637430" y="1882542"/>
                <a:ext cx="130680" cy="153720"/>
              </p14:xfrm>
            </p:contentPart>
          </mc:Choice>
          <mc:Fallback>
            <p:pic>
              <p:nvPicPr>
                <p:cNvPr id="65" name="Ink 64">
                  <a:extLst>
                    <a:ext uri="{FF2B5EF4-FFF2-40B4-BE49-F238E27FC236}">
                      <a16:creationId xmlns:a16="http://schemas.microsoft.com/office/drawing/2014/main" id="{BD5898A6-3453-610F-29BC-F599060CDA28}"/>
                    </a:ext>
                  </a:extLst>
                </p:cNvPr>
                <p:cNvPicPr/>
                <p:nvPr/>
              </p:nvPicPr>
              <p:blipFill>
                <a:blip r:embed="rId103"/>
                <a:stretch>
                  <a:fillRect/>
                </a:stretch>
              </p:blipFill>
              <p:spPr>
                <a:xfrm>
                  <a:off x="4628430" y="1873542"/>
                  <a:ext cx="14832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7" name="Ink 66">
                  <a:extLst>
                    <a:ext uri="{FF2B5EF4-FFF2-40B4-BE49-F238E27FC236}">
                      <a16:creationId xmlns:a16="http://schemas.microsoft.com/office/drawing/2014/main" id="{3ED4FCC1-D98F-CD22-2235-6B37F37E9892}"/>
                    </a:ext>
                  </a:extLst>
                </p14:cNvPr>
                <p14:cNvContentPartPr/>
                <p14:nvPr/>
              </p14:nvContentPartPr>
              <p14:xfrm>
                <a:off x="4779990" y="1515702"/>
                <a:ext cx="1023840" cy="10080"/>
              </p14:xfrm>
            </p:contentPart>
          </mc:Choice>
          <mc:Fallback>
            <p:pic>
              <p:nvPicPr>
                <p:cNvPr id="67" name="Ink 66">
                  <a:extLst>
                    <a:ext uri="{FF2B5EF4-FFF2-40B4-BE49-F238E27FC236}">
                      <a16:creationId xmlns:a16="http://schemas.microsoft.com/office/drawing/2014/main" id="{3ED4FCC1-D98F-CD22-2235-6B37F37E9892}"/>
                    </a:ext>
                  </a:extLst>
                </p:cNvPr>
                <p:cNvPicPr/>
                <p:nvPr/>
              </p:nvPicPr>
              <p:blipFill>
                <a:blip r:embed="rId105"/>
                <a:stretch>
                  <a:fillRect/>
                </a:stretch>
              </p:blipFill>
              <p:spPr>
                <a:xfrm>
                  <a:off x="4770990" y="1506702"/>
                  <a:ext cx="10414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8" name="Ink 67">
                  <a:extLst>
                    <a:ext uri="{FF2B5EF4-FFF2-40B4-BE49-F238E27FC236}">
                      <a16:creationId xmlns:a16="http://schemas.microsoft.com/office/drawing/2014/main" id="{11B2598A-CDED-60D5-3314-3F5BEB0195B4}"/>
                    </a:ext>
                  </a:extLst>
                </p14:cNvPr>
                <p14:cNvContentPartPr/>
                <p14:nvPr/>
              </p14:nvContentPartPr>
              <p14:xfrm>
                <a:off x="5742990" y="1457022"/>
                <a:ext cx="85680" cy="96840"/>
              </p14:xfrm>
            </p:contentPart>
          </mc:Choice>
          <mc:Fallback>
            <p:pic>
              <p:nvPicPr>
                <p:cNvPr id="68" name="Ink 67">
                  <a:extLst>
                    <a:ext uri="{FF2B5EF4-FFF2-40B4-BE49-F238E27FC236}">
                      <a16:creationId xmlns:a16="http://schemas.microsoft.com/office/drawing/2014/main" id="{11B2598A-CDED-60D5-3314-3F5BEB0195B4}"/>
                    </a:ext>
                  </a:extLst>
                </p:cNvPr>
                <p:cNvPicPr/>
                <p:nvPr/>
              </p:nvPicPr>
              <p:blipFill>
                <a:blip r:embed="rId107"/>
                <a:stretch>
                  <a:fillRect/>
                </a:stretch>
              </p:blipFill>
              <p:spPr>
                <a:xfrm>
                  <a:off x="5733990" y="1448022"/>
                  <a:ext cx="10332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0" name="Ink 69">
                  <a:extLst>
                    <a:ext uri="{FF2B5EF4-FFF2-40B4-BE49-F238E27FC236}">
                      <a16:creationId xmlns:a16="http://schemas.microsoft.com/office/drawing/2014/main" id="{937F72E0-6F21-184A-2990-899C3F7AC42F}"/>
                    </a:ext>
                  </a:extLst>
                </p14:cNvPr>
                <p14:cNvContentPartPr/>
                <p14:nvPr/>
              </p14:nvContentPartPr>
              <p14:xfrm>
                <a:off x="5974110" y="1376742"/>
                <a:ext cx="102600" cy="164520"/>
              </p14:xfrm>
            </p:contentPart>
          </mc:Choice>
          <mc:Fallback>
            <p:pic>
              <p:nvPicPr>
                <p:cNvPr id="70" name="Ink 69">
                  <a:extLst>
                    <a:ext uri="{FF2B5EF4-FFF2-40B4-BE49-F238E27FC236}">
                      <a16:creationId xmlns:a16="http://schemas.microsoft.com/office/drawing/2014/main" id="{937F72E0-6F21-184A-2990-899C3F7AC42F}"/>
                    </a:ext>
                  </a:extLst>
                </p:cNvPr>
                <p:cNvPicPr/>
                <p:nvPr/>
              </p:nvPicPr>
              <p:blipFill>
                <a:blip r:embed="rId109"/>
                <a:stretch>
                  <a:fillRect/>
                </a:stretch>
              </p:blipFill>
              <p:spPr>
                <a:xfrm>
                  <a:off x="5965470" y="1368102"/>
                  <a:ext cx="12024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1" name="Ink 70">
                  <a:extLst>
                    <a:ext uri="{FF2B5EF4-FFF2-40B4-BE49-F238E27FC236}">
                      <a16:creationId xmlns:a16="http://schemas.microsoft.com/office/drawing/2014/main" id="{FE4A67ED-D843-0E78-6ABB-3592C9436B42}"/>
                    </a:ext>
                  </a:extLst>
                </p14:cNvPr>
                <p14:cNvContentPartPr/>
                <p14:nvPr/>
              </p14:nvContentPartPr>
              <p14:xfrm>
                <a:off x="6119910" y="1428222"/>
                <a:ext cx="91080" cy="105840"/>
              </p14:xfrm>
            </p:contentPart>
          </mc:Choice>
          <mc:Fallback>
            <p:pic>
              <p:nvPicPr>
                <p:cNvPr id="71" name="Ink 70">
                  <a:extLst>
                    <a:ext uri="{FF2B5EF4-FFF2-40B4-BE49-F238E27FC236}">
                      <a16:creationId xmlns:a16="http://schemas.microsoft.com/office/drawing/2014/main" id="{FE4A67ED-D843-0E78-6ABB-3592C9436B42}"/>
                    </a:ext>
                  </a:extLst>
                </p:cNvPr>
                <p:cNvPicPr/>
                <p:nvPr/>
              </p:nvPicPr>
              <p:blipFill>
                <a:blip r:embed="rId111"/>
                <a:stretch>
                  <a:fillRect/>
                </a:stretch>
              </p:blipFill>
              <p:spPr>
                <a:xfrm>
                  <a:off x="6110910" y="1419582"/>
                  <a:ext cx="10872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2" name="Ink 71">
                  <a:extLst>
                    <a:ext uri="{FF2B5EF4-FFF2-40B4-BE49-F238E27FC236}">
                      <a16:creationId xmlns:a16="http://schemas.microsoft.com/office/drawing/2014/main" id="{5E094910-D58D-BF91-EBE9-810D6D6EA3CA}"/>
                    </a:ext>
                  </a:extLst>
                </p14:cNvPr>
                <p14:cNvContentPartPr/>
                <p14:nvPr/>
              </p14:nvContentPartPr>
              <p14:xfrm>
                <a:off x="6213510" y="1441902"/>
                <a:ext cx="108000" cy="113040"/>
              </p14:xfrm>
            </p:contentPart>
          </mc:Choice>
          <mc:Fallback>
            <p:pic>
              <p:nvPicPr>
                <p:cNvPr id="72" name="Ink 71">
                  <a:extLst>
                    <a:ext uri="{FF2B5EF4-FFF2-40B4-BE49-F238E27FC236}">
                      <a16:creationId xmlns:a16="http://schemas.microsoft.com/office/drawing/2014/main" id="{5E094910-D58D-BF91-EBE9-810D6D6EA3CA}"/>
                    </a:ext>
                  </a:extLst>
                </p:cNvPr>
                <p:cNvPicPr/>
                <p:nvPr/>
              </p:nvPicPr>
              <p:blipFill>
                <a:blip r:embed="rId113"/>
                <a:stretch>
                  <a:fillRect/>
                </a:stretch>
              </p:blipFill>
              <p:spPr>
                <a:xfrm>
                  <a:off x="6204510" y="1432902"/>
                  <a:ext cx="1256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4" name="Ink 73">
                  <a:extLst>
                    <a:ext uri="{FF2B5EF4-FFF2-40B4-BE49-F238E27FC236}">
                      <a16:creationId xmlns:a16="http://schemas.microsoft.com/office/drawing/2014/main" id="{80458514-F261-0016-B211-866362FB367C}"/>
                    </a:ext>
                  </a:extLst>
                </p14:cNvPr>
                <p14:cNvContentPartPr/>
                <p14:nvPr/>
              </p14:nvContentPartPr>
              <p14:xfrm>
                <a:off x="5890590" y="1274502"/>
                <a:ext cx="549720" cy="433800"/>
              </p14:xfrm>
            </p:contentPart>
          </mc:Choice>
          <mc:Fallback>
            <p:pic>
              <p:nvPicPr>
                <p:cNvPr id="74" name="Ink 73">
                  <a:extLst>
                    <a:ext uri="{FF2B5EF4-FFF2-40B4-BE49-F238E27FC236}">
                      <a16:creationId xmlns:a16="http://schemas.microsoft.com/office/drawing/2014/main" id="{80458514-F261-0016-B211-866362FB367C}"/>
                    </a:ext>
                  </a:extLst>
                </p:cNvPr>
                <p:cNvPicPr/>
                <p:nvPr/>
              </p:nvPicPr>
              <p:blipFill>
                <a:blip r:embed="rId115"/>
                <a:stretch>
                  <a:fillRect/>
                </a:stretch>
              </p:blipFill>
              <p:spPr>
                <a:xfrm>
                  <a:off x="5881950" y="1265862"/>
                  <a:ext cx="567360" cy="4514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5" name="Ink 74">
                  <a:extLst>
                    <a:ext uri="{FF2B5EF4-FFF2-40B4-BE49-F238E27FC236}">
                      <a16:creationId xmlns:a16="http://schemas.microsoft.com/office/drawing/2014/main" id="{48CCB641-F0CD-97FD-61EA-31FD3EB28E9C}"/>
                    </a:ext>
                  </a:extLst>
                </p14:cNvPr>
                <p14:cNvContentPartPr/>
                <p14:nvPr/>
              </p14:nvContentPartPr>
              <p14:xfrm>
                <a:off x="6423750" y="1397262"/>
                <a:ext cx="1295280" cy="104040"/>
              </p14:xfrm>
            </p:contentPart>
          </mc:Choice>
          <mc:Fallback>
            <p:pic>
              <p:nvPicPr>
                <p:cNvPr id="75" name="Ink 74">
                  <a:extLst>
                    <a:ext uri="{FF2B5EF4-FFF2-40B4-BE49-F238E27FC236}">
                      <a16:creationId xmlns:a16="http://schemas.microsoft.com/office/drawing/2014/main" id="{48CCB641-F0CD-97FD-61EA-31FD3EB28E9C}"/>
                    </a:ext>
                  </a:extLst>
                </p:cNvPr>
                <p:cNvPicPr/>
                <p:nvPr/>
              </p:nvPicPr>
              <p:blipFill>
                <a:blip r:embed="rId117"/>
                <a:stretch>
                  <a:fillRect/>
                </a:stretch>
              </p:blipFill>
              <p:spPr>
                <a:xfrm>
                  <a:off x="6414750" y="1388622"/>
                  <a:ext cx="131292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6" name="Ink 75">
                  <a:extLst>
                    <a:ext uri="{FF2B5EF4-FFF2-40B4-BE49-F238E27FC236}">
                      <a16:creationId xmlns:a16="http://schemas.microsoft.com/office/drawing/2014/main" id="{F151F011-CBC3-4AD9-D35B-EF6EE5F7F762}"/>
                    </a:ext>
                  </a:extLst>
                </p14:cNvPr>
                <p14:cNvContentPartPr/>
                <p14:nvPr/>
              </p14:nvContentPartPr>
              <p14:xfrm>
                <a:off x="7685910" y="1351542"/>
                <a:ext cx="83160" cy="119520"/>
              </p14:xfrm>
            </p:contentPart>
          </mc:Choice>
          <mc:Fallback>
            <p:pic>
              <p:nvPicPr>
                <p:cNvPr id="76" name="Ink 75">
                  <a:extLst>
                    <a:ext uri="{FF2B5EF4-FFF2-40B4-BE49-F238E27FC236}">
                      <a16:creationId xmlns:a16="http://schemas.microsoft.com/office/drawing/2014/main" id="{F151F011-CBC3-4AD9-D35B-EF6EE5F7F762}"/>
                    </a:ext>
                  </a:extLst>
                </p:cNvPr>
                <p:cNvPicPr/>
                <p:nvPr/>
              </p:nvPicPr>
              <p:blipFill>
                <a:blip r:embed="rId119"/>
                <a:stretch>
                  <a:fillRect/>
                </a:stretch>
              </p:blipFill>
              <p:spPr>
                <a:xfrm>
                  <a:off x="7676910" y="1342542"/>
                  <a:ext cx="1008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7" name="Ink 76">
                  <a:extLst>
                    <a:ext uri="{FF2B5EF4-FFF2-40B4-BE49-F238E27FC236}">
                      <a16:creationId xmlns:a16="http://schemas.microsoft.com/office/drawing/2014/main" id="{B7615CBA-CB35-4960-2AD7-76DD2570E796}"/>
                    </a:ext>
                  </a:extLst>
                </p14:cNvPr>
                <p14:cNvContentPartPr/>
                <p14:nvPr/>
              </p14:nvContentPartPr>
              <p14:xfrm>
                <a:off x="7905870" y="1095942"/>
                <a:ext cx="847440" cy="572400"/>
              </p14:xfrm>
            </p:contentPart>
          </mc:Choice>
          <mc:Fallback>
            <p:pic>
              <p:nvPicPr>
                <p:cNvPr id="77" name="Ink 76">
                  <a:extLst>
                    <a:ext uri="{FF2B5EF4-FFF2-40B4-BE49-F238E27FC236}">
                      <a16:creationId xmlns:a16="http://schemas.microsoft.com/office/drawing/2014/main" id="{B7615CBA-CB35-4960-2AD7-76DD2570E796}"/>
                    </a:ext>
                  </a:extLst>
                </p:cNvPr>
                <p:cNvPicPr/>
                <p:nvPr/>
              </p:nvPicPr>
              <p:blipFill>
                <a:blip r:embed="rId121"/>
                <a:stretch>
                  <a:fillRect/>
                </a:stretch>
              </p:blipFill>
              <p:spPr>
                <a:xfrm>
                  <a:off x="7897230" y="1087302"/>
                  <a:ext cx="865080" cy="590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8" name="Ink 77">
                  <a:extLst>
                    <a:ext uri="{FF2B5EF4-FFF2-40B4-BE49-F238E27FC236}">
                      <a16:creationId xmlns:a16="http://schemas.microsoft.com/office/drawing/2014/main" id="{E7E77BEF-FB98-C354-C5CE-F689F3ACF44C}"/>
                    </a:ext>
                  </a:extLst>
                </p14:cNvPr>
                <p14:cNvContentPartPr/>
                <p14:nvPr/>
              </p14:nvContentPartPr>
              <p14:xfrm>
                <a:off x="8119350" y="1296102"/>
                <a:ext cx="129960" cy="182160"/>
              </p14:xfrm>
            </p:contentPart>
          </mc:Choice>
          <mc:Fallback>
            <p:pic>
              <p:nvPicPr>
                <p:cNvPr id="78" name="Ink 77">
                  <a:extLst>
                    <a:ext uri="{FF2B5EF4-FFF2-40B4-BE49-F238E27FC236}">
                      <a16:creationId xmlns:a16="http://schemas.microsoft.com/office/drawing/2014/main" id="{E7E77BEF-FB98-C354-C5CE-F689F3ACF44C}"/>
                    </a:ext>
                  </a:extLst>
                </p:cNvPr>
                <p:cNvPicPr/>
                <p:nvPr/>
              </p:nvPicPr>
              <p:blipFill>
                <a:blip r:embed="rId123"/>
                <a:stretch>
                  <a:fillRect/>
                </a:stretch>
              </p:blipFill>
              <p:spPr>
                <a:xfrm>
                  <a:off x="8110350" y="1287102"/>
                  <a:ext cx="1476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9" name="Ink 78">
                  <a:extLst>
                    <a:ext uri="{FF2B5EF4-FFF2-40B4-BE49-F238E27FC236}">
                      <a16:creationId xmlns:a16="http://schemas.microsoft.com/office/drawing/2014/main" id="{144F3A79-CF50-48FF-17CC-831D7DA27BB7}"/>
                    </a:ext>
                  </a:extLst>
                </p14:cNvPr>
                <p14:cNvContentPartPr/>
                <p14:nvPr/>
              </p14:nvContentPartPr>
              <p14:xfrm>
                <a:off x="8288910" y="1340022"/>
                <a:ext cx="113760" cy="130320"/>
              </p14:xfrm>
            </p:contentPart>
          </mc:Choice>
          <mc:Fallback>
            <p:pic>
              <p:nvPicPr>
                <p:cNvPr id="79" name="Ink 78">
                  <a:extLst>
                    <a:ext uri="{FF2B5EF4-FFF2-40B4-BE49-F238E27FC236}">
                      <a16:creationId xmlns:a16="http://schemas.microsoft.com/office/drawing/2014/main" id="{144F3A79-CF50-48FF-17CC-831D7DA27BB7}"/>
                    </a:ext>
                  </a:extLst>
                </p:cNvPr>
                <p:cNvPicPr/>
                <p:nvPr/>
              </p:nvPicPr>
              <p:blipFill>
                <a:blip r:embed="rId125"/>
                <a:stretch>
                  <a:fillRect/>
                </a:stretch>
              </p:blipFill>
              <p:spPr>
                <a:xfrm>
                  <a:off x="8280270" y="1331382"/>
                  <a:ext cx="13140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0" name="Ink 79">
                  <a:extLst>
                    <a:ext uri="{FF2B5EF4-FFF2-40B4-BE49-F238E27FC236}">
                      <a16:creationId xmlns:a16="http://schemas.microsoft.com/office/drawing/2014/main" id="{20C2D998-2B2A-C745-F8E5-96A323D39C2B}"/>
                    </a:ext>
                  </a:extLst>
                </p14:cNvPr>
                <p14:cNvContentPartPr/>
                <p14:nvPr/>
              </p14:nvContentPartPr>
              <p14:xfrm>
                <a:off x="8439390" y="1324902"/>
                <a:ext cx="87840" cy="204120"/>
              </p14:xfrm>
            </p:contentPart>
          </mc:Choice>
          <mc:Fallback>
            <p:pic>
              <p:nvPicPr>
                <p:cNvPr id="80" name="Ink 79">
                  <a:extLst>
                    <a:ext uri="{FF2B5EF4-FFF2-40B4-BE49-F238E27FC236}">
                      <a16:creationId xmlns:a16="http://schemas.microsoft.com/office/drawing/2014/main" id="{20C2D998-2B2A-C745-F8E5-96A323D39C2B}"/>
                    </a:ext>
                  </a:extLst>
                </p:cNvPr>
                <p:cNvPicPr/>
                <p:nvPr/>
              </p:nvPicPr>
              <p:blipFill>
                <a:blip r:embed="rId127"/>
                <a:stretch>
                  <a:fillRect/>
                </a:stretch>
              </p:blipFill>
              <p:spPr>
                <a:xfrm>
                  <a:off x="8430390" y="1316262"/>
                  <a:ext cx="1054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2" name="Ink 81">
                  <a:extLst>
                    <a:ext uri="{FF2B5EF4-FFF2-40B4-BE49-F238E27FC236}">
                      <a16:creationId xmlns:a16="http://schemas.microsoft.com/office/drawing/2014/main" id="{351940D3-9232-EB89-C63E-FC3DC387B1F5}"/>
                    </a:ext>
                  </a:extLst>
                </p14:cNvPr>
                <p14:cNvContentPartPr/>
                <p14:nvPr/>
              </p14:nvContentPartPr>
              <p14:xfrm>
                <a:off x="6038550" y="2036982"/>
                <a:ext cx="348120" cy="217800"/>
              </p14:xfrm>
            </p:contentPart>
          </mc:Choice>
          <mc:Fallback>
            <p:pic>
              <p:nvPicPr>
                <p:cNvPr id="82" name="Ink 81">
                  <a:extLst>
                    <a:ext uri="{FF2B5EF4-FFF2-40B4-BE49-F238E27FC236}">
                      <a16:creationId xmlns:a16="http://schemas.microsoft.com/office/drawing/2014/main" id="{351940D3-9232-EB89-C63E-FC3DC387B1F5}"/>
                    </a:ext>
                  </a:extLst>
                </p:cNvPr>
                <p:cNvPicPr/>
                <p:nvPr/>
              </p:nvPicPr>
              <p:blipFill>
                <a:blip r:embed="rId129"/>
                <a:stretch>
                  <a:fillRect/>
                </a:stretch>
              </p:blipFill>
              <p:spPr>
                <a:xfrm>
                  <a:off x="6029910" y="2027982"/>
                  <a:ext cx="36576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4" name="Ink 83">
                  <a:extLst>
                    <a:ext uri="{FF2B5EF4-FFF2-40B4-BE49-F238E27FC236}">
                      <a16:creationId xmlns:a16="http://schemas.microsoft.com/office/drawing/2014/main" id="{EF5B7C44-83ED-761B-17AC-2965AB5AC015}"/>
                    </a:ext>
                  </a:extLst>
                </p14:cNvPr>
                <p14:cNvContentPartPr/>
                <p14:nvPr/>
              </p14:nvContentPartPr>
              <p14:xfrm>
                <a:off x="4537350" y="1286022"/>
                <a:ext cx="384840" cy="309600"/>
              </p14:xfrm>
            </p:contentPart>
          </mc:Choice>
          <mc:Fallback>
            <p:pic>
              <p:nvPicPr>
                <p:cNvPr id="84" name="Ink 83">
                  <a:extLst>
                    <a:ext uri="{FF2B5EF4-FFF2-40B4-BE49-F238E27FC236}">
                      <a16:creationId xmlns:a16="http://schemas.microsoft.com/office/drawing/2014/main" id="{EF5B7C44-83ED-761B-17AC-2965AB5AC015}"/>
                    </a:ext>
                  </a:extLst>
                </p:cNvPr>
                <p:cNvPicPr/>
                <p:nvPr/>
              </p:nvPicPr>
              <p:blipFill>
                <a:blip r:embed="rId131"/>
                <a:stretch>
                  <a:fillRect/>
                </a:stretch>
              </p:blipFill>
              <p:spPr>
                <a:xfrm>
                  <a:off x="4528710" y="1277022"/>
                  <a:ext cx="402480" cy="327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2">
            <p14:nvContentPartPr>
              <p14:cNvPr id="88" name="Ink 87">
                <a:extLst>
                  <a:ext uri="{FF2B5EF4-FFF2-40B4-BE49-F238E27FC236}">
                    <a16:creationId xmlns:a16="http://schemas.microsoft.com/office/drawing/2014/main" id="{D73BCB78-CBD2-548E-E270-39ABB1ECFD92}"/>
                  </a:ext>
                </a:extLst>
              </p14:cNvPr>
              <p14:cNvContentPartPr/>
              <p14:nvPr/>
            </p14:nvContentPartPr>
            <p14:xfrm>
              <a:off x="1363590" y="3609822"/>
              <a:ext cx="558360" cy="644760"/>
            </p14:xfrm>
          </p:contentPart>
        </mc:Choice>
        <mc:Fallback>
          <p:pic>
            <p:nvPicPr>
              <p:cNvPr id="88" name="Ink 87">
                <a:extLst>
                  <a:ext uri="{FF2B5EF4-FFF2-40B4-BE49-F238E27FC236}">
                    <a16:creationId xmlns:a16="http://schemas.microsoft.com/office/drawing/2014/main" id="{D73BCB78-CBD2-548E-E270-39ABB1ECFD92}"/>
                  </a:ext>
                </a:extLst>
              </p:cNvPr>
              <p:cNvPicPr/>
              <p:nvPr/>
            </p:nvPicPr>
            <p:blipFill>
              <a:blip r:embed="rId133"/>
              <a:stretch>
                <a:fillRect/>
              </a:stretch>
            </p:blipFill>
            <p:spPr>
              <a:xfrm>
                <a:off x="1354590" y="3600822"/>
                <a:ext cx="576000" cy="6624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9" name="Ink 88">
                <a:extLst>
                  <a:ext uri="{FF2B5EF4-FFF2-40B4-BE49-F238E27FC236}">
                    <a16:creationId xmlns:a16="http://schemas.microsoft.com/office/drawing/2014/main" id="{2E0AD8F7-E4A9-D11D-7D05-C07ECFF827E7}"/>
                  </a:ext>
                </a:extLst>
              </p14:cNvPr>
              <p14:cNvContentPartPr/>
              <p14:nvPr/>
            </p14:nvContentPartPr>
            <p14:xfrm>
              <a:off x="1569870" y="3882702"/>
              <a:ext cx="49320" cy="286920"/>
            </p14:xfrm>
          </p:contentPart>
        </mc:Choice>
        <mc:Fallback>
          <p:pic>
            <p:nvPicPr>
              <p:cNvPr id="89" name="Ink 88">
                <a:extLst>
                  <a:ext uri="{FF2B5EF4-FFF2-40B4-BE49-F238E27FC236}">
                    <a16:creationId xmlns:a16="http://schemas.microsoft.com/office/drawing/2014/main" id="{2E0AD8F7-E4A9-D11D-7D05-C07ECFF827E7}"/>
                  </a:ext>
                </a:extLst>
              </p:cNvPr>
              <p:cNvPicPr/>
              <p:nvPr/>
            </p:nvPicPr>
            <p:blipFill>
              <a:blip r:embed="rId135"/>
              <a:stretch>
                <a:fillRect/>
              </a:stretch>
            </p:blipFill>
            <p:spPr>
              <a:xfrm>
                <a:off x="1561230" y="3873702"/>
                <a:ext cx="6696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0" name="Ink 89">
                <a:extLst>
                  <a:ext uri="{FF2B5EF4-FFF2-40B4-BE49-F238E27FC236}">
                    <a16:creationId xmlns:a16="http://schemas.microsoft.com/office/drawing/2014/main" id="{FFB7CE37-E7CD-2B93-70F1-9F76C8E06192}"/>
                  </a:ext>
                </a:extLst>
              </p14:cNvPr>
              <p14:cNvContentPartPr/>
              <p14:nvPr/>
            </p14:nvContentPartPr>
            <p14:xfrm>
              <a:off x="1554750" y="4030302"/>
              <a:ext cx="56520" cy="67680"/>
            </p14:xfrm>
          </p:contentPart>
        </mc:Choice>
        <mc:Fallback>
          <p:pic>
            <p:nvPicPr>
              <p:cNvPr id="90" name="Ink 89">
                <a:extLst>
                  <a:ext uri="{FF2B5EF4-FFF2-40B4-BE49-F238E27FC236}">
                    <a16:creationId xmlns:a16="http://schemas.microsoft.com/office/drawing/2014/main" id="{FFB7CE37-E7CD-2B93-70F1-9F76C8E06192}"/>
                  </a:ext>
                </a:extLst>
              </p:cNvPr>
              <p:cNvPicPr/>
              <p:nvPr/>
            </p:nvPicPr>
            <p:blipFill>
              <a:blip r:embed="rId137"/>
              <a:stretch>
                <a:fillRect/>
              </a:stretch>
            </p:blipFill>
            <p:spPr>
              <a:xfrm>
                <a:off x="1546110" y="4021302"/>
                <a:ext cx="7416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91" name="Ink 90">
                <a:extLst>
                  <a:ext uri="{FF2B5EF4-FFF2-40B4-BE49-F238E27FC236}">
                    <a16:creationId xmlns:a16="http://schemas.microsoft.com/office/drawing/2014/main" id="{C129B844-208A-0B55-A99A-C39ED42C32D1}"/>
                  </a:ext>
                </a:extLst>
              </p14:cNvPr>
              <p14:cNvContentPartPr/>
              <p14:nvPr/>
            </p14:nvContentPartPr>
            <p14:xfrm>
              <a:off x="1681830" y="4014462"/>
              <a:ext cx="5400" cy="72360"/>
            </p14:xfrm>
          </p:contentPart>
        </mc:Choice>
        <mc:Fallback>
          <p:pic>
            <p:nvPicPr>
              <p:cNvPr id="91" name="Ink 90">
                <a:extLst>
                  <a:ext uri="{FF2B5EF4-FFF2-40B4-BE49-F238E27FC236}">
                    <a16:creationId xmlns:a16="http://schemas.microsoft.com/office/drawing/2014/main" id="{C129B844-208A-0B55-A99A-C39ED42C32D1}"/>
                  </a:ext>
                </a:extLst>
              </p:cNvPr>
              <p:cNvPicPr/>
              <p:nvPr/>
            </p:nvPicPr>
            <p:blipFill>
              <a:blip r:embed="rId139"/>
              <a:stretch>
                <a:fillRect/>
              </a:stretch>
            </p:blipFill>
            <p:spPr>
              <a:xfrm>
                <a:off x="1673190" y="4005462"/>
                <a:ext cx="230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2" name="Ink 91">
                <a:extLst>
                  <a:ext uri="{FF2B5EF4-FFF2-40B4-BE49-F238E27FC236}">
                    <a16:creationId xmlns:a16="http://schemas.microsoft.com/office/drawing/2014/main" id="{D1773544-E177-5E71-6743-F6E4F0490A43}"/>
                  </a:ext>
                </a:extLst>
              </p14:cNvPr>
              <p14:cNvContentPartPr/>
              <p14:nvPr/>
            </p14:nvContentPartPr>
            <p14:xfrm>
              <a:off x="1665630" y="3926262"/>
              <a:ext cx="11520" cy="3240"/>
            </p14:xfrm>
          </p:contentPart>
        </mc:Choice>
        <mc:Fallback>
          <p:pic>
            <p:nvPicPr>
              <p:cNvPr id="92" name="Ink 91">
                <a:extLst>
                  <a:ext uri="{FF2B5EF4-FFF2-40B4-BE49-F238E27FC236}">
                    <a16:creationId xmlns:a16="http://schemas.microsoft.com/office/drawing/2014/main" id="{D1773544-E177-5E71-6743-F6E4F0490A43}"/>
                  </a:ext>
                </a:extLst>
              </p:cNvPr>
              <p:cNvPicPr/>
              <p:nvPr/>
            </p:nvPicPr>
            <p:blipFill>
              <a:blip r:embed="rId141"/>
              <a:stretch>
                <a:fillRect/>
              </a:stretch>
            </p:blipFill>
            <p:spPr>
              <a:xfrm>
                <a:off x="1656990" y="3917622"/>
                <a:ext cx="291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3" name="Ink 92">
                <a:extLst>
                  <a:ext uri="{FF2B5EF4-FFF2-40B4-BE49-F238E27FC236}">
                    <a16:creationId xmlns:a16="http://schemas.microsoft.com/office/drawing/2014/main" id="{B610FC51-D70D-BE9B-93E1-CD1F9F77865B}"/>
                  </a:ext>
                </a:extLst>
              </p14:cNvPr>
              <p14:cNvContentPartPr/>
              <p14:nvPr/>
            </p14:nvContentPartPr>
            <p14:xfrm>
              <a:off x="1718910" y="3924462"/>
              <a:ext cx="115920" cy="101160"/>
            </p14:xfrm>
          </p:contentPart>
        </mc:Choice>
        <mc:Fallback>
          <p:pic>
            <p:nvPicPr>
              <p:cNvPr id="93" name="Ink 92">
                <a:extLst>
                  <a:ext uri="{FF2B5EF4-FFF2-40B4-BE49-F238E27FC236}">
                    <a16:creationId xmlns:a16="http://schemas.microsoft.com/office/drawing/2014/main" id="{B610FC51-D70D-BE9B-93E1-CD1F9F77865B}"/>
                  </a:ext>
                </a:extLst>
              </p:cNvPr>
              <p:cNvPicPr/>
              <p:nvPr/>
            </p:nvPicPr>
            <p:blipFill>
              <a:blip r:embed="rId143"/>
              <a:stretch>
                <a:fillRect/>
              </a:stretch>
            </p:blipFill>
            <p:spPr>
              <a:xfrm>
                <a:off x="1709910" y="3915462"/>
                <a:ext cx="13356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5" name="Ink 94">
                <a:extLst>
                  <a:ext uri="{FF2B5EF4-FFF2-40B4-BE49-F238E27FC236}">
                    <a16:creationId xmlns:a16="http://schemas.microsoft.com/office/drawing/2014/main" id="{3936253F-30BB-FAAD-E311-F135C87A27C1}"/>
                  </a:ext>
                </a:extLst>
              </p14:cNvPr>
              <p14:cNvContentPartPr/>
              <p14:nvPr/>
            </p14:nvContentPartPr>
            <p14:xfrm>
              <a:off x="2200230" y="3783702"/>
              <a:ext cx="2965320" cy="432000"/>
            </p14:xfrm>
          </p:contentPart>
        </mc:Choice>
        <mc:Fallback>
          <p:pic>
            <p:nvPicPr>
              <p:cNvPr id="95" name="Ink 94">
                <a:extLst>
                  <a:ext uri="{FF2B5EF4-FFF2-40B4-BE49-F238E27FC236}">
                    <a16:creationId xmlns:a16="http://schemas.microsoft.com/office/drawing/2014/main" id="{3936253F-30BB-FAAD-E311-F135C87A27C1}"/>
                  </a:ext>
                </a:extLst>
              </p:cNvPr>
              <p:cNvPicPr/>
              <p:nvPr/>
            </p:nvPicPr>
            <p:blipFill>
              <a:blip r:embed="rId145"/>
              <a:stretch>
                <a:fillRect/>
              </a:stretch>
            </p:blipFill>
            <p:spPr>
              <a:xfrm>
                <a:off x="2191590" y="3774702"/>
                <a:ext cx="2982960" cy="4496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6" name="Ink 95">
                <a:extLst>
                  <a:ext uri="{FF2B5EF4-FFF2-40B4-BE49-F238E27FC236}">
                    <a16:creationId xmlns:a16="http://schemas.microsoft.com/office/drawing/2014/main" id="{47B87AB9-93F9-26A7-62DA-BAC6657A37D6}"/>
                  </a:ext>
                </a:extLst>
              </p14:cNvPr>
              <p14:cNvContentPartPr/>
              <p14:nvPr/>
            </p14:nvContentPartPr>
            <p14:xfrm>
              <a:off x="4981950" y="3794862"/>
              <a:ext cx="182160" cy="61920"/>
            </p14:xfrm>
          </p:contentPart>
        </mc:Choice>
        <mc:Fallback>
          <p:pic>
            <p:nvPicPr>
              <p:cNvPr id="96" name="Ink 95">
                <a:extLst>
                  <a:ext uri="{FF2B5EF4-FFF2-40B4-BE49-F238E27FC236}">
                    <a16:creationId xmlns:a16="http://schemas.microsoft.com/office/drawing/2014/main" id="{47B87AB9-93F9-26A7-62DA-BAC6657A37D6}"/>
                  </a:ext>
                </a:extLst>
              </p:cNvPr>
              <p:cNvPicPr/>
              <p:nvPr/>
            </p:nvPicPr>
            <p:blipFill>
              <a:blip r:embed="rId147"/>
              <a:stretch>
                <a:fillRect/>
              </a:stretch>
            </p:blipFill>
            <p:spPr>
              <a:xfrm>
                <a:off x="4973310" y="3785862"/>
                <a:ext cx="19980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7" name="Ink 96">
                <a:extLst>
                  <a:ext uri="{FF2B5EF4-FFF2-40B4-BE49-F238E27FC236}">
                    <a16:creationId xmlns:a16="http://schemas.microsoft.com/office/drawing/2014/main" id="{ED70A58F-7513-837F-5A10-221B5F873E02}"/>
                  </a:ext>
                </a:extLst>
              </p14:cNvPr>
              <p14:cNvContentPartPr/>
              <p14:nvPr/>
            </p14:nvContentPartPr>
            <p14:xfrm>
              <a:off x="5217390" y="3403182"/>
              <a:ext cx="1217880" cy="781920"/>
            </p14:xfrm>
          </p:contentPart>
        </mc:Choice>
        <mc:Fallback>
          <p:pic>
            <p:nvPicPr>
              <p:cNvPr id="97" name="Ink 96">
                <a:extLst>
                  <a:ext uri="{FF2B5EF4-FFF2-40B4-BE49-F238E27FC236}">
                    <a16:creationId xmlns:a16="http://schemas.microsoft.com/office/drawing/2014/main" id="{ED70A58F-7513-837F-5A10-221B5F873E02}"/>
                  </a:ext>
                </a:extLst>
              </p:cNvPr>
              <p:cNvPicPr/>
              <p:nvPr/>
            </p:nvPicPr>
            <p:blipFill>
              <a:blip r:embed="rId149"/>
              <a:stretch>
                <a:fillRect/>
              </a:stretch>
            </p:blipFill>
            <p:spPr>
              <a:xfrm>
                <a:off x="5208390" y="3394542"/>
                <a:ext cx="1235520" cy="7995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8" name="Ink 97">
                <a:extLst>
                  <a:ext uri="{FF2B5EF4-FFF2-40B4-BE49-F238E27FC236}">
                    <a16:creationId xmlns:a16="http://schemas.microsoft.com/office/drawing/2014/main" id="{67854596-BA1A-6415-10D5-3C715EADD500}"/>
                  </a:ext>
                </a:extLst>
              </p14:cNvPr>
              <p14:cNvContentPartPr/>
              <p14:nvPr/>
            </p14:nvContentPartPr>
            <p14:xfrm>
              <a:off x="4436190" y="3386262"/>
              <a:ext cx="225720" cy="490680"/>
            </p14:xfrm>
          </p:contentPart>
        </mc:Choice>
        <mc:Fallback>
          <p:pic>
            <p:nvPicPr>
              <p:cNvPr id="98" name="Ink 97">
                <a:extLst>
                  <a:ext uri="{FF2B5EF4-FFF2-40B4-BE49-F238E27FC236}">
                    <a16:creationId xmlns:a16="http://schemas.microsoft.com/office/drawing/2014/main" id="{67854596-BA1A-6415-10D5-3C715EADD500}"/>
                  </a:ext>
                </a:extLst>
              </p:cNvPr>
              <p:cNvPicPr/>
              <p:nvPr/>
            </p:nvPicPr>
            <p:blipFill>
              <a:blip r:embed="rId151"/>
              <a:stretch>
                <a:fillRect/>
              </a:stretch>
            </p:blipFill>
            <p:spPr>
              <a:xfrm>
                <a:off x="4427190" y="3377622"/>
                <a:ext cx="243360" cy="5083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9" name="Ink 98">
                <a:extLst>
                  <a:ext uri="{FF2B5EF4-FFF2-40B4-BE49-F238E27FC236}">
                    <a16:creationId xmlns:a16="http://schemas.microsoft.com/office/drawing/2014/main" id="{D548CFCA-B23E-0E46-298B-8EDB9618B7C9}"/>
                  </a:ext>
                </a:extLst>
              </p14:cNvPr>
              <p14:cNvContentPartPr/>
              <p14:nvPr/>
            </p14:nvContentPartPr>
            <p14:xfrm>
              <a:off x="4668390" y="3362862"/>
              <a:ext cx="138240" cy="473760"/>
            </p14:xfrm>
          </p:contentPart>
        </mc:Choice>
        <mc:Fallback>
          <p:pic>
            <p:nvPicPr>
              <p:cNvPr id="99" name="Ink 98">
                <a:extLst>
                  <a:ext uri="{FF2B5EF4-FFF2-40B4-BE49-F238E27FC236}">
                    <a16:creationId xmlns:a16="http://schemas.microsoft.com/office/drawing/2014/main" id="{D548CFCA-B23E-0E46-298B-8EDB9618B7C9}"/>
                  </a:ext>
                </a:extLst>
              </p:cNvPr>
              <p:cNvPicPr/>
              <p:nvPr/>
            </p:nvPicPr>
            <p:blipFill>
              <a:blip r:embed="rId153"/>
              <a:stretch>
                <a:fillRect/>
              </a:stretch>
            </p:blipFill>
            <p:spPr>
              <a:xfrm>
                <a:off x="4659390" y="3354222"/>
                <a:ext cx="155880" cy="4914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0" name="Ink 99">
                <a:extLst>
                  <a:ext uri="{FF2B5EF4-FFF2-40B4-BE49-F238E27FC236}">
                    <a16:creationId xmlns:a16="http://schemas.microsoft.com/office/drawing/2014/main" id="{CB515B29-2799-12B0-B4F1-AECAFF493BAC}"/>
                  </a:ext>
                </a:extLst>
              </p14:cNvPr>
              <p14:cNvContentPartPr/>
              <p14:nvPr/>
            </p14:nvContentPartPr>
            <p14:xfrm>
              <a:off x="4392630" y="3495702"/>
              <a:ext cx="523800" cy="49680"/>
            </p14:xfrm>
          </p:contentPart>
        </mc:Choice>
        <mc:Fallback>
          <p:pic>
            <p:nvPicPr>
              <p:cNvPr id="100" name="Ink 99">
                <a:extLst>
                  <a:ext uri="{FF2B5EF4-FFF2-40B4-BE49-F238E27FC236}">
                    <a16:creationId xmlns:a16="http://schemas.microsoft.com/office/drawing/2014/main" id="{CB515B29-2799-12B0-B4F1-AECAFF493BAC}"/>
                  </a:ext>
                </a:extLst>
              </p:cNvPr>
              <p:cNvPicPr/>
              <p:nvPr/>
            </p:nvPicPr>
            <p:blipFill>
              <a:blip r:embed="rId155"/>
              <a:stretch>
                <a:fillRect/>
              </a:stretch>
            </p:blipFill>
            <p:spPr>
              <a:xfrm>
                <a:off x="4383630" y="3486702"/>
                <a:ext cx="5414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1" name="Ink 100">
                <a:extLst>
                  <a:ext uri="{FF2B5EF4-FFF2-40B4-BE49-F238E27FC236}">
                    <a16:creationId xmlns:a16="http://schemas.microsoft.com/office/drawing/2014/main" id="{9AAAEA88-2681-BA83-071D-3828EBC5AFD8}"/>
                  </a:ext>
                </a:extLst>
              </p14:cNvPr>
              <p14:cNvContentPartPr/>
              <p14:nvPr/>
            </p14:nvContentPartPr>
            <p14:xfrm>
              <a:off x="4320990" y="3593622"/>
              <a:ext cx="640800" cy="92160"/>
            </p14:xfrm>
          </p:contentPart>
        </mc:Choice>
        <mc:Fallback>
          <p:pic>
            <p:nvPicPr>
              <p:cNvPr id="101" name="Ink 100">
                <a:extLst>
                  <a:ext uri="{FF2B5EF4-FFF2-40B4-BE49-F238E27FC236}">
                    <a16:creationId xmlns:a16="http://schemas.microsoft.com/office/drawing/2014/main" id="{9AAAEA88-2681-BA83-071D-3828EBC5AFD8}"/>
                  </a:ext>
                </a:extLst>
              </p:cNvPr>
              <p:cNvPicPr/>
              <p:nvPr/>
            </p:nvPicPr>
            <p:blipFill>
              <a:blip r:embed="rId157"/>
              <a:stretch>
                <a:fillRect/>
              </a:stretch>
            </p:blipFill>
            <p:spPr>
              <a:xfrm>
                <a:off x="4312350" y="3584982"/>
                <a:ext cx="65844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39" name="Ink 138">
                <a:extLst>
                  <a:ext uri="{FF2B5EF4-FFF2-40B4-BE49-F238E27FC236}">
                    <a16:creationId xmlns:a16="http://schemas.microsoft.com/office/drawing/2014/main" id="{AF10F217-60A3-4788-D68B-30A7A3075E86}"/>
                  </a:ext>
                </a:extLst>
              </p14:cNvPr>
              <p14:cNvContentPartPr/>
              <p14:nvPr/>
            </p14:nvContentPartPr>
            <p14:xfrm>
              <a:off x="1182870" y="3270702"/>
              <a:ext cx="159840" cy="244080"/>
            </p14:xfrm>
          </p:contentPart>
        </mc:Choice>
        <mc:Fallback>
          <p:pic>
            <p:nvPicPr>
              <p:cNvPr id="139" name="Ink 138">
                <a:extLst>
                  <a:ext uri="{FF2B5EF4-FFF2-40B4-BE49-F238E27FC236}">
                    <a16:creationId xmlns:a16="http://schemas.microsoft.com/office/drawing/2014/main" id="{AF10F217-60A3-4788-D68B-30A7A3075E86}"/>
                  </a:ext>
                </a:extLst>
              </p:cNvPr>
              <p:cNvPicPr/>
              <p:nvPr/>
            </p:nvPicPr>
            <p:blipFill>
              <a:blip r:embed="rId159"/>
              <a:stretch>
                <a:fillRect/>
              </a:stretch>
            </p:blipFill>
            <p:spPr>
              <a:xfrm>
                <a:off x="1173870" y="3262062"/>
                <a:ext cx="17748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40" name="Ink 139">
                <a:extLst>
                  <a:ext uri="{FF2B5EF4-FFF2-40B4-BE49-F238E27FC236}">
                    <a16:creationId xmlns:a16="http://schemas.microsoft.com/office/drawing/2014/main" id="{286D200D-3AF5-D9A5-9869-0818685D17D6}"/>
                  </a:ext>
                </a:extLst>
              </p14:cNvPr>
              <p14:cNvContentPartPr/>
              <p14:nvPr/>
            </p14:nvContentPartPr>
            <p14:xfrm>
              <a:off x="1310310" y="3400662"/>
              <a:ext cx="58680" cy="80640"/>
            </p14:xfrm>
          </p:contentPart>
        </mc:Choice>
        <mc:Fallback>
          <p:pic>
            <p:nvPicPr>
              <p:cNvPr id="140" name="Ink 139">
                <a:extLst>
                  <a:ext uri="{FF2B5EF4-FFF2-40B4-BE49-F238E27FC236}">
                    <a16:creationId xmlns:a16="http://schemas.microsoft.com/office/drawing/2014/main" id="{286D200D-3AF5-D9A5-9869-0818685D17D6}"/>
                  </a:ext>
                </a:extLst>
              </p:cNvPr>
              <p:cNvPicPr/>
              <p:nvPr/>
            </p:nvPicPr>
            <p:blipFill>
              <a:blip r:embed="rId161"/>
              <a:stretch>
                <a:fillRect/>
              </a:stretch>
            </p:blipFill>
            <p:spPr>
              <a:xfrm>
                <a:off x="1301670" y="3391662"/>
                <a:ext cx="7632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41" name="Ink 140">
                <a:extLst>
                  <a:ext uri="{FF2B5EF4-FFF2-40B4-BE49-F238E27FC236}">
                    <a16:creationId xmlns:a16="http://schemas.microsoft.com/office/drawing/2014/main" id="{B7642E73-FFE6-A847-04B7-0AE676F3FF29}"/>
                  </a:ext>
                </a:extLst>
              </p14:cNvPr>
              <p14:cNvContentPartPr/>
              <p14:nvPr/>
            </p14:nvContentPartPr>
            <p14:xfrm>
              <a:off x="1326150" y="3312822"/>
              <a:ext cx="9000" cy="12240"/>
            </p14:xfrm>
          </p:contentPart>
        </mc:Choice>
        <mc:Fallback>
          <p:pic>
            <p:nvPicPr>
              <p:cNvPr id="141" name="Ink 140">
                <a:extLst>
                  <a:ext uri="{FF2B5EF4-FFF2-40B4-BE49-F238E27FC236}">
                    <a16:creationId xmlns:a16="http://schemas.microsoft.com/office/drawing/2014/main" id="{B7642E73-FFE6-A847-04B7-0AE676F3FF29}"/>
                  </a:ext>
                </a:extLst>
              </p:cNvPr>
              <p:cNvPicPr/>
              <p:nvPr/>
            </p:nvPicPr>
            <p:blipFill>
              <a:blip r:embed="rId163"/>
              <a:stretch>
                <a:fillRect/>
              </a:stretch>
            </p:blipFill>
            <p:spPr>
              <a:xfrm>
                <a:off x="1317150" y="3304182"/>
                <a:ext cx="266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42" name="Ink 141">
                <a:extLst>
                  <a:ext uri="{FF2B5EF4-FFF2-40B4-BE49-F238E27FC236}">
                    <a16:creationId xmlns:a16="http://schemas.microsoft.com/office/drawing/2014/main" id="{9CE131BC-D758-A86C-D2F5-BE0617788952}"/>
                  </a:ext>
                </a:extLst>
              </p14:cNvPr>
              <p14:cNvContentPartPr/>
              <p14:nvPr/>
            </p14:nvContentPartPr>
            <p14:xfrm>
              <a:off x="1400310" y="3356022"/>
              <a:ext cx="115200" cy="198720"/>
            </p14:xfrm>
          </p:contentPart>
        </mc:Choice>
        <mc:Fallback>
          <p:pic>
            <p:nvPicPr>
              <p:cNvPr id="142" name="Ink 141">
                <a:extLst>
                  <a:ext uri="{FF2B5EF4-FFF2-40B4-BE49-F238E27FC236}">
                    <a16:creationId xmlns:a16="http://schemas.microsoft.com/office/drawing/2014/main" id="{9CE131BC-D758-A86C-D2F5-BE0617788952}"/>
                  </a:ext>
                </a:extLst>
              </p:cNvPr>
              <p:cNvPicPr/>
              <p:nvPr/>
            </p:nvPicPr>
            <p:blipFill>
              <a:blip r:embed="rId165"/>
              <a:stretch>
                <a:fillRect/>
              </a:stretch>
            </p:blipFill>
            <p:spPr>
              <a:xfrm>
                <a:off x="1391310" y="3347022"/>
                <a:ext cx="13284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43" name="Ink 142">
                <a:extLst>
                  <a:ext uri="{FF2B5EF4-FFF2-40B4-BE49-F238E27FC236}">
                    <a16:creationId xmlns:a16="http://schemas.microsoft.com/office/drawing/2014/main" id="{CBABEEA7-AF41-F50F-C13B-7297715F4112}"/>
                  </a:ext>
                </a:extLst>
              </p14:cNvPr>
              <p14:cNvContentPartPr/>
              <p14:nvPr/>
            </p14:nvContentPartPr>
            <p14:xfrm>
              <a:off x="1497150" y="3343062"/>
              <a:ext cx="93240" cy="88920"/>
            </p14:xfrm>
          </p:contentPart>
        </mc:Choice>
        <mc:Fallback>
          <p:pic>
            <p:nvPicPr>
              <p:cNvPr id="143" name="Ink 142">
                <a:extLst>
                  <a:ext uri="{FF2B5EF4-FFF2-40B4-BE49-F238E27FC236}">
                    <a16:creationId xmlns:a16="http://schemas.microsoft.com/office/drawing/2014/main" id="{CBABEEA7-AF41-F50F-C13B-7297715F4112}"/>
                  </a:ext>
                </a:extLst>
              </p:cNvPr>
              <p:cNvPicPr/>
              <p:nvPr/>
            </p:nvPicPr>
            <p:blipFill>
              <a:blip r:embed="rId167"/>
              <a:stretch>
                <a:fillRect/>
              </a:stretch>
            </p:blipFill>
            <p:spPr>
              <a:xfrm>
                <a:off x="1488510" y="3334062"/>
                <a:ext cx="1108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44" name="Ink 143">
                <a:extLst>
                  <a:ext uri="{FF2B5EF4-FFF2-40B4-BE49-F238E27FC236}">
                    <a16:creationId xmlns:a16="http://schemas.microsoft.com/office/drawing/2014/main" id="{22465D4A-E98F-99FE-DB5D-AE6CA6251AE7}"/>
                  </a:ext>
                </a:extLst>
              </p14:cNvPr>
              <p14:cNvContentPartPr/>
              <p14:nvPr/>
            </p14:nvContentPartPr>
            <p14:xfrm>
              <a:off x="1614870" y="3335862"/>
              <a:ext cx="48960" cy="76680"/>
            </p14:xfrm>
          </p:contentPart>
        </mc:Choice>
        <mc:Fallback>
          <p:pic>
            <p:nvPicPr>
              <p:cNvPr id="144" name="Ink 143">
                <a:extLst>
                  <a:ext uri="{FF2B5EF4-FFF2-40B4-BE49-F238E27FC236}">
                    <a16:creationId xmlns:a16="http://schemas.microsoft.com/office/drawing/2014/main" id="{22465D4A-E98F-99FE-DB5D-AE6CA6251AE7}"/>
                  </a:ext>
                </a:extLst>
              </p:cNvPr>
              <p:cNvPicPr/>
              <p:nvPr/>
            </p:nvPicPr>
            <p:blipFill>
              <a:blip r:embed="rId169"/>
              <a:stretch>
                <a:fillRect/>
              </a:stretch>
            </p:blipFill>
            <p:spPr>
              <a:xfrm>
                <a:off x="1606230" y="3327222"/>
                <a:ext cx="666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45" name="Ink 144">
                <a:extLst>
                  <a:ext uri="{FF2B5EF4-FFF2-40B4-BE49-F238E27FC236}">
                    <a16:creationId xmlns:a16="http://schemas.microsoft.com/office/drawing/2014/main" id="{9E66889C-C7CC-521D-F984-CA377CA89A5F}"/>
                  </a:ext>
                </a:extLst>
              </p14:cNvPr>
              <p14:cNvContentPartPr/>
              <p14:nvPr/>
            </p14:nvContentPartPr>
            <p14:xfrm>
              <a:off x="1723230" y="3199422"/>
              <a:ext cx="80640" cy="194760"/>
            </p14:xfrm>
          </p:contentPart>
        </mc:Choice>
        <mc:Fallback>
          <p:pic>
            <p:nvPicPr>
              <p:cNvPr id="145" name="Ink 144">
                <a:extLst>
                  <a:ext uri="{FF2B5EF4-FFF2-40B4-BE49-F238E27FC236}">
                    <a16:creationId xmlns:a16="http://schemas.microsoft.com/office/drawing/2014/main" id="{9E66889C-C7CC-521D-F984-CA377CA89A5F}"/>
                  </a:ext>
                </a:extLst>
              </p:cNvPr>
              <p:cNvPicPr/>
              <p:nvPr/>
            </p:nvPicPr>
            <p:blipFill>
              <a:blip r:embed="rId171"/>
              <a:stretch>
                <a:fillRect/>
              </a:stretch>
            </p:blipFill>
            <p:spPr>
              <a:xfrm>
                <a:off x="1714230" y="3190422"/>
                <a:ext cx="9828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46" name="Ink 145">
                <a:extLst>
                  <a:ext uri="{FF2B5EF4-FFF2-40B4-BE49-F238E27FC236}">
                    <a16:creationId xmlns:a16="http://schemas.microsoft.com/office/drawing/2014/main" id="{07205587-60D0-DDC9-7CAE-C5980E4C839B}"/>
                  </a:ext>
                </a:extLst>
              </p14:cNvPr>
              <p14:cNvContentPartPr/>
              <p14:nvPr/>
            </p14:nvContentPartPr>
            <p14:xfrm>
              <a:off x="1827270" y="3158382"/>
              <a:ext cx="64080" cy="279720"/>
            </p14:xfrm>
          </p:contentPart>
        </mc:Choice>
        <mc:Fallback>
          <p:pic>
            <p:nvPicPr>
              <p:cNvPr id="146" name="Ink 145">
                <a:extLst>
                  <a:ext uri="{FF2B5EF4-FFF2-40B4-BE49-F238E27FC236}">
                    <a16:creationId xmlns:a16="http://schemas.microsoft.com/office/drawing/2014/main" id="{07205587-60D0-DDC9-7CAE-C5980E4C839B}"/>
                  </a:ext>
                </a:extLst>
              </p:cNvPr>
              <p:cNvPicPr/>
              <p:nvPr/>
            </p:nvPicPr>
            <p:blipFill>
              <a:blip r:embed="rId173"/>
              <a:stretch>
                <a:fillRect/>
              </a:stretch>
            </p:blipFill>
            <p:spPr>
              <a:xfrm>
                <a:off x="1818630" y="3149742"/>
                <a:ext cx="8172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47" name="Ink 146">
                <a:extLst>
                  <a:ext uri="{FF2B5EF4-FFF2-40B4-BE49-F238E27FC236}">
                    <a16:creationId xmlns:a16="http://schemas.microsoft.com/office/drawing/2014/main" id="{6CDC15F4-4A62-BE8D-01EA-4FF3397D3F87}"/>
                  </a:ext>
                </a:extLst>
              </p14:cNvPr>
              <p14:cNvContentPartPr/>
              <p14:nvPr/>
            </p14:nvContentPartPr>
            <p14:xfrm>
              <a:off x="993150" y="3324702"/>
              <a:ext cx="209880" cy="265680"/>
            </p14:xfrm>
          </p:contentPart>
        </mc:Choice>
        <mc:Fallback>
          <p:pic>
            <p:nvPicPr>
              <p:cNvPr id="147" name="Ink 146">
                <a:extLst>
                  <a:ext uri="{FF2B5EF4-FFF2-40B4-BE49-F238E27FC236}">
                    <a16:creationId xmlns:a16="http://schemas.microsoft.com/office/drawing/2014/main" id="{6CDC15F4-4A62-BE8D-01EA-4FF3397D3F87}"/>
                  </a:ext>
                </a:extLst>
              </p:cNvPr>
              <p:cNvPicPr/>
              <p:nvPr/>
            </p:nvPicPr>
            <p:blipFill>
              <a:blip r:embed="rId175"/>
              <a:stretch>
                <a:fillRect/>
              </a:stretch>
            </p:blipFill>
            <p:spPr>
              <a:xfrm>
                <a:off x="984510" y="3316062"/>
                <a:ext cx="22752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52" name="Ink 151">
                <a:extLst>
                  <a:ext uri="{FF2B5EF4-FFF2-40B4-BE49-F238E27FC236}">
                    <a16:creationId xmlns:a16="http://schemas.microsoft.com/office/drawing/2014/main" id="{225D4DE0-B5C5-1769-81F2-DB0C75C5126F}"/>
                  </a:ext>
                </a:extLst>
              </p14:cNvPr>
              <p14:cNvContentPartPr/>
              <p14:nvPr/>
            </p14:nvContentPartPr>
            <p14:xfrm>
              <a:off x="2087190" y="4095462"/>
              <a:ext cx="1884240" cy="887400"/>
            </p14:xfrm>
          </p:contentPart>
        </mc:Choice>
        <mc:Fallback>
          <p:pic>
            <p:nvPicPr>
              <p:cNvPr id="152" name="Ink 151">
                <a:extLst>
                  <a:ext uri="{FF2B5EF4-FFF2-40B4-BE49-F238E27FC236}">
                    <a16:creationId xmlns:a16="http://schemas.microsoft.com/office/drawing/2014/main" id="{225D4DE0-B5C5-1769-81F2-DB0C75C5126F}"/>
                  </a:ext>
                </a:extLst>
              </p:cNvPr>
              <p:cNvPicPr/>
              <p:nvPr/>
            </p:nvPicPr>
            <p:blipFill>
              <a:blip r:embed="rId177"/>
              <a:stretch>
                <a:fillRect/>
              </a:stretch>
            </p:blipFill>
            <p:spPr>
              <a:xfrm>
                <a:off x="2078190" y="4086462"/>
                <a:ext cx="1901880" cy="9050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54" name="Ink 153">
                <a:extLst>
                  <a:ext uri="{FF2B5EF4-FFF2-40B4-BE49-F238E27FC236}">
                    <a16:creationId xmlns:a16="http://schemas.microsoft.com/office/drawing/2014/main" id="{8174F202-5919-D9A0-123C-A2A7E1EB1B04}"/>
                  </a:ext>
                </a:extLst>
              </p14:cNvPr>
              <p14:cNvContentPartPr/>
              <p14:nvPr/>
            </p14:nvContentPartPr>
            <p14:xfrm>
              <a:off x="279990" y="3556182"/>
              <a:ext cx="656640" cy="1229760"/>
            </p14:xfrm>
          </p:contentPart>
        </mc:Choice>
        <mc:Fallback>
          <p:pic>
            <p:nvPicPr>
              <p:cNvPr id="154" name="Ink 153">
                <a:extLst>
                  <a:ext uri="{FF2B5EF4-FFF2-40B4-BE49-F238E27FC236}">
                    <a16:creationId xmlns:a16="http://schemas.microsoft.com/office/drawing/2014/main" id="{8174F202-5919-D9A0-123C-A2A7E1EB1B04}"/>
                  </a:ext>
                </a:extLst>
              </p:cNvPr>
              <p:cNvPicPr/>
              <p:nvPr/>
            </p:nvPicPr>
            <p:blipFill>
              <a:blip r:embed="rId179"/>
              <a:stretch>
                <a:fillRect/>
              </a:stretch>
            </p:blipFill>
            <p:spPr>
              <a:xfrm>
                <a:off x="271350" y="3547542"/>
                <a:ext cx="674280" cy="12474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55" name="Ink 154">
                <a:extLst>
                  <a:ext uri="{FF2B5EF4-FFF2-40B4-BE49-F238E27FC236}">
                    <a16:creationId xmlns:a16="http://schemas.microsoft.com/office/drawing/2014/main" id="{2DF0C44F-E642-180E-E871-0781EA87DD69}"/>
                  </a:ext>
                </a:extLst>
              </p14:cNvPr>
              <p14:cNvContentPartPr/>
              <p14:nvPr/>
            </p14:nvContentPartPr>
            <p14:xfrm>
              <a:off x="1075590" y="4549782"/>
              <a:ext cx="47160" cy="22320"/>
            </p14:xfrm>
          </p:contentPart>
        </mc:Choice>
        <mc:Fallback>
          <p:pic>
            <p:nvPicPr>
              <p:cNvPr id="155" name="Ink 154">
                <a:extLst>
                  <a:ext uri="{FF2B5EF4-FFF2-40B4-BE49-F238E27FC236}">
                    <a16:creationId xmlns:a16="http://schemas.microsoft.com/office/drawing/2014/main" id="{2DF0C44F-E642-180E-E871-0781EA87DD69}"/>
                  </a:ext>
                </a:extLst>
              </p:cNvPr>
              <p:cNvPicPr/>
              <p:nvPr/>
            </p:nvPicPr>
            <p:blipFill>
              <a:blip r:embed="rId181"/>
              <a:stretch>
                <a:fillRect/>
              </a:stretch>
            </p:blipFill>
            <p:spPr>
              <a:xfrm>
                <a:off x="1066590" y="4541142"/>
                <a:ext cx="6480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57" name="Ink 156">
                <a:extLst>
                  <a:ext uri="{FF2B5EF4-FFF2-40B4-BE49-F238E27FC236}">
                    <a16:creationId xmlns:a16="http://schemas.microsoft.com/office/drawing/2014/main" id="{55BC2E43-DBE9-174B-E3B5-6B320E258A15}"/>
                  </a:ext>
                </a:extLst>
              </p14:cNvPr>
              <p14:cNvContentPartPr/>
              <p14:nvPr/>
            </p14:nvContentPartPr>
            <p14:xfrm>
              <a:off x="212310" y="3550062"/>
              <a:ext cx="992520" cy="1524600"/>
            </p14:xfrm>
          </p:contentPart>
        </mc:Choice>
        <mc:Fallback>
          <p:pic>
            <p:nvPicPr>
              <p:cNvPr id="157" name="Ink 156">
                <a:extLst>
                  <a:ext uri="{FF2B5EF4-FFF2-40B4-BE49-F238E27FC236}">
                    <a16:creationId xmlns:a16="http://schemas.microsoft.com/office/drawing/2014/main" id="{55BC2E43-DBE9-174B-E3B5-6B320E258A15}"/>
                  </a:ext>
                </a:extLst>
              </p:cNvPr>
              <p:cNvPicPr/>
              <p:nvPr/>
            </p:nvPicPr>
            <p:blipFill>
              <a:blip r:embed="rId183"/>
              <a:stretch>
                <a:fillRect/>
              </a:stretch>
            </p:blipFill>
            <p:spPr>
              <a:xfrm>
                <a:off x="203310" y="3541422"/>
                <a:ext cx="1010160" cy="1542240"/>
              </a:xfrm>
              <a:prstGeom prst="rect">
                <a:avLst/>
              </a:prstGeom>
            </p:spPr>
          </p:pic>
        </mc:Fallback>
      </mc:AlternateContent>
      <p:grpSp>
        <p:nvGrpSpPr>
          <p:cNvPr id="161" name="Group 160">
            <a:extLst>
              <a:ext uri="{FF2B5EF4-FFF2-40B4-BE49-F238E27FC236}">
                <a16:creationId xmlns:a16="http://schemas.microsoft.com/office/drawing/2014/main" id="{65E65ED8-0B5E-EB32-F939-ADDC88993F29}"/>
              </a:ext>
            </a:extLst>
          </p:cNvPr>
          <p:cNvGrpSpPr/>
          <p:nvPr/>
        </p:nvGrpSpPr>
        <p:grpSpPr>
          <a:xfrm>
            <a:off x="5538150" y="3047142"/>
            <a:ext cx="1474200" cy="1990440"/>
            <a:chOff x="5538150" y="3047142"/>
            <a:chExt cx="1474200" cy="1990440"/>
          </a:xfrm>
        </p:grpSpPr>
        <mc:AlternateContent xmlns:mc="http://schemas.openxmlformats.org/markup-compatibility/2006">
          <mc:Choice xmlns:p14="http://schemas.microsoft.com/office/powerpoint/2010/main" Requires="p14">
            <p:contentPart p14:bwMode="auto" r:id="rId184">
              <p14:nvContentPartPr>
                <p14:cNvPr id="103" name="Ink 102">
                  <a:extLst>
                    <a:ext uri="{FF2B5EF4-FFF2-40B4-BE49-F238E27FC236}">
                      <a16:creationId xmlns:a16="http://schemas.microsoft.com/office/drawing/2014/main" id="{20938444-F0C2-8613-0623-42BB8DFF7A74}"/>
                    </a:ext>
                  </a:extLst>
                </p14:cNvPr>
                <p14:cNvContentPartPr/>
                <p14:nvPr/>
              </p14:nvContentPartPr>
              <p14:xfrm>
                <a:off x="5538150" y="3571662"/>
                <a:ext cx="379440" cy="327240"/>
              </p14:xfrm>
            </p:contentPart>
          </mc:Choice>
          <mc:Fallback>
            <p:pic>
              <p:nvPicPr>
                <p:cNvPr id="103" name="Ink 102">
                  <a:extLst>
                    <a:ext uri="{FF2B5EF4-FFF2-40B4-BE49-F238E27FC236}">
                      <a16:creationId xmlns:a16="http://schemas.microsoft.com/office/drawing/2014/main" id="{20938444-F0C2-8613-0623-42BB8DFF7A74}"/>
                    </a:ext>
                  </a:extLst>
                </p:cNvPr>
                <p:cNvPicPr/>
                <p:nvPr/>
              </p:nvPicPr>
              <p:blipFill>
                <a:blip r:embed="rId185"/>
                <a:stretch>
                  <a:fillRect/>
                </a:stretch>
              </p:blipFill>
              <p:spPr>
                <a:xfrm>
                  <a:off x="5529510" y="3562662"/>
                  <a:ext cx="39708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4" name="Ink 103">
                  <a:extLst>
                    <a:ext uri="{FF2B5EF4-FFF2-40B4-BE49-F238E27FC236}">
                      <a16:creationId xmlns:a16="http://schemas.microsoft.com/office/drawing/2014/main" id="{02797BD4-FE74-B65A-B670-9592E56222AB}"/>
                    </a:ext>
                  </a:extLst>
                </p14:cNvPr>
                <p14:cNvContentPartPr/>
                <p14:nvPr/>
              </p14:nvContentPartPr>
              <p14:xfrm>
                <a:off x="5597910" y="3694062"/>
                <a:ext cx="175320" cy="145440"/>
              </p14:xfrm>
            </p:contentPart>
          </mc:Choice>
          <mc:Fallback>
            <p:pic>
              <p:nvPicPr>
                <p:cNvPr id="104" name="Ink 103">
                  <a:extLst>
                    <a:ext uri="{FF2B5EF4-FFF2-40B4-BE49-F238E27FC236}">
                      <a16:creationId xmlns:a16="http://schemas.microsoft.com/office/drawing/2014/main" id="{02797BD4-FE74-B65A-B670-9592E56222AB}"/>
                    </a:ext>
                  </a:extLst>
                </p:cNvPr>
                <p:cNvPicPr/>
                <p:nvPr/>
              </p:nvPicPr>
              <p:blipFill>
                <a:blip r:embed="rId187"/>
                <a:stretch>
                  <a:fillRect/>
                </a:stretch>
              </p:blipFill>
              <p:spPr>
                <a:xfrm>
                  <a:off x="5588910" y="3685422"/>
                  <a:ext cx="19296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5" name="Ink 104">
                  <a:extLst>
                    <a:ext uri="{FF2B5EF4-FFF2-40B4-BE49-F238E27FC236}">
                      <a16:creationId xmlns:a16="http://schemas.microsoft.com/office/drawing/2014/main" id="{D5727429-8407-6B2C-F9C6-53AEC0791D4B}"/>
                    </a:ext>
                  </a:extLst>
                </p14:cNvPr>
                <p14:cNvContentPartPr/>
                <p14:nvPr/>
              </p14:nvContentPartPr>
              <p14:xfrm>
                <a:off x="5784750" y="3666702"/>
                <a:ext cx="68040" cy="151920"/>
              </p14:xfrm>
            </p:contentPart>
          </mc:Choice>
          <mc:Fallback>
            <p:pic>
              <p:nvPicPr>
                <p:cNvPr id="105" name="Ink 104">
                  <a:extLst>
                    <a:ext uri="{FF2B5EF4-FFF2-40B4-BE49-F238E27FC236}">
                      <a16:creationId xmlns:a16="http://schemas.microsoft.com/office/drawing/2014/main" id="{D5727429-8407-6B2C-F9C6-53AEC0791D4B}"/>
                    </a:ext>
                  </a:extLst>
                </p:cNvPr>
                <p:cNvPicPr/>
                <p:nvPr/>
              </p:nvPicPr>
              <p:blipFill>
                <a:blip r:embed="rId189"/>
                <a:stretch>
                  <a:fillRect/>
                </a:stretch>
              </p:blipFill>
              <p:spPr>
                <a:xfrm>
                  <a:off x="5776110" y="3657702"/>
                  <a:ext cx="8568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07" name="Ink 106">
                  <a:extLst>
                    <a:ext uri="{FF2B5EF4-FFF2-40B4-BE49-F238E27FC236}">
                      <a16:creationId xmlns:a16="http://schemas.microsoft.com/office/drawing/2014/main" id="{B55D6F62-5CAA-3C28-0348-5010D40DEF4D}"/>
                    </a:ext>
                  </a:extLst>
                </p14:cNvPr>
                <p14:cNvContentPartPr/>
                <p14:nvPr/>
              </p14:nvContentPartPr>
              <p14:xfrm>
                <a:off x="6522390" y="4665342"/>
                <a:ext cx="100800" cy="275040"/>
              </p14:xfrm>
            </p:contentPart>
          </mc:Choice>
          <mc:Fallback>
            <p:pic>
              <p:nvPicPr>
                <p:cNvPr id="107" name="Ink 106">
                  <a:extLst>
                    <a:ext uri="{FF2B5EF4-FFF2-40B4-BE49-F238E27FC236}">
                      <a16:creationId xmlns:a16="http://schemas.microsoft.com/office/drawing/2014/main" id="{B55D6F62-5CAA-3C28-0348-5010D40DEF4D}"/>
                    </a:ext>
                  </a:extLst>
                </p:cNvPr>
                <p:cNvPicPr/>
                <p:nvPr/>
              </p:nvPicPr>
              <p:blipFill>
                <a:blip r:embed="rId191"/>
                <a:stretch>
                  <a:fillRect/>
                </a:stretch>
              </p:blipFill>
              <p:spPr>
                <a:xfrm>
                  <a:off x="6513750" y="4656342"/>
                  <a:ext cx="11844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08" name="Ink 107">
                  <a:extLst>
                    <a:ext uri="{FF2B5EF4-FFF2-40B4-BE49-F238E27FC236}">
                      <a16:creationId xmlns:a16="http://schemas.microsoft.com/office/drawing/2014/main" id="{A52C9C33-CAFB-C3BF-BA2A-F5596AE35FCB}"/>
                    </a:ext>
                  </a:extLst>
                </p14:cNvPr>
                <p14:cNvContentPartPr/>
                <p14:nvPr/>
              </p14:nvContentPartPr>
              <p14:xfrm>
                <a:off x="6541470" y="4610982"/>
                <a:ext cx="470880" cy="353160"/>
              </p14:xfrm>
            </p:contentPart>
          </mc:Choice>
          <mc:Fallback>
            <p:pic>
              <p:nvPicPr>
                <p:cNvPr id="108" name="Ink 107">
                  <a:extLst>
                    <a:ext uri="{FF2B5EF4-FFF2-40B4-BE49-F238E27FC236}">
                      <a16:creationId xmlns:a16="http://schemas.microsoft.com/office/drawing/2014/main" id="{A52C9C33-CAFB-C3BF-BA2A-F5596AE35FCB}"/>
                    </a:ext>
                  </a:extLst>
                </p:cNvPr>
                <p:cNvPicPr/>
                <p:nvPr/>
              </p:nvPicPr>
              <p:blipFill>
                <a:blip r:embed="rId193"/>
                <a:stretch>
                  <a:fillRect/>
                </a:stretch>
              </p:blipFill>
              <p:spPr>
                <a:xfrm>
                  <a:off x="6532830" y="4601982"/>
                  <a:ext cx="48852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09" name="Ink 108">
                  <a:extLst>
                    <a:ext uri="{FF2B5EF4-FFF2-40B4-BE49-F238E27FC236}">
                      <a16:creationId xmlns:a16="http://schemas.microsoft.com/office/drawing/2014/main" id="{162587FA-A08C-C78D-2C06-03B1209C8F04}"/>
                    </a:ext>
                  </a:extLst>
                </p14:cNvPr>
                <p14:cNvContentPartPr/>
                <p14:nvPr/>
              </p14:nvContentPartPr>
              <p14:xfrm>
                <a:off x="5953590" y="4660662"/>
                <a:ext cx="300960" cy="293400"/>
              </p14:xfrm>
            </p:contentPart>
          </mc:Choice>
          <mc:Fallback>
            <p:pic>
              <p:nvPicPr>
                <p:cNvPr id="109" name="Ink 108">
                  <a:extLst>
                    <a:ext uri="{FF2B5EF4-FFF2-40B4-BE49-F238E27FC236}">
                      <a16:creationId xmlns:a16="http://schemas.microsoft.com/office/drawing/2014/main" id="{162587FA-A08C-C78D-2C06-03B1209C8F04}"/>
                    </a:ext>
                  </a:extLst>
                </p:cNvPr>
                <p:cNvPicPr/>
                <p:nvPr/>
              </p:nvPicPr>
              <p:blipFill>
                <a:blip r:embed="rId195"/>
                <a:stretch>
                  <a:fillRect/>
                </a:stretch>
              </p:blipFill>
              <p:spPr>
                <a:xfrm>
                  <a:off x="5944590" y="4651662"/>
                  <a:ext cx="31860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0" name="Ink 109">
                  <a:extLst>
                    <a:ext uri="{FF2B5EF4-FFF2-40B4-BE49-F238E27FC236}">
                      <a16:creationId xmlns:a16="http://schemas.microsoft.com/office/drawing/2014/main" id="{6FF9514B-2198-B1EF-602D-65FA183F3F31}"/>
                    </a:ext>
                  </a:extLst>
                </p14:cNvPr>
                <p14:cNvContentPartPr/>
                <p14:nvPr/>
              </p14:nvContentPartPr>
              <p14:xfrm>
                <a:off x="5989950" y="4767582"/>
                <a:ext cx="209880" cy="11880"/>
              </p14:xfrm>
            </p:contentPart>
          </mc:Choice>
          <mc:Fallback>
            <p:pic>
              <p:nvPicPr>
                <p:cNvPr id="110" name="Ink 109">
                  <a:extLst>
                    <a:ext uri="{FF2B5EF4-FFF2-40B4-BE49-F238E27FC236}">
                      <a16:creationId xmlns:a16="http://schemas.microsoft.com/office/drawing/2014/main" id="{6FF9514B-2198-B1EF-602D-65FA183F3F31}"/>
                    </a:ext>
                  </a:extLst>
                </p:cNvPr>
                <p:cNvPicPr/>
                <p:nvPr/>
              </p:nvPicPr>
              <p:blipFill>
                <a:blip r:embed="rId197"/>
                <a:stretch>
                  <a:fillRect/>
                </a:stretch>
              </p:blipFill>
              <p:spPr>
                <a:xfrm>
                  <a:off x="5980950" y="4758582"/>
                  <a:ext cx="22752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1" name="Ink 110">
                  <a:extLst>
                    <a:ext uri="{FF2B5EF4-FFF2-40B4-BE49-F238E27FC236}">
                      <a16:creationId xmlns:a16="http://schemas.microsoft.com/office/drawing/2014/main" id="{83BF08A8-74AA-BC31-8936-959F96992F3E}"/>
                    </a:ext>
                  </a:extLst>
                </p14:cNvPr>
                <p14:cNvContentPartPr/>
                <p14:nvPr/>
              </p14:nvContentPartPr>
              <p14:xfrm>
                <a:off x="5979870" y="4813662"/>
                <a:ext cx="255240" cy="27720"/>
              </p14:xfrm>
            </p:contentPart>
          </mc:Choice>
          <mc:Fallback>
            <p:pic>
              <p:nvPicPr>
                <p:cNvPr id="111" name="Ink 110">
                  <a:extLst>
                    <a:ext uri="{FF2B5EF4-FFF2-40B4-BE49-F238E27FC236}">
                      <a16:creationId xmlns:a16="http://schemas.microsoft.com/office/drawing/2014/main" id="{83BF08A8-74AA-BC31-8936-959F96992F3E}"/>
                    </a:ext>
                  </a:extLst>
                </p:cNvPr>
                <p:cNvPicPr/>
                <p:nvPr/>
              </p:nvPicPr>
              <p:blipFill>
                <a:blip r:embed="rId199"/>
                <a:stretch>
                  <a:fillRect/>
                </a:stretch>
              </p:blipFill>
              <p:spPr>
                <a:xfrm>
                  <a:off x="5971230" y="4804662"/>
                  <a:ext cx="27288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2" name="Ink 111">
                  <a:extLst>
                    <a:ext uri="{FF2B5EF4-FFF2-40B4-BE49-F238E27FC236}">
                      <a16:creationId xmlns:a16="http://schemas.microsoft.com/office/drawing/2014/main" id="{B0806B27-BABA-1321-B85C-295C8C2F2F1E}"/>
                    </a:ext>
                  </a:extLst>
                </p14:cNvPr>
                <p14:cNvContentPartPr/>
                <p14:nvPr/>
              </p14:nvContentPartPr>
              <p14:xfrm>
                <a:off x="5979870" y="4929942"/>
                <a:ext cx="183960" cy="107640"/>
              </p14:xfrm>
            </p:contentPart>
          </mc:Choice>
          <mc:Fallback>
            <p:pic>
              <p:nvPicPr>
                <p:cNvPr id="112" name="Ink 111">
                  <a:extLst>
                    <a:ext uri="{FF2B5EF4-FFF2-40B4-BE49-F238E27FC236}">
                      <a16:creationId xmlns:a16="http://schemas.microsoft.com/office/drawing/2014/main" id="{B0806B27-BABA-1321-B85C-295C8C2F2F1E}"/>
                    </a:ext>
                  </a:extLst>
                </p:cNvPr>
                <p:cNvPicPr/>
                <p:nvPr/>
              </p:nvPicPr>
              <p:blipFill>
                <a:blip r:embed="rId201"/>
                <a:stretch>
                  <a:fillRect/>
                </a:stretch>
              </p:blipFill>
              <p:spPr>
                <a:xfrm>
                  <a:off x="5971230" y="4921302"/>
                  <a:ext cx="2016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4" name="Ink 113">
                  <a:extLst>
                    <a:ext uri="{FF2B5EF4-FFF2-40B4-BE49-F238E27FC236}">
                      <a16:creationId xmlns:a16="http://schemas.microsoft.com/office/drawing/2014/main" id="{212EC3DD-0306-F60D-5261-13D1922732F2}"/>
                    </a:ext>
                  </a:extLst>
                </p14:cNvPr>
                <p14:cNvContentPartPr/>
                <p14:nvPr/>
              </p14:nvContentPartPr>
              <p14:xfrm>
                <a:off x="6416190" y="4577862"/>
                <a:ext cx="111600" cy="147960"/>
              </p14:xfrm>
            </p:contentPart>
          </mc:Choice>
          <mc:Fallback>
            <p:pic>
              <p:nvPicPr>
                <p:cNvPr id="114" name="Ink 113">
                  <a:extLst>
                    <a:ext uri="{FF2B5EF4-FFF2-40B4-BE49-F238E27FC236}">
                      <a16:creationId xmlns:a16="http://schemas.microsoft.com/office/drawing/2014/main" id="{212EC3DD-0306-F60D-5261-13D1922732F2}"/>
                    </a:ext>
                  </a:extLst>
                </p:cNvPr>
                <p:cNvPicPr/>
                <p:nvPr/>
              </p:nvPicPr>
              <p:blipFill>
                <a:blip r:embed="rId203"/>
                <a:stretch>
                  <a:fillRect/>
                </a:stretch>
              </p:blipFill>
              <p:spPr>
                <a:xfrm>
                  <a:off x="6407550" y="4569222"/>
                  <a:ext cx="1292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5" name="Ink 114">
                  <a:extLst>
                    <a:ext uri="{FF2B5EF4-FFF2-40B4-BE49-F238E27FC236}">
                      <a16:creationId xmlns:a16="http://schemas.microsoft.com/office/drawing/2014/main" id="{E783CA5F-21B6-CDC5-6172-1C808F0327EF}"/>
                    </a:ext>
                  </a:extLst>
                </p14:cNvPr>
                <p14:cNvContentPartPr/>
                <p14:nvPr/>
              </p14:nvContentPartPr>
              <p14:xfrm>
                <a:off x="6365790" y="4524942"/>
                <a:ext cx="124200" cy="66960"/>
              </p14:xfrm>
            </p:contentPart>
          </mc:Choice>
          <mc:Fallback>
            <p:pic>
              <p:nvPicPr>
                <p:cNvPr id="115" name="Ink 114">
                  <a:extLst>
                    <a:ext uri="{FF2B5EF4-FFF2-40B4-BE49-F238E27FC236}">
                      <a16:creationId xmlns:a16="http://schemas.microsoft.com/office/drawing/2014/main" id="{E783CA5F-21B6-CDC5-6172-1C808F0327EF}"/>
                    </a:ext>
                  </a:extLst>
                </p:cNvPr>
                <p:cNvPicPr/>
                <p:nvPr/>
              </p:nvPicPr>
              <p:blipFill>
                <a:blip r:embed="rId205"/>
                <a:stretch>
                  <a:fillRect/>
                </a:stretch>
              </p:blipFill>
              <p:spPr>
                <a:xfrm>
                  <a:off x="6356790" y="4516302"/>
                  <a:ext cx="14184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17" name="Ink 116">
                  <a:extLst>
                    <a:ext uri="{FF2B5EF4-FFF2-40B4-BE49-F238E27FC236}">
                      <a16:creationId xmlns:a16="http://schemas.microsoft.com/office/drawing/2014/main" id="{32C88E30-67FC-F49C-2785-D00079EC2A82}"/>
                    </a:ext>
                  </a:extLst>
                </p14:cNvPr>
                <p14:cNvContentPartPr/>
                <p14:nvPr/>
              </p14:nvContentPartPr>
              <p14:xfrm>
                <a:off x="6499350" y="4259262"/>
                <a:ext cx="154080" cy="152640"/>
              </p14:xfrm>
            </p:contentPart>
          </mc:Choice>
          <mc:Fallback>
            <p:pic>
              <p:nvPicPr>
                <p:cNvPr id="117" name="Ink 116">
                  <a:extLst>
                    <a:ext uri="{FF2B5EF4-FFF2-40B4-BE49-F238E27FC236}">
                      <a16:creationId xmlns:a16="http://schemas.microsoft.com/office/drawing/2014/main" id="{32C88E30-67FC-F49C-2785-D00079EC2A82}"/>
                    </a:ext>
                  </a:extLst>
                </p:cNvPr>
                <p:cNvPicPr/>
                <p:nvPr/>
              </p:nvPicPr>
              <p:blipFill>
                <a:blip r:embed="rId207"/>
                <a:stretch>
                  <a:fillRect/>
                </a:stretch>
              </p:blipFill>
              <p:spPr>
                <a:xfrm>
                  <a:off x="6490350" y="4250262"/>
                  <a:ext cx="1717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18" name="Ink 117">
                  <a:extLst>
                    <a:ext uri="{FF2B5EF4-FFF2-40B4-BE49-F238E27FC236}">
                      <a16:creationId xmlns:a16="http://schemas.microsoft.com/office/drawing/2014/main" id="{5A27AB76-C63F-0CAD-333B-1676A4901EEC}"/>
                    </a:ext>
                  </a:extLst>
                </p14:cNvPr>
                <p14:cNvContentPartPr/>
                <p14:nvPr/>
              </p14:nvContentPartPr>
              <p14:xfrm>
                <a:off x="6667830" y="4291662"/>
                <a:ext cx="11880" cy="45720"/>
              </p14:xfrm>
            </p:contentPart>
          </mc:Choice>
          <mc:Fallback>
            <p:pic>
              <p:nvPicPr>
                <p:cNvPr id="118" name="Ink 117">
                  <a:extLst>
                    <a:ext uri="{FF2B5EF4-FFF2-40B4-BE49-F238E27FC236}">
                      <a16:creationId xmlns:a16="http://schemas.microsoft.com/office/drawing/2014/main" id="{5A27AB76-C63F-0CAD-333B-1676A4901EEC}"/>
                    </a:ext>
                  </a:extLst>
                </p:cNvPr>
                <p:cNvPicPr/>
                <p:nvPr/>
              </p:nvPicPr>
              <p:blipFill>
                <a:blip r:embed="rId209"/>
                <a:stretch>
                  <a:fillRect/>
                </a:stretch>
              </p:blipFill>
              <p:spPr>
                <a:xfrm>
                  <a:off x="6659190" y="4282662"/>
                  <a:ext cx="295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19" name="Ink 118">
                  <a:extLst>
                    <a:ext uri="{FF2B5EF4-FFF2-40B4-BE49-F238E27FC236}">
                      <a16:creationId xmlns:a16="http://schemas.microsoft.com/office/drawing/2014/main" id="{ED43F5AD-FD7F-45F7-3D6D-6B5A39F00310}"/>
                    </a:ext>
                  </a:extLst>
                </p14:cNvPr>
                <p14:cNvContentPartPr/>
                <p14:nvPr/>
              </p14:nvContentPartPr>
              <p14:xfrm>
                <a:off x="6678990" y="4250982"/>
                <a:ext cx="99000" cy="152280"/>
              </p14:xfrm>
            </p:contentPart>
          </mc:Choice>
          <mc:Fallback>
            <p:pic>
              <p:nvPicPr>
                <p:cNvPr id="119" name="Ink 118">
                  <a:extLst>
                    <a:ext uri="{FF2B5EF4-FFF2-40B4-BE49-F238E27FC236}">
                      <a16:creationId xmlns:a16="http://schemas.microsoft.com/office/drawing/2014/main" id="{ED43F5AD-FD7F-45F7-3D6D-6B5A39F00310}"/>
                    </a:ext>
                  </a:extLst>
                </p:cNvPr>
                <p:cNvPicPr/>
                <p:nvPr/>
              </p:nvPicPr>
              <p:blipFill>
                <a:blip r:embed="rId211"/>
                <a:stretch>
                  <a:fillRect/>
                </a:stretch>
              </p:blipFill>
              <p:spPr>
                <a:xfrm>
                  <a:off x="6670350" y="4242342"/>
                  <a:ext cx="1166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0" name="Ink 119">
                  <a:extLst>
                    <a:ext uri="{FF2B5EF4-FFF2-40B4-BE49-F238E27FC236}">
                      <a16:creationId xmlns:a16="http://schemas.microsoft.com/office/drawing/2014/main" id="{EC278544-6B0A-18CB-268E-42D316098B6B}"/>
                    </a:ext>
                  </a:extLst>
                </p14:cNvPr>
                <p14:cNvContentPartPr/>
                <p14:nvPr/>
              </p14:nvContentPartPr>
              <p14:xfrm>
                <a:off x="5795190" y="3876942"/>
                <a:ext cx="830880" cy="812520"/>
              </p14:xfrm>
            </p:contentPart>
          </mc:Choice>
          <mc:Fallback>
            <p:pic>
              <p:nvPicPr>
                <p:cNvPr id="120" name="Ink 119">
                  <a:extLst>
                    <a:ext uri="{FF2B5EF4-FFF2-40B4-BE49-F238E27FC236}">
                      <a16:creationId xmlns:a16="http://schemas.microsoft.com/office/drawing/2014/main" id="{EC278544-6B0A-18CB-268E-42D316098B6B}"/>
                    </a:ext>
                  </a:extLst>
                </p:cNvPr>
                <p:cNvPicPr/>
                <p:nvPr/>
              </p:nvPicPr>
              <p:blipFill>
                <a:blip r:embed="rId213"/>
                <a:stretch>
                  <a:fillRect/>
                </a:stretch>
              </p:blipFill>
              <p:spPr>
                <a:xfrm>
                  <a:off x="5786190" y="3868302"/>
                  <a:ext cx="848520" cy="8301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1" name="Ink 120">
                  <a:extLst>
                    <a:ext uri="{FF2B5EF4-FFF2-40B4-BE49-F238E27FC236}">
                      <a16:creationId xmlns:a16="http://schemas.microsoft.com/office/drawing/2014/main" id="{20BABFD6-824D-FB27-5A2E-576534033B0B}"/>
                    </a:ext>
                  </a:extLst>
                </p14:cNvPr>
                <p14:cNvContentPartPr/>
                <p14:nvPr/>
              </p14:nvContentPartPr>
              <p14:xfrm>
                <a:off x="5782950" y="3813942"/>
                <a:ext cx="109440" cy="200880"/>
              </p14:xfrm>
            </p:contentPart>
          </mc:Choice>
          <mc:Fallback>
            <p:pic>
              <p:nvPicPr>
                <p:cNvPr id="121" name="Ink 120">
                  <a:extLst>
                    <a:ext uri="{FF2B5EF4-FFF2-40B4-BE49-F238E27FC236}">
                      <a16:creationId xmlns:a16="http://schemas.microsoft.com/office/drawing/2014/main" id="{20BABFD6-824D-FB27-5A2E-576534033B0B}"/>
                    </a:ext>
                  </a:extLst>
                </p:cNvPr>
                <p:cNvPicPr/>
                <p:nvPr/>
              </p:nvPicPr>
              <p:blipFill>
                <a:blip r:embed="rId215"/>
                <a:stretch>
                  <a:fillRect/>
                </a:stretch>
              </p:blipFill>
              <p:spPr>
                <a:xfrm>
                  <a:off x="5773950" y="3804942"/>
                  <a:ext cx="12708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3" name="Ink 122">
                  <a:extLst>
                    <a:ext uri="{FF2B5EF4-FFF2-40B4-BE49-F238E27FC236}">
                      <a16:creationId xmlns:a16="http://schemas.microsoft.com/office/drawing/2014/main" id="{CD7BCB92-231C-6357-8A03-70D51F07EC0B}"/>
                    </a:ext>
                  </a:extLst>
                </p14:cNvPr>
                <p14:cNvContentPartPr/>
                <p14:nvPr/>
              </p14:nvContentPartPr>
              <p14:xfrm>
                <a:off x="5980230" y="3700902"/>
                <a:ext cx="889920" cy="791640"/>
              </p14:xfrm>
            </p:contentPart>
          </mc:Choice>
          <mc:Fallback>
            <p:pic>
              <p:nvPicPr>
                <p:cNvPr id="123" name="Ink 122">
                  <a:extLst>
                    <a:ext uri="{FF2B5EF4-FFF2-40B4-BE49-F238E27FC236}">
                      <a16:creationId xmlns:a16="http://schemas.microsoft.com/office/drawing/2014/main" id="{CD7BCB92-231C-6357-8A03-70D51F07EC0B}"/>
                    </a:ext>
                  </a:extLst>
                </p:cNvPr>
                <p:cNvPicPr/>
                <p:nvPr/>
              </p:nvPicPr>
              <p:blipFill>
                <a:blip r:embed="rId217"/>
                <a:stretch>
                  <a:fillRect/>
                </a:stretch>
              </p:blipFill>
              <p:spPr>
                <a:xfrm>
                  <a:off x="5971230" y="3692262"/>
                  <a:ext cx="907560" cy="8092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4" name="Ink 123">
                  <a:extLst>
                    <a:ext uri="{FF2B5EF4-FFF2-40B4-BE49-F238E27FC236}">
                      <a16:creationId xmlns:a16="http://schemas.microsoft.com/office/drawing/2014/main" id="{E57CE8C6-4425-C46F-4148-0EFE8249744F}"/>
                    </a:ext>
                  </a:extLst>
                </p14:cNvPr>
                <p14:cNvContentPartPr/>
                <p14:nvPr/>
              </p14:nvContentPartPr>
              <p14:xfrm>
                <a:off x="6767550" y="4454382"/>
                <a:ext cx="129960" cy="68760"/>
              </p14:xfrm>
            </p:contentPart>
          </mc:Choice>
          <mc:Fallback>
            <p:pic>
              <p:nvPicPr>
                <p:cNvPr id="124" name="Ink 123">
                  <a:extLst>
                    <a:ext uri="{FF2B5EF4-FFF2-40B4-BE49-F238E27FC236}">
                      <a16:creationId xmlns:a16="http://schemas.microsoft.com/office/drawing/2014/main" id="{E57CE8C6-4425-C46F-4148-0EFE8249744F}"/>
                    </a:ext>
                  </a:extLst>
                </p:cNvPr>
                <p:cNvPicPr/>
                <p:nvPr/>
              </p:nvPicPr>
              <p:blipFill>
                <a:blip r:embed="rId219"/>
                <a:stretch>
                  <a:fillRect/>
                </a:stretch>
              </p:blipFill>
              <p:spPr>
                <a:xfrm>
                  <a:off x="6758550" y="4445742"/>
                  <a:ext cx="14760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59" name="Ink 158">
                  <a:extLst>
                    <a:ext uri="{FF2B5EF4-FFF2-40B4-BE49-F238E27FC236}">
                      <a16:creationId xmlns:a16="http://schemas.microsoft.com/office/drawing/2014/main" id="{25C0F1B9-F5A3-EF58-D280-67160971955D}"/>
                    </a:ext>
                  </a:extLst>
                </p14:cNvPr>
                <p14:cNvContentPartPr/>
                <p14:nvPr/>
              </p14:nvContentPartPr>
              <p14:xfrm>
                <a:off x="5888070" y="3047142"/>
                <a:ext cx="522000" cy="573840"/>
              </p14:xfrm>
            </p:contentPart>
          </mc:Choice>
          <mc:Fallback>
            <p:pic>
              <p:nvPicPr>
                <p:cNvPr id="159" name="Ink 158">
                  <a:extLst>
                    <a:ext uri="{FF2B5EF4-FFF2-40B4-BE49-F238E27FC236}">
                      <a16:creationId xmlns:a16="http://schemas.microsoft.com/office/drawing/2014/main" id="{25C0F1B9-F5A3-EF58-D280-67160971955D}"/>
                    </a:ext>
                  </a:extLst>
                </p:cNvPr>
                <p:cNvPicPr/>
                <p:nvPr/>
              </p:nvPicPr>
              <p:blipFill>
                <a:blip r:embed="rId221"/>
                <a:stretch>
                  <a:fillRect/>
                </a:stretch>
              </p:blipFill>
              <p:spPr>
                <a:xfrm>
                  <a:off x="5879070" y="3038502"/>
                  <a:ext cx="539640" cy="591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0" name="Ink 159">
                  <a:extLst>
                    <a:ext uri="{FF2B5EF4-FFF2-40B4-BE49-F238E27FC236}">
                      <a16:creationId xmlns:a16="http://schemas.microsoft.com/office/drawing/2014/main" id="{8444FFCA-3D80-B8D0-1944-B99D7CAB5FD6}"/>
                    </a:ext>
                  </a:extLst>
                </p14:cNvPr>
                <p14:cNvContentPartPr/>
                <p14:nvPr/>
              </p14:nvContentPartPr>
              <p14:xfrm>
                <a:off x="6307470" y="3091062"/>
                <a:ext cx="44280" cy="28800"/>
              </p14:xfrm>
            </p:contentPart>
          </mc:Choice>
          <mc:Fallback>
            <p:pic>
              <p:nvPicPr>
                <p:cNvPr id="160" name="Ink 159">
                  <a:extLst>
                    <a:ext uri="{FF2B5EF4-FFF2-40B4-BE49-F238E27FC236}">
                      <a16:creationId xmlns:a16="http://schemas.microsoft.com/office/drawing/2014/main" id="{8444FFCA-3D80-B8D0-1944-B99D7CAB5FD6}"/>
                    </a:ext>
                  </a:extLst>
                </p:cNvPr>
                <p:cNvPicPr/>
                <p:nvPr/>
              </p:nvPicPr>
              <p:blipFill>
                <a:blip r:embed="rId223"/>
                <a:stretch>
                  <a:fillRect/>
                </a:stretch>
              </p:blipFill>
              <p:spPr>
                <a:xfrm>
                  <a:off x="6298830" y="3082422"/>
                  <a:ext cx="61920" cy="46440"/>
                </a:xfrm>
                <a:prstGeom prst="rect">
                  <a:avLst/>
                </a:prstGeom>
              </p:spPr>
            </p:pic>
          </mc:Fallback>
        </mc:AlternateContent>
      </p:grpSp>
      <p:grpSp>
        <p:nvGrpSpPr>
          <p:cNvPr id="165" name="Group 164">
            <a:extLst>
              <a:ext uri="{FF2B5EF4-FFF2-40B4-BE49-F238E27FC236}">
                <a16:creationId xmlns:a16="http://schemas.microsoft.com/office/drawing/2014/main" id="{DB02B7AD-7483-E24C-732A-31BCE5228F36}"/>
              </a:ext>
            </a:extLst>
          </p:cNvPr>
          <p:cNvGrpSpPr/>
          <p:nvPr/>
        </p:nvGrpSpPr>
        <p:grpSpPr>
          <a:xfrm>
            <a:off x="2267190" y="4354302"/>
            <a:ext cx="1341720" cy="459000"/>
            <a:chOff x="2267190" y="4354302"/>
            <a:chExt cx="1341720" cy="459000"/>
          </a:xfrm>
        </p:grpSpPr>
        <mc:AlternateContent xmlns:mc="http://schemas.openxmlformats.org/markup-compatibility/2006">
          <mc:Choice xmlns:p14="http://schemas.microsoft.com/office/powerpoint/2010/main" Requires="p14">
            <p:contentPart p14:bwMode="auto" r:id="rId224">
              <p14:nvContentPartPr>
                <p14:cNvPr id="126" name="Ink 125">
                  <a:extLst>
                    <a:ext uri="{FF2B5EF4-FFF2-40B4-BE49-F238E27FC236}">
                      <a16:creationId xmlns:a16="http://schemas.microsoft.com/office/drawing/2014/main" id="{1C30ED44-062F-46F3-AD76-8531CA6C7A6E}"/>
                    </a:ext>
                  </a:extLst>
                </p14:cNvPr>
                <p14:cNvContentPartPr/>
                <p14:nvPr/>
              </p14:nvContentPartPr>
              <p14:xfrm>
                <a:off x="2335230" y="4386342"/>
                <a:ext cx="184680" cy="270000"/>
              </p14:xfrm>
            </p:contentPart>
          </mc:Choice>
          <mc:Fallback>
            <p:pic>
              <p:nvPicPr>
                <p:cNvPr id="126" name="Ink 125">
                  <a:extLst>
                    <a:ext uri="{FF2B5EF4-FFF2-40B4-BE49-F238E27FC236}">
                      <a16:creationId xmlns:a16="http://schemas.microsoft.com/office/drawing/2014/main" id="{1C30ED44-062F-46F3-AD76-8531CA6C7A6E}"/>
                    </a:ext>
                  </a:extLst>
                </p:cNvPr>
                <p:cNvPicPr/>
                <p:nvPr/>
              </p:nvPicPr>
              <p:blipFill>
                <a:blip r:embed="rId225"/>
                <a:stretch>
                  <a:fillRect/>
                </a:stretch>
              </p:blipFill>
              <p:spPr>
                <a:xfrm>
                  <a:off x="2326590" y="4377342"/>
                  <a:ext cx="20232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27" name="Ink 126">
                  <a:extLst>
                    <a:ext uri="{FF2B5EF4-FFF2-40B4-BE49-F238E27FC236}">
                      <a16:creationId xmlns:a16="http://schemas.microsoft.com/office/drawing/2014/main" id="{A780AABF-F699-BF6D-CADA-15BD54E9C755}"/>
                    </a:ext>
                  </a:extLst>
                </p14:cNvPr>
                <p14:cNvContentPartPr/>
                <p14:nvPr/>
              </p14:nvContentPartPr>
              <p14:xfrm>
                <a:off x="2557350" y="4537902"/>
                <a:ext cx="69120" cy="71280"/>
              </p14:xfrm>
            </p:contentPart>
          </mc:Choice>
          <mc:Fallback>
            <p:pic>
              <p:nvPicPr>
                <p:cNvPr id="127" name="Ink 126">
                  <a:extLst>
                    <a:ext uri="{FF2B5EF4-FFF2-40B4-BE49-F238E27FC236}">
                      <a16:creationId xmlns:a16="http://schemas.microsoft.com/office/drawing/2014/main" id="{A780AABF-F699-BF6D-CADA-15BD54E9C755}"/>
                    </a:ext>
                  </a:extLst>
                </p:cNvPr>
                <p:cNvPicPr/>
                <p:nvPr/>
              </p:nvPicPr>
              <p:blipFill>
                <a:blip r:embed="rId227"/>
                <a:stretch>
                  <a:fillRect/>
                </a:stretch>
              </p:blipFill>
              <p:spPr>
                <a:xfrm>
                  <a:off x="2548350" y="4529262"/>
                  <a:ext cx="8676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28" name="Ink 127">
                  <a:extLst>
                    <a:ext uri="{FF2B5EF4-FFF2-40B4-BE49-F238E27FC236}">
                      <a16:creationId xmlns:a16="http://schemas.microsoft.com/office/drawing/2014/main" id="{3328B4DD-208C-44C9-78D7-D792CA9ABF83}"/>
                    </a:ext>
                  </a:extLst>
                </p14:cNvPr>
                <p14:cNvContentPartPr/>
                <p14:nvPr/>
              </p14:nvContentPartPr>
              <p14:xfrm>
                <a:off x="2565990" y="4473462"/>
                <a:ext cx="6120" cy="10800"/>
              </p14:xfrm>
            </p:contentPart>
          </mc:Choice>
          <mc:Fallback>
            <p:pic>
              <p:nvPicPr>
                <p:cNvPr id="128" name="Ink 127">
                  <a:extLst>
                    <a:ext uri="{FF2B5EF4-FFF2-40B4-BE49-F238E27FC236}">
                      <a16:creationId xmlns:a16="http://schemas.microsoft.com/office/drawing/2014/main" id="{3328B4DD-208C-44C9-78D7-D792CA9ABF83}"/>
                    </a:ext>
                  </a:extLst>
                </p:cNvPr>
                <p:cNvPicPr/>
                <p:nvPr/>
              </p:nvPicPr>
              <p:blipFill>
                <a:blip r:embed="rId229"/>
                <a:stretch>
                  <a:fillRect/>
                </a:stretch>
              </p:blipFill>
              <p:spPr>
                <a:xfrm>
                  <a:off x="2557350" y="4464462"/>
                  <a:ext cx="237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29" name="Ink 128">
                  <a:extLst>
                    <a:ext uri="{FF2B5EF4-FFF2-40B4-BE49-F238E27FC236}">
                      <a16:creationId xmlns:a16="http://schemas.microsoft.com/office/drawing/2014/main" id="{97FEB6BD-C9EC-3147-C4F8-2A7039DCC318}"/>
                    </a:ext>
                  </a:extLst>
                </p14:cNvPr>
                <p14:cNvContentPartPr/>
                <p14:nvPr/>
              </p14:nvContentPartPr>
              <p14:xfrm>
                <a:off x="2678310" y="4482822"/>
                <a:ext cx="146880" cy="263160"/>
              </p14:xfrm>
            </p:contentPart>
          </mc:Choice>
          <mc:Fallback>
            <p:pic>
              <p:nvPicPr>
                <p:cNvPr id="129" name="Ink 128">
                  <a:extLst>
                    <a:ext uri="{FF2B5EF4-FFF2-40B4-BE49-F238E27FC236}">
                      <a16:creationId xmlns:a16="http://schemas.microsoft.com/office/drawing/2014/main" id="{97FEB6BD-C9EC-3147-C4F8-2A7039DCC318}"/>
                    </a:ext>
                  </a:extLst>
                </p:cNvPr>
                <p:cNvPicPr/>
                <p:nvPr/>
              </p:nvPicPr>
              <p:blipFill>
                <a:blip r:embed="rId231"/>
                <a:stretch>
                  <a:fillRect/>
                </a:stretch>
              </p:blipFill>
              <p:spPr>
                <a:xfrm>
                  <a:off x="2669310" y="4474182"/>
                  <a:ext cx="16452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0" name="Ink 129">
                  <a:extLst>
                    <a:ext uri="{FF2B5EF4-FFF2-40B4-BE49-F238E27FC236}">
                      <a16:creationId xmlns:a16="http://schemas.microsoft.com/office/drawing/2014/main" id="{9490E3DA-AD6E-14B5-9F79-DF43B644111F}"/>
                    </a:ext>
                  </a:extLst>
                </p14:cNvPr>
                <p14:cNvContentPartPr/>
                <p14:nvPr/>
              </p14:nvContentPartPr>
              <p14:xfrm>
                <a:off x="2776950" y="4498302"/>
                <a:ext cx="123120" cy="88560"/>
              </p14:xfrm>
            </p:contentPart>
          </mc:Choice>
          <mc:Fallback>
            <p:pic>
              <p:nvPicPr>
                <p:cNvPr id="130" name="Ink 129">
                  <a:extLst>
                    <a:ext uri="{FF2B5EF4-FFF2-40B4-BE49-F238E27FC236}">
                      <a16:creationId xmlns:a16="http://schemas.microsoft.com/office/drawing/2014/main" id="{9490E3DA-AD6E-14B5-9F79-DF43B644111F}"/>
                    </a:ext>
                  </a:extLst>
                </p:cNvPr>
                <p:cNvPicPr/>
                <p:nvPr/>
              </p:nvPicPr>
              <p:blipFill>
                <a:blip r:embed="rId233"/>
                <a:stretch>
                  <a:fillRect/>
                </a:stretch>
              </p:blipFill>
              <p:spPr>
                <a:xfrm>
                  <a:off x="2768310" y="4489662"/>
                  <a:ext cx="14076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1" name="Ink 130">
                  <a:extLst>
                    <a:ext uri="{FF2B5EF4-FFF2-40B4-BE49-F238E27FC236}">
                      <a16:creationId xmlns:a16="http://schemas.microsoft.com/office/drawing/2014/main" id="{BEC8BDC3-CCD2-37CA-40C9-2E8236A0BA68}"/>
                    </a:ext>
                  </a:extLst>
                </p14:cNvPr>
                <p14:cNvContentPartPr/>
                <p14:nvPr/>
              </p14:nvContentPartPr>
              <p14:xfrm>
                <a:off x="2919150" y="4400382"/>
                <a:ext cx="194760" cy="177120"/>
              </p14:xfrm>
            </p:contentPart>
          </mc:Choice>
          <mc:Fallback>
            <p:pic>
              <p:nvPicPr>
                <p:cNvPr id="131" name="Ink 130">
                  <a:extLst>
                    <a:ext uri="{FF2B5EF4-FFF2-40B4-BE49-F238E27FC236}">
                      <a16:creationId xmlns:a16="http://schemas.microsoft.com/office/drawing/2014/main" id="{BEC8BDC3-CCD2-37CA-40C9-2E8236A0BA68}"/>
                    </a:ext>
                  </a:extLst>
                </p:cNvPr>
                <p:cNvPicPr/>
                <p:nvPr/>
              </p:nvPicPr>
              <p:blipFill>
                <a:blip r:embed="rId235"/>
                <a:stretch>
                  <a:fillRect/>
                </a:stretch>
              </p:blipFill>
              <p:spPr>
                <a:xfrm>
                  <a:off x="2910150" y="4391382"/>
                  <a:ext cx="21240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2" name="Ink 131">
                  <a:extLst>
                    <a:ext uri="{FF2B5EF4-FFF2-40B4-BE49-F238E27FC236}">
                      <a16:creationId xmlns:a16="http://schemas.microsoft.com/office/drawing/2014/main" id="{14200878-4524-2399-96B3-3C763520623A}"/>
                    </a:ext>
                  </a:extLst>
                </p14:cNvPr>
                <p14:cNvContentPartPr/>
                <p14:nvPr/>
              </p14:nvContentPartPr>
              <p14:xfrm>
                <a:off x="3095550" y="4466982"/>
                <a:ext cx="157680" cy="94680"/>
              </p14:xfrm>
            </p:contentPart>
          </mc:Choice>
          <mc:Fallback>
            <p:pic>
              <p:nvPicPr>
                <p:cNvPr id="132" name="Ink 131">
                  <a:extLst>
                    <a:ext uri="{FF2B5EF4-FFF2-40B4-BE49-F238E27FC236}">
                      <a16:creationId xmlns:a16="http://schemas.microsoft.com/office/drawing/2014/main" id="{14200878-4524-2399-96B3-3C763520623A}"/>
                    </a:ext>
                  </a:extLst>
                </p:cNvPr>
                <p:cNvPicPr/>
                <p:nvPr/>
              </p:nvPicPr>
              <p:blipFill>
                <a:blip r:embed="rId237"/>
                <a:stretch>
                  <a:fillRect/>
                </a:stretch>
              </p:blipFill>
              <p:spPr>
                <a:xfrm>
                  <a:off x="3086910" y="4458342"/>
                  <a:ext cx="1753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3" name="Ink 132">
                  <a:extLst>
                    <a:ext uri="{FF2B5EF4-FFF2-40B4-BE49-F238E27FC236}">
                      <a16:creationId xmlns:a16="http://schemas.microsoft.com/office/drawing/2014/main" id="{11E9FDCA-9E6C-CDA1-0377-0F58D4538975}"/>
                    </a:ext>
                  </a:extLst>
                </p14:cNvPr>
                <p14:cNvContentPartPr/>
                <p14:nvPr/>
              </p14:nvContentPartPr>
              <p14:xfrm>
                <a:off x="3278430" y="4429902"/>
                <a:ext cx="65880" cy="106560"/>
              </p14:xfrm>
            </p:contentPart>
          </mc:Choice>
          <mc:Fallback>
            <p:pic>
              <p:nvPicPr>
                <p:cNvPr id="133" name="Ink 132">
                  <a:extLst>
                    <a:ext uri="{FF2B5EF4-FFF2-40B4-BE49-F238E27FC236}">
                      <a16:creationId xmlns:a16="http://schemas.microsoft.com/office/drawing/2014/main" id="{11E9FDCA-9E6C-CDA1-0377-0F58D4538975}"/>
                    </a:ext>
                  </a:extLst>
                </p:cNvPr>
                <p:cNvPicPr/>
                <p:nvPr/>
              </p:nvPicPr>
              <p:blipFill>
                <a:blip r:embed="rId239"/>
                <a:stretch>
                  <a:fillRect/>
                </a:stretch>
              </p:blipFill>
              <p:spPr>
                <a:xfrm>
                  <a:off x="3269430" y="4420902"/>
                  <a:ext cx="8352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34" name="Ink 133">
                  <a:extLst>
                    <a:ext uri="{FF2B5EF4-FFF2-40B4-BE49-F238E27FC236}">
                      <a16:creationId xmlns:a16="http://schemas.microsoft.com/office/drawing/2014/main" id="{62885DC3-356F-8AC5-2BA2-F5FBC0B5F48C}"/>
                    </a:ext>
                  </a:extLst>
                </p14:cNvPr>
                <p14:cNvContentPartPr/>
                <p14:nvPr/>
              </p14:nvContentPartPr>
              <p14:xfrm>
                <a:off x="3375990" y="4429542"/>
                <a:ext cx="102600" cy="117360"/>
              </p14:xfrm>
            </p:contentPart>
          </mc:Choice>
          <mc:Fallback>
            <p:pic>
              <p:nvPicPr>
                <p:cNvPr id="134" name="Ink 133">
                  <a:extLst>
                    <a:ext uri="{FF2B5EF4-FFF2-40B4-BE49-F238E27FC236}">
                      <a16:creationId xmlns:a16="http://schemas.microsoft.com/office/drawing/2014/main" id="{62885DC3-356F-8AC5-2BA2-F5FBC0B5F48C}"/>
                    </a:ext>
                  </a:extLst>
                </p:cNvPr>
                <p:cNvPicPr/>
                <p:nvPr/>
              </p:nvPicPr>
              <p:blipFill>
                <a:blip r:embed="rId241"/>
                <a:stretch>
                  <a:fillRect/>
                </a:stretch>
              </p:blipFill>
              <p:spPr>
                <a:xfrm>
                  <a:off x="3367350" y="4420542"/>
                  <a:ext cx="1202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35" name="Ink 134">
                  <a:extLst>
                    <a:ext uri="{FF2B5EF4-FFF2-40B4-BE49-F238E27FC236}">
                      <a16:creationId xmlns:a16="http://schemas.microsoft.com/office/drawing/2014/main" id="{60704B07-5220-7CDB-0FEE-F6F977C1A372}"/>
                    </a:ext>
                  </a:extLst>
                </p14:cNvPr>
                <p14:cNvContentPartPr/>
                <p14:nvPr/>
              </p14:nvContentPartPr>
              <p14:xfrm>
                <a:off x="3490470" y="4354302"/>
                <a:ext cx="118440" cy="219600"/>
              </p14:xfrm>
            </p:contentPart>
          </mc:Choice>
          <mc:Fallback>
            <p:pic>
              <p:nvPicPr>
                <p:cNvPr id="135" name="Ink 134">
                  <a:extLst>
                    <a:ext uri="{FF2B5EF4-FFF2-40B4-BE49-F238E27FC236}">
                      <a16:creationId xmlns:a16="http://schemas.microsoft.com/office/drawing/2014/main" id="{60704B07-5220-7CDB-0FEE-F6F977C1A372}"/>
                    </a:ext>
                  </a:extLst>
                </p:cNvPr>
                <p:cNvPicPr/>
                <p:nvPr/>
              </p:nvPicPr>
              <p:blipFill>
                <a:blip r:embed="rId243"/>
                <a:stretch>
                  <a:fillRect/>
                </a:stretch>
              </p:blipFill>
              <p:spPr>
                <a:xfrm>
                  <a:off x="3481830" y="4345662"/>
                  <a:ext cx="13608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7" name="Ink 136">
                  <a:extLst>
                    <a:ext uri="{FF2B5EF4-FFF2-40B4-BE49-F238E27FC236}">
                      <a16:creationId xmlns:a16="http://schemas.microsoft.com/office/drawing/2014/main" id="{83A829E6-FBBA-F5CE-05F6-CE9FE5A542A6}"/>
                    </a:ext>
                  </a:extLst>
                </p14:cNvPr>
                <p14:cNvContentPartPr/>
                <p14:nvPr/>
              </p14:nvContentPartPr>
              <p14:xfrm>
                <a:off x="2267190" y="4464102"/>
                <a:ext cx="111960" cy="349200"/>
              </p14:xfrm>
            </p:contentPart>
          </mc:Choice>
          <mc:Fallback>
            <p:pic>
              <p:nvPicPr>
                <p:cNvPr id="137" name="Ink 136">
                  <a:extLst>
                    <a:ext uri="{FF2B5EF4-FFF2-40B4-BE49-F238E27FC236}">
                      <a16:creationId xmlns:a16="http://schemas.microsoft.com/office/drawing/2014/main" id="{83A829E6-FBBA-F5CE-05F6-CE9FE5A542A6}"/>
                    </a:ext>
                  </a:extLst>
                </p:cNvPr>
                <p:cNvPicPr/>
                <p:nvPr/>
              </p:nvPicPr>
              <p:blipFill>
                <a:blip r:embed="rId245"/>
                <a:stretch>
                  <a:fillRect/>
                </a:stretch>
              </p:blipFill>
              <p:spPr>
                <a:xfrm>
                  <a:off x="2258550" y="4455462"/>
                  <a:ext cx="12960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9" name="Ink 148">
                  <a:extLst>
                    <a:ext uri="{FF2B5EF4-FFF2-40B4-BE49-F238E27FC236}">
                      <a16:creationId xmlns:a16="http://schemas.microsoft.com/office/drawing/2014/main" id="{1D57B4FB-AE8A-8BC4-AC69-CFF61536E9BC}"/>
                    </a:ext>
                  </a:extLst>
                </p14:cNvPr>
                <p14:cNvContentPartPr/>
                <p14:nvPr/>
              </p14:nvContentPartPr>
              <p14:xfrm>
                <a:off x="2893590" y="4617462"/>
                <a:ext cx="114480" cy="37800"/>
              </p14:xfrm>
            </p:contentPart>
          </mc:Choice>
          <mc:Fallback>
            <p:pic>
              <p:nvPicPr>
                <p:cNvPr id="149" name="Ink 148">
                  <a:extLst>
                    <a:ext uri="{FF2B5EF4-FFF2-40B4-BE49-F238E27FC236}">
                      <a16:creationId xmlns:a16="http://schemas.microsoft.com/office/drawing/2014/main" id="{1D57B4FB-AE8A-8BC4-AC69-CFF61536E9BC}"/>
                    </a:ext>
                  </a:extLst>
                </p:cNvPr>
                <p:cNvPicPr/>
                <p:nvPr/>
              </p:nvPicPr>
              <p:blipFill>
                <a:blip r:embed="rId247"/>
                <a:stretch>
                  <a:fillRect/>
                </a:stretch>
              </p:blipFill>
              <p:spPr>
                <a:xfrm>
                  <a:off x="2884590" y="4608822"/>
                  <a:ext cx="13212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0" name="Ink 149">
                  <a:extLst>
                    <a:ext uri="{FF2B5EF4-FFF2-40B4-BE49-F238E27FC236}">
                      <a16:creationId xmlns:a16="http://schemas.microsoft.com/office/drawing/2014/main" id="{C2A52435-4BD2-BB71-AC25-99ECFA9255CB}"/>
                    </a:ext>
                  </a:extLst>
                </p14:cNvPr>
                <p14:cNvContentPartPr/>
                <p14:nvPr/>
              </p14:nvContentPartPr>
              <p14:xfrm>
                <a:off x="2899350" y="4673982"/>
                <a:ext cx="86040" cy="20520"/>
              </p14:xfrm>
            </p:contentPart>
          </mc:Choice>
          <mc:Fallback>
            <p:pic>
              <p:nvPicPr>
                <p:cNvPr id="150" name="Ink 149">
                  <a:extLst>
                    <a:ext uri="{FF2B5EF4-FFF2-40B4-BE49-F238E27FC236}">
                      <a16:creationId xmlns:a16="http://schemas.microsoft.com/office/drawing/2014/main" id="{C2A52435-4BD2-BB71-AC25-99ECFA9255CB}"/>
                    </a:ext>
                  </a:extLst>
                </p:cNvPr>
                <p:cNvPicPr/>
                <p:nvPr/>
              </p:nvPicPr>
              <p:blipFill>
                <a:blip r:embed="rId249"/>
                <a:stretch>
                  <a:fillRect/>
                </a:stretch>
              </p:blipFill>
              <p:spPr>
                <a:xfrm>
                  <a:off x="2890710" y="4664982"/>
                  <a:ext cx="1036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62" name="Ink 161">
                  <a:extLst>
                    <a:ext uri="{FF2B5EF4-FFF2-40B4-BE49-F238E27FC236}">
                      <a16:creationId xmlns:a16="http://schemas.microsoft.com/office/drawing/2014/main" id="{6886CFC4-41B6-7CCD-2228-7FE13FC54B56}"/>
                    </a:ext>
                  </a:extLst>
                </p14:cNvPr>
                <p14:cNvContentPartPr/>
                <p14:nvPr/>
              </p14:nvContentPartPr>
              <p14:xfrm>
                <a:off x="2935350" y="4689822"/>
                <a:ext cx="135720" cy="25920"/>
              </p14:xfrm>
            </p:contentPart>
          </mc:Choice>
          <mc:Fallback>
            <p:pic>
              <p:nvPicPr>
                <p:cNvPr id="162" name="Ink 161">
                  <a:extLst>
                    <a:ext uri="{FF2B5EF4-FFF2-40B4-BE49-F238E27FC236}">
                      <a16:creationId xmlns:a16="http://schemas.microsoft.com/office/drawing/2014/main" id="{6886CFC4-41B6-7CCD-2228-7FE13FC54B56}"/>
                    </a:ext>
                  </a:extLst>
                </p:cNvPr>
                <p:cNvPicPr/>
                <p:nvPr/>
              </p:nvPicPr>
              <p:blipFill>
                <a:blip r:embed="rId251"/>
                <a:stretch>
                  <a:fillRect/>
                </a:stretch>
              </p:blipFill>
              <p:spPr>
                <a:xfrm>
                  <a:off x="2926350" y="4680822"/>
                  <a:ext cx="15336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63" name="Ink 162">
                  <a:extLst>
                    <a:ext uri="{FF2B5EF4-FFF2-40B4-BE49-F238E27FC236}">
                      <a16:creationId xmlns:a16="http://schemas.microsoft.com/office/drawing/2014/main" id="{3B147B0D-D058-E8E7-DFF7-7B6701439CBB}"/>
                    </a:ext>
                  </a:extLst>
                </p14:cNvPr>
                <p14:cNvContentPartPr/>
                <p14:nvPr/>
              </p14:nvContentPartPr>
              <p14:xfrm>
                <a:off x="2838510" y="4665702"/>
                <a:ext cx="383400" cy="97200"/>
              </p14:xfrm>
            </p:contentPart>
          </mc:Choice>
          <mc:Fallback>
            <p:pic>
              <p:nvPicPr>
                <p:cNvPr id="163" name="Ink 162">
                  <a:extLst>
                    <a:ext uri="{FF2B5EF4-FFF2-40B4-BE49-F238E27FC236}">
                      <a16:creationId xmlns:a16="http://schemas.microsoft.com/office/drawing/2014/main" id="{3B147B0D-D058-E8E7-DFF7-7B6701439CBB}"/>
                    </a:ext>
                  </a:extLst>
                </p:cNvPr>
                <p:cNvPicPr/>
                <p:nvPr/>
              </p:nvPicPr>
              <p:blipFill>
                <a:blip r:embed="rId253"/>
                <a:stretch>
                  <a:fillRect/>
                </a:stretch>
              </p:blipFill>
              <p:spPr>
                <a:xfrm>
                  <a:off x="2829870" y="4656702"/>
                  <a:ext cx="4010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64" name="Ink 163">
                  <a:extLst>
                    <a:ext uri="{FF2B5EF4-FFF2-40B4-BE49-F238E27FC236}">
                      <a16:creationId xmlns:a16="http://schemas.microsoft.com/office/drawing/2014/main" id="{2E95C4F8-E71E-138C-249C-58AE72B2FB24}"/>
                    </a:ext>
                  </a:extLst>
                </p14:cNvPr>
                <p14:cNvContentPartPr/>
                <p14:nvPr/>
              </p14:nvContentPartPr>
              <p14:xfrm>
                <a:off x="2896830" y="4649142"/>
                <a:ext cx="345240" cy="83520"/>
              </p14:xfrm>
            </p:contentPart>
          </mc:Choice>
          <mc:Fallback>
            <p:pic>
              <p:nvPicPr>
                <p:cNvPr id="164" name="Ink 163">
                  <a:extLst>
                    <a:ext uri="{FF2B5EF4-FFF2-40B4-BE49-F238E27FC236}">
                      <a16:creationId xmlns:a16="http://schemas.microsoft.com/office/drawing/2014/main" id="{2E95C4F8-E71E-138C-249C-58AE72B2FB24}"/>
                    </a:ext>
                  </a:extLst>
                </p:cNvPr>
                <p:cNvPicPr/>
                <p:nvPr/>
              </p:nvPicPr>
              <p:blipFill>
                <a:blip r:embed="rId255"/>
                <a:stretch>
                  <a:fillRect/>
                </a:stretch>
              </p:blipFill>
              <p:spPr>
                <a:xfrm>
                  <a:off x="2888190" y="4640142"/>
                  <a:ext cx="362880" cy="101160"/>
                </a:xfrm>
                <a:prstGeom prst="rect">
                  <a:avLst/>
                </a:prstGeom>
              </p:spPr>
            </p:pic>
          </mc:Fallback>
        </mc:AlternateContent>
      </p:grpSp>
      <p:grpSp>
        <p:nvGrpSpPr>
          <p:cNvPr id="168" name="Group 167">
            <a:extLst>
              <a:ext uri="{FF2B5EF4-FFF2-40B4-BE49-F238E27FC236}">
                <a16:creationId xmlns:a16="http://schemas.microsoft.com/office/drawing/2014/main" id="{A73B2FC2-E400-9C47-73A4-D279D090EBDB}"/>
              </a:ext>
            </a:extLst>
          </p:cNvPr>
          <p:cNvGrpSpPr/>
          <p:nvPr/>
        </p:nvGrpSpPr>
        <p:grpSpPr>
          <a:xfrm>
            <a:off x="2757870" y="3703782"/>
            <a:ext cx="278280" cy="382320"/>
            <a:chOff x="2757870" y="3703782"/>
            <a:chExt cx="278280" cy="382320"/>
          </a:xfrm>
        </p:grpSpPr>
        <mc:AlternateContent xmlns:mc="http://schemas.openxmlformats.org/markup-compatibility/2006">
          <mc:Choice xmlns:p14="http://schemas.microsoft.com/office/powerpoint/2010/main" Requires="p14">
            <p:contentPart p14:bwMode="auto" r:id="rId256">
              <p14:nvContentPartPr>
                <p14:cNvPr id="166" name="Ink 165">
                  <a:extLst>
                    <a:ext uri="{FF2B5EF4-FFF2-40B4-BE49-F238E27FC236}">
                      <a16:creationId xmlns:a16="http://schemas.microsoft.com/office/drawing/2014/main" id="{BC714C7A-BE24-873D-8651-19A40D4E24F5}"/>
                    </a:ext>
                  </a:extLst>
                </p14:cNvPr>
                <p14:cNvContentPartPr/>
                <p14:nvPr/>
              </p14:nvContentPartPr>
              <p14:xfrm>
                <a:off x="2757870" y="3703782"/>
                <a:ext cx="144360" cy="316080"/>
              </p14:xfrm>
            </p:contentPart>
          </mc:Choice>
          <mc:Fallback>
            <p:pic>
              <p:nvPicPr>
                <p:cNvPr id="166" name="Ink 165">
                  <a:extLst>
                    <a:ext uri="{FF2B5EF4-FFF2-40B4-BE49-F238E27FC236}">
                      <a16:creationId xmlns:a16="http://schemas.microsoft.com/office/drawing/2014/main" id="{BC714C7A-BE24-873D-8651-19A40D4E24F5}"/>
                    </a:ext>
                  </a:extLst>
                </p:cNvPr>
                <p:cNvPicPr/>
                <p:nvPr/>
              </p:nvPicPr>
              <p:blipFill>
                <a:blip r:embed="rId257"/>
                <a:stretch>
                  <a:fillRect/>
                </a:stretch>
              </p:blipFill>
              <p:spPr>
                <a:xfrm>
                  <a:off x="2748870" y="3694782"/>
                  <a:ext cx="162000" cy="3337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7" name="Ink 166">
                  <a:extLst>
                    <a:ext uri="{FF2B5EF4-FFF2-40B4-BE49-F238E27FC236}">
                      <a16:creationId xmlns:a16="http://schemas.microsoft.com/office/drawing/2014/main" id="{7779861F-0D71-95DA-797D-8A83AFC820E1}"/>
                    </a:ext>
                  </a:extLst>
                </p14:cNvPr>
                <p14:cNvContentPartPr/>
                <p14:nvPr/>
              </p14:nvContentPartPr>
              <p14:xfrm>
                <a:off x="2799270" y="4012302"/>
                <a:ext cx="236880" cy="73800"/>
              </p14:xfrm>
            </p:contentPart>
          </mc:Choice>
          <mc:Fallback>
            <p:pic>
              <p:nvPicPr>
                <p:cNvPr id="167" name="Ink 166">
                  <a:extLst>
                    <a:ext uri="{FF2B5EF4-FFF2-40B4-BE49-F238E27FC236}">
                      <a16:creationId xmlns:a16="http://schemas.microsoft.com/office/drawing/2014/main" id="{7779861F-0D71-95DA-797D-8A83AFC820E1}"/>
                    </a:ext>
                  </a:extLst>
                </p:cNvPr>
                <p:cNvPicPr/>
                <p:nvPr/>
              </p:nvPicPr>
              <p:blipFill>
                <a:blip r:embed="rId259"/>
                <a:stretch>
                  <a:fillRect/>
                </a:stretch>
              </p:blipFill>
              <p:spPr>
                <a:xfrm>
                  <a:off x="2790630" y="4003302"/>
                  <a:ext cx="254520" cy="91440"/>
                </a:xfrm>
                <a:prstGeom prst="rect">
                  <a:avLst/>
                </a:prstGeom>
              </p:spPr>
            </p:pic>
          </mc:Fallback>
        </mc:AlternateContent>
      </p:grpSp>
    </p:spTree>
    <p:extLst>
      <p:ext uri="{BB962C8B-B14F-4D97-AF65-F5344CB8AC3E}">
        <p14:creationId xmlns:p14="http://schemas.microsoft.com/office/powerpoint/2010/main" val="162060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13E1-8056-FD98-72DC-DE5B57918D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5DF5D9-5B10-B1F7-F788-B3A56A73994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5819B095-EE20-F21D-5880-394D2D133609}"/>
              </a:ext>
            </a:extLst>
          </p:cNvPr>
          <p:cNvSpPr>
            <a:spLocks noGrp="1"/>
          </p:cNvSpPr>
          <p:nvPr>
            <p:ph type="sldNum" sz="quarter" idx="12"/>
          </p:nvPr>
        </p:nvSpPr>
        <p:spPr>
          <a:xfrm>
            <a:off x="152400" y="4781550"/>
            <a:ext cx="4572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B292DBC9-B2E2-60A0-52E6-7021CF451654}"/>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Certification</a:t>
            </a:r>
          </a:p>
        </p:txBody>
      </p:sp>
      <p:sp>
        <p:nvSpPr>
          <p:cNvPr id="2" name="TextBox 1">
            <a:extLst>
              <a:ext uri="{FF2B5EF4-FFF2-40B4-BE49-F238E27FC236}">
                <a16:creationId xmlns:a16="http://schemas.microsoft.com/office/drawing/2014/main" id="{8A783225-F387-854D-6DE4-7CCF2E626694}"/>
              </a:ext>
            </a:extLst>
          </p:cNvPr>
          <p:cNvSpPr txBox="1"/>
          <p:nvPr/>
        </p:nvSpPr>
        <p:spPr>
          <a:xfrm>
            <a:off x="152400" y="971549"/>
            <a:ext cx="8839200" cy="406955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hlinkClick r:id="rId2"/>
              </a:rPr>
              <a:t>https://www.oracle.com/in/java/technologies/javase/jdk11-archive-downloads.html</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400" b="0" i="0" u="none" strike="noStrike" kern="1200" cap="none" spc="0" normalizeH="0" baseline="0" noProof="0" dirty="0" err="1">
                <a:ln>
                  <a:noFill/>
                </a:ln>
                <a:solidFill>
                  <a:prstClr val="black"/>
                </a:solidFill>
                <a:effectLst/>
                <a:uLnTx/>
                <a:uFillTx/>
                <a:latin typeface="Calibri"/>
                <a:ea typeface="+mn-ea"/>
                <a:cs typeface="+mn-cs"/>
              </a:rPr>
              <a:t>keytool</a:t>
            </a:r>
            <a:r>
              <a:rPr kumimoji="0" lang="en-US" sz="1400" b="0" i="0" u="none" strike="noStrike" kern="1200" cap="none" spc="0" normalizeH="0" baseline="0" noProof="0" dirty="0">
                <a:ln>
                  <a:noFill/>
                </a:ln>
                <a:solidFill>
                  <a:prstClr val="black"/>
                </a:solidFill>
                <a:effectLst/>
                <a:uLnTx/>
                <a:uFillTx/>
                <a:latin typeface="Calibri"/>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genkey</a:t>
            </a:r>
            <a:r>
              <a:rPr kumimoji="0" lang="en-US" sz="1400" b="0" i="0" u="none" strike="noStrike" kern="1200" cap="none" spc="0" normalizeH="0" baseline="0" noProof="0" dirty="0">
                <a:ln>
                  <a:noFill/>
                </a:ln>
                <a:solidFill>
                  <a:prstClr val="black"/>
                </a:solidFill>
                <a:effectLst/>
                <a:uLnTx/>
                <a:uFillTx/>
                <a:latin typeface="Calibri"/>
                <a:ea typeface="+mn-ea"/>
                <a:cs typeface="+mn-cs"/>
              </a:rPr>
              <a:t> -v -keystore c:\temp\anubuildsc.keystore -alias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anubuildsc</a:t>
            </a:r>
            <a:r>
              <a:rPr kumimoji="0" lang="en-US" sz="1400" b="0" i="0" u="none" strike="noStrike" kern="1200" cap="none" spc="0" normalizeH="0" baseline="0" noProof="0" dirty="0">
                <a:ln>
                  <a:noFill/>
                </a:ln>
                <a:solidFill>
                  <a:prstClr val="black"/>
                </a:solidFill>
                <a:effectLst/>
                <a:uLnTx/>
                <a:uFillTx/>
                <a:latin typeface="Calibri"/>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keyalg</a:t>
            </a:r>
            <a:r>
              <a:rPr kumimoji="0" lang="en-US" sz="1400" b="0" i="0" u="none" strike="noStrike" kern="1200" cap="none" spc="0" normalizeH="0" baseline="0" noProof="0" dirty="0">
                <a:ln>
                  <a:noFill/>
                </a:ln>
                <a:solidFill>
                  <a:prstClr val="black"/>
                </a:solidFill>
                <a:effectLst/>
                <a:uLnTx/>
                <a:uFillTx/>
                <a:latin typeface="Calibri"/>
                <a:ea typeface="+mn-ea"/>
                <a:cs typeface="+mn-cs"/>
              </a:rPr>
              <a:t> RSA -</a:t>
            </a:r>
            <a:r>
              <a:rPr kumimoji="0" lang="en-US" sz="1400" b="0" i="0" u="none" strike="noStrike" kern="1200" cap="none" spc="0" normalizeH="0" baseline="0" noProof="0" dirty="0" err="1">
                <a:ln>
                  <a:noFill/>
                </a:ln>
                <a:solidFill>
                  <a:prstClr val="black"/>
                </a:solidFill>
                <a:effectLst/>
                <a:uLnTx/>
                <a:uFillTx/>
                <a:latin typeface="Calibri"/>
                <a:ea typeface="+mn-ea"/>
                <a:cs typeface="+mn-cs"/>
              </a:rPr>
              <a:t>keysize</a:t>
            </a:r>
            <a:r>
              <a:rPr kumimoji="0" lang="en-US" sz="1400" b="0" i="0" u="none" strike="noStrike" kern="1200" cap="none" spc="0" normalizeH="0" baseline="0" noProof="0" dirty="0">
                <a:ln>
                  <a:noFill/>
                </a:ln>
                <a:solidFill>
                  <a:prstClr val="black"/>
                </a:solidFill>
                <a:effectLst/>
                <a:uLnTx/>
                <a:uFillTx/>
                <a:latin typeface="Calibri"/>
                <a:ea typeface="+mn-ea"/>
                <a:cs typeface="+mn-cs"/>
              </a:rPr>
              <a:t> 2048 -validity 10000</a:t>
            </a:r>
          </a:p>
        </p:txBody>
      </p:sp>
    </p:spTree>
    <p:extLst>
      <p:ext uri="{BB962C8B-B14F-4D97-AF65-F5344CB8AC3E}">
        <p14:creationId xmlns:p14="http://schemas.microsoft.com/office/powerpoint/2010/main" val="242286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E258A-6EA6-C5EA-8DD9-C024F5E200B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4936C6-C160-1EB7-D3C9-CA87EE1C8795}"/>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6FDC4A2B-E335-784E-20A0-6F96E294D8F1}"/>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EFA7C545-BFE9-86EC-9AB3-17E992AEB782}"/>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SAP Build Cloud Functions</a:t>
            </a:r>
          </a:p>
        </p:txBody>
      </p:sp>
      <p:sp>
        <p:nvSpPr>
          <p:cNvPr id="2" name="TextBox 1">
            <a:extLst>
              <a:ext uri="{FF2B5EF4-FFF2-40B4-BE49-F238E27FC236}">
                <a16:creationId xmlns:a16="http://schemas.microsoft.com/office/drawing/2014/main" id="{9C2AA141-331E-85E7-0247-AD61F4793E6E}"/>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In SAP Build Apps, Cloud Functions refer to small, serverless pieces of backend logic that run on-demand, without needing to manage servers or infrastructure.</a:t>
            </a:r>
          </a:p>
          <a:p>
            <a:pPr>
              <a:spcBef>
                <a:spcPct val="20000"/>
              </a:spcBef>
              <a:buFont typeface="Arial" pitchFamily="34" charset="0"/>
            </a:pPr>
            <a:endParaRPr lang="en-US" sz="1400" dirty="0"/>
          </a:p>
          <a:p>
            <a:pPr>
              <a:spcBef>
                <a:spcPct val="20000"/>
              </a:spcBef>
              <a:buFont typeface="Arial" pitchFamily="34" charset="0"/>
            </a:pPr>
            <a:r>
              <a:rPr lang="en-US" sz="1400" b="1" i="0" dirty="0">
                <a:effectLst/>
              </a:rPr>
              <a:t>What Are Cloud Functions in SAP Build Apps?</a:t>
            </a:r>
          </a:p>
          <a:p>
            <a:pPr>
              <a:spcBef>
                <a:spcPct val="20000"/>
              </a:spcBef>
              <a:buFont typeface="Arial" pitchFamily="34" charset="0"/>
            </a:pPr>
            <a:endParaRPr lang="en-US" sz="1400" b="0" i="0" dirty="0">
              <a:effectLst/>
            </a:endParaRPr>
          </a:p>
          <a:p>
            <a:pPr>
              <a:spcBef>
                <a:spcPct val="20000"/>
              </a:spcBef>
              <a:buFont typeface="Arial" pitchFamily="34" charset="0"/>
            </a:pPr>
            <a:r>
              <a:rPr lang="en-US" sz="1400" b="0" i="0" dirty="0">
                <a:effectLst/>
              </a:rPr>
              <a:t>Cloud Functions </a:t>
            </a:r>
            <a:r>
              <a:rPr lang="en-US" sz="1400" b="0" i="0" dirty="0" err="1">
                <a:effectLst/>
              </a:rPr>
              <a:t>are:Custom</a:t>
            </a:r>
            <a:r>
              <a:rPr lang="en-US" sz="1400" b="0" i="0" dirty="0">
                <a:effectLst/>
              </a:rPr>
              <a:t> backend logic you can write (usually in JavaScript or Node.js).Deployed to SAP BTP (often via SAP BTP Kyma Runtime). Invoked via HTTP or events from SAP services, like SAP S/4HANA or SAP SuccessFactors. They're similar to AWS Lambda or Google Cloud Functions, but built to integrate with the SAP ecosystem.</a:t>
            </a:r>
          </a:p>
          <a:p>
            <a:pPr>
              <a:spcBef>
                <a:spcPct val="20000"/>
              </a:spcBef>
              <a:buFont typeface="Arial" pitchFamily="34" charset="0"/>
            </a:pPr>
            <a:endParaRPr lang="en-US" sz="1400" dirty="0"/>
          </a:p>
          <a:p>
            <a:pPr>
              <a:spcBef>
                <a:spcPct val="20000"/>
              </a:spcBef>
              <a:buFont typeface="Arial" pitchFamily="34" charset="0"/>
            </a:pPr>
            <a:endParaRPr lang="en-US" sz="1400" dirty="0"/>
          </a:p>
        </p:txBody>
      </p:sp>
    </p:spTree>
    <p:extLst>
      <p:ext uri="{BB962C8B-B14F-4D97-AF65-F5344CB8AC3E}">
        <p14:creationId xmlns:p14="http://schemas.microsoft.com/office/powerpoint/2010/main" val="383903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B9A206-853D-6645-B2BD-71BDC028CAF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D67AEA0F-BDD8-FF3C-9546-7B803C319C3D}"/>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4" name="Title 3">
            <a:extLst>
              <a:ext uri="{FF2B5EF4-FFF2-40B4-BE49-F238E27FC236}">
                <a16:creationId xmlns:a16="http://schemas.microsoft.com/office/drawing/2014/main" id="{BFC6AD6E-D2A6-FAD9-714A-48DE5892A9D1}"/>
              </a:ext>
            </a:extLst>
          </p:cNvPr>
          <p:cNvSpPr>
            <a:spLocks noGrp="1"/>
          </p:cNvSpPr>
          <p:nvPr>
            <p:ph type="title"/>
          </p:nvPr>
        </p:nvSpPr>
        <p:spPr/>
        <p:txBody>
          <a:bodyPr/>
          <a:lstStyle/>
          <a:p>
            <a:endParaRPr lang="en-IN"/>
          </a:p>
        </p:txBody>
      </p:sp>
      <p:grpSp>
        <p:nvGrpSpPr>
          <p:cNvPr id="51" name="Group 50">
            <a:extLst>
              <a:ext uri="{FF2B5EF4-FFF2-40B4-BE49-F238E27FC236}">
                <a16:creationId xmlns:a16="http://schemas.microsoft.com/office/drawing/2014/main" id="{4B175724-455D-585E-0AE9-9D7BF39FAE3D}"/>
              </a:ext>
            </a:extLst>
          </p:cNvPr>
          <p:cNvGrpSpPr/>
          <p:nvPr/>
        </p:nvGrpSpPr>
        <p:grpSpPr>
          <a:xfrm>
            <a:off x="1566270" y="591942"/>
            <a:ext cx="7009560" cy="4069440"/>
            <a:chOff x="1566270" y="591942"/>
            <a:chExt cx="7009560" cy="406944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3C13014-6347-9695-1A8F-1FB9675C62D6}"/>
                    </a:ext>
                  </a:extLst>
                </p14:cNvPr>
                <p14:cNvContentPartPr/>
                <p14:nvPr/>
              </p14:nvContentPartPr>
              <p14:xfrm>
                <a:off x="5397030" y="953382"/>
                <a:ext cx="30600" cy="245160"/>
              </p14:xfrm>
            </p:contentPart>
          </mc:Choice>
          <mc:Fallback>
            <p:pic>
              <p:nvPicPr>
                <p:cNvPr id="5" name="Ink 4">
                  <a:extLst>
                    <a:ext uri="{FF2B5EF4-FFF2-40B4-BE49-F238E27FC236}">
                      <a16:creationId xmlns:a16="http://schemas.microsoft.com/office/drawing/2014/main" id="{13C13014-6347-9695-1A8F-1FB9675C62D6}"/>
                    </a:ext>
                  </a:extLst>
                </p:cNvPr>
                <p:cNvPicPr/>
                <p:nvPr/>
              </p:nvPicPr>
              <p:blipFill>
                <a:blip r:embed="rId3"/>
                <a:stretch>
                  <a:fillRect/>
                </a:stretch>
              </p:blipFill>
              <p:spPr>
                <a:xfrm>
                  <a:off x="5388030" y="944382"/>
                  <a:ext cx="482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2A6358DD-2945-8541-A5BB-DFB5866FA17C}"/>
                    </a:ext>
                  </a:extLst>
                </p14:cNvPr>
                <p14:cNvContentPartPr/>
                <p14:nvPr/>
              </p14:nvContentPartPr>
              <p14:xfrm>
                <a:off x="5424390" y="1569342"/>
                <a:ext cx="33120" cy="68040"/>
              </p14:xfrm>
            </p:contentPart>
          </mc:Choice>
          <mc:Fallback>
            <p:pic>
              <p:nvPicPr>
                <p:cNvPr id="6" name="Ink 5">
                  <a:extLst>
                    <a:ext uri="{FF2B5EF4-FFF2-40B4-BE49-F238E27FC236}">
                      <a16:creationId xmlns:a16="http://schemas.microsoft.com/office/drawing/2014/main" id="{2A6358DD-2945-8541-A5BB-DFB5866FA17C}"/>
                    </a:ext>
                  </a:extLst>
                </p:cNvPr>
                <p:cNvPicPr/>
                <p:nvPr/>
              </p:nvPicPr>
              <p:blipFill>
                <a:blip r:embed="rId5"/>
                <a:stretch>
                  <a:fillRect/>
                </a:stretch>
              </p:blipFill>
              <p:spPr>
                <a:xfrm>
                  <a:off x="5415750" y="1560702"/>
                  <a:ext cx="5076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24CE7706-897B-3CA4-B27A-D5EE90667CB0}"/>
                    </a:ext>
                  </a:extLst>
                </p14:cNvPr>
                <p14:cNvContentPartPr/>
                <p14:nvPr/>
              </p14:nvContentPartPr>
              <p14:xfrm>
                <a:off x="5372550" y="1911702"/>
                <a:ext cx="60120" cy="210600"/>
              </p14:xfrm>
            </p:contentPart>
          </mc:Choice>
          <mc:Fallback>
            <p:pic>
              <p:nvPicPr>
                <p:cNvPr id="7" name="Ink 6">
                  <a:extLst>
                    <a:ext uri="{FF2B5EF4-FFF2-40B4-BE49-F238E27FC236}">
                      <a16:creationId xmlns:a16="http://schemas.microsoft.com/office/drawing/2014/main" id="{24CE7706-897B-3CA4-B27A-D5EE90667CB0}"/>
                    </a:ext>
                  </a:extLst>
                </p:cNvPr>
                <p:cNvPicPr/>
                <p:nvPr/>
              </p:nvPicPr>
              <p:blipFill>
                <a:blip r:embed="rId7"/>
                <a:stretch>
                  <a:fillRect/>
                </a:stretch>
              </p:blipFill>
              <p:spPr>
                <a:xfrm>
                  <a:off x="5363910" y="1903062"/>
                  <a:ext cx="7776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34069DC6-6955-44A1-E3E2-A1899EA9C4BE}"/>
                    </a:ext>
                  </a:extLst>
                </p14:cNvPr>
                <p14:cNvContentPartPr/>
                <p14:nvPr/>
              </p14:nvContentPartPr>
              <p14:xfrm>
                <a:off x="5402430" y="2410662"/>
                <a:ext cx="70200" cy="597600"/>
              </p14:xfrm>
            </p:contentPart>
          </mc:Choice>
          <mc:Fallback>
            <p:pic>
              <p:nvPicPr>
                <p:cNvPr id="8" name="Ink 7">
                  <a:extLst>
                    <a:ext uri="{FF2B5EF4-FFF2-40B4-BE49-F238E27FC236}">
                      <a16:creationId xmlns:a16="http://schemas.microsoft.com/office/drawing/2014/main" id="{34069DC6-6955-44A1-E3E2-A1899EA9C4BE}"/>
                    </a:ext>
                  </a:extLst>
                </p:cNvPr>
                <p:cNvPicPr/>
                <p:nvPr/>
              </p:nvPicPr>
              <p:blipFill>
                <a:blip r:embed="rId9"/>
                <a:stretch>
                  <a:fillRect/>
                </a:stretch>
              </p:blipFill>
              <p:spPr>
                <a:xfrm>
                  <a:off x="5393430" y="2401662"/>
                  <a:ext cx="87840" cy="615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D6DBCD5B-D151-7A6F-DDAE-43F820091332}"/>
                    </a:ext>
                  </a:extLst>
                </p14:cNvPr>
                <p14:cNvContentPartPr/>
                <p14:nvPr/>
              </p14:nvContentPartPr>
              <p14:xfrm>
                <a:off x="6079230" y="1293942"/>
                <a:ext cx="2175120" cy="1069560"/>
              </p14:xfrm>
            </p:contentPart>
          </mc:Choice>
          <mc:Fallback>
            <p:pic>
              <p:nvPicPr>
                <p:cNvPr id="9" name="Ink 8">
                  <a:extLst>
                    <a:ext uri="{FF2B5EF4-FFF2-40B4-BE49-F238E27FC236}">
                      <a16:creationId xmlns:a16="http://schemas.microsoft.com/office/drawing/2014/main" id="{D6DBCD5B-D151-7A6F-DDAE-43F820091332}"/>
                    </a:ext>
                  </a:extLst>
                </p:cNvPr>
                <p:cNvPicPr/>
                <p:nvPr/>
              </p:nvPicPr>
              <p:blipFill>
                <a:blip r:embed="rId11"/>
                <a:stretch>
                  <a:fillRect/>
                </a:stretch>
              </p:blipFill>
              <p:spPr>
                <a:xfrm>
                  <a:off x="6070230" y="1284942"/>
                  <a:ext cx="2192760" cy="1087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399C0E06-D8F4-0B44-1F33-2630CECCE9C8}"/>
                    </a:ext>
                  </a:extLst>
                </p14:cNvPr>
                <p14:cNvContentPartPr/>
                <p14:nvPr/>
              </p14:nvContentPartPr>
              <p14:xfrm>
                <a:off x="6248430" y="948342"/>
                <a:ext cx="189000" cy="265680"/>
              </p14:xfrm>
            </p:contentPart>
          </mc:Choice>
          <mc:Fallback>
            <p:pic>
              <p:nvPicPr>
                <p:cNvPr id="10" name="Ink 9">
                  <a:extLst>
                    <a:ext uri="{FF2B5EF4-FFF2-40B4-BE49-F238E27FC236}">
                      <a16:creationId xmlns:a16="http://schemas.microsoft.com/office/drawing/2014/main" id="{399C0E06-D8F4-0B44-1F33-2630CECCE9C8}"/>
                    </a:ext>
                  </a:extLst>
                </p:cNvPr>
                <p:cNvPicPr/>
                <p:nvPr/>
              </p:nvPicPr>
              <p:blipFill>
                <a:blip r:embed="rId13"/>
                <a:stretch>
                  <a:fillRect/>
                </a:stretch>
              </p:blipFill>
              <p:spPr>
                <a:xfrm>
                  <a:off x="6239790" y="939702"/>
                  <a:ext cx="20664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5EBA43BA-12DD-47E1-1594-AF4EF927453E}"/>
                    </a:ext>
                  </a:extLst>
                </p14:cNvPr>
                <p14:cNvContentPartPr/>
                <p14:nvPr/>
              </p14:nvContentPartPr>
              <p14:xfrm>
                <a:off x="6534270" y="983622"/>
                <a:ext cx="100080" cy="209160"/>
              </p14:xfrm>
            </p:contentPart>
          </mc:Choice>
          <mc:Fallback>
            <p:pic>
              <p:nvPicPr>
                <p:cNvPr id="11" name="Ink 10">
                  <a:extLst>
                    <a:ext uri="{FF2B5EF4-FFF2-40B4-BE49-F238E27FC236}">
                      <a16:creationId xmlns:a16="http://schemas.microsoft.com/office/drawing/2014/main" id="{5EBA43BA-12DD-47E1-1594-AF4EF927453E}"/>
                    </a:ext>
                  </a:extLst>
                </p:cNvPr>
                <p:cNvPicPr/>
                <p:nvPr/>
              </p:nvPicPr>
              <p:blipFill>
                <a:blip r:embed="rId15"/>
                <a:stretch>
                  <a:fillRect/>
                </a:stretch>
              </p:blipFill>
              <p:spPr>
                <a:xfrm>
                  <a:off x="6525270" y="974982"/>
                  <a:ext cx="11772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F3C388F6-C9CE-E830-7143-FA112EF30F00}"/>
                    </a:ext>
                  </a:extLst>
                </p14:cNvPr>
                <p14:cNvContentPartPr/>
                <p14:nvPr/>
              </p14:nvContentPartPr>
              <p14:xfrm>
                <a:off x="6519510" y="1082982"/>
                <a:ext cx="162720" cy="7560"/>
              </p14:xfrm>
            </p:contentPart>
          </mc:Choice>
          <mc:Fallback>
            <p:pic>
              <p:nvPicPr>
                <p:cNvPr id="12" name="Ink 11">
                  <a:extLst>
                    <a:ext uri="{FF2B5EF4-FFF2-40B4-BE49-F238E27FC236}">
                      <a16:creationId xmlns:a16="http://schemas.microsoft.com/office/drawing/2014/main" id="{F3C388F6-C9CE-E830-7143-FA112EF30F00}"/>
                    </a:ext>
                  </a:extLst>
                </p:cNvPr>
                <p:cNvPicPr/>
                <p:nvPr/>
              </p:nvPicPr>
              <p:blipFill>
                <a:blip r:embed="rId17"/>
                <a:stretch>
                  <a:fillRect/>
                </a:stretch>
              </p:blipFill>
              <p:spPr>
                <a:xfrm>
                  <a:off x="6510870" y="1073982"/>
                  <a:ext cx="1803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9197F411-1DF0-9F70-FB8B-67F2987EC2D3}"/>
                    </a:ext>
                  </a:extLst>
                </p14:cNvPr>
                <p14:cNvContentPartPr/>
                <p14:nvPr/>
              </p14:nvContentPartPr>
              <p14:xfrm>
                <a:off x="6047550" y="1295742"/>
                <a:ext cx="199440" cy="60120"/>
              </p14:xfrm>
            </p:contentPart>
          </mc:Choice>
          <mc:Fallback>
            <p:pic>
              <p:nvPicPr>
                <p:cNvPr id="14" name="Ink 13">
                  <a:extLst>
                    <a:ext uri="{FF2B5EF4-FFF2-40B4-BE49-F238E27FC236}">
                      <a16:creationId xmlns:a16="http://schemas.microsoft.com/office/drawing/2014/main" id="{9197F411-1DF0-9F70-FB8B-67F2987EC2D3}"/>
                    </a:ext>
                  </a:extLst>
                </p:cNvPr>
                <p:cNvPicPr/>
                <p:nvPr/>
              </p:nvPicPr>
              <p:blipFill>
                <a:blip r:embed="rId19"/>
                <a:stretch>
                  <a:fillRect/>
                </a:stretch>
              </p:blipFill>
              <p:spPr>
                <a:xfrm>
                  <a:off x="6038910" y="1286742"/>
                  <a:ext cx="21708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FEA40066-B737-43DE-B6B7-B896267F5D8B}"/>
                    </a:ext>
                  </a:extLst>
                </p14:cNvPr>
                <p14:cNvContentPartPr/>
                <p14:nvPr/>
              </p14:nvContentPartPr>
              <p14:xfrm>
                <a:off x="7452990" y="591942"/>
                <a:ext cx="1122840" cy="679680"/>
              </p14:xfrm>
            </p:contentPart>
          </mc:Choice>
          <mc:Fallback>
            <p:pic>
              <p:nvPicPr>
                <p:cNvPr id="16" name="Ink 15">
                  <a:extLst>
                    <a:ext uri="{FF2B5EF4-FFF2-40B4-BE49-F238E27FC236}">
                      <a16:creationId xmlns:a16="http://schemas.microsoft.com/office/drawing/2014/main" id="{FEA40066-B737-43DE-B6B7-B896267F5D8B}"/>
                    </a:ext>
                  </a:extLst>
                </p:cNvPr>
                <p:cNvPicPr/>
                <p:nvPr/>
              </p:nvPicPr>
              <p:blipFill>
                <a:blip r:embed="rId21"/>
                <a:stretch>
                  <a:fillRect/>
                </a:stretch>
              </p:blipFill>
              <p:spPr>
                <a:xfrm>
                  <a:off x="7443990" y="582942"/>
                  <a:ext cx="1140480" cy="697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2008650B-EE67-2FC4-57A9-9345E21F3422}"/>
                    </a:ext>
                  </a:extLst>
                </p14:cNvPr>
                <p14:cNvContentPartPr/>
                <p14:nvPr/>
              </p14:nvContentPartPr>
              <p14:xfrm>
                <a:off x="6348870" y="1652142"/>
                <a:ext cx="1122480" cy="462600"/>
              </p14:xfrm>
            </p:contentPart>
          </mc:Choice>
          <mc:Fallback>
            <p:pic>
              <p:nvPicPr>
                <p:cNvPr id="17" name="Ink 16">
                  <a:extLst>
                    <a:ext uri="{FF2B5EF4-FFF2-40B4-BE49-F238E27FC236}">
                      <a16:creationId xmlns:a16="http://schemas.microsoft.com/office/drawing/2014/main" id="{2008650B-EE67-2FC4-57A9-9345E21F3422}"/>
                    </a:ext>
                  </a:extLst>
                </p:cNvPr>
                <p:cNvPicPr/>
                <p:nvPr/>
              </p:nvPicPr>
              <p:blipFill>
                <a:blip r:embed="rId23"/>
                <a:stretch>
                  <a:fillRect/>
                </a:stretch>
              </p:blipFill>
              <p:spPr>
                <a:xfrm>
                  <a:off x="6340230" y="1643142"/>
                  <a:ext cx="114012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9441AD11-0457-2355-9231-60ABF7FF235D}"/>
                    </a:ext>
                  </a:extLst>
                </p14:cNvPr>
                <p14:cNvContentPartPr/>
                <p14:nvPr/>
              </p14:nvContentPartPr>
              <p14:xfrm>
                <a:off x="6281550" y="1559622"/>
                <a:ext cx="1276200" cy="515520"/>
              </p14:xfrm>
            </p:contentPart>
          </mc:Choice>
          <mc:Fallback>
            <p:pic>
              <p:nvPicPr>
                <p:cNvPr id="18" name="Ink 17">
                  <a:extLst>
                    <a:ext uri="{FF2B5EF4-FFF2-40B4-BE49-F238E27FC236}">
                      <a16:creationId xmlns:a16="http://schemas.microsoft.com/office/drawing/2014/main" id="{9441AD11-0457-2355-9231-60ABF7FF235D}"/>
                    </a:ext>
                  </a:extLst>
                </p:cNvPr>
                <p:cNvPicPr/>
                <p:nvPr/>
              </p:nvPicPr>
              <p:blipFill>
                <a:blip r:embed="rId25"/>
                <a:stretch>
                  <a:fillRect/>
                </a:stretch>
              </p:blipFill>
              <p:spPr>
                <a:xfrm>
                  <a:off x="6272550" y="1550622"/>
                  <a:ext cx="129384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47AE19BB-68BF-D67D-243D-D9CCD84423FA}"/>
                    </a:ext>
                  </a:extLst>
                </p14:cNvPr>
                <p14:cNvContentPartPr/>
                <p14:nvPr/>
              </p14:nvContentPartPr>
              <p14:xfrm>
                <a:off x="6507990" y="1638822"/>
                <a:ext cx="82800" cy="453600"/>
              </p14:xfrm>
            </p:contentPart>
          </mc:Choice>
          <mc:Fallback>
            <p:pic>
              <p:nvPicPr>
                <p:cNvPr id="19" name="Ink 18">
                  <a:extLst>
                    <a:ext uri="{FF2B5EF4-FFF2-40B4-BE49-F238E27FC236}">
                      <a16:creationId xmlns:a16="http://schemas.microsoft.com/office/drawing/2014/main" id="{47AE19BB-68BF-D67D-243D-D9CCD84423FA}"/>
                    </a:ext>
                  </a:extLst>
                </p:cNvPr>
                <p:cNvPicPr/>
                <p:nvPr/>
              </p:nvPicPr>
              <p:blipFill>
                <a:blip r:embed="rId27"/>
                <a:stretch>
                  <a:fillRect/>
                </a:stretch>
              </p:blipFill>
              <p:spPr>
                <a:xfrm>
                  <a:off x="6499350" y="1629822"/>
                  <a:ext cx="100440" cy="471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D35585CC-242F-4DF2-6547-D697192BB739}"/>
                    </a:ext>
                  </a:extLst>
                </p14:cNvPr>
                <p14:cNvContentPartPr/>
                <p14:nvPr/>
              </p14:nvContentPartPr>
              <p14:xfrm>
                <a:off x="6782310" y="1638102"/>
                <a:ext cx="29880" cy="471600"/>
              </p14:xfrm>
            </p:contentPart>
          </mc:Choice>
          <mc:Fallback>
            <p:pic>
              <p:nvPicPr>
                <p:cNvPr id="20" name="Ink 19">
                  <a:extLst>
                    <a:ext uri="{FF2B5EF4-FFF2-40B4-BE49-F238E27FC236}">
                      <a16:creationId xmlns:a16="http://schemas.microsoft.com/office/drawing/2014/main" id="{D35585CC-242F-4DF2-6547-D697192BB739}"/>
                    </a:ext>
                  </a:extLst>
                </p:cNvPr>
                <p:cNvPicPr/>
                <p:nvPr/>
              </p:nvPicPr>
              <p:blipFill>
                <a:blip r:embed="rId29"/>
                <a:stretch>
                  <a:fillRect/>
                </a:stretch>
              </p:blipFill>
              <p:spPr>
                <a:xfrm>
                  <a:off x="6773670" y="1629102"/>
                  <a:ext cx="47520" cy="489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600D727D-C4B2-165D-7290-203C80B6163B}"/>
                    </a:ext>
                  </a:extLst>
                </p14:cNvPr>
                <p14:cNvContentPartPr/>
                <p14:nvPr/>
              </p14:nvContentPartPr>
              <p14:xfrm>
                <a:off x="7021710" y="1658622"/>
                <a:ext cx="54360" cy="420120"/>
              </p14:xfrm>
            </p:contentPart>
          </mc:Choice>
          <mc:Fallback>
            <p:pic>
              <p:nvPicPr>
                <p:cNvPr id="21" name="Ink 20">
                  <a:extLst>
                    <a:ext uri="{FF2B5EF4-FFF2-40B4-BE49-F238E27FC236}">
                      <a16:creationId xmlns:a16="http://schemas.microsoft.com/office/drawing/2014/main" id="{600D727D-C4B2-165D-7290-203C80B6163B}"/>
                    </a:ext>
                  </a:extLst>
                </p:cNvPr>
                <p:cNvPicPr/>
                <p:nvPr/>
              </p:nvPicPr>
              <p:blipFill>
                <a:blip r:embed="rId31"/>
                <a:stretch>
                  <a:fillRect/>
                </a:stretch>
              </p:blipFill>
              <p:spPr>
                <a:xfrm>
                  <a:off x="7013070" y="1649622"/>
                  <a:ext cx="72000" cy="437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C226B54E-EBA4-4E50-90D9-0A3320158369}"/>
                    </a:ext>
                  </a:extLst>
                </p14:cNvPr>
                <p14:cNvContentPartPr/>
                <p14:nvPr/>
              </p14:nvContentPartPr>
              <p14:xfrm>
                <a:off x="7241670" y="1618302"/>
                <a:ext cx="54000" cy="464040"/>
              </p14:xfrm>
            </p:contentPart>
          </mc:Choice>
          <mc:Fallback>
            <p:pic>
              <p:nvPicPr>
                <p:cNvPr id="22" name="Ink 21">
                  <a:extLst>
                    <a:ext uri="{FF2B5EF4-FFF2-40B4-BE49-F238E27FC236}">
                      <a16:creationId xmlns:a16="http://schemas.microsoft.com/office/drawing/2014/main" id="{C226B54E-EBA4-4E50-90D9-0A3320158369}"/>
                    </a:ext>
                  </a:extLst>
                </p:cNvPr>
                <p:cNvPicPr/>
                <p:nvPr/>
              </p:nvPicPr>
              <p:blipFill>
                <a:blip r:embed="rId33"/>
                <a:stretch>
                  <a:fillRect/>
                </a:stretch>
              </p:blipFill>
              <p:spPr>
                <a:xfrm>
                  <a:off x="7232670" y="1609302"/>
                  <a:ext cx="71640" cy="481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64D184C0-420A-173E-6746-26D2C506F581}"/>
                    </a:ext>
                  </a:extLst>
                </p14:cNvPr>
                <p14:cNvContentPartPr/>
                <p14:nvPr/>
              </p14:nvContentPartPr>
              <p14:xfrm>
                <a:off x="6314310" y="1734222"/>
                <a:ext cx="1187640" cy="39600"/>
              </p14:xfrm>
            </p:contentPart>
          </mc:Choice>
          <mc:Fallback>
            <p:pic>
              <p:nvPicPr>
                <p:cNvPr id="23" name="Ink 22">
                  <a:extLst>
                    <a:ext uri="{FF2B5EF4-FFF2-40B4-BE49-F238E27FC236}">
                      <a16:creationId xmlns:a16="http://schemas.microsoft.com/office/drawing/2014/main" id="{64D184C0-420A-173E-6746-26D2C506F581}"/>
                    </a:ext>
                  </a:extLst>
                </p:cNvPr>
                <p:cNvPicPr/>
                <p:nvPr/>
              </p:nvPicPr>
              <p:blipFill>
                <a:blip r:embed="rId35"/>
                <a:stretch>
                  <a:fillRect/>
                </a:stretch>
              </p:blipFill>
              <p:spPr>
                <a:xfrm>
                  <a:off x="6305670" y="1725582"/>
                  <a:ext cx="120528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9CFAE20E-5FF3-7622-BC4A-6E63E9912DBB}"/>
                    </a:ext>
                  </a:extLst>
                </p14:cNvPr>
                <p14:cNvContentPartPr/>
                <p14:nvPr/>
              </p14:nvContentPartPr>
              <p14:xfrm>
                <a:off x="6347790" y="1914582"/>
                <a:ext cx="1254240" cy="47520"/>
              </p14:xfrm>
            </p:contentPart>
          </mc:Choice>
          <mc:Fallback>
            <p:pic>
              <p:nvPicPr>
                <p:cNvPr id="24" name="Ink 23">
                  <a:extLst>
                    <a:ext uri="{FF2B5EF4-FFF2-40B4-BE49-F238E27FC236}">
                      <a16:creationId xmlns:a16="http://schemas.microsoft.com/office/drawing/2014/main" id="{9CFAE20E-5FF3-7622-BC4A-6E63E9912DBB}"/>
                    </a:ext>
                  </a:extLst>
                </p:cNvPr>
                <p:cNvPicPr/>
                <p:nvPr/>
              </p:nvPicPr>
              <p:blipFill>
                <a:blip r:embed="rId37"/>
                <a:stretch>
                  <a:fillRect/>
                </a:stretch>
              </p:blipFill>
              <p:spPr>
                <a:xfrm>
                  <a:off x="6339150" y="1905582"/>
                  <a:ext cx="12718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1AC2A271-C500-0C8A-7DEF-82EE0C635337}"/>
                    </a:ext>
                  </a:extLst>
                </p14:cNvPr>
                <p14:cNvContentPartPr/>
                <p14:nvPr/>
              </p14:nvContentPartPr>
              <p14:xfrm>
                <a:off x="1776510" y="1017462"/>
                <a:ext cx="665280" cy="701640"/>
              </p14:xfrm>
            </p:contentPart>
          </mc:Choice>
          <mc:Fallback>
            <p:pic>
              <p:nvPicPr>
                <p:cNvPr id="26" name="Ink 25">
                  <a:extLst>
                    <a:ext uri="{FF2B5EF4-FFF2-40B4-BE49-F238E27FC236}">
                      <a16:creationId xmlns:a16="http://schemas.microsoft.com/office/drawing/2014/main" id="{1AC2A271-C500-0C8A-7DEF-82EE0C635337}"/>
                    </a:ext>
                  </a:extLst>
                </p:cNvPr>
                <p:cNvPicPr/>
                <p:nvPr/>
              </p:nvPicPr>
              <p:blipFill>
                <a:blip r:embed="rId39"/>
                <a:stretch>
                  <a:fillRect/>
                </a:stretch>
              </p:blipFill>
              <p:spPr>
                <a:xfrm>
                  <a:off x="1767870" y="1008462"/>
                  <a:ext cx="682920" cy="719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86130A65-8323-AF19-AE44-7709AA55F6E3}"/>
                    </a:ext>
                  </a:extLst>
                </p14:cNvPr>
                <p14:cNvContentPartPr/>
                <p14:nvPr/>
              </p14:nvContentPartPr>
              <p14:xfrm>
                <a:off x="1915830" y="2210502"/>
                <a:ext cx="669600" cy="799560"/>
              </p14:xfrm>
            </p:contentPart>
          </mc:Choice>
          <mc:Fallback>
            <p:pic>
              <p:nvPicPr>
                <p:cNvPr id="27" name="Ink 26">
                  <a:extLst>
                    <a:ext uri="{FF2B5EF4-FFF2-40B4-BE49-F238E27FC236}">
                      <a16:creationId xmlns:a16="http://schemas.microsoft.com/office/drawing/2014/main" id="{86130A65-8323-AF19-AE44-7709AA55F6E3}"/>
                    </a:ext>
                  </a:extLst>
                </p:cNvPr>
                <p:cNvPicPr/>
                <p:nvPr/>
              </p:nvPicPr>
              <p:blipFill>
                <a:blip r:embed="rId41"/>
                <a:stretch>
                  <a:fillRect/>
                </a:stretch>
              </p:blipFill>
              <p:spPr>
                <a:xfrm>
                  <a:off x="1907190" y="2201862"/>
                  <a:ext cx="687240" cy="817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E8355A8F-6080-87BD-293D-99D3AD14AC01}"/>
                    </a:ext>
                  </a:extLst>
                </p14:cNvPr>
                <p14:cNvContentPartPr/>
                <p14:nvPr/>
              </p14:nvContentPartPr>
              <p14:xfrm>
                <a:off x="2092590" y="3393102"/>
                <a:ext cx="702720" cy="725400"/>
              </p14:xfrm>
            </p:contentPart>
          </mc:Choice>
          <mc:Fallback>
            <p:pic>
              <p:nvPicPr>
                <p:cNvPr id="28" name="Ink 27">
                  <a:extLst>
                    <a:ext uri="{FF2B5EF4-FFF2-40B4-BE49-F238E27FC236}">
                      <a16:creationId xmlns:a16="http://schemas.microsoft.com/office/drawing/2014/main" id="{E8355A8F-6080-87BD-293D-99D3AD14AC01}"/>
                    </a:ext>
                  </a:extLst>
                </p:cNvPr>
                <p:cNvPicPr/>
                <p:nvPr/>
              </p:nvPicPr>
              <p:blipFill>
                <a:blip r:embed="rId43"/>
                <a:stretch>
                  <a:fillRect/>
                </a:stretch>
              </p:blipFill>
              <p:spPr>
                <a:xfrm>
                  <a:off x="2083950" y="3384462"/>
                  <a:ext cx="720360" cy="7430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725506B1-3E62-6425-62B7-A8E6C7CE5604}"/>
                    </a:ext>
                  </a:extLst>
                </p14:cNvPr>
                <p14:cNvContentPartPr/>
                <p14:nvPr/>
              </p14:nvContentPartPr>
              <p14:xfrm>
                <a:off x="2304630" y="3917262"/>
                <a:ext cx="85320" cy="108000"/>
              </p14:xfrm>
            </p:contentPart>
          </mc:Choice>
          <mc:Fallback>
            <p:pic>
              <p:nvPicPr>
                <p:cNvPr id="29" name="Ink 28">
                  <a:extLst>
                    <a:ext uri="{FF2B5EF4-FFF2-40B4-BE49-F238E27FC236}">
                      <a16:creationId xmlns:a16="http://schemas.microsoft.com/office/drawing/2014/main" id="{725506B1-3E62-6425-62B7-A8E6C7CE5604}"/>
                    </a:ext>
                  </a:extLst>
                </p:cNvPr>
                <p:cNvPicPr/>
                <p:nvPr/>
              </p:nvPicPr>
              <p:blipFill>
                <a:blip r:embed="rId45"/>
                <a:stretch>
                  <a:fillRect/>
                </a:stretch>
              </p:blipFill>
              <p:spPr>
                <a:xfrm>
                  <a:off x="2295630" y="3908262"/>
                  <a:ext cx="1029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B75ABA45-59EA-0700-E6FE-1B1C5EE8C7A9}"/>
                    </a:ext>
                  </a:extLst>
                </p14:cNvPr>
                <p14:cNvContentPartPr/>
                <p14:nvPr/>
              </p14:nvContentPartPr>
              <p14:xfrm>
                <a:off x="2220030" y="2846262"/>
                <a:ext cx="111240" cy="101160"/>
              </p14:xfrm>
            </p:contentPart>
          </mc:Choice>
          <mc:Fallback>
            <p:pic>
              <p:nvPicPr>
                <p:cNvPr id="30" name="Ink 29">
                  <a:extLst>
                    <a:ext uri="{FF2B5EF4-FFF2-40B4-BE49-F238E27FC236}">
                      <a16:creationId xmlns:a16="http://schemas.microsoft.com/office/drawing/2014/main" id="{B75ABA45-59EA-0700-E6FE-1B1C5EE8C7A9}"/>
                    </a:ext>
                  </a:extLst>
                </p:cNvPr>
                <p:cNvPicPr/>
                <p:nvPr/>
              </p:nvPicPr>
              <p:blipFill>
                <a:blip r:embed="rId47"/>
                <a:stretch>
                  <a:fillRect/>
                </a:stretch>
              </p:blipFill>
              <p:spPr>
                <a:xfrm>
                  <a:off x="2211030" y="2837622"/>
                  <a:ext cx="1288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FCD18774-F3D5-3478-280D-BA29213DD6CC}"/>
                    </a:ext>
                  </a:extLst>
                </p14:cNvPr>
                <p14:cNvContentPartPr/>
                <p14:nvPr/>
              </p14:nvContentPartPr>
              <p14:xfrm>
                <a:off x="2070630" y="1580502"/>
                <a:ext cx="128520" cy="97560"/>
              </p14:xfrm>
            </p:contentPart>
          </mc:Choice>
          <mc:Fallback>
            <p:pic>
              <p:nvPicPr>
                <p:cNvPr id="31" name="Ink 30">
                  <a:extLst>
                    <a:ext uri="{FF2B5EF4-FFF2-40B4-BE49-F238E27FC236}">
                      <a16:creationId xmlns:a16="http://schemas.microsoft.com/office/drawing/2014/main" id="{FCD18774-F3D5-3478-280D-BA29213DD6CC}"/>
                    </a:ext>
                  </a:extLst>
                </p:cNvPr>
                <p:cNvPicPr/>
                <p:nvPr/>
              </p:nvPicPr>
              <p:blipFill>
                <a:blip r:embed="rId49"/>
                <a:stretch>
                  <a:fillRect/>
                </a:stretch>
              </p:blipFill>
              <p:spPr>
                <a:xfrm>
                  <a:off x="2061990" y="1571862"/>
                  <a:ext cx="1461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759C9B37-2A13-48E5-F960-B83314F705B3}"/>
                    </a:ext>
                  </a:extLst>
                </p14:cNvPr>
                <p14:cNvContentPartPr/>
                <p14:nvPr/>
              </p14:nvContentPartPr>
              <p14:xfrm>
                <a:off x="2371230" y="1391862"/>
                <a:ext cx="3156840" cy="329400"/>
              </p14:xfrm>
            </p:contentPart>
          </mc:Choice>
          <mc:Fallback>
            <p:pic>
              <p:nvPicPr>
                <p:cNvPr id="32" name="Ink 31">
                  <a:extLst>
                    <a:ext uri="{FF2B5EF4-FFF2-40B4-BE49-F238E27FC236}">
                      <a16:creationId xmlns:a16="http://schemas.microsoft.com/office/drawing/2014/main" id="{759C9B37-2A13-48E5-F960-B83314F705B3}"/>
                    </a:ext>
                  </a:extLst>
                </p:cNvPr>
                <p:cNvPicPr/>
                <p:nvPr/>
              </p:nvPicPr>
              <p:blipFill>
                <a:blip r:embed="rId51"/>
                <a:stretch>
                  <a:fillRect/>
                </a:stretch>
              </p:blipFill>
              <p:spPr>
                <a:xfrm>
                  <a:off x="2362230" y="1383222"/>
                  <a:ext cx="317448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0FAD5A96-287F-0BD4-D88D-320E10F6680A}"/>
                    </a:ext>
                  </a:extLst>
                </p14:cNvPr>
                <p14:cNvContentPartPr/>
                <p14:nvPr/>
              </p14:nvContentPartPr>
              <p14:xfrm>
                <a:off x="2623950" y="2088462"/>
                <a:ext cx="3169800" cy="469080"/>
              </p14:xfrm>
            </p:contentPart>
          </mc:Choice>
          <mc:Fallback>
            <p:pic>
              <p:nvPicPr>
                <p:cNvPr id="33" name="Ink 32">
                  <a:extLst>
                    <a:ext uri="{FF2B5EF4-FFF2-40B4-BE49-F238E27FC236}">
                      <a16:creationId xmlns:a16="http://schemas.microsoft.com/office/drawing/2014/main" id="{0FAD5A96-287F-0BD4-D88D-320E10F6680A}"/>
                    </a:ext>
                  </a:extLst>
                </p:cNvPr>
                <p:cNvPicPr/>
                <p:nvPr/>
              </p:nvPicPr>
              <p:blipFill>
                <a:blip r:embed="rId53"/>
                <a:stretch>
                  <a:fillRect/>
                </a:stretch>
              </p:blipFill>
              <p:spPr>
                <a:xfrm>
                  <a:off x="2615310" y="2079462"/>
                  <a:ext cx="3187440" cy="486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6F30599F-4361-2C67-1796-BA6BECFE54FC}"/>
                    </a:ext>
                  </a:extLst>
                </p14:cNvPr>
                <p14:cNvContentPartPr/>
                <p14:nvPr/>
              </p14:nvContentPartPr>
              <p14:xfrm>
                <a:off x="2841750" y="2277822"/>
                <a:ext cx="3147120" cy="1519200"/>
              </p14:xfrm>
            </p:contentPart>
          </mc:Choice>
          <mc:Fallback>
            <p:pic>
              <p:nvPicPr>
                <p:cNvPr id="34" name="Ink 33">
                  <a:extLst>
                    <a:ext uri="{FF2B5EF4-FFF2-40B4-BE49-F238E27FC236}">
                      <a16:creationId xmlns:a16="http://schemas.microsoft.com/office/drawing/2014/main" id="{6F30599F-4361-2C67-1796-BA6BECFE54FC}"/>
                    </a:ext>
                  </a:extLst>
                </p:cNvPr>
                <p:cNvPicPr/>
                <p:nvPr/>
              </p:nvPicPr>
              <p:blipFill>
                <a:blip r:embed="rId55"/>
                <a:stretch>
                  <a:fillRect/>
                </a:stretch>
              </p:blipFill>
              <p:spPr>
                <a:xfrm>
                  <a:off x="2832750" y="2268822"/>
                  <a:ext cx="3164760" cy="1536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82A7BF39-808C-3989-74E3-0555C2DE1924}"/>
                    </a:ext>
                  </a:extLst>
                </p14:cNvPr>
                <p14:cNvContentPartPr/>
                <p14:nvPr/>
              </p14:nvContentPartPr>
              <p14:xfrm>
                <a:off x="5887350" y="2243982"/>
                <a:ext cx="81000" cy="108720"/>
              </p14:xfrm>
            </p:contentPart>
          </mc:Choice>
          <mc:Fallback>
            <p:pic>
              <p:nvPicPr>
                <p:cNvPr id="35" name="Ink 34">
                  <a:extLst>
                    <a:ext uri="{FF2B5EF4-FFF2-40B4-BE49-F238E27FC236}">
                      <a16:creationId xmlns:a16="http://schemas.microsoft.com/office/drawing/2014/main" id="{82A7BF39-808C-3989-74E3-0555C2DE1924}"/>
                    </a:ext>
                  </a:extLst>
                </p:cNvPr>
                <p:cNvPicPr/>
                <p:nvPr/>
              </p:nvPicPr>
              <p:blipFill>
                <a:blip r:embed="rId57"/>
                <a:stretch>
                  <a:fillRect/>
                </a:stretch>
              </p:blipFill>
              <p:spPr>
                <a:xfrm>
                  <a:off x="5878350" y="2235342"/>
                  <a:ext cx="9864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CCE14C15-AF49-6716-4A85-C58991B99DC4}"/>
                    </a:ext>
                  </a:extLst>
                </p14:cNvPr>
                <p14:cNvContentPartPr/>
                <p14:nvPr/>
              </p14:nvContentPartPr>
              <p14:xfrm>
                <a:off x="2125710" y="3485982"/>
                <a:ext cx="143280" cy="27360"/>
              </p14:xfrm>
            </p:contentPart>
          </mc:Choice>
          <mc:Fallback>
            <p:pic>
              <p:nvPicPr>
                <p:cNvPr id="37" name="Ink 36">
                  <a:extLst>
                    <a:ext uri="{FF2B5EF4-FFF2-40B4-BE49-F238E27FC236}">
                      <a16:creationId xmlns:a16="http://schemas.microsoft.com/office/drawing/2014/main" id="{CCE14C15-AF49-6716-4A85-C58991B99DC4}"/>
                    </a:ext>
                  </a:extLst>
                </p:cNvPr>
                <p:cNvPicPr/>
                <p:nvPr/>
              </p:nvPicPr>
              <p:blipFill>
                <a:blip r:embed="rId59"/>
                <a:stretch>
                  <a:fillRect/>
                </a:stretch>
              </p:blipFill>
              <p:spPr>
                <a:xfrm>
                  <a:off x="2117070" y="3476982"/>
                  <a:ext cx="1609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38C900A9-55AD-EC42-CBB2-BC4CD2DD0B2A}"/>
                    </a:ext>
                  </a:extLst>
                </p14:cNvPr>
                <p14:cNvContentPartPr/>
                <p14:nvPr/>
              </p14:nvContentPartPr>
              <p14:xfrm>
                <a:off x="1566270" y="3952542"/>
                <a:ext cx="303120" cy="237960"/>
              </p14:xfrm>
            </p:contentPart>
          </mc:Choice>
          <mc:Fallback>
            <p:pic>
              <p:nvPicPr>
                <p:cNvPr id="39" name="Ink 38">
                  <a:extLst>
                    <a:ext uri="{FF2B5EF4-FFF2-40B4-BE49-F238E27FC236}">
                      <a16:creationId xmlns:a16="http://schemas.microsoft.com/office/drawing/2014/main" id="{38C900A9-55AD-EC42-CBB2-BC4CD2DD0B2A}"/>
                    </a:ext>
                  </a:extLst>
                </p:cNvPr>
                <p:cNvPicPr/>
                <p:nvPr/>
              </p:nvPicPr>
              <p:blipFill>
                <a:blip r:embed="rId61"/>
                <a:stretch>
                  <a:fillRect/>
                </a:stretch>
              </p:blipFill>
              <p:spPr>
                <a:xfrm>
                  <a:off x="1557270" y="3943902"/>
                  <a:ext cx="32076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9D064586-20E9-CE45-87FC-B00CE8A304B2}"/>
                    </a:ext>
                  </a:extLst>
                </p14:cNvPr>
                <p14:cNvContentPartPr/>
                <p14:nvPr/>
              </p14:nvContentPartPr>
              <p14:xfrm>
                <a:off x="1611990" y="4214262"/>
                <a:ext cx="231480" cy="176760"/>
              </p14:xfrm>
            </p:contentPart>
          </mc:Choice>
          <mc:Fallback>
            <p:pic>
              <p:nvPicPr>
                <p:cNvPr id="40" name="Ink 39">
                  <a:extLst>
                    <a:ext uri="{FF2B5EF4-FFF2-40B4-BE49-F238E27FC236}">
                      <a16:creationId xmlns:a16="http://schemas.microsoft.com/office/drawing/2014/main" id="{9D064586-20E9-CE45-87FC-B00CE8A304B2}"/>
                    </a:ext>
                  </a:extLst>
                </p:cNvPr>
                <p:cNvPicPr/>
                <p:nvPr/>
              </p:nvPicPr>
              <p:blipFill>
                <a:blip r:embed="rId63"/>
                <a:stretch>
                  <a:fillRect/>
                </a:stretch>
              </p:blipFill>
              <p:spPr>
                <a:xfrm>
                  <a:off x="1603350" y="4205622"/>
                  <a:ext cx="2491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52662B57-6CCD-3082-CE34-5B32B38D77AD}"/>
                    </a:ext>
                  </a:extLst>
                </p14:cNvPr>
                <p14:cNvContentPartPr/>
                <p14:nvPr/>
              </p14:nvContentPartPr>
              <p14:xfrm>
                <a:off x="1963710" y="4256022"/>
                <a:ext cx="197640" cy="13320"/>
              </p14:xfrm>
            </p:contentPart>
          </mc:Choice>
          <mc:Fallback>
            <p:pic>
              <p:nvPicPr>
                <p:cNvPr id="41" name="Ink 40">
                  <a:extLst>
                    <a:ext uri="{FF2B5EF4-FFF2-40B4-BE49-F238E27FC236}">
                      <a16:creationId xmlns:a16="http://schemas.microsoft.com/office/drawing/2014/main" id="{52662B57-6CCD-3082-CE34-5B32B38D77AD}"/>
                    </a:ext>
                  </a:extLst>
                </p:cNvPr>
                <p:cNvPicPr/>
                <p:nvPr/>
              </p:nvPicPr>
              <p:blipFill>
                <a:blip r:embed="rId65"/>
                <a:stretch>
                  <a:fillRect/>
                </a:stretch>
              </p:blipFill>
              <p:spPr>
                <a:xfrm>
                  <a:off x="1955070" y="4247382"/>
                  <a:ext cx="2152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05D1F6C3-269A-A101-CD81-0382D0BB7D63}"/>
                    </a:ext>
                  </a:extLst>
                </p14:cNvPr>
                <p14:cNvContentPartPr/>
                <p14:nvPr/>
              </p14:nvContentPartPr>
              <p14:xfrm>
                <a:off x="2112030" y="4214982"/>
                <a:ext cx="63000" cy="121320"/>
              </p14:xfrm>
            </p:contentPart>
          </mc:Choice>
          <mc:Fallback>
            <p:pic>
              <p:nvPicPr>
                <p:cNvPr id="42" name="Ink 41">
                  <a:extLst>
                    <a:ext uri="{FF2B5EF4-FFF2-40B4-BE49-F238E27FC236}">
                      <a16:creationId xmlns:a16="http://schemas.microsoft.com/office/drawing/2014/main" id="{05D1F6C3-269A-A101-CD81-0382D0BB7D63}"/>
                    </a:ext>
                  </a:extLst>
                </p:cNvPr>
                <p:cNvPicPr/>
                <p:nvPr/>
              </p:nvPicPr>
              <p:blipFill>
                <a:blip r:embed="rId67"/>
                <a:stretch>
                  <a:fillRect/>
                </a:stretch>
              </p:blipFill>
              <p:spPr>
                <a:xfrm>
                  <a:off x="2103390" y="4205982"/>
                  <a:ext cx="8064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E280C50B-64AC-DA26-81BB-6219159D1C9B}"/>
                    </a:ext>
                  </a:extLst>
                </p14:cNvPr>
                <p14:cNvContentPartPr/>
                <p14:nvPr/>
              </p14:nvContentPartPr>
              <p14:xfrm>
                <a:off x="2293110" y="4199862"/>
                <a:ext cx="420120" cy="294120"/>
              </p14:xfrm>
            </p:contentPart>
          </mc:Choice>
          <mc:Fallback>
            <p:pic>
              <p:nvPicPr>
                <p:cNvPr id="43" name="Ink 42">
                  <a:extLst>
                    <a:ext uri="{FF2B5EF4-FFF2-40B4-BE49-F238E27FC236}">
                      <a16:creationId xmlns:a16="http://schemas.microsoft.com/office/drawing/2014/main" id="{E280C50B-64AC-DA26-81BB-6219159D1C9B}"/>
                    </a:ext>
                  </a:extLst>
                </p:cNvPr>
                <p:cNvPicPr/>
                <p:nvPr/>
              </p:nvPicPr>
              <p:blipFill>
                <a:blip r:embed="rId69"/>
                <a:stretch>
                  <a:fillRect/>
                </a:stretch>
              </p:blipFill>
              <p:spPr>
                <a:xfrm>
                  <a:off x="2284470" y="4190862"/>
                  <a:ext cx="43776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997C6383-C2D7-5586-2FB5-AF37D686E922}"/>
                    </a:ext>
                  </a:extLst>
                </p14:cNvPr>
                <p14:cNvContentPartPr/>
                <p14:nvPr/>
              </p14:nvContentPartPr>
              <p14:xfrm>
                <a:off x="2370870" y="4301742"/>
                <a:ext cx="101160" cy="142560"/>
              </p14:xfrm>
            </p:contentPart>
          </mc:Choice>
          <mc:Fallback>
            <p:pic>
              <p:nvPicPr>
                <p:cNvPr id="44" name="Ink 43">
                  <a:extLst>
                    <a:ext uri="{FF2B5EF4-FFF2-40B4-BE49-F238E27FC236}">
                      <a16:creationId xmlns:a16="http://schemas.microsoft.com/office/drawing/2014/main" id="{997C6383-C2D7-5586-2FB5-AF37D686E922}"/>
                    </a:ext>
                  </a:extLst>
                </p:cNvPr>
                <p:cNvPicPr/>
                <p:nvPr/>
              </p:nvPicPr>
              <p:blipFill>
                <a:blip r:embed="rId71"/>
                <a:stretch>
                  <a:fillRect/>
                </a:stretch>
              </p:blipFill>
              <p:spPr>
                <a:xfrm>
                  <a:off x="2362230" y="4292742"/>
                  <a:ext cx="11880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D88B1211-E02F-144B-7BB5-7FE2BEDDE83F}"/>
                    </a:ext>
                  </a:extLst>
                </p14:cNvPr>
                <p14:cNvContentPartPr/>
                <p14:nvPr/>
              </p14:nvContentPartPr>
              <p14:xfrm>
                <a:off x="2522430" y="4277982"/>
                <a:ext cx="56160" cy="146880"/>
              </p14:xfrm>
            </p:contentPart>
          </mc:Choice>
          <mc:Fallback>
            <p:pic>
              <p:nvPicPr>
                <p:cNvPr id="45" name="Ink 44">
                  <a:extLst>
                    <a:ext uri="{FF2B5EF4-FFF2-40B4-BE49-F238E27FC236}">
                      <a16:creationId xmlns:a16="http://schemas.microsoft.com/office/drawing/2014/main" id="{D88B1211-E02F-144B-7BB5-7FE2BEDDE83F}"/>
                    </a:ext>
                  </a:extLst>
                </p:cNvPr>
                <p:cNvPicPr/>
                <p:nvPr/>
              </p:nvPicPr>
              <p:blipFill>
                <a:blip r:embed="rId73"/>
                <a:stretch>
                  <a:fillRect/>
                </a:stretch>
              </p:blipFill>
              <p:spPr>
                <a:xfrm>
                  <a:off x="2513790" y="4268982"/>
                  <a:ext cx="738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567551D1-CDB6-695D-E671-8706F7B518C3}"/>
                    </a:ext>
                  </a:extLst>
                </p14:cNvPr>
                <p14:cNvContentPartPr/>
                <p14:nvPr/>
              </p14:nvContentPartPr>
              <p14:xfrm>
                <a:off x="2933910" y="4165302"/>
                <a:ext cx="323280" cy="195480"/>
              </p14:xfrm>
            </p:contentPart>
          </mc:Choice>
          <mc:Fallback>
            <p:pic>
              <p:nvPicPr>
                <p:cNvPr id="47" name="Ink 46">
                  <a:extLst>
                    <a:ext uri="{FF2B5EF4-FFF2-40B4-BE49-F238E27FC236}">
                      <a16:creationId xmlns:a16="http://schemas.microsoft.com/office/drawing/2014/main" id="{567551D1-CDB6-695D-E671-8706F7B518C3}"/>
                    </a:ext>
                  </a:extLst>
                </p:cNvPr>
                <p:cNvPicPr/>
                <p:nvPr/>
              </p:nvPicPr>
              <p:blipFill>
                <a:blip r:embed="rId75"/>
                <a:stretch>
                  <a:fillRect/>
                </a:stretch>
              </p:blipFill>
              <p:spPr>
                <a:xfrm>
                  <a:off x="2924910" y="4156662"/>
                  <a:ext cx="34092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47F0763D-0C5B-1089-B968-8BEC967DA37B}"/>
                    </a:ext>
                  </a:extLst>
                </p14:cNvPr>
                <p14:cNvContentPartPr/>
                <p14:nvPr/>
              </p14:nvContentPartPr>
              <p14:xfrm>
                <a:off x="3183030" y="4347822"/>
                <a:ext cx="161640" cy="86760"/>
              </p14:xfrm>
            </p:contentPart>
          </mc:Choice>
          <mc:Fallback>
            <p:pic>
              <p:nvPicPr>
                <p:cNvPr id="48" name="Ink 47">
                  <a:extLst>
                    <a:ext uri="{FF2B5EF4-FFF2-40B4-BE49-F238E27FC236}">
                      <a16:creationId xmlns:a16="http://schemas.microsoft.com/office/drawing/2014/main" id="{47F0763D-0C5B-1089-B968-8BEC967DA37B}"/>
                    </a:ext>
                  </a:extLst>
                </p:cNvPr>
                <p:cNvPicPr/>
                <p:nvPr/>
              </p:nvPicPr>
              <p:blipFill>
                <a:blip r:embed="rId77"/>
                <a:stretch>
                  <a:fillRect/>
                </a:stretch>
              </p:blipFill>
              <p:spPr>
                <a:xfrm>
                  <a:off x="3174030" y="4338822"/>
                  <a:ext cx="1792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6EA665E4-A8B2-1874-718D-34AD9A3A7986}"/>
                    </a:ext>
                  </a:extLst>
                </p14:cNvPr>
                <p14:cNvContentPartPr/>
                <p14:nvPr/>
              </p14:nvContentPartPr>
              <p14:xfrm>
                <a:off x="2903310" y="4488582"/>
                <a:ext cx="104040" cy="127800"/>
              </p14:xfrm>
            </p:contentPart>
          </mc:Choice>
          <mc:Fallback>
            <p:pic>
              <p:nvPicPr>
                <p:cNvPr id="49" name="Ink 48">
                  <a:extLst>
                    <a:ext uri="{FF2B5EF4-FFF2-40B4-BE49-F238E27FC236}">
                      <a16:creationId xmlns:a16="http://schemas.microsoft.com/office/drawing/2014/main" id="{6EA665E4-A8B2-1874-718D-34AD9A3A7986}"/>
                    </a:ext>
                  </a:extLst>
                </p:cNvPr>
                <p:cNvPicPr/>
                <p:nvPr/>
              </p:nvPicPr>
              <p:blipFill>
                <a:blip r:embed="rId79"/>
                <a:stretch>
                  <a:fillRect/>
                </a:stretch>
              </p:blipFill>
              <p:spPr>
                <a:xfrm>
                  <a:off x="2894310" y="4479942"/>
                  <a:ext cx="1216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FDF5952D-E826-4046-566D-76C0E5B5D5BA}"/>
                    </a:ext>
                  </a:extLst>
                </p14:cNvPr>
                <p14:cNvContentPartPr/>
                <p14:nvPr/>
              </p14:nvContentPartPr>
              <p14:xfrm>
                <a:off x="2977110" y="4513062"/>
                <a:ext cx="383040" cy="148320"/>
              </p14:xfrm>
            </p:contentPart>
          </mc:Choice>
          <mc:Fallback>
            <p:pic>
              <p:nvPicPr>
                <p:cNvPr id="50" name="Ink 49">
                  <a:extLst>
                    <a:ext uri="{FF2B5EF4-FFF2-40B4-BE49-F238E27FC236}">
                      <a16:creationId xmlns:a16="http://schemas.microsoft.com/office/drawing/2014/main" id="{FDF5952D-E826-4046-566D-76C0E5B5D5BA}"/>
                    </a:ext>
                  </a:extLst>
                </p:cNvPr>
                <p:cNvPicPr/>
                <p:nvPr/>
              </p:nvPicPr>
              <p:blipFill>
                <a:blip r:embed="rId81"/>
                <a:stretch>
                  <a:fillRect/>
                </a:stretch>
              </p:blipFill>
              <p:spPr>
                <a:xfrm>
                  <a:off x="2968110" y="4504062"/>
                  <a:ext cx="400680" cy="165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2">
            <p14:nvContentPartPr>
              <p14:cNvPr id="55" name="Ink 54">
                <a:extLst>
                  <a:ext uri="{FF2B5EF4-FFF2-40B4-BE49-F238E27FC236}">
                    <a16:creationId xmlns:a16="http://schemas.microsoft.com/office/drawing/2014/main" id="{8BE27A9A-2411-4B0E-AF61-21447940799C}"/>
                  </a:ext>
                </a:extLst>
              </p14:cNvPr>
              <p14:cNvContentPartPr/>
              <p14:nvPr/>
            </p14:nvContentPartPr>
            <p14:xfrm>
              <a:off x="5505750" y="3156582"/>
              <a:ext cx="29520" cy="192600"/>
            </p14:xfrm>
          </p:contentPart>
        </mc:Choice>
        <mc:Fallback>
          <p:pic>
            <p:nvPicPr>
              <p:cNvPr id="55" name="Ink 54">
                <a:extLst>
                  <a:ext uri="{FF2B5EF4-FFF2-40B4-BE49-F238E27FC236}">
                    <a16:creationId xmlns:a16="http://schemas.microsoft.com/office/drawing/2014/main" id="{8BE27A9A-2411-4B0E-AF61-21447940799C}"/>
                  </a:ext>
                </a:extLst>
              </p:cNvPr>
              <p:cNvPicPr/>
              <p:nvPr/>
            </p:nvPicPr>
            <p:blipFill>
              <a:blip r:embed="rId83"/>
              <a:stretch>
                <a:fillRect/>
              </a:stretch>
            </p:blipFill>
            <p:spPr>
              <a:xfrm>
                <a:off x="5497110" y="3147942"/>
                <a:ext cx="4716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6" name="Ink 55">
                <a:extLst>
                  <a:ext uri="{FF2B5EF4-FFF2-40B4-BE49-F238E27FC236}">
                    <a16:creationId xmlns:a16="http://schemas.microsoft.com/office/drawing/2014/main" id="{12C131E0-4D19-F58A-BA6B-C88895B389FF}"/>
                  </a:ext>
                </a:extLst>
              </p14:cNvPr>
              <p14:cNvContentPartPr/>
              <p14:nvPr/>
            </p14:nvContentPartPr>
            <p14:xfrm>
              <a:off x="5477670" y="3662382"/>
              <a:ext cx="24480" cy="201240"/>
            </p14:xfrm>
          </p:contentPart>
        </mc:Choice>
        <mc:Fallback>
          <p:pic>
            <p:nvPicPr>
              <p:cNvPr id="56" name="Ink 55">
                <a:extLst>
                  <a:ext uri="{FF2B5EF4-FFF2-40B4-BE49-F238E27FC236}">
                    <a16:creationId xmlns:a16="http://schemas.microsoft.com/office/drawing/2014/main" id="{12C131E0-4D19-F58A-BA6B-C88895B389FF}"/>
                  </a:ext>
                </a:extLst>
              </p:cNvPr>
              <p:cNvPicPr/>
              <p:nvPr/>
            </p:nvPicPr>
            <p:blipFill>
              <a:blip r:embed="rId85"/>
              <a:stretch>
                <a:fillRect/>
              </a:stretch>
            </p:blipFill>
            <p:spPr>
              <a:xfrm>
                <a:off x="5468670" y="3653382"/>
                <a:ext cx="42120" cy="218880"/>
              </a:xfrm>
              <a:prstGeom prst="rect">
                <a:avLst/>
              </a:prstGeom>
            </p:spPr>
          </p:pic>
        </mc:Fallback>
      </mc:AlternateContent>
    </p:spTree>
    <p:extLst>
      <p:ext uri="{BB962C8B-B14F-4D97-AF65-F5344CB8AC3E}">
        <p14:creationId xmlns:p14="http://schemas.microsoft.com/office/powerpoint/2010/main" val="4195789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4FCF-43E1-961B-AF74-A46FD8CC45C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206C14-6F7A-F1D4-B421-FE1461DD5F9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5825250F-229D-D126-E4CC-0ADC2A67E3E5}"/>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13</a:t>
            </a:fld>
            <a:endParaRPr lang="en-US" dirty="0"/>
          </a:p>
        </p:txBody>
      </p:sp>
      <p:sp>
        <p:nvSpPr>
          <p:cNvPr id="5" name="Title 4">
            <a:extLst>
              <a:ext uri="{FF2B5EF4-FFF2-40B4-BE49-F238E27FC236}">
                <a16:creationId xmlns:a16="http://schemas.microsoft.com/office/drawing/2014/main" id="{3990734A-A02A-1C95-3EED-C64AFA5A1CDF}"/>
              </a:ext>
            </a:extLst>
          </p:cNvPr>
          <p:cNvSpPr>
            <a:spLocks noGrp="1"/>
          </p:cNvSpPr>
          <p:nvPr>
            <p:ph type="title"/>
          </p:nvPr>
        </p:nvSpPr>
        <p:spPr>
          <a:xfrm>
            <a:off x="76200" y="133350"/>
            <a:ext cx="8229600" cy="533401"/>
          </a:xfrm>
        </p:spPr>
        <p:txBody>
          <a:bodyPr/>
          <a:lstStyle/>
          <a:p>
            <a:r>
              <a:rPr lang="en-US" sz="2400" dirty="0"/>
              <a:t>Why Use Cloud Functions in SAP Build Apps?</a:t>
            </a:r>
            <a:endParaRPr lang="en-IN" sz="3600" dirty="0">
              <a:latin typeface="Cooper Black" panose="0208090404030B020404" pitchFamily="18" charset="0"/>
            </a:endParaRPr>
          </a:p>
        </p:txBody>
      </p:sp>
      <p:graphicFrame>
        <p:nvGraphicFramePr>
          <p:cNvPr id="6" name="Table 5">
            <a:extLst>
              <a:ext uri="{FF2B5EF4-FFF2-40B4-BE49-F238E27FC236}">
                <a16:creationId xmlns:a16="http://schemas.microsoft.com/office/drawing/2014/main" id="{413E0B81-603B-91F7-D0DE-3C1904E11FDB}"/>
              </a:ext>
            </a:extLst>
          </p:cNvPr>
          <p:cNvGraphicFramePr>
            <a:graphicFrameLocks noGrp="1"/>
          </p:cNvGraphicFramePr>
          <p:nvPr/>
        </p:nvGraphicFramePr>
        <p:xfrm>
          <a:off x="228600" y="971550"/>
          <a:ext cx="6792516" cy="3653232"/>
        </p:xfrm>
        <a:graphic>
          <a:graphicData uri="http://schemas.openxmlformats.org/drawingml/2006/table">
            <a:tbl>
              <a:tblPr>
                <a:tableStyleId>{69C7853C-536D-4A76-A0AE-DD22124D55A5}</a:tableStyleId>
              </a:tblPr>
              <a:tblGrid>
                <a:gridCol w="3396258">
                  <a:extLst>
                    <a:ext uri="{9D8B030D-6E8A-4147-A177-3AD203B41FA5}">
                      <a16:colId xmlns:a16="http://schemas.microsoft.com/office/drawing/2014/main" val="248604668"/>
                    </a:ext>
                  </a:extLst>
                </a:gridCol>
                <a:gridCol w="3396258">
                  <a:extLst>
                    <a:ext uri="{9D8B030D-6E8A-4147-A177-3AD203B41FA5}">
                      <a16:colId xmlns:a16="http://schemas.microsoft.com/office/drawing/2014/main" val="3504349648"/>
                    </a:ext>
                  </a:extLst>
                </a:gridCol>
              </a:tblGrid>
              <a:tr h="301890">
                <a:tc>
                  <a:txBody>
                    <a:bodyPr/>
                    <a:lstStyle/>
                    <a:p>
                      <a:r>
                        <a:rPr lang="en-IN" sz="1500" dirty="0"/>
                        <a:t>Purpose</a:t>
                      </a:r>
                    </a:p>
                  </a:txBody>
                  <a:tcPr marL="75472" marR="75472" marT="37736" marB="37736" anchor="ctr"/>
                </a:tc>
                <a:tc>
                  <a:txBody>
                    <a:bodyPr/>
                    <a:lstStyle/>
                    <a:p>
                      <a:r>
                        <a:rPr lang="en-IN" sz="1500"/>
                        <a:t>Why It's Useful</a:t>
                      </a:r>
                    </a:p>
                  </a:txBody>
                  <a:tcPr marL="75472" marR="75472" marT="37736" marB="37736" anchor="ctr"/>
                </a:tc>
                <a:extLst>
                  <a:ext uri="{0D108BD9-81ED-4DB2-BD59-A6C34878D82A}">
                    <a16:rowId xmlns:a16="http://schemas.microsoft.com/office/drawing/2014/main" val="3143588995"/>
                  </a:ext>
                </a:extLst>
              </a:tr>
              <a:tr h="754724">
                <a:tc>
                  <a:txBody>
                    <a:bodyPr/>
                    <a:lstStyle/>
                    <a:p>
                      <a:r>
                        <a:rPr lang="en-IN" sz="1500" b="1"/>
                        <a:t>Custom Business Logic</a:t>
                      </a:r>
                      <a:endParaRPr lang="en-IN" sz="1500"/>
                    </a:p>
                  </a:txBody>
                  <a:tcPr marL="75472" marR="75472" marT="37736" marB="37736" anchor="ctr"/>
                </a:tc>
                <a:tc>
                  <a:txBody>
                    <a:bodyPr/>
                    <a:lstStyle/>
                    <a:p>
                      <a:r>
                        <a:rPr lang="en-US" sz="1500"/>
                        <a:t>Write backend code that can't be done in visual tools (e.g. complex calculations, data transformation).</a:t>
                      </a:r>
                    </a:p>
                  </a:txBody>
                  <a:tcPr marL="75472" marR="75472" marT="37736" marB="37736" anchor="ctr"/>
                </a:tc>
                <a:extLst>
                  <a:ext uri="{0D108BD9-81ED-4DB2-BD59-A6C34878D82A}">
                    <a16:rowId xmlns:a16="http://schemas.microsoft.com/office/drawing/2014/main" val="2993724469"/>
                  </a:ext>
                </a:extLst>
              </a:tr>
              <a:tr h="528307">
                <a:tc>
                  <a:txBody>
                    <a:bodyPr/>
                    <a:lstStyle/>
                    <a:p>
                      <a:r>
                        <a:rPr lang="en-IN" sz="1500" b="1"/>
                        <a:t>Serverless &amp; Scalable</a:t>
                      </a:r>
                      <a:endParaRPr lang="en-IN" sz="1500"/>
                    </a:p>
                  </a:txBody>
                  <a:tcPr marL="75472" marR="75472" marT="37736" marB="37736" anchor="ctr"/>
                </a:tc>
                <a:tc>
                  <a:txBody>
                    <a:bodyPr/>
                    <a:lstStyle/>
                    <a:p>
                      <a:r>
                        <a:rPr lang="en-US" sz="1500"/>
                        <a:t>You don’t manage infrastructure. It scales automatically based on usage.</a:t>
                      </a:r>
                    </a:p>
                  </a:txBody>
                  <a:tcPr marL="75472" marR="75472" marT="37736" marB="37736" anchor="ctr"/>
                </a:tc>
                <a:extLst>
                  <a:ext uri="{0D108BD9-81ED-4DB2-BD59-A6C34878D82A}">
                    <a16:rowId xmlns:a16="http://schemas.microsoft.com/office/drawing/2014/main" val="889013067"/>
                  </a:ext>
                </a:extLst>
              </a:tr>
              <a:tr h="754724">
                <a:tc>
                  <a:txBody>
                    <a:bodyPr/>
                    <a:lstStyle/>
                    <a:p>
                      <a:r>
                        <a:rPr lang="en-IN" sz="1500" b="1"/>
                        <a:t>Integration</a:t>
                      </a:r>
                      <a:endParaRPr lang="en-IN" sz="1500"/>
                    </a:p>
                  </a:txBody>
                  <a:tcPr marL="75472" marR="75472" marT="37736" marB="37736" anchor="ctr"/>
                </a:tc>
                <a:tc>
                  <a:txBody>
                    <a:bodyPr/>
                    <a:lstStyle/>
                    <a:p>
                      <a:r>
                        <a:rPr lang="en-US" sz="1500"/>
                        <a:t>Connect SAP Build Apps with SAP services (S/4HANA, SuccessFactors, etc.) or third-party APIs.</a:t>
                      </a:r>
                    </a:p>
                  </a:txBody>
                  <a:tcPr marL="75472" marR="75472" marT="37736" marB="37736" anchor="ctr"/>
                </a:tc>
                <a:extLst>
                  <a:ext uri="{0D108BD9-81ED-4DB2-BD59-A6C34878D82A}">
                    <a16:rowId xmlns:a16="http://schemas.microsoft.com/office/drawing/2014/main" val="327631786"/>
                  </a:ext>
                </a:extLst>
              </a:tr>
              <a:tr h="528307">
                <a:tc>
                  <a:txBody>
                    <a:bodyPr/>
                    <a:lstStyle/>
                    <a:p>
                      <a:r>
                        <a:rPr lang="en-IN" sz="1500" b="1"/>
                        <a:t>Event-Driven</a:t>
                      </a:r>
                      <a:endParaRPr lang="en-IN" sz="1500"/>
                    </a:p>
                  </a:txBody>
                  <a:tcPr marL="75472" marR="75472" marT="37736" marB="37736" anchor="ctr"/>
                </a:tc>
                <a:tc>
                  <a:txBody>
                    <a:bodyPr/>
                    <a:lstStyle/>
                    <a:p>
                      <a:r>
                        <a:rPr lang="en-US" sz="1500"/>
                        <a:t>React to business events (like new sales orders) using Event Mesh or Kyma.</a:t>
                      </a:r>
                    </a:p>
                  </a:txBody>
                  <a:tcPr marL="75472" marR="75472" marT="37736" marB="37736" anchor="ctr"/>
                </a:tc>
                <a:extLst>
                  <a:ext uri="{0D108BD9-81ED-4DB2-BD59-A6C34878D82A}">
                    <a16:rowId xmlns:a16="http://schemas.microsoft.com/office/drawing/2014/main" val="844880145"/>
                  </a:ext>
                </a:extLst>
              </a:tr>
              <a:tr h="754724">
                <a:tc>
                  <a:txBody>
                    <a:bodyPr/>
                    <a:lstStyle/>
                    <a:p>
                      <a:r>
                        <a:rPr lang="en-IN" sz="1500" b="1"/>
                        <a:t>Security</a:t>
                      </a:r>
                      <a:endParaRPr lang="en-IN" sz="1500"/>
                    </a:p>
                  </a:txBody>
                  <a:tcPr marL="75472" marR="75472" marT="37736" marB="37736" anchor="ctr"/>
                </a:tc>
                <a:tc>
                  <a:txBody>
                    <a:bodyPr/>
                    <a:lstStyle/>
                    <a:p>
                      <a:r>
                        <a:rPr lang="en-US" sz="1500" dirty="0"/>
                        <a:t>Functions run in a secure SAP BTP environment, often integrated with SAP Identity services.</a:t>
                      </a:r>
                    </a:p>
                  </a:txBody>
                  <a:tcPr marL="75472" marR="75472" marT="37736" marB="37736" anchor="ctr"/>
                </a:tc>
                <a:extLst>
                  <a:ext uri="{0D108BD9-81ED-4DB2-BD59-A6C34878D82A}">
                    <a16:rowId xmlns:a16="http://schemas.microsoft.com/office/drawing/2014/main" val="3107097101"/>
                  </a:ext>
                </a:extLst>
              </a:tr>
            </a:tbl>
          </a:graphicData>
        </a:graphic>
      </p:graphicFrame>
    </p:spTree>
    <p:extLst>
      <p:ext uri="{BB962C8B-B14F-4D97-AF65-F5344CB8AC3E}">
        <p14:creationId xmlns:p14="http://schemas.microsoft.com/office/powerpoint/2010/main" val="179181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A8D8C-6325-97C6-EF85-E4D7708C44F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BE73EE7-1DBA-DA05-A4E9-2D9081D176C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23D022D9-EB87-3238-01DE-F8F05E45CC57}"/>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14</a:t>
            </a:fld>
            <a:endParaRPr lang="en-US" dirty="0"/>
          </a:p>
        </p:txBody>
      </p:sp>
      <p:sp>
        <p:nvSpPr>
          <p:cNvPr id="5" name="Title 4">
            <a:extLst>
              <a:ext uri="{FF2B5EF4-FFF2-40B4-BE49-F238E27FC236}">
                <a16:creationId xmlns:a16="http://schemas.microsoft.com/office/drawing/2014/main" id="{AC725F95-9CA3-974D-6009-D2C73393D3F3}"/>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JS Flow Functions</a:t>
            </a:r>
          </a:p>
        </p:txBody>
      </p:sp>
      <p:sp>
        <p:nvSpPr>
          <p:cNvPr id="2" name="TextBox 1">
            <a:extLst>
              <a:ext uri="{FF2B5EF4-FFF2-40B4-BE49-F238E27FC236}">
                <a16:creationId xmlns:a16="http://schemas.microsoft.com/office/drawing/2014/main" id="{ACD8D61F-BEDF-F7C7-D43D-4C0F6DDD5E80}"/>
              </a:ext>
            </a:extLst>
          </p:cNvPr>
          <p:cNvSpPr txBox="1"/>
          <p:nvPr/>
        </p:nvSpPr>
        <p:spPr>
          <a:xfrm>
            <a:off x="152400" y="971549"/>
            <a:ext cx="8839200" cy="4069557"/>
          </a:xfrm>
          <a:prstGeom prst="rect">
            <a:avLst/>
          </a:prstGeom>
        </p:spPr>
        <p:txBody>
          <a:bodyPr vert="horz" lIns="91440" tIns="45720" rIns="91440" bIns="45720" rtlCol="0">
            <a:normAutofit lnSpcReduction="10000"/>
          </a:bodyPr>
          <a:lstStyle/>
          <a:p>
            <a:pPr>
              <a:spcBef>
                <a:spcPct val="20000"/>
              </a:spcBef>
              <a:buFont typeface="Arial" pitchFamily="34" charset="0"/>
            </a:pPr>
            <a:r>
              <a:rPr lang="en-US" sz="1400" b="0" i="0" dirty="0">
                <a:effectLst/>
              </a:rPr>
              <a:t>In SAP Build Apps, the JavaScript (JS) flow function is used to execute custom JavaScript code as part of your app’s logic. It’s a powerful tool for cases where built-in flow functions or visual logic alone are not enough to achieve the desired functionality.</a:t>
            </a:r>
          </a:p>
          <a:p>
            <a:pPr>
              <a:spcBef>
                <a:spcPct val="20000"/>
              </a:spcBef>
              <a:buFont typeface="Arial" pitchFamily="34" charset="0"/>
            </a:pPr>
            <a:r>
              <a:rPr lang="en-US" sz="1400" b="0" i="0" dirty="0">
                <a:effectLst/>
              </a:rPr>
              <a:t>Main Uses of the JS Flow Function:</a:t>
            </a:r>
          </a:p>
          <a:p>
            <a:pPr>
              <a:spcBef>
                <a:spcPct val="20000"/>
              </a:spcBef>
              <a:buFont typeface="Arial" pitchFamily="34" charset="0"/>
            </a:pPr>
            <a:endParaRPr lang="en-US" sz="1400" b="0" i="0" dirty="0">
              <a:effectLst/>
            </a:endParaRPr>
          </a:p>
          <a:p>
            <a:pPr>
              <a:spcBef>
                <a:spcPct val="20000"/>
              </a:spcBef>
            </a:pPr>
            <a:r>
              <a:rPr lang="en-US" sz="1400" b="0" i="0" dirty="0">
                <a:effectLst/>
              </a:rPr>
              <a:t>1.	</a:t>
            </a:r>
            <a:r>
              <a:rPr lang="en-US" sz="1400" b="1" i="0" dirty="0">
                <a:effectLst/>
              </a:rPr>
              <a:t>Custom Calculations or Logic:</a:t>
            </a:r>
          </a:p>
          <a:p>
            <a:pPr>
              <a:spcBef>
                <a:spcPct val="20000"/>
              </a:spcBef>
            </a:pPr>
            <a:r>
              <a:rPr lang="en-US" sz="1400" b="0" i="0" dirty="0">
                <a:effectLst/>
              </a:rPr>
              <a:t>o	Perform operations that require complex math, string manipulation, or conditional logic not available in standard flow functions.</a:t>
            </a:r>
          </a:p>
          <a:p>
            <a:pPr>
              <a:spcBef>
                <a:spcPct val="20000"/>
              </a:spcBef>
            </a:pPr>
            <a:r>
              <a:rPr lang="en-US" sz="1400" b="0" i="0" dirty="0">
                <a:effectLst/>
              </a:rPr>
              <a:t>2.	</a:t>
            </a:r>
            <a:r>
              <a:rPr lang="en-US" sz="1400" b="1" i="0" dirty="0">
                <a:effectLst/>
              </a:rPr>
              <a:t>Data Transformation:</a:t>
            </a:r>
          </a:p>
          <a:p>
            <a:pPr>
              <a:spcBef>
                <a:spcPct val="20000"/>
              </a:spcBef>
            </a:pPr>
            <a:r>
              <a:rPr lang="en-US" sz="1400" b="0" i="0" dirty="0">
                <a:effectLst/>
              </a:rPr>
              <a:t>o	Transform data formats (e.g., converting arrays to objects, filtering lists, formatting dates) before displaying them or sending to a backend.</a:t>
            </a:r>
          </a:p>
          <a:p>
            <a:pPr>
              <a:spcBef>
                <a:spcPct val="20000"/>
              </a:spcBef>
            </a:pPr>
            <a:r>
              <a:rPr lang="en-US" sz="1400" b="0" i="0" dirty="0">
                <a:effectLst/>
              </a:rPr>
              <a:t>3.	</a:t>
            </a:r>
            <a:r>
              <a:rPr lang="en-US" sz="1400" b="1" i="0" dirty="0">
                <a:effectLst/>
              </a:rPr>
              <a:t>Reusable Logic:</a:t>
            </a:r>
          </a:p>
          <a:p>
            <a:pPr>
              <a:spcBef>
                <a:spcPct val="20000"/>
              </a:spcBef>
            </a:pPr>
            <a:r>
              <a:rPr lang="en-US" sz="1400" b="0" i="0" dirty="0">
                <a:effectLst/>
              </a:rPr>
              <a:t>o	Centralize and reuse logic across different parts of the app, especially if multiple components need similar processing.</a:t>
            </a:r>
          </a:p>
          <a:p>
            <a:pPr>
              <a:spcBef>
                <a:spcPct val="20000"/>
              </a:spcBef>
            </a:pPr>
            <a:r>
              <a:rPr lang="en-US" sz="1400" b="0" i="0" dirty="0">
                <a:effectLst/>
              </a:rPr>
              <a:t>4.	</a:t>
            </a:r>
            <a:r>
              <a:rPr lang="en-US" sz="1400" b="1" i="0" dirty="0">
                <a:effectLst/>
              </a:rPr>
              <a:t>Workarounds or Extensions:</a:t>
            </a:r>
          </a:p>
          <a:p>
            <a:pPr>
              <a:spcBef>
                <a:spcPct val="20000"/>
              </a:spcBef>
            </a:pPr>
            <a:r>
              <a:rPr lang="en-US" sz="1400" b="0" i="0" dirty="0">
                <a:effectLst/>
              </a:rPr>
              <a:t>o	Fill functionality gaps in SAP Build Apps by writing custom logic when something isn’t natively supported yet.</a:t>
            </a:r>
          </a:p>
        </p:txBody>
      </p:sp>
    </p:spTree>
    <p:extLst>
      <p:ext uri="{BB962C8B-B14F-4D97-AF65-F5344CB8AC3E}">
        <p14:creationId xmlns:p14="http://schemas.microsoft.com/office/powerpoint/2010/main" val="813096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B737C-7A10-CC20-688C-9AA632EA269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2DE0FF1-306B-F2A4-7D36-D74D16C5AB34}"/>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5BB612B9-59B1-5397-2A7C-DE462AAD66B2}"/>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15</a:t>
            </a:fld>
            <a:endParaRPr lang="en-US" dirty="0"/>
          </a:p>
        </p:txBody>
      </p:sp>
      <p:sp>
        <p:nvSpPr>
          <p:cNvPr id="5" name="Title 4">
            <a:extLst>
              <a:ext uri="{FF2B5EF4-FFF2-40B4-BE49-F238E27FC236}">
                <a16:creationId xmlns:a16="http://schemas.microsoft.com/office/drawing/2014/main" id="{0B56354B-8B77-9DBA-FD26-1DFE445A9CF3}"/>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Some Rules of using JS</a:t>
            </a:r>
          </a:p>
        </p:txBody>
      </p:sp>
      <p:sp>
        <p:nvSpPr>
          <p:cNvPr id="2" name="TextBox 1">
            <a:extLst>
              <a:ext uri="{FF2B5EF4-FFF2-40B4-BE49-F238E27FC236}">
                <a16:creationId xmlns:a16="http://schemas.microsoft.com/office/drawing/2014/main" id="{E63E73B3-F70F-7B31-9BD6-ED180CD1C30B}"/>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	The function must always return an object: return { ... }.</a:t>
            </a:r>
          </a:p>
          <a:p>
            <a:pPr>
              <a:spcBef>
                <a:spcPct val="20000"/>
              </a:spcBef>
              <a:buFont typeface="Arial" pitchFamily="34" charset="0"/>
            </a:pPr>
            <a:r>
              <a:rPr lang="en-US" sz="1400" b="0" i="0" dirty="0">
                <a:effectLst/>
              </a:rPr>
              <a:t>•	You define input parameters and output values via the function settings.</a:t>
            </a:r>
          </a:p>
          <a:p>
            <a:pPr>
              <a:spcBef>
                <a:spcPct val="20000"/>
              </a:spcBef>
              <a:buFont typeface="Arial" pitchFamily="34" charset="0"/>
            </a:pPr>
            <a:r>
              <a:rPr lang="en-US" sz="1400" b="0" i="0" dirty="0">
                <a:effectLst/>
              </a:rPr>
              <a:t>•	It runs synchronously and should not use async or await (use REST API flows for async calls).</a:t>
            </a:r>
          </a:p>
        </p:txBody>
      </p:sp>
    </p:spTree>
    <p:extLst>
      <p:ext uri="{BB962C8B-B14F-4D97-AF65-F5344CB8AC3E}">
        <p14:creationId xmlns:p14="http://schemas.microsoft.com/office/powerpoint/2010/main" val="1814851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5D2C93-0120-CCFC-9609-5065A85D5191}"/>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C7B24C2-E0A7-CEBF-F7A8-383001851AF8}"/>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Title 3">
            <a:extLst>
              <a:ext uri="{FF2B5EF4-FFF2-40B4-BE49-F238E27FC236}">
                <a16:creationId xmlns:a16="http://schemas.microsoft.com/office/drawing/2014/main" id="{3926B177-165E-9165-72C4-FD0C520A2E18}"/>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B080056-AF3B-2DD1-1233-CD37BCC6426B}"/>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Tree>
    <p:extLst>
      <p:ext uri="{BB962C8B-B14F-4D97-AF65-F5344CB8AC3E}">
        <p14:creationId xmlns:p14="http://schemas.microsoft.com/office/powerpoint/2010/main" val="72087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dirty="0">
                <a:solidFill>
                  <a:srgbClr val="75C042"/>
                </a:solidFill>
                <a:latin typeface="Segoe UI" panose="020B0502040204020203" pitchFamily="34" charset="0"/>
                <a:ea typeface="Calibri Light" charset="0"/>
                <a:cs typeface="Segoe UI" panose="020B0502040204020203" pitchFamily="34" charset="0"/>
              </a:rPr>
              <a:t>Day 26</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2884</TotalTime>
  <Words>1243</Words>
  <Application>Microsoft Office PowerPoint</Application>
  <PresentationFormat>On-screen Show (16:9)</PresentationFormat>
  <Paragraphs>164</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72</vt:lpstr>
      <vt:lpstr>Arial</vt:lpstr>
      <vt:lpstr>Calibri</vt:lpstr>
      <vt:lpstr>Cambria</vt:lpstr>
      <vt:lpstr>Cooper Black</vt:lpstr>
      <vt:lpstr>Segoe UI</vt:lpstr>
      <vt:lpstr>Segoe UI Light</vt:lpstr>
      <vt:lpstr>Office Theme</vt:lpstr>
      <vt:lpstr>SAP Build Training for Corporate Professionals</vt:lpstr>
      <vt:lpstr>PowerPoint Presentation</vt:lpstr>
      <vt:lpstr>Agenda</vt:lpstr>
      <vt:lpstr>PowerPoint Presentation</vt:lpstr>
      <vt:lpstr>SAP Mobile Service</vt:lpstr>
      <vt:lpstr>Usage in context of mobile service</vt:lpstr>
      <vt:lpstr>Enabling SAP Mobile Service for Build Apps</vt:lpstr>
      <vt:lpstr>Dependency between MS and Build Apps</vt:lpstr>
      <vt:lpstr>PowerPoint Presentation</vt:lpstr>
      <vt:lpstr>Certification</vt:lpstr>
      <vt:lpstr>SAP Build Cloud Functions</vt:lpstr>
      <vt:lpstr>PowerPoint Presentation</vt:lpstr>
      <vt:lpstr>Why Use Cloud Functions in SAP Build Apps?</vt:lpstr>
      <vt:lpstr>JS Flow Functions</vt:lpstr>
      <vt:lpstr>Some Rules of using JS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160</cp:revision>
  <dcterms:created xsi:type="dcterms:W3CDTF">2013-12-05T19:37:13Z</dcterms:created>
  <dcterms:modified xsi:type="dcterms:W3CDTF">2025-08-21T05:36:34Z</dcterms:modified>
</cp:coreProperties>
</file>