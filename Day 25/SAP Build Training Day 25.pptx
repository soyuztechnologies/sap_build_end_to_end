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Override1.xml" ContentType="application/vnd.openxmlformats-officedocument.themeOverride+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ink/ink15.xml" ContentType="application/inkml+xml"/>
  <Override PartName="/ppt/ink/ink16.xml" ContentType="application/inkml+xml"/>
  <Override PartName="/ppt/ink/ink17.xml" ContentType="application/inkml+xml"/>
  <Override PartName="/ppt/ink/ink18.xml" ContentType="application/inkml+xml"/>
  <Override PartName="/ppt/ink/ink19.xml" ContentType="application/inkml+xml"/>
  <Override PartName="/ppt/ink/ink20.xml" ContentType="application/inkml+xml"/>
  <Override PartName="/ppt/ink/ink21.xml" ContentType="application/inkml+xml"/>
  <Override PartName="/ppt/ink/ink22.xml" ContentType="application/inkml+xml"/>
  <Override PartName="/ppt/ink/ink23.xml" ContentType="application/inkml+xml"/>
  <Override PartName="/ppt/ink/ink24.xml" ContentType="application/inkml+xml"/>
  <Override PartName="/ppt/ink/ink25.xml" ContentType="application/inkml+xml"/>
  <Override PartName="/ppt/ink/ink26.xml" ContentType="application/inkml+xml"/>
  <Override PartName="/ppt/ink/ink27.xml" ContentType="application/inkml+xml"/>
  <Override PartName="/ppt/ink/ink28.xml" ContentType="application/inkml+xml"/>
  <Override PartName="/ppt/ink/ink29.xml" ContentType="application/inkml+xml"/>
  <Override PartName="/ppt/ink/ink30.xml" ContentType="application/inkml+xml"/>
  <Override PartName="/ppt/ink/ink31.xml" ContentType="application/inkml+xml"/>
  <Override PartName="/ppt/ink/ink32.xml" ContentType="application/inkml+xml"/>
  <Override PartName="/ppt/ink/ink33.xml" ContentType="application/inkml+xml"/>
  <Override PartName="/ppt/ink/ink34.xml" ContentType="application/inkml+xml"/>
  <Override PartName="/ppt/ink/ink35.xml" ContentType="application/inkml+xml"/>
  <Override PartName="/ppt/ink/ink36.xml" ContentType="application/inkml+xml"/>
  <Override PartName="/ppt/ink/ink37.xml" ContentType="application/inkml+xml"/>
  <Override PartName="/ppt/ink/ink38.xml" ContentType="application/inkml+xml"/>
  <Override PartName="/ppt/ink/ink39.xml" ContentType="application/inkml+xml"/>
  <Override PartName="/ppt/ink/ink40.xml" ContentType="application/inkml+xml"/>
  <Override PartName="/ppt/ink/ink41.xml" ContentType="application/inkml+xml"/>
  <Override PartName="/ppt/ink/ink42.xml" ContentType="application/inkml+xml"/>
  <Override PartName="/ppt/ink/ink43.xml" ContentType="application/inkml+xml"/>
  <Override PartName="/ppt/ink/ink44.xml" ContentType="application/inkml+xml"/>
  <Override PartName="/ppt/ink/ink45.xml" ContentType="application/inkml+xml"/>
  <Override PartName="/ppt/ink/ink46.xml" ContentType="application/inkml+xml"/>
  <Override PartName="/ppt/ink/ink47.xml" ContentType="application/inkml+xml"/>
  <Override PartName="/ppt/ink/ink48.xml" ContentType="application/inkml+xml"/>
  <Override PartName="/ppt/ink/ink49.xml" ContentType="application/inkml+xml"/>
  <Override PartName="/ppt/ink/ink50.xml" ContentType="application/inkml+xml"/>
  <Override PartName="/ppt/ink/ink51.xml" ContentType="application/inkml+xml"/>
  <Override PartName="/ppt/ink/ink52.xml" ContentType="application/inkml+xml"/>
  <Override PartName="/ppt/ink/ink53.xml" ContentType="application/inkml+xml"/>
  <Override PartName="/ppt/ink/ink54.xml" ContentType="application/inkml+xml"/>
  <Override PartName="/ppt/ink/ink55.xml" ContentType="application/inkml+xml"/>
  <Override PartName="/ppt/ink/ink56.xml" ContentType="application/inkml+xml"/>
  <Override PartName="/ppt/ink/ink57.xml" ContentType="application/inkml+xml"/>
  <Override PartName="/ppt/ink/ink58.xml" ContentType="application/inkml+xml"/>
  <Override PartName="/ppt/ink/ink59.xml" ContentType="application/inkml+xml"/>
  <Override PartName="/ppt/ink/ink60.xml" ContentType="application/inkml+xml"/>
  <Override PartName="/ppt/ink/ink61.xml" ContentType="application/inkml+xml"/>
  <Override PartName="/ppt/ink/ink62.xml" ContentType="application/inkml+xml"/>
  <Override PartName="/ppt/ink/ink63.xml" ContentType="application/inkml+xml"/>
  <Override PartName="/ppt/ink/ink64.xml" ContentType="application/inkml+xml"/>
  <Override PartName="/ppt/ink/ink65.xml" ContentType="application/inkml+xml"/>
  <Override PartName="/ppt/ink/ink66.xml" ContentType="application/inkml+xml"/>
  <Override PartName="/ppt/ink/ink67.xml" ContentType="application/inkml+xml"/>
  <Override PartName="/ppt/ink/ink68.xml" ContentType="application/inkml+xml"/>
  <Override PartName="/ppt/ink/ink69.xml" ContentType="application/inkml+xml"/>
  <Override PartName="/ppt/ink/ink70.xml" ContentType="application/inkml+xml"/>
  <Override PartName="/ppt/ink/ink71.xml" ContentType="application/inkml+xml"/>
  <Override PartName="/ppt/ink/ink72.xml" ContentType="application/inkml+xml"/>
  <Override PartName="/ppt/ink/ink73.xml" ContentType="application/inkml+xml"/>
  <Override PartName="/ppt/ink/ink74.xml" ContentType="application/inkml+xml"/>
  <Override PartName="/ppt/ink/ink75.xml" ContentType="application/inkml+xml"/>
  <Override PartName="/ppt/ink/ink76.xml" ContentType="application/inkml+xml"/>
  <Override PartName="/ppt/ink/ink77.xml" ContentType="application/inkml+xml"/>
  <Override PartName="/ppt/ink/ink78.xml" ContentType="application/inkml+xml"/>
  <Override PartName="/ppt/ink/ink79.xml" ContentType="application/inkml+xml"/>
  <Override PartName="/ppt/ink/ink80.xml" ContentType="application/inkml+xml"/>
  <Override PartName="/ppt/ink/ink81.xml" ContentType="application/inkml+xml"/>
  <Override PartName="/ppt/ink/ink82.xml" ContentType="application/inkml+xml"/>
  <Override PartName="/ppt/ink/ink83.xml" ContentType="application/inkml+xml"/>
  <Override PartName="/ppt/ink/ink84.xml" ContentType="application/inkml+xml"/>
  <Override PartName="/ppt/ink/ink85.xml" ContentType="application/inkml+xml"/>
  <Override PartName="/ppt/ink/ink86.xml" ContentType="application/inkml+xml"/>
  <Override PartName="/ppt/ink/ink87.xml" ContentType="application/inkml+xml"/>
  <Override PartName="/ppt/ink/ink88.xml" ContentType="application/inkml+xml"/>
  <Override PartName="/ppt/ink/ink89.xml" ContentType="application/inkml+xml"/>
  <Override PartName="/ppt/ink/ink90.xml" ContentType="application/inkml+xml"/>
  <Override PartName="/ppt/ink/ink91.xml" ContentType="application/inkml+xml"/>
  <Override PartName="/ppt/ink/ink92.xml" ContentType="application/inkml+xml"/>
  <Override PartName="/ppt/ink/ink93.xml" ContentType="application/inkml+xml"/>
  <Override PartName="/ppt/ink/ink94.xml" ContentType="application/inkml+xml"/>
  <Override PartName="/ppt/ink/ink95.xml" ContentType="application/inkml+xml"/>
  <Override PartName="/ppt/ink/ink96.xml" ContentType="application/inkml+xml"/>
  <Override PartName="/ppt/ink/ink97.xml" ContentType="application/inkml+xml"/>
  <Override PartName="/ppt/ink/ink98.xml" ContentType="application/inkml+xml"/>
  <Override PartName="/ppt/ink/ink99.xml" ContentType="application/inkml+xml"/>
  <Override PartName="/ppt/ink/ink100.xml" ContentType="application/inkml+xml"/>
  <Override PartName="/ppt/ink/ink101.xml" ContentType="application/inkml+xml"/>
  <Override PartName="/ppt/ink/ink102.xml" ContentType="application/inkml+xml"/>
  <Override PartName="/ppt/ink/ink103.xml" ContentType="application/inkml+xml"/>
  <Override PartName="/ppt/ink/ink104.xml" ContentType="application/inkml+xml"/>
  <Override PartName="/ppt/ink/ink105.xml" ContentType="application/inkml+xml"/>
  <Override PartName="/ppt/ink/ink106.xml" ContentType="application/inkml+xml"/>
  <Override PartName="/ppt/ink/ink107.xml" ContentType="application/inkml+xml"/>
  <Override PartName="/ppt/ink/ink108.xml" ContentType="application/inkml+xml"/>
  <Override PartName="/ppt/ink/ink109.xml" ContentType="application/inkml+xml"/>
  <Override PartName="/ppt/ink/ink110.xml" ContentType="application/inkml+xml"/>
  <Override PartName="/ppt/ink/ink111.xml" ContentType="application/inkml+xml"/>
  <Override PartName="/ppt/ink/ink112.xml" ContentType="application/inkml+xml"/>
  <Override PartName="/ppt/ink/ink113.xml" ContentType="application/inkml+xml"/>
  <Override PartName="/ppt/ink/ink114.xml" ContentType="application/inkml+xml"/>
  <Override PartName="/ppt/ink/ink115.xml" ContentType="application/inkml+xml"/>
  <Override PartName="/ppt/ink/ink116.xml" ContentType="application/inkml+xml"/>
  <Override PartName="/ppt/ink/ink117.xml" ContentType="application/inkml+xml"/>
  <Override PartName="/ppt/ink/ink118.xml" ContentType="application/inkml+xml"/>
  <Override PartName="/ppt/ink/ink119.xml" ContentType="application/inkml+xml"/>
  <Override PartName="/ppt/ink/ink120.xml" ContentType="application/inkml+xml"/>
  <Override PartName="/ppt/ink/ink121.xml" ContentType="application/inkml+xml"/>
  <Override PartName="/ppt/ink/ink122.xml" ContentType="application/inkml+xml"/>
  <Override PartName="/ppt/ink/ink123.xml" ContentType="application/inkml+xml"/>
  <Override PartName="/ppt/ink/ink124.xml" ContentType="application/inkml+xml"/>
  <Override PartName="/ppt/ink/ink125.xml" ContentType="application/inkml+xml"/>
  <Override PartName="/ppt/ink/ink126.xml" ContentType="application/inkml+xml"/>
  <Override PartName="/ppt/ink/ink127.xml" ContentType="application/inkml+xml"/>
  <Override PartName="/ppt/ink/ink128.xml" ContentType="application/inkml+xml"/>
  <Override PartName="/ppt/ink/ink129.xml" ContentType="application/inkml+xml"/>
  <Override PartName="/ppt/ink/ink130.xml" ContentType="application/inkml+xml"/>
  <Override PartName="/ppt/ink/ink131.xml" ContentType="application/inkml+xml"/>
  <Override PartName="/ppt/ink/ink132.xml" ContentType="application/inkml+xml"/>
  <Override PartName="/ppt/ink/ink133.xml" ContentType="application/inkml+xml"/>
  <Override PartName="/ppt/ink/ink134.xml" ContentType="application/inkml+xml"/>
  <Override PartName="/ppt/ink/ink135.xml" ContentType="application/inkml+xml"/>
  <Override PartName="/ppt/ink/ink136.xml" ContentType="application/inkml+xml"/>
  <Override PartName="/ppt/ink/ink137.xml" ContentType="application/inkml+xml"/>
  <Override PartName="/ppt/ink/ink138.xml" ContentType="application/inkml+xml"/>
  <Override PartName="/ppt/ink/ink139.xml" ContentType="application/inkml+xml"/>
  <Override PartName="/ppt/ink/ink140.xml" ContentType="application/inkml+xml"/>
  <Override PartName="/ppt/ink/ink141.xml" ContentType="application/inkml+xml"/>
  <Override PartName="/ppt/ink/ink142.xml" ContentType="application/inkml+xml"/>
  <Override PartName="/ppt/ink/ink143.xml" ContentType="application/inkml+xml"/>
  <Override PartName="/ppt/ink/ink144.xml" ContentType="application/inkml+xml"/>
  <Override PartName="/ppt/ink/ink145.xml" ContentType="application/inkml+xml"/>
  <Override PartName="/ppt/ink/ink146.xml" ContentType="application/inkml+xml"/>
  <Override PartName="/ppt/ink/ink147.xml" ContentType="application/inkml+xml"/>
  <Override PartName="/ppt/ink/ink148.xml" ContentType="application/inkml+xml"/>
  <Override PartName="/ppt/ink/ink149.xml" ContentType="application/inkml+xml"/>
  <Override PartName="/ppt/ink/ink150.xml" ContentType="application/inkml+xml"/>
  <Override PartName="/ppt/ink/ink151.xml" ContentType="application/inkml+xml"/>
  <Override PartName="/ppt/ink/ink152.xml" ContentType="application/inkml+xml"/>
  <Override PartName="/ppt/ink/ink153.xml" ContentType="application/inkml+xml"/>
  <Override PartName="/ppt/ink/ink154.xml" ContentType="application/inkml+xml"/>
  <Override PartName="/ppt/ink/ink155.xml" ContentType="application/inkml+xml"/>
  <Override PartName="/ppt/ink/ink156.xml" ContentType="application/inkml+xml"/>
  <Override PartName="/ppt/ink/ink157.xml" ContentType="application/inkml+xml"/>
  <Override PartName="/ppt/ink/ink158.xml" ContentType="application/inkml+xml"/>
  <Override PartName="/ppt/ink/ink159.xml" ContentType="application/inkml+xml"/>
  <Override PartName="/ppt/ink/ink160.xml" ContentType="application/inkml+xml"/>
  <Override PartName="/ppt/ink/ink161.xml" ContentType="application/inkml+xml"/>
  <Override PartName="/ppt/ink/ink162.xml" ContentType="application/inkml+xml"/>
  <Override PartName="/ppt/ink/ink163.xml" ContentType="application/inkml+xml"/>
  <Override PartName="/ppt/ink/ink164.xml" ContentType="application/inkml+xml"/>
  <Override PartName="/ppt/ink/ink165.xml" ContentType="application/inkml+xml"/>
  <Override PartName="/ppt/ink/ink166.xml" ContentType="application/inkml+xml"/>
  <Override PartName="/ppt/ink/ink167.xml" ContentType="application/inkml+xml"/>
  <Override PartName="/ppt/ink/ink168.xml" ContentType="application/inkml+xml"/>
  <Override PartName="/ppt/ink/ink169.xml" ContentType="application/inkml+xml"/>
  <Override PartName="/ppt/ink/ink170.xml" ContentType="application/inkml+xml"/>
  <Override PartName="/ppt/ink/ink171.xml" ContentType="application/inkml+xml"/>
  <Override PartName="/ppt/ink/ink172.xml" ContentType="application/inkml+xml"/>
  <Override PartName="/ppt/ink/ink173.xml" ContentType="application/inkml+xml"/>
  <Override PartName="/ppt/ink/ink174.xml" ContentType="application/inkml+xml"/>
  <Override PartName="/ppt/ink/ink175.xml" ContentType="application/inkml+xml"/>
  <Override PartName="/ppt/ink/ink176.xml" ContentType="application/inkml+xml"/>
  <Override PartName="/ppt/ink/ink177.xml" ContentType="application/inkml+xml"/>
  <Override PartName="/ppt/ink/ink178.xml" ContentType="application/inkml+xml"/>
  <Override PartName="/ppt/ink/ink179.xml" ContentType="application/inkml+xml"/>
  <Override PartName="/ppt/ink/ink180.xml" ContentType="application/inkml+xml"/>
  <Override PartName="/ppt/ink/ink181.xml" ContentType="application/inkml+xml"/>
  <Override PartName="/ppt/ink/ink182.xml" ContentType="application/inkml+xml"/>
  <Override PartName="/ppt/ink/ink183.xml" ContentType="application/inkml+xml"/>
  <Override PartName="/ppt/ink/ink184.xml" ContentType="application/inkml+xml"/>
  <Override PartName="/ppt/ink/ink185.xml" ContentType="application/inkml+xml"/>
  <Override PartName="/ppt/ink/ink186.xml" ContentType="application/inkml+xml"/>
  <Override PartName="/ppt/ink/ink187.xml" ContentType="application/inkml+xml"/>
  <Override PartName="/ppt/ink/ink188.xml" ContentType="application/inkml+xml"/>
  <Override PartName="/ppt/ink/ink189.xml" ContentType="application/inkml+xml"/>
  <Override PartName="/ppt/ink/ink190.xml" ContentType="application/inkml+xml"/>
  <Override PartName="/ppt/ink/ink191.xml" ContentType="application/inkml+xml"/>
  <Override PartName="/ppt/ink/ink192.xml" ContentType="application/inkml+xml"/>
  <Override PartName="/ppt/ink/ink193.xml" ContentType="application/inkml+xml"/>
  <Override PartName="/ppt/ink/ink194.xml" ContentType="application/inkml+xml"/>
  <Override PartName="/ppt/ink/ink195.xml" ContentType="application/inkml+xml"/>
  <Override PartName="/ppt/ink/ink196.xml" ContentType="application/inkml+xml"/>
  <Override PartName="/ppt/ink/ink197.xml" ContentType="application/inkml+xml"/>
  <Override PartName="/ppt/ink/ink198.xml" ContentType="application/inkml+xml"/>
  <Override PartName="/ppt/ink/ink199.xml" ContentType="application/inkml+xml"/>
  <Override PartName="/ppt/ink/ink200.xml" ContentType="application/inkml+xml"/>
  <Override PartName="/ppt/ink/ink201.xml" ContentType="application/inkml+xml"/>
  <Override PartName="/ppt/ink/ink202.xml" ContentType="application/inkml+xml"/>
  <Override PartName="/ppt/ink/ink203.xml" ContentType="application/inkml+xml"/>
  <Override PartName="/ppt/ink/ink204.xml" ContentType="application/inkml+xml"/>
  <Override PartName="/ppt/ink/ink205.xml" ContentType="application/inkml+xml"/>
  <Override PartName="/ppt/ink/ink206.xml" ContentType="application/inkml+xml"/>
  <Override PartName="/ppt/ink/ink207.xml" ContentType="application/inkml+xml"/>
  <Override PartName="/ppt/ink/ink208.xml" ContentType="application/inkml+xml"/>
  <Override PartName="/ppt/ink/ink209.xml" ContentType="application/inkml+xml"/>
  <Override PartName="/ppt/ink/ink210.xml" ContentType="application/inkml+xml"/>
  <Override PartName="/ppt/ink/ink211.xml" ContentType="application/inkml+xml"/>
  <Override PartName="/ppt/ink/ink212.xml" ContentType="application/inkml+xml"/>
  <Override PartName="/ppt/ink/ink213.xml" ContentType="application/inkml+xml"/>
  <Override PartName="/ppt/ink/ink214.xml" ContentType="application/inkml+xml"/>
  <Override PartName="/ppt/ink/ink215.xml" ContentType="application/inkml+xml"/>
  <Override PartName="/ppt/ink/ink216.xml" ContentType="application/inkml+xml"/>
  <Override PartName="/ppt/ink/ink217.xml" ContentType="application/inkml+xml"/>
  <Override PartName="/ppt/ink/ink218.xml" ContentType="application/inkml+xml"/>
  <Override PartName="/ppt/ink/ink219.xml" ContentType="application/inkml+xml"/>
  <Override PartName="/ppt/ink/ink220.xml" ContentType="application/inkml+xml"/>
  <Override PartName="/ppt/ink/ink221.xml" ContentType="application/inkml+xml"/>
  <Override PartName="/ppt/ink/ink222.xml" ContentType="application/inkml+xml"/>
  <Override PartName="/ppt/ink/ink223.xml" ContentType="application/inkml+xml"/>
  <Override PartName="/ppt/ink/ink224.xml" ContentType="application/inkml+xml"/>
  <Override PartName="/ppt/ink/ink225.xml" ContentType="application/inkml+xml"/>
  <Override PartName="/ppt/ink/ink226.xml" ContentType="application/inkml+xml"/>
  <Override PartName="/ppt/ink/ink227.xml" ContentType="application/inkml+xml"/>
  <Override PartName="/ppt/ink/ink228.xml" ContentType="application/inkml+xml"/>
  <Override PartName="/ppt/ink/ink229.xml" ContentType="application/inkml+xml"/>
  <Override PartName="/ppt/ink/ink230.xml" ContentType="application/inkml+xml"/>
  <Override PartName="/ppt/ink/ink231.xml" ContentType="application/inkml+xml"/>
  <Override PartName="/ppt/ink/ink232.xml" ContentType="application/inkml+xml"/>
  <Override PartName="/ppt/ink/ink233.xml" ContentType="application/inkml+xml"/>
  <Override PartName="/ppt/ink/ink234.xml" ContentType="application/inkml+xml"/>
  <Override PartName="/ppt/ink/ink235.xml" ContentType="application/inkml+xml"/>
  <Override PartName="/ppt/ink/ink236.xml" ContentType="application/inkml+xml"/>
  <Override PartName="/ppt/ink/ink237.xml" ContentType="application/inkml+xml"/>
  <Override PartName="/ppt/ink/ink238.xml" ContentType="application/inkml+xml"/>
  <Override PartName="/ppt/ink/ink239.xml" ContentType="application/inkml+xml"/>
  <Override PartName="/ppt/ink/ink240.xml" ContentType="application/inkml+xml"/>
  <Override PartName="/ppt/ink/ink241.xml" ContentType="application/inkml+xml"/>
  <Override PartName="/ppt/ink/ink242.xml" ContentType="application/inkml+xml"/>
  <Override PartName="/ppt/ink/ink243.xml" ContentType="application/inkml+xml"/>
  <Override PartName="/ppt/ink/ink244.xml" ContentType="application/inkml+xml"/>
  <Override PartName="/ppt/ink/ink245.xml" ContentType="application/inkml+xml"/>
  <Override PartName="/ppt/ink/ink246.xml" ContentType="application/inkml+xml"/>
  <Override PartName="/ppt/ink/ink247.xml" ContentType="application/inkml+xml"/>
  <Override PartName="/ppt/ink/ink248.xml" ContentType="application/inkml+xml"/>
  <Override PartName="/ppt/ink/ink249.xml" ContentType="application/inkml+xml"/>
  <Override PartName="/ppt/ink/ink250.xml" ContentType="application/inkml+xml"/>
  <Override PartName="/ppt/ink/ink251.xml" ContentType="application/inkml+xml"/>
  <Override PartName="/ppt/ink/ink252.xml" ContentType="application/inkml+xml"/>
  <Override PartName="/ppt/ink/ink253.xml" ContentType="application/inkml+xml"/>
  <Override PartName="/ppt/ink/ink254.xml" ContentType="application/inkml+xml"/>
  <Override PartName="/ppt/ink/ink255.xml" ContentType="application/inkml+xml"/>
  <Override PartName="/ppt/ink/ink256.xml" ContentType="application/inkml+xml"/>
  <Override PartName="/ppt/ink/ink257.xml" ContentType="application/inkml+xml"/>
  <Override PartName="/ppt/ink/ink258.xml" ContentType="application/inkml+xml"/>
  <Override PartName="/ppt/ink/ink259.xml" ContentType="application/inkml+xml"/>
  <Override PartName="/ppt/ink/ink260.xml" ContentType="application/inkml+xml"/>
  <Override PartName="/ppt/ink/ink261.xml" ContentType="application/inkml+xml"/>
  <Override PartName="/ppt/ink/ink262.xml" ContentType="application/inkml+xml"/>
  <Override PartName="/ppt/ink/ink263.xml" ContentType="application/inkml+xml"/>
  <Override PartName="/ppt/ink/ink264.xml" ContentType="application/inkml+xml"/>
  <Override PartName="/ppt/ink/ink265.xml" ContentType="application/inkml+xml"/>
  <Override PartName="/ppt/ink/ink266.xml" ContentType="application/inkml+xml"/>
  <Override PartName="/ppt/ink/ink267.xml" ContentType="application/inkml+xml"/>
  <Override PartName="/ppt/ink/ink268.xml" ContentType="application/inkml+xml"/>
  <Override PartName="/ppt/ink/ink269.xml" ContentType="application/inkml+xml"/>
  <Override PartName="/ppt/ink/ink270.xml" ContentType="application/inkml+xml"/>
  <Override PartName="/ppt/ink/ink271.xml" ContentType="application/inkml+xml"/>
  <Override PartName="/ppt/ink/ink272.xml" ContentType="application/inkml+xml"/>
  <Override PartName="/ppt/ink/ink273.xml" ContentType="application/inkml+xml"/>
  <Override PartName="/ppt/ink/ink274.xml" ContentType="application/inkml+xml"/>
  <Override PartName="/ppt/ink/ink275.xml" ContentType="application/inkml+xml"/>
  <Override PartName="/ppt/ink/ink276.xml" ContentType="application/inkml+xml"/>
  <Override PartName="/ppt/ink/ink277.xml" ContentType="application/inkml+xml"/>
  <Override PartName="/ppt/ink/ink278.xml" ContentType="application/inkml+xml"/>
  <Override PartName="/ppt/ink/ink279.xml" ContentType="application/inkml+xml"/>
  <Override PartName="/ppt/ink/ink280.xml" ContentType="application/inkml+xml"/>
  <Override PartName="/ppt/ink/ink281.xml" ContentType="application/inkml+xml"/>
  <Override PartName="/ppt/ink/ink282.xml" ContentType="application/inkml+xml"/>
  <Override PartName="/ppt/ink/ink283.xml" ContentType="application/inkml+xml"/>
  <Override PartName="/ppt/ink/ink284.xml" ContentType="application/inkml+xml"/>
  <Override PartName="/ppt/ink/ink285.xml" ContentType="application/inkml+xml"/>
  <Override PartName="/ppt/ink/ink286.xml" ContentType="application/inkml+xml"/>
  <Override PartName="/ppt/ink/ink287.xml" ContentType="application/inkml+xml"/>
  <Override PartName="/ppt/ink/ink288.xml" ContentType="application/inkml+xml"/>
  <Override PartName="/ppt/ink/ink289.xml" ContentType="application/inkml+xml"/>
  <Override PartName="/ppt/ink/ink290.xml" ContentType="application/inkml+xml"/>
  <Override PartName="/ppt/ink/ink291.xml" ContentType="application/inkml+xml"/>
  <Override PartName="/ppt/ink/ink292.xml" ContentType="application/inkml+xml"/>
  <Override PartName="/ppt/ink/ink293.xml" ContentType="application/inkml+xml"/>
  <Override PartName="/ppt/ink/ink294.xml" ContentType="application/inkml+xml"/>
  <Override PartName="/ppt/ink/ink295.xml" ContentType="application/inkml+xml"/>
  <Override PartName="/ppt/ink/ink296.xml" ContentType="application/inkml+xml"/>
  <Override PartName="/ppt/ink/ink297.xml" ContentType="application/inkml+xml"/>
  <Override PartName="/ppt/ink/ink298.xml" ContentType="application/inkml+xml"/>
  <Override PartName="/ppt/ink/ink299.xml" ContentType="application/inkml+xml"/>
  <Override PartName="/ppt/ink/ink300.xml" ContentType="application/inkml+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8"/>
  </p:notesMasterIdLst>
  <p:handoutMasterIdLst>
    <p:handoutMasterId r:id="rId19"/>
  </p:handoutMasterIdLst>
  <p:sldIdLst>
    <p:sldId id="256" r:id="rId2"/>
    <p:sldId id="494" r:id="rId3"/>
    <p:sldId id="265" r:id="rId4"/>
    <p:sldId id="568" r:id="rId5"/>
    <p:sldId id="567" r:id="rId6"/>
    <p:sldId id="310" r:id="rId7"/>
    <p:sldId id="531" r:id="rId8"/>
    <p:sldId id="545" r:id="rId9"/>
    <p:sldId id="547" r:id="rId10"/>
    <p:sldId id="546" r:id="rId11"/>
    <p:sldId id="548" r:id="rId12"/>
    <p:sldId id="549" r:id="rId13"/>
    <p:sldId id="537" r:id="rId14"/>
    <p:sldId id="495" r:id="rId15"/>
    <p:sldId id="496" r:id="rId16"/>
    <p:sldId id="497" r:id="rId17"/>
  </p:sldIdLst>
  <p:sldSz cx="9144000" cy="5143500" type="screen16x9"/>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E6753"/>
    <a:srgbClr val="1B4134"/>
    <a:srgbClr val="FFFFFF"/>
    <a:srgbClr val="222222"/>
    <a:srgbClr val="76B8B5"/>
    <a:srgbClr val="90B6DD"/>
    <a:srgbClr val="057CFF"/>
    <a:srgbClr val="4649D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355" autoAdjust="0"/>
    <p:restoredTop sz="96236" autoAdjust="0"/>
  </p:normalViewPr>
  <p:slideViewPr>
    <p:cSldViewPr>
      <p:cViewPr>
        <p:scale>
          <a:sx n="125" d="100"/>
          <a:sy n="125" d="100"/>
        </p:scale>
        <p:origin x="876" y="328"/>
      </p:cViewPr>
      <p:guideLst>
        <p:guide orient="horz" pos="1620"/>
        <p:guide pos="2880"/>
      </p:guideLst>
    </p:cSldViewPr>
  </p:slideViewPr>
  <p:notesTextViewPr>
    <p:cViewPr>
      <p:scale>
        <a:sx n="100" d="100"/>
        <a:sy n="100" d="100"/>
      </p:scale>
      <p:origin x="0" y="0"/>
    </p:cViewPr>
  </p:notesTextViewPr>
  <p:notesViewPr>
    <p:cSldViewPr>
      <p:cViewPr varScale="1">
        <p:scale>
          <a:sx n="67" d="100"/>
          <a:sy n="67" d="100"/>
        </p:scale>
        <p:origin x="-3186" y="-96"/>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handoutMaster" Target="handoutMasters/handout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74CD1819-8EAB-4094-BBB1-E11C3AABA846}" type="datetimeFigureOut">
              <a:rPr lang="en-US" smtClean="0"/>
              <a:t>8/19/2025</a:t>
            </a:fld>
            <a:endParaRPr lang="en-US"/>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5EA62D1B-AC76-4092-A22E-9E6DF2EB6902}" type="slidenum">
              <a:rPr lang="en-US" smtClean="0"/>
              <a:t>‹#›</a:t>
            </a:fld>
            <a:endParaRPr lang="en-US"/>
          </a:p>
        </p:txBody>
      </p:sp>
    </p:spTree>
    <p:extLst>
      <p:ext uri="{BB962C8B-B14F-4D97-AF65-F5344CB8AC3E}">
        <p14:creationId xmlns:p14="http://schemas.microsoft.com/office/powerpoint/2010/main" val="851534368"/>
      </p:ext>
    </p:extLst>
  </p:cSld>
  <p:clrMap bg1="lt1" tx1="dk1" bg2="lt2" tx2="dk2" accent1="accent1" accent2="accent2" accent3="accent3" accent4="accent4" accent5="accent5" accent6="accent6" hlink="hlink" folHlink="folHlink"/>
</p:handoutMaster>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07:11.438"/>
    </inkml:context>
    <inkml:brush xml:id="br0">
      <inkml:brushProperty name="width" value="0.05" units="cm"/>
      <inkml:brushProperty name="height" value="0.05" units="cm"/>
    </inkml:brush>
  </inkml:definitions>
  <inkml:trace contextRef="#ctx0" brushRef="#br0">0 0 24464,'0'3570'0,"8495"-3570"0,-8495-3570 0,-8495 3570 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07:18.214"/>
    </inkml:context>
    <inkml:brush xml:id="br0">
      <inkml:brushProperty name="width" value="0.05" units="cm"/>
      <inkml:brushProperty name="height" value="0.05" units="cm"/>
    </inkml:brush>
  </inkml:definitions>
  <inkml:trace contextRef="#ctx0" brushRef="#br0">0 29 24175,'8515'0'0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07:21.514"/>
    </inkml:context>
    <inkml:brush xml:id="br0">
      <inkml:brushProperty name="width" value="0.05" units="cm"/>
      <inkml:brushProperty name="height" value="0.05" units="cm"/>
    </inkml:brush>
  </inkml:definitions>
  <inkml:trace contextRef="#ctx0" brushRef="#br0">1 0 24502,'8420'106'0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07:25.517"/>
    </inkml:context>
    <inkml:brush xml:id="br0">
      <inkml:brushProperty name="width" value="0.05" units="cm"/>
      <inkml:brushProperty name="height" value="0.05" units="cm"/>
    </inkml:brush>
  </inkml:definitions>
  <inkml:trace contextRef="#ctx0" brushRef="#br0">0 36 24474,'8480'-36'0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09:09.507"/>
    </inkml:context>
    <inkml:brush xml:id="br0">
      <inkml:brushProperty name="width" value="0.05" units="cm"/>
      <inkml:brushProperty name="height" value="0.05" units="cm"/>
    </inkml:brush>
  </inkml:definitions>
  <inkml:trace contextRef="#ctx0" brushRef="#br0">24 83 24575,'-2'-2'0,"-3"-1"0,-2 1 0,0-2 0,5 0 0,7-2 0,8-1 0,11 0 0,9 0 0,6-2 0,5 2 0,1 1 0,-1 0 0,-2 1 0,-6 1 0,-8 2 0,-8 1-8191</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09:09.677"/>
    </inkml:context>
    <inkml:brush xml:id="br0">
      <inkml:brushProperty name="width" value="0.05" units="cm"/>
      <inkml:brushProperty name="height" value="0.05" units="cm"/>
    </inkml:brush>
  </inkml:definitions>
  <inkml:trace contextRef="#ctx0" brushRef="#br0">84 1 24575,'-4'0'0,"0"0"0,1 0 0,-1 0 0,0 1 0,0-1 0,0 1 0,1 0 0,-1 0 0,0 0 0,1 1 0,-1-1 0,1 1 0,0 0 0,-1 0 0,-2 3 0,3-2 0,1-1 0,0 1 0,0 0 0,0 0 0,0 0 0,1 0 0,-1 0 0,1 0 0,0 0 0,0 0 0,0 1 0,0-1 0,0 1 0,1-1 0,-1 0 0,1 1 0,0 3 0,2 41 0,9 60 0,0 11 0,-7-8-1365,-1-85-5461</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09:10.052"/>
    </inkml:context>
    <inkml:brush xml:id="br0">
      <inkml:brushProperty name="width" value="0.05" units="cm"/>
      <inkml:brushProperty name="height" value="0.05" units="cm"/>
    </inkml:brush>
  </inkml:definitions>
  <inkml:trace contextRef="#ctx0" brushRef="#br0">166 91 24575,'2'-4'0,"-1"1"0,1-1 0,-1 0 0,0 0 0,0 0 0,0 0 0,0-1 0,-1 1 0,1 0 0,-1 0 0,0 0 0,-2-8 0,2 10 0,0 1 0,-1-1 0,1 0 0,-1 1 0,1 0 0,-1-1 0,0 1 0,0-1 0,1 1 0,-1 0 0,0-1 0,0 1 0,0 0 0,-1 0 0,1 0 0,0 0 0,0 0 0,-1 0 0,1 0 0,0 0 0,-1 1 0,1-1 0,-1 0 0,1 1 0,-1-1 0,1 1 0,-1 0 0,1 0 0,-1-1 0,0 1 0,1 0 0,-1 0 0,1 0 0,-1 0 0,-1 1 0,-5 0 0,0 1 0,-1 0 0,1 1 0,1-1 0,-1 2 0,0-1 0,1 1 0,0 0 0,-9 6 0,13-8 0,-1 0 0,1 1 0,0-1 0,0 1 0,0 0 0,1-1 0,-1 1 0,0 0 0,1 1 0,0-1 0,0 0 0,0 1 0,0-1 0,1 1 0,-1 0 0,1-1 0,0 1 0,0 0 0,0 0 0,1 0 0,-1 5 0,1-7 0,0 0 0,0-1 0,0 1 0,1 0 0,-1-1 0,1 1 0,-1-1 0,1 1 0,0 0 0,0-1 0,-1 1 0,1-1 0,0 0 0,0 1 0,0-1 0,0 0 0,1 0 0,-1 1 0,0-1 0,1 0 0,1 1 0,0-1 0,0 1 0,0-2 0,0 1 0,0 0 0,0 0 0,0-1 0,0 0 0,0 1 0,0-1 0,0 0 0,4-1 0,2 0 0,0-1 0,0 0 0,0-1 0,0 0 0,-1 0 0,1-1 0,8-5 0,2-5 0,-16 11 0,0 0 0,0 0 0,1 1 0,-1-1 0,1 1 0,0 0 0,-1 0 0,5-2 0,-7 4 0,-1 1 0,1-1 0,-1 0 0,1 0 0,-1 0 0,0 0 0,1 1 0,-1-1 0,1 0 0,-1 0 0,0 1 0,1-1 0,-1 0 0,1 0 0,-1 1 0,0-1 0,0 0 0,1 1 0,-1-1 0,0 1 0,0-1 0,1 0 0,-1 1 0,0-1 0,0 1 0,0-1 0,0 1 0,0-1 0,1 1 0,-1-1 0,0 1 0,0-1 0,0 0 0,0 1 0,-1 0 0,2 22 0,-1-17 0,0 1 69,1 0-1,0 0 0,0 0 0,3 8 1,-3-13-183,0 1 0,0-1 0,0 0 0,0 0 1,0 1-1,0-1 0,1 0 0,-1 0 1,1 0-1,0 0 0,0-1 0,-1 1 1,1 0-1,4 2 0,4 1-6712</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09:10.406"/>
    </inkml:context>
    <inkml:brush xml:id="br0">
      <inkml:brushProperty name="width" value="0.05" units="cm"/>
      <inkml:brushProperty name="height" value="0.05" units="cm"/>
    </inkml:brush>
  </inkml:definitions>
  <inkml:trace contextRef="#ctx0" brushRef="#br0">44 84 24575,'-4'-13'0,"3"6"0,-1 1 0,0-1 0,0 0 0,-1 1 0,0 0 0,0 0 0,0 0 0,-1 0 0,-6-7 0,10 13 0,0-1 0,0 1 0,0 0 0,-1 0 0,1 0 0,0 0 0,0 0 0,0 0 0,-1 0 0,1 0 0,0 0 0,0 0 0,0 0 0,-1 0 0,1 0 0,0 0 0,0 0 0,0 0 0,-1 0 0,1 1 0,0-1 0,0 0 0,0 0 0,0 0 0,-1 0 0,1 0 0,0 0 0,0 0 0,0 1 0,0-1 0,0 0 0,0 0 0,-1 0 0,1 0 0,0 1 0,0-1 0,0 0 0,0 0 0,0 0 0,0 0 0,0 1 0,0-1 0,0 0 0,0 0 0,0 0 0,0 1 0,0-1 0,0 0 0,0 0 0,0 0 0,0 1 0,0-1 0,0 0 0,0 0 0,0 0 0,0 0 0,0 1 0,0-1 0,1 0 0,-1 16 0,23 116 0,-4-31 0,-6 18 0,11-190 0,-20 61 0,0 0 0,1 1 0,0 0 0,0 0 0,1 0 0,0 0 0,0 1 0,11-10 0,-15 16 0,0 0 0,0 0 0,0 0 0,1 0 0,-1 1 0,1-1 0,-1 1 0,1-1 0,-1 1 0,1 0 0,0 0 0,0 0 0,-1 1 0,1-1 0,0 1 0,0-1 0,0 1 0,0 0 0,0 0 0,0 0 0,0 0 0,-1 1 0,1-1 0,0 1 0,0 0 0,0 0 0,-1 0 0,1 0 0,0 0 0,-1 1 0,1-1 0,-1 1 0,0-1 0,4 4 0,-3-2 0,0-1 0,-1 1 0,1-1 0,-1 1 0,0 0 0,1 0 0,-1 0 0,-1 0 0,1 0 0,0 1 0,-1-1 0,1 0 0,-1 1 0,0-1 0,-1 1 0,1 0 0,0-1 0,-1 1 0,0 0 0,0-1 0,0 1 0,0 0 0,-1-1 0,1 1 0,-1-1 0,0 1 0,0-1 0,-2 7 0,0-3 0,-1-1 0,0 1 0,1 0 0,-2-1 0,1 0 0,-1 0 0,0 0 0,0-1 0,-1 1 0,0-1 0,0 0 0,-12 7 0,-16 5-1365,2-3-5461</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09:20.697"/>
    </inkml:context>
    <inkml:brush xml:id="br0">
      <inkml:brushProperty name="width" value="0.05" units="cm"/>
      <inkml:brushProperty name="height" value="0.05" units="cm"/>
    </inkml:brush>
  </inkml:definitions>
  <inkml:trace contextRef="#ctx0" brushRef="#br0">1 42 24575,'0'-2'0,"2"-2"0,0-3 0,1-3 0,3 2 0,3 1 0,-1 4 0,0 6 0,-3 8 0,-2 5 0,-3 7 0,-4 9 0,-1-1-8191</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07:13.121"/>
    </inkml:context>
    <inkml:brush xml:id="br0">
      <inkml:brushProperty name="width" value="0.05" units="cm"/>
      <inkml:brushProperty name="height" value="0.05" units="cm"/>
    </inkml:brush>
  </inkml:definitions>
  <inkml:trace contextRef="#ctx0" brushRef="#br0">12 1 24575,'-1'0'0,"0"0"0,1 0 0,-1 1 0,0-1 0,1 0 0,-1 1 0,1-1 0,-1 1 0,1-1 0,-1 0 0,1 1 0,-1-1 0,1 1 0,-1-1 0,1 1 0,0 0 0,-1-1 0,1 1 0,0-1 0,-1 1 0,1 0 0,0-1 0,0 1 0,-1 0 0,1-1 0,0 1 0,0 0 0,0-1 0,0 1 0,0 0 0,0-1 0,0 1 0,0 0 0,1 1 0,3 34 0,-2-22 0,19 343 0,0-4 0,1 136 0,-31 0 0,5-309 0,-18 256 0,-3-31 0,20-222 0,0-96 0,11 139 0,-2-184 0,-2 0 0,-4 57 0,-2-76 0,0-16 0,3-17 0,2-9-1365,1-3-5461</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07:14.705"/>
    </inkml:context>
    <inkml:brush xml:id="br0">
      <inkml:brushProperty name="width" value="0.05" units="cm"/>
      <inkml:brushProperty name="height" value="0.05" units="cm"/>
    </inkml:brush>
  </inkml:definitions>
  <inkml:trace contextRef="#ctx0" brushRef="#br0">61 0 24575,'-1'0'0,"1"1"0,-1-1 0,0 0 0,1 0 0,-1 1 0,1-1 0,-1 0 0,1 1 0,-1-1 0,1 1 0,0-1 0,-1 0 0,1 1 0,-1-1 0,1 1 0,0-1 0,-1 1 0,1 0 0,0-1 0,0 1 0,0-1 0,-1 1 0,1-1 0,0 1 0,0 0 0,0-1 0,0 1 0,0 0 0,-2 23 0,2-21 0,-4 89 0,-5 221 0,19 205 0,-33-180 0,0-42 0,27-172 0,29 179 0,3 91 0,-36-259 0,6 180 0,-4-262 0,-3 1 0,-8 60 0,4-71 0,1 0 0,3 0 0,1 0 0,8 55 0,19 72 0,-16-118 0,-8-61-1365,0-1-5461</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07:15.973"/>
    </inkml:context>
    <inkml:brush xml:id="br0">
      <inkml:brushProperty name="width" value="0.05" units="cm"/>
      <inkml:brushProperty name="height" value="0.05" units="cm"/>
    </inkml:brush>
  </inkml:definitions>
  <inkml:trace contextRef="#ctx0" brushRef="#br0">13 0 24575,'2'39'0,"9"54"0,-1-18 0,22 318 0,-15-160 0,-3-33 0,-25 391 0,-20-287 0,-25 459 0,62-583 0,1-19 0,8 62 0,-7-148 0,-5-51 0,12 42 0,-8-41 0,4 35 0,-8-44 171,1-20 0,0-28-1878,-4 8-5119</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07:27.023"/>
    </inkml:context>
    <inkml:brush xml:id="br0">
      <inkml:brushProperty name="width" value="0.05" units="cm"/>
      <inkml:brushProperty name="height" value="0.05" units="cm"/>
    </inkml:brush>
  </inkml:definitions>
  <inkml:trace contextRef="#ctx0" brushRef="#br0">0 55 24575,'1'-52'0,"-1"52"0,0 0 0,0 0 0,0 0 0,0 0 0,0 0 0,0 0 0,0 0 0,0 0 0,0 0 0,0 0 0,0 0 0,0 0 0,1 0 0,-1 0 0,0 1 0,0-1 0,0 0 0,0 0 0,0 0 0,0 0 0,0 0 0,0 0 0,0 0 0,0 0 0,1 0 0,-1 0 0,0 0 0,0 0 0,0 0 0,0 0 0,0 0 0,0 0 0,0-1 0,0 1 0,0 0 0,0 0 0,1 0 0,-1 0 0,0 0 0,0 0 0,0 0 0,0 0 0,0 0 0,0 0 0,0 0 0,0 0 0,0 0 0,0 0 0,0 0 0,0-1 0,0 1 0,0 0 0,0 0 0,0 0 0,0 0 0,0 0 0,0 0 0,0 0 0,0 0 0,0 0 0,0 0 0,0-1 0,0 1 0,0 0 0,0 0 0,0 0 0,0 0 0,0 0 0,0 0 0,6 10 0,3 12 0,-5-6-170,0 0-1,0 0 0,-2 0 1,0 0-1,-1 0 0,0 0 1,-3 24-1,-1-28-6655</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07:27.364"/>
    </inkml:context>
    <inkml:brush xml:id="br0">
      <inkml:brushProperty name="width" value="0.05" units="cm"/>
      <inkml:brushProperty name="height" value="0.05" units="cm"/>
    </inkml:brush>
  </inkml:definitions>
  <inkml:trace contextRef="#ctx0" brushRef="#br0">37 143 24575,'-4'-4'0,"-1"0"0,1-1 0,0 0 0,1 0 0,-1 0 0,1-1 0,-5-9 0,8 13 0,-1 0 0,1 0 0,0 0 0,-1 0 0,1 0 0,0 0 0,0 0 0,1 0 0,-1 0 0,0 0 0,1 0 0,-1 0 0,1 0 0,-1 1 0,1-1 0,0 0 0,0 0 0,0 0 0,0 1 0,0-1 0,0 1 0,0-1 0,1 1 0,-1-1 0,1 1 0,-1 0 0,1-1 0,2 0 0,3-4 0,1 2 0,-1-1 0,1 1 0,0 0 0,1 1 0,-1 0 0,0 0 0,1 0 0,0 1 0,10-1 0,-16 3 0,-1-1 0,1 1 0,0 0 0,0 0 0,-1 0 0,1 0 0,0 0 0,0 1 0,-1-1 0,1 1 0,0 0 0,-1 0 0,1 0 0,-1 0 0,1 0 0,-1 0 0,1 1 0,-1-1 0,0 1 0,0 0 0,0 0 0,0-1 0,0 1 0,0 1 0,0-1 0,-1 0 0,1 0 0,-1 1 0,1-1 0,-1 0 0,0 1 0,0 0 0,0-1 0,0 1 0,-1-1 0,1 4 0,0-2 16,-1 0-1,0 0 1,0 1-1,-1-1 1,1 0-1,-1 0 1,0 0-1,0 0 1,0-1-1,0 1 1,-1 0-1,0 0 1,0-1-1,0 1 1,0-1-1,0 1 1,-1-1 0,1 0-1,-1 0 1,0 0-1,-4 4 1,3-4-102,1-1 1,-1 1 0,0 0-1,0-1 1,0 0 0,0 0-1,0 0 1,0 0 0,-1-1-1,1 1 1,0-1 0,-1 0-1,1-1 1,-1 1 0,0-1-1,1 0 1,-1 0 0,1 0-1,-5-1 1,0-2-6741</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07:27.614"/>
    </inkml:context>
    <inkml:brush xml:id="br0">
      <inkml:brushProperty name="width" value="0.05" units="cm"/>
      <inkml:brushProperty name="height" value="0.05" units="cm"/>
    </inkml:brush>
  </inkml:definitions>
  <inkml:trace contextRef="#ctx0" brushRef="#br0">23 11 24575,'1'0'0,"-1"0"0,0 0 0,1 0 0,-1 0 0,0 0 0,1 0 0,-1-1 0,0 1 0,1 0 0,-1 0 0,0-1 0,1 1 0,-1 0 0,0 0 0,0-1 0,1 1 0,-1 0 0,0-1 0,0 1 0,0 0 0,1-1 0,-1 1 0,0 0 0,0-1 0,0 1 0,0 0 0,0-1 0,0 1 0,0 0 0,0-1 0,0 1 0,0-1 0,0 0 0,-2 0 0,-1 12 0,-6 45-10,-2 95-1,8-86-1333,2-38-5482</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07:28.094"/>
    </inkml:context>
    <inkml:brush xml:id="br0">
      <inkml:brushProperty name="width" value="0.05" units="cm"/>
      <inkml:brushProperty name="height" value="0.05" units="cm"/>
    </inkml:brush>
  </inkml:definitions>
  <inkml:trace contextRef="#ctx0" brushRef="#br0">11 33 24575,'-2'-2'0,"-1"-3"0,1-2 0,0-2 0,0 2 0,3 5 0,3 4 0,2 6 0,0 6 0,0 4 0,-1 3 0,-1 3 0,-2 2 0,-1 1 0,0 1 0,-1-4 0,-3-1 0,1-5-8191</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07:28.403"/>
    </inkml:context>
    <inkml:brush xml:id="br0">
      <inkml:brushProperty name="width" value="0.05" units="cm"/>
      <inkml:brushProperty name="height" value="0.05" units="cm"/>
    </inkml:brush>
  </inkml:definitions>
  <inkml:trace contextRef="#ctx0" brushRef="#br0">22 225 24575,'0'-12'0,"-2"0"0,0 0 0,-4-19 0,2 18 0,1 0 0,-1-23 0,3 32 0,1 1 0,0-1 0,1 0 0,-1 1 0,1-1 0,-1 1 0,1-1 0,0 0 0,0 1 0,1 0 0,-1-1 0,1 1 0,0 0 0,-1 0 0,1-1 0,1 1 0,-1 1 0,0-1 0,1 0 0,-1 1 0,4-3 0,-1 2 0,0 0 0,0 0 0,0 1 0,0 0 0,0 0 0,0 0 0,0 1 0,1 0 0,-1 0 0,1 0 0,-1 1 0,1-1 0,9 2 0,-7 0 0,1 0 0,-1 0 0,1 1 0,-1 0 0,0 1 0,0 0 0,0 0 0,0 1 0,0 0 0,-1 0 0,12 9 0,-16-11 0,0 0 0,-1 1 0,1-1 0,-1 1 0,1-1 0,-1 1 0,0 0 0,0 0 0,0 0 0,-1 0 0,1 0 0,-1 0 0,0 0 0,0 1 0,0-1 0,0 0 0,0 1 0,-1-1 0,1 1 0,-1-1 0,0 1 0,0-1 0,0 1 0,-1-1 0,1 1 0,-1-1 0,0 1 0,0-1 0,0 0 0,0 0 0,-3 5 0,-1-1-65,0 0 0,0 0 0,0-1 0,-1 0 0,0 0 0,0 0 0,-1-1 0,0 0 0,0 0 0,0-1 0,0 0 0,-1 0 0,1 0 0,-1-1 0,0 0 0,0-1 0,0 0 0,-1 0 0,1-1 0,-14 1 0,10-4-6761</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07:28.745"/>
    </inkml:context>
    <inkml:brush xml:id="br0">
      <inkml:brushProperty name="width" value="0.05" units="cm"/>
      <inkml:brushProperty name="height" value="0.05" units="cm"/>
    </inkml:brush>
  </inkml:definitions>
  <inkml:trace contextRef="#ctx0" brushRef="#br0">16 81 24575,'-1'-1'0,"0"0"0,0 0 0,0 0 0,1 0 0,-1 0 0,0-1 0,0 1 0,1 0 0,-1-1 0,1 1 0,-1 0 0,1-1 0,-1 1 0,1-1 0,0 1 0,0-1 0,0 1 0,0-1 0,0 1 0,0-1 0,0 1 0,0 0 0,1-1 0,-1 1 0,0-1 0,1 1 0,-1 0 0,1-1 0,0 1 0,-1 0 0,1-1 0,0 1 0,0 0 0,0 0 0,0 0 0,0 0 0,0 0 0,0 0 0,1-1 0,2-1 0,0 0 0,0 0 0,0 0 0,0 1 0,0-1 0,1 1 0,-1 0 0,1 1 0,-1-1 0,9-1 0,-10 2 0,1 1 0,-1 0 0,1-1 0,-1 1 0,1 0 0,0 1 0,-1-1 0,1 1 0,-1 0 0,1-1 0,-1 1 0,0 1 0,1-1 0,-1 0 0,0 1 0,0 0 0,0 0 0,0 0 0,0 0 0,0 0 0,-1 1 0,1-1 0,2 4 0,-3-3 0,0 1 0,0-1 0,0 1 0,-1 0 0,1 0 0,-1 0 0,0 0 0,0 0 0,0 0 0,-1 0 0,1 0 0,-1 0 0,0 0 0,0 0 0,-1 0 0,1 1 0,-1-1 0,0 0 0,0 0 0,-1 4 0,-2 2 0,-1 0 0,1 0 0,-2-1 0,1 1 0,-1-1 0,0-1 0,-15 17 0,-5 0 0,-29 23 0,42-37 0,12-10 0,-1 0 0,1 0 0,0 0 0,0 0 0,0 0 0,0 0 0,0 0 0,0 0 0,0 0 0,1 1 0,-1-1 0,-1 3 0,2-4 0,0 1 0,0-1 0,0 0 0,0 1 0,0-1 0,1 0 0,-1 1 0,0-1 0,0 0 0,0 0 0,0 1 0,0-1 0,1 0 0,-1 0 0,0 1 0,0-1 0,1 0 0,-1 0 0,0 1 0,0-1 0,1 0 0,-1 0 0,0 0 0,0 0 0,1 1 0,-1-1 0,0 0 0,1 0 0,-1 0 0,0 0 0,1 0 0,-1 0 0,0 0 0,1 0 0,6 1 0,0-1 0,0 0 0,14-2 0,-20 2 0,216-28-1365,-177 24-5461</inkml:trace>
</inkml:ink>
</file>

<file path=ppt/ink/ink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07:29.198"/>
    </inkml:context>
    <inkml:brush xml:id="br0">
      <inkml:brushProperty name="width" value="0.05" units="cm"/>
      <inkml:brushProperty name="height" value="0.05" units="cm"/>
    </inkml:brush>
  </inkml:definitions>
  <inkml:trace contextRef="#ctx0" brushRef="#br0">1 26 24575,'2'-2'0,"0"-3"0,1-2 0,1 0 0,2 3 0,0 4 0,-1 6 0,1 7 0,-1 4 0,-1 3 0,1 3 0,-1 4 0,-1 0 0,0 0 0,-2-2 0,0-2 0,-1-5-8191</inkml:trace>
</inkml:ink>
</file>

<file path=ppt/ink/ink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07:29.505"/>
    </inkml:context>
    <inkml:brush xml:id="br0">
      <inkml:brushProperty name="width" value="0.05" units="cm"/>
      <inkml:brushProperty name="height" value="0.05" units="cm"/>
    </inkml:brush>
  </inkml:definitions>
  <inkml:trace contextRef="#ctx0" brushRef="#br0">95 319 24575,'-6'-7'0,"1"-1"0,-1 0 0,1 0 0,0-1 0,1 1 0,-5-14 0,0 1 0,-3-6 0,-11-33 0,20 52 0,1 1 0,0-1 0,1 0 0,0 0 0,0 0 0,0 0 0,1 0 0,0 1 0,3-15 0,-2 19 0,0 1 0,0-1 0,0 0 0,0 1 0,1-1 0,-1 1 0,1-1 0,-1 1 0,1 0 0,0 0 0,0 0 0,0 0 0,0 0 0,1 0 0,-1 0 0,0 1 0,1-1 0,-1 1 0,1 0 0,0 0 0,-1 0 0,1 0 0,0 0 0,0 0 0,0 1 0,-1-1 0,1 1 0,0 0 0,4 0 0,4 0 0,0 0 0,0 1 0,0 0 0,0 1 0,0 0 0,14 6 0,-6-2 0,-1 1 0,0 1 0,19 13 0,-30-18 0,-1 1 0,0 1 0,0-1 0,0 1 0,-1 0 0,1 1 0,-1-1 0,-1 1 0,1 0 0,-1 0 0,5 10 0,-7-13 0,-2-1 0,1 1 0,0 0 0,0-1 0,-1 1 0,0 0 0,1-1 0,-1 1 0,0 0 0,0 0 0,-1-1 0,1 1 0,-1 0 0,1-1 0,-1 1 0,0 0 0,0-1 0,0 1 0,0-1 0,0 1 0,-1-1 0,1 0 0,-1 0 0,1 1 0,-1-1 0,0 0 0,0 0 0,0-1 0,0 1 0,0 0 0,0-1 0,-4 3 0,-5 3 0,-1 0 0,-1-1 0,1 0 0,-27 8 0,-19 2-1365,36-11-5461</inkml:trace>
</inkml:ink>
</file>

<file path=ppt/ink/ink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07:30.009"/>
    </inkml:context>
    <inkml:brush xml:id="br0">
      <inkml:brushProperty name="width" value="0.05" units="cm"/>
      <inkml:brushProperty name="height" value="0.05" units="cm"/>
    </inkml:brush>
  </inkml:definitions>
  <inkml:trace contextRef="#ctx0" brushRef="#br0">1 151 24575,'0'-6'0,"1"0"0,0 0 0,1 1 0,-1-1 0,1 0 0,0 1 0,0-1 0,1 1 0,0-1 0,0 1 0,0 0 0,1 0 0,-1 1 0,1-1 0,0 1 0,0-1 0,1 2 0,-1-1 0,10-6 0,-6 5 0,1-1 0,0 1 0,0 1 0,0 0 0,0 0 0,0 0 0,1 1 0,0 1 0,-1 0 0,1 0 0,12 0 0,-19 2 0,0 0 0,0 0 0,-1 0 0,1 0 0,0 1 0,0-1 0,-1 1 0,1 0 0,0 0 0,-1 0 0,1 0 0,-1 0 0,1 0 0,-1 1 0,1-1 0,3 4 0,-5-3 0,1 0 0,-1 0 0,1 0 0,-1 0 0,0 0 0,0 0 0,0 1 0,0-1 0,0 0 0,-1 1 0,1-1 0,-1 0 0,1 1 0,-1-1 0,0 5 0,-1 2 0,0 0 0,-1-1 0,1 1 0,-2 0 0,1-1 0,-1 1 0,-1-1 0,0 0 0,-5 9 0,0-2 0,0 0 0,-1-1 0,-1 0 0,0 0 0,-1-1 0,-1-1 0,-25 20 0,28-25 0,13-12 0,17-11 0,-11 13 0,-1-1 0,0 1 0,1 0 0,0 1 0,-1 0 0,1 0 0,0 1 0,0 0 0,18 1 0,-24 0 0,0 0 0,0 0 0,1 0 0,-1 1 0,0 0 0,0-1 0,0 1 0,1 0 0,-1 1 0,0-1 0,0 0 0,-1 1 0,1 0 0,0-1 0,0 1 0,-1 0 0,1 1 0,-1-1 0,0 0 0,0 1 0,0-1 0,0 1 0,0 0 0,0-1 0,0 1 0,-1 0 0,0 0 0,0 0 0,1 0 0,-1 4 0,0-4 0,-1-1 0,0 1 0,0-1 0,-1 1 0,1-1 0,0 1 0,-1-1 0,1 1 0,-1-1 0,0 0 0,0 1 0,0-1 0,0 0 0,0 0 0,-1 0 0,1 0 0,-1 0 0,1 0 0,-1 0 0,0 0 0,1-1 0,-1 1 0,0-1 0,0 1 0,0-1 0,-1 0 0,-2 2 0,-7 3 0,0 0 0,-1-1 0,-19 6 0,31-10 0,-12 3-151,0-1-1,0 0 0,0-1 0,0 0 1,0-1-1,-1 0 0,1-1 1,-26-3-1,17-2-6674</inkml:trace>
</inkml:ink>
</file>

<file path=ppt/ink/ink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07:30.427"/>
    </inkml:context>
    <inkml:brush xml:id="br0">
      <inkml:brushProperty name="width" value="0.05" units="cm"/>
      <inkml:brushProperty name="height" value="0.05" units="cm"/>
    </inkml:brush>
  </inkml:definitions>
  <inkml:trace contextRef="#ctx0" brushRef="#br0">24 65 24575,'-1'0'0,"0"0"0,0-1 0,0 1 0,0 0 0,-1-1 0,1 0 0,0 1 0,0-1 0,0 0 0,0 1 0,0-1 0,0 0 0,1 0 0,-1 0 0,0 0 0,0 0 0,1 0 0,-1 0 0,0 0 0,1 0 0,-1 0 0,1 0 0,-1 0 0,1-1 0,0 1 0,0 0 0,-1 0 0,1-2 0,0 1 0,-1 0 0,1 0 0,-1 0 0,1 0 0,0 0 0,0 0 0,0 0 0,0 0 0,1 0 0,-1 1 0,0-1 0,1 0 0,-1 0 0,1 0 0,0 0 0,1-3 0,-2 5 0,1 0 0,-1-1 0,0 1 0,0 0 0,0 0 0,0 0 0,1 0 0,-1-1 0,0 1 0,0 0 0,0 0 0,1 0 0,-1 0 0,0 0 0,0-1 0,0 1 0,1 0 0,-1 0 0,0 0 0,0 0 0,1 0 0,-1 0 0,0 0 0,0 0 0,1 0 0,-1 0 0,0 0 0,0 0 0,1 0 0,-1 0 0,0 0 0,0 0 0,1 1 0,-1-1 0,0 0 0,0 0 0,0 0 0,1 0 0,-1 1 0,6 11 0,-3 15 0,0 16-273,-3 0 0,-1-1 0,-2 1 0,-11 53 0,10-81-6553</inkml:trace>
</inkml:ink>
</file>

<file path=ppt/ink/ink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07:30.721"/>
    </inkml:context>
    <inkml:brush xml:id="br0">
      <inkml:brushProperty name="width" value="0.05" units="cm"/>
      <inkml:brushProperty name="height" value="0.05" units="cm"/>
    </inkml:brush>
  </inkml:definitions>
  <inkml:trace contextRef="#ctx0" brushRef="#br0">35 392 24575,'-1'-17'0,"-1"-1"0,0 1 0,-7-20 0,-1-15 0,8 43 0,-1-12 0,0 0 0,2-1 0,0 1 0,3-29 0,-2 45 0,1 0 0,-1 0 0,1 1 0,1-1 0,-1 1 0,0-1 0,1 1 0,0-1 0,0 1 0,1 0 0,-1 0 0,1 0 0,0 0 0,0 1 0,0-1 0,0 1 0,1 0 0,-1-1 0,1 2 0,0-1 0,0 0 0,0 1 0,0 0 0,0-1 0,9-1 0,-2 1 0,-1 1 0,0 1 0,1 0 0,0 0 0,-1 1 0,1 0 0,-1 1 0,1 0 0,-1 1 0,1 0 0,-1 0 0,16 7 0,-21-7 0,1 1 0,-1-1 0,0 1 0,0 0 0,0 1 0,-1-1 0,1 1 0,-1 0 0,0 0 0,7 8 0,-9-8 0,0-1 0,0 1 0,0 0 0,0-1 0,-1 1 0,1 0 0,-1 0 0,0 0 0,0 0 0,-1 1 0,1-1 0,-1 0 0,0 0 0,0 0 0,0 0 0,-2 7 0,1-4 23,-2 1 0,1-1 0,-1 1-1,0-1 1,-1 0 0,0 0 0,0 0-1,0-1 1,-1 0 0,0 1 0,0-2-1,-1 1 1,1 0 0,-14 8 0,6-4-267,-1-1 0,-1 0 0,1-1 0,-1-1 1,-1 0-1,-16 5 0,16-8-6582</inkml:trace>
</inkml:ink>
</file>

<file path=ppt/ink/ink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07:31.142"/>
    </inkml:context>
    <inkml:brush xml:id="br0">
      <inkml:brushProperty name="width" value="0.05" units="cm"/>
      <inkml:brushProperty name="height" value="0.05" units="cm"/>
    </inkml:brush>
  </inkml:definitions>
  <inkml:trace contextRef="#ctx0" brushRef="#br0">1 26 24575,'9'-14'0,"0"3"0,-9 12 0,1-1 0,-1 1 0,1-1 0,-1 1 0,1 0 0,-1-1 0,1 1 0,-1 0 0,0-1 0,0 1 0,1 0 0,-1 0 0,0-1 0,0 1 0,0 0 0,0 0 0,1 0 0,-1-1 0,-1 1 0,1 0 0,0 0 0,0 1 0,1 18 0,2 0 0,0 0 0,1 0 0,1 0 0,1 0 0,1-1 0,15 32 0,-21-49 0,0 0 0,0-1 0,0 1 0,0 0 0,0-1 0,0 1 0,1-1 0,-1 1 0,1-1 0,-1 1 0,1-1 0,-1 0 0,1 0 0,0 0 0,0 0 0,0 0 0,-1 0 0,1-1 0,0 1 0,2 0 0,-1-1 0,-1 0 0,0 0 0,0 0 0,0-1 0,0 1 0,0-1 0,0 1 0,0-1 0,0 0 0,0 0 0,-1 0 0,1 0 0,0 0 0,0 0 0,-1 0 0,3-2 0,4-5 0,-1-1 0,1 1 0,-1-1 0,-1 0 0,10-18 0,-3 0 0,-2 0 0,11-34 0,-18 49 0,-3 10 0,0 6 0,-1 15 0,-2 25 0,-4 15 0,-7 148 0,13-183-1365,2-5-5461</inkml:trace>
</inkml:ink>
</file>

<file path=ppt/ink/ink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07:48.199"/>
    </inkml:context>
    <inkml:brush xml:id="br0">
      <inkml:brushProperty name="width" value="0.05" units="cm"/>
      <inkml:brushProperty name="height" value="0.05" units="cm"/>
    </inkml:brush>
  </inkml:definitions>
  <inkml:trace contextRef="#ctx0" brushRef="#br0">24 0 24575,'-2'0'0,"-2"0"0,-1 2 0,0 3 0,2 4 0,0 5 0,2 4 0,2 3 0,4 4 0,0 3 0,2 4 0,-1 0 0,1 0 0,-1-1 0,-1-2 0,-2-1 0,-1-6-8191</inkml:trace>
</inkml:ink>
</file>

<file path=ppt/ink/ink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07:48.493"/>
    </inkml:context>
    <inkml:brush xml:id="br0">
      <inkml:brushProperty name="width" value="0.05" units="cm"/>
      <inkml:brushProperty name="height" value="0.05" units="cm"/>
    </inkml:brush>
  </inkml:definitions>
  <inkml:trace contextRef="#ctx0" brushRef="#br0">23 130 24575,'0'-6'0,"-1"0"0,0 0 0,-1 0 0,1 0 0,-5-10 0,4 10 0,0-1 0,0 1 0,0-1 0,-1-10 0,3 16 0,0-1 0,0 1 0,0-1 0,0 1 0,0-1 0,0 1 0,0-1 0,1 1 0,-1-1 0,1 1 0,-1 0 0,1-1 0,-1 1 0,1-1 0,0 1 0,0 0 0,-1 0 0,1-1 0,0 1 0,0 0 0,0 0 0,2-2 0,-1 2 0,1 0 0,-1 0 0,0 0 0,1 0 0,-1 1 0,0-1 0,1 1 0,-1-1 0,1 1 0,-1 0 0,1 0 0,3 0 0,8 2 0,0 0 0,0 1 0,25 9 0,-33-10 0,13 5 0,1 0 0,23 13 0,-39-18 0,0 0 0,0 1 0,0-1 0,0 1 0,0 0 0,0 0 0,-1 1 0,0-1 0,1 1 0,-1-1 0,0 1 0,-1 0 0,1 0 0,-1 1 0,0-1 0,2 5 0,-3-6 0,-1-1 0,1 0 0,-1 0 0,0 1 0,0-1 0,0 0 0,0 0 0,0 1 0,-1-1 0,1 0 0,-1 0 0,1 1 0,-1-1 0,0 0 0,0 0 0,0 0 0,-1 3 0,-1-2 0,0 1 0,0 0 0,0-1 0,0 0 0,-1 1 0,1-2 0,-1 1 0,-4 3 0,-4 0 0,0 1 0,0-2 0,0 0 0,-26 7 0,-17-3-1365,32-7-5461</inkml:trace>
</inkml:ink>
</file>

<file path=ppt/ink/ink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07:48.911"/>
    </inkml:context>
    <inkml:brush xml:id="br0">
      <inkml:brushProperty name="width" value="0.05" units="cm"/>
      <inkml:brushProperty name="height" value="0.05" units="cm"/>
    </inkml:brush>
  </inkml:definitions>
  <inkml:trace contextRef="#ctx0" brushRef="#br0">0 55 24575,'8'0'0,"0"1"0,-1 0 0,1 1 0,0-1 0,-1 1 0,1 1 0,-1 0 0,0 0 0,0 0 0,13 9 0,-16-10 0,-1 0 0,0 0 0,0 1 0,0-1 0,0 1 0,0 0 0,0 0 0,-1 0 0,0 0 0,1 0 0,-1 1 0,0-1 0,-1 1 0,1-1 0,-1 1 0,1 0 0,-1-1 0,0 1 0,-1 0 0,1 0 0,-1 0 0,1 0 0,-1 6 0,-1-8 0,1 0 0,0 0 0,-1 0 0,0-1 0,1 1 0,-1 0 0,0 0 0,0-1 0,0 1 0,0 0 0,0-1 0,0 1 0,-1-1 0,1 0 0,0 1 0,-1-1 0,1 0 0,-1 0 0,1 0 0,-1 0 0,0 0 0,1 0 0,-1 0 0,0 0 0,0-1 0,0 1 0,1-1 0,-1 1 0,0-1 0,-4 0 0,5 0 0,-1 1 0,1-2 0,-1 1 0,1 0 0,-1 0 0,1 0 0,-1-1 0,1 1 0,0-1 0,-1 1 0,1-1 0,0 1 0,-1-1 0,1 0 0,0 0 0,0 0 0,-1 1 0,1-1 0,0-1 0,0 1 0,0 0 0,0 0 0,1 0 0,-1 0 0,0-1 0,0 1 0,1 0 0,-1-1 0,0 1 0,1 0 0,0-1 0,-1 1 0,1-1 0,0 1 0,0-1 0,-1 1 0,1-1 0,0 1 0,1 0 0,-1-3 0,1-3 0,1-1 0,0 1 0,0-1 0,1 1 0,0 0 0,0 0 0,1 0 0,0 0 0,0 1 0,8-11 0,-3 7 0,0 0 0,0 0 0,1 0 0,0 2 0,14-11 0,-22 17 0,1 1 0,-1-1 0,0 1 0,0 0 0,1 0 0,-1 0 0,0 0 0,1 1 0,-1-1 0,1 1 0,-1-1 0,1 1 0,3 0 0,-5 0 0,0 0 0,0 1 0,0-1 0,0 1 0,0-1 0,0 1 0,0-1 0,0 1 0,-1-1 0,1 1 0,0 0 0,0 0 0,0-1 0,-1 1 0,1 0 0,0 0 0,-1 0 0,1 0 0,-1 0 0,1 0 0,-1 0 0,1 0 0,-1 0 0,0 0 0,0 0 0,1 0 0,-1 0 0,0 0 0,0 0 0,0 0 0,0 1 0,0 0 0,-4 93-1365,4-83-5461</inkml:trace>
</inkml:ink>
</file>

<file path=ppt/ink/ink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07:49.099"/>
    </inkml:context>
    <inkml:brush xml:id="br0">
      <inkml:brushProperty name="width" value="0.05" units="cm"/>
      <inkml:brushProperty name="height" value="0.05" units="cm"/>
    </inkml:brush>
  </inkml:definitions>
  <inkml:trace contextRef="#ctx0" brushRef="#br0">56 24 24575,'-2'-2'0,"-3"-2"0,-2-1 0,-2 0 0,-2 2 0,-1 0 0,2 2-8191</inkml:trace>
</inkml:ink>
</file>

<file path=ppt/ink/ink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07:49.456"/>
    </inkml:context>
    <inkml:brush xml:id="br0">
      <inkml:brushProperty name="width" value="0.05" units="cm"/>
      <inkml:brushProperty name="height" value="0.05" units="cm"/>
    </inkml:brush>
  </inkml:definitions>
  <inkml:trace contextRef="#ctx0" brushRef="#br0">70 28 24575,'-1'1'0,"0"-1"0,1 1 0,-1-1 0,0 0 0,1 1 0,-1-1 0,0 0 0,0 0 0,1 0 0,-1 1 0,0-1 0,0 0 0,1 0 0,-1 0 0,0 0 0,0 0 0,0 0 0,1-1 0,-1 1 0,0 0 0,0 0 0,1 0 0,-1-1 0,0 1 0,1 0 0,-1-1 0,0 1 0,1-1 0,-1 1 0,0-1 0,1 1 0,-1-1 0,1 1 0,-1-1 0,1 0 0,-1 1 0,1-1 0,0 0 0,-1 1 0,1-1 0,0 0 0,-1 1 0,1-1 0,0 0 0,0 0 0,0 1 0,0-1 0,-1 0 0,1 0 0,0 1 0,0-1 0,1 0 0,-1 0 0,0 0 0,0 1 0,0-1 0,0 0 0,1 0 0,-1 1 0,0-1 0,1 0 0,-1 1 0,0-1 0,1 0 0,-1 1 0,1-1 0,-1 1 0,1-1 0,0 0 0,-4 3 0,-1 1 0,1 0 0,-1 0 0,1 0 0,0 0 0,0 0 0,0 1 0,1-1 0,-1 1 0,1 0 0,0 0 0,0 0 0,0 0 0,1 0 0,-1 0 0,1 0 0,0 0 0,0 1 0,1-1 0,-1 5 0,0-1 0,1-1 0,-1 1 0,2-1 0,-1 1 0,1 0 0,0-1 0,1 1 0,0-1 0,0 0 0,6 14 0,-6-18-105,0 0 0,0 0 0,0 0 0,0 0 0,0-1 0,1 1 0,-1-1 0,1 1 0,0-1 0,0 0 0,0 0 0,4 2 0,5 1-6721</inkml:trace>
</inkml:ink>
</file>

<file path=ppt/ink/ink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07:49.818"/>
    </inkml:context>
    <inkml:brush xml:id="br0">
      <inkml:brushProperty name="width" value="0.05" units="cm"/>
      <inkml:brushProperty name="height" value="0.05" units="cm"/>
    </inkml:brush>
  </inkml:definitions>
  <inkml:trace contextRef="#ctx0" brushRef="#br0">30 101 24575,'-24'6'0,"18"-3"0,18-5 0,14-2 0,-13 3 0,0-1 0,-1 0 0,1-1 0,-1 0 0,0-1 0,0-1 0,13-6 0,-24 11 0,0-1 0,0 0 0,0 1 0,0-1 0,0 0 0,0 1 0,0-1 0,0 0 0,-1 0 0,1 0 0,0 0 0,0 0 0,-1 0 0,1 0 0,-1 0 0,1 0 0,-1 0 0,1 0 0,-1-1 0,0 1 0,1 0 0,-1 0 0,0 0 0,0-1 0,0 1 0,0 0 0,0 0 0,0 0 0,0-1 0,-1 1 0,1 0 0,0 0 0,-1 0 0,1 0 0,-1 0 0,1 0 0,-1 0 0,1-1 0,-1 1 0,0 1 0,1-1 0,-1 0 0,0 0 0,0 0 0,-1-1 0,-1 0 0,1-1 0,-1 1 0,0 0 0,0-1 0,0 1 0,0 1 0,-1-1 0,1 0 0,0 1 0,-1 0 0,1-1 0,-1 1 0,0 1 0,-3-1 0,3 0 0,0 2 0,1-1 0,-1 0 0,0 1 0,0-1 0,1 1 0,-1 0 0,0 1 0,1-1 0,-1 0 0,1 1 0,-1 0 0,1 0 0,0 0 0,0 0 0,0 1 0,0-1 0,0 1 0,1 0 0,-1-1 0,1 1 0,0 0 0,-1 1 0,1-1 0,1 0 0,-1 1 0,0-1 0,1 1 0,0-1 0,0 1 0,-2 6 0,2-3 0,0 0 0,0 1 0,1-1 0,-1 0 0,1 0 0,1 0 0,0 1 0,0-1 0,0 0 0,1 0 0,0 0 0,0 0 0,1 0 0,-1-1 0,2 1 0,3 5 0,-3-6-52,0-1-1,0 0 1,1 0-1,-1 0 1,1-1-1,0 0 1,1 0-1,-1 0 1,1-1-1,0 1 1,0-1-1,0 0 1,0-1-1,0 0 1,1 0-1,-1 0 1,0-1-1,1 0 1,0 0-1,-1 0 0,1-1 1,0 0-1,-1-1 1,1 1-1,6-3 1,6-2-6774</inkml:trace>
</inkml:ink>
</file>

<file path=ppt/ink/ink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07:53.086"/>
    </inkml:context>
    <inkml:brush xml:id="br0">
      <inkml:brushProperty name="width" value="0.05" units="cm"/>
      <inkml:brushProperty name="height" value="0.05" units="cm"/>
    </inkml:brush>
  </inkml:definitions>
  <inkml:trace contextRef="#ctx0" brushRef="#br0">49 38 24575,'0'-2'0,"0"0"0,-1 0 0,1 0 0,-1 0 0,1 0 0,-1 1 0,0-1 0,1 0 0,-1 0 0,0 1 0,0-1 0,0 0 0,-1 1 0,1-1 0,0 1 0,0 0 0,-1-1 0,1 1 0,-4-2 0,5 3 0,-1-1 0,0 1 0,1 0 0,-1-1 0,1 1 0,-1 0 0,0 0 0,1 0 0,-1-1 0,0 1 0,1 0 0,-1 0 0,0 0 0,1 0 0,-1 0 0,0 0 0,1 0 0,-1 1 0,0-1 0,1 0 0,-1 0 0,0 1 0,0 0 0,0-1 0,0 1 0,0 0 0,0 0 0,1 0 0,-1 0 0,1 0 0,-1 0 0,0 0 0,1 0 0,0 0 0,-1 0 0,1 0 0,-1 0 0,1 0 0,0 0 0,0 1 0,0 0 0,-2 14 69,2 0-1,0-1 0,0 1 0,5 23 1,16 60-1776,-16-80-5119</inkml:trace>
</inkml:ink>
</file>

<file path=ppt/ink/ink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07:53.410"/>
    </inkml:context>
    <inkml:brush xml:id="br0">
      <inkml:brushProperty name="width" value="0.05" units="cm"/>
      <inkml:brushProperty name="height" value="0.05" units="cm"/>
    </inkml:brush>
  </inkml:definitions>
  <inkml:trace contextRef="#ctx0" brushRef="#br0">0 22 24575,'2'-2'0,"-1"-1"0,1 1 0,0 0 0,-1 0 0,1 0 0,0 0 0,4-3 0,-6 5 0,0 0 0,0-1 0,0 1 0,1 0 0,-1 0 0,0 0 0,0 0 0,1 0 0,-1 0 0,0-1 0,0 1 0,0 0 0,1 0 0,-1 0 0,0 0 0,0 0 0,1 0 0,-1 0 0,0 0 0,0 0 0,1 0 0,-1 0 0,0 0 0,0 0 0,1 0 0,-1 0 0,0 1 0,0-1 0,1 0 0,-1 0 0,1 14 0,-4 0 0,-1 4 0,-3 32 0,7-46 0,0 0 0,0 1 0,0-1 0,0 1 0,1-1 0,0 0 0,0 1 0,0-1 0,0 0 0,1 0 0,0 0 0,3 7 0,-4-10 0,0 1 0,0-1 0,0 1 0,1-1 0,-1 1 0,1-1 0,-1 0 0,1 0 0,-1 0 0,1 0 0,-1 0 0,1 0 0,0 0 0,0 0 0,-1-1 0,1 1 0,0-1 0,0 1 0,0-1 0,2 1 0,0-2 0,-1 1 0,0 0 0,1-1 0,-1 1 0,0-1 0,1 0 0,-1 0 0,0-1 0,0 1 0,5-4 0,-1 2 0,-1-2 0,0 1 0,0-1 0,-1 0 0,1 0 0,-1 0 0,0-1 0,-1 0 0,8-11 0,-11 14 0,0 0 0,1 1 0,-1-1 0,0 0 0,-1 1 0,1-1 0,0 0 0,-1 0 0,1 0 0,-1 0 0,0 0 0,0 0 0,0 1 0,-1-1 0,1 0 0,-1 0 0,1 0 0,-1 0 0,0 1 0,-1-4 0,0 4 0,1 0 0,0 1 0,-1-1 0,1 1 0,-1-1 0,1 1 0,-1 0 0,0-1 0,1 1 0,-1 0 0,0 0 0,0 0 0,0 0 0,0 0 0,0 1 0,0-1 0,0 1 0,0-1 0,0 1 0,0 0 0,-1 0 0,1 0 0,0 0 0,0 0 0,0 0 0,0 0 0,-4 2 0,-11 2-1365,2 1-5461</inkml:trace>
</inkml:ink>
</file>

<file path=ppt/ink/ink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07:50.875"/>
    </inkml:context>
    <inkml:brush xml:id="br0">
      <inkml:brushProperty name="width" value="0.05" units="cm"/>
      <inkml:brushProperty name="height" value="0.05" units="cm"/>
    </inkml:brush>
  </inkml:definitions>
  <inkml:trace contextRef="#ctx0" brushRef="#br0">186 71 24575,'3'-2'0,"-1"0"0,-1-1 0,1 1 0,0-1 0,0 0 0,-1 1 0,0-1 0,1 0 0,-1 0 0,0 0 0,0 0 0,-1 0 0,1 0 0,0-5 0,-1 7 0,0 0 0,0 0 0,0 0 0,-1 0 0,1 0 0,0 0 0,0 0 0,-1 0 0,1 0 0,0 0 0,-1 0 0,1 0 0,-1 0 0,1 0 0,-1 0 0,0 0 0,1 1 0,-2-2 0,0 1 0,1 0 0,0 1 0,-1-1 0,1 0 0,0 1 0,-1-1 0,1 1 0,-1 0 0,1 0 0,-1-1 0,1 1 0,-1 0 0,1 0 0,-1 0 0,1 1 0,0-1 0,-2 0 0,-7 3 0,0 0 0,0 1 0,0 0 0,1 1 0,-1 0 0,1 0 0,0 1 0,1 0 0,-1 0 0,1 1 0,1 0 0,-1 0 0,1 1 0,1 0 0,-1 1 0,1-1 0,1 1 0,0 0 0,0 1 0,-6 15 0,10-23 0,1 0 0,-1-1 0,1 1 0,0 0 0,0-1 0,-1 1 0,1 0 0,0 0 0,0-1 0,1 1 0,-1 0 0,0-1 0,1 1 0,-1 0 0,1-1 0,-1 1 0,1 0 0,0-1 0,-1 1 0,1-1 0,2 3 0,-1-2 0,0-1 0,0 1 0,0 0 0,0-1 0,0 0 0,0 0 0,1 1 0,-1-1 0,0-1 0,1 1 0,-1 0 0,1 0 0,2-1 0,4 1 0,0 0 0,-1-1 0,1 0 0,0 0 0,-1-1 0,1-1 0,14-3 0,-14 2 0,0 0 0,-1-1 0,1 0 0,-1-1 0,1 1 0,-1-2 0,-1 1 0,12-11 0,-15 13 0,-1-1 0,0 0 0,0 1 0,0-1 0,0 0 0,-1-1 0,1 1 0,-1 0 0,0-1 0,0 1 0,-1-1 0,0 0 0,1 1 0,-2-1 0,1 0 0,0 0 0,-1 0 0,0-6 0,-3-1 0,-3 13 0,-4 21 0,7-4 0,0 1 0,2 0 0,0 0 0,0-1 0,2 1 0,1 0 0,0 0 0,1-1 0,1 0 0,1 1 0,8 22 0,-11-36-227,1-1-1,-1 1 1,1-1-1,-1 1 1,5 3-1,2 1-6598</inkml:trace>
</inkml:ink>
</file>

<file path=ppt/ink/ink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07:51.110"/>
    </inkml:context>
    <inkml:brush xml:id="br0">
      <inkml:brushProperty name="width" value="0.05" units="cm"/>
      <inkml:brushProperty name="height" value="0.05" units="cm"/>
    </inkml:brush>
  </inkml:definitions>
  <inkml:trace contextRef="#ctx0" brushRef="#br0">1 67 24575,'0'-13'0,"-1"7"0,1 0 0,0 0 0,1 0 0,-1 0 0,1 0 0,2-8 0,-3 14 0,0 0 0,0 0 0,0-1 0,0 1 0,0 0 0,1 0 0,-1 0 0,0 0 0,0 0 0,0-1 0,0 1 0,0 0 0,0 0 0,0 0 0,0 0 0,0 0 0,0 0 0,0-1 0,0 1 0,1 0 0,-1 0 0,0 0 0,0 0 0,0 0 0,0 0 0,0 0 0,0 0 0,1 0 0,-1 0 0,0-1 0,0 1 0,0 0 0,0 0 0,0 0 0,1 0 0,-1 0 0,0 0 0,0 0 0,0 0 0,0 0 0,0 0 0,1 0 0,3 7 0,2 11 0,11 86-682,5 146-1,-21-229-6143</inkml:trace>
</inkml:ink>
</file>

<file path=ppt/ink/ink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07:51.720"/>
    </inkml:context>
    <inkml:brush xml:id="br0">
      <inkml:brushProperty name="width" value="0.05" units="cm"/>
      <inkml:brushProperty name="height" value="0.05" units="cm"/>
    </inkml:brush>
  </inkml:definitions>
  <inkml:trace contextRef="#ctx0" brushRef="#br0">34 93 24575,'-2'0'0,"0"0"0,0 0 0,1 0 0,-1 0 0,0-1 0,0 1 0,1 0 0,-1-1 0,0 0 0,1 1 0,-1-1 0,1 0 0,-1 0 0,1 0 0,-1 0 0,1 0 0,-2-2 0,2 2 0,1 1 0,0 0 0,0-1 0,-1 1 0,1-1 0,0 1 0,0-1 0,0 1 0,-1 0 0,1-1 0,0 1 0,0-1 0,0 1 0,0-1 0,0 1 0,0-1 0,0 1 0,0-1 0,0 1 0,0-1 0,0 1 0,1-1 0,-1 0 0,1 0 0,-1 0 0,1 0 0,0 0 0,0 0 0,0 0 0,0 0 0,0 1 0,0-1 0,0 0 0,0 0 0,0 1 0,0-1 0,2 0 0,16-6 0,1 0 0,38-7 0,-38 10 0,-1 0 0,1-2 0,19-8 0,-40 16 0,0 0 0,0 0 0,0 1 0,0-1 0,0 0 0,1 1 0,-1-1 0,1 0 0,-1 1 0,1-1 0,0 1 0,0-1 0,0 5 0,1 4 0,0-1 0,1 1 0,0 0 0,1-1 0,0 0 0,7 14 0,-8-18 0,1 0 0,0 0 0,0-1 0,0 0 0,1 1 0,0-1 0,0 0 0,0-1 0,0 1 0,1-1 0,0 0 0,6 5 0,-9-9 0,-1 1 0,0 0 0,1 0 0,0 0 0,-1-1 0,1 1 0,-1-1 0,1 0 0,0 1 0,-1-1 0,1 0 0,0 0 0,-1 0 0,1 0 0,0 0 0,-1 0 0,1 0 0,0-1 0,-1 1 0,1-1 0,0 1 0,1-2 0,-1 1 0,1-1 0,-1 0 0,0 1 0,0-1 0,0 0 0,0-1 0,-1 1 0,1 0 0,0 0 0,-1-1 0,1 1 0,0-4 0,2-4 0,0 0 0,-1 0 0,0-1 0,-1 1 0,2-20 0,-2 9 0,1 31 0,0 36 0,-2-45 0,8 197 0,-9-192 0,0-1 0,-1 1 0,1-1 0,-1 1 0,0-1 0,-1 1 0,-3 9 0,5-14 0,-1 0 0,1 0 0,0 0 0,-1 0 0,0 0 0,1 0 0,-1 0 0,1 0 0,-1-1 0,0 1 0,0 0 0,1 0 0,-1-1 0,0 1 0,0 0 0,0-1 0,0 1 0,0-1 0,0 1 0,0-1 0,0 1 0,0-1 0,0 0 0,0 0 0,0 1 0,0-1 0,0 0 0,0 0 0,0 0 0,0 0 0,0 0 0,0 0 0,0-1 0,0 1 0,0 0 0,0 0 0,0-1 0,0 1 0,0-1 0,0 1 0,0-1 0,0 1 0,0-1 0,0 1 0,0-1 0,1 0 0,-3-1 0,1-1 0,-1 1 0,0-1 0,1 0 0,-1 0 0,1 0 0,0-1 0,0 1 0,0 0 0,0-1 0,1 1 0,0-1 0,-1 1 0,1-1 0,0 0 0,1 0 0,-1 1 0,1-1 0,0 0 0,0 0 0,0 0 0,0 0 0,0 0 0,1 1 0,0-1 0,0 0 0,3-6 0,-1 1 0,0 0 0,1 1 0,0-1 0,0 1 0,1 0 0,0 0 0,1 1 0,0 0 0,0 0 0,8-8 0,-6 9-114,1 0 1,0 1-1,0 0 0,0 0 0,0 1 1,1 0-1,-1 1 0,1 0 0,0 0 1,0 1-1,16-2 0,0 2-6712</inkml:trace>
</inkml:ink>
</file>

<file path=ppt/ink/ink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07:54.065"/>
    </inkml:context>
    <inkml:brush xml:id="br0">
      <inkml:brushProperty name="width" value="0.05" units="cm"/>
      <inkml:brushProperty name="height" value="0.05" units="cm"/>
    </inkml:brush>
  </inkml:definitions>
  <inkml:trace contextRef="#ctx0" brushRef="#br0">1 94 24575,'-1'-5'0,"1"1"0,1 0 0,-1-1 0,0 1 0,1 0 0,0-1 0,0 1 0,0 0 0,1 0 0,3-7 0,-3 8 0,0 0 0,0 1 0,1-1 0,-1 1 0,1 0 0,-1 0 0,1 0 0,0 0 0,0 0 0,0 1 0,0-1 0,0 1 0,0 0 0,6-2 0,1 1 0,-1 0 0,1 0 0,-1 1 0,1 0 0,0 1 0,-1 0 0,13 1 0,-17 0 0,-1 0 0,0 0 0,0 0 0,1 0 0,-1 1 0,0-1 0,0 1 0,4 3 0,-6-4 0,0 1 0,0-1 0,-1 1 0,1-1 0,0 1 0,-1-1 0,0 1 0,1 0 0,-1 0 0,0 0 0,0 0 0,0 0 0,0 0 0,0 0 0,-1 0 0,2 4 0,-2-3 0,0 0 0,0 0 0,0 0 0,0 0 0,-1 0 0,1 0 0,-1 0 0,0 0 0,0 0 0,0 0 0,0-1 0,-1 1 0,1 0 0,-1-1 0,1 1 0,-1-1 0,0 1 0,-2 1 0,-6 7 0,0-2 0,-16 14 0,23-21 0,-20 14 0,16-11 0,0-1 0,1 1 0,0 0 0,0 1 0,0-1 0,0 1 0,-9 13 0,15-18 0,0-1 0,-1 1 0,1-1 0,0 0 0,0 1 0,0-1 0,-1 1 0,1-1 0,0 1 0,0 0 0,0-1 0,0 1 0,0-1 0,0 1 0,0-1 0,0 1 0,0-1 0,0 1 0,0-1 0,1 1 0,-1-1 0,0 1 0,0-1 0,0 1 0,1-1 0,-1 0 0,0 1 0,1 0 0,14 7 0,27-4 0,-37-4 0,152-7-1365,-101 1-5461</inkml:trace>
</inkml:ink>
</file>

<file path=ppt/ink/ink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07:55.281"/>
    </inkml:context>
    <inkml:brush xml:id="br0">
      <inkml:brushProperty name="width" value="0.05" units="cm"/>
      <inkml:brushProperty name="height" value="0.05" units="cm"/>
    </inkml:brush>
  </inkml:definitions>
  <inkml:trace contextRef="#ctx0" brushRef="#br0">1 11 24575,'0'-2'0,"0"-3"0,0 2 0,0 3 0,0 3 0,2 8 0,0 6 0,1 6 0,1 4 0,0 5 0,-1 2 0,2 2 0,-1-2 0,0-2 0,0-3 0,0-6-8191</inkml:trace>
</inkml:ink>
</file>

<file path=ppt/ink/ink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07:55.561"/>
    </inkml:context>
    <inkml:brush xml:id="br0">
      <inkml:brushProperty name="width" value="0.05" units="cm"/>
      <inkml:brushProperty name="height" value="0.05" units="cm"/>
    </inkml:brush>
  </inkml:definitions>
  <inkml:trace contextRef="#ctx0" brushRef="#br0">34 16 24575,'0'0'0,"0"-1"0,1 1 0,-1 0 0,0-1 0,0 1 0,0-1 0,0 1 0,0-1 0,0 0 0,0 1 0,0-1 0,0 1 0,0-1 0,0 1 0,0-1 0,-1 1 0,1 0 0,0-1 0,0 1 0,0-1 0,-1 1 0,1-1 0,0 1 0,-1-1 0,1 1 0,0 0 0,-1-1 0,1 1 0,0 0 0,-1-1 0,1 1 0,-1 0 0,1 0 0,-1-1 0,1 1 0,0 0 0,-1 0 0,1 0 0,-1-1 0,1 1 0,-1 0 0,1 0 0,-1 0 0,1 0 0,-1 0 0,1 0 0,-1 0 0,1 0 0,-1 0 0,1 0 0,-1 1 0,1-1 0,-1 0 0,0 0 0,0 1 0,-1 0 0,1 0 0,0 0 0,0-1 0,0 1 0,0 0 0,0 0 0,0 1 0,0-1 0,0 0 0,0 0 0,0 0 0,1 1 0,-1-1 0,0 0 0,1 1 0,-1-1 0,1 0 0,-1 3 0,1-1 0,0 1 0,1-1 0,-1 0 0,0 0 0,1 0 0,0 1 0,0-1 0,0 0 0,0 0 0,1 0 0,-1 0 0,1-1 0,-1 1 0,1 0 0,3 2 0,4 7 0,23 20 0,-18-19 0,7 6 0,-15-15 0,-2-1 0,1 2 0,0-1 0,-1 0 0,1 1 0,-1 0 0,-1 0 0,1 0 0,3 8 0,-6-13 9,-1 1 1,0 0-1,0-1 0,0 1 0,0-1 1,0 1-1,1 0 0,-1-1 0,0 1 0,-1-1 1,1 1-1,0 0 0,0-1 0,0 1 1,0-1-1,0 1 0,0 0 0,-1-1 1,1 1-1,0-1 0,-1 1 0,1-1 0,0 1 1,-1-1-1,1 1 0,-1-1 0,1 1 1,0-1-1,-1 0 0,1 1 0,-1-1 0,1 0 1,-1 1-1,1-1 0,-1 0 0,-1 1 1,-22 4-1717,10-4-5119</inkml:trace>
</inkml:ink>
</file>

<file path=ppt/ink/ink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07:55.714"/>
    </inkml:context>
    <inkml:brush xml:id="br0">
      <inkml:brushProperty name="width" value="0.05" units="cm"/>
      <inkml:brushProperty name="height" value="0.05" units="cm"/>
    </inkml:brush>
  </inkml:definitions>
  <inkml:trace contextRef="#ctx0" brushRef="#br0">0 71 24575,'2'-4'0,"5"-5"0,3-3 0,2-2 0,1 2 0,0 2 0,0 4 0,-1 2 0,1 5 0,-1 1 0,0 3 0,0 0 0,2 1 0,-2 0-8191</inkml:trace>
</inkml:ink>
</file>

<file path=ppt/ink/ink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07:56.924"/>
    </inkml:context>
    <inkml:brush xml:id="br0">
      <inkml:brushProperty name="width" value="0.05" units="cm"/>
      <inkml:brushProperty name="height" value="0.05" units="cm"/>
    </inkml:brush>
  </inkml:definitions>
  <inkml:trace contextRef="#ctx0" brushRef="#br0">9 72 24575,'-5'-16'0,"5"15"0,-1 0 0,1 1 0,-1-1 0,1 0 0,0 0 0,-1 0 0,1 1 0,0-1 0,0 0 0,-1 0 0,1 0 0,0 0 0,0 0 0,0 0 0,0 1 0,0-1 0,0 0 0,0 0 0,1 0 0,-1 0 0,0 0 0,0 1 0,1-1 0,-1 0 0,0 0 0,1 0 0,-1 1 0,1-1 0,-1 0 0,1 0 0,-1 1 0,1-1 0,0 1 0,-1-1 0,1 0 0,0 1 0,-1-1 0,1 1 0,0-1 0,1 1 0,9-5 0,0 1 0,0 0 0,1 1 0,-1 0 0,1 1 0,0 0 0,-1 1 0,1 0 0,0 1 0,0 1 0,0 0 0,15 3 0,-26-4 0,0 0 0,1 0 0,-1 0 0,0 1 0,0-1 0,1 0 0,-1 1 0,0-1 0,0 1 0,0-1 0,0 1 0,1 0 0,-1-1 0,0 1 0,0 0 0,0 0 0,-1 0 0,1 0 0,0 0 0,0 0 0,0 0 0,-1 0 0,1 0 0,1 2 0,-2-2 0,0 1 0,-1 0 0,1-1 0,0 1 0,0-1 0,-1 1 0,1-1 0,0 1 0,-1-1 0,0 0 0,1 1 0,-1-1 0,0 0 0,0 1 0,1-1 0,-1 0 0,-2 2 0,-4 5 0,-1 0 0,-1 0 0,0-1 0,-10 7 0,-3 0 0,15-11 0,1 0 0,0 1 0,0 0 0,1 1 0,-10 8 0,15-13 0,-1 1 0,1-1 0,0 1 0,0 0 0,-1-1 0,1 1 0,0-1 0,0 1 0,0-1 0,-1 1 0,1 0 0,0-1 0,0 1 0,0 0 0,0-1 0,0 1 0,0-1 0,1 1 0,-1 0 0,0-1 0,0 1 0,0-1 0,1 1 0,-1 0 0,0-1 0,0 1 0,1-1 0,-1 1 0,0-1 0,1 1 0,-1-1 0,1 0 0,-1 1 0,1-1 0,-1 1 0,1-1 0,-1 0 0,1 1 0,-1-1 0,1 0 0,-1 0 0,1 1 0,0-1 0,-1 0 0,1 0 0,0 0 0,35 12 0,-31-11 0,32 7 0,-26-7 0,1 2 0,-1-1 0,0 2 0,11 3 0,-22-7 0,0 0 0,0 1 0,1-1 0,-1 0 0,0 0 0,0 0 0,1 0 0,-1 0 0,0 0 0,0 0 0,1 0 0,-1 1 0,0-1 0,0 0 0,1 0 0,-1 0 0,0 1 0,0-1 0,0 0 0,0 0 0,1 0 0,-1 1 0,0-1 0,0 0 0,0 0 0,0 1 0,0-1 0,0 0 0,0 0 0,0 1 0,0-1 0,0 0 0,0 0 0,0 1 0,0-1 0,0 0 0,0 1 0,0-1 0,0 0 0,0 0 0,0 1 0,-12 7 0,-18 1 0,-80 7-1365,71-13-5461</inkml:trace>
</inkml:ink>
</file>

<file path=ppt/ink/ink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07:58.187"/>
    </inkml:context>
    <inkml:brush xml:id="br0">
      <inkml:brushProperty name="width" value="0.05" units="cm"/>
      <inkml:brushProperty name="height" value="0.05" units="cm"/>
    </inkml:brush>
  </inkml:definitions>
  <inkml:trace contextRef="#ctx0" brushRef="#br0">0 1 24575,'0'2'0,"0"2"0,0 3 0,0 3 0,0 2 0,0 5 0,0 2 0,0 4 0,0 3 0,0 2 0,0 1 0,0-1 0,0 0 0,0-3 0,0-4-8191</inkml:trace>
</inkml:ink>
</file>

<file path=ppt/ink/ink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07:58.544"/>
    </inkml:context>
    <inkml:brush xml:id="br0">
      <inkml:brushProperty name="width" value="0.05" units="cm"/>
      <inkml:brushProperty name="height" value="0.05" units="cm"/>
    </inkml:brush>
  </inkml:definitions>
  <inkml:trace contextRef="#ctx0" brushRef="#br0">91 36 24575,'-1'-1'0,"0"0"0,-1 0 0,1 0 0,0 0 0,-1 0 0,1 0 0,0 1 0,-1-1 0,1 0 0,-1 1 0,0-1 0,1 1 0,-1-1 0,1 1 0,-1 0 0,0 0 0,1 0 0,-1 0 0,1 0 0,-1 0 0,0 0 0,1 0 0,-1 1 0,0-1 0,1 1 0,-1-1 0,1 1 0,-1 0 0,1-1 0,0 1 0,-1 0 0,1 0 0,-1 0 0,1 0 0,0 0 0,0 0 0,0 0 0,-2 2 0,0 1 0,-1 0 0,1 0 0,0 0 0,0 1 0,0-1 0,1 1 0,-1 0 0,1 0 0,0 0 0,-2 8 0,4-7 0,0 0 0,0 0 0,1 0 0,-1 1 0,1-1 0,1 0 0,-1 0 0,1 0 0,0 0 0,0-1 0,1 1 0,0 0 0,0-1 0,0 0 0,6 8 0,-7-10 0,1-1 0,-1 1 0,0-1 0,1 0 0,-1 0 0,1 0 0,0 0 0,-1 0 0,1 0 0,0-1 0,0 1 0,0-1 0,5 1 0,-6-1 0,1-1 0,-1 0 0,1 0 0,-1 0 0,0 0 0,1 0 0,-1-1 0,1 1 0,-1-1 0,0 0 0,0 1 0,1-1 0,-1 0 0,0 0 0,0-1 0,0 1 0,0 0 0,0-1 0,0 1 0,2-3 0,1-1 0,-1 0 0,0 0 0,-1 0 0,1-1 0,-1 1 0,0-1 0,-1 0 0,1 0 0,-1 0 0,0 0 0,-1-1 0,1 1 0,-1 0 0,-1-1 0,1-8 0,0 10 0,-1 0 0,0 0 0,0 0 0,-1 0 0,0 0 0,1 0 0,-1 0 0,-1 1 0,1-1 0,-1 0 0,0 1 0,0-1 0,0 1 0,-1 0 0,1-1 0,-1 1 0,0 0 0,-1 1 0,1-1 0,-6-5 0,7 8-65,1 0 0,-1 0 0,0 0 0,0 0 0,0 1 0,1-1 0,-1 0 0,0 1 0,0 0 0,0-1 0,0 1 0,0 0 0,0 0 0,0 0 0,0 0 0,0 0 0,0 0 0,0 1 0,0-1 0,-2 1 0,-8 4-6761</inkml:trace>
</inkml:ink>
</file>

<file path=ppt/ink/ink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07:59.921"/>
    </inkml:context>
    <inkml:brush xml:id="br0">
      <inkml:brushProperty name="width" value="0.05" units="cm"/>
      <inkml:brushProperty name="height" value="0.05" units="cm"/>
    </inkml:brush>
  </inkml:definitions>
  <inkml:trace contextRef="#ctx0" brushRef="#br0">84 26 24575,'0'0'0,"0"-1"0,0 1 0,0 0 0,0-1 0,0 1 0,0 0 0,0 0 0,0-1 0,0 1 0,0 0 0,0 0 0,0-1 0,-1 1 0,1 0 0,0 0 0,0-1 0,0 1 0,0 0 0,0 0 0,0-1 0,-1 1 0,1 0 0,0 0 0,0 0 0,0-1 0,-1 1 0,1 0 0,0 0 0,0 0 0,-1 0 0,1 0 0,0-1 0,0 1 0,-1 0 0,1 0 0,0 0 0,-12 4 0,-7 11 0,17-12 0,0 1 0,0-1 0,1 0 0,0 0 0,-1 1 0,1-1 0,1 1 0,-1-1 0,0 1 0,1 0 0,0-1 0,0 1 0,0-1 0,0 1 0,0 0 0,1-1 0,0 1 0,-1-1 0,1 1 0,1-1 0,-1 0 0,0 1 0,3 3 0,4 7 0,2 0 0,-1 0 0,23 23 0,3 7 0,-34-43 0,0 1 0,0-1 0,0 1 0,0-1 0,0 1 0,0 0 0,-1-1 0,1 1 0,0 0 0,-1-1 0,0 1 0,1 0 0,-1 0 0,0 0 0,0 0 0,0-1 0,0 1 0,0 0 0,0 0 0,-1 2 0,0-3 0,0 1 0,0-1 0,0 0 0,0 0 0,0 1 0,0-1 0,0 0 0,0 0 0,0 0 0,0 0 0,-1 0 0,1 0 0,0-1 0,-1 1 0,1 0 0,-1-1 0,1 1 0,-3 0 0,-1 0 0,0 0 0,1 0 0,-1-1 0,0 0 0,0 0 0,0 0 0,1 0 0,-1-1 0,0 1 0,0-1 0,1-1 0,-1 1 0,1-1 0,-6-2 0,6 2 0,1 0 0,-1-1 0,1 1 0,0-1 0,0 1 0,1-1 0,-1 0 0,0 0 0,1-1 0,0 1 0,0 0 0,0-1 0,0 1 0,0-1 0,1 0 0,-1 0 0,1 1 0,0-1 0,0 0 0,1 0 0,-1 0 0,1 0 0,0 0 0,0 0 0,0 0 0,1 0 0,-1 0 0,1 0 0,0 0 0,3-7 0,-1 0 0,2 0 0,-1 0 0,2 1 0,-1 0 0,1 0 0,1 0 0,0 1 0,0 0 0,13-12 0,-11 13 0,1 0 0,0 0 0,0 1 0,1 1 0,0 0 0,13-5 0,-17 8 0,0 0 0,1 1 0,-1 0 0,1 0 0,-1 0 0,1 1 0,0 1 0,0-1 0,-1 1 0,16 2 0,-21-1-124,0-1 0,0 1 0,0-1 0,1 1 0,-1 0 0,0 0-1,0 0 1,0 0 0,-1 0 0,4 3 0,3 4-6702</inkml:trace>
</inkml:ink>
</file>

<file path=ppt/ink/ink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08:02.423"/>
    </inkml:context>
    <inkml:brush xml:id="br0">
      <inkml:brushProperty name="width" value="0.05" units="cm"/>
      <inkml:brushProperty name="height" value="0.05" units="cm"/>
    </inkml:brush>
  </inkml:definitions>
  <inkml:trace contextRef="#ctx0" brushRef="#br0">113 90 24575,'-1'0'0,"1"0"0,-1 0 0,0 0 0,0 0 0,1 0 0,-1 0 0,0 0 0,0 0 0,1 0 0,-1 0 0,0-1 0,1 1 0,-1 0 0,0 0 0,1-1 0,-1 1 0,0-1 0,1 1 0,-1 0 0,1-1 0,-1 1 0,1-1 0,-1 1 0,1-1 0,-1 1 0,1-1 0,-1 0 0,1 1 0,0-1 0,-1 0 0,1 1 0,0-1 0,-1 0 0,1 1 0,0-1 0,0 0 0,0 0 0,0 1 0,0-1 0,0 0 0,0 1 0,0-1 0,0 0 0,0 0 0,0 1 0,0-1 0,1 0 0,-1 1 0,1-2 0,0-2 0,0 1 0,0-1 0,1 1 0,0 0 0,0 0 0,0-1 0,0 1 0,4-4 0,-3 4 0,1 0 0,0 0 0,0 0 0,0 0 0,0 1 0,0 0 0,0 0 0,0 0 0,1 0 0,-1 1 0,1-1 0,-1 1 0,10-1 0,-12 2 0,1 0 0,-1 0 0,0 0 0,0 0 0,1 1 0,-1-1 0,0 1 0,0-1 0,0 1 0,0 0 0,0 0 0,0 0 0,0 0 0,0 0 0,0 0 0,0 0 0,0 1 0,-1-1 0,1 1 0,0-1 0,-1 1 0,0 0 0,1 0 0,-1-1 0,0 1 0,0 0 0,0 0 0,0 0 0,0 0 0,0 0 0,0 4 0,1 1 0,-1 1 0,-1-1 0,1 0 0,-1 1 0,0-1 0,-1 1 0,1-1 0,-1 1 0,-1-1 0,0 0 0,0 0 0,0 0 0,-1 0 0,0 0 0,0 0 0,-5 6 0,-1 2 0,0-2 0,-1 1 0,0-1 0,-2 0 0,1-1 0,-15 12 0,-28 15 0,49-36 0,1 0 0,-1 0 0,1-1 0,-1 0 0,0 0 0,0 0 0,0-1 0,-1 0 0,1 0 0,-7 1 0,11-2 0,1 0 0,0 0 0,0 0 0,-1 0 0,1 0 0,0 0 0,-1 0 0,1 0 0,0 0 0,-1 0 0,1 0 0,0 0 0,-1 0 0,1 0 0,0 0 0,-1 0 0,1 0 0,0 0 0,-1-1 0,1 1 0,0 0 0,0 0 0,-1 0 0,1-1 0,0 1 0,0 0 0,0 0 0,-1 0 0,1-1 0,0 1 0,0 0 0,0-1 0,-1 1 0,1 0 0,0 0 0,0-1 0,0 1 0,0 0 0,0-1 0,0 1 0,0 0 0,0-1 0,0 1 0,0 0 0,0-1 0,0 1 0,0 0 0,0-1 0,0 1 0,0 0 0,0-1 0,0 1 0,0 0 0,1 0 0,-1-1 0,0 1 0,0 0 0,0-1 0,0 1 0,1 0 0,-1 0 0,0-1 0,0 1 0,1 0 0,-1 0 0,18-18 0,-10 12 0,1 1 0,0-1 0,1 1 0,0 1 0,-1 0 0,1 0 0,1 1 0,-1 0 0,0 1 0,13-1 0,-19 2 0,0 1 0,0 0 0,1 0 0,-1 0 0,0 1 0,0 0 0,1-1 0,-1 1 0,0 1 0,0-1 0,0 1 0,0-1 0,0 1 0,0 0 0,-1 0 0,1 1 0,-1-1 0,1 1 0,-1 0 0,0 0 0,0 0 0,0 0 0,-1 1 0,1-1 0,-1 1 0,1-1 0,1 7 0,6 18-1365,-8-16-5461</inkml:trace>
</inkml:ink>
</file>

<file path=ppt/ink/ink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08:02.722"/>
    </inkml:context>
    <inkml:brush xml:id="br0">
      <inkml:brushProperty name="width" value="0.05" units="cm"/>
      <inkml:brushProperty name="height" value="0.05" units="cm"/>
    </inkml:brush>
  </inkml:definitions>
  <inkml:trace contextRef="#ctx0" brushRef="#br0">0 85 24575,'7'-13'0,"-3"4"0,1-1 0,0 1 0,10-12 0,-13 21 0,-2 8 0,-4 10 0,1-7 0,0-4 0,1 0 0,0 0 0,0 0 0,1 0 0,0 1 0,0 7 0,1-14 0,0 0 0,0 1 0,0-1 0,1 0 0,-1 1 0,1-1 0,-1 0 0,1 1 0,-1-1 0,1 0 0,0 0 0,-1 0 0,1 0 0,0 1 0,0-1 0,0 0 0,0 0 0,0-1 0,0 1 0,0 0 0,0 0 0,0 0 0,0-1 0,1 1 0,-1 0 0,0-1 0,0 0 0,1 1 0,-1-1 0,0 0 0,1 1 0,-1-1 0,1 0 0,-1 0 0,0 0 0,1 0 0,-1 0 0,0 0 0,2-1 0,2 1 0,-1-1 0,0 0 0,1 0 0,-1 0 0,0 0 0,0-1 0,0 0 0,0 0 0,0 0 0,0 0 0,0 0 0,-1-1 0,1 0 0,-1 1 0,0-1 0,0 0 0,0-1 0,0 1 0,0-1 0,-1 1 0,5-8 0,-6 8 0,0 1 0,0 0 0,-1 0 0,1-1 0,0 1 0,-1 0 0,1-1 0,-1 1 0,0-1 0,0 1 0,0-1 0,0 1 0,0 0 0,-1-1 0,1 1 0,-1-1 0,1 1 0,-1 0 0,0-1 0,0 1 0,0 0 0,0 0 0,0 0 0,-1 0 0,1 0 0,-1 0 0,1 0 0,-1 0 0,0 0 0,1 1 0,-1-1 0,0 1 0,0-1 0,0 1 0,0 0 0,-1 0 0,1 0 0,0 0 0,-5-1 0,-27-6-1365,18 7-5461</inkml:trace>
</inkml:ink>
</file>

<file path=ppt/ink/ink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08:03.338"/>
    </inkml:context>
    <inkml:brush xml:id="br0">
      <inkml:brushProperty name="width" value="0.05" units="cm"/>
      <inkml:brushProperty name="height" value="0.05" units="cm"/>
    </inkml:brush>
  </inkml:definitions>
  <inkml:trace contextRef="#ctx0" brushRef="#br0">48 25 24575,'-2'-2'0,"-1"-2"0,1-3 0,-4-1 0,-1 4 0,1 5 0,1 5 0,0 8 0,1 8 0,0 8 0,2 7 0,1 5 0,0-5-8191</inkml:trace>
</inkml:ink>
</file>

<file path=ppt/ink/ink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08:12.335"/>
    </inkml:context>
    <inkml:brush xml:id="br0">
      <inkml:brushProperty name="width" value="0.05" units="cm"/>
      <inkml:brushProperty name="height" value="0.05" units="cm"/>
    </inkml:brush>
  </inkml:definitions>
  <inkml:trace contextRef="#ctx0" brushRef="#br0">45 43 24575,'-4'0'0,"0"0"0,0-1 0,0 1 0,0-1 0,0 0 0,-5-3 0,9 4 0,-1 0 0,1 0 0,-1 0 0,1 0 0,-1-1 0,0 1 0,1 0 0,-1 0 0,1-1 0,-1 1 0,1 0 0,0-1 0,-1 1 0,1 0 0,-1-1 0,1 1 0,0-1 0,-1 1 0,1-1 0,0 1 0,-1-1 0,1 1 0,0-1 0,0 1 0,-1-1 0,1 0 0,0 1 0,0-1 0,0 1 0,0-1 0,0 1 0,0-1 0,0 0 0,0 1 0,0-1 0,0 1 0,0-1 0,0 0 0,1 1 0,-1-1 0,0 1 0,0-1 0,1 1 0,-1-1 0,0 1 0,0-1 0,1 1 0,-1-1 0,1 1 0,-1 0 0,0-1 0,2 0 0,-1 0 0,1-1 0,0 1 0,0 0 0,0 0 0,0 0 0,0 0 0,0 0 0,0 1 0,1-1 0,-1 1 0,0-1 0,0 1 0,0 0 0,1 0 0,2 0 0,38 3 0,-37-2 0,30 4 65,189 17-1495,-188-21-5396</inkml:trace>
</inkml:ink>
</file>

<file path=ppt/ink/ink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08:12.520"/>
    </inkml:context>
    <inkml:brush xml:id="br0">
      <inkml:brushProperty name="width" value="0.05" units="cm"/>
      <inkml:brushProperty name="height" value="0.05" units="cm"/>
    </inkml:brush>
  </inkml:definitions>
  <inkml:trace contextRef="#ctx0" brushRef="#br0">20 3 24575,'-2'-2'0,"1"2"0,3 2 0,3 3 0,3 5 0,4 4 0,2 6 0,-2 6 0,-2 4 0,-6 3 0,-6 4 0,-8 2 0,-8 0 0,-9 0 0,1-8-8191</inkml:trace>
</inkml:ink>
</file>

<file path=ppt/ink/ink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08:12.939"/>
    </inkml:context>
    <inkml:brush xml:id="br0">
      <inkml:brushProperty name="width" value="0.05" units="cm"/>
      <inkml:brushProperty name="height" value="0.05" units="cm"/>
    </inkml:brush>
  </inkml:definitions>
  <inkml:trace contextRef="#ctx0" brushRef="#br0">28 8 24575,'-2'0'0,"-3"0"0,-2 0 0,-2 0 0,4 0 0,8 0 0,8 0 0,11 0 0,12 0 0,11 0 0,11 0 0,6 0 0,2 0 0,-2-2 0,-3-1 0,-12 0-8191</inkml:trace>
</inkml:ink>
</file>

<file path=ppt/ink/ink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08:13.110"/>
    </inkml:context>
    <inkml:brush xml:id="br0">
      <inkml:brushProperty name="width" value="0.05" units="cm"/>
      <inkml:brushProperty name="height" value="0.05" units="cm"/>
    </inkml:brush>
  </inkml:definitions>
  <inkml:trace contextRef="#ctx0" brushRef="#br0">24 20 24575,'-4'-2'0,"-4"-1"0,1-2 0,2 1 0,7 0 0,6 3 0,7 4 0,6 1 0,6 4 0,2 5 0,2 3 0,-2 5 0,-6 1 0,-9 3 0,-10 2 0,-13 2 0,-10 2 0,-3-4-8191</inkml:trace>
</inkml:ink>
</file>

<file path=ppt/ink/ink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08:13.683"/>
    </inkml:context>
    <inkml:brush xml:id="br0">
      <inkml:brushProperty name="width" value="0.05" units="cm"/>
      <inkml:brushProperty name="height" value="0.05" units="cm"/>
    </inkml:brush>
  </inkml:definitions>
  <inkml:trace contextRef="#ctx0" brushRef="#br0">5 177 24575,'0'1'0,"0"-1"0,0 0 0,0 0 0,-1 0 0,1 0 0,0 0 0,0 0 0,0 0 0,0 0 0,0 0 0,0 0 0,-1 0 0,1 0 0,0 0 0,0 0 0,0 0 0,0 0 0,0 0 0,-1 0 0,1 0 0,0 0 0,0 0 0,0 0 0,0 0 0,0 0 0,0-1 0,0 1 0,-1 0 0,1 0 0,0 0 0,0 0 0,0 0 0,0 0 0,0 0 0,0 0 0,0-1 0,0 1 0,0 0 0,0 0 0,-1 0 0,1 0 0,0 0 0,0 0 0,0 0 0,0-1 0,0 1 0,0 0 0,6-6 0,12-3 0,27-1 0,-1 3 0,1 2 0,59 0 0,1 0 0,-88 4 0,-2 0 0,0 0 0,18-5 0,-32 6 0,-1 0 0,0 0 0,0 0 0,1 0 0,-1 0 0,0 0 0,1 0 0,-1 0 0,0-1 0,1 1 0,-1 0 0,0 0 0,0 0 0,1 0 0,-1 0 0,0 0 0,0-1 0,1 1 0,-1 0 0,0 0 0,0 0 0,1-1 0,-1 1 0,0 0 0,0 0 0,0-1 0,0 1 0,0 0 0,1 0 0,-1-1 0,0 1 0,0 0 0,0-1 0,0 1 0,0 0 0,0-1 0,0 1 0,0 0 0,0 0 0,0-1 0,0 1 0,0 0 0,0-1 0,0 1 0,-13-13 0,-28-10 0,38 22 0,-23-11 0,14 6 0,0 0 0,0 0 0,0-1 0,-20-16 0,32 23 0,-1 0 0,1-1 0,-1 1 0,1 0 0,-1 0 0,1-1 0,0 1 0,-1 0 0,1-1 0,-1 1 0,1-1 0,0 1 0,-1-1 0,1 1 0,0-1 0,0 1 0,-1-1 0,1 1 0,0-1 0,0 1 0,0-1 0,0 1 0,-1-1 0,1 1 0,0-1 0,0 1 0,0-2 0,14 2 0,24 13 0,-16-3 0,-1 1 0,0 1 0,-1 1 0,22 18 0,-34-24 0,-1-1 0,0 1 0,-1 1 0,0-1 0,9 15 0,-12-17 0,-1-1 0,1 1 0,-1 0 0,-1 0 0,1 0 0,-1 0 0,0 1 0,0-1 0,0 0 0,-1 0 0,1 8 0,-2-8-124,0 0 0,0-1 0,0 1 0,0 0 0,0-1 0,-1 1-1,0-1 1,0 0 0,0 0 0,-5 6 0,-10 13-6702</inkml:trace>
</inkml:ink>
</file>

<file path=ppt/ink/ink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08:14.089"/>
    </inkml:context>
    <inkml:brush xml:id="br0">
      <inkml:brushProperty name="width" value="0.05" units="cm"/>
      <inkml:brushProperty name="height" value="0.05" units="cm"/>
    </inkml:brush>
  </inkml:definitions>
  <inkml:trace contextRef="#ctx0" brushRef="#br0">88 24 24575,'-8'0'0,"-4"1"0,0-2 0,0 1 0,0-2 0,-19-3 0,42 2 0,13 1 0,325-9-1365,-318 10-5461</inkml:trace>
</inkml:ink>
</file>

<file path=ppt/ink/ink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08:14.274"/>
    </inkml:context>
    <inkml:brush xml:id="br0">
      <inkml:brushProperty name="width" value="0.05" units="cm"/>
      <inkml:brushProperty name="height" value="0.05" units="cm"/>
    </inkml:brush>
  </inkml:definitions>
  <inkml:trace contextRef="#ctx0" brushRef="#br0">128 111 24575,'-7'-3'0,"-57"-33"0,58 32 0,0-1 0,0 1 0,0-1 0,1 0 0,0 0 0,0-1 0,-7-9 0,12 14 0,-1 0 0,0 1 0,1-1 0,-1 0 0,1 0 0,-1 0 0,1 0 0,0 0 0,-1 0 0,1 0 0,0 0 0,0 0 0,0 0 0,-1 0 0,1-1 0,1 0 0,-1 2 0,0-1 0,0 1 0,0 0 0,1-1 0,-1 1 0,0 0 0,0 0 0,1-1 0,-1 1 0,0 0 0,1 0 0,-1-1 0,0 1 0,1 0 0,-1 0 0,0 0 0,1 0 0,-1 0 0,0-1 0,1 1 0,-1 0 0,1 0 0,-1 0 0,0 0 0,1 0 0,-1 0 0,1 0 0,-1 0 0,4 1 0,-1 0 0,1-1 0,-1 1 0,0 0 0,0 0 0,1 1 0,-1-1 0,3 3 0,5 3 29,-2 0-1,1 1 1,-1 0-1,0 0 0,0 1 1,-1 0-1,-1 1 1,1 0-1,-1 0 1,-1 1-1,7 14 1,-10-18-115,0 0 1,0 0 0,-1 1-1,0-1 1,0 1 0,-1-1-1,0 1 1,-1 0 0,1-1-1,-1 1 1,-1 0 0,1-1-1,-2 1 1,1 0 0,-1-1-1,0 0 1,0 1 0,-1-1-1,-3 8 1,-11 12-6741</inkml:trace>
</inkml:ink>
</file>

<file path=ppt/ink/ink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08:26.923"/>
    </inkml:context>
    <inkml:brush xml:id="br0">
      <inkml:brushProperty name="width" value="0.05" units="cm"/>
      <inkml:brushProperty name="height" value="0.05" units="cm"/>
    </inkml:brush>
  </inkml:definitions>
  <inkml:trace contextRef="#ctx0" brushRef="#br0">217 2 24575,'-29'0'0,"14"-1"0,-1 1 0,0 0 0,1 1 0,-30 7 0,41-7 0,0 0 0,0 0 0,0 1 0,1 0 0,-1 0 0,0 0 0,1 0 0,-1 1 0,1-1 0,0 1 0,0 0 0,0 0 0,0 0 0,0 0 0,1 1 0,-1-1 0,1 1 0,0-1 0,0 1 0,0 0 0,1 0 0,-3 8 0,1 1 0,0 1 0,1-1 0,0 1 0,2 0 0,-1 0 0,2-1 0,3 29 0,-3-36 0,0 1 0,1-1 0,-1 1 0,2-1 0,-1 0 0,0 0 0,1 0 0,0 0 0,1 0 0,-1 0 0,1-1 0,0 0 0,0 0 0,1 0 0,0 0 0,0-1 0,0 1 0,8 4 0,-9-7 0,-1 0 0,1-1 0,-1 0 0,1 1 0,0-2 0,0 1 0,-1 0 0,1-1 0,0 1 0,0-1 0,0 0 0,-1 0 0,1-1 0,0 1 0,6-2 0,-4 0 0,1-1 0,-1 1 0,-1-1 0,1 0 0,0 0 0,-1-1 0,1 0 0,8-8 0,-7 6 0,-1-1 0,0 0 0,0 0 0,0 0 0,-1-1 0,0 0 0,-1 0 0,1 0 0,-1 0 0,-1-1 0,0 0 0,0 0 0,1-10 0,-3 14 16,-1 0-1,0 1 1,0-1-1,0 0 1,-1 0-1,1 1 1,-1-1-1,0 0 1,-1 1-1,1-1 1,-1 1-1,0-1 1,0 1-1,0 0 1,-1 0-1,1 0 1,-1 0 0,0 0-1,0 1 1,0-1-1,-7-4 1,4 3-130,0 2 0,0-1 0,0 1 0,0-1 1,0 2-1,-1-1 0,1 1 0,-1 0 1,0 0-1,0 1 0,0 0 0,0 0 1,0 1-1,-7 0 0,-9 1-6712</inkml:trace>
</inkml:ink>
</file>

<file path=ppt/ink/ink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08:27.310"/>
    </inkml:context>
    <inkml:brush xml:id="br0">
      <inkml:brushProperty name="width" value="0.05" units="cm"/>
      <inkml:brushProperty name="height" value="0.05" units="cm"/>
    </inkml:brush>
  </inkml:definitions>
  <inkml:trace contextRef="#ctx0" brushRef="#br0">1 27 24575,'0'-4'0,"0"-3"0,0-3 0,0 5 0,0 4 0,2 10 0,3 6 0,4 7 0,3 6 0,1 6 0,0 3 0,-1-5-8191</inkml:trace>
</inkml:ink>
</file>

<file path=ppt/ink/ink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08:27.793"/>
    </inkml:context>
    <inkml:brush xml:id="br0">
      <inkml:brushProperty name="width" value="0.05" units="cm"/>
      <inkml:brushProperty name="height" value="0.05" units="cm"/>
    </inkml:brush>
  </inkml:definitions>
  <inkml:trace contextRef="#ctx0" brushRef="#br0">1 95 24575,'19'-19'0,"-12"12"0,-1 0 0,1 1 0,14-10 0,-10 8 0,2 1 0,21-9 0,-30 15 0,1-1 0,-1 1 0,0-1 0,1 1 0,0 0 0,-1 1 0,1-1 0,-1 1 0,1 0 0,0 0 0,8 2 0,-12-2 0,0 1 0,0-1 0,0 0 0,0 1 0,0-1 0,0 1 0,-1-1 0,1 1 0,0 0 0,0-1 0,-1 1 0,1 0 0,0-1 0,-1 1 0,1 0 0,-1 0 0,1-1 0,-1 1 0,1 0 0,-1 0 0,0 0 0,1 0 0,-1 0 0,0 0 0,0 0 0,0 0 0,0 0 0,0 0 0,0 0 0,0-1 0,0 1 0,0 0 0,0 0 0,0 0 0,0 0 0,-1 0 0,1 0 0,0 0 0,-1 0 0,1 0 0,-1-1 0,0 2 0,-3 6 0,0 0 0,0 0 0,-9 10 0,11-15 0,-62 75 0,39-49 0,-30 43 0,53-69 0,0 1 0,0-1 0,0 1 0,0-1 0,1 1 0,0-1 0,-1 1 0,0 6 0,2-9 0,0 0 0,0 0 0,0 1 0,0-1 0,1 0 0,-1 0 0,0 0 0,0 0 0,1 0 0,-1 0 0,1 1 0,-1-1 0,1 0 0,-1 0 0,1 0 0,0 0 0,-1-1 0,1 1 0,0 0 0,0 0 0,0 0 0,-1-1 0,1 1 0,0 0 0,0-1 0,0 1 0,0 0 0,0-1 0,0 0 0,1 1 0,-1-1 0,1 1 0,16 2-127,0 0-1,0-1 0,0-1 1,0 0-1,0-2 0,19-2 1,-28 3-345,35-4-6354</inkml:trace>
</inkml:ink>
</file>

<file path=ppt/ink/ink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08:28.337"/>
    </inkml:context>
    <inkml:brush xml:id="br0">
      <inkml:brushProperty name="width" value="0.05" units="cm"/>
      <inkml:brushProperty name="height" value="0.05" units="cm"/>
    </inkml:brush>
  </inkml:definitions>
  <inkml:trace contextRef="#ctx0" brushRef="#br0">9 101 24575,'-1'-1'0,"1"0"0,-1-1 0,0 1 0,0 0 0,1 0 0,-1 0 0,0-1 0,1 1 0,-1 0 0,1-1 0,0 1 0,-1 0 0,1-1 0,0 1 0,0-1 0,0 1 0,0 0 0,0-1 0,0 1 0,0-1 0,1 1 0,-1 0 0,0-1 0,1 1 0,-1 0 0,1-1 0,0 1 0,-1 0 0,1 0 0,0 0 0,0-1 0,-1 1 0,1 0 0,0 0 0,2-1 0,1-3 0,1 0 0,1 0 0,-1 1 0,0 0 0,11-7 0,-8 8 0,0 0 0,-1 0 0,1 0 0,0 1 0,0 0 0,0 1 0,1-1 0,-1 2 0,0-1 0,15 2 0,-20-1 0,1 1 0,-1-1 0,1 1 0,-1 0 0,0 0 0,1 0 0,-1 1 0,0-1 0,0 1 0,0-1 0,0 1 0,4 3 0,-5-3 0,-1 0 0,1 0 0,-1 0 0,1 0 0,-1 0 0,0 1 0,0-1 0,0 0 0,0 1 0,0-1 0,0 0 0,0 1 0,-1-1 0,0 1 0,1-1 0,-1 1 0,0-1 0,0 1 0,0 2 0,-1 0 0,0 0 0,0 0 0,0-1 0,0 1 0,-1 0 0,0-1 0,0 1 0,0-1 0,0 0 0,-6 7 0,-35 39 0,4-5 0,38-44 0,0 1 0,0-1 0,1 0 0,-1 1 0,0-1 0,1 1 0,-1-1 0,1 1 0,0-1 0,-1 1 0,1-1 0,0 1 0,0 0 0,0-1 0,0 1 0,0-1 0,0 1 0,0-1 0,1 1 0,-1-1 0,1 1 0,-1-1 0,1 1 0,-1-1 0,1 1 0,0-1 0,0 0 0,0 1 0,-1-1 0,1 0 0,1 0 0,-1 1 0,0-1 0,0 0 0,0 0 0,1 0 0,0 0 0,8 6 0,0-1 0,0-1 0,0 1 0,13 3 0,-9-3 0,1 1 0,37 19 0,-49-25 0,-1 1 0,1 0 0,-1-1 0,0 1 0,1 0 0,-1 0 0,0 0 0,-1 0 0,1 1 0,0-1 0,-1 0 0,1 1 0,-1-1 0,1 1 0,-1 0 0,1 3 0,-2-3 13,0-1 0,0 0-1,0 0 1,0 0-1,-1 0 1,1 0 0,-1 0-1,1 0 1,-1 0 0,0 0-1,0 0 1,0-1-1,0 1 1,0 0 0,0 0-1,0-1 1,-1 1 0,1-1-1,-1 1 1,1-1-1,-1 0 1,1 1 0,-1-1-1,0 0 1,0 0 0,-3 1-1,-5 4-401,-1-1 1,1-1-1,-15 4 0,24-7 238,-35 9-6675</inkml:trace>
</inkml:ink>
</file>

<file path=ppt/ink/ink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08:31.285"/>
    </inkml:context>
    <inkml:brush xml:id="br0">
      <inkml:brushProperty name="width" value="0.05" units="cm"/>
      <inkml:brushProperty name="height" value="0.05" units="cm"/>
    </inkml:brush>
  </inkml:definitions>
  <inkml:trace contextRef="#ctx0" brushRef="#br0">55 14 24575,'0'0'0,"0"-1"0,0 1 0,0 0 0,0-1 0,0 1 0,0 0 0,0-1 0,0 1 0,0 0 0,1-1 0,-1 1 0,0 0 0,0-1 0,0 1 0,0 0 0,1 0 0,-1-1 0,0 1 0,0 0 0,0 0 0,1-1 0,-1 1 0,0 0 0,1 0 0,-1 0 0,0-1 0,0 1 0,1 0 0,-1 0 0,0 0 0,1 0 0,-1 0 0,0 0 0,1 0 0,-1-1 0,0 1 0,1 0 0,-1 0 0,0 0 0,1 0 0,-1 1 0,0-1 0,1 0 0,-1 0 0,0 0 0,1 0 0,-1 0 0,0 0 0,1 0 0,-1 1 0,0-1 0,1 0 0,-1 0 0,0 0 0,0 1 0,1-1 0,-1 0 0,0 0 0,1 1 0,0 0 0,1 0 0,0 0 0,-1 1 0,1-1 0,-1 0 0,1 1 0,-1-1 0,0 1 0,2 2 0,-2-3 0,-1 0 0,1 0 0,-1 0 0,0 0 0,0 0 0,1 0 0,-1 0 0,0 0 0,0 0 0,0 0 0,0 0 0,0 1 0,0-1 0,0 0 0,0 0 0,-1 0 0,1 0 0,0 0 0,-1 0 0,1 0 0,-1 0 0,1 0 0,-1-1 0,1 1 0,-2 1 0,1 0 0,-1-1 0,1 0 0,-1 0 0,1 0 0,-1-1 0,1 1 0,-1 0 0,0-1 0,1 1 0,-1-1 0,0 1 0,0-1 0,-3 1 0,2-1 0,0 0 0,1 0 0,-1 0 0,0 0 0,0 0 0,0 0 0,1-1 0,-1 0 0,0 1 0,1-1 0,-1 0 0,0 0 0,1 0 0,-1-1 0,1 1 0,0-1 0,-1 1 0,1-1 0,-3-3 0,4 4 0,1 1 0,0-1 0,0 0 0,0 0 0,0 0 0,-1 0 0,1 1 0,0-1 0,1 0 0,-1 0 0,0 0 0,0 0 0,0 1 0,0-1 0,1 0 0,-1 0 0,0 1 0,1-1 0,-1 0 0,0 0 0,1 1 0,-1-1 0,1 0 0,-1 1 0,1-1 0,0 1 0,-1-1 0,1 0 0,-1 1 0,1-1 0,0 1 0,0 0 0,-1-1 0,1 1 0,0 0 0,0-1 0,-1 1 0,2 0 0,31-12 0,15 6 0,-46 5 0,1 1 0,-1 0 0,1 1 0,-1-1 0,0 0 0,1 1 0,-1-1 0,1 1 0,-1 0 0,0 0 0,0 0 0,1 0 0,-1 0 0,0 0 0,0 1 0,3 2 0,-4-3 0,-1-1 0,1 1 0,-1 0 0,1-1 0,-1 1 0,0 0 0,1 0 0,-1-1 0,0 1 0,1 0 0,-1 0 0,0 0 0,0-1 0,0 1 0,0 0 0,0 0 0,0 0 0,0-1 0,0 1 0,0 0 0,0 0 0,0 0 0,-1-1 0,1 1 0,0 0 0,-1 0 0,1-1 0,0 1 0,-1 0 0,1 0 0,-1-1 0,1 1 0,-1-1 0,1 1 0,-1 0 0,0-1 0,1 1 0,-1-1 0,0 1 0,1-1 0,-1 0 0,0 1 0,1-1 0,-2 1 0,0 0 0,0 0 0,0 0 0,0 0 0,0 0 0,0 0 0,-1 0 0,1-1 0,0 1 0,0-1 0,-1 0 0,1 0 0,0 1 0,-1-1 0,1-1 0,-3 1 0,-6-6-1365,3 0-5461</inkml:trace>
</inkml:ink>
</file>

<file path=ppt/ink/ink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08:31.598"/>
    </inkml:context>
    <inkml:brush xml:id="br0">
      <inkml:brushProperty name="width" value="0.05" units="cm"/>
      <inkml:brushProperty name="height" value="0.05" units="cm"/>
    </inkml:brush>
  </inkml:definitions>
  <inkml:trace contextRef="#ctx0" brushRef="#br0">31 24 24575,'-7'-7'0,"-12"-9"0,19 16 0,0 0 0,0 0 0,0 0 0,0 0 0,-1 0 0,1 0 0,0 0 0,0 0 0,0 0 0,0 0 0,-1 0 0,1 0 0,0 0 0,0 0 0,0 0 0,0 0 0,-1 0 0,1 0 0,0 1 0,0-1 0,0 0 0,0 0 0,0 0 0,-1 0 0,1 0 0,0 0 0,0 1 0,0-1 0,0 0 0,0 0 0,0 0 0,0 0 0,0 0 0,0 1 0,0-1 0,0 0 0,0 0 0,-1 0 0,1 1 0,1 17 0,4 12 0,16 52 0,-1-5 0,-11-39 106,-3-16-351,-1 0 0,-1 1 0,-1 0-1,-1-1 1,-1 41 0,-4-49-6581</inkml:trace>
</inkml:ink>
</file>

<file path=ppt/ink/ink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08:31.830"/>
    </inkml:context>
    <inkml:brush xml:id="br0">
      <inkml:brushProperty name="width" value="0.05" units="cm"/>
      <inkml:brushProperty name="height" value="0.05" units="cm"/>
    </inkml:brush>
  </inkml:definitions>
  <inkml:trace contextRef="#ctx0" brushRef="#br0">31 302 24575,'-2'-61'0,"-3"-1"0,-14-60 0,18 114 0,0 3 0,0 0 0,0 0 0,0 0 0,1-1 0,0-5 0,0 10 0,0 1 0,0-1 0,1 1 0,-1-1 0,0 1 0,0-1 0,0 1 0,1-1 0,-1 1 0,0-1 0,0 1 0,1-1 0,-1 1 0,0-1 0,1 1 0,-1 0 0,0-1 0,1 1 0,-1 0 0,1-1 0,-1 1 0,1-1 0,0 1 0,0 0 0,0 0 0,0 0 0,0 0 0,0 0 0,0 0 0,0 0 0,0 0 0,0 0 0,0 1 0,0-1 0,0 0 0,0 1 0,0-1 0,0 0 0,1 2 0,10 5 0,-1 0 0,0 1 0,-1 0 0,0 0 0,0 1 0,-1 1 0,0 0 0,0 0 0,-1 1 0,-1 0 0,0 0 0,0 0 0,-1 1 0,-1 0 0,0 1 0,5 17 0,-9-27 17,-1 0-1,0 0 0,1 0 0,-1 0 1,0 0-1,0 0 0,0 0 0,-1 0 1,1 0-1,-1 0 0,0 0 0,0-1 1,0 1-1,0 0 0,0 0 0,0-1 1,-1 1-1,1-1 0,-1 1 0,-2 2 1,1-2-139,0 0 0,0-1 0,-1 1 0,1-1 0,-1 0 0,0 0 0,1 0 0,-1-1 0,0 1 1,0-1-1,0 0 0,0 0 0,-7 1 0,-7 0-6704</inkml:trace>
</inkml:ink>
</file>

<file path=ppt/ink/ink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08:32.233"/>
    </inkml:context>
    <inkml:brush xml:id="br0">
      <inkml:brushProperty name="width" value="0.05" units="cm"/>
      <inkml:brushProperty name="height" value="0.05" units="cm"/>
    </inkml:brush>
  </inkml:definitions>
  <inkml:trace contextRef="#ctx0" brushRef="#br0">0 1 24575,'24'9'0,"-10"-3"0,7 1 0,0 1 0,0 1 0,-1 0 0,24 16 0,-40-22 0,1 1 0,-1-1 0,0 1 0,1 0 0,-2 0 0,1 0 0,0 1 0,-1-1 0,6 11 0,-8-12 0,0 0 0,0 0 0,0 1 0,0-1 0,0 1 0,-1-1 0,0 0 0,1 1 0,-1-1 0,-1 1 0,1-1 0,0 1 0,-1-1 0,0 1 0,1-1 0,-1 0 0,-3 6 0,2-6 0,0 0 0,0 0 0,0 0 0,0 0 0,-1 0 0,1-1 0,-1 1 0,1-1 0,-1 1 0,0-1 0,0 0 0,0-1 0,-7 4 0,9-4 0,0-1 0,0 1 0,0-1 0,0 0 0,0 1 0,0-1 0,0 0 0,0 1 0,0-1 0,0 0 0,0 0 0,-1 0 0,1 0 0,0 0 0,0 0 0,0-1 0,0 1 0,0 0 0,0 0 0,0-1 0,0 1 0,0-1 0,0 1 0,0-1 0,0 1 0,0-1 0,0 0 0,1 1 0,-1-1 0,0 0 0,0 0 0,1 1 0,-1-1 0,0 0 0,1 0 0,-1 0 0,1 0 0,-1 0 0,1 0 0,-1 0 0,1 0 0,0 0 0,0 0 0,-1 0 0,1 0 0,0 0 0,0 0 0,0 0 0,0-2 0,0-2 0,0-1 0,1 1 0,0 0 0,0-1 0,0 1 0,0 0 0,1 0 0,0 0 0,0 0 0,0 0 0,1 0 0,0 0 0,0 1 0,4-5 0,1-2 0,0 1 0,1 0 0,1 1 0,16-14 0,-23 21 0,0 0 0,-1 0 0,1 0 0,0 0 0,0 0 0,0 1 0,1-1 0,-1 1 0,0 0 0,1 0 0,-1 0 0,0 1 0,1-1 0,-1 1 0,8 0 0,-9 0 0,1 1 0,-1 0 0,1 0 0,-1 0 0,0 0 0,1 1 0,-1-1 0,0 1 0,0-1 0,0 1 0,0 0 0,0 0 0,0 0 0,0 0 0,-1 0 0,1 0 0,-1 0 0,1 0 0,-1 1 0,0-1 0,1 3 0,19 48 333,6 11-2031,-23-56-5128</inkml:trace>
</inkml:ink>
</file>

<file path=ppt/ink/ink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08:32.404"/>
    </inkml:context>
    <inkml:brush xml:id="br0">
      <inkml:brushProperty name="width" value="0.05" units="cm"/>
      <inkml:brushProperty name="height" value="0.05" units="cm"/>
    </inkml:brush>
  </inkml:definitions>
  <inkml:trace contextRef="#ctx0" brushRef="#br0">78 12 24575,'-4'0'0,"-3"-2"0,-5 0 0,-1-1 0,-2 1 0,0 1 0,3 0-8191</inkml:trace>
</inkml:ink>
</file>

<file path=ppt/ink/ink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08:32.683"/>
    </inkml:context>
    <inkml:brush xml:id="br0">
      <inkml:brushProperty name="width" value="0.05" units="cm"/>
      <inkml:brushProperty name="height" value="0.05" units="cm"/>
    </inkml:brush>
  </inkml:definitions>
  <inkml:trace contextRef="#ctx0" brushRef="#br0">176 105 24575,'1'-14'0,"-1"5"0,0-1 0,0 1 0,0-1 0,-5-17 0,5 25 0,0 1 0,-1 0 0,1 0 0,-1-1 0,1 1 0,-1 0 0,1 0 0,-1 0 0,0-1 0,1 1 0,-1 0 0,0 0 0,0 0 0,0 0 0,0 1 0,0-1 0,0 0 0,0 0 0,0 0 0,0 1 0,-1-1 0,1 1 0,0-1 0,0 1 0,-1-1 0,1 1 0,0 0 0,-1 0 0,1-1 0,0 1 0,0 0 0,-1 0 0,1 0 0,0 0 0,-1 1 0,1-1 0,0 0 0,-1 1 0,1-1 0,0 0 0,0 1 0,-3 1 0,-4 2 0,-1 0 0,1 0 0,0 1 0,1 1 0,-1-1 0,1 1 0,0 0 0,0 1 0,1 0 0,0 0 0,0 0 0,1 1 0,-1-1 0,2 1 0,-1 1 0,-3 9 0,6-14 0,0 1 0,1-1 0,-1 1 0,1 0 0,0-1 0,0 1 0,1 0 0,-1 0 0,1-1 0,0 1 0,1 0 0,-1 0 0,1-1 0,0 1 0,0 0 0,0-1 0,1 1 0,-1-1 0,1 1 0,0-1 0,1 0 0,-1 0 0,1 0 0,0 0 0,-1 0 0,2 0 0,-1-1 0,0 0 0,1 1 0,0-1 0,-1 0 0,9 4 0,-5-3-227,1-1-1,0 1 1,0-1-1,0-1 1,13 3-1,10 1-6598</inkml:trace>
</inkml:ink>
</file>

<file path=ppt/ink/ink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08:33.042"/>
    </inkml:context>
    <inkml:brush xml:id="br0">
      <inkml:brushProperty name="width" value="0.05" units="cm"/>
      <inkml:brushProperty name="height" value="0.05" units="cm"/>
    </inkml:brush>
  </inkml:definitions>
  <inkml:trace contextRef="#ctx0" brushRef="#br0">103 117 24575,'-5'0'0,"0"0"0,0 0 0,0 0 0,0 1 0,0 0 0,0 0 0,0 0 0,0 1 0,1-1 0,-1 1 0,-6 3 0,9 0 0,10-2 0,10-1 0,2-1 0,0-1 0,0-1 0,24-5 0,-35 4 0,0 0 0,0 0 0,-1-1 0,1 0 0,-1 0 0,0-1 0,0 0 0,0 0 0,12-10 0,-18 13 0,-1-1 0,1 1 0,-1 0 0,1-1 0,-1 1 0,0-1 0,0 0 0,1 1 0,-1-1 0,0 0 0,0 0 0,-1 0 0,1 1 0,0-1 0,-1 0 0,1 0 0,-1 0 0,1-3 0,-1 3 0,-1 0 0,1 1 0,0-1 0,-1 0 0,1 1 0,-1-1 0,0 0 0,1 1 0,-1-1 0,0 1 0,0-1 0,0 1 0,0-1 0,0 1 0,-1 0 0,1-1 0,-2 0 0,-1-2 0,-1 1 0,0 0 0,0 0 0,-1 0 0,1 1 0,0-1 0,-1 1 0,0 1 0,1-1 0,-1 1 0,-8-1 0,3 2 0,0 0 0,-1 1 0,1 0 0,-1 0 0,1 2 0,0-1 0,0 1 0,0 1 0,-18 9 0,24-11 0,0 1 0,0 0 0,0 0 0,1 1 0,-1-1 0,1 1 0,0 0 0,0 0 0,-5 8 0,7-9 0,0 0 0,1 1 0,-1-1 0,1 0 0,0 0 0,0 1 0,0-1 0,0 1 0,1-1 0,-1 1 0,1-1 0,0 1 0,0-1 0,0 1 0,0-1 0,2 6 0,0-3 23,0-1 0,0 0 0,0 1-1,1-1 1,-1 0 0,1-1 0,0 1-1,1 0 1,-1-1 0,1 0 0,0 0-1,0 0 1,0 0 0,9 5 0,1 0-450,1 0 0,0-1 1,23 10-1,2-3-6399</inkml:trace>
</inkml:ink>
</file>

<file path=ppt/ink/ink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08:33.481"/>
    </inkml:context>
    <inkml:brush xml:id="br0">
      <inkml:brushProperty name="width" value="0.05" units="cm"/>
      <inkml:brushProperty name="height" value="0.05" units="cm"/>
    </inkml:brush>
  </inkml:definitions>
  <inkml:trace contextRef="#ctx0" brushRef="#br0">25 49 24575,'-2'-2'0,"-2"-1"0,-4-1 0,1-3 0,3 0 0,4 0 0,7 0 0,7 2 0,8 2 0,6 1 0,4 1 0,3 1 0,1 0 0,1 0 0,-6 0-8191</inkml:trace>
</inkml:ink>
</file>

<file path=ppt/ink/ink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08:33.654"/>
    </inkml:context>
    <inkml:brush xml:id="br0">
      <inkml:brushProperty name="width" value="0.05" units="cm"/>
      <inkml:brushProperty name="height" value="0.05" units="cm"/>
    </inkml:brush>
  </inkml:definitions>
  <inkml:trace contextRef="#ctx0" brushRef="#br0">70 30 24575,'-4'-2'0,"-3"-3"0,-3-2 0,-1 0 0,-2 1 0,3 3 0,2 5 0,3 6 0,4 7 0,2 5 0,3 8 0,1 4 0,-1 6 0,2 3 0,-1 2 0,-1-3 0,1-3 0,-1-7-8191</inkml:trace>
</inkml:ink>
</file>

<file path=ppt/ink/ink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08:33.824"/>
    </inkml:context>
    <inkml:brush xml:id="br0">
      <inkml:brushProperty name="width" value="0.05" units="cm"/>
      <inkml:brushProperty name="height" value="0.05" units="cm"/>
    </inkml:brush>
  </inkml:definitions>
  <inkml:trace contextRef="#ctx0" brushRef="#br0">145 18 24575,'0'-4'0,"0"-4"0,-1 3 0,-4 5 0,-4 6 0,-5 8 0,-4 6 0,-5 6 0,-2 4 0,-2 4 0,5-4-8191</inkml:trace>
</inkml:ink>
</file>

<file path=ppt/ink/ink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08:33.982"/>
    </inkml:context>
    <inkml:brush xml:id="br0">
      <inkml:brushProperty name="width" value="0.05" units="cm"/>
      <inkml:brushProperty name="height" value="0.05" units="cm"/>
    </inkml:brush>
  </inkml:definitions>
  <inkml:trace contextRef="#ctx0" brushRef="#br0">0 31 24575,'2'-4'0,"3"-3"0,4-1 0,5 2 0,2 1 0,4 5 0,5 8 0,4 5 0,3 8 0,4 5 0,-4-2-8191</inkml:trace>
</inkml:ink>
</file>

<file path=ppt/ink/ink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08:34.400"/>
    </inkml:context>
    <inkml:brush xml:id="br0">
      <inkml:brushProperty name="width" value="0.05" units="cm"/>
      <inkml:brushProperty name="height" value="0.05" units="cm"/>
    </inkml:brush>
  </inkml:definitions>
  <inkml:trace contextRef="#ctx0" brushRef="#br0">55 60 24575,'-43'-54'0,"43"53"0,0 1 0,-1 0 0,1-1 0,0 1 0,0 0 0,-1-1 0,1 1 0,0 0 0,0-1 0,-1 1 0,1 0 0,0 0 0,-1-1 0,1 1 0,0 0 0,-1 0 0,1 0 0,-1 0 0,1-1 0,0 1 0,-1 0 0,1 0 0,0 0 0,-1 0 0,1 0 0,-1 0 0,-2 9 0,8 18 0,-1-12 16,13 54-707,11 81 1,-26-130-6136</inkml:trace>
</inkml:ink>
</file>

<file path=ppt/ink/ink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08:34.542"/>
    </inkml:context>
    <inkml:brush xml:id="br0">
      <inkml:brushProperty name="width" value="0.05" units="cm"/>
      <inkml:brushProperty name="height" value="0.05" units="cm"/>
    </inkml:brush>
  </inkml:definitions>
  <inkml:trace contextRef="#ctx0" brushRef="#br0">14 12 24575,'-2'-2'0,"-2"-2"0,-3-2 0</inkml:trace>
</inkml:ink>
</file>

<file path=ppt/ink/ink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08:34.729"/>
    </inkml:context>
    <inkml:brush xml:id="br0">
      <inkml:brushProperty name="width" value="0.05" units="cm"/>
      <inkml:brushProperty name="height" value="0.05" units="cm"/>
    </inkml:brush>
  </inkml:definitions>
  <inkml:trace contextRef="#ctx0" brushRef="#br0">1 1 24575,'2'0'0,"1"2"0,-1 3 0,0 4 0,0 7 0,-1 6 0,1 6 0,1 6 0,-1 6 0,2 3 0,0 0 0,0 2 0,-2-3 0,0-4 0,-2-7-8191</inkml:trace>
</inkml:ink>
</file>

<file path=ppt/ink/ink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08:35.052"/>
    </inkml:context>
    <inkml:brush xml:id="br0">
      <inkml:brushProperty name="width" value="0.05" units="cm"/>
      <inkml:brushProperty name="height" value="0.05" units="cm"/>
    </inkml:brush>
  </inkml:definitions>
  <inkml:trace contextRef="#ctx0" brushRef="#br0">8 184 24575,'-4'-20'0,"4"19"0,-1 0 0,1 0 0,-1 0 0,1 0 0,0 0 0,0 0 0,-1 0 0,1 0 0,0-1 0,0 1 0,0 0 0,0 0 0,0 0 0,0 0 0,0 0 0,1-1 0,-1 1 0,0 0 0,1 0 0,-1 0 0,0 0 0,1 0 0,0 0 0,-1 0 0,1 0 0,-1 0 0,1 0 0,0 0 0,0 1 0,0-1 0,-1 0 0,1 0 0,0 1 0,0-1 0,0 0 0,0 1 0,1-1 0,9-3 0,1 1 0,-1 0 0,0 0 0,1 1 0,0 1 0,-1 0 0,1 1 0,20 1 0,-4 0 0,61 0 0,89-3 0,-141-6 0,-37 8 0,1 0 0,0 0 0,-1 0 0,1-1 0,-1 1 0,1 0 0,0-1 0,-1 1 0,1 0 0,-1-1 0,1 1 0,0-1 0,-1 1 0,1 0 0,-1-1 0,0 1 0,1-1 0,-1 0 0,1 1 0,-1-1 0,0 1 0,1-1 0,-1 0 0,0 1 0,0-1 0,0 0 0,1 1 0,-1-1 0,0 0 0,0 1 0,0-1 0,0 0 0,0 1 0,0-1 0,0 0 0,0 1 0,-1-1 0,1 0 0,0 1 0,0-1 0,0 0 0,-1 1 0,1-1 0,0 0 0,-1 1 0,0-2 0,-5-5 0,0 1 0,0-1 0,-1 1 0,0 0 0,0 1 0,0 0 0,-1 0 0,0 0 0,0 1 0,0 0 0,0 1 0,0 0 0,-1 0 0,0 1 0,-16-3 0,23 5 0,0-1 0,-1 1 0,1 0 0,0 0 0,0 0 0,0 1 0,0-1 0,-1 0 0,1 1 0,0 0 0,0-1 0,0 1 0,0 0 0,0 0 0,0 0 0,0 0 0,1 0 0,-1 1 0,0-1 0,-2 3 0,2-2 0,1 1 0,-1-1 0,1 1 0,-1 0 0,1 0 0,0-1 0,0 1 0,0 0 0,1 0 0,-1 0 0,1 0 0,-1 0 0,1 4 0,0 3 0,1 0 0,0-1 0,1 1 0,-1 0 0,2 0 0,0-1 0,0 0 0,5 10 0,-3-8-136,1 0-1,1-1 1,0 0-1,0 0 1,1 0-1,1-1 1,-1-1-1,1 1 0,14 8 1,0 0-6690</inkml:trace>
</inkml:ink>
</file>

<file path=ppt/ink/ink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08:35.549"/>
    </inkml:context>
    <inkml:brush xml:id="br0">
      <inkml:brushProperty name="width" value="0.05" units="cm"/>
      <inkml:brushProperty name="height" value="0.05" units="cm"/>
    </inkml:brush>
  </inkml:definitions>
  <inkml:trace contextRef="#ctx0" brushRef="#br0">27 104 24575,'0'-6'0,"-1"0"0,0 0 0,0 0 0,-1 0 0,0 0 0,-4-10 0,3 11 0,1-2 0,-1 1 0,2 0 0,-3-12 0,4 18 0,0 0 0,-1-1 0,1 1 0,0 0 0,0 0 0,0 0 0,0-1 0,0 1 0,0 0 0,0 0 0,0 0 0,0-1 0,0 1 0,0 0 0,0 0 0,0 0 0,0-1 0,0 1 0,0 0 0,0 0 0,0 0 0,1-1 0,-1 1 0,0 0 0,0 0 0,0 0 0,0 0 0,0-1 0,0 1 0,1 0 0,-1 0 0,0 0 0,0 0 0,0 0 0,0 0 0,1-1 0,-1 1 0,0 0 0,0 0 0,8 5 0,6 13 0,-2 4 0,0 0 0,-2 1 0,-1 0 0,-1 0 0,0 1 0,-2 0 0,3 29 0,-9-64 0,1 0 0,0 1 0,0-1 0,1 0 0,0 1 0,1 0 0,6-18 0,-2 11 0,0 0 0,1 0 0,1 1 0,14-20 0,-21 33 0,1-1 0,1 0 0,-1 1 0,0 0 0,1 0 0,0 0 0,0 0 0,4-2 0,-7 4 0,0 1 0,0 0 0,-1-1 0,1 1 0,0 0 0,0-1 0,0 1 0,0 0 0,0 0 0,0 0 0,0 0 0,0 0 0,0 0 0,-1 0 0,1 0 0,0 0 0,0 1 0,2 0 0,-2-1 0,0 1 0,0 0 0,0 0 0,0 0 0,-1 0 0,1 0 0,0 0 0,0 0 0,-1 0 0,1 0 0,0 0 0,-1 0 0,1 0 0,-1 0 0,0 1 0,1-1 0,-1 0 0,0 2 0,2 7 0,-1 0 0,-1 1 0,1-1 0,-3 15 0,1-16 0,0 0 0,1 0 0,1 1 0,-1-1 0,4 14 0,-4-23 0,0 1 0,0-1 0,0 0 0,0 1 0,0-1 0,0 0 0,0 1 0,1-1 0,-1 1 0,0-1 0,0 0 0,0 0 0,1 1 0,-1-1 0,0 0 0,0 1 0,1-1 0,-1 0 0,0 0 0,1 1 0,-1-1 0,0 0 0,1 0 0,-1 0 0,0 0 0,1 1 0,-1-1 0,1 0 0,-1 0 0,0 0 0,1 0 0,-1 0 0,1 0 0,14-7 0,13-22 0,-24 25 0,1-2 0,1 1 0,0-1 0,0 1 0,1 0 0,-1 1 0,1 0 0,0 0 0,0 0 0,0 1 0,11-4 0,-14 6 0,0 0 0,-1 1 0,1-1 0,0 1 0,0 0 0,-1 0 0,1 0 0,0 0 0,-1 1 0,1 0 0,0 0 0,-1 0 0,1 0 0,-1 0 0,1 0 0,-1 1 0,1 0 0,-1 0 0,0 0 0,0 0 0,0 0 0,0 1 0,-1-1 0,4 4 0,-1 0-105,-1 0 0,1 1 0,-1-1 0,-1 1 0,1-1 0,-1 1 0,0 0 0,-1 1 0,0-1 0,0 0 0,0 1 0,0 8 0,0 0-6721</inkml:trace>
</inkml:ink>
</file>

<file path=ppt/ink/ink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08:35.987"/>
    </inkml:context>
    <inkml:brush xml:id="br0">
      <inkml:brushProperty name="width" value="0.05" units="cm"/>
      <inkml:brushProperty name="height" value="0.05" units="cm"/>
    </inkml:brush>
  </inkml:definitions>
  <inkml:trace contextRef="#ctx0" brushRef="#br0">228 110 24575,'1'-2'0,"0"1"0,1 0 0,-1-1 0,0 0 0,0 1 0,0-1 0,-1 1 0,1-1 0,0 0 0,-1 0 0,1 0 0,-1 1 0,1-1 0,-1 0 0,0 0 0,0 0 0,0 0 0,0 0 0,0 1 0,0-1 0,0 0 0,-1 0 0,1 0 0,-1 0 0,1 1 0,-1-1 0,0 0 0,-1-2 0,0 0 0,0 1 0,0-1 0,-1 1 0,1 0 0,-1 0 0,0 0 0,0 0 0,0 0 0,0 1 0,-1-1 0,1 1 0,-4-2 0,-2 1 0,1 0 0,-1 0 0,0 1 0,0 0 0,0 1 0,0 0 0,0 0 0,0 1 0,0 0 0,0 1 0,0 0 0,0 0 0,0 1 0,0 0 0,0 0 0,1 1 0,-16 8 0,22-10 0,1 0 0,-1 0 0,1 1 0,0-1 0,0 0 0,-1 1 0,1-1 0,0 1 0,0-1 0,0 1 0,1-1 0,-1 1 0,0 0 0,1-1 0,-1 1 0,1 0 0,-1 0 0,1 0 0,0-1 0,-1 1 0,1 0 0,0 0 0,1 2 0,0 5 0,0 0 0,1 0 0,5 14 0,0 3 0,-3-3 0,-2 1 0,-1 0 0,-1 0 0,-1 0 0,-1 0 0,-1-1 0,-6 27 0,7-42 0,1 0 0,0 0 0,1 0 0,0 0 0,0 0 0,1-1 0,0 1 0,0 0 0,1 0 0,0 0 0,0-1 0,7 15 0,-6-18 0,-1 0 0,0 0 0,1-1 0,-1 1 0,1-1 0,0 1 0,0-1 0,1 0 0,-1 0 0,1 0 0,-1-1 0,1 1 0,0-1 0,0 0 0,0 0 0,0 0 0,0-1 0,1 1 0,-1-1 0,0 0 0,1 0 0,-1-1 0,1 1 0,4-1 0,16-2-1365,-2-2-5461</inkml:trace>
</inkml:ink>
</file>

<file path=ppt/ink/ink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08:36.220"/>
    </inkml:context>
    <inkml:brush xml:id="br0">
      <inkml:brushProperty name="width" value="0.05" units="cm"/>
      <inkml:brushProperty name="height" value="0.05" units="cm"/>
    </inkml:brush>
  </inkml:definitions>
  <inkml:trace contextRef="#ctx0" brushRef="#br0">11 50 24575,'-1'-2'0,"-1"1"0,1-1 0,0 0 0,0 0 0,0 0 0,0 0 0,1 0 0,-1 0 0,1 0 0,-1 0 0,1 0 0,-1 0 0,1 0 0,0 0 0,0 0 0,0 0 0,0-1 0,1 1 0,-1 0 0,1 0 0,-1 0 0,2-2 0,-2 4 0,0-1 0,0 1 0,1 0 0,-1 0 0,0 0 0,0 0 0,1 0 0,-1 0 0,0 0 0,1 0 0,-1 0 0,0 0 0,1 0 0,-1 0 0,0 0 0,0 0 0,1 0 0,-1 0 0,0 0 0,1 0 0,-1 0 0,0 0 0,0 0 0,1 0 0,-1 0 0,0 1 0,0-1 0,1 0 0,-1 0 0,0 0 0,0 1 0,1-1 0,-1 0 0,0 0 0,0 0 0,0 1 0,0-1 0,1 0 0,-1 1 0,0-1 0,0 0 0,0 0 0,0 1 0,0-1 0,0 0 0,0 1 0,0-1 0,0 0 0,0 0 0,0 1 0,7 18 0,-7-18 0,6 26-122,-2 1 1,-1-1-1,-1 1 0,-3 40 0,1-47-634,0-3-6070</inkml:trace>
</inkml:ink>
</file>

<file path=ppt/ink/ink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08:36.361"/>
    </inkml:context>
    <inkml:brush xml:id="br0">
      <inkml:brushProperty name="width" value="0.05" units="cm"/>
      <inkml:brushProperty name="height" value="0.05" units="cm"/>
    </inkml:brush>
  </inkml:definitions>
  <inkml:trace contextRef="#ctx0" brushRef="#br0">1 112 24575,'2'-6'0,"0"-6"0,1-5 0,-1-4 0,-1 0 0,0 2 0,-1 4-8191</inkml:trace>
</inkml:ink>
</file>

<file path=ppt/ink/ink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08:36.873"/>
    </inkml:context>
    <inkml:brush xml:id="br0">
      <inkml:brushProperty name="width" value="0.05" units="cm"/>
      <inkml:brushProperty name="height" value="0.05" units="cm"/>
    </inkml:brush>
  </inkml:definitions>
  <inkml:trace contextRef="#ctx0" brushRef="#br0">165 276 24575,'2'0'0,"-1"-1"0,0 1 0,1-1 0,-1 1 0,0-1 0,1 1 0,-1-1 0,0 0 0,1 1 0,-1-1 0,0 0 0,0 0 0,0 0 0,0 0 0,0 0 0,0 0 0,0 0 0,0 0 0,0-1 0,-1 1 0,1 0 0,0-1 0,0-1 0,0 1 0,0-1 0,0 1 0,0-1 0,0 1 0,-1-1 0,1 0 0,-1 1 0,0-1 0,1 0 0,-1 0 0,-1-3 0,1 4 0,0 0 0,-1-1 0,1 1 0,-1 1 0,1-1 0,-1 0 0,0 0 0,0 0 0,0 0 0,0 0 0,0 1 0,0-1 0,0 0 0,-1 1 0,1-1 0,-1 1 0,1-1 0,-1 1 0,1 0 0,-1 0 0,0 0 0,0 0 0,0 0 0,1 0 0,-1 0 0,0 0 0,0 1 0,0-1 0,0 1 0,0-1 0,0 1 0,0 0 0,-3 0 0,0 1 0,0-1 0,1 1 0,-1 1 0,1-1 0,-1 1 0,1-1 0,0 1 0,0 0 0,-1 1 0,1-1 0,1 1 0,-1 0 0,-6 5 0,1 2 0,0 0 0,0 1 0,1 0 0,0 0 0,1 1 0,-10 20 0,15-26 0,-1-1 0,1 1 0,0 0 0,0 0 0,1 0 0,0 0 0,0 1 0,0-1 0,1 0 0,0 0 0,0 1 0,0-1 0,1 0 0,0 0 0,0 0 0,4 10 0,-4-13 0,1 0 0,-1-1 0,1 1 0,0-1 0,-1 1 0,1-1 0,0 0 0,1 0 0,-1 0 0,0 0 0,0 0 0,1 0 0,-1-1 0,1 1 0,0-1 0,-1 0 0,1 1 0,0-1 0,0 0 0,0-1 0,0 1 0,0-1 0,0 1 0,0-1 0,0 0 0,0 0 0,0 0 0,0 0 0,0-1 0,0 1 0,5-2 0,2-1 0,-1 0 0,1 0 0,-1-1 0,0 0 0,0-1 0,-1 1 0,1-2 0,11-9 0,-10 6 0,-1 0 0,0-1 0,0 0 0,-1-1 0,-1 1 0,1-2 0,-2 1 0,0-1 0,0 0 0,-1 0 0,0-1 0,-1 1 0,4-27 0,-2 0 0,-3-1 0,-1 0 0,-4-52 0,3 80 0,4 24 0,6 37 0,-10-41 0,38 207-1365,-34-186-5461</inkml:trace>
</inkml:ink>
</file>

<file path=ppt/ink/ink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08:37.106"/>
    </inkml:context>
    <inkml:brush xml:id="br0">
      <inkml:brushProperty name="width" value="0.05" units="cm"/>
      <inkml:brushProperty name="height" value="0.05" units="cm"/>
    </inkml:brush>
  </inkml:definitions>
  <inkml:trace contextRef="#ctx0" brushRef="#br0">8 44 24575,'0'-4'0,"0"-3"0,-2-3 0,-1-1 0,0 3 0,3 5 0,4 6 0,4 8 0,3 7 0,2 5 0,3 5 0,0 3 0,0 0 0,-1 0 0,-1-3 0,-3-3 0,-3-4 0,-3-6-8191</inkml:trace>
</inkml:ink>
</file>

<file path=ppt/ink/ink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08:37.277"/>
    </inkml:context>
    <inkml:brush xml:id="br0">
      <inkml:brushProperty name="width" value="0.05" units="cm"/>
      <inkml:brushProperty name="height" value="0.05" units="cm"/>
    </inkml:brush>
  </inkml:definitions>
  <inkml:trace contextRef="#ctx0" brushRef="#br0">189 0 24575,'-1'0'0,"-4"3"0,-4 1 0,-5 5 0,-4 7 0,-3 5 0,-1 4 0,-2 5 0,1 0 0,3 0 0,5-2 0,5-3 0,4-6-8191</inkml:trace>
</inkml:ink>
</file>

<file path=ppt/ink/ink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08:37.742"/>
    </inkml:context>
    <inkml:brush xml:id="br0">
      <inkml:brushProperty name="width" value="0.05" units="cm"/>
      <inkml:brushProperty name="height" value="0.05" units="cm"/>
    </inkml:brush>
  </inkml:definitions>
  <inkml:trace contextRef="#ctx0" brushRef="#br0">80 49 24575,'-5'-1'0,"0"-1"0,0 0 0,0 1 0,0 0 0,0 0 0,0 0 0,-7 1 0,-20-4 0,33 3 0,-1 1 0,0 0 0,0 0 0,1 0 0,-1 0 0,0 0 0,0 0 0,0-1 0,1 1 0,-1 0 0,0 0 0,0 0 0,0 0 0,0-1 0,0 1 0,1 0 0,-1 0 0,0-1 0,0 1 0,0 0 0,0 0 0,0 0 0,0-1 0,0 1 0,0 0 0,0 0 0,0-1 0,0 1 0,0 0 0,0 0 0,0-1 0,0 1 0,0 0 0,0 0 0,0-1 0,0 1 0,0 0 0,0 0 0,-1 0 0,1-1 0,0 1 0,0 0 0,0 0 0,0 0 0,0-1 0,-1 1 0,1 0 0,0 0 0,0 0 0,0 0 0,-1 0 0,1-1 0,0 1 0,0 0 0,0 0 0,-1 0 0,1 0 0,0 0 0,-1 0 0,23-8 0,-1 3 0,0 1 0,1 1 0,-1 0 0,1 2 0,-1 0 0,1 2 0,32 4 0,-53-5 0,1 1 0,0-1 0,-1 0 0,1 1 0,0 0 0,-1-1 0,1 1 0,-1 0 0,1 0 0,-1-1 0,1 1 0,-1 1 0,1-1 0,-1 0 0,0 0 0,0 0 0,0 1 0,0-1 0,0 0 0,0 1 0,0-1 0,0 1 0,0-1 0,1 4 0,-1 2 0,0-1 0,0 0 0,-1 1 0,0-1 0,0 11 0,-1-10 0,1 0 0,0 1 0,1-1 0,1 8 0,41 150 0,19 83 0,-61-247 0,-1 1 0,1-1 0,-1 1 0,0-1 0,0 1 0,0 0 0,0-1 0,0 1 0,0-1 0,0 1 0,0-1 0,0 1 0,-1-1 0,1 1 0,-1-1 0,1 1 0,-1-1 0,0 1 0,0 0 0,-1 0 0,1-1 0,-1 0 0,0 0 0,1 0 0,-1-1 0,0 1 0,1 0 0,-1 0 0,0-1 0,0 1 0,0-1 0,0 0 0,0 0 0,1 0 0,-5 0 0,-93-2-1365,62-2-5461</inkml:trace>
</inkml:ink>
</file>

<file path=ppt/ink/ink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08:38.877"/>
    </inkml:context>
    <inkml:brush xml:id="br0">
      <inkml:brushProperty name="width" value="0.05" units="cm"/>
      <inkml:brushProperty name="height" value="0.05" units="cm"/>
    </inkml:brush>
  </inkml:definitions>
  <inkml:trace contextRef="#ctx0" brushRef="#br0">1 0 24575,'1'3'0,"-1"-1"0,1 1 0,-1-1 0,1 1 0,0-1 0,0 1 0,0-1 0,0 0 0,1 0 0,-1 0 0,0 0 0,1 0 0,0 0 0,-1 0 0,1 0 0,3 2 0,9 12 0,-14-16 0,0 0 0,-1 0 0,1 0 0,0 0 0,0 0 0,0 0 0,-1 0 0,1 0 0,0 0 0,0 0 0,-1 0 0,1 0 0,0 0 0,0 1 0,0-1 0,-1 0 0,1 0 0,0 0 0,0 0 0,-1 0 0,1 0 0,0 0 0,0 1 0,0-1 0,0 0 0,-1 0 0,1 0 0,0 0 0,0 1 0,0-1 0,0 0 0,0 0 0,0 0 0,0 1 0,-1-1 0,1 0 0,0 0 0,0 1 0,0-1 0,0 0 0,0 0 0,0 1 0,0-1 0,0 0 0,0 0 0,0 0 0,0 1 0,0-1 0,1 0 0,-1 0 0,0 1 0,0-1 0,0 0 0,0 0 0,0 0 0,0 1 0,-19-10 0,19 8 0,-1 1 0,0-1 0,0 1 0,0-1 0,0 1 0,1-1 0,-1 0 0,0 1 0,1-1 0,-1 0 0,1 0 0,-1 0 0,0 1 0,1-1 0,0 0 0,-1 0 0,1 0 0,0 0 0,-1 0 0,1 0 0,0 0 0,0 0 0,0 0 0,0 0 0,0 0 0,0 0 0,0 0 0,0 0 0,0 0 0,0 0 0,1-1 0,0 1 0,0-1 0,0 1 0,1 0 0,-1-1 0,0 1 0,1 0 0,-1 0 0,1 0 0,-1 0 0,1 0 0,0 1 0,-1-1 0,1 0 0,0 1 0,3-1 0,-1 0 0,0 0 0,0 0 0,1 1 0,-1 0 0,0 0 0,1 0 0,4 1 0,-8-1 0,1 0 0,-1 0 0,0 1 0,0-1 0,1 0 0,-1 1 0,0-1 0,1 1 0,-1-1 0,0 1 0,0 0 0,0 0 0,0-1 0,0 1 0,0 0 0,0 0 0,0 0 0,0 0 0,0 0 0,1 2 0,-2-1-40,1-1 0,-1 1 0,0-1 0,0 1-1,0-1 1,-1 1 0,1 0 0,0-1 0,-1 0 0,1 1 0,0-1-1,-1 1 1,0-1 0,1 1 0,-1-1 0,0 0 0,0 1-1,0-1 1,0 0 0,0 0 0,0 0 0,0 0 0,0 0 0,0 0-1,0 0 1,-1 0 0,1 0 0,0-1 0,-1 1 0,1 0-1,0-1 1,-1 1 0,-1 0 0,-5 0-6786</inkml:trace>
</inkml:ink>
</file>

<file path=ppt/ink/ink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08:39.561"/>
    </inkml:context>
    <inkml:brush xml:id="br0">
      <inkml:brushProperty name="width" value="0.05" units="cm"/>
      <inkml:brushProperty name="height" value="0.05" units="cm"/>
    </inkml:brush>
  </inkml:definitions>
  <inkml:trace contextRef="#ctx0" brushRef="#br0">58 149 24575,'1'-3'0,"1"1"0,-1-1 0,1 1 0,0-1 0,0 1 0,0 0 0,0 0 0,0 0 0,1 0 0,4-3 0,1-2 0,-4 3 0,5-4 0,-1-1 0,1 0 0,13-20 0,-21 28 0,0-1 0,0 0 0,0 0 0,0 0 0,-1 1 0,1-1 0,0 0 0,-1 0 0,0 0 0,1 0 0,-1 0 0,0 0 0,0-4 0,0 5 0,-1-1 0,1 1 0,-1 0 0,1 0 0,-1-1 0,0 1 0,1 0 0,-1 0 0,0 0 0,0 0 0,0 0 0,0 0 0,0 0 0,0 0 0,0 1 0,0-1 0,0 0 0,0 0 0,-1 1 0,1-1 0,0 1 0,0-1 0,-2 1 0,0-1 0,0 0 0,0 1 0,0 0 0,0 0 0,0 0 0,0 0 0,0 0 0,0 0 0,0 1 0,0-1 0,0 1 0,0 0 0,1 0 0,-1 0 0,0 1 0,0-1 0,1 0 0,-1 1 0,1 0 0,-1 0 0,1-1 0,0 1 0,0 1 0,0-1 0,0 0 0,-2 4 0,-3 2 0,1 0 0,0 1 0,1 0 0,0 0 0,1 0 0,-6 15 0,8-15 0,-1 0 0,1 0 0,0 0 0,1 1 0,0-1 0,1 0 0,0 1 0,0-1 0,1 1 0,0-1 0,1 0 0,0 1 0,4 10 0,-4-15 0,0-1 0,0 1 0,0-1 0,1 0 0,-1 0 0,1 0 0,0 0 0,1 0 0,-1 0 0,1-1 0,-1 0 0,1 1 0,0-2 0,0 1 0,1 0 0,-1-1 0,0 0 0,1 0 0,0 0 0,-1 0 0,1-1 0,0 0 0,0 0 0,0 0 0,0 0 0,9-1 0,-4 0 0,0-1 0,0 0 0,0-1 0,0 0 0,0-1 0,-1 0 0,1 0 0,-1-1 0,0 0 0,0-1 0,0 0 0,10-8 0,-15 10 0,1-1 0,-1 0 0,0 0 0,0 0 0,-1 0 0,1 0 0,-1-1 0,0 0 0,0 0 0,3-7 0,-5 8 0,1 1 0,-1-1 0,0 0 0,-1 0 0,1 0 0,-1 0 0,0 0 0,0 0 0,0 0 0,0-1 0,-1 1 0,0 0 0,1 1 0,-1-1 0,-3-7 0,4 11 0,0-1 0,0 1 0,0-1 0,-1 1 0,1-1 0,0 1 0,0-1 0,0 1 0,0-1 0,-1 1 0,1-1 0,0 1 0,0-1 0,-1 1 0,1-1 0,0 1 0,-1 0 0,1-1 0,-1 1 0,1 0 0,0-1 0,-1 1 0,1 0 0,-1 0 0,1-1 0,-1 1 0,1 0 0,-1 0 0,1 0 0,-1-1 0,1 1 0,-1 0 0,1 0 0,-1 0 0,1 0 0,-1 0 0,1 0 0,-1 0 0,0 1 0,0-1 0,0 1 0,0 0 0,1 0 0,-1 0 0,0 0 0,0 0 0,1 0 0,-1 0 0,1 0 0,-1 0 0,1 0 0,-1 0 0,1 0 0,0 0 0,-1 1 0,1-1 0,0 2 0,-2 17 0,1 0 0,1 1 0,1-1 0,1 0 0,5 24 0,2-1 0,20 56 0,-24-84-227,1 0-1,1 0 1,0 0-1,1-1 1,15 20-1,-4-12-6598</inkml:trace>
</inkml:ink>
</file>

<file path=ppt/ink/ink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08:39.766"/>
    </inkml:context>
    <inkml:brush xml:id="br0">
      <inkml:brushProperty name="width" value="0.05" units="cm"/>
      <inkml:brushProperty name="height" value="0.05" units="cm"/>
    </inkml:brush>
  </inkml:definitions>
  <inkml:trace contextRef="#ctx0" brushRef="#br0">24 122 24575,'-2'-8'0,"-1"-9"0,-1-5 0,-1-3 0,1 1 0,1 6 0,1 10 0,3 13 0,3 11 0,3 14 0,1 8 0,0 9 0,1 4 0,1 4 0,-1-1 0,0-2 0,-2-5 0,-1-10-8191</inkml:trace>
</inkml:ink>
</file>

<file path=ppt/ink/ink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08:40.370"/>
    </inkml:context>
    <inkml:brush xml:id="br0">
      <inkml:brushProperty name="width" value="0.05" units="cm"/>
      <inkml:brushProperty name="height" value="0.05" units="cm"/>
    </inkml:brush>
  </inkml:definitions>
  <inkml:trace contextRef="#ctx0" brushRef="#br0">2 106 24575,'-1'-16'0,"1"13"0,0 1 0,-1 0 0,1-1 0,0 1 0,0 0 0,1-1 0,-1 1 0,0 0 0,2-5 0,-1 6 0,0 0 0,0 0 0,0 0 0,0 0 0,0 0 0,0 0 0,0 0 0,0 0 0,1 0 0,-1 0 0,0 1 0,0-1 0,1 1 0,-1-1 0,1 1 0,-1-1 0,0 1 0,1 0 0,-1 0 0,3-1 0,28-2 0,-1 2 0,36 2 0,-45 1 0,-1-1 0,1-1 0,-1-1 0,1-1 0,-1-1 0,39-11 0,-58 13 0,0 0 0,1 0 0,-1 0 0,0-1 0,0 1 0,0-1 0,4-3 0,-4-2 0,-14 2 0,10 5 0,0 0 0,0 0 0,0 0 0,1 0 0,-1 0 0,0 0 0,0 0 0,0 0 0,0 1 0,1-1 0,-1 1 0,0 0 0,0-1 0,1 1 0,-1 0 0,1 0 0,-1 0 0,1 0 0,-1 0 0,1 0 0,-1 1 0,1-1 0,0 0 0,0 1 0,0-1 0,0 1 0,0-1 0,0 1 0,0 0 0,0-1 0,0 1 0,1 0 0,-1-1 0,1 1 0,-1 0 0,1 0 0,0 0 0,0 3 0,0-1 0,0 0 0,0-1 0,0 1 0,1 0 0,-1-1 0,1 1 0,0-1 0,0 1 0,0-1 0,1 1 0,-1-1 0,1 0 0,0 1 0,0-1 0,0 0 0,0 0 0,1-1 0,4 6 0,-1-4 0,0-1 0,0 0 0,1 0 0,-1-1 0,1 1 0,-1-1 0,1-1 0,0 1 0,0-1 0,-1 0 0,1-1 0,0 0 0,0 0 0,0 0 0,0-1 0,9-2 0,-12 2 0,1 0 0,-1 0 0,1-1 0,-1 0 0,0 0 0,1 0 0,-1 0 0,0-1 0,-1 1 0,1-1 0,4-4 0,-6 5 0,0-1 0,0 1 0,0-1 0,0 1 0,-1-1 0,1 0 0,-1 0 0,0 0 0,0 0 0,0 0 0,0 0 0,0 0 0,-1 0 0,1 0 0,-1 0 0,0 0 0,0-6 0,-2-3 0,-1 12 0,2 2 0,1-1 0,-1 0 0,1 1 0,0-1 0,0 1 0,0-1 0,0 1 0,0-1 0,0 1 0,0-1 0,0 1 0,1 2 0,47 164 0,-2-11 0,-39-126 0,-1 0 0,-1 1 0,0 34 0,-5-54 0,-1-1 0,0 0 0,0 0 0,-1 1 0,-1-1 0,-5 15 0,7-22 0,-1-1 0,1 1 0,-1-1 0,0 0 0,0 0 0,0 0 0,-1 0 0,1 0 0,-1 0 0,-3 3 0,4-5 0,0 0 0,0 0 0,0 0 0,0 0 0,-1 0 0,1 0 0,0 0 0,0-1 0,-1 1 0,1-1 0,0 0 0,0 1 0,-1-1 0,1 0 0,-1 0 0,1-1 0,-5 0 0,3 0 0,0 0 0,0-1 0,0 0 0,1 0 0,-1 0 0,0 0 0,1 0 0,-1-1 0,1 0 0,0 0 0,0 0 0,0 0 0,0 0 0,1 0 0,-1-1 0,1 1 0,0-1 0,0 0 0,-2-4 0,-1-2 0,1-1 0,1 1 0,-1-1 0,2 0 0,-1 0 0,0-12 0,3 6 25,0 0-1,1 0 0,1 0 1,0 0-1,2 1 1,-1-1-1,2 1 0,0 0 1,2 0-1,-1 0 0,2 1 1,0 0-1,10-14 1,-11 19-63,0 1 0,1 0 0,0 0 0,0 1 0,1 0 0,0 0 0,0 1 0,18-10 0,-19 13-59,-1 1-1,0 0 1,1 0-1,0 1 1,-1 0-1,1 0 1,0 0-1,0 1 1,0 1-1,0-1 1,0 2-1,0-1 0,13 3 1,5 3-6729</inkml:trace>
</inkml:ink>
</file>

<file path=ppt/ink/ink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09:47.552"/>
    </inkml:context>
    <inkml:brush xml:id="br0">
      <inkml:brushProperty name="width" value="0.05" units="cm"/>
      <inkml:brushProperty name="height" value="0.05" units="cm"/>
    </inkml:brush>
  </inkml:definitions>
  <inkml:trace contextRef="#ctx0" brushRef="#br0">2 125 24575,'12'-124'0,"-17"286"0,2-119 0,-3 83 0,7-115 0,-1 1 0,2-1 0,-1 1 0,2-1 0,-1 0 0,2 0 0,-1 0 0,9 15 0,-10-22 0,0-1 0,0 1 0,1-1 0,0 0 0,-1 0 0,1 1 0,0-2 0,1 1 0,-1 0 0,0-1 0,1 0 0,-1 1 0,9 2 0,-6-3 0,1 0 0,-1 0 0,1-1 0,0 1 0,-1-2 0,1 1 0,13-1 0,4-3 0,0-1 0,-1 0 0,42-15 0,-62 18 0,22-7-455,-1 0 0,25-14 0,-29 11-6371</inkml:trace>
</inkml:ink>
</file>

<file path=ppt/ink/ink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09:47.943"/>
    </inkml:context>
    <inkml:brush xml:id="br0">
      <inkml:brushProperty name="width" value="0.05" units="cm"/>
      <inkml:brushProperty name="height" value="0.05" units="cm"/>
    </inkml:brush>
  </inkml:definitions>
  <inkml:trace contextRef="#ctx0" brushRef="#br0">80 101 24575,'4'-22'0,"-3"14"0,1 1 0,-1-1 0,0-13 0,-1 20 0,0 0 0,0 1 0,0-1 0,0 0 0,0 0 0,0 0 0,0 0 0,-1 0 0,1 0 0,0 0 0,0 0 0,-1 0 0,1 1 0,-1-1 0,1 0 0,-1 0 0,1 0 0,-1 1 0,0-1 0,1 0 0,-1 1 0,0-1 0,1 0 0,-1 1 0,0-1 0,0 1 0,0-1 0,1 1 0,-1 0 0,0-1 0,0 1 0,0 0 0,0 0 0,0-1 0,-1 1 0,0 0 0,0 1 0,0-1 0,0 0 0,0 1 0,1 0 0,-1-1 0,0 1 0,0 0 0,1 0 0,-1 0 0,0 0 0,1 0 0,-1 0 0,1 1 0,-1-1 0,1 0 0,0 1 0,-1-1 0,1 1 0,0-1 0,0 1 0,0 0 0,-1 3 0,-3 5 0,1-1 0,-6 20 0,7-20 0,0 0 0,1-1 0,1 1 0,-1 1 0,2-1 0,-1 0 0,1 0 0,2 14 0,-2-20 0,1 0 0,-1 0 0,1 0 0,0-1 0,0 1 0,1 0 0,-1 0 0,0-1 0,1 1 0,0-1 0,-1 1 0,1-1 0,0 0 0,0 0 0,1 0 0,-1 0 0,0 0 0,1 0 0,-1 0 0,1-1 0,-1 0 0,1 1 0,0-1 0,-1 0 0,1 0 0,0 0 0,0-1 0,0 1 0,5 0 0,-1-1 0,1 0 0,-1-1 0,1 0 0,-1 0 0,1-1 0,-1 1 0,0-2 0,0 1 0,0-1 0,0 0 0,0 0 0,-1-1 0,1 0 0,-1 0 0,0-1 0,0 0 0,8-9 0,-9 9 0,0 0 0,0-1 0,0 0 0,-1 0 0,0 0 0,-1 0 0,1-1 0,2-8 0,-4 11 0,-1 0 0,0-1 0,0 1 0,0 0 0,-1 0 0,1-1 0,-1 1 0,0 0 0,-1 0 0,1-1 0,-1 1 0,1 0 0,-1 0 0,-3-7 0,2 8 15,0-1 0,0 1 0,0 0 0,-1-1-1,1 1 1,-1 0 0,0 0 0,0 1 0,0-1 0,0 1-1,-1-1 1,1 1 0,-1 0 0,1 0 0,-1 1 0,0-1 0,0 1-1,1-1 1,-1 1 0,0 1 0,0-1 0,-5 0 0,3 0-137,0 0 0,0 1 0,-1 0 0,1 0 0,0 1 0,0-1 0,-1 1 0,1 1 0,0-1 1,0 1-1,0 0 0,0 0 0,-9 6 0,1 3-6704</inkml:trace>
</inkml:ink>
</file>

<file path=ppt/ink/ink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09:48.285"/>
    </inkml:context>
    <inkml:brush xml:id="br0">
      <inkml:brushProperty name="width" value="0.05" units="cm"/>
      <inkml:brushProperty name="height" value="0.05" units="cm"/>
    </inkml:brush>
  </inkml:definitions>
  <inkml:trace contextRef="#ctx0" brushRef="#br0">116 20 24575,'-1'-1'0,"0"0"0,-1 0 0,1-1 0,0 1 0,-1 0 0,0 0 0,1 0 0,-1 0 0,0 1 0,1-1 0,-1 0 0,0 1 0,0-1 0,-3 0 0,2 0 0,1 1 0,-1-1 0,1 0 0,0 0 0,-1 1 0,1-1 0,-1 1 0,1 0 0,0 0 0,-1 0 0,1 0 0,-1 0 0,1 0 0,-1 1 0,1-1 0,0 1 0,-1 0 0,1-1 0,0 1 0,-1 0 0,-1 2 0,1-1 0,1 1 0,0-1 0,0 1 0,0 0 0,0-1 0,0 1 0,0 0 0,1 0 0,-1 0 0,1 1 0,0-1 0,0 0 0,0 0 0,0 4 0,-2 8 0,1-1 0,0 1 0,1-1 0,1 1 0,0 0 0,1-1 0,3 18 0,-2-26 0,-1 0 0,1 0 0,0 0 0,0-1 0,0 1 0,1-1 0,0 1 0,7 9 0,-8-13 0,1 1 0,-1-1 0,1 1 0,0-1 0,-1 0 0,1 0 0,0 0 0,0 0 0,0-1 0,1 1 0,-1-1 0,0 0 0,0 0 0,1 0 0,-1 0 0,6 0 0,-3-1 0,0 0 0,0 0 0,0-1 0,-1 0 0,1 0 0,0 0 0,-1-1 0,1 0 0,-1 0 0,1 0 0,-1-1 0,0 0 0,0 0 0,0 0 0,0 0 0,-1-1 0,1 0 0,-1 0 0,0 0 0,0-1 0,0 1 0,-1-1 0,0 0 0,0 0 0,0 0 0,3-9 0,-3 10 0,-2 0 0,1-1 0,0 1 0,-1-1 0,0 1 0,0-1 0,0 0 0,-1 0 0,1 1 0,-1-1 0,0 0 0,-1 0 0,1 0 0,-1 1 0,0-1 0,0 0 0,0 1 0,-1-1 0,0 1 0,0-1 0,0 1 0,0 0 0,-1 0 0,1 0 0,-1 0 0,0 0 0,0 1 0,-1-1 0,1 1 0,-1 0 0,1 0 0,-8-4 0,5 3 57,-1 1 0,0 0 0,0 0 0,0 1 0,-9-3 0,14 5-121,0-1 1,1 1 0,-1-1 0,0 1 0,0 0-1,0 0 1,0 0 0,1 0 0,-1 0 0,0 0-1,0 0 1,0 1 0,1-1 0,-1 0-1,0 1 1,0 0 0,1-1 0,-1 1 0,0 0-1,1 0 1,-1 0 0,1 0 0,-1 0 0,1 0-1,0 1 1,-2 1 0,-1 5-6763</inkml:trace>
</inkml:ink>
</file>

<file path=ppt/ink/ink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09:48.737"/>
    </inkml:context>
    <inkml:brush xml:id="br0">
      <inkml:brushProperty name="width" value="0.05" units="cm"/>
      <inkml:brushProperty name="height" value="0.05" units="cm"/>
    </inkml:brush>
  </inkml:definitions>
  <inkml:trace contextRef="#ctx0" brushRef="#br0">21 152 24575,'-3'-14'0,"-4"12"0,6 3 0,0-1 0,0 1 0,1 0 0,-1-1 0,0 1 0,1 0 0,-1-1 0,1 1 0,-1 0 0,0 0 0,1 0 0,0-1 0,-1 1 0,1 0 0,0 0 0,-1 0 0,1 0 0,0 0 0,0 0 0,0 0 0,0 0 0,0 0 0,0 0 0,0 1 0,3 24 0,1 0 0,1 0 0,1-1 0,10 28 0,3 9 0,-12-39 0,-4-13 0,0 0 0,-1-1 0,0 1 0,1 17 0,-3-27 0,0 0 0,0 0 0,1 1 0,-1-1 0,0 0 0,0 0 0,0 1 0,0-1 0,0 0 0,0 0 0,0 1 0,0-1 0,0 0 0,0 0 0,0 1 0,0-1 0,0 0 0,0 0 0,0 1 0,0-1 0,-1 0 0,1 0 0,0 1 0,0-1 0,0 0 0,0 0 0,0 0 0,0 1 0,-1-1 0,1 0 0,0 0 0,0 0 0,0 0 0,-1 1 0,1-1 0,0 0 0,0 0 0,0 0 0,-1 0 0,1 0 0,-1 0 0,-6-9 0,-6-20 0,7 7 0,2-1 0,0 1 0,1 0 0,2-1 0,0 0 0,2 1 0,0-1 0,1 1 0,2-1 0,0 1 0,1 0 0,1 0 0,15-34 0,-17 48 0,1 0 0,0 0 0,0 0 0,0 1 0,1 0 0,0 0 0,0 0 0,8-5 0,-12 10 0,-1 1 0,1-1 0,0 1 0,-1 0 0,1 0 0,0 0 0,0 0 0,0 0 0,0 0 0,0 0 0,0 1 0,1-1 0,-1 1 0,0-1 0,0 1 0,0 0 0,0 0 0,1 0 0,-1 0 0,0 0 0,0 1 0,0-1 0,0 1 0,1-1 0,-1 1 0,0 0 0,0 0 0,0 0 0,0 0 0,-1 0 0,1 0 0,0 0 0,0 1 0,-1-1 0,1 1 0,-1-1 0,1 1 0,1 2 0,1 1 0,-1 1 0,1 1 0,-1-1 0,0 0 0,-1 1 0,1 0 0,-2-1 0,1 1 0,0 0 0,-1 0 0,-1 0 0,1 0 0,-1 9 0,0-8 0,-1 0 0,1 1 0,-1-1 0,-1 0 0,0 0 0,0 0 0,0-1 0,-1 1 0,0 0 0,-1-1 0,-4 9 0,5-13-47,0 1 0,0-1 0,-1 0 0,1 0 0,0 0 0,-1 0 0,0 0 0,0-1 0,0 0-1,0 0 1,0 0 0,0 0 0,0-1 0,-1 0 0,1 1 0,-1-2 0,1 1 0,-1 0 0,1-1 0,-1 0 0,1 0 0,-1 0-1,1-1 1,-1 1 0,1-1 0,-1 0 0,1 0 0,-7-4 0,-8-2-6779</inkml:trace>
</inkml:ink>
</file>

<file path=ppt/ink/ink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09:50.851"/>
    </inkml:context>
    <inkml:brush xml:id="br0">
      <inkml:brushProperty name="width" value="0.05" units="cm"/>
      <inkml:brushProperty name="height" value="0.05" units="cm"/>
    </inkml:brush>
  </inkml:definitions>
  <inkml:trace contextRef="#ctx0" brushRef="#br0">1 6 24575,'0'2'0,"1"1"0,6-1 0,3 0 0,4-1 0,5 0 0,6 0 0,4-1 0,4-2 0,4-1 0,1 1 0,1 0 0,-2 0 0,-6 1 0,-4 1 0,-5 0 0,-6-2 0,-5-1-8191</inkml:trace>
</inkml:ink>
</file>

<file path=ppt/ink/ink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09:51.084"/>
    </inkml:context>
    <inkml:brush xml:id="br0">
      <inkml:brushProperty name="width" value="0.05" units="cm"/>
      <inkml:brushProperty name="height" value="0.05" units="cm"/>
    </inkml:brush>
  </inkml:definitions>
  <inkml:trace contextRef="#ctx0" brushRef="#br0">5 16 24575,'-2'-7'0,"0"0"0,2 6 0,0 1 0,1 0 0,-1 0 0,0 0 0,1 0 0,-1 0 0,0 0 0,0 0 0,1 0 0,-1-1 0,0 1 0,1 0 0,-1 0 0,0 0 0,0 0 0,1 0 0,-1 1 0,0-1 0,1 0 0,-1 0 0,0 0 0,0 0 0,1 0 0,-1 0 0,0 0 0,1 0 0,-1 1 0,0-1 0,0 0 0,0 0 0,1 1 0,11 6 0,0 0 0,0 1 0,-1 1 0,0 0 0,-1 1 0,0 0 0,0 0 0,-1 1 0,12 18 0,-20-26 0,1-1 0,-1 1 0,1 0 0,-1 0 0,0 0 0,0-1 0,0 1 0,-1 1 0,1-1 0,-1 0 0,1 0 0,-1 0 0,0 0 0,0 0 0,0 0 0,-1 0 0,1 0 0,-1 0 0,0 0 0,-2 6 0,1-5 0,0-1 0,-1 1 0,1 0 0,-1-1 0,0 0 0,0 1 0,-1-1 0,1-1 0,-1 1 0,1 0 0,-1-1 0,0 1 0,0-1 0,-4 1 0,-26 11-1365,1-3-5461</inkml:trace>
</inkml:ink>
</file>

<file path=ppt/ink/ink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09:51.938"/>
    </inkml:context>
    <inkml:brush xml:id="br0">
      <inkml:brushProperty name="width" value="0.05" units="cm"/>
      <inkml:brushProperty name="height" value="0.05" units="cm"/>
    </inkml:brush>
  </inkml:definitions>
  <inkml:trace contextRef="#ctx0" brushRef="#br0">9 11 24575,'2'-10'0,"1"12"0,3 19 0,-15 49 0,5-53 0,1 1 0,1 0 0,1 0 0,1 22 0,0-35 0,1-1 0,0 0 0,0 1 0,0-1 0,0 1 0,0-1 0,1 0 0,0 0 0,0 0 0,0 0 0,0 0 0,1 0 0,0-1 0,0 1 0,0-1 0,0 0 0,0 0 0,0 0 0,1 0 0,0 0 0,6 3 0,-7-5-124,0 1 0,1-1 0,-1 0 0,1 0 0,-1 0 0,1 0-1,0-1 1,-1 1 0,1-1 0,4 0 0,13-2-6702</inkml:trace>
</inkml:ink>
</file>

<file path=ppt/ink/ink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09:52.154"/>
    </inkml:context>
    <inkml:brush xml:id="br0">
      <inkml:brushProperty name="width" value="0.05" units="cm"/>
      <inkml:brushProperty name="height" value="0.05" units="cm"/>
    </inkml:brush>
  </inkml:definitions>
  <inkml:trace contextRef="#ctx0" brushRef="#br0">32 45 24575,'0'-2'0,"-2"-3"0,-1-2 0,-1-3 0,-3 0 0,1 2 0,0 5 0,2 5 0</inkml:trace>
</inkml:ink>
</file>

<file path=ppt/ink/ink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09:52.405"/>
    </inkml:context>
    <inkml:brush xml:id="br0">
      <inkml:brushProperty name="width" value="0.05" units="cm"/>
      <inkml:brushProperty name="height" value="0.05" units="cm"/>
    </inkml:brush>
  </inkml:definitions>
  <inkml:trace contextRef="#ctx0" brushRef="#br0">13 3 24575,'0'-2'0,"0"1"0,-2 3 0,-1 6 0,1 2 0,0 4 0,0 6 0,1 3 0,1 4 0,2 3 0,0 3 0,3 0 0,0-1 0,1 0 0,-1-3 0,0-6-8191</inkml:trace>
</inkml:ink>
</file>

<file path=ppt/ink/ink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09:52.993"/>
    </inkml:context>
    <inkml:brush xml:id="br0">
      <inkml:brushProperty name="width" value="0.05" units="cm"/>
      <inkml:brushProperty name="height" value="0.05" units="cm"/>
    </inkml:brush>
  </inkml:definitions>
  <inkml:trace contextRef="#ctx0" brushRef="#br0">15 107 24575,'-1'1'0,"0"-1"0,1 0 0,-1 0 0,1 0 0,-1-1 0,1 1 0,-1 0 0,1 0 0,-1 0 0,1 0 0,-1 0 0,1-1 0,-1 1 0,1 0 0,-1 0 0,1-1 0,0 1 0,-1 0 0,1-1 0,-1 1 0,1 0 0,0-1 0,-1 1 0,1-1 0,0 1 0,-1 0 0,1-1 0,0 1 0,0-1 0,0 1 0,-1-1 0,1 1 0,0-1 0,0 1 0,0-1 0,0 1 0,0-1 0,0 0 0,0 1 0,0-1 0,0 1 0,0-1 0,0 1 0,0-1 0,0 1 0,1-1 0,-1 1 0,0-1 0,0 1 0,0-1 0,1 1 0,-1 0 0,0-1 0,1 1 0,-1-1 0,0 1 0,1 0 0,-1-1 0,1 1 0,-1 0 0,0-1 0,1 1 0,0-1 0,15-4 0,0 0 0,0 1 0,1 1 0,-1 0 0,1 2 0,23-1 0,4-1 0,16 0 0,-33 2 0,1-1 0,32-7 0,-58 9 0,-1-1 0,1 1 0,0-1 0,0 1 0,-1-1 0,1 0 0,0 0 0,-1 0 0,1 0 0,2-2 0,-3 2 0,-1 1 0,0 0 0,1-1 0,-1 1 0,0-1 0,1 1 0,-1-1 0,0 0 0,1 1 0,-1-1 0,0 1 0,0-1 0,0 1 0,0-1 0,0 0 0,1 1 0,-1-1 0,0 1 0,0-1 0,0 0 0,-1 1 0,1-2 0,0 1 0,-1 0 0,0 0 0,0-1 0,0 1 0,0 0 0,0 0 0,0 0 0,0 0 0,0 0 0,0 0 0,0 0 0,0 0 0,-1 1 0,1-1 0,0 0 0,-1 1 0,1-1 0,0 1 0,-1-1 0,1 1 0,-1 0 0,1 0 0,0 0 0,-3 0 0,0 0 0,0 0 0,0 0 0,1 1 0,-1 0 0,0 0 0,1 0 0,-1 0 0,1 0 0,-1 1 0,1-1 0,-1 1 0,1 0 0,0 0 0,0 0 0,0 1 0,0-1 0,1 1 0,-1 0 0,1 0 0,-1-1 0,1 2 0,0-1 0,-2 4 0,-1 1 0,1 0 0,0 0 0,0 0 0,1 1 0,0-1 0,1 1 0,0 0 0,-2 17 0,4-22 0,0 1 0,1-1 0,0 1 0,0-1 0,0 1 0,0-1 0,1 0 0,0 1 0,0-1 0,0 0 0,0 0 0,0-1 0,1 1 0,0 0 0,0-1 0,0 1 0,0-1 0,0 0 0,5 3 0,0 0 0,0 0 0,1 0 0,0 0 0,0-1 0,0-1 0,1 0 0,14 5 0,-22-9-72,0 1 1,0-1-1,0 0 0,0 1 0,0-1 0,0 0 0,1 0 0,-1-1 1,0 1-1,0 0 0,0-1 0,0 1 0,0-1 0,0 0 0,0 1 1,0-1-1,0 0 0,3-3 0</inkml:trace>
</inkml:ink>
</file>

<file path=ppt/ink/ink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09:53.687"/>
    </inkml:context>
    <inkml:brush xml:id="br0">
      <inkml:brushProperty name="width" value="0.05" units="cm"/>
      <inkml:brushProperty name="height" value="0.05" units="cm"/>
    </inkml:brush>
  </inkml:definitions>
  <inkml:trace contextRef="#ctx0" brushRef="#br0">1 42 24575,'0'-1'0,"0"-1"0,0 1 0,0 0 0,0-1 0,0 1 0,1-1 0,-1 1 0,1-1 0,-1 1 0,1-1 0,-1 1 0,1 0 0,0 0 0,0-1 0,-1 1 0,1 0 0,0 0 0,0 0 0,0 0 0,2-2 0,-2 3 0,0-1 0,0 1 0,0 0 0,0-1 0,0 1 0,0 0 0,0 0 0,0 0 0,0 0 0,0 0 0,0 0 0,0 0 0,0 0 0,0 0 0,0 0 0,-1 1 0,1-1 0,0 0 0,0 1 0,0-1 0,0 1 0,0-1 0,0 1 0,-1-1 0,1 1 0,0-1 0,0 1 0,-1 0 0,1-1 0,0 1 0,-1 0 0,2 1 0,0 2 0,1 0 0,-1 0 0,0 0 0,0 0 0,-1 0 0,1 0 0,-1 0 0,0 1 0,0-1 0,0 0 0,-1 1 0,1-1 0,-1 8 0,-1 7 0,-6 35 0,5-41 0,-10 41 0,14-62 0,12-39 0,40-89 0,-53 134 0,0-1 0,1 0 0,-1 1 0,1-1 0,0 1 0,0-1 0,0 1 0,0 0 0,0 0 0,1 0 0,-1 0 0,1 0 0,-1 0 0,4-1 0,-5 3 0,0-1 0,0 1 0,0 0 0,0 0 0,0 0 0,0 0 0,0 0 0,0 0 0,0 0 0,0 0 0,0 0 0,0 0 0,0 0 0,0 1 0,0-1 0,0 0 0,-1 1 0,2 0 0,0 0 0,0 0 0,0 1 0,-1-1 0,1 1 0,-1-1 0,1 1 0,-1 0 0,0-1 0,1 1 0,1 4 0,2 5 0,-1 1 0,0 0 0,0-1 0,-2 2 0,1-1 0,0 16 0,0-11 0,8 34 0,-11-51 0,0 0 0,1 0 0,-1 0 0,0 0 0,1 0 0,-1 0 0,0 0 0,0 0 0,1 0 0,-1-1 0,0 1 0,0 0 0,1 0 0,-1 0 0,0 0 0,0-1 0,1 1 0,-1 0 0,0 0 0,0 0 0,0-1 0,1 1 0,-1 0 0,0 0 0,0-1 0,0 1 0,0 0 0,0 0 0,0-1 0,1 1 0,-1 0 0,0 0 0,0-1 0,0 1 0,0 0 0,0-1 0,0 1 0,0-1 0,10-20 0,-7 13 0,3-3 0,0-1 0,1 1 0,0 0 0,17-18 0,-21 26 0,1-1 0,-1 0 0,1 1 0,0 0 0,0 0 0,0 0 0,1 1 0,-1-1 0,0 1 0,1 0 0,0 0 0,-1 1 0,1-1 0,0 1 0,9-1 0,-12 2 0,0 0 0,-1 0 0,1 0 0,0 0 0,0 1 0,0-1 0,0 1 0,0-1 0,0 1 0,-1 0 0,1-1 0,0 1 0,-1 0 0,1 0 0,0 0 0,-1 1 0,1-1 0,1 3 0,0-2 0,-1 1 0,0 1 0,0-1 0,0 0 0,-1 0 0,1 1 0,-1-1 0,0 1 0,1 4 0,1 7 0,-1 1 0,-1 0 0,-1 25 0,-1-33 0,0 29-1365,1-22-5461</inkml:trace>
</inkml:ink>
</file>

<file path=ppt/ink/ink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09:54.200"/>
    </inkml:context>
    <inkml:brush xml:id="br0">
      <inkml:brushProperty name="width" value="0.05" units="cm"/>
      <inkml:brushProperty name="height" value="0.05" units="cm"/>
    </inkml:brush>
  </inkml:definitions>
  <inkml:trace contextRef="#ctx0" brushRef="#br0">1 3 24575,'0'-1'0,"2"0"0,2 3 0,5 5 0,5 6 0,4 6 0,3 6 0,2 6 0,1 7 0,-2 4 0,-2 4 0,-5-1 0,-9-1 0,-11-3 0,-13-4 0,-4-8-8191</inkml:trace>
</inkml:ink>
</file>

<file path=ppt/ink/ink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09:54.824"/>
    </inkml:context>
    <inkml:brush xml:id="br0">
      <inkml:brushProperty name="width" value="0.05" units="cm"/>
      <inkml:brushProperty name="height" value="0.05" units="cm"/>
    </inkml:brush>
  </inkml:definitions>
  <inkml:trace contextRef="#ctx0" brushRef="#br0">13 0 24575,'-2'0'0,"-1"2"0,1 3 0,0 4 0,0 5 0,1 5 0,1 7 0,0 6 0,0 6 0,0 4 0,2 3 0,3 2 0,4 1 0,5 1 0,4-3 0,7-3 0,-1-8-8191</inkml:trace>
</inkml:ink>
</file>

<file path=ppt/ink/ink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10:11.076"/>
    </inkml:context>
    <inkml:brush xml:id="br0">
      <inkml:brushProperty name="width" value="0.05" units="cm"/>
      <inkml:brushProperty name="height" value="0.05" units="cm"/>
    </inkml:brush>
  </inkml:definitions>
  <inkml:trace contextRef="#ctx0" brushRef="#br0">1 1 24575,'0'2'0,"0"2"0,0 4 0,2 1 0,3 1 0,-2 0 0,-1-1 0,1-1 0,0 0 0,1 0 0,2 1 0,1-3 0,-4-4 0</inkml:trace>
</inkml:ink>
</file>

<file path=ppt/ink/ink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10:12.719"/>
    </inkml:context>
    <inkml:brush xml:id="br0">
      <inkml:brushProperty name="width" value="0.05" units="cm"/>
      <inkml:brushProperty name="height" value="0.05" units="cm"/>
    </inkml:brush>
  </inkml:definitions>
  <inkml:trace contextRef="#ctx0" brushRef="#br0">886 6 24575,'-54'-5'0,"-485"34"0,493-28 0,-168 11 0,181-6-1365</inkml:trace>
</inkml:ink>
</file>

<file path=ppt/ink/ink1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10:13.029"/>
    </inkml:context>
    <inkml:brush xml:id="br0">
      <inkml:brushProperty name="width" value="0.05" units="cm"/>
      <inkml:brushProperty name="height" value="0.05" units="cm"/>
    </inkml:brush>
  </inkml:definitions>
  <inkml:trace contextRef="#ctx0" brushRef="#br0">288 20 24575,'3'-2'0,"-1"0"0,1 0 0,-1 0 0,1 1 0,0-1 0,0 1 0,-1-1 0,1 1 0,0 0 0,0 0 0,0 0 0,1 1 0,-1-1 0,6 0 0,-21 11 0,-34 11 0,-72 21 0,-5 2 0,121-43 0,-27 14 0,29-15 0,-1 1 0,1-1 0,-1 0 0,1 1 0,-1-1 0,1 0 0,0 1 0,-1-1 0,1 1 0,0-1 0,-1 0 0,1 1 0,0-1 0,0 1 0,-1-1 0,1 1 0,0-1 0,0 1 0,0-1 0,0 1 0,0-1 0,0 1 0,0-1 0,0 1 0,0-1 0,0 1 0,0-1 0,0 1 0,0 0 0,0-1 0,0 1 0,0-1 0,0 0 0,1 1 0,-1-1 0,0 1 0,0-1 0,1 1 0,-1-1 0,0 1 0,1-1 0,-1 0 0,0 1 0,1-1 0,-1 0 0,1 1 0,-1-1 0,1 0 0,-1 1 0,1-1 0,-1 0 0,1 0 0,16 10 0,0-2 0,1-1 0,22 8 0,6 1 0,16 11-682,100 59-1,-114-57-6143</inkml:trace>
</inkml:ink>
</file>

<file path=ppt/ink/ink1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10:13.654"/>
    </inkml:context>
    <inkml:brush xml:id="br0">
      <inkml:brushProperty name="width" value="0.05" units="cm"/>
      <inkml:brushProperty name="height" value="0.05" units="cm"/>
    </inkml:brush>
  </inkml:definitions>
  <inkml:trace contextRef="#ctx0" brushRef="#br0">767 24 24575,'52'-18'0,"-53"15"0,-8 2 0,-12-1 0,-445 35 0,247-11 0,186-18 0,25-2 0,0-1 0,0 0 0,-1 0 0,1-1 0,0 0 0,-11-1 0,18-1-1365</inkml:trace>
</inkml:ink>
</file>

<file path=ppt/ink/ink1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10:13.966"/>
    </inkml:context>
    <inkml:brush xml:id="br0">
      <inkml:brushProperty name="width" value="0.05" units="cm"/>
      <inkml:brushProperty name="height" value="0.05" units="cm"/>
    </inkml:brush>
  </inkml:definitions>
  <inkml:trace contextRef="#ctx0" brushRef="#br0">195 17 24575,'4'-10'0,"-2"3"0,-10 14 0,-31 41 0,-44 68 0,53-71 0,21-33 0,5-7 0,0 1 0,0-1 0,1 1 0,-1 0 0,1-1 0,1 2 0,-1-1 0,-1 8 0,4-13 0,0-1 0,0 1 0,0 0 0,0 0 0,1 0 0,-1 0 0,0 0 0,1 0 0,-1 0 0,1 0 0,-1-1 0,1 1 0,-1 0 0,1 0 0,-1-1 0,1 1 0,0 0 0,-1-1 0,1 1 0,0 0 0,0-1 0,0 1 0,-1-1 0,1 0 0,0 1 0,0-1 0,0 0 0,0 1 0,0-1 0,1 0 0,35 8 0,-29-7 0,195 44-1365,-163-33-5461</inkml:trace>
</inkml:ink>
</file>

<file path=ppt/ink/ink1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10:14.479"/>
    </inkml:context>
    <inkml:brush xml:id="br0">
      <inkml:brushProperty name="width" value="0.05" units="cm"/>
      <inkml:brushProperty name="height" value="0.05" units="cm"/>
    </inkml:brush>
  </inkml:definitions>
  <inkml:trace contextRef="#ctx0" brushRef="#br0">867 10 24575,'79'12'0,"-73"-12"0,19 1 0,-25-1 0,0 0 0,0 0 0,0 0 0,0 0 0,0-1 0,0 1 0,0 0 0,0 0 0,0 0 0,0 0 0,0 0 0,0 0 0,0 0 0,0 0 0,0 0 0,0 0 0,0 0 0,-16-2 0,-126-11 0,0 7 0,-1 5 0,1 7 0,-181 31 0,309-36 0,9 0 0,-1 0 0,1-1 0,-1 2 0,1-1 0,0 0 0,0 1 0,-1 0 0,-6 4 0,12-6 0,0 0 0,1 0 0,-1 0 0,0 0 0,0 0 0,0 0 0,0 0 0,0 0 0,1 0 0,-1 0 0,0 0 0,0 0 0,0 0 0,0 0 0,0 0 0,1 0 0,-1 0 0,0 0 0,0 0 0,0 1 0,0-1 0,0 0 0,0 0 0,1 0 0,-1 0 0,0 0 0,0 0 0,0 0 0,0 0 0,0 1 0,0-1 0,0 0 0,0 0 0,0 0 0,1 0 0,-1 0 0,0 1 0,0-1 0,0 0 0,0 0 0,0 0 0,0 0 0,0 0 0,0 1 0,0-1 0,0 0 0,0 0 0,0 0 0,0 0 0,0 0 0,0 1 0,0-1 0,-1 0 0,1 0 0,0 0 0,0 0 0,0 0 0,0 0 0,0 1 0,0-1 0,0 0 0,0 0 0,0 0 0,0 0 0,-1 0 0,15 1 0,2-5-1365,0 0-5461</inkml:trace>
</inkml:ink>
</file>

<file path=ppt/ink/ink1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10:14.788"/>
    </inkml:context>
    <inkml:brush xml:id="br0">
      <inkml:brushProperty name="width" value="0.05" units="cm"/>
      <inkml:brushProperty name="height" value="0.05" units="cm"/>
    </inkml:brush>
  </inkml:definitions>
  <inkml:trace contextRef="#ctx0" brushRef="#br0">106 26 24575,'2'0'0,"0"-1"0,0 1 0,0-1 0,0 0 0,0 0 0,-1 0 0,1 0 0,0 0 0,-1 0 0,1 0 0,-1 0 0,2-2 0,14-9 0,-36 35 0,-18 7 0,22-20 0,0 2 0,1 0 0,1 1 0,-12 15 0,23-26 0,1 0 0,0 0 0,0 1 0,1-1 0,-1 0 0,0 1 0,1-1 0,-1 1 0,1-1 0,0 1 0,0-1 0,0 1 0,0-1 0,0 1 0,1-1 0,-1 0 0,1 1 0,-1-1 0,1 1 0,0-1 0,0 0 0,0 0 0,2 4 0,4 7 0,1 0 0,16 20 0,-14-19 0,34 44-1365,-23-32-5461</inkml:trace>
</inkml:ink>
</file>

<file path=ppt/ink/ink1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10:18.983"/>
    </inkml:context>
    <inkml:brush xml:id="br0">
      <inkml:brushProperty name="width" value="0.05" units="cm"/>
      <inkml:brushProperty name="height" value="0.05" units="cm"/>
    </inkml:brush>
  </inkml:definitions>
  <inkml:trace contextRef="#ctx0" brushRef="#br0">22 40 24575,'0'-3'0,"0"0"0,-1 0 0,1 0 0,-1 0 0,0 0 0,0 0 0,0 0 0,0 0 0,-1 1 0,1-1 0,-4-4 0,2 8 0,0 7 0,1 10 0,5 37 0,2-1 0,2-1 0,20 74 0,-21-105 0,9 26-1365,-8-33-5461</inkml:trace>
</inkml:ink>
</file>

<file path=ppt/ink/ink1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10:19.137"/>
    </inkml:context>
    <inkml:brush xml:id="br0">
      <inkml:brushProperty name="width" value="0.05" units="cm"/>
      <inkml:brushProperty name="height" value="0.05" units="cm"/>
    </inkml:brush>
  </inkml:definitions>
  <inkml:trace contextRef="#ctx0" brushRef="#br0">45 78 24575,'-2'-4'0,"-3"-5"0,-2-5 0,-2-3 0,-2 2 0,3 4 0,6 5 0,4 4 0,4 5 0</inkml:trace>
</inkml:ink>
</file>

<file path=ppt/ink/ink1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10:19.292"/>
    </inkml:context>
    <inkml:brush xml:id="br0">
      <inkml:brushProperty name="width" value="0.05" units="cm"/>
      <inkml:brushProperty name="height" value="0.05" units="cm"/>
    </inkml:brush>
  </inkml:definitions>
  <inkml:trace contextRef="#ctx0" brushRef="#br0">1 0 24575,'2'2'0,"0"3"0,1 2 0,-1 2 0,-3 4 0,0 3 0,-1 3 0,0 5 0,0 4 0,1 5 0,1 5 0,0 4 0,0 3 0,0 1 0,0 0 0,0-3 0,0-4 0,0-9-8191</inkml:trace>
</inkml:ink>
</file>

<file path=ppt/ink/ink1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10:20.162"/>
    </inkml:context>
    <inkml:brush xml:id="br0">
      <inkml:brushProperty name="width" value="0.05" units="cm"/>
      <inkml:brushProperty name="height" value="0.05" units="cm"/>
    </inkml:brush>
  </inkml:definitions>
  <inkml:trace contextRef="#ctx0" brushRef="#br0">50 113 24575,'-4'-6'0,"1"0"0,-2 0 0,-8-11 0,9 12 0,-1 0 0,1 0 0,1 0 0,-5-9 0,8 14 0,0-1 0,0 1 0,0 0 0,1 0 0,-1 0 0,0-1 0,0 1 0,1 0 0,-1 0 0,0 0 0,0 0 0,1-1 0,-1 1 0,0 0 0,0 0 0,1 0 0,-1 0 0,0 0 0,1 0 0,-1 0 0,0 0 0,0 0 0,1 0 0,-1 0 0,0 0 0,1 0 0,-1 0 0,0 0 0,0 0 0,1 0 0,-1 0 0,0 1 0,0-1 0,1 0 0,-1 0 0,0 0 0,0 0 0,1 1 0,17 4 0,-16-5 0,2 2 0,29 7 0,38 8 0,-62-16 0,0 1 0,0-2 0,0 1 0,0-1 0,0 0 0,-1-1 0,1 0 0,0-1 0,0 1 0,8-4 0,-15 3 0,1 1 0,-1 0 0,0-1 0,0 1 0,0-1 0,0 0 0,0 0 0,0 0 0,-1 0 0,1 0 0,-1 0 0,1 0 0,-1 0 0,0-1 0,0 1 0,0 0 0,0-1 0,0 1 0,0-1 0,-1 1 0,1-1 0,-1 0 0,0 1 0,0-1 0,0 0 0,0 1 0,0-1 0,0 1 0,-1-4 0,3 110 0,-1-95 0,1 1 0,0-1 0,0 1 0,1-1 0,1 0 0,-1 1 0,8 11 0,-9-18 0,-1-1 0,1 1 0,-1-1 0,1 0 0,0 1 0,0-1 0,0 0 0,1 0 0,-1 0 0,0-1 0,1 1 0,-1-1 0,1 1 0,-1-1 0,1 0 0,0 0 0,0 0 0,-1 0 0,1 0 0,0 0 0,0-1 0,0 0 0,0 1 0,0-1 0,0 0 0,0-1 0,0 1 0,5-2 0,2 0 0,-1-1 0,0-1 0,1 0 0,-1 0 0,-1-1 0,1 0 0,-1-1 0,1 1 0,12-14 0,-16 14 0,0 1 0,-1-1 0,0 0 0,0 0 0,0 0 0,-1-1 0,0 1 0,0-1 0,0 0 0,-1 0 0,0 0 0,0 0 0,0 0 0,-1 0 0,0-1 0,1-8 0,-3 13 0,1 0 0,0 1 0,0-1 0,1 1 0,-1-1 0,0 0 0,1 1 0,-1-1 0,0 1 0,1-1 0,0 1 0,-1-1 0,1 1 0,0 0 0,0-1 0,0 1 0,0 0 0,1-2 0,-1 2 0,0 1 0,0 0 0,0-1 0,0 1 0,0 0 0,0 0 0,0-1 0,0 1 0,0 0 0,0 0 0,0 0 0,0 0 0,0 0 0,0 1 0,0-1 0,0 0 0,-1 0 0,1 1 0,0-1 0,0 0 0,0 1 0,0-1 0,0 1 0,0-1 0,-1 1 0,1 0 0,0-1 0,-1 1 0,1 0 0,0-1 0,-1 1 0,2 1 0,1 2 0,0 0 0,0 0 0,-1 0 0,0 1 0,1-1 0,-1 1 0,-1-1 0,1 1 0,-1 0 0,1 0 0,-1 0 0,-1 0 0,1-1 0,-1 1 0,0 0 0,-1 10 0,2 9 0,-1-24 0,0 1 0,0-1 0,0 0 0,0 0 0,0 0 0,0 0 0,0 0 0,0 1 0,0-1 0,0 0 0,0 0 0,0 0 0,0 0 0,1 0 0,-1 1 0,0-1 0,0 0 0,0 0 0,0 0 0,0 0 0,0 0 0,0 0 0,0 0 0,1 0 0,-1 1 0,0-1 0,0 0 0,0 0 0,0 0 0,0 0 0,1 0 0,-1 0 0,0 0 0,0 0 0,0 0 0,0 0 0,0 0 0,1 0 0,-1 0 0,0 0 0,0 0 0,0 0 0,1 0 0,8-5 0,10-9 0,-18 13 0,29-25 0,25-18 0,-55 43 0,1 0 0,0 1 0,0-1 0,0 1 0,-1-1 0,1 1 0,0-1 0,0 1 0,0 0 0,0-1 0,0 1 0,0 0 0,0 0 0,0 0 0,0-1 0,-1 1 0,1 0 0,0 0 0,0 1 0,0-1 0,0 0 0,0 0 0,0 0 0,0 1 0,0-1 0,0 0 0,0 1 0,0-1 0,-1 1 0,1-1 0,0 1 0,0-1 0,0 1 0,-1 0 0,1-1 0,1 2 0,1 3 0,0 0 0,0 0 0,-1 0 0,1 0 0,2 8 0,7 14 0,-10-24 14,1 1 1,0-1-1,0 0 0,1 0 0,-1 0 1,1-1-1,-1 1 0,1-1 0,0 1 0,0-1 1,0-1-1,0 1 0,0 0 0,1-1 1,-1 0-1,0 0 0,1 0 0,-1-1 0,1 1 1,-1-1-1,1 0 0,-1-1 0,5 0 1,-4 1-101,0-1 1,0 0 0,0 0-1,0-1 1,0 1 0,-1-1-1,1 0 1,-1-1 0,1 1-1,-1-1 1,0 0 0,0 0-1,0 0 1,0 0 0,0-1-1,-1 1 1,0-1 0,1 0-1,4-8 1</inkml:trace>
</inkml:ink>
</file>

<file path=ppt/ink/ink1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10:20.615"/>
    </inkml:context>
    <inkml:brush xml:id="br0">
      <inkml:brushProperty name="width" value="0.05" units="cm"/>
      <inkml:brushProperty name="height" value="0.05" units="cm"/>
    </inkml:brush>
  </inkml:definitions>
  <inkml:trace contextRef="#ctx0" brushRef="#br0">21 10 24575,'-2'-2'0,"-3"-1"0,-2 0 0,2 1 0,4 3 0,3 3 0,5 2 0,2 2 0,0 0 0,-2 1 0,-2 1 0,-1-3 0,-2-5 0</inkml:trace>
</inkml:ink>
</file>

<file path=ppt/ink/ink1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10:21.160"/>
    </inkml:context>
    <inkml:brush xml:id="br0">
      <inkml:brushProperty name="width" value="0.05" units="cm"/>
      <inkml:brushProperty name="height" value="0.05" units="cm"/>
    </inkml:brush>
  </inkml:definitions>
  <inkml:trace contextRef="#ctx0" brushRef="#br0">182 173 24575,'1'-8'0,"0"0"0,0 0 0,1 1 0,0-1 0,0 0 0,1 1 0,0-1 0,0 1 0,7-10 0,12-33 0,-21 49 0,-1 0 0,1 0 0,-1 0 0,0-1 0,1 1 0,-1 0 0,0-1 0,0 1 0,1 0 0,-1-1 0,0 1 0,-1 0 0,1-1 0,0 1 0,0 0 0,0-1 0,-1 1 0,1 0 0,-1-1 0,1 1 0,-1 0 0,0-2 0,0 3 0,0-1 0,-1 0 0,1 1 0,0-1 0,0 0 0,0 1 0,0 0 0,0-1 0,-1 1 0,1 0 0,0-1 0,0 1 0,-1 0 0,1 0 0,0 0 0,0 0 0,-1 0 0,-1 1 0,-4 0 0,0 1 0,0 0 0,0 1 0,0-1 0,0 1 0,-11 7 0,4 0 0,0 0 0,1 1 0,1 0 0,0 1 0,0 1 0,1 0 0,1 0 0,0 1 0,1 0 0,-11 22 0,19-33 0,-1 0 0,1 1 0,0-1 0,0 0 0,1 0 0,-1 1 0,1-1 0,-1 0 0,1 1 0,0-1 0,0 0 0,0 1 0,1-1 0,-1 0 0,1 1 0,0-1 0,0 0 0,2 6 0,-1-6 0,0 0 0,0 0 0,1-1 0,-1 1 0,1 0 0,-1-1 0,1 0 0,0 0 0,0 0 0,0 0 0,0 0 0,0 0 0,0-1 0,0 1 0,1-1 0,-1 0 0,7 1 0,-2 0 0,0-1 0,0 0 0,0 0 0,1-1 0,-1 0 0,0-1 0,1 0 0,-1 0 0,0 0 0,0-1 0,0 0 0,15-7 0,-19 7 0,0 0 0,0 0 0,-1 0 0,1 0 0,-1-1 0,0 0 0,0 1 0,0-1 0,0 0 0,0-1 0,0 1 0,-1 0 0,0-1 0,1 1 0,-1-1 0,-1 0 0,1 0 0,-1 0 0,1 0 0,-1 0 0,0 0 0,0 0 0,-1 0 0,1 0 0,-1 0 0,0-1 0,0-4 0,-5-6 0,5 15 0,0 0 0,0 0 0,-1 0 0,1 0 0,0-1 0,0 1 0,0 0 0,-1 0 0,1 0 0,0 0 0,0 0 0,-1 0 0,1 0 0,0 0 0,0 0 0,0 0 0,-1 0 0,1 0 0,0 0 0,0 0 0,-1 0 0,1 0 0,0 0 0,0 1 0,0-1 0,-1 0 0,1 0 0,0 0 0,0 0 0,0 0 0,0 0 0,-1 1 0,1-1 0,0 0 0,-2 2 0,1 0 0,-1 0 0,1 0 0,-1 0 0,1 0 0,0 1 0,0-1 0,0 0 0,0 3 0,-4 14 0,1 1 0,2-1 0,0 1 0,0 0 0,2-1 0,1 1 0,0 0 0,2-1 0,0 1 0,1-1 0,1 0 0,13 34 0,-17-51-72,0 1 1,0-1-1,0 1 0,1-1 0,-1 1 0,1-1 0,0 0 0,-1 0 1,1 0-1,0 0 0,0 0 0,0 0 0,1 0 0,-1-1 0,0 1 1,1-1-1,-1 1 0,6 1 0,5-2-6754</inkml:trace>
</inkml:ink>
</file>

<file path=ppt/ink/ink1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10:21.346"/>
    </inkml:context>
    <inkml:brush xml:id="br0">
      <inkml:brushProperty name="width" value="0.05" units="cm"/>
      <inkml:brushProperty name="height" value="0.05" units="cm"/>
    </inkml:brush>
  </inkml:definitions>
  <inkml:trace contextRef="#ctx0" brushRef="#br0">22 137 24575,'0'-22'0,"-1"0"0,-1 0 0,-8-39 0,5 51 0,3 21 0,1 20 0,11 114 298,2 84-1961,-12-197-5163</inkml:trace>
</inkml:ink>
</file>

<file path=ppt/ink/ink1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10:22.001"/>
    </inkml:context>
    <inkml:brush xml:id="br0">
      <inkml:brushProperty name="width" value="0.05" units="cm"/>
      <inkml:brushProperty name="height" value="0.05" units="cm"/>
    </inkml:brush>
  </inkml:definitions>
  <inkml:trace contextRef="#ctx0" brushRef="#br0">23 125 24575,'-9'-14'0,"7"11"0,0 1 0,0-1 0,1 0 0,-1 0 0,1 0 0,0 0 0,-2-5 0,3 7 0,0 1 0,0-1 0,0 1 0,0 0 0,0-1 0,0 1 0,0-1 0,0 1 0,1 0 0,-1-1 0,0 1 0,0 0 0,0-1 0,0 1 0,1 0 0,-1-1 0,0 1 0,0 0 0,0-1 0,1 1 0,-1 0 0,0 0 0,1-1 0,-1 1 0,0 0 0,1-1 0,18-1 0,58 15 0,-63-10 0,0 1 0,0-2 0,0 0 0,0-1 0,1 0 0,-1-1 0,23-3 0,-34 2 0,-1 1 0,1-1 0,-1 0 0,0 0 0,1 0 0,-1 0 0,0 0 0,0-1 0,0 1 0,0 0 0,0-1 0,0 0 0,0 1 0,0-1 0,-1 0 0,1 0 0,-1 0 0,1 0 0,-1 0 0,0-1 0,2-3 0,-2 4 0,-1 0 0,0 0 0,1 0 0,-1 0 0,0 0 0,0 0 0,0 0 0,0 0 0,-1 1 0,1-1 0,0 0 0,-1 0 0,1 0 0,-1 0 0,0 0 0,0 1 0,1-1 0,-1 0 0,0 1 0,0-1 0,-1 0 0,1 1 0,0-1 0,-1 1 0,1 0 0,0 0 0,-1-1 0,-2 0 0,4 1 0,-1 1 0,1-1 0,-1 1 0,1-1 0,-1 1 0,0 0 0,1-1 0,-1 1 0,1 0 0,-1 0 0,0-1 0,1 1 0,-1 0 0,0 0 0,1 0 0,-1 0 0,0 0 0,1 0 0,-1 0 0,0 0 0,1 0 0,-1 0 0,0 0 0,1 0 0,-1 0 0,0 0 0,1 1 0,-2-1 0,1 1 0,1 0 0,-1 0 0,0 0 0,1 0 0,-1 0 0,0 0 0,1 0 0,0 1 0,-1-1 0,1 0 0,0 0 0,-1 0 0,1 0 0,0 3 0,0 1 0,0 1 0,0-1 0,0 1 0,1-1 0,0 1 0,1 5 0,2-2 0,0-1 0,0 0 0,0 1 0,1-2 0,1 1 0,-1-1 0,1 0 0,13 13 0,-16-18 0,0 1 0,-1-1 0,1 0 0,0 1 0,0-1 0,1-1 0,-1 1 0,0 0 0,1-1 0,-1 1 0,0-1 0,1 0 0,0 0 0,-1-1 0,1 1 0,0-1 0,-1 0 0,1 0 0,0 0 0,-1 0 0,1-1 0,0 1 0,-1-1 0,1 0 0,3-1 0,-3-1 0,-1 1 0,0-1 0,0 0 0,1 0 0,-2 0 0,1 0 0,0-1 0,-1 1 0,1-1 0,-1 0 0,0 0 0,0 1 0,2-8 0,6-10 0,-10 21 0,0 0 0,0 0 0,0 0 0,0 0 0,0 0 0,0-1 0,0 1 0,0 0 0,0 0 0,0 0 0,0 0 0,0 0 0,0 0 0,0-1 0,0 1 0,1 0 0,-1 0 0,0 0 0,0 0 0,0 0 0,0 0 0,0 0 0,0-1 0,0 1 0,1 0 0,-1 0 0,0 0 0,0 0 0,0 0 0,0 0 0,0 0 0,0 0 0,1 0 0,-1 0 0,0 0 0,0 0 0,0 0 0,0 0 0,0 0 0,1 0 0,-1 0 0,0 0 0,0 0 0,0 0 0,0 0 0,0 0 0,0 0 0,1 0 0,-1 0 0,0 0 0,0 0 0,0 1 0,3 9 0,-2 19 0,-1-28 0,0 41 0,2 30 0,-4 0 0,-20 129 0,21-195 0,-1 0 0,1 0 0,-1-1 0,0 1 0,-1 0 0,1-1 0,-1 0 0,0 0 0,-6 7 0,8-10 0,0-1 0,-1 0 0,1 0 0,0 0 0,-1 0 0,1 0 0,-1 0 0,1 0 0,-1 0 0,1-1 0,-1 1 0,0-1 0,1 1 0,-1-1 0,0 1 0,1-1 0,-1 0 0,0 0 0,0 0 0,1 0 0,-1 0 0,0 0 0,0-1 0,1 1 0,-1 0 0,0-1 0,1 0 0,-1 1 0,0-1 0,1 0 0,-1 0 0,1 0 0,0 0 0,-1 0 0,-2-2 0,0 0 0,0 0 0,0-1 0,0 1 0,1-1 0,-1 0 0,1 0 0,0 0 0,0 0 0,0 0 0,1-1 0,-1 1 0,1-1 0,0 0 0,1 0 0,-3-8 0,3 6 0,1 0 0,-1 1 0,1-1 0,1 0 0,-1 0 0,1 1 0,0-1 0,0 0 0,1 1 0,5-13 0,-2 8 0,0 0 0,1 1 0,0-1 0,1 1 0,0 0 0,1 1 0,0-1 0,0 2 0,1-1 0,0 1 0,1 0 0,19-11 0,-22 14-105,1 1 0,0 1 0,0-1 0,0 2 0,1-1 0,-1 1 0,1 0 0,-1 1 0,1-1 0,0 2 0,-1-1 0,17 3 0,-12 1-6721</inkml:trace>
</inkml:ink>
</file>

<file path=ppt/ink/ink1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10:22.297"/>
    </inkml:context>
    <inkml:brush xml:id="br0">
      <inkml:brushProperty name="width" value="0.05" units="cm"/>
      <inkml:brushProperty name="height" value="0.05" units="cm"/>
    </inkml:brush>
  </inkml:definitions>
  <inkml:trace contextRef="#ctx0" brushRef="#br0">30 12 24575,'0'-11'0,"0"11"0,6 24 0,65 122 0,-1-3 0,-59-117 0,-2 0 0,0 0 0,7 46 0,-15-66 0,0 1 0,0-1 0,-1 1 0,0-1 0,0 1 0,-1-1 0,0 0 0,0 1 0,-1-1 0,1 0 0,-1 0 0,-1 0 0,1 0 0,-1 0 0,-6 10 0,4-9 0,-1 0 0,0-1 0,0 1 0,-1-1 0,0-1 0,0 1 0,0-1 0,-1 0 0,1-1 0,-17 7 0,-31 9-1365,1-7-5461</inkml:trace>
</inkml:ink>
</file>

<file path=ppt/ink/ink1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09:12.242"/>
    </inkml:context>
    <inkml:brush xml:id="br0">
      <inkml:brushProperty name="width" value="0.05" units="cm"/>
      <inkml:brushProperty name="height" value="0.05" units="cm"/>
    </inkml:brush>
  </inkml:definitions>
  <inkml:trace contextRef="#ctx0" brushRef="#br0">129 220 24575,'-1'-1'0,"1"0"0,-1 0 0,0 0 0,0 0 0,0 0 0,0 0 0,0 1 0,0-1 0,0 0 0,0 1 0,-1-1 0,1 1 0,-2-1 0,3 1 0,-1 0 0,0 1 0,1-1 0,-1 1 0,1 0 0,-1-1 0,1 1 0,0-1 0,-1 1 0,1 0 0,-1-1 0,1 1 0,0 0 0,0-1 0,-1 1 0,1 0 0,0 0 0,0-1 0,0 1 0,0 0 0,0 0 0,0-1 0,0 1 0,0 0 0,0 1 0,-4 134 0,4-94 0,-1 0 0,-9 54 0,-17 16 0,22-96 0,-2 1 0,1-1 0,-2-1 0,-14 24 0,22-39 0,0 0 0,0 1 0,0-1 0,0 1 0,-1-1 0,1 0 0,0 1 0,0-1 0,0 0 0,-1 1 0,1-1 0,0 0 0,0 0 0,-1 1 0,1-1 0,0 0 0,-1 0 0,1 1 0,0-1 0,-1 0 0,1 0 0,0 0 0,-1 0 0,1 1 0,0-1 0,-1 0 0,1 0 0,0 0 0,-1 0 0,1 0 0,-1 0 0,1 0 0,0 0 0,-1 0 0,1 0 0,-1 0 0,-4-15 0,5-25 0,20-100 0,56-204 0,-69 316 0,18-65 0,-20 80 0,0-1 0,0 1 0,2 0 0,10-17 0,-16 28 0,0 1 0,0-1 0,1 1 0,-1-1 0,0 1 0,0-1 0,1 1 0,-1 0 0,1 0 0,-1 0 0,1 0 0,-1 0 0,1 0 0,0 0 0,0 0 0,3 0 0,-4 1 0,0 0 0,0 0 0,0 0 0,1 0 0,-1 0 0,0 0 0,0 1 0,0-1 0,0 0 0,0 1 0,1-1 0,-1 1 0,0-1 0,0 1 0,0 0 0,0 0 0,-1-1 0,1 1 0,2 1 0,1 3 0,-1 1 0,1-1 0,-1 0 0,0 1 0,0 0 0,0 0 0,-1 0 0,2 7 0,7 31 0,-2 1 0,-2 0 0,2 57 0,-9 138 0,-4-201 0,2-30 0,1 0 0,0 0 0,0 0 0,2 15 0,2-20 0,3-9 0,3-9 0,77-193 0,-20 43 0,-56 141 0,20-40 0,-28 58 0,1 0 0,0 0 0,1 0 0,-1 1 0,1-1 0,0 1 0,0 0 0,0 0 0,5-3 0,-8 7 0,0-1 0,-1 1 0,1-1 0,0 1 0,-1 0 0,1-1 0,0 1 0,0 0 0,-1-1 0,1 1 0,0 0 0,0 0 0,0 0 0,-1 0 0,1 0 0,0 0 0,0 0 0,0 0 0,-1 0 0,1 0 0,0 0 0,0 1 0,0-1 0,-1 0 0,1 1 0,0-1 0,-1 0 0,1 1 0,0-1 0,-1 1 0,1-1 0,0 1 0,-1-1 0,1 1 0,-1-1 0,1 1 0,-1 0 0,1-1 0,-1 1 0,1 0 0,-1 0 0,0-1 0,1 1 0,-1 1 0,2 4 0,0-1 0,-1 1 0,1-1 0,0 12 0,1 31 0,-5 58 0,0-73 0,1 0 0,2 0 0,1 0 0,11 59 0,-11-84-170,0-1-1,0 0 0,1 0 1,0 0-1,1 0 0,-1 0 1,9 10-1,-2-5-6655</inkml:trace>
</inkml:ink>
</file>

<file path=ppt/ink/ink1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09:12.650"/>
    </inkml:context>
    <inkml:brush xml:id="br0">
      <inkml:brushProperty name="width" value="0.05" units="cm"/>
      <inkml:brushProperty name="height" value="0.05" units="cm"/>
    </inkml:brush>
  </inkml:definitions>
  <inkml:trace contextRef="#ctx0" brushRef="#br0">83 280 24575,'3'-5'0,"-2"0"0,1 0 0,-1 0 0,1-1 0,-1 1 0,-1 0 0,1-8 0,-3 11 0,-2 8 0,-2 10 0,-43 230 0,16-64 0,141-580 0,-95 352 0,1-5 0,40-94 0,-53 141 0,1 1 0,0-1 0,0 1 0,0-1 0,1 1 0,-1 0 0,1 0 0,-1 0 0,6-3 0,-8 5 0,0 1 0,1 0 0,-1 0 0,1-1 0,-1 1 0,1 0 0,-1 0 0,1 0 0,-1 0 0,1 0 0,0-1 0,-1 1 0,1 0 0,-1 0 0,1 0 0,-1 0 0,1 1 0,-1-1 0,1 0 0,-1 0 0,1 0 0,-1 0 0,1 0 0,-1 1 0,1-1 0,0 1 0,0 0 0,0 0 0,0 0 0,0 1 0,0-1 0,0 1 0,0-1 0,0 1 0,0-1 0,0 1 0,-1-1 0,1 1 0,0 2 0,10 38 0,-3 0 0,5 48 0,-2-4 0,49 207-1365,-55-269-5461</inkml:trace>
</inkml:ink>
</file>

<file path=ppt/ink/ink1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09:13.176"/>
    </inkml:context>
    <inkml:brush xml:id="br0">
      <inkml:brushProperty name="width" value="0.05" units="cm"/>
      <inkml:brushProperty name="height" value="0.05" units="cm"/>
    </inkml:brush>
  </inkml:definitions>
  <inkml:trace contextRef="#ctx0" brushRef="#br0">9 343 24575,'0'-1'0,"-1"1"0,0-1 0,1 1 0,-1-1 0,0 0 0,1 1 0,-1-1 0,1 0 0,-1 0 0,1 1 0,-1-1 0,1 0 0,0 0 0,-1 0 0,1 0 0,0 1 0,0-1 0,-1 0 0,1 0 0,0 0 0,0 0 0,0 0 0,0 0 0,0 0 0,0 1 0,0-1 0,1 0 0,-1 0 0,0 0 0,0 0 0,1 0 0,-1 1 0,1-1 0,-1 0 0,0 0 0,1 0 0,0 1 0,-1-1 0,1 0 0,-1 1 0,1-1 0,0 1 0,-1-1 0,2 0 0,4-3 0,1 1 0,-1 0 0,0 0 0,14-3 0,-12 3 0,144-41 0,2 0 0,-122 33 0,-2-1 0,53-29 0,-54 20 0,-28 21 0,-1-1 0,1 1 0,0-1 0,0 0 0,-1 1 0,1-1 0,-1 0 0,1 0 0,0 0 0,-1 1 0,1-1 0,-1 0 0,0 0 0,1 0 0,-1 0 0,0 0 0,0 0 0,1 0 0,-1 0 0,0 0 0,0 0 0,0 0 0,0 0 0,0 0 0,0 0 0,-1 0 0,1 0 0,0 0 0,0 0 0,-1-1 0,1 2 0,-1-1 0,1 1 0,0-1 0,0 1 0,0 0 0,-1-1 0,1 1 0,0-1 0,-1 1 0,1 0 0,0-1 0,-1 1 0,1 0 0,0 0 0,-1-1 0,1 1 0,-1 0 0,1 0 0,0 0 0,-1-1 0,1 1 0,-1 0 0,1 0 0,-1 0 0,1 0 0,-1 0 0,1 0 0,0 0 0,-1 0 0,0 0 0,-9 11 0,-1 20 0,8-1 0,1 0 0,4 52 0,14 62 0,-11-105 0,0-2 0,-1-15 0,-2 1 0,0-1 0,-2 37 0,0-59 0,1 0 0,-1 0 0,0 1 0,0-1 0,0 0 0,0 0 0,0 1 0,0-1 0,0 0 0,0 0 0,0 1 0,0-1 0,0 0 0,0 0 0,0 1 0,0-1 0,0 0 0,0 0 0,0 0 0,0 1 0,0-1 0,-1 0 0,1 0 0,0 1 0,0-1 0,0 0 0,0 0 0,0 0 0,-1 0 0,1 1 0,0-1 0,0 0 0,0 0 0,-1 0 0,1 0 0,0 0 0,0 1 0,0-1 0,-1 0 0,1 0 0,0 0 0,0 0 0,-1 0 0,1 0 0,0 0 0,0 0 0,-1 0 0,1 0 0,0 0 0,0 0 0,-1 0 0,-9-14 0,-7-25 0,6-9 0,1 0 0,3-1 0,1 0 0,3-1 0,5-80 0,-2 124 0,1-17 0,1-1 0,6-25 0,-7 44 0,0 0 0,1 0 0,-1 0 0,1 0 0,0 0 0,0 0 0,0 1 0,1-1 0,0 1 0,0 0 0,0 0 0,0 0 0,1 0 0,-1 0 0,1 1 0,5-4 0,-6 5 0,1 1 0,-1 0 0,1 0 0,-1 0 0,1 0 0,0 1 0,0-1 0,-1 1 0,1 0 0,0 0 0,0 0 0,-1 1 0,1-1 0,0 1 0,0 0 0,-1 0 0,1 0 0,-1 0 0,1 1 0,-1 0 0,0-1 0,1 1 0,2 3 0,7 3 0,-1 1 0,0 1 0,-1-1 0,15 18 0,-20-21 0,-1 0 0,1 1 0,-1 0 0,-1 0 0,1 0 0,-1 1 0,-1-1 0,1 1 0,1 9 0,-4-13 0,0-1 0,-1 0 0,1 1 0,-1-1 0,0 1 0,0-1 0,0 1 0,-1-1 0,1 1 0,-1-1 0,0 0 0,0 1 0,0-1 0,0 0 0,0 0 0,-1 0 0,0 0 0,1 0 0,-1 0 0,0 0 0,-1 0 0,1-1 0,0 1 0,-5 3 0,-1 0-136,0-1-1,0 1 1,-1-2-1,1 1 1,-1-1-1,0 0 1,0-1-1,0 0 0,-13 2 1,-12 1-6690</inkml:trace>
</inkml:ink>
</file>

<file path=ppt/ink/ink1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09:13.580"/>
    </inkml:context>
    <inkml:brush xml:id="br0">
      <inkml:brushProperty name="width" value="0.05" units="cm"/>
      <inkml:brushProperty name="height" value="0.05" units="cm"/>
    </inkml:brush>
  </inkml:definitions>
  <inkml:trace contextRef="#ctx0" brushRef="#br0">130 77 24575,'28'-47'0,"-26"45"0,-1 0 0,1-1 0,0 1 0,0 0 0,0 0 0,0 0 0,0 1 0,0-1 0,0 0 0,1 1 0,-1-1 0,1 1 0,-1 0 0,1 0 0,-1 0 0,6-1 0,-8 2 0,1 0 0,-1 0 0,1 0 0,0 0 0,-1 0 0,1 0 0,-1 0 0,1 0 0,0 1 0,-1-1 0,1 0 0,-1 0 0,1 1 0,-1-1 0,1 0 0,-1 1 0,1-1 0,-1 1 0,1-1 0,-1 1 0,1-1 0,-1 1 0,0-1 0,1 1 0,-1-1 0,0 1 0,0-1 0,1 1 0,-1-1 0,0 1 0,0 0 0,0-1 0,0 1 0,0-1 0,1 1 0,-1 1 0,-2 24 0,-9 19 0,-2-1 0,-31 73 0,10-31 0,21-50 0,-49 146 0,52-146 0,2 0 0,1 0 0,-2 43 0,8-68 0,1 1 0,0-1 0,1 0 0,0 1 0,1-1 0,0 0 0,1 0 0,0 0 0,1 0 0,0-1 0,1 0 0,6 12 0,-6-15 0,0-1 0,0 0 0,0 0 0,0 0 0,1 0 0,0-1 0,0 0 0,1-1 0,-1 1 0,1-1 0,0 0 0,0-1 0,0 0 0,1 0 0,-1 0 0,1-1 0,-1 0 0,10 1 0,34-1-1365,-5-5-5461</inkml:trace>
</inkml:ink>
</file>

<file path=ppt/ink/ink1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09:14.263"/>
    </inkml:context>
    <inkml:brush xml:id="br0">
      <inkml:brushProperty name="width" value="0.05" units="cm"/>
      <inkml:brushProperty name="height" value="0.05" units="cm"/>
    </inkml:brush>
  </inkml:definitions>
  <inkml:trace contextRef="#ctx0" brushRef="#br0">27 48 24575,'-3'-2'0,"0"-1"0,0 1 0,1-1 0,-1 1 0,1-1 0,-1 0 0,1 0 0,-2-5 0,4 8 0,-1-1 0,1 1 0,0 0 0,0-1 0,0 1 0,0 0 0,0-1 0,0 1 0,0-1 0,0 1 0,0 0 0,0-1 0,0 1 0,0-1 0,0 1 0,0 0 0,1-1 0,-1 1 0,0 0 0,0-1 0,0 1 0,1 0 0,-1-1 0,0 1 0,0 0 0,0-1 0,1 1 0,-1-1 0,2 1 0,0-1 0,-1 0 0,1 0 0,0 1 0,-1-1 0,1 1 0,0-1 0,-1 1 0,1 0 0,3-1 0,27 0 0,0 1 0,46 5 0,0 1 0,50-4-1365,-96-2-5461</inkml:trace>
</inkml:ink>
</file>

<file path=ppt/ink/ink1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09:14.449"/>
    </inkml:context>
    <inkml:brush xml:id="br0">
      <inkml:brushProperty name="width" value="0.05" units="cm"/>
      <inkml:brushProperty name="height" value="0.05" units="cm"/>
    </inkml:brush>
  </inkml:definitions>
  <inkml:trace contextRef="#ctx0" brushRef="#br0">11 1 24575,'-2'3'0,"1"1"0,-1-1 0,1 1 0,0 0 0,0-1 0,0 1 0,0 0 0,1 0 0,0 0 0,0-1 0,0 1 0,0 0 0,2 7 0,2 25 0,16 54 0,2 16 0,-17-52-341,-2 0 0,-2 0-1,-9 68 1,6-101-6485</inkml:trace>
</inkml:ink>
</file>

<file path=ppt/ink/ink1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09:14.853"/>
    </inkml:context>
    <inkml:brush xml:id="br0">
      <inkml:brushProperty name="width" value="0.05" units="cm"/>
      <inkml:brushProperty name="height" value="0.05" units="cm"/>
    </inkml:brush>
  </inkml:definitions>
  <inkml:trace contextRef="#ctx0" brushRef="#br0">72 201 24575,'1'-1'0,"-1"0"0,0 0 0,0 0 0,0 0 0,0 0 0,0 0 0,0 0 0,0 0 0,-1 0 0,1 0 0,0 0 0,0 0 0,-1 0 0,1 0 0,-1 0 0,1 0 0,-1 0 0,1 0 0,-1 1 0,0-1 0,1 0 0,-1 0 0,0 1 0,0-1 0,1 0 0,-1 1 0,0-1 0,0 0 0,0 1 0,-1-1 0,0 1 0,1 0 0,0 0 0,0 0 0,0 1 0,-1-1 0,1 0 0,0 1 0,0-1 0,0 1 0,0-1 0,0 1 0,0 0 0,0-1 0,0 1 0,0 0 0,0 0 0,0 0 0,0 0 0,0 0 0,1 0 0,-1 0 0,0 0 0,1 0 0,-1 0 0,1 0 0,-1 1 0,-6 14 0,2 0 0,0 0 0,1 0 0,0 0 0,1 1 0,1 0 0,1-1 0,0 1 0,1 0 0,1 0 0,1 0 0,0-1 0,8 28 0,-7-36 0,-1-7 0,2-15 0,-2-35 0,-2 43 0,3-39 0,1 1 0,11-51 0,-8 67 0,0 1 0,2 0 0,1 1 0,19-39 0,-27 62 0,-1 0 0,1 0 0,0 0 0,0 0 0,0 0 0,1 1 0,-1-1 0,1 1 0,-1 0 0,4-3 0,-6 5 0,1 0 0,0 0 0,-1-1 0,1 1 0,0 0 0,-1 0 0,1 0 0,0-1 0,-1 1 0,1 0 0,0 0 0,-1 0 0,1 0 0,0 0 0,-1 0 0,1 1 0,0-1 0,-1 0 0,1 0 0,-1 0 0,2 1 0,-1 0 0,0 0 0,0 0 0,0 0 0,0 0 0,0 0 0,0 0 0,0 0 0,0 0 0,0 1 0,0-1 0,-1 0 0,1 1 0,0 1 0,7 20 0,-2 1 0,0 1 0,-2-1 0,0 1 0,-1 29 0,2 4 0,-1-25 60,25 180-1485,-23-187-5401</inkml:trace>
</inkml:ink>
</file>

<file path=ppt/ink/ink1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09:15.566"/>
    </inkml:context>
    <inkml:brush xml:id="br0">
      <inkml:brushProperty name="width" value="0.05" units="cm"/>
      <inkml:brushProperty name="height" value="0.05" units="cm"/>
    </inkml:brush>
  </inkml:definitions>
  <inkml:trace contextRef="#ctx0" brushRef="#br0">10 368 24575,'-1'-1'0,"-8"-11"0,10 11 0,-1 1 0,0-1 0,1 1 0,-1-1 0,0 1 0,1-1 0,-1 1 0,1 0 0,-1-1 0,0 1 0,1-1 0,-1 1 0,1 0 0,-1 0 0,1-1 0,-1 1 0,1 0 0,0 0 0,-1 0 0,1-1 0,-1 1 0,1 0 0,-1 0 0,1 0 0,0 0 0,-1 0 0,2 0 0,131-12 0,-15 1 0,-89 8 0,-12 1 0,0 0 0,0-1 0,0 0 0,0-2 0,0 0 0,26-12 0,-41 16 0,-1 0 0,1 0 0,-1 0 0,0 0 0,1-1 0,-1 1 0,0 0 0,0-1 0,0 1 0,0-1 0,0 1 0,0-1 0,-1 0 0,1 1 0,0-1 0,-1 0 0,0 0 0,1 1 0,-1-1 0,0 0 0,0 0 0,0 1 0,0-1 0,0 0 0,0 0 0,0 1 0,-1-3 0,1 1 0,-1 1 0,0 0 0,1-1 0,-1 1 0,0 0 0,0 0 0,0 0 0,-1 0 0,1 0 0,0 0 0,-1 0 0,1 0 0,-1 0 0,0 1 0,0-1 0,0 0 0,1 1 0,-1 0 0,-4-2 0,6 2 0,0 1 0,-1 0 0,1 0 0,0 0 0,-1 0 0,1 0 0,0 0 0,-1 0 0,1 0 0,0 0 0,-1 0 0,1 0 0,0 0 0,-1 0 0,1 0 0,0 0 0,-1 0 0,1 0 0,0 0 0,-1 0 0,1 0 0,0 0 0,-1 1 0,1-1 0,0 0 0,0 0 0,-1 0 0,1 1 0,0-1 0,0 0 0,-1 0 0,1 1 0,-4 13 0,4 17 0,0-29 0,23 160 0,-1 13 0,-29-322 0,1 72 0,4-1 0,10-104 0,-6 170 0,-1-1 0,1 0 0,1 1 0,0-1 0,5-11 0,-7 20 0,0 0 0,0 0 0,0 0 0,0 1 0,0-1 0,0 0 0,1 1 0,-1-1 0,1 0 0,-1 1 0,1 0 0,0-1 0,-1 1 0,1 0 0,0 0 0,0 0 0,0 0 0,0 0 0,0 0 0,0 1 0,0-1 0,0 1 0,0-1 0,0 1 0,0 0 0,0 0 0,1 0 0,-1 0 0,0 0 0,0 0 0,0 0 0,0 1 0,2 0 0,19 7 0,0 1 0,-1 0 0,0 2 0,-1 1 0,-1 0 0,1 2 0,-2 0 0,25 23 0,-40-32 0,1-1 0,-1 1 0,1 0 0,-1 0 0,-1 0 0,5 8 0,-7-12 0,0 1 0,-1-1 0,1 0 0,-1 1 0,1-1 0,-1 1 0,0-1 0,1 1 0,-1-1 0,0 1 0,0-1 0,0 1 0,0-1 0,0 1 0,-1-1 0,1 0 0,0 1 0,-1-1 0,1 1 0,-1-1 0,1 1 0,-1-1 0,1 0 0,-1 0 0,0 1 0,0-1 0,0 0 0,0 0 0,0 0 0,0 0 0,0 0 0,0 0 0,-2 1 0,-3 2 0,-1 1 0,0-2 0,0 1 0,0-1 0,0 0 0,-1 0 0,-9 1 0,-58 8 0,20-4 0,46-4 0,15 1 0,22 3 0,-25-7 0,30 7 0,53 21 0,-73-23 0,1 0 0,-1 1 0,0 0 0,0 1 0,-1 1 0,15 13 0,-25-20 0,0 0 0,1 0 0,-2 0 0,1 1 0,0-1 0,0 0 0,-1 1 0,1-1 0,-1 1 0,0 0 0,1-1 0,-1 1 0,-1 0 0,1-1 0,0 1 0,-1 0 0,1 0 0,-1 0 0,0 0 0,0 0 0,0 0 0,0 0 0,0-1 0,-1 1 0,0 0 0,1 0 0,-1 0 0,0-1 0,-3 6 0,1-3 0,0 0 0,-1 0 0,1-1 0,-1 1 0,0-1 0,0 0 0,-1-1 0,1 1 0,-1-1 0,0 1 0,0-1 0,0-1 0,0 1 0,-8 2 0,-4 0-195,0-1 0,0-1 0,0 0 0,-1-1 0,1-1 0,-34-2 0,18-1-6631</inkml:trace>
</inkml:ink>
</file>

<file path=ppt/ink/ink1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09:46.570"/>
    </inkml:context>
    <inkml:brush xml:id="br0">
      <inkml:brushProperty name="width" value="0.05" units="cm"/>
      <inkml:brushProperty name="height" value="0.05" units="cm"/>
    </inkml:brush>
  </inkml:definitions>
  <inkml:trace contextRef="#ctx0" brushRef="#br0">0 29 24575,'0'-1'0,"1"0"0,-1-1 0,0 1 0,0 0 0,0 0 0,1 0 0,-1-1 0,0 1 0,1 0 0,-1 0 0,1 0 0,-1 0 0,1 0 0,0 0 0,-1 0 0,1 0 0,0 0 0,0 0 0,0 0 0,0 1 0,0-1 0,0 0 0,0 0 0,0 1 0,0-1 0,0 1 0,0-1 0,0 1 0,0-1 0,1 1 0,-1 0 0,0 0 0,0-1 0,0 1 0,1 0 0,-1 0 0,0 0 0,0 0 0,0 0 0,1 1 0,-1-1 0,0 0 0,0 1 0,0-1 0,0 0 0,1 1 0,-1-1 0,0 1 0,0 0 0,0-1 0,0 1 0,0 0 0,0 0 0,-1 0 0,1 0 0,0-1 0,0 1 0,0 0 0,-1 0 0,1 0 0,-1 1 0,1-1 0,-1 0 0,1 0 0,-1 0 0,1 3 0,3 20 0,-2 1 0,-1 0 0,-1 0 0,-5 48 0,2-40 0,-2 31 57,-21 364-1479,25-399-5404</inkml:trace>
</inkml:ink>
</file>

<file path=ppt/ink/ink1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09:46.926"/>
    </inkml:context>
    <inkml:brush xml:id="br0">
      <inkml:brushProperty name="width" value="0.05" units="cm"/>
      <inkml:brushProperty name="height" value="0.05" units="cm"/>
    </inkml:brush>
  </inkml:definitions>
  <inkml:trace contextRef="#ctx0" brushRef="#br0">15 0 24575,'0'0'0,"-1"0"0,0 0 0,1 0 0,-1 0 0,1 0 0,-1 0 0,1 0 0,-1 0 0,0 1 0,1-1 0,-1 0 0,1 0 0,-1 0 0,1 0 0,-1 1 0,1-1 0,-1 0 0,1 1 0,-1-1 0,1 0 0,-1 1 0,1-1 0,0 1 0,-1-1 0,1 0 0,0 1 0,-1-1 0,1 1 0,-1 0 0,1 0 0,0 0 0,0 1 0,0-1 0,0 0 0,0 0 0,0 0 0,1 0 0,-1 1 0,0-1 0,0 0 0,1 0 0,-1 0 0,1 2 0,22 31 0,-9-16 0,0-1 0,2 0 0,0-1 0,1-1 0,25 18 0,-39-31 0,1 0 0,0-1 0,0 1 0,0-1 0,0 1 0,0-1 0,0 0 0,1-1 0,-1 1 0,0-1 0,0 0 0,1 0 0,-1 0 0,0-1 0,0 1 0,0-1 0,1 0 0,-1 0 0,0 0 0,0-1 0,0 0 0,-1 0 0,1 0 0,5-3 0,7-6 0,0-1 0,0-1 0,26-28 0,-25 24 0,17-16 0,-75 81-1365,26-33-5461</inkml:trace>
</inkml:ink>
</file>

<file path=ppt/ink/ink1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10:25.509"/>
    </inkml:context>
    <inkml:brush xml:id="br0">
      <inkml:brushProperty name="width" value="0.05" units="cm"/>
      <inkml:brushProperty name="height" value="0.05" units="cm"/>
    </inkml:brush>
  </inkml:definitions>
  <inkml:trace contextRef="#ctx0" brushRef="#br0">24 225 24575,'-2'1'0,"0"1"0,0-1 0,1 0 0,-1 0 0,0 1 0,0-1 0,1 1 0,-1 0 0,1-1 0,-1 1 0,1 0 0,-2 3 0,3-4 0,0-1 0,0 1 0,0-1 0,0 1 0,0-1 0,0 1 0,0-1 0,1 0 0,-1 1 0,0-1 0,0 1 0,1-1 0,-1 0 0,0 1 0,0-1 0,1 0 0,-1 1 0,0-1 0,1 0 0,-1 1 0,0-1 0,1 0 0,-1 0 0,1 1 0,-1-1 0,0 0 0,1 0 0,-1 0 0,1 0 0,-1 0 0,1 0 0,-1 1 0,1-1 0,-1 0 0,1 0 0,-1 0 0,12 0 0,0 1 0,-1-1 0,21-3 0,386-54-616,-49 5 109,411-34-262,1 27-1276,-725 56-2209</inkml:trace>
</inkml:ink>
</file>

<file path=ppt/ink/ink1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10:25.728"/>
    </inkml:context>
    <inkml:brush xml:id="br0">
      <inkml:brushProperty name="width" value="0.05" units="cm"/>
      <inkml:brushProperty name="height" value="0.05" units="cm"/>
    </inkml:brush>
  </inkml:definitions>
  <inkml:trace contextRef="#ctx0" brushRef="#br0">114 153 24575,'-8'0'0,"-11"2"0,-7 1 0,-5-1 0,9-2 0,14-3 0,22-3 0,24-5 0,25-4 0,27-4 0,27-2 0,24-2 0,21 1-1086,11 0 1086,-22 4-7105</inkml:trace>
</inkml:ink>
</file>

<file path=ppt/ink/ink1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10:00.500"/>
    </inkml:context>
    <inkml:brush xml:id="br0">
      <inkml:brushProperty name="width" value="0.05" units="cm"/>
      <inkml:brushProperty name="height" value="0.05" units="cm"/>
    </inkml:brush>
  </inkml:definitions>
  <inkml:trace contextRef="#ctx0" brushRef="#br0">27 16 24575,'-3'-13'0,"-4"10"0,6 4 0,1 0 0,-1-1 0,0 1 0,0-1 0,0 1 0,1 0 0,-1 0 0,0-1 0,1 1 0,-1 0 0,0 0 0,1 0 0,0 0 0,-1 0 0,1 0 0,-1 0 0,1 0 0,0 0 0,0 0 0,-1 2 0,-2 40 3,2 0 1,1 1-1,7 47 0,-1-17-1381,-5-57-5448</inkml:trace>
</inkml:ink>
</file>

<file path=ppt/ink/ink1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10:00.700"/>
    </inkml:context>
    <inkml:brush xml:id="br0">
      <inkml:brushProperty name="width" value="0.05" units="cm"/>
      <inkml:brushProperty name="height" value="0.05" units="cm"/>
    </inkml:brush>
  </inkml:definitions>
  <inkml:trace contextRef="#ctx0" brushRef="#br0">58 25 24575,'0'-2'0,"0"-3"0,-2 0 0,-3 0 0,-2 2 0,-2 0 0,-2 2 0,1 2 0,3 4 0,2 2 0,4 1 0</inkml:trace>
</inkml:ink>
</file>

<file path=ppt/ink/ink1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10:00.917"/>
    </inkml:context>
    <inkml:brush xml:id="br0">
      <inkml:brushProperty name="width" value="0.05" units="cm"/>
      <inkml:brushProperty name="height" value="0.05" units="cm"/>
    </inkml:brush>
  </inkml:definitions>
  <inkml:trace contextRef="#ctx0" brushRef="#br0">0 1 24575,'0'468'-1365,"0"-447"-5461</inkml:trace>
</inkml:ink>
</file>

<file path=ppt/ink/ink1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10:01.270"/>
    </inkml:context>
    <inkml:brush xml:id="br0">
      <inkml:brushProperty name="width" value="0.05" units="cm"/>
      <inkml:brushProperty name="height" value="0.05" units="cm"/>
    </inkml:brush>
  </inkml:definitions>
  <inkml:trace contextRef="#ctx0" brushRef="#br0">15 188 24575,'0'-10'0,"-1"0"0,0 0 0,-1 1 0,0-1 0,-5-16 0,6 25 0,1 1 0,0-1 0,0 1 0,0-1 0,0 1 0,0-1 0,0 1 0,0-1 0,0 0 0,0 1 0,0-1 0,0 1 0,0-1 0,0 1 0,0-1 0,0 1 0,0-1 0,1 1 0,-1-1 0,0 1 0,0-1 0,1 1 0,-1-1 0,0 1 0,1-1 0,-1 1 0,1-1 0,17-6 0,31 7 0,-38 1 0,32 1 0,-23-1 0,1 0 0,-1-1 0,1-1 0,-1-1 0,31-7 0,-49 9 0,-1 0 0,1-1 0,-1 1 0,1-1 0,-1 1 0,1-1 0,-1 0 0,1 0 0,-1 0 0,0 1 0,0-1 0,1 0 0,-1-1 0,0 1 0,0 0 0,0 0 0,0 0 0,0-1 0,0 1 0,0-2 0,0 2 0,-1-1 0,0 1 0,0 0 0,0-1 0,0 1 0,0 0 0,0 0 0,0-1 0,-1 1 0,1 0 0,0 0 0,-1-1 0,1 1 0,-1 0 0,1 0 0,-1 0 0,0-1 0,1 1 0,-2-1 0,-1-1 0,0-1 0,0 1 0,0 0 0,0 1 0,0-1 0,-1 0 0,1 1 0,-1 0 0,0 0 0,0 0 0,0 0 0,0 1 0,-8-3 0,9 4 0,0-1 0,0 1 0,-1-1 0,1 1 0,0 0 0,0 0 0,-1 1 0,1-1 0,0 1 0,0-1 0,-1 1 0,1 0 0,0 0 0,0 0 0,0 1 0,0-1 0,0 1 0,1 0 0,-1 0 0,0 0 0,1 0 0,-1 0 0,1 0 0,0 1 0,0-1 0,0 1 0,0 0 0,0-1 0,0 1 0,1 0 0,-1 0 0,1 0 0,0 0 0,0 0 0,-1 5 0,1 0 0,-1-1 0,1 1 0,1 0 0,0-1 0,0 1 0,0 0 0,1-1 0,0 1 0,1 0 0,-1-1 0,2 1 0,-1-1 0,1 0 0,4 9 0,-3-9-124,1 0 0,-1 0 0,1-1 0,0 0 0,1 0 0,-1 0-1,1-1 1,0 1 0,1-1 0,11 7 0,1-3-6702</inkml:trace>
</inkml:ink>
</file>

<file path=ppt/ink/ink1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10:01.804"/>
    </inkml:context>
    <inkml:brush xml:id="br0">
      <inkml:brushProperty name="width" value="0.05" units="cm"/>
      <inkml:brushProperty name="height" value="0.05" units="cm"/>
    </inkml:brush>
  </inkml:definitions>
  <inkml:trace contextRef="#ctx0" brushRef="#br0">2 102 24575,'-1'-32'0,"2"-34"0,-1 66 0,0-1 0,0 1 0,0 0 0,0 0 0,0 0 0,0 0 0,0 0 0,-1 0 0,1 0 0,0 0 0,0 0 0,0 0 0,0 0 0,0 0 0,0-1 0,0 1 0,0 0 0,0 0 0,0 0 0,0 0 0,0 0 0,0 0 0,0 0 0,0 0 0,0 0 0,0 0 0,0 0 0,1-1 0,-1 1 0,0 0 0,0 0 0,0 0 0,0 0 0,0 0 0,0 0 0,0 0 0,0 0 0,0 0 0,0 0 0,0 0 0,0 0 0,0 0 0,0 0 0,0 0 0,0 0 0,1 0 0,-1 0 0,0 0 0,0 0 0,0 0 0,0 0 0,0 0 0,0 0 0,0 0 0,0 0 0,0 0 0,0 0 0,1 0 0,-1 0 0,0 0 0,0 0 0,0 0 0,0 0 0,0 0 0,0 0 0,0 0 0,0 0 0,0 0 0,0 0 0,5 8 0,2 13 0,10 63 0,9 30 0,-24-166 0,-1 39 0,1 0 0,0 0 0,0 0 0,6-16 0,-5 22 0,-1-1 0,1 2 0,0-1 0,1 0 0,0 1 0,0-1 0,0 1 0,1 0 0,5-5 0,-10 10 0,1 0 0,-1 0 0,1 1 0,0-1 0,-1 0 0,1 1 0,0-1 0,0 0 0,0 1 0,-1-1 0,1 1 0,0-1 0,0 1 0,0 0 0,0-1 0,0 1 0,0 0 0,0-1 0,0 1 0,0 0 0,0 0 0,0 0 0,0 0 0,0 0 0,0 0 0,0 0 0,-1 0 0,1 1 0,0-1 0,0 0 0,0 1 0,0-1 0,0 0 0,0 1 0,0-1 0,0 1 0,-1-1 0,1 1 0,0 0 0,0-1 0,-1 1 0,1 0 0,0 0 0,-1-1 0,1 1 0,-1 0 0,1 0 0,-1 0 0,1 0 0,-1-1 0,0 1 0,1 0 0,-1 2 0,4 6 0,-2 1 0,1 0 0,-1-1 0,1 12 0,-3-16 0,8 58 0,-8-63 0,0 0 0,0 0 0,0 0 0,0 1 0,0-1 0,0 0 0,0 0 0,0 1 0,0-1 0,0 0 0,0 0 0,0 0 0,1 1 0,-1-1 0,0 0 0,0 0 0,0 0 0,0 0 0,0 1 0,1-1 0,-1 0 0,0 0 0,0 0 0,0 0 0,1 0 0,-1 0 0,0 0 0,0 1 0,0-1 0,1 0 0,-1 0 0,0 0 0,0 0 0,1 0 0,-1 0 0,9-6 0,7-18 0,-12 18 0,1-1 0,1 0 0,-1 1 0,1 0 0,0 0 0,1 1 0,-1-1 0,1 1 0,0 1 0,9-5 0,-14 8 0,0 0 0,1 0 0,-1 0 0,0 0 0,0 0 0,1 1 0,-1-1 0,1 1 0,-1-1 0,0 1 0,1 0 0,-1 0 0,1 0 0,-1 1 0,0-1 0,1 0 0,-1 1 0,1 0 0,-1-1 0,0 1 0,0 0 0,1 0 0,-1 0 0,0 1 0,0-1 0,0 0 0,0 1 0,0-1 0,-1 1 0,1 0 0,0-1 0,-1 1 0,1 0 0,-1 0 0,2 4 0,2 2 43,-2 0 0,1 1-1,-1 0 1,0 0 0,-1-1-1,0 1 1,2 16 0,-2 65-1750,-3-72-5119</inkml:trace>
</inkml:ink>
</file>

<file path=ppt/ink/ink1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10:30.937"/>
    </inkml:context>
    <inkml:brush xml:id="br0">
      <inkml:brushProperty name="width" value="0.05" units="cm"/>
      <inkml:brushProperty name="height" value="0.05" units="cm"/>
    </inkml:brush>
  </inkml:definitions>
  <inkml:trace contextRef="#ctx0" brushRef="#br0">1 15 24575,'0'2'0,"2"3"0,5 0 0,5 0 0,4-2 0,6 0 0,7-2 0,12 0 0,14-1 0,11 0 0,13-3 0,10 1 0,7-3 0,4 0 0,0-1 0,-8 0 0,-11 0 0,-19 0-8191</inkml:trace>
</inkml:ink>
</file>

<file path=ppt/ink/ink1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10:16.097"/>
    </inkml:context>
    <inkml:brush xml:id="br0">
      <inkml:brushProperty name="width" value="0.05" units="cm"/>
      <inkml:brushProperty name="height" value="0.05" units="cm"/>
    </inkml:brush>
  </inkml:definitions>
  <inkml:trace contextRef="#ctx0" brushRef="#br0">0 3 24575,'0'-2'0,"0"1"0,0 3 0,0 6 0,2 4 0,1 5 0,0 3 0,1 5 0,0 3 0,-1 4 0,-1 2 0,0 1 0,-1-1 0,-1-3 0,0-4 0,-2-5 0,0-4 0,-1-5-8191</inkml:trace>
</inkml:ink>
</file>

<file path=ppt/ink/ink1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10:16.701"/>
    </inkml:context>
    <inkml:brush xml:id="br0">
      <inkml:brushProperty name="width" value="0.05" units="cm"/>
      <inkml:brushProperty name="height" value="0.05" units="cm"/>
    </inkml:brush>
  </inkml:definitions>
  <inkml:trace contextRef="#ctx0" brushRef="#br0">56 392 24575,'-3'-51'0,"-2"1"0,-16-65 0,15 78 0,-2 3 0,4 20 0,1 1 0,1-1 0,0 0 0,1-15 0,0 29 0,1-1 0,0 0 0,0 0 0,0 0 0,1 0 0,-1 1 0,0-1 0,0 0 0,0 0 0,1 0 0,-1 1 0,0-1 0,1 0 0,-1 0 0,0 1 0,1-1 0,-1 0 0,1 1 0,-1-1 0,1 0 0,0 1 0,-1-1 0,1 1 0,0-1 0,-1 1 0,2-1 0,0 0 0,-1 1 0,1 0 0,-1 0 0,0 0 0,1 0 0,-1 0 0,1 0 0,-1 0 0,1 1 0,-1-1 0,1 0 0,-1 1 0,3 1 0,6 2 0,-1 1 0,0 1 0,11 8 0,-16-11 0,12 8 0,0 1 0,-1 1 0,0 1 0,-1 0 0,-1 0 0,0 2 0,-1-1 0,16 29 0,-27-42 0,1 1 0,-1-1 0,0 0 0,0 1 0,0-1 0,-1 0 0,1 1 0,-1-1 0,1 1 0,-1-1 0,0 1 0,0-1 0,0 1 0,0-1 0,0 1 0,-1-1 0,1 0 0,-1 1 0,1-1 0,-1 1 0,0-1 0,0 0 0,0 1 0,0-1 0,-1 0 0,1 0 0,-3 4 0,0-3 0,0 0 0,0 0 0,0-1 0,0 1 0,-1-1 0,1 0 0,0 0 0,-1-1 0,0 1 0,1-1 0,-1 0 0,0 0 0,-6 0 0,5 0 0,1-1 0,-1 0 0,0 0 0,1-1 0,-1 1 0,-6-3 0,11 3 0,1 0 0,-1 0 0,0-1 0,1 1 0,-1 0 0,0-1 0,1 1 0,-1 0 0,0-1 0,1 1 0,-1-1 0,1 1 0,-1-1 0,1 1 0,-1-1 0,1 1 0,-1-1 0,1 1 0,0-1 0,-1 0 0,1 1 0,-1-2 0,1 1 0,0 0 0,1 0 0,-1 0 0,0 0 0,0 0 0,1 0 0,-1-1 0,0 1 0,1 0 0,-1 0 0,1 0 0,0 1 0,-1-1 0,1 0 0,0 0 0,-1 0 0,1 0 0,0 0 0,2 0 0,8-10 0,1 2 0,0 0 0,1 0 0,-1 2 0,20-10 0,-23 13 0,-1 1 0,1-1 0,-1 1 0,1 1 0,0 0 0,0 0 0,0 1 0,1 0 0,-1 1 0,11 0 0,-15 1 0,1 1 0,-1 0 0,0 0 0,0 0 0,0 1 0,0-1 0,0 1 0,-1 0 0,1 1 0,-1-1 0,0 1 0,0 0 0,0 0 0,0 0 0,4 7 0,-2-3 0,-1 0 0,1 1 0,-1 0 0,-1 0 0,1 0 0,-2 1 0,5 15 0,-7-21 0,0 0 0,-1 0 0,0 0 0,0 0 0,-1 8 0,1-11 0,0 0 0,0 0 0,0 0 0,0 0 0,0 0 0,-1 0 0,1 0 0,0 0 0,-1 0 0,1 0 0,-1 0 0,1-1 0,-1 1 0,1 0 0,-1 0 0,0 0 0,1-1 0,-1 1 0,0 0 0,0-1 0,1 1 0,-1-1 0,0 1 0,0-1 0,0 1 0,0-1 0,0 1 0,0-1 0,-1 1 0,2-1 0,-1 0 0,1 0 0,0 0 0,-1 0 0,1 0 0,0 0 0,-1 0 0,1 0 0,-1 0 0,1 0 0,0 0 0,-1 0 0,1 0 0,0 0 0,-1 0 0,1-1 0,0 1 0,-1 0 0,1 0 0,0 0 0,-1-1 0,1 1 0,0 0 0,0 0 0,-1 0 0,1-1 0,0 1 0,0 0 0,-1-1 0,1 1 0,0 0 0,0-1 0,-1 1 0,4-14 0,11-12 0,-4 14 0,1 1 0,0 0 0,23-18 0,-29 26 0,0-1 0,0 1 0,0 0 0,0 1 0,0-1 0,0 1 0,1 0 0,-1 0 0,1 1 0,-1-1 0,1 1 0,0 1 0,9-1 0,-14 1 11,1 0 1,-1 0-1,0 1 0,1-1 0,-1 0 1,0 1-1,1-1 0,-1 1 0,0-1 1,0 1-1,1 0 0,-1 0 0,0-1 1,0 1-1,0 0 0,0 0 0,0 0 1,0 0-1,0 0 0,-1 1 0,1-1 1,0 0-1,0 0 0,-1 0 0,1 1 1,-1-1-1,1 0 0,-1 1 0,1 1 0,0 3-255,0 1-1,-1 0 0,0-1 0,-1 13 0,1-14-233,-1 8-6348</inkml:trace>
</inkml:ink>
</file>

<file path=ppt/ink/ink1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10:16.824"/>
    </inkml:context>
    <inkml:brush xml:id="br0">
      <inkml:brushProperty name="width" value="0.05" units="cm"/>
      <inkml:brushProperty name="height" value="0.05" units="cm"/>
    </inkml:brush>
  </inkml:definitions>
  <inkml:trace contextRef="#ctx0" brushRef="#br0">0 52 24575,'0'-4'0,"0"-5"0,0-3 0,0-2 0,2 2 0</inkml:trace>
</inkml:ink>
</file>

<file path=ppt/ink/ink1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10:17.089"/>
    </inkml:context>
    <inkml:brush xml:id="br0">
      <inkml:brushProperty name="width" value="0.05" units="cm"/>
      <inkml:brushProperty name="height" value="0.05" units="cm"/>
    </inkml:brush>
  </inkml:definitions>
  <inkml:trace contextRef="#ctx0" brushRef="#br0">123 32 24575,'0'0'0,"0"1"0,0-1 0,0 0 0,0 1 0,0-1 0,0 0 0,0 1 0,0-1 0,0 0 0,0 1 0,0-1 0,0 0 0,1 0 0,-1 1 0,0-1 0,0 0 0,0 0 0,0 1 0,1-1 0,-1 0 0,0 0 0,0 1 0,1-1 0,-1 0 0,0 0 0,0 0 0,1 1 0,-1-1 0,0 0 0,0 0 0,1 0 0,-1 0 0,0 0 0,1 0 0,-1 0 0,0 0 0,1 0 0,-1 0 0,0 0 0,1 0 0,-1 0 0,0 0 0,0 0 0,1 0 0,-1 0 0,0 0 0,1 0 0,-1 0 0,0 0 0,1 0 0,-1-1 0,0 1 0,0 0 0,1 0 0,-1 0 0,0-1 0,0 1 0,0 0 0,1 0 0,-1-1 0,0 1 0,0 0 0,16-16 0,-16 16 0,0-1 0,0 1 0,1-1 0,-1 1 0,0-1 0,0 1 0,0-1 0,0 0 0,1 1 0,-1-1 0,0 1 0,0-1 0,0 1 0,0-1 0,-1 1 0,1-1 0,0 1 0,0-1 0,0 0 0,0 1 0,0-1 0,-1 1 0,1-1 0,0 1 0,-1-1 0,1 1 0,0 0 0,-1-1 0,1 1 0,0-1 0,-1 1 0,0-1 0,-1 0 0,1 1 0,0-1 0,-1 1 0,1 0 0,-1-1 0,1 1 0,-1 0 0,1 0 0,0 0 0,-4 0 0,-1 1 0,0-1 0,-1 2 0,1-1 0,-9 4 0,8-2 0,0 0 0,1 1 0,0-1 0,0 2 0,0-1 0,0 1 0,1-1 0,-1 2 0,1-1 0,0 0 0,1 1 0,-7 10 0,10-13 0,-1-1 0,1 0 0,0 1 0,0-1 0,1 1 0,-1-1 0,0 1 0,1-1 0,-1 1 0,1-1 0,0 1 0,0-1 0,0 1 0,0 0 0,1-1 0,-1 1 0,1-1 0,-1 1 0,1-1 0,0 1 0,0-1 0,0 1 0,0-1 0,0 0 0,1 0 0,-1 1 0,1-1 0,-1 0 0,1 0 0,0-1 0,0 1 0,0 0 0,0 0 0,0-1 0,0 0 0,0 1 0,1-1 0,3 2 0,3 1 43,1 1 0,0-2-1,-1 1 1,1-1 0,1-1-1,-1 0 1,12 1 0,-2-1-612,1-2 0,34-2 0,-18-3-6257</inkml:trace>
</inkml:ink>
</file>

<file path=ppt/ink/ink1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10:17.654"/>
    </inkml:context>
    <inkml:brush xml:id="br0">
      <inkml:brushProperty name="width" value="0.05" units="cm"/>
      <inkml:brushProperty name="height" value="0.05" units="cm"/>
    </inkml:brush>
  </inkml:definitions>
  <inkml:trace contextRef="#ctx0" brushRef="#br0">103 91 24575,'-32'-5'0,"29"4"0,-1 0 0,0 0 0,1 0 0,-1 1 0,0 0 0,0-1 0,1 1 0,-1 0 0,0 1 0,0-1 0,1 0 0,-1 1 0,0 0 0,-3 1 0,6-1 0,1-1 0,-1 0 0,1 1 0,-1-1 0,1 0 0,-1 1 0,1-1 0,-1 1 0,1-1 0,-1 1 0,1-1 0,0 1 0,-1-1 0,1 1 0,0-1 0,-1 1 0,1-1 0,0 1 0,0 0 0,-1-1 0,1 1 0,0-1 0,0 1 0,0 0 0,0-1 0,0 1 0,0 0 0,0-1 0,0 1 0,0-1 0,0 1 0,0 0 0,0-1 0,1 1 0,-1 0 0,0-1 0,0 1 0,1-1 0,-1 1 0,0-1 0,1 1 0,-1-1 0,1 1 0,-1-1 0,1 1 0,-1-1 0,0 1 0,1-1 0,0 0 0,-1 1 0,1-1 0,-1 0 0,2 1 0,2 2 0,0-1 0,0 1 0,1-1 0,-1 0 0,8 2 0,-1-2 0,-1 0 0,1 0 0,0-1 0,0-1 0,0 0 0,-1 0 0,13-3 0,-17 2 0,0 0 0,0 0 0,0-1 0,0 1 0,-1-1 0,1-1 0,0 1 0,-1-1 0,0 0 0,1 0 0,-1-1 0,-1 0 0,10-8 0,-13 11 0,0 0 0,-1 0 0,1 0 0,0 0 0,0 0 0,-1 0 0,1 0 0,-1 0 0,1-1 0,-1 1 0,1 0 0,-1 0 0,0-1 0,1 1 0,-1 0 0,0-1 0,0 1 0,0 0 0,0-1 0,0 1 0,-1 0 0,1-1 0,-1-1 0,0 1 0,0 0 0,0-1 0,-1 1 0,1 0 0,-1 0 0,1 0 0,-1 0 0,0 0 0,0 1 0,0-1 0,-3-2 0,-3-1 0,0 0 0,-1 1 0,1 0 0,-1 0 0,-14-3 0,16 5 0,0 1 0,0 0 0,0 0 0,0 1 0,-1 0 0,1 0 0,0 0 0,0 1 0,0 0 0,0 1 0,0-1 0,-8 4 0,12-4 0,0 0 0,0 1 0,1-1 0,-1 1 0,0 0 0,0 0 0,1 0 0,-1 0 0,1 0 0,0 1 0,0-1 0,-1 1 0,1-1 0,1 1 0,-1 0 0,0-1 0,1 1 0,0 0 0,-1 0 0,1 1 0,0-1 0,0 0 0,1 0 0,-1 0 0,1 1 0,0-1 0,0 0 0,0 6 0,1-3 20,0 0 0,0 1 0,1-1 1,-1 0-1,2 0 0,-1 0 0,1 0 0,-1 0 0,2 0 0,-1-1 0,1 1 0,-1-1 0,1 0 0,1 0 0,-1 0 0,10 7 1,-4-5-235,0 0 1,0 0 0,1-1-1,0 0 1,0-1 0,0 0-1,23 6 1,2-3-6613</inkml:trace>
</inkml:ink>
</file>

<file path=ppt/ink/ink1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10:17.890"/>
    </inkml:context>
    <inkml:brush xml:id="br0">
      <inkml:brushProperty name="width" value="0.05" units="cm"/>
      <inkml:brushProperty name="height" value="0.05" units="cm"/>
    </inkml:brush>
  </inkml:definitions>
  <inkml:trace contextRef="#ctx0" brushRef="#br0">32 16 24575,'-2'0'0,"-2"0"0,-4 0 0,-1 0 0,3 0 0,3 0 0,6 0 0,3 0 0,5 0 0,6 0 0,7 0 0,3-2 0,3-1 0,2 1 0,1-2 0,-7-1-8191</inkml:trace>
</inkml:ink>
</file>

<file path=ppt/ink/ink1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10:18.060"/>
    </inkml:context>
    <inkml:brush xml:id="br0">
      <inkml:brushProperty name="width" value="0.05" units="cm"/>
      <inkml:brushProperty name="height" value="0.05" units="cm"/>
    </inkml:brush>
  </inkml:definitions>
  <inkml:trace contextRef="#ctx0" brushRef="#br0">95 37 24575,'-2'-2'0,"-5"-2"0,-3-3 0,1-3 0,-1 2 0,1 3 0,3 5 0,0 6 0,1 8 0,1 10 0,0 9 0,0 6 0,1 5 0,-1 3 0,0 0 0,1-3 0,0-4 0,2-10-8191</inkml:trace>
</inkml:ink>
</file>

<file path=ppt/ink/ink1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10:18.231"/>
    </inkml:context>
    <inkml:brush xml:id="br0">
      <inkml:brushProperty name="width" value="0.05" units="cm"/>
      <inkml:brushProperty name="height" value="0.05" units="cm"/>
    </inkml:brush>
  </inkml:definitions>
  <inkml:trace contextRef="#ctx0" brushRef="#br0">196 5 24575,'0'-2'0,"-2"0"0,-3 3 0,-4 4 0,-5 8 0,-4 4 0,-3 7 0,-4 4 0,-1 4 0,-1 0 0,1-3 0,4-6-8191</inkml:trace>
</inkml:ink>
</file>

<file path=ppt/ink/ink1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10:18.405"/>
    </inkml:context>
    <inkml:brush xml:id="br0">
      <inkml:brushProperty name="width" value="0.05" units="cm"/>
      <inkml:brushProperty name="height" value="0.05" units="cm"/>
    </inkml:brush>
  </inkml:definitions>
  <inkml:trace contextRef="#ctx0" brushRef="#br0">1 78 24575,'1'-6'0,"6"-6"0,3-5 0,2-1 0,2 2 0,2 7 0,2 10 0,-1 11 0,2 13 0,0 10 0,0 10 0,1 6 0,0 4 0,2-1 0,-2-3 0,-4-10-8191</inkml:trace>
</inkml:ink>
</file>

<file path=ppt/ink/ink1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10:32.111"/>
    </inkml:context>
    <inkml:brush xml:id="br0">
      <inkml:brushProperty name="width" value="0.05" units="cm"/>
      <inkml:brushProperty name="height" value="0.05" units="cm"/>
    </inkml:brush>
  </inkml:definitions>
  <inkml:trace contextRef="#ctx0" brushRef="#br0">111 31 24575,'-8'-1'0,"-9"-2"0,-7-2 0,-2 1 0,3-2 0,11 0 0,12 2 0,19 2 0,20 5 0,19 3 0,18 1 0,14 1 0,9 2 0,7 0 0,2-1 0,-16-2-8191</inkml:trace>
</inkml:ink>
</file>

<file path=ppt/ink/ink1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10:32.454"/>
    </inkml:context>
    <inkml:brush xml:id="br0">
      <inkml:brushProperty name="width" value="0.05" units="cm"/>
      <inkml:brushProperty name="height" value="0.05" units="cm"/>
    </inkml:brush>
  </inkml:definitions>
  <inkml:trace contextRef="#ctx0" brushRef="#br0">1 1 24575,'4'0'0,"9"2"0,11 1 0,13-1 0,14 0 0,17 0 0,16-1 0,16-1 0,15 0 0,-11 0-8191</inkml:trace>
</inkml:ink>
</file>

<file path=ppt/ink/ink1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10:36.982"/>
    </inkml:context>
    <inkml:brush xml:id="br0">
      <inkml:brushProperty name="width" value="0.05" units="cm"/>
      <inkml:brushProperty name="height" value="0.05" units="cm"/>
    </inkml:brush>
  </inkml:definitions>
  <inkml:trace contextRef="#ctx0" brushRef="#br0">224 29 24575,'0'0'0,"1"0"0,-1 0 0,0 0 0,1 0 0,-1 0 0,1-1 0,-1 1 0,0 0 0,1 0 0,-1 0 0,1-1 0,-1 1 0,0 0 0,1-1 0,-1 1 0,0 0 0,0 0 0,1-1 0,-1 1 0,0-1 0,0 1 0,1 0 0,-1-1 0,0 1 0,0 0 0,0-1 0,0 1 0,1-1 0,-1 1 0,0-1 0,0 1 0,0 0 0,0-1 0,0 1 0,0-1 0,0 1 0,0-1 0,-1 1 0,1 0 0,0-1 0,0 1 0,0-1 0,-1 0 0,1 1 0,0-1 0,0 0 0,0 1 0,-1-1 0,1 0 0,0 1 0,-1-1 0,1 0 0,0 1 0,-1-1 0,1 0 0,-1 1 0,1-1 0,-1 1 0,0-1 0,1 1 0,-1 0 0,1-1 0,-1 1 0,0-1 0,1 1 0,-1 0 0,0 0 0,1-1 0,-1 1 0,0 0 0,0 0 0,1 0 0,-2 0 0,-1 1 0,0 0 0,1 0 0,-1 1 0,1-1 0,-1 1 0,1-1 0,0 1 0,-1 0 0,1 0 0,0 0 0,0 0 0,1 1 0,-1-1 0,0 1 0,1-1 0,-1 1 0,-1 3 0,0 0 0,-16 27 0,1 1 0,-22 62 0,-12 78 0,39-122 0,2 0 0,2 1 0,3 0 0,2 0 0,4 70 0,2-92 0,2 0 0,1 0 0,1 0 0,2 0 0,1-1 0,1 0 0,1-1 0,2 0 0,1-1 0,24 36 0,-14-32-170,2-1-1,0-2 0,2-1 1,1-1-1,2-1 0,0-2 1,47 28-1,24 8-6655</inkml:trace>
</inkml:ink>
</file>

<file path=ppt/ink/ink1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10:38.317"/>
    </inkml:context>
    <inkml:brush xml:id="br0">
      <inkml:brushProperty name="width" value="0.05" units="cm"/>
      <inkml:brushProperty name="height" value="0.05" units="cm"/>
    </inkml:brush>
  </inkml:definitions>
  <inkml:trace contextRef="#ctx0" brushRef="#br0">9 8 24575,'-9'-4'0,"9"4"0,0 0 0,0-1 0,0 1 0,0 0 0,1 0 0,-1 0 0,0 0 0,0-1 0,0 1 0,0 0 0,0 0 0,0 0 0,0 0 0,0 0 0,1-1 0,-1 1 0,0 0 0,0 0 0,0 0 0,0 0 0,1 0 0,-1 0 0,0 0 0,0-1 0,0 1 0,0 0 0,1 0 0,-1 0 0,0 0 0,0 0 0,0 0 0,1 0 0,-1 0 0,0 0 0,0 0 0,0 0 0,1 0 0,-1 0 0,0 0 0,0 0 0,0 0 0,0 1 0,1-1 0,-1 0 0,0 0 0,0 0 0,0 0 0,0 0 0,1 0 0,-1 0 0,0 1 0,0-1 0,9 2 0,-1 1 0,1 1 0,-1-1 0,0 2 0,0-1 0,-1 1 0,1 0 0,11 10 0,52 56 0,-34-28 0,-1 2 0,-3 1 0,-2 2 0,-2 1 0,-2 1 0,-3 2 0,29 86 0,-44-110 0,-1 0 0,-1 1 0,-2 0 0,-1 0 0,0 29 0,-4-45 0,0-1 0,-1 0 0,0 0 0,-1 0 0,0 0 0,-1 0 0,-1 0 0,0 0 0,0-1 0,-1 0 0,-1 0 0,0 0 0,0-1 0,-13 17 0,9-16-455,-1 0 0,-24 18 0,-25 10-6371</inkml:trace>
</inkml:ink>
</file>

<file path=ppt/ink/ink1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10:39.830"/>
    </inkml:context>
    <inkml:brush xml:id="br0">
      <inkml:brushProperty name="width" value="0.05" units="cm"/>
      <inkml:brushProperty name="height" value="0.05" units="cm"/>
    </inkml:brush>
  </inkml:definitions>
  <inkml:trace contextRef="#ctx0" brushRef="#br0">719 75 24575,'0'-3'0,"0"0"0,-1 0 0,1 1 0,0-1 0,-1 0 0,0 0 0,0 0 0,0 1 0,0-1 0,0 0 0,0 1 0,-1-1 0,1 1 0,-1-1 0,0 1 0,0 0 0,0 0 0,0 0 0,0 0 0,0 0 0,-1 0 0,1 0 0,0 1 0,-1-1 0,1 1 0,-1 0 0,0 0 0,0 0 0,1 0 0,-1 0 0,-5 0 0,-9-2 0,0 1 0,0 0 0,-1 2 0,-21 1 0,12 0 0,-58 0 0,1 3 0,-121 23 0,202-27 0,1 0 0,0 0 0,0 1 0,0-1 0,0 1 0,0-1 0,0 1 0,0 0 0,0 0 0,0 0 0,0 0 0,1 0 0,-1 1 0,0-1 0,1 0 0,-4 4 0,5-4 0,0 1 0,-1 0 0,1 0 0,0-1 0,0 1 0,0 0 0,0 0 0,0-1 0,1 1 0,-1 0 0,0 0 0,1-1 0,-1 1 0,1 0 0,0-1 0,-1 1 0,1-1 0,0 1 0,0-1 0,1 2 0,5 9 0,-1 1 0,-1-1 0,0 1 0,-1 0 0,-1 0 0,1 0 0,-2 0 0,0 1 0,-1-1 0,0 1 0,-1-1 0,0 1 0,-2-1 0,1 1 0,-7 25 0,-9 19 0,-36 88 0,-5 12 0,52-139 0,1 0 0,1 1 0,0 0 0,2-1 0,-1 38 0,3-51 0,1-1 0,-1 1 0,1-1 0,0 1 0,0-1 0,1 1 0,0-1 0,0 0 0,0 1 0,1-1 0,-1 0 0,1 0 0,0-1 0,1 1 0,-1-1 0,1 0 0,0 1 0,0-2 0,0 1 0,0 0 0,1-1 0,0 0 0,-1 0 0,1 0 0,6 2 0,4 0 0,-1 0 0,2-1 0,-1-1 0,0 0 0,1-1 0,-1-1 0,1 0 0,17-2 0,127-20 0,-125 16 0,113-17-1365,-113 16-5461</inkml:trace>
</inkml:ink>
</file>

<file path=ppt/ink/ink1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10:41.025"/>
    </inkml:context>
    <inkml:brush xml:id="br0">
      <inkml:brushProperty name="width" value="0.05" units="cm"/>
      <inkml:brushProperty name="height" value="0.05" units="cm"/>
    </inkml:brush>
  </inkml:definitions>
  <inkml:trace contextRef="#ctx0" brushRef="#br0">57 73 24575,'-23'-14'0,"-1"-2"0,23 15 0,0 0 0,0 0 0,0 0 0,1 0 0,-1 0 0,0 0 0,1 0 0,-1 0 0,0 0 0,1 0 0,0-1 0,-1 1 0,1 0 0,0 0 0,-1 0 0,1-1 0,0 1 0,0 0 0,0 0 0,0-2 0,1 2 0,-1 0 0,1 0 0,-1 0 0,1 0 0,-1 0 0,1 0 0,0 0 0,-1 1 0,1-1 0,0 0 0,0 0 0,0 1 0,0-1 0,-1 1 0,1-1 0,0 1 0,0-1 0,0 1 0,0-1 0,0 1 0,0 0 0,0-1 0,0 1 0,0 0 0,0 0 0,0 0 0,2 0 0,34-1 0,-29 1 0,34 0 0,0 2 0,-1 2 0,0 2 0,1 2 0,42 14 0,-81-22 0,0 1 0,0 0 0,0 0 0,0 1 0,0-1 0,-1 0 0,1 1 0,0 0 0,-1 0 0,1 0 0,-1 0 0,0 0 0,3 3 0,-4-3 0,0 0 0,0 0 0,-1 0 0,1 1 0,-1-1 0,1 0 0,-1 0 0,0 0 0,0 0 0,0 0 0,0 0 0,0 1 0,-1-1 0,1 0 0,-1 0 0,1 0 0,-1 0 0,0 0 0,0 0 0,-1 3 0,-7 16 0,0 0 0,2 1 0,0 1 0,2-1 0,0 1 0,2 0 0,0 0 0,2 0 0,0 0 0,2 0 0,3 27 0,11 19 0,46 131 0,-11-44 0,-45-139 0,-1-4 0,0-1 0,-2 1 0,1-1 0,0 21 0,-3-29 0,0 0 0,0 0 0,-1 0 0,0-1 0,1 1 0,-1 0 0,-1-1 0,1 1 0,0-1 0,-1 1 0,0-1 0,0 1 0,0-1 0,0 0 0,0 0 0,-1 0 0,1 0 0,-1-1 0,-6 6 0,-4 1 0,-1-1 0,0 0 0,0 0 0,-1-2 0,0 0 0,-24 7 0,-96 15 0,103-23-682,-35 0-1,24-5-6143</inkml:trace>
</inkml:ink>
</file>

<file path=ppt/ink/ink1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10:45.900"/>
    </inkml:context>
    <inkml:brush xml:id="br0">
      <inkml:brushProperty name="width" value="0.05" units="cm"/>
      <inkml:brushProperty name="height" value="0.05" units="cm"/>
    </inkml:brush>
  </inkml:definitions>
  <inkml:trace contextRef="#ctx0" brushRef="#br0">112 80 24575,'-8'0'0,"1"-1"0,0 0 0,0-1 0,1 0 0,-1 0 0,0 0 0,1-1 0,-1 0 0,1 0 0,0-1 0,-11-7 0,16 10 0,1 1 0,-1-1 0,1 1 0,-1-1 0,1 1 0,-1-1 0,1 1 0,-1-1 0,1 1 0,-1-1 0,1 0 0,0 1 0,-1-1 0,1 0 0,0 1 0,0-1 0,-1 0 0,1 1 0,0-1 0,0 0 0,0 0 0,0 1 0,0-1 0,0 0 0,0 1 0,0-1 0,0 0 0,1 0 0,-1-1 0,1 1 0,0 0 0,0 0 0,0 0 0,0 0 0,0 0 0,0 0 0,0 1 0,0-1 0,0 0 0,0 1 0,0-1 0,3-1 0,3 0 0,1-1 0,-1 1 0,1 1 0,8-2 0,-10 2 0,1 1 0,-1 0 0,0 0 0,1 0 0,-1 1 0,0 0 0,0 0 0,0 1 0,0 0 0,0 0 0,0 0 0,0 1 0,0-1 0,-1 1 0,1 1 0,6 4 0,-9-5 0,0 0 0,0 0 0,0 0 0,-1 1 0,1-1 0,-1 1 0,0-1 0,0 1 0,0 0 0,-1 0 0,1 0 0,-1 0 0,0 0 0,0 0 0,0 0 0,0 0 0,-1 0 0,0 1 0,0-1 0,0 0 0,0 0 0,-1 0 0,1 1 0,-1-1 0,-2 5 0,-1 2 0,0-1 0,-1 0 0,0 0 0,0 0 0,-1 0 0,-1-1 0,0 0 0,0 0 0,0-1 0,-1 0 0,-11 9 0,8-8 0,0 0 0,-1-1 0,-1 0 0,0-1 0,0 0 0,0-1 0,0 0 0,-17 4 0,59-17 0,-1 1 0,1 2 0,0 1 0,45 1 0,71 22-170,-109-14-1025,-13-2-5631</inkml:trace>
</inkml:ink>
</file>

<file path=ppt/ink/ink1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10:46.182"/>
    </inkml:context>
    <inkml:brush xml:id="br0">
      <inkml:brushProperty name="width" value="0.05" units="cm"/>
      <inkml:brushProperty name="height" value="0.05" units="cm"/>
    </inkml:brush>
  </inkml:definitions>
  <inkml:trace contextRef="#ctx0" brushRef="#br0">71 143 24575,'4'-8'0,"0"0"0,-1-1 0,0 0 0,0 0 0,-1 0 0,0 0 0,-1 0 0,0 0 0,0-1 0,-1 1 0,-2-17 0,2 25 0,0 0 0,0 0 0,0 0 0,-1 1 0,1-1 0,0 0 0,0 0 0,-1 0 0,1 1 0,0-1 0,-1 0 0,1 1 0,-1-1 0,1 0 0,-1 1 0,1-1 0,-1 1 0,0-1 0,1 0 0,-1 1 0,1 0 0,-1-1 0,0 1 0,0-1 0,1 1 0,-1 0 0,-1-1 0,0 1 0,1 0 0,0 0 0,-1 1 0,1-1 0,0 0 0,-1 1 0,1-1 0,0 1 0,0 0 0,-1-1 0,1 1 0,0 0 0,0-1 0,-2 3 0,-2 2 0,0 0 0,0 0 0,0 0 0,1 1 0,-5 7 0,5-4 0,0 0 0,1 0 0,0 0 0,0 1 0,1-1 0,0 1 0,0 0 0,1 0 0,1-1 0,-1 1 0,3 14 0,-2-19 0,1-1 0,0 1 0,0-1 0,0 1 0,1-1 0,0 1 0,0-1 0,0 0 0,0 0 0,0 0 0,5 6 0,-5-8 0,1 0 0,-1 0 0,1 1 0,-1-1 0,1-1 0,0 1 0,0 0 0,0-1 0,0 1 0,0-1 0,0 0 0,0 0 0,0 0 0,1-1 0,-1 1 0,0-1 0,6 1 0,-4-1 14,0-1 1,0 1-1,0-1 0,0 0 0,0 0 1,0 0-1,0-1 0,0 0 0,-1 0 0,1 0 1,-1 0-1,1-1 0,-1 0 0,0 0 1,0 0-1,0 0 0,0-1 0,-1 1 0,0-1 1,1 0-1,-1 0 0,-1 0 0,5-7 1,-5 6-101,1 0 1,-1-1 0,1 1-1,-2-1 1,1 0 0,-1 0-1,1 0 1,-2 1 0,1-1-1,-1 0 1,1 0 0,-2 0-1,1 0 1,-1 0 0,0 0-1,0 0 1,0 0 0,-1 1-1,-3-9 1,-7-8-6741</inkml:trace>
</inkml:ink>
</file>

<file path=ppt/ink/ink1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10:46.652"/>
    </inkml:context>
    <inkml:brush xml:id="br0">
      <inkml:brushProperty name="width" value="0.05" units="cm"/>
      <inkml:brushProperty name="height" value="0.05" units="cm"/>
    </inkml:brush>
  </inkml:definitions>
  <inkml:trace contextRef="#ctx0" brushRef="#br0">1 10 24575,'0'-2'0,"0"-2"0,0 0 0,2 4 0,0 4 0,1 5 0,-1 7 0,-3 9 0,-2 6 0,-2-2-8191</inkml:trace>
</inkml:ink>
</file>

<file path=ppt/ink/ink1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10:49.254"/>
    </inkml:context>
    <inkml:brush xml:id="br0">
      <inkml:brushProperty name="width" value="0.05" units="cm"/>
      <inkml:brushProperty name="height" value="0.05" units="cm"/>
    </inkml:brush>
  </inkml:definitions>
  <inkml:trace contextRef="#ctx0" brushRef="#br0">1 60 24575,'0'-41'0,"0"25"0,0 13 0,0 7 0,0 13 0,-1 13 0,2-1 0,7 42 0,-7-64 0,0 1 0,1-1 0,1 1 0,-1-1 0,1 0 0,0 0 0,1 0 0,-1 0 0,1 0 0,1-1 0,-1 0 0,1 0 0,0 0 0,9 7 0,-11-10 0,1-1 0,-1 1 0,1-1 0,0 0 0,-1 0 0,1-1 0,0 1 0,0-1 0,0 0 0,0 0 0,0 0 0,0 0 0,0-1 0,1 0 0,5 0 0,-4 0 0,0-1 0,1-1 0,-1 1 0,0-1 0,-1 0 0,1-1 0,0 1 0,-1-1 0,9-5 0,-2-1 0,1-1 0,-2 0 0,0-1 0,0 0 0,-1-1 0,0 0 0,13-21 0,-14 18 0,-1-1 0,-1-1 0,7-18 0,-13 98 0,-1-36 114,1 1 0,7 44 0,-6-59-328,1 1 1,1-1 0,0 1-1,1-1 1,1 0 0,0-1-1,8 14 1,1-5-6613</inkml:trace>
</inkml:ink>
</file>

<file path=ppt/ink/ink1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10:49.501"/>
    </inkml:context>
    <inkml:brush xml:id="br0">
      <inkml:brushProperty name="width" value="0.05" units="cm"/>
      <inkml:brushProperty name="height" value="0.05" units="cm"/>
    </inkml:brush>
  </inkml:definitions>
  <inkml:trace contextRef="#ctx0" brushRef="#br0">1 11 24575,'1'-11'0,"3"12"0,1 18 0,1 43 0,2 0 0,33 117 0,-24-120-1365,-12-48-5461</inkml:trace>
</inkml:ink>
</file>

<file path=ppt/ink/ink1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10:49.641"/>
    </inkml:context>
    <inkml:brush xml:id="br0">
      <inkml:brushProperty name="width" value="0.05" units="cm"/>
      <inkml:brushProperty name="height" value="0.05" units="cm"/>
    </inkml:brush>
  </inkml:definitions>
  <inkml:trace contextRef="#ctx0" brushRef="#br0">1 86 24575,'4'-4'0,"5"-5"0,5-6 0,7-1 0,3 1 0,3 4 0,4 3 0,3 3 0,-2 3 0,-1 3 0,-2 4 0,-2 3 0,-6 0-8191</inkml:trace>
</inkml:ink>
</file>

<file path=ppt/ink/ink1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10:49.954"/>
    </inkml:context>
    <inkml:brush xml:id="br0">
      <inkml:brushProperty name="width" value="0.05" units="cm"/>
      <inkml:brushProperty name="height" value="0.05" units="cm"/>
    </inkml:brush>
  </inkml:definitions>
  <inkml:trace contextRef="#ctx0" brushRef="#br0">0 41 24575,'0'-2'0,"0"-2"0,2-3 0,1-3 0,1 2 0,3 1 0,1 4 0,0 7 0,1 6 0,-2 8 0,-1 8 0,-3 9 0,-3 5 0,-1-3-8191</inkml:trace>
</inkml:ink>
</file>

<file path=ppt/ink/ink1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10:52.300"/>
    </inkml:context>
    <inkml:brush xml:id="br0">
      <inkml:brushProperty name="width" value="0.05" units="cm"/>
      <inkml:brushProperty name="height" value="0.05" units="cm"/>
    </inkml:brush>
  </inkml:definitions>
  <inkml:trace contextRef="#ctx0" brushRef="#br0">279 42 24575,'-6'-1'0,"1"0"0,-1 0 0,1-1 0,-1 0 0,1 0 0,0 0 0,-7-3 0,-16-7 0,16 8 0,1 1 0,-1 1 0,0 0 0,0 1 0,0 0 0,-15 1 0,21 0 0,0 1 0,0 0 0,0 0 0,0 1 0,0 0 0,0 0 0,0 0 0,0 1 0,1 0 0,0 0 0,-1 0 0,1 0 0,0 1 0,-4 4 0,8-7 0,0 0 0,0 0 0,0 0 0,0 0 0,0 0 0,0 0 0,0 0 0,1 0 0,-1 0 0,0 0 0,1 0 0,-1 1 0,1-1 0,-1 0 0,1 0 0,-1 1 0,1-1 0,0 0 0,0 1 0,0-1 0,0 0 0,0 1 0,0-1 0,0 0 0,0 1 0,0-1 0,1 0 0,-1 0 0,0 1 0,1-1 0,-1 0 0,1 0 0,0 1 0,-1-1 0,1 0 0,0 0 0,0 0 0,-1 0 0,1 0 0,0 0 0,0 0 0,0 0 0,0-1 0,0 1 0,1 0 0,0 0 0,8 5 0,0 0 0,0-1 0,0 0 0,14 4 0,-18-7 0,45 15 0,31 12 0,-73-26 0,-1 1 0,1 1 0,-1 0 0,-1 0 0,1 0 0,13 13 0,-20-17 0,0 0 0,0 0 0,0 0 0,0 1 0,-1-1 0,1 0 0,0 0 0,-1 0 0,1 1 0,-1-1 0,1 0 0,-1 1 0,1-1 0,-1 0 0,0 1 0,0-1 0,0 1 0,0-1 0,0 0 0,0 1 0,0-1 0,0 1 0,0-1 0,-1 0 0,1 1 0,0-1 0,-1 0 0,0 1 0,1-1 0,-1 0 0,0 0 0,1 0 0,-1 1 0,0-1 0,0 0 0,0 0 0,0 0 0,0 0 0,0-1 0,0 1 0,-2 1 0,-4 3 0,1-1 0,-1 1 0,0-2 0,0 1 0,0-1 0,-9 3 0,-14 2-1365,2-2-5461</inkml:trace>
</inkml:ink>
</file>

<file path=ppt/ink/ink1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10:52.732"/>
    </inkml:context>
    <inkml:brush xml:id="br0">
      <inkml:brushProperty name="width" value="0.05" units="cm"/>
      <inkml:brushProperty name="height" value="0.05" units="cm"/>
    </inkml:brush>
  </inkml:definitions>
  <inkml:trace contextRef="#ctx0" brushRef="#br0">1 34 24575,'0'-1'0,"0"0"0,1-1 0,-1 1 0,0 0 0,1-1 0,0 1 0,-1 0 0,1 0 0,0-1 0,0 1 0,-1 0 0,1 0 0,0 0 0,0 0 0,0 0 0,1 0 0,-1 0 0,0 1 0,0-1 0,0 0 0,1 0 0,-1 1 0,0-1 0,0 1 0,1-1 0,2 1 0,3-2 0,0 0 0,0 1 0,13-1 0,40 2 0,94 12 0,-67-3 0,-45-5 0,20 2 0,78-3 0,-130-5 0,-13-1 0,-15-1 0,12 4 0,0 0 0,1 0 0,-1 1 0,1 0 0,-1 0 0,1 0 0,0 0 0,-1 1 0,1 0 0,0 0 0,0 0 0,0 1 0,0 0 0,1 0 0,-1 0 0,1 0 0,-7 7 0,5-4 0,1 1 0,0-1 0,0 1 0,1 0 0,-1 0 0,2 0 0,-1 1 0,1 0 0,0-1 0,1 1 0,-3 11 0,3-11 0,1 1 0,0 0 0,1 0 0,-1-1 0,2 1 0,-1 0 0,1 0 0,1 0 0,0-1 0,4 15 0,-4-18 0,0 1 0,1-1 0,0 0 0,0 0 0,0 0 0,0 0 0,1-1 0,0 1 0,0-1 0,0 0 0,0 0 0,1 0 0,-1-1 0,1 1 0,0-1 0,9 4 0,-4-3 0,0-1 0,0 0 0,1 0 0,-1-1 0,1-1 0,0 1 0,-1-2 0,1 0 0,0 0 0,11-2 0,-5 0 0,1-2 0,-1 0 0,0 0 0,0-2 0,21-9 0,-36 14 10,1-1 0,-1 1 0,0 0 0,0-1 0,0 1 0,0-1 0,0 0 0,0 0 0,0 0 0,-1 1 0,1-2 0,-1 1 0,1 0 0,-1 0 0,0 0 0,0-1 0,0 1 0,0 0 0,0-1-1,-1 1 1,1-1 0,-1 1 0,1-1 0,-1 1 0,0-1 0,0 0 0,0 1 0,0-1 0,-1 1 0,1-1 0,-1 1 0,1-1 0,-3-3 0,-2-10-273,-1 1 1,-1 0-1,0 0 0,-11-16 1,13 23-129,-44-69-6435</inkml:trace>
</inkml:ink>
</file>

<file path=ppt/ink/ink1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10:55.050"/>
    </inkml:context>
    <inkml:brush xml:id="br0">
      <inkml:brushProperty name="width" value="0.05" units="cm"/>
      <inkml:brushProperty name="height" value="0.05" units="cm"/>
    </inkml:brush>
  </inkml:definitions>
  <inkml:trace contextRef="#ctx0" brushRef="#br0">80 49 24575,'2'-2'0,"3"-4"0,-2-4 0,-1-2 0,-3 1 0,-3 5 0,-3 5 0,-3 6 0,1 8 0,0 6 0,1 4 0,0 5 0,2 3 0,-1 1 0,0 0 0,0-1 0,2-3 0,1-8-8191</inkml:trace>
</inkml:ink>
</file>

<file path=ppt/ink/ink1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10:55.407"/>
    </inkml:context>
    <inkml:brush xml:id="br0">
      <inkml:brushProperty name="width" value="0.05" units="cm"/>
      <inkml:brushProperty name="height" value="0.05" units="cm"/>
    </inkml:brush>
  </inkml:definitions>
  <inkml:trace contextRef="#ctx0" brushRef="#br0">40 133 24575,'-4'-5'0,"-1"0"0,1-1 0,0 0 0,0 0 0,1 0 0,0 0 0,0 0 0,-4-14 0,7 19 0,-1-1 0,1 0 0,-1 0 0,1 0 0,0 1 0,-1-1 0,1 0 0,0 0 0,0 0 0,0 0 0,1 0 0,-1 0 0,0 1 0,1-1 0,-1 0 0,1 0 0,0 0 0,-1 1 0,1-1 0,0 0 0,0 1 0,0-1 0,0 1 0,1-1 0,-1 1 0,0 0 0,1-1 0,-1 1 0,1 0 0,-1 0 0,1 0 0,-1 0 0,1 0 0,0 0 0,-1 1 0,4-2 0,5-1 0,0 1 0,1 0 0,-1 1 0,1 0 0,-1 1 0,1 0 0,0 1 0,-1 0 0,1 0 0,-1 1 0,0 0 0,1 1 0,-1 1 0,-1-1 0,1 1 0,0 1 0,-1 0 0,0 0 0,0 1 0,13 11 0,-19-15 0,-1 1 0,1 0 0,-1-1 0,0 1 0,1 0 0,-1 0 0,-1 1 0,1-1 0,0 0 0,-1 1 0,0-1 0,1 1 0,-1-1 0,-1 1 0,1-1 0,0 1 0,-1 7 0,0-6 0,-1 0 0,0 0 0,0 0 0,-1 1 0,0-1 0,1 0 0,-2-1 0,1 1 0,0 0 0,-1-1 0,-4 6 0,-6 6 0,0-1 0,-2 0 0,0-1 0,0 0 0,-21 12 0,23-17 0,-18 13 0,29-20 0,1-1 0,-1 0 0,1 1 0,-1-1 0,1 1 0,-1 0 0,1 0 0,0-1 0,0 1 0,0 0 0,0 0 0,-1 4 0,2-6 0,0 1 0,0-1 0,0 1 0,0-1 0,0 1 0,1 0 0,-1-1 0,0 1 0,0-1 0,0 1 0,1-1 0,-1 1 0,0-1 0,1 1 0,-1-1 0,1 1 0,-1-1 0,0 0 0,1 1 0,-1-1 0,1 1 0,-1-1 0,1 0 0,-1 0 0,1 1 0,-1-1 0,1 0 0,0 0 0,19 7 0,-18-7 0,41 9-455,0-2 0,70 2 0,-69-7-6371</inkml:trace>
</inkml:ink>
</file>

<file path=ppt/ink/ink1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10:55.783"/>
    </inkml:context>
    <inkml:brush xml:id="br0">
      <inkml:brushProperty name="width" value="0.05" units="cm"/>
      <inkml:brushProperty name="height" value="0.05" units="cm"/>
    </inkml:brush>
  </inkml:definitions>
  <inkml:trace contextRef="#ctx0" brushRef="#br0">158 47 24575,'-1'-3'0,"1"0"0,-1 1 0,1-1 0,-1 0 0,0 0 0,0 0 0,0 1 0,0-1 0,0 1 0,-1-1 0,1 1 0,-4-5 0,4 7 0,1-1 0,0 0 0,-1 1 0,1-1 0,-1 1 0,0-1 0,1 1 0,-1-1 0,0 1 0,1 0 0,-1-1 0,0 1 0,1 0 0,-1-1 0,0 1 0,1 0 0,-1 0 0,0-1 0,0 1 0,1 0 0,-1 0 0,0 0 0,0 0 0,0 0 0,1 0 0,-1 1 0,0-1 0,0 0 0,1 0 0,-1 0 0,0 1 0,1-1 0,-1 0 0,0 1 0,1-1 0,-1 0 0,0 1 0,1-1 0,-1 1 0,1-1 0,-1 1 0,1 0 0,-1-1 0,1 1 0,-1-1 0,1 1 0,-1 0 0,1 0 0,0-1 0,-1 2 0,-7 14 0,0 0 0,0 1 0,2 0 0,0 0 0,1 1 0,1 0 0,0 0 0,2 0 0,0 0 0,0 21 0,3-34 0,-1-1 0,0 1 0,1-1 0,0 0 0,0 1 0,0-1 0,1 0 0,0 0 0,-1 0 0,1 0 0,1 0 0,-1 0 0,0 0 0,1-1 0,0 1 0,5 4 0,-4-5 0,0 0 0,1 0 0,0 0 0,-1 0 0,1-1 0,0 0 0,0 0 0,0 0 0,1-1 0,-1 0 0,11 2 0,-3-3 0,0 1 0,0-2 0,1 0 0,-1 0 0,0-1 0,-1-1 0,1 0 0,0-1 0,-1 0 0,17-9 0,-18 8 0,-1-1 0,1-1 0,-1 0 0,-1 0 0,1-1 0,-1 0 0,-1-1 0,14-17 0,-13 11 0,-9 15 0,0 0 0,0 0 0,0-1 0,0 1 0,0 0 0,-1 0 0,1-1 0,0 1 0,0 0 0,0 0 0,0-1 0,0 1 0,0 0 0,0 0 0,0 0 0,-1-1 0,1 1 0,0 0 0,0 0 0,0 0 0,0-1 0,-1 1 0,1 0 0,0 0 0,0 0 0,0 0 0,-1 0 0,1 0 0,0-1 0,0 1 0,-1 0 0,1 0 0,0 0 0,0 0 0,-1 0 0,1 0 0,0 0 0,0 0 0,-1 0 0,1 0 0,0 0 0,0 0 0,-1 0 0,1 0 0,0 0 0,0 1 0,-1-1 0,1 0 0,0 0 0,0 0 0,-1 0 0,-21 8 0,0 0 0,-33 17 0,-99 53-1365,-7 8-5461</inkml:trace>
</inkml:ink>
</file>

<file path=ppt/ink/ink1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10:57.274"/>
    </inkml:context>
    <inkml:brush xml:id="br0">
      <inkml:brushProperty name="width" value="0.05" units="cm"/>
      <inkml:brushProperty name="height" value="0.05" units="cm"/>
    </inkml:brush>
  </inkml:definitions>
  <inkml:trace contextRef="#ctx0" brushRef="#br0">0 94 24575,'3'0'0,"0"-1"0,0 0 0,-1 1 0,1-1 0,0-1 0,-1 1 0,1 0 0,-1-1 0,1 1 0,-1-1 0,0 0 0,0 0 0,1 0 0,-1 0 0,-1 0 0,4-3 0,-3 2 0,1-1 0,0 1 0,0 1 0,1-1 0,-1 0 0,7-3 0,13-1 0,0 0 0,0 1 0,1 2 0,0 0 0,44 0 0,9-3 0,-70 6 0,-1 0 0,1 1 0,0-1 0,-1 1 0,1 0 0,10 1 0,-15 0 0,1-1 0,-1 1 0,0 0 0,0 0 0,0 0 0,0 0 0,0 0 0,0 1 0,0-1 0,-1 0 0,1 1 0,0-1 0,-1 1 0,1 0 0,-1 0 0,0-1 0,1 1 0,-1 0 0,0 0 0,1 3 0,8 17 0,-1 1 0,7 24 0,-14-37 0,1-1 0,-2 0 0,1 1 0,-2-1 0,1 1 0,-1-1 0,0 1 0,-3 12 0,1-16 25,0 0-1,-1 1 0,1-2 1,-1 1-1,0 0 1,-1 0-1,0-1 0,0 0 1,0 0-1,0 0 0,-1 0 1,0-1-1,-9 7 1,-7 5-879,-46 23 1,54-31-5973</inkml:trace>
</inkml:ink>
</file>

<file path=ppt/ink/ink1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08:06.058"/>
    </inkml:context>
    <inkml:brush xml:id="br0">
      <inkml:brushProperty name="width" value="0.05" units="cm"/>
      <inkml:brushProperty name="height" value="0.05" units="cm"/>
    </inkml:brush>
  </inkml:definitions>
  <inkml:trace contextRef="#ctx0" brushRef="#br0">57 3 24575,'0'0'0,"0"0"0,-1-1 0,1 1 0,0 0 0,0 0 0,0 0 0,0 0 0,0 0 0,0 0 0,0-1 0,0 1 0,0 0 0,-1 0 0,1 0 0,0 0 0,0 0 0,0 0 0,0 0 0,0 0 0,-1 0 0,1 0 0,0 0 0,0 0 0,0 0 0,0 0 0,0 0 0,-1 0 0,1 0 0,0 0 0,0 0 0,0 0 0,0 0 0,0 0 0,-1 0 0,1 0 0,0 0 0,0 0 0,0 0 0,0 0 0,0 0 0,0 0 0,-1 0 0,1 0 0,0 1 0,0-1 0,0 0 0,0 0 0,0 0 0,0 0 0,0 0 0,-2 11 0,3 13 0,5 61 0,-4-1 0,-3 1 0,-4-1 0,-4 0 0,-22 96 0,27-163 0,2-11 0,0 1 0,1-1 0,0 1 0,0 0 0,1 13 0,0-20 0,0 1 0,0-1 0,0 1 0,0-1 0,0 1 0,0-1 0,1 1 0,-1-1 0,0 1 0,0-1 0,1 0 0,-1 1 0,0-1 0,1 1 0,-1-1 0,0 0 0,1 1 0,-1-1 0,1 1 0,-1-1 0,0 0 0,1 0 0,-1 1 0,1-1 0,-1 0 0,1 0 0,-1 0 0,1 1 0,-1-1 0,1 0 0,-1 0 0,1 0 0,-1 0 0,1 0 0,-1 0 0,1 0 0,0 0 0,-1 0 0,1 0 0,0-1 0,23-7 0,-20 7 0,139-50 0,-119 44 0,1 2 0,0 1 0,0 0 0,26 1 0,-31 3-1365,-4 0-5461</inkml:trace>
</inkml:ink>
</file>

<file path=ppt/ink/ink1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08:06.415"/>
    </inkml:context>
    <inkml:brush xml:id="br0">
      <inkml:brushProperty name="width" value="0.05" units="cm"/>
      <inkml:brushProperty name="height" value="0.05" units="cm"/>
    </inkml:brush>
  </inkml:definitions>
  <inkml:trace contextRef="#ctx0" brushRef="#br0">46 17 24575,'0'0'0,"0"-1"0,0 1 0,1-1 0,-1 1 0,0-1 0,0 0 0,0 1 0,0-1 0,0 1 0,0-1 0,0 1 0,-1-1 0,1 1 0,0-1 0,0 1 0,0-1 0,0 1 0,-1-1 0,1 1 0,0-1 0,0 1 0,-1-1 0,1 1 0,0 0 0,-1-1 0,1 1 0,-1-1 0,1 1 0,0 0 0,-1-1 0,1 1 0,-1 0 0,1 0 0,-1-1 0,1 1 0,-1 0 0,1 0 0,-1 0 0,1 0 0,-1 0 0,1 0 0,-1 0 0,0 0 0,1 0 0,-1 0 0,0 0 0,0 0 0,0 1 0,-1-1 0,1 1 0,0 0 0,0-1 0,-1 1 0,1 0 0,0 0 0,0 0 0,0 0 0,0 0 0,0 0 0,0 0 0,0 0 0,1 0 0,-1 1 0,-1 0 0,0 6 0,-1 0 0,1-1 0,1 1 0,-1 0 0,1 0 0,1 0 0,-1 0 0,1 0 0,1 0 0,-1 0 0,1 0 0,1 0 0,0 0 0,0 0 0,4 11 0,-4-15 0,0 0 0,0 0 0,1 0 0,-1 0 0,1 0 0,-1 0 0,1 0 0,1-1 0,-1 0 0,0 1 0,1-1 0,4 3 0,-5-4 0,0-1 0,1 1 0,-1-1 0,0 0 0,0 0 0,1 0 0,-1 0 0,1-1 0,-1 1 0,1-1 0,-1 0 0,1 0 0,-1 0 0,1-1 0,-1 1 0,1-1 0,6-2 0,-6 2 0,1-1 0,-1 0 0,0 0 0,1 0 0,-1-1 0,0 1 0,-1-1 0,1 0 0,0 0 0,-1 0 0,1-1 0,-1 1 0,0-1 0,0 0 0,-1 0 0,4-6 0,-5 8 0,0 0 0,-1 0 0,1 0 0,0 0 0,-1 0 0,1 0 0,-1-1 0,0 1 0,0 0 0,0 0 0,0 0 0,0-1 0,0 1 0,-1 0 0,1 0 0,-1 0 0,1 0 0,-1 0 0,0 0 0,0 0 0,0 0 0,0 0 0,0 0 0,0 0 0,-1 0 0,1 1 0,-1-1 0,1 0 0,-1 1 0,1-1 0,-1 1 0,0 0 0,0 0 0,0 0 0,0 0 0,-3-2 0,-5-1-170,0-1-1,0 2 0,0-1 1,-1 2-1,1-1 0,-1 1 1,-15 0-1,12 1-6655</inkml:trace>
</inkml:ink>
</file>

<file path=ppt/ink/ink1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08:06.770"/>
    </inkml:context>
    <inkml:brush xml:id="br0">
      <inkml:brushProperty name="width" value="0.05" units="cm"/>
      <inkml:brushProperty name="height" value="0.05" units="cm"/>
    </inkml:brush>
  </inkml:definitions>
  <inkml:trace contextRef="#ctx0" brushRef="#br0">44 0 24575,'-1'0'0,"-1"0"0,0 1 0,0-1 0,0 0 0,1 0 0,-1 1 0,0-1 0,0 1 0,1-1 0,-1 1 0,0 0 0,1 0 0,-1 0 0,1 0 0,-1 0 0,1 0 0,-1 0 0,1 0 0,0 1 0,0-1 0,0 0 0,-1 1 0,1-1 0,0 1 0,1 0 0,-1-1 0,0 1 0,0 0 0,1-1 0,-1 1 0,1 0 0,-1-1 0,1 1 0,0 0 0,0 0 0,0 0 0,0 2 0,0 4 0,0 0 0,1-1 0,0 1 0,1-1 0,-1 1 0,1-1 0,4 11 0,-3-11 0,0-1 0,0 1 0,0-1 0,1 0 0,0 0 0,0 0 0,1 0 0,-1-1 0,1 1 0,0-1 0,10 7 0,-13-11 0,0-1 0,-1 0 0,1 1 0,0-1 0,0 0 0,0 0 0,0 0 0,0 0 0,0 0 0,0-1 0,-1 1 0,1 0 0,0-1 0,0 1 0,0-1 0,0 0 0,-1 0 0,1 0 0,0 0 0,-1 0 0,1 0 0,-1 0 0,1 0 0,-1-1 0,0 1 0,1 0 0,-1-1 0,1-1 0,1 0 0,-1-1 0,1 1 0,-1 0 0,0-1 0,0 1 0,0-1 0,0 0 0,-1 1 0,0-1 0,1 0 0,-1 0 0,0-6 0,-1 6 0,-1 0 0,0 1 0,0-1 0,0 1 0,-1-1 0,1 1 0,-1-1 0,1 1 0,-1 0 0,-1 0 0,1 0 0,0 0 0,-1 0 0,1 0 0,-1 1 0,0-1 0,0 1 0,0-1 0,0 1 0,-4-2 0,5 3 0,-1-1 0,1 1 0,0-1 0,-1 1 0,1 0 0,-1 0 0,0 0 0,1 1 0,-1-1 0,0 0 0,1 1 0,-1 0 0,0 0 0,0 0 0,1 0 0,-1 0 0,0 0 0,0 1 0,1-1 0,-1 1 0,0 0 0,1 0 0,-1 0 0,1 0 0,-1 0 0,1 0 0,0 1 0,-3 1 0,-1 6-1365,3 1-5461</inkml:trace>
</inkml:ink>
</file>

<file path=ppt/ink/ink1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08:07.223"/>
    </inkml:context>
    <inkml:brush xml:id="br0">
      <inkml:brushProperty name="width" value="0.05" units="cm"/>
      <inkml:brushProperty name="height" value="0.05" units="cm"/>
    </inkml:brush>
  </inkml:definitions>
  <inkml:trace contextRef="#ctx0" brushRef="#br0">40 31 24575,'-2'0'0,"-1"0"0,1 0 0,0 0 0,-1 0 0,1 0 0,0 1 0,0-1 0,-1 1 0,1-1 0,0 1 0,0 0 0,0 0 0,-3 1 0,4-1 0,0 1 0,1-1 0,-1 0 0,1 0 0,-1 0 0,1 1 0,-1-1 0,1 0 0,0 0 0,-1 1 0,1-1 0,0 0 0,0 1 0,0-1 0,0 0 0,0 1 0,0-1 0,1 0 0,-1 1 0,0-1 0,1 0 0,-1 0 0,1 1 0,1 1 0,13 41 0,29 93 0,-38-110 0,0 1 0,-1-1 0,0 32 0,-8-35 0,-2-19 0,-1-14 0,0-8 0,1 0 0,1 0 0,1-1 0,1 1 0,-1-32 0,1 11 0,-2 1 0,1 14 0,1-1 0,1 0 0,1 0 0,5-40 0,-4 62 0,-1 0 0,1 0 0,-1 0 0,1 0 0,0 0 0,0 0 0,0 0 0,0 0 0,0 0 0,1 0 0,-1 0 0,1 1 0,-1-1 0,1 1 0,-1-1 0,1 1 0,0-1 0,0 1 0,3-2 0,-1 2 0,0-1 0,0 1 0,0 0 0,0 0 0,0 1 0,0-1 0,0 1 0,0 0 0,0 0 0,6 1 0,-3-1 0,-1 1 0,1 1 0,0-1 0,-1 1 0,1 1 0,-1-1 0,0 1 0,0 0 0,0 0 0,0 1 0,0 0 0,10 8 0,-15-10 8,0-1-1,1 1 1,-1-1-1,0 1 0,0-1 1,0 1-1,0-1 1,0 1-1,0 0 0,-1 0 1,1-1-1,0 1 1,-1 0-1,1 0 1,-1 0-1,0 0 0,0 0 1,0-1-1,0 1 1,0 0-1,0 0 0,-1 3 1,0-2 4,0-1 0,0 1 0,-1-1 1,1 0-1,-1 0 0,0 0 0,1 1 0,-1-1 1,0-1-1,0 1 0,0 0 0,-1 0 0,-3 2 1,-4 1-257,0 0 0,-1-1 0,1 0 0,-1 0 1,1-1-1,-18 2 0,5-2-6582</inkml:trace>
</inkml:ink>
</file>

<file path=ppt/ink/ink1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08:07.927"/>
    </inkml:context>
    <inkml:brush xml:id="br0">
      <inkml:brushProperty name="width" value="0.05" units="cm"/>
      <inkml:brushProperty name="height" value="0.05" units="cm"/>
    </inkml:brush>
  </inkml:definitions>
  <inkml:trace contextRef="#ctx0" brushRef="#br0">234 321 24575,'7'-36'0,"-1"17"0,-6 19 0,2-10 0,0 0 0,-1 0 0,1 0 0,-2 0 0,0-16 0,0 25 0,0-1 0,-1 0 0,1 1 0,0-1 0,-1 0 0,0 1 0,1-1 0,-1 0 0,0 1 0,1-1 0,-1 1 0,0 0 0,0-1 0,0 1 0,0 0 0,-1-1 0,1 1 0,0 0 0,0 0 0,-1 0 0,1 0 0,-1 0 0,1 1 0,-1-1 0,1 0 0,-1 0 0,0 1 0,1-1 0,-1 1 0,1 0 0,-1 0 0,0-1 0,0 1 0,1 0 0,-1 0 0,0 0 0,1 1 0,-1-1 0,0 0 0,1 1 0,-3 0 0,-3 1 0,1 0 0,-1 1 0,1 0 0,0 0 0,-1 1 0,2 0 0,-1 0 0,0 0 0,1 0 0,0 1 0,0 0 0,0 0 0,1 1 0,-1-1 0,1 1 0,-4 8 0,6-11 0,0 1 0,0 0 0,0 0 0,1 1 0,0-1 0,-1 0 0,2 1 0,-1-1 0,0 0 0,1 1 0,0 8 0,0-11 0,1 1 0,-1 0 0,1 0 0,0-1 0,0 1 0,0 0 0,0-1 0,1 1 0,-1-1 0,1 0 0,-1 1 0,1-1 0,0 0 0,0 0 0,0 0 0,0 0 0,0 0 0,0-1 0,1 1 0,1 1 0,2 0 0,-1-1 0,1 0 0,-1 0 0,1 0 0,-1-1 0,1 1 0,0-1 0,0-1 0,0 1 0,0-1 0,0 0 0,0-1 0,-1 1 0,12-3 0,-12 2 0,0-1 0,0 1 0,0-1 0,0 1 0,-1-2 0,1 1 0,-1 0 0,0-1 0,0 0 0,1 0 0,-2 0 0,1 0 0,0-1 0,-1 1 0,1-1 0,-1 0 0,5-8 0,-8 11 0,1-1 0,0 0 0,-1 1 0,1-1 0,-1 0 0,0 0 0,0 1 0,1-1 0,-1 0 0,0 0 0,0 1 0,-1-1 0,1 0 0,0 0 0,-1 1 0,1-1 0,-1 0 0,1 1 0,-1-1 0,0 1 0,1-1 0,-1 1 0,0-1 0,0 1 0,0-1 0,0 1 0,-1 0 0,1-1 0,0 1 0,-1 0 0,1 0 0,0 0 0,-1 0 0,1 0 0,-1 0 0,0 1 0,1-1 0,-1 0 0,0 1 0,1 0 0,-1-1 0,0 1 0,1 0 0,-5-1 0,6 1 0,-1 1 0,0-1 0,0 0 0,1 0 0,-1 0 0,0 0 0,1 1 0,-1-1 0,0 0 0,1 1 0,-1-1 0,0 0 0,1 1 0,-1-1 0,1 1 0,-1-1 0,1 1 0,-1-1 0,1 1 0,-1 0 0,1-1 0,-1 1 0,1-1 0,0 1 0,-1 1 0,0 0 0,1 0 0,0 0 0,0 0 0,-1 0 0,1 0 0,0 0 0,0 0 0,1 0 0,0 3 0,0 2 0,1-1 0,0 1 0,1-1 0,5 11 0,-8-15 0,1 0 0,0 0 0,0-1 0,1 1 0,-1 0 0,0 0 0,1-1 0,-1 1 0,1 0 0,-1-1 0,1 0 0,0 1 0,0-1 0,-1 0 0,1 0 0,0 0 0,0 0 0,0 0 0,0 0 0,0-1 0,1 1 0,-1-1 0,0 0 0,2 1 0,-1-2 0,0 1 0,-1-1 0,1 0 0,-1 0 0,1 0 0,0 0 0,-1 0 0,0-1 0,1 1 0,-1-1 0,0 0 0,0 1 0,0-1 0,0 0 0,0 0 0,0 0 0,-1-1 0,4-3 0,1-5 0,0-1 0,-1 1 0,0-1 0,0 0 0,-1 0 0,-1 0 0,0-1 0,-1 1 0,0-1 0,-1 1 0,0-1 0,-1 0 0,-2-13 0,1 18 0,0 1 0,0-1 0,-1 1 0,0 0 0,-1-1 0,1 1 0,-1 0 0,-1 1 0,1-1 0,-7-8 0,7 11 0,-1 0 0,1 0 0,-1 1 0,0-1 0,0 1 0,0 0 0,-1 0 0,1 0 0,-1 1 0,0-1 0,1 1 0,-1 0 0,0 1 0,0-1 0,0 1 0,-6-1 0,1 1 0,1 1 0,-1 0 0,0 1 0,0 0 0,1 0 0,-1 1 0,1 0 0,-1 0 0,1 1 0,0 1 0,0 0 0,0 0 0,1 0 0,-1 1 0,1 1 0,0-1 0,1 1 0,-1 1 0,-8 9 0,6-6 0,1 0 0,0 1 0,1 0 0,0 0 0,1 1 0,0 0 0,1 0 0,0 0 0,1 1 0,0 0 0,1 0 0,1 0 0,-3 18 0,5-22-40,1 1 0,0-1 0,1 1 0,0-1-1,0 0 1,1 1 0,0-1 0,1 0 0,0 0 0,0 0 0,1 0-1,0-1 1,0 1 0,1-1 0,0 0 0,1-1 0,0 1-1,0-1 1,1 0 0,-1 0 0,1-1 0,1 0 0,-1 0 0,1-1-1,0 0 1,1 0 0,-1-1 0,1 0 0,0-1 0,0 0-1,0 0 1,0-1 0,11 2 0,17 0-6786</inkml:trace>
</inkml:ink>
</file>

<file path=ppt/ink/ink1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08:08.317"/>
    </inkml:context>
    <inkml:brush xml:id="br0">
      <inkml:brushProperty name="width" value="0.05" units="cm"/>
      <inkml:brushProperty name="height" value="0.05" units="cm"/>
    </inkml:brush>
  </inkml:definitions>
  <inkml:trace contextRef="#ctx0" brushRef="#br0">95 184 24575,'-2'-3'0,"0"-1"0,0 1 0,1-1 0,-1 0 0,1 0 0,0 0 0,0 0 0,0 0 0,0-8 0,0 1 0,-4-23 0,2 14 0,-10-37 0,13 56 0,0 1 0,0-1 0,0 0 0,0 0 0,0 1 0,-1-1 0,1 0 0,0 1 0,-1-1 0,1 0 0,0 1 0,-1-1 0,1 1 0,0-1 0,-1 0 0,1 1 0,-1-1 0,0 1 0,1-1 0,-1 1 0,1 0 0,-1-1 0,1 1 0,-1 0 0,0-1 0,0 1 0,0 1 0,1-1 0,-1 0 0,0 1 0,1-1 0,-1 1 0,1-1 0,-1 1 0,1-1 0,-1 1 0,1 0 0,-1-1 0,1 1 0,0-1 0,-1 1 0,1 0 0,0 0 0,-1 1 0,-10 39 0,-2 49-455,4 1 0,3 94 0,6-151-6371</inkml:trace>
</inkml:ink>
</file>

<file path=ppt/ink/ink1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08:08.848"/>
    </inkml:context>
    <inkml:brush xml:id="br0">
      <inkml:brushProperty name="width" value="0.05" units="cm"/>
      <inkml:brushProperty name="height" value="0.05" units="cm"/>
    </inkml:brush>
  </inkml:definitions>
  <inkml:trace contextRef="#ctx0" brushRef="#br0">50 115 24575,'-10'-5'0,"4"3"0,1-1 0,0 0 0,-1 0 0,1 0 0,-6-5 0,11 7 0,0 1 0,0 0 0,-1 0 0,1 0 0,0-1 0,0 1 0,0 0 0,0 0 0,0-1 0,-1 1 0,1 0 0,0-1 0,0 1 0,0 0 0,0 0 0,0-1 0,0 1 0,0 0 0,0-1 0,0 1 0,0 0 0,0 0 0,0-1 0,0 1 0,1 0 0,-1-1 0,0 1 0,0 0 0,0 0 0,0-1 0,0 1 0,0 0 0,1 0 0,-1-1 0,0 1 0,0 0 0,0 0 0,1 0 0,-1 0 0,0-1 0,0 1 0,1 0 0,-1 0 0,0 0 0,0 0 0,1 0 0,-1 0 0,0-1 0,1 1 0,-1 0 0,0 0 0,0 0 0,1 0 0,-1 0 0,1 0 0,18-4 0,52-2 0,116 6 0,-91 2 0,-55-1 0,35 0 0,-68-1 0,0-1 0,-1 0 0,1 0 0,-1-1 0,0 0 0,1 0 0,8-5 0,-15 7 0,0-1 0,0 1 0,0 0 0,0-1 0,-1 1 0,1-1 0,0 1 0,0-1 0,-1 1 0,1-1 0,0 0 0,-1 1 0,1-1 0,-1 0 0,1 1 0,-1-1 0,1 0 0,-1 0 0,1 1 0,-1-1 0,0 0 0,1 0 0,-1 0 0,0 0 0,0-1 0,0 1 0,0 0 0,-1 0 0,1 0 0,-1 0 0,1 0 0,-1 0 0,1 0 0,-1 0 0,0 0 0,1 1 0,-1-1 0,0 0 0,0 0 0,0 1 0,0-1 0,1 0 0,-3 0 0,-2-2 0,-1 0 0,0 0 0,1 1 0,-1 0 0,0 0 0,-7-1 0,9 2 0,1 1 0,-1 0 0,0 0 0,1 0 0,-1 0 0,1 1 0,-1 0 0,1-1 0,-1 1 0,1 0 0,0 1 0,-1-1 0,1 1 0,0-1 0,-4 4 0,2-1 0,0-1 0,0 2 0,1-1 0,-1 1 0,1-1 0,0 1 0,1 0 0,-6 9 0,6-7 0,-1 0 0,1 0 0,0 0 0,0 1 0,1-1 0,0 1 0,0 0 0,1-1 0,0 1 0,0 0 0,1 0 0,0 0 0,0 0 0,3 11 0,-3-16 0,1-1 0,0 1 0,0 0 0,0 0 0,0-1 0,0 1 0,1-1 0,-1 1 0,1-1 0,0 0 0,-1 1 0,1-1 0,0 0 0,0 0 0,1 0 0,-1-1 0,0 1 0,5 2 0,-3-3 0,-1 1 0,1-1 0,-1-1 0,1 1 0,-1 0 0,1-1 0,0 0 0,-1 0 0,1 0 0,-1 0 0,1-1 0,0 1 0,3-2 0,4-1 0,-1-1 0,1 0 0,-1-1 0,0 0 0,0-1 0,0 0 0,-1 0 0,13-11 0,-15 10 0,0-1 0,-1 0 0,9-12 0,-3 3 0,-12 16 0,0 1 0,0 0 0,0 0 0,1 0 0,-1 0 0,0 0 0,0 0 0,0 0 0,0 0 0,0 0 0,0 0 0,0 0 0,0-1 0,0 1 0,0 0 0,0 0 0,0 0 0,0 0 0,0 0 0,0 0 0,0 0 0,1 0 0,-1 0 0,0 0 0,0 0 0,0 0 0,0 0 0,0 0 0,0 0 0,0 0 0,0 0 0,0 0 0,0 0 0,1 0 0,-1 0 0,0 0 0,0 0 0,0 0 0,0 0 0,0 0 0,0 0 0,0 0 0,0 0 0,0 0 0,0 0 0,0 0 0,1 0 0,-1 0 0,0 0 0,0 0 0,0 1 0,0-1 0,0 0 0,0 0 0,0 0 0,0 0 0,0 0 0,0 0 0,0 0 0,2 9 0,-2 10 0,0-9 23,-1 1 40,1 0-1,0 0 0,1-1 0,2 14 1,-2-22-126,-1 0 0,1 1 0,-1-1 0,1 0 0,0 0 0,0 0 0,0 0 0,0 0 0,0 0 0,1 0 0,-1 0 0,1 0 0,-1-1 0,1 1 0,-1-1 0,1 1 1,0-1-1,0 1 0,0-1 0,0 0 0,0 0 0,0 0 0,0 0 0,0 0 0,0-1 0,3 1 0,8 1-6763</inkml:trace>
</inkml:ink>
</file>

<file path=ppt/ink/ink1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08:09.429"/>
    </inkml:context>
    <inkml:brush xml:id="br0">
      <inkml:brushProperty name="width" value="0.05" units="cm"/>
      <inkml:brushProperty name="height" value="0.05" units="cm"/>
    </inkml:brush>
  </inkml:definitions>
  <inkml:trace contextRef="#ctx0" brushRef="#br0">10 171 24575,'0'-13'0,"0"-24"0,-1-1 0,-7-44 0,40 334 0,-32-246 0,1-3 0,-1-1 0,0 1 0,1-1 0,-1 1 0,-1 0 0,1-1 0,0 1 0,-1 0 0,1-1 0,-1 1 0,-1 3 0,8-34 0,-1 19 0,0 0 0,0 1 0,1 0 0,0 0 0,0 0 0,10-9 0,-14 14 0,1 1 0,0-1 0,0 1 0,0-1 0,0 1 0,1 0 0,-1 1 0,0-1 0,1 0 0,-1 1 0,1 0 0,0 0 0,-1 0 0,1 0 0,0 0 0,0 1 0,0 0 0,-1 0 0,8 0 0,-10 1 0,1-1 0,0 0 0,-1 1 0,1-1 0,0 1 0,-1 0 0,1 0 0,-1 0 0,1-1 0,-1 1 0,1 0 0,-1 1 0,0-1 0,1 0 0,-1 0 0,0 1 0,0-1 0,0 0 0,0 1 0,1 2 0,0-1 0,-1 0 0,-1 1 0,1-1 0,0 0 0,-1 0 0,1 1 0,-1-1 0,0 0 0,0 1 0,-1 4 0,-1 1 0,1-1 0,-2 1 0,1-1 0,-1 0 0,0 1 0,-1-1 0,-7 12 0,8-16 0,0 0 0,-1-1 0,1 1 0,-1-1 0,0 0 0,0 1 0,0-2 0,-1 1 0,1 0 0,-1-1 0,1 0 0,-1 0 0,0 0 0,0-1 0,0 0 0,-8 2 0,10-3 0,1 0 0,0 0 0,0 0 0,0 0 0,0 0 0,0 0 0,0-1 0,0 1 0,0-1 0,0 0 0,0 1 0,0-1 0,0 0 0,0 0 0,0 0 0,0 0 0,-2-2 0,3 1 0,-1 0 0,1 0 0,-1 0 0,1 0 0,0-1 0,0 1 0,0 0 0,0 0 0,0-1 0,1 1 0,-1-1 0,1 1 0,-1-1 0,1 1 0,0 0 0,0-1 0,0 1 0,1-4 0,0-5 0,1 0 0,1 1 0,0-1 0,0 1 0,1-1 0,1 1 0,-1 0 0,2 1 0,-1-1 0,8-8 0,10-12 0,39-42 0,-52 61 0,-4 4 0,1 0 0,-1 0 0,1 1 0,1 0 0,13-9 0,-20 14 0,-1 1 0,1 0 0,0-1 0,0 1 0,0 0 0,0 0 0,0 0 0,0 0 0,0 0 0,0 0 0,0 0 0,0 0 0,-1 0 0,1 1 0,0-1 0,0 0 0,0 1 0,0-1 0,0 0 0,-1 1 0,1-1 0,0 1 0,0-1 0,0 1 0,-1 0 0,1-1 0,0 1 0,-1 0 0,1-1 0,-1 1 0,1 0 0,-1 0 0,1 0 0,-1-1 0,1 3 0,14 34 0,-14-32 0,10 29-227,-3 0-1,-1 1 1,-1 0-1,-2 0 1,0 52-1,-4-72-6598</inkml:trace>
</inkml:ink>
</file>

<file path=ppt/ink/ink1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08:09.742"/>
    </inkml:context>
    <inkml:brush xml:id="br0">
      <inkml:brushProperty name="width" value="0.05" units="cm"/>
      <inkml:brushProperty name="height" value="0.05" units="cm"/>
    </inkml:brush>
  </inkml:definitions>
  <inkml:trace contextRef="#ctx0" brushRef="#br0">37 106 24575,'1'0'0,"-1"-1"0,0 1 0,0-1 0,0 1 0,1-1 0,-1 1 0,0-1 0,0 1 0,1-1 0,-1 1 0,1 0 0,-1-1 0,0 1 0,1-1 0,-1 1 0,1 0 0,-1 0 0,1-1 0,-1 1 0,0 0 0,1 0 0,0-1 0,-1 1 0,1 0 0,-1 0 0,1 0 0,-1 0 0,1 0 0,20-3 0,-15 3 0,11-2 0,0-1 0,16-4 0,-28 5 0,0 1 0,-1-1 0,1 0 0,-1 0 0,0 0 0,1 0 0,-1-1 0,0 0 0,0 0 0,-1 0 0,7-7 0,-9 10 0,0-1 0,-1 0 0,1 1 0,-1-1 0,1 0 0,-1 0 0,1 0 0,-1 1 0,0-1 0,1 0 0,-1 0 0,0 0 0,0 0 0,0 0 0,1 0 0,-1 1 0,0-1 0,0 0 0,0 0 0,0 0 0,-1 0 0,1 0 0,0 0 0,0 0 0,0 0 0,-1 0 0,0-1 0,0 1 0,0 0 0,0-1 0,-1 1 0,1 0 0,0 0 0,-1 0 0,1 0 0,0 0 0,-1 0 0,1 1 0,-1-1 0,-2 0 0,-1-1 0,0 0 0,0 1 0,0 0 0,-1 0 0,1 0 0,0 1 0,-1 0 0,-6 0 0,5 2 17,0 0 0,0 0 0,0 1 1,1 0-1,-1 0 0,1 0 0,0 1 0,0 0 0,0 1 0,0-1 0,1 1 0,0 0 0,0 0 0,0 0 0,1 1 0,-1 0 0,1 0 0,1 0 1,-7 13-1,8-15-74,0 1 0,0-1 0,1 1 0,-1 0 0,1-1 0,0 1 0,0 0 0,1 0 1,-1 0-1,1-1 0,0 1 0,1 0 0,-1 0 0,1 0 0,0 0 0,0-1 0,0 1 1,1 0-1,0-1 0,-1 1 0,2-1 0,-1 0 0,0 1 0,1-1 0,0 0 1,0 0-1,0-1 0,0 1 0,7 4 0,15 10-6769</inkml:trace>
</inkml:ink>
</file>

<file path=ppt/ink/ink1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08:15.490"/>
    </inkml:context>
    <inkml:brush xml:id="br0">
      <inkml:brushProperty name="width" value="0.05" units="cm"/>
      <inkml:brushProperty name="height" value="0.05" units="cm"/>
    </inkml:brush>
  </inkml:definitions>
  <inkml:trace contextRef="#ctx0" brushRef="#br0">0 34 24575,'4'-3'0,"0"0"0,1 1 0,-1-1 0,1 1 0,-1-1 0,1 1 0,-1 1 0,1-1 0,9-1 0,44-6 0,-55 9 0,-1 0 0,0 0 0,1 0 0,-1 0 0,1 0 0,-1 0 0,1 1 0,-1-1 0,1 1 0,-1 0 0,0 0 0,1 0 0,-1 0 0,0 0 0,0 0 0,0 1 0,0-1 0,0 0 0,0 1 0,0 0 0,0 0 0,2 3 0,-2-3 0,-1 1 0,0 0 0,1 1 0,-1-1 0,0 0 0,-1 0 0,1 0 0,-1 1 0,1-1 0,-1 0 0,0 1 0,0-1 0,0 0 0,-1 1 0,1-1 0,-2 5 0,-3 10 0,-1-1 0,-8 18 0,8-22 0,1-1 0,0 1 0,1 0 0,0 0 0,-2 20 0,6-31-35,0-1 0,0 1 0,0-1 0,0 1 0,0-1 0,0 1 0,0-1 0,0 1 0,1-1 0,-1 1 0,1-1 0,-1 1 0,1-1 0,-1 0 0,1 1 0,0-1 0,0 0 0,0 1 0,0-1 0,0 0 0,0 0 0,0 0 0,0 0 0,0 0 0,0 0 0,0 0 0,1 0 0,-1-1 0,0 1 0,1 0 0,-1-1 0,1 1 0,-1-1 0,1 1 0,-1-1 0,1 0 0,-1 0 0,3 1 0,12-1-6791</inkml:trace>
</inkml:ink>
</file>

<file path=ppt/ink/ink1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08:15.663"/>
    </inkml:context>
    <inkml:brush xml:id="br0">
      <inkml:brushProperty name="width" value="0.05" units="cm"/>
      <inkml:brushProperty name="height" value="0.05" units="cm"/>
    </inkml:brush>
  </inkml:definitions>
  <inkml:trace contextRef="#ctx0" brushRef="#br0">67 60 24575,'-4'-2'0,"-3"-4"0,-3-4 0,-1-2 0,-1 1 0,1 1 0,3 3 0,5 6 0,5 4 0</inkml:trace>
</inkml:ink>
</file>

<file path=ppt/ink/ink1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08:15.867"/>
    </inkml:context>
    <inkml:brush xml:id="br0">
      <inkml:brushProperty name="width" value="0.05" units="cm"/>
      <inkml:brushProperty name="height" value="0.05" units="cm"/>
    </inkml:brush>
  </inkml:definitions>
  <inkml:trace contextRef="#ctx0" brushRef="#br0">0 3 24575,'0'-2'0,"0"1"0,0 6 0,0 2 0,0 8 0,0 6 0,0 6 0,0 4 0,2 5 0,1 4 0,-1 2 0,2 1 0,0-6-8191</inkml:trace>
</inkml:ink>
</file>

<file path=ppt/ink/ink1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08:16.206"/>
    </inkml:context>
    <inkml:brush xml:id="br0">
      <inkml:brushProperty name="width" value="0.05" units="cm"/>
      <inkml:brushProperty name="height" value="0.05" units="cm"/>
    </inkml:brush>
  </inkml:definitions>
  <inkml:trace contextRef="#ctx0" brushRef="#br0">8 182 24575,'-6'-7'0,"4"4"0,11 2 0,44-1 0,45-4 0,-86 5 0,0-2 0,-1 1 0,1-1 0,-1-1 0,1 0 0,10-6 0,-19 8 0,-1 1 0,1 0 0,-1-1 0,1 0 0,-1 1 0,0-1 0,0 0 0,0 0 0,0 0 0,0-1 0,0 1 0,-1 0 0,1-1 0,-1 1 0,0-1 0,1 1 0,-1-1 0,0 0 0,0 1 0,-1-1 0,1 0 0,-1 0 0,1 1 0,-1-1 0,0 0 0,0-3 0,-1 2 0,1 1 0,-1-1 0,0 1 0,0-1 0,-1 1 0,1 0 0,-1 0 0,1 0 0,-1-1 0,0 1 0,0 1 0,-1-1 0,1 0 0,0 1 0,-1-1 0,0 1 0,0 0 0,1-1 0,-1 1 0,-6-2 0,8 3 0,-1 0 0,0 0 0,1 0 0,-1 1 0,0-1 0,0 0 0,1 1 0,-1-1 0,0 1 0,0 0 0,0 0 0,0 0 0,0 0 0,0 0 0,1 0 0,-1 0 0,0 1 0,0-1 0,0 1 0,0-1 0,1 1 0,-3 0 0,2 1 0,0 0 0,-1-1 0,1 1 0,0 0 0,0 0 0,1 1 0,-1-1 0,0 0 0,1 1 0,-1-1 0,1 1 0,0-1 0,-1 4 0,-1 2 0,1 0 0,0 0 0,0 1 0,1-1 0,0 0 0,0 1 0,1-1 0,2 17 0,-1-16-170,2-1-1,-1 1 0,1-1 1,1 0-1,-1 0 0,1 0 1,6 8-1,3 2-6655</inkml:trace>
</inkml:ink>
</file>

<file path=ppt/ink/ink1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08:16.687"/>
    </inkml:context>
    <inkml:brush xml:id="br0">
      <inkml:brushProperty name="width" value="0.05" units="cm"/>
      <inkml:brushProperty name="height" value="0.05" units="cm"/>
    </inkml:brush>
  </inkml:definitions>
  <inkml:trace contextRef="#ctx0" brushRef="#br0">19 73 24575,'-2'-3'0,"0"0"0,0 0 0,0 0 0,1 0 0,-1 0 0,1 0 0,-2-6 0,2 8 0,1-1 0,-1 0 0,1 1 0,0-1 0,-1 0 0,1 0 0,0 1 0,0-1 0,0 0 0,0 0 0,0 1 0,1-1 0,-1 0 0,0 1 0,1-1 0,0-2 0,0 4 0,-1-1 0,1 1 0,-1 0 0,1-1 0,-1 1 0,1 0 0,-1-1 0,1 1 0,-1 0 0,1 0 0,0-1 0,-1 1 0,1 0 0,0 0 0,-1 0 0,1 0 0,0 0 0,-1 0 0,1 0 0,-1 0 0,1 0 0,0 0 0,-1 0 0,1 0 0,0 1 0,-1-1 0,1 0 0,-1 0 0,1 1 0,0-1 0,-1 0 0,1 1 0,-1-1 0,1 1 0,19 15 0,-20-16 0,9 9 0,-1-1 0,0 2 0,-1-1 0,0 1 0,0 0 0,9 21 0,-12-23 0,-1-1 0,0 1 0,-1 0 0,0 0 0,0 0 0,-1 0 0,0 0 0,0 0 0,0 0 0,-1 0 0,-2 9 0,2-15 0,0-1 0,0 1 0,-1-1 0,1 1 0,0-1 0,-1 0 0,0 1 0,1-1 0,-1 0 0,0 1 0,-1 0 0,2-2 0,0 1 0,0-1 0,-1 0 0,1 0 0,0 1 0,-1-1 0,1 0 0,0 0 0,-1 0 0,1 1 0,0-1 0,-1 0 0,1 0 0,0 0 0,-1 0 0,1 0 0,0 0 0,-1 0 0,1 0 0,-1 0 0,1 0 0,0 0 0,-1 0 0,1 0 0,0 0 0,-1 0 0,0 0 0,0-1 0,0 0 0,0 0 0,0 0 0,0 0 0,0 0 0,0 0 0,0 0 0,0-1 0,0 1 0,1 0 0,-1 0 0,0-1 0,1 1 0,-1 0 0,1-1 0,-1 1 0,1-1 0,0 1 0,0 0 0,-1-3 0,1-5 0,0-1 0,1 1 0,0 0 0,0-1 0,1 1 0,0 0 0,1 0 0,0 0 0,0 0 0,1 1 0,5-10 0,-5 10 0,0 1 0,1 0 0,0 0 0,0 0 0,0 1 0,1-1 0,0 1 0,0 1 0,0-1 0,1 1 0,0 0 0,12-6 0,-17 10 0,0 0 0,0 0 0,1 0 0,-1 0 0,1 1 0,-1-1 0,1 1 0,-1 0 0,1-1 0,-1 1 0,1 0 0,-1 1 0,5-1 0,-6 1 0,1 0 0,-1-1 0,1 1 0,-1 0 0,0-1 0,1 1 0,-1 0 0,0 0 0,0 0 0,0 0 0,0 0 0,0 0 0,0 1 0,0-1 0,0 0 0,1 3 0,1 4 0,0 0 0,-1 0 0,0 0 0,0 0 0,-1 0 0,0 14 0,2 4 0,-3-26 0,0 0 0,0 1 0,0-1 0,0 0 0,0 0 0,0 1 0,0-1 0,0 0 0,0 0 0,0 1 0,1-1 0,-1 0 0,0 0 0,0 0 0,0 1 0,0-1 0,0 0 0,0 0 0,1 0 0,-1 0 0,0 1 0,0-1 0,0 0 0,0 0 0,1 0 0,-1 0 0,0 0 0,0 1 0,0-1 0,1 0 0,-1 0 0,0 0 0,0 0 0,1 0 0,-1 0 0,0 0 0,1 0 0,9-6 0,12-17 0,-19 19 0,-2 4 0,4-6 0,0 0 0,0 1 0,1-1 0,0 2 0,12-9 0,-17 12 0,1 0 0,-1 1 0,0-1 0,1 1 0,-1-1 0,1 1 0,-1 0 0,0 0 0,1-1 0,-1 1 0,1 0 0,-1 0 0,1 1 0,-1-1 0,0 0 0,1 0 0,-1 1 0,1-1 0,-1 1 0,0-1 0,1 1 0,-1-1 0,0 1 0,0 0 0,1 0 0,-1 0 0,0-1 0,0 1 0,0 0 0,0 1 0,0-1 0,0 0 0,0 0 0,-1 0 0,1 0 0,0 1 0,-1-1 0,1 0 0,0 2 0,3 6-273,0 1 0,-1-1 0,0 1 0,2 10 0,-1-2-6553</inkml:trace>
</inkml:ink>
</file>

<file path=ppt/ink/ink1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08:17.124"/>
    </inkml:context>
    <inkml:brush xml:id="br0">
      <inkml:brushProperty name="width" value="0.05" units="cm"/>
      <inkml:brushProperty name="height" value="0.05" units="cm"/>
    </inkml:brush>
  </inkml:definitions>
  <inkml:trace contextRef="#ctx0" brushRef="#br0">303 105 24575,'2'-1'0,"-1"0"0,0-1 0,0 0 0,0 1 0,1-1 0,-2 0 0,1 0 0,0 1 0,0-1 0,-1 0 0,1 0 0,-1 0 0,1 0 0,-1 0 0,0 0 0,0 0 0,0 0 0,0 0 0,0 0 0,0 0 0,0 0 0,-1 0 0,1 0 0,-1 1 0,0-1 0,1 0 0,-1 0 0,0 0 0,0 0 0,0 1 0,0-1 0,-2-2 0,0 1 0,1-1 0,-1 1 0,0 0 0,-1 0 0,1 0 0,0 0 0,-1 0 0,1 1 0,-1 0 0,0-1 0,0 1 0,0 1 0,-6-3 0,-2 2 0,0 1 0,1 0 0,-1 1 0,1 1 0,-1-1 0,0 2 0,1 0 0,-1 0 0,1 1 0,0 0 0,0 1 0,0 1 0,1-1 0,-1 2 0,1-1 0,0 1 0,1 1 0,-15 12 0,22-17 0,-1 0 0,1 0 0,0 1 0,0-1 0,0 1 0,0-1 0,0 1 0,1-1 0,-1 1 0,1 0 0,0 0 0,0 0 0,0 0 0,0 0 0,0 0 0,1 0 0,-1 1 0,1-1 0,0 0 0,0 0 0,0 0 0,0 0 0,0 0 0,2 4 0,0 0 0,1 0 0,0-1 0,0 1 0,1-1 0,0 0 0,0 0 0,0 0 0,1-1 0,8 9 0,-4-5 0,0-1 0,-1 1 0,0 0 0,11 17 0,-17-22 0,1 0 0,-1 1 0,-1-1 0,1 1 0,-1-1 0,1 1 0,-1 0 0,-1 0 0,1 0 0,-1 0 0,1-1 0,-2 8 0,-9 40 0,-2 8 0,12-57 0,0 1 0,-1-1 0,2 1 0,-1-1 0,0 1 0,1-1 0,-1 1 0,1-1 0,0 1 0,0-1 0,1 0 0,-1 1 0,3 3 0,-1-4 17,-1-1 0,0 1 0,1-1 1,0 0-1,-1 0 0,1 0 0,0 0 0,0-1 0,0 1 0,1-1 0,-1 0 0,0 0 0,0 0 0,1 0 0,-1 0 0,0-1 0,1 1 0,-1-1 1,5 0-1,4 0-359,-1-1 1,1 0 0,0 0-1,14-4 1,-5-1-6485</inkml:trace>
</inkml:ink>
</file>

<file path=ppt/ink/ink1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08:17.405"/>
    </inkml:context>
    <inkml:brush xml:id="br0">
      <inkml:brushProperty name="width" value="0.05" units="cm"/>
      <inkml:brushProperty name="height" value="0.05" units="cm"/>
    </inkml:brush>
  </inkml:definitions>
  <inkml:trace contextRef="#ctx0" brushRef="#br0">12 21 24575,'0'-2'0,"-2"-2"0,0-4 0,-1 3 0,1 4 0,0 4 0,2 5 0,1 4 0,2 3 0,-1 4 0,0 2 0,0 2 0,-1 1 0,0 0 0,-1-4-8191</inkml:trace>
</inkml:ink>
</file>

<file path=ppt/ink/ink1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08:17.544"/>
    </inkml:context>
    <inkml:brush xml:id="br0">
      <inkml:brushProperty name="width" value="0.05" units="cm"/>
      <inkml:brushProperty name="height" value="0.05" units="cm"/>
    </inkml:brush>
  </inkml:definitions>
  <inkml:trace contextRef="#ctx0" brushRef="#br0">17 38 24575,'0'-4'0,"-2"-3"0,-1-3 0,-2 1 0,-1 2 0</inkml:trace>
</inkml:ink>
</file>

<file path=ppt/ink/ink1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08:17.918"/>
    </inkml:context>
    <inkml:brush xml:id="br0">
      <inkml:brushProperty name="width" value="0.05" units="cm"/>
      <inkml:brushProperty name="height" value="0.05" units="cm"/>
    </inkml:brush>
  </inkml:definitions>
  <inkml:trace contextRef="#ctx0" brushRef="#br0">0 12 24575,'1'-1'0,"0"0"0,0 0 0,0 0 0,0 0 0,0 0 0,0 1 0,0-1 0,0 0 0,0 1 0,1-1 0,-1 0 0,0 1 0,0 0 0,1-1 0,-1 1 0,0 0 0,1-1 0,-1 1 0,0 0 0,1 0 0,-1 0 0,0 0 0,1 0 0,-1 1 0,0-1 0,1 0 0,-1 1 0,0-1 0,0 1 0,1-1 0,-1 1 0,0-1 0,0 1 0,0 0 0,0 0 0,0-1 0,2 3 0,0 0 0,-1 0 0,0-1 0,1 1 0,-1 0 0,0 1 0,-1-1 0,1 0 0,-1 0 0,1 1 0,-1-1 0,0 1 0,1 5 0,-1 6 0,-1 0 0,0-1 0,-1 1 0,-6 27 0,1-3 0,19-55 0,-8 9 0,4-10 0,1 1 0,1 0 0,1 0 0,0 1 0,1 1 0,16-14 0,-29 27 0,1 0 0,0 1 0,-1-1 0,1 1 0,0-1 0,0 1 0,-1-1 0,1 1 0,0-1 0,0 1 0,0 0 0,0-1 0,-1 1 0,1 0 0,0 0 0,0 0 0,0 0 0,0 0 0,0 0 0,0 0 0,0 0 0,-1 0 0,3 0 0,-2 1 0,-1 0 0,1-1 0,0 1 0,0 0 0,-1 0 0,1-1 0,-1 1 0,1 0 0,0 0 0,-1 0 0,0 0 0,1 0 0,-1 0 0,1 0 0,-1 0 0,0 0 0,0 1 0,2 9 0,-2-1 0,1 0 0,-3 15 0,2-14 0,-2 69-1365,1-58-5461</inkml:trace>
</inkml:ink>
</file>

<file path=ppt/ink/ink1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08:18.540"/>
    </inkml:context>
    <inkml:brush xml:id="br0">
      <inkml:brushProperty name="width" value="0.05" units="cm"/>
      <inkml:brushProperty name="height" value="0.05" units="cm"/>
    </inkml:brush>
  </inkml:definitions>
  <inkml:trace contextRef="#ctx0" brushRef="#br0">127 309 24575,'-1'-15'0,"-1"0"0,-1 0 0,-6-22 0,2 13 0,7 22 0,0 0 0,-1 1 0,1-1 0,-1 0 0,0 0 0,1 1 0,-1-1 0,0 0 0,0 1 0,0-1 0,0 1 0,0-1 0,-1 1 0,1 0 0,-2-2 0,2 2 0,0 1 0,0-1 0,0 1 0,0-1 0,-1 1 0,1 0 0,0 0 0,0 0 0,0-1 0,0 1 0,0 0 0,0 0 0,0 0 0,0 0 0,-1 1 0,1-1 0,0 0 0,0 0 0,-1 1 0,-2 1 0,1 0 0,-1 0 0,1 0 0,0 0 0,0 1 0,0-1 0,0 1 0,0 0 0,0 0 0,1 0 0,-1 0 0,-2 5 0,1-1 0,0-1 0,1 1 0,-1 0 0,1 0 0,-3 13 0,6-19 0,-1 1 0,1-1 0,0 0 0,0 0 0,0 1 0,0-1 0,0 0 0,0 0 0,1 0 0,-1 1 0,0-1 0,1 0 0,-1 0 0,1 0 0,-1 0 0,1 1 0,0 0 0,0-1 0,1 0 0,-1 0 0,0 0 0,0 0 0,1 0 0,-1 0 0,0-1 0,1 1 0,-1-1 0,1 1 0,-1-1 0,1 1 0,-1-1 0,1 0 0,-1 1 0,1-1 0,2 0 0,1 0 0,0 0 0,0 0 0,-1 0 0,1-1 0,0 0 0,0 0 0,0 0 0,-1 0 0,1-1 0,0 0 0,-1 0 0,0 0 0,1 0 0,-1-1 0,0 1 0,0-1 0,0 0 0,-1-1 0,5-3 0,-4 1 0,0 0 0,0 0 0,0 0 0,-1 0 0,0-1 0,0 1 0,0-1 0,-1 0 0,0 0 0,-1 0 0,1 0 0,-1-11 0,2-50 0,4-31 0,-4 195 0,-4-63-273,3 1 0,0 0 0,2 0 0,13 47 0,-9-55-6553</inkml:trace>
</inkml:ink>
</file>

<file path=ppt/ink/ink1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08:18.739"/>
    </inkml:context>
    <inkml:brush xml:id="br0">
      <inkml:brushProperty name="width" value="0.05" units="cm"/>
      <inkml:brushProperty name="height" value="0.05" units="cm"/>
    </inkml:brush>
  </inkml:definitions>
  <inkml:trace contextRef="#ctx0" brushRef="#br0">0 3 24575,'0'-1'0,"2"0"0,3 3 0,2 3 0,2 3 0,4 4 0,1 3 0,3 5 0,0 1 0,-1 2 0,-1-1 0,-1-2 0,-1-3 0,-3-4-8191</inkml:trace>
</inkml:ink>
</file>

<file path=ppt/ink/ink1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08:18.910"/>
    </inkml:context>
    <inkml:brush xml:id="br0">
      <inkml:brushProperty name="width" value="0.05" units="cm"/>
      <inkml:brushProperty name="height" value="0.05" units="cm"/>
    </inkml:brush>
  </inkml:definitions>
  <inkml:trace contextRef="#ctx0" brushRef="#br0">170 10 24575,'0'-2'0,"0"-2"0,-2 1 0,-3 5 0,-2 6 0,-4 8 0,-4 5 0,-4 5 0,-3 5 0,1 2 0,0 0 0,1-2 0,5-2 0,4-6-8191</inkml:trace>
</inkml:ink>
</file>

<file path=ppt/ink/ink1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08:21.542"/>
    </inkml:context>
    <inkml:brush xml:id="br0">
      <inkml:brushProperty name="width" value="0.05" units="cm"/>
      <inkml:brushProperty name="height" value="0.05" units="cm"/>
    </inkml:brush>
  </inkml:definitions>
  <inkml:trace contextRef="#ctx0" brushRef="#br0">16 60 24575,'-7'-22'0,"5"20"0,1 0 0,0 0 0,0 0 0,0-1 0,1 1 0,-1 0 0,0-6 0,1 8 0,0-1 0,0 0 0,0 1 0,1-1 0,-1 0 0,0 1 0,1-1 0,-1 0 0,0 1 0,1-1 0,-1 1 0,0-1 0,1 1 0,-1-1 0,1 1 0,-1-1 0,1 1 0,0-1 0,-1 1 0,1-1 0,-1 1 0,1 0 0,0 0 0,-1-1 0,1 1 0,0 0 0,-1 0 0,1 0 0,0-1 0,-1 1 0,1 0 0,1 0 0,14 0 0,-1 0 0,1 0 0,0 2 0,-1 0 0,1 0 0,-1 2 0,17 5 0,-7-3 0,-18-4 0,0-1 0,-1 1 0,1 1 0,-1-1 0,1 1 0,-1 0 0,6 5 0,-9-7 0,-1 1 0,0 0 0,0 0 0,0 0 0,-1 1 0,1-1 0,0 0 0,-1 1 0,0-1 0,1 1 0,-1-1 0,0 1 0,0-1 0,-1 1 0,1 0 0,0 0 0,-1-1 0,0 1 0,0 0 0,0 3 0,0 20 0,-6 26 0,4-38 0,0-1 0,1 1 0,0 0 0,1 0 0,1 0 0,0 0 0,6 27 0,29 55 0,-24-68 0,-2-1 0,-1 1 0,-1 1 0,7 44 0,-15-71 0,0 0 0,0 0 0,0 0 0,-1 0 0,1 0 0,-1-1 0,1 1 0,-1 0 0,1 0 0,-1 0 0,0-1 0,0 1 0,0 0 0,0-1 0,0 1 0,-1-1 0,1 1 0,0-1 0,-1 0 0,1 1 0,-1-1 0,1 0 0,-1 0 0,0 0 0,1 0 0,-1 0 0,0 0 0,0-1 0,1 1 0,-5 0 0,-7 3 0,-1-1 0,1-1 0,-20 2 0,13-2 0,-69 7-1365,63-8-5461</inkml:trace>
</inkml:ink>
</file>

<file path=ppt/ink/ink1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08:42.789"/>
    </inkml:context>
    <inkml:brush xml:id="br0">
      <inkml:brushProperty name="width" value="0.05" units="cm"/>
      <inkml:brushProperty name="height" value="0.05" units="cm"/>
    </inkml:brush>
  </inkml:definitions>
  <inkml:trace contextRef="#ctx0" brushRef="#br0">1 24 24575,'0'-2'0,"0"-2"0,2-1 0,2 0 0,3 2 0,7 0 0,0 2-8191</inkml:trace>
</inkml:ink>
</file>

<file path=ppt/ink/ink1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08:42.945"/>
    </inkml:context>
    <inkml:brush xml:id="br0">
      <inkml:brushProperty name="width" value="0.05" units="cm"/>
      <inkml:brushProperty name="height" value="0.05" units="cm"/>
    </inkml:brush>
  </inkml:definitions>
  <inkml:trace contextRef="#ctx0" brushRef="#br0">74 15 24575,'-6'2'0,"-6"3"0,-5 2 0,-2 0 0,5-1 0,8-3 0,12-5 0,12-4 0,12-5 0,8-2 0,-2 1-8191</inkml:trace>
</inkml:ink>
</file>

<file path=ppt/ink/ink1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08:44.020"/>
    </inkml:context>
    <inkml:brush xml:id="br0">
      <inkml:brushProperty name="width" value="0.05" units="cm"/>
      <inkml:brushProperty name="height" value="0.05" units="cm"/>
    </inkml:brush>
  </inkml:definitions>
  <inkml:trace contextRef="#ctx0" brushRef="#br0">0 42 24575,'1'-2'0,"-1"0"0,1 0 0,-1 0 0,1 0 0,0 0 0,0 0 0,-1 0 0,1 0 0,1 0 0,-1 1 0,0-1 0,0 0 0,1 1 0,-1-1 0,1 1 0,-1 0 0,1-1 0,0 1 0,-1 0 0,1 0 0,2-1 0,-3 1 0,0 1 0,0-1 0,0 1 0,0-1 0,0 1 0,0-1 0,0 1 0,0 0 0,0 0 0,0 0 0,0-1 0,1 1 0,-1 0 0,0 0 0,0 0 0,0 1 0,0-1 0,0 0 0,0 0 0,0 1 0,0-1 0,0 0 0,0 1 0,0-1 0,0 1 0,0-1 0,0 1 0,0 0 0,-1-1 0,1 1 0,0 0 0,0-1 0,-1 1 0,1 0 0,0 0 0,-1 0 0,1 0 0,-1 0 0,1 0 0,-1 0 0,1 0 0,-1 1 0,2 9 0,-1 0 0,0 0 0,-1 0 0,0 0 0,-1 0 0,0 0 0,0 0 0,-7 20 0,3-6 0,1-2 0,-21 132 0,23-132 0,1 0 0,1 0 0,0 0 0,8 40 0,-8-60-35,1 1 0,-1-1 0,1 1 0,0-1 0,0 1 0,1-1 0,-1 1 0,1-1 0,-1 0 0,1 0 0,0 0 0,0 0 0,1 0 0,-1 0 0,0-1 0,1 1 0,0-1 0,0 1 0,0-1 0,0 0 0,0 0 0,0 0 0,0-1 0,0 1 0,1-1 0,-1 0 0,1 0 0,-1 0 0,1 0 0,-1-1 0,1 1 0,0-1 0,-1 0 0,1 0 0,-1 0 0,1 0 0,0-1 0,3-1 0,18-2-6791</inkml:trace>
</inkml:ink>
</file>

<file path=ppt/ink/ink1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08:44.186"/>
    </inkml:context>
    <inkml:brush xml:id="br0">
      <inkml:brushProperty name="width" value="0.05" units="cm"/>
      <inkml:brushProperty name="height" value="0.05" units="cm"/>
    </inkml:brush>
  </inkml:definitions>
  <inkml:trace contextRef="#ctx0" brushRef="#br0">3 73 24575,'-2'0'0,"1"0"0,8 0 0,5-2 0,10-3 0,6-2 0,7-2 0,3-2 0,2 0 0,-3 0 0,-3 2 0,-7 1-8191</inkml:trace>
</inkml:ink>
</file>

<file path=ppt/ink/ink1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08:46.664"/>
    </inkml:context>
    <inkml:brush xml:id="br0">
      <inkml:brushProperty name="width" value="0.05" units="cm"/>
      <inkml:brushProperty name="height" value="0.05" units="cm"/>
    </inkml:brush>
  </inkml:definitions>
  <inkml:trace contextRef="#ctx0" brushRef="#br0">88 6 24575,'0'0'0,"0"0"0,1 0 0,-1 0 0,0-1 0,0 1 0,0 0 0,0 0 0,0 0 0,0 0 0,0-1 0,0 1 0,0 0 0,0 0 0,0 0 0,0 0 0,0 0 0,0-1 0,-1 1 0,1 0 0,0 0 0,0 0 0,0 0 0,0-1 0,0 1 0,0 0 0,0 0 0,0 0 0,0 0 0,-1 0 0,1 0 0,0 0 0,0-1 0,0 1 0,0 0 0,0 0 0,0 0 0,-1 0 0,1 0 0,0 0 0,0 0 0,0 0 0,0 0 0,-1 0 0,1 0 0,0 0 0,0 0 0,0 0 0,-9 6 0,-5 12 0,3 3 31,2 0 0,0 1 0,1 0 0,2 0 0,0 1 0,1-1 0,2 1 0,0 0 1,1 1-1,3 45 0,1-53-74,0 0 0,1 0 1,0 0-1,2-1 0,0 1 1,1-1-1,8 17 0,-8-21-81,0-1 0,1 0 0,0 0 0,1-1 0,0 0 0,0 0-1,1-1 1,0 0 0,0-1 0,15 10 0,-1-5-6702</inkml:trace>
</inkml:ink>
</file>

<file path=ppt/ink/ink1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08:47.158"/>
    </inkml:context>
    <inkml:brush xml:id="br0">
      <inkml:brushProperty name="width" value="0.05" units="cm"/>
      <inkml:brushProperty name="height" value="0.05" units="cm"/>
    </inkml:brush>
  </inkml:definitions>
  <inkml:trace contextRef="#ctx0" brushRef="#br0">59 106 24575,'-5'-2'0,"0"1"0,1-2 0,-1 1 0,0 0 0,1-1 0,0 0 0,0 0 0,0 0 0,0-1 0,-4-3 0,7 6 0,1 0 0,-1 0 0,1 0 0,-1 1 0,0-1 0,1 0 0,0 0 0,-1 0 0,1 0 0,-1 0 0,1 0 0,0 0 0,0 0 0,0 0 0,0 0 0,0-1 0,0 1 0,0 0 0,0 0 0,0-2 0,1 2 0,0-1 0,0 1 0,0-1 0,0 1 0,0 0 0,0-1 0,0 1 0,1 0 0,-1 0 0,0 0 0,1 0 0,-1 0 0,1 0 0,-1 0 0,1 0 0,0 1 0,1-2 0,21-5 0,0 1 0,0 1 0,0 1 0,0 2 0,42-1 0,-46 2 0,123 0 0,-145 3 0,0-1 0,0 0 0,0 1 0,1-1 0,-1 1 0,1 0 0,-1-1 0,1 1 0,-1 0 0,1 0 0,-2 4 0,-16 30 0,15-25 0,0 0 0,1 0 0,0 0 0,1 0 0,0 0 0,1 0 0,0 1 0,1-1 0,0 0 0,1 1 0,0-1 0,6 21 0,-6-30 0,0 1 0,0-1 0,0 1 0,0-1 0,0 0 0,1 1 0,0-1 0,-1 0 0,1 0 0,0 0 0,0 0 0,0 0 0,0-1 0,0 1 0,0-1 0,1 1 0,-1-1 0,0 0 0,3 1 0,-1-1 0,0 0 0,0 0 0,0-1 0,0 1 0,0-1 0,0 0 0,0 0 0,-1-1 0,1 1 0,0-1 0,7-2 0,-3 1 0,0-1 0,-1 0 0,1-1 0,-1 0 0,0 0 0,0 0 0,-1-1 0,1 0 0,-1 0 0,0-1 0,0 0 0,5-7 0,-9 10 0,1-1 0,-1 0 0,0 0 0,0 0 0,-1 0 0,1-1 0,-1 1 0,0 0 0,0-1 0,0 1 0,0-1 0,-1 1 0,0-1 0,0 1 0,0-1 0,0 1 0,-1-1 0,0 1 0,0 0 0,0-1 0,0 1 0,-1 0 0,0-1 0,0 1 0,0 0 0,0 1 0,-1-1 0,1 0 0,-1 0 0,0 1 0,0 0 0,0 0 0,-1 0 0,1 0 0,-1 0 0,1 0 0,-1 1 0,0 0 0,0 0 0,0 0 0,0 0 0,-1 1 0,1-1 0,0 1 0,-1 0 0,1 0 0,-1 1 0,1-1 0,-1 1 0,1 0 0,-1 1 0,-5 0 0,9-1-47,0 0 0,-1 0 0,1 0 0,0 0 0,0 0 0,0 1 0,0-1 0,0 0 0,0 1-1,0-1 1,0 1 0,0-1 0,0 1 0,0-1 0,0 1 0,0 0 0,1 0 0,-1-1 0,0 1 0,0 0 0,1 0 0,-1 0-1,0 0 1,1 0 0,-1-1 0,1 1 0,-1 0 0,1 2 0</inkml:trace>
</inkml:ink>
</file>

<file path=ppt/ink/ink1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08:47.391"/>
    </inkml:context>
    <inkml:brush xml:id="br0">
      <inkml:brushProperty name="width" value="0.05" units="cm"/>
      <inkml:brushProperty name="height" value="0.05" units="cm"/>
    </inkml:brush>
  </inkml:definitions>
  <inkml:trace contextRef="#ctx0" brushRef="#br0">46 90 24575,'-1'-8'0,"-1"1"0,0 0 0,-1-1 0,0 1 0,0 0 0,0 0 0,-1 1 0,0-1 0,0 1 0,-1 0 0,-6-7 0,39 79 0,-7-16-273,-2 1 0,-3 1 0,-2 1 0,13 101 0,-24-123-6553</inkml:trace>
</inkml:ink>
</file>

<file path=ppt/ink/ink1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08:47.560"/>
    </inkml:context>
    <inkml:brush xml:id="br0">
      <inkml:brushProperty name="width" value="0.05" units="cm"/>
      <inkml:brushProperty name="height" value="0.05" units="cm"/>
    </inkml:brush>
  </inkml:definitions>
  <inkml:trace contextRef="#ctx0" brushRef="#br0">8 70 24575,'0'-2'0,"-2"-1"0,-3-1 0,4-1 0,4-1 0,7 0 0,7 0 0,7 0 0,6 0 0,7-2 0,4-1 0,-5 1-8191</inkml:trace>
</inkml:ink>
</file>

<file path=ppt/ink/ink1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08:47.857"/>
    </inkml:context>
    <inkml:brush xml:id="br0">
      <inkml:brushProperty name="width" value="0.05" units="cm"/>
      <inkml:brushProperty name="height" value="0.05" units="cm"/>
    </inkml:brush>
  </inkml:definitions>
  <inkml:trace contextRef="#ctx0" brushRef="#br0">26 48 24575,'-2'0'0,"-3"-1"0,-2-2 0,0-1 0,3-1 0,4-1 0,6-2 0,5 1 0,3 2 0,4 1 0,5 1 0,3 2 0,-4 0-8191</inkml:trace>
</inkml:ink>
</file>

<file path=ppt/ink/ink1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08:47.999"/>
    </inkml:context>
    <inkml:brush xml:id="br0">
      <inkml:brushProperty name="width" value="0.05" units="cm"/>
      <inkml:brushProperty name="height" value="0.05" units="cm"/>
    </inkml:brush>
  </inkml:definitions>
  <inkml:trace contextRef="#ctx0" brushRef="#br0">113 0 24575,'-4'4'0,"-7"4"0,-6 3 0,-4 3 0,0-1 0,1-1 0,6-3 0,9-2 0,12-3 0,11-2 0,10-3 0,10-2 0,9-2 0,-4 0-8191</inkml:trace>
</inkml:ink>
</file>

<file path=ppt/ink/ink1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08:48.280"/>
    </inkml:context>
    <inkml:brush xml:id="br0">
      <inkml:brushProperty name="width" value="0.05" units="cm"/>
      <inkml:brushProperty name="height" value="0.05" units="cm"/>
    </inkml:brush>
  </inkml:definitions>
  <inkml:trace contextRef="#ctx0" brushRef="#br0">23 36 24575,'-12'-27'0,"5"18"0,7 9 0,-1 0 0,1 0 0,0 1 0,0-1 0,0 0 0,-1 0 0,1 0 0,0 1 0,0-1 0,0 0 0,0 0 0,-1 0 0,1 1 0,0-1 0,0 0 0,0 0 0,0 1 0,0-1 0,0 0 0,0 0 0,0 1 0,0-1 0,0 0 0,0 1 0,0-1 0,0 0 0,0 0 0,0 1 0,0-1 0,0 0 0,0 0 0,0 1 0,0-1 0,0 0 0,0 0 0,0 1 0,1-1 0,31 177 0,-13-88 0,9 44-1365,-21-101-5461</inkml:trace>
</inkml:ink>
</file>

<file path=ppt/ink/ink1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08:48.736"/>
    </inkml:context>
    <inkml:brush xml:id="br0">
      <inkml:brushProperty name="width" value="0.05" units="cm"/>
      <inkml:brushProperty name="height" value="0.05" units="cm"/>
    </inkml:brush>
  </inkml:definitions>
  <inkml:trace contextRef="#ctx0" brushRef="#br0">19 141 24575,'-1'-2'0,"-1"0"0,0 0 0,0 0 0,1 0 0,0 0 0,-1 0 0,1 0 0,0-1 0,0 1 0,0 0 0,0-1 0,1 1 0,-1-1 0,1 0 0,-1 1 0,1-1 0,0 1 0,0-5 0,0 5 0,1 0 0,0 0 0,-1 0 0,1 0 0,0 0 0,0 0 0,0 0 0,0 1 0,0-1 0,0 0 0,1 1 0,-1-1 0,1 1 0,-1-1 0,1 1 0,-1 0 0,1-1 0,0 1 0,-1 0 0,1 0 0,0 0 0,0 1 0,3-2 0,30-8 0,1 2 0,-1 2 0,1 1 0,44 0 0,-28 1 0,0 2 0,33-5 0,-77 4 0,-21 0 0,-21 0 0,29 3 0,0 0 0,0 1 0,0-1 0,0 1 0,0 0 0,0 0 0,0 1 0,1 0 0,-1 0 0,0 0 0,1 0 0,-1 0 0,-4 5 0,7-5 0,0 0 0,0 0 0,0 0 0,0 1 0,0-1 0,1 1 0,-1-1 0,1 1 0,0 0 0,0-1 0,0 1 0,0 0 0,0 0 0,0 0 0,1 0 0,-1 0 0,1 0 0,0 0 0,0 0 0,0-1 0,1 1 0,-1 0 0,2 6 0,0-3 0,0 1 0,1 0 0,-1-1 0,1 0 0,1 1 0,-1-1 0,1 0 0,0-1 0,1 1 0,-1-1 0,1 0 0,0 0 0,1 0 0,-1-1 0,1 0 0,0 0 0,0 0 0,7 3 0,-7-4 0,-1 0 0,0-1 0,1 0 0,0 0 0,-1 0 0,1-1 0,0 0 0,0 0 0,0 0 0,-1-1 0,1 0 0,0 0 0,0 0 0,0-1 0,0 0 0,0 0 0,0 0 0,-1-1 0,1 0 0,-1 0 0,11-6 0,-13 7 0,-1-1 0,0 0 0,1 1 0,-1-1 0,0 0 0,0 0 0,0-1 0,0 1 0,0 0 0,0-1 0,-1 1 0,1-1 0,-1 1 0,0-1 0,0 0 0,0 1 0,0-1 0,0 0 0,0 0 0,-1 0 0,1 0 0,-1 0 0,0 0 0,0 0 0,0 0 0,0 1 0,-1-1 0,1 0 0,-1 0 0,0 0 0,0 0 0,0 0 0,-1-3 0,-1 1 0,0-1 0,-1 1 0,1-1 0,-1 1 0,0 0 0,0 1 0,-1-1 0,1 1 0,-1 0 0,0 0 0,0 0 0,0 1 0,-1-1 0,-9-3 0,6 3 69,-1 1-1,0 0 0,1 1 0,-16-2 1,22 4-176,-1-1 0,1 1 1,-1 0-1,0 0 0,1 0 1,-1 1-1,1-1 0,-1 1 1,1 0-1,-1 0 0,1 0 1,-1 0-1,1 1 0,0-1 1,-6 5-1</inkml:trace>
</inkml:ink>
</file>

<file path=ppt/ink/ink1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08:48.949"/>
    </inkml:context>
    <inkml:brush xml:id="br0">
      <inkml:brushProperty name="width" value="0.05" units="cm"/>
      <inkml:brushProperty name="height" value="0.05" units="cm"/>
    </inkml:brush>
  </inkml:definitions>
  <inkml:trace contextRef="#ctx0" brushRef="#br0">48 49 24575,'-2'-2'0,"-3"-4"0,-2-4 0,0-2 0,-1 1 0,1 5 0,1 5 0,3 6 0,1 10 0,3 7 0,3 8 0,1 7 0,2 5 0,2 4 0,0-1 0,2 1 0,-1-2 0,-3-8-8191</inkml:trace>
</inkml:ink>
</file>

<file path=ppt/ink/ink1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08:49.104"/>
    </inkml:context>
    <inkml:brush xml:id="br0">
      <inkml:brushProperty name="width" value="0.05" units="cm"/>
      <inkml:brushProperty name="height" value="0.05" units="cm"/>
    </inkml:brush>
  </inkml:definitions>
  <inkml:trace contextRef="#ctx0" brushRef="#br0">21 125 24575,'-2'-2'0,"-3"-5"0,0-3 0,1-1 0,0-2 0,4 0 0,5 0 0,6 0 0,8 3 0,7 0 0,8 1 0,7 1 0,-5 2-8191</inkml:trace>
</inkml:ink>
</file>

<file path=ppt/ink/ink1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08:49.639"/>
    </inkml:context>
    <inkml:brush xml:id="br0">
      <inkml:brushProperty name="width" value="0.05" units="cm"/>
      <inkml:brushProperty name="height" value="0.05" units="cm"/>
    </inkml:brush>
  </inkml:definitions>
  <inkml:trace contextRef="#ctx0" brushRef="#br0">30 37 24575,'-2'-2'0,"-2"-1"0,-3 0 0,-2 1 0,2 1 0,7 0 0,7 0 0,8 1 0,8 0 0,8 0 0,4-2 0,5-2 0,1-1 0,0-2 0,-7 1-8191</inkml:trace>
</inkml:ink>
</file>

<file path=ppt/ink/ink1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08:49.817"/>
    </inkml:context>
    <inkml:brush xml:id="br0">
      <inkml:brushProperty name="width" value="0.05" units="cm"/>
      <inkml:brushProperty name="height" value="0.05" units="cm"/>
    </inkml:brush>
  </inkml:definitions>
  <inkml:trace contextRef="#ctx0" brushRef="#br0">0 6 24575,'0'-2'0,"2"-1"0,1 3 0,1 3 0,3 4 0,2 8 0,-1 7 0,0 8 0,-1 7 0,-1 5 0,-3 3 0,-1 2 0,1 0 0,0-4 0,0-7-8191</inkml:trace>
</inkml:ink>
</file>

<file path=ppt/ink/ink1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08:50.097"/>
    </inkml:context>
    <inkml:brush xml:id="br0">
      <inkml:brushProperty name="width" value="0.05" units="cm"/>
      <inkml:brushProperty name="height" value="0.05" units="cm"/>
    </inkml:brush>
  </inkml:definitions>
  <inkml:trace contextRef="#ctx0" brushRef="#br0">5 23 24575,'-4'-17'0,"4"17"0,0 0 0,0 0 0,0-1 0,0 1 0,0 0 0,0 0 0,0-1 0,0 1 0,0 0 0,0 0 0,0-1 0,1 1 0,-1 0 0,0 0 0,0 0 0,0-1 0,0 1 0,0 0 0,1 0 0,-1 0 0,0-1 0,0 1 0,0 0 0,1 0 0,-1 0 0,0 0 0,0 0 0,1 0 0,-1-1 0,0 1 0,1 0 0,0 0 0,0 1 0,0-1 0,0 0 0,1 1 0,-1-1 0,0 1 0,0-1 0,0 1 0,0-1 0,0 1 0,0 0 0,0 0 0,0-1 0,0 1 0,0 0 0,0 0 0,0 0 0,-1 0 0,1 0 0,1 2 0,5 8 0,-1 1 0,0 0 0,-1 0 0,0 1 0,0 0 0,-2-1 0,0 2 0,3 23 0,-2 9 0,-3 58 0,-2-64 0,7 73 0,-5-108-91,-1-1 0,1 1 0,0 0 0,0-1 0,1 1 0,-1-1 0,1 1 0,0-1 0,0 0 0,1 1 0,-1-1 0,1 0 0,0-1 0,4 5 0,5 1-6735</inkml:trace>
</inkml:ink>
</file>

<file path=ppt/ink/ink1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08:50.237"/>
    </inkml:context>
    <inkml:brush xml:id="br0">
      <inkml:brushProperty name="width" value="0.05" units="cm"/>
      <inkml:brushProperty name="height" value="0.05" units="cm"/>
    </inkml:brush>
  </inkml:definitions>
  <inkml:trace contextRef="#ctx0" brushRef="#br0">44 13 24575,'-4'-2'0,"-3"-1"0,-3 1 0,-2 0 0,4 0 0,5 1 0,7 1 0,9 0 0,10 0 0,9 0 0,5 0 0,5 0 0,-6 0-8191</inkml:trace>
</inkml:ink>
</file>

<file path=ppt/ink/ink2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08:51.214"/>
    </inkml:context>
    <inkml:brush xml:id="br0">
      <inkml:brushProperty name="width" value="0.05" units="cm"/>
      <inkml:brushProperty name="height" value="0.05" units="cm"/>
    </inkml:brush>
  </inkml:definitions>
  <inkml:trace contextRef="#ctx0" brushRef="#br0">84 104 24575,'-2'-1'0,"0"1"0,0 0 0,0-1 0,0 0 0,0 0 0,0 1 0,1-1 0,-1 0 0,0 0 0,0-1 0,1 1 0,-1 0 0,-2-3 0,3 2 0,-1 1 0,1 0 0,-1-1 0,1 1 0,-1 0 0,1 0 0,-1 0 0,0 0 0,1 0 0,-1 1 0,0-1 0,0 0 0,0 1 0,0-1 0,-3 1 0,5 0 0,-1 0 0,1 0 0,-1 0 0,1 0 0,-1 0 0,1 0 0,0 1 0,-1-1 0,1 0 0,-1 0 0,1 0 0,0 1 0,-1-1 0,1 0 0,0 1 0,-1-1 0,1 0 0,0 1 0,0-1 0,-1 0 0,1 1 0,0-1 0,0 1 0,0-1 0,0 0 0,-1 1 0,1-1 0,0 1 0,0-1 0,0 1 0,0-1 0,0 0 0,0 1 0,0-1 0,0 1 0,0-1 0,0 1 0,0-1 0,0 0 0,1 1 0,-1-1 0,0 1 0,0-1 0,0 0 0,1 1 0,-1-1 0,0 1 0,0-1 0,1 0 0,-1 1 0,1-1 0,13 22 0,-10-18 0,0-1 0,0 1 0,1-1 0,-1 0 0,1-1 0,-1 1 0,1-1 0,0 0 0,0 0 0,0 0 0,0 0 0,0-1 0,1 0 0,-1 0 0,0-1 0,0 1 0,1-1 0,6-1 0,-8 1 0,1 0 0,-1-1 0,0 0 0,0 0 0,0 0 0,1 0 0,-1-1 0,-1 1 0,1-1 0,0 0 0,0 0 0,-1-1 0,1 1 0,-1-1 0,1 1 0,-1-1 0,0 0 0,0 0 0,-1-1 0,1 1 0,0-1 0,-1 1 0,3-6 0,-4 7 0,-1 0 0,1 0 0,0-1 0,0 1 0,-1 0 0,1 0 0,-1 0 0,0-1 0,0 1 0,0 0 0,0-1 0,0 1 0,0 0 0,-1 0 0,1-1 0,-1 1 0,1 0 0,-1 0 0,0 0 0,-1-2 0,0 1 0,0 0 0,0 0 0,0 1 0,-1-1 0,1 1 0,-1 0 0,1 0 0,-1 0 0,0 0 0,0 0 0,0 1 0,-4-3 0,0 2 0,1-1 0,-1 1 0,0 1 0,1-1 0,-1 1 0,0 0 0,0 0 0,0 1 0,0 0 0,0 1 0,0-1 0,-11 3 0,14-1 0,-1-1 0,1 1 0,0 0 0,-1 1 0,1-1 0,0 1 0,1-1 0,-1 1 0,0 0 0,1 1 0,-1-1 0,1 0 0,0 1 0,-4 6 0,4-4 0,0 0 0,0 1 0,0-1 0,1 1 0,0-1 0,0 1 0,1 0 0,0 0 0,-1 9 0,2-5 0,0 1 0,1 0 0,0-1 0,1 1 0,0 0 0,1-1 0,0 0 0,1 1 0,0-1 0,0-1 0,11 17 0,-9-18-124,0 0 0,1-1 0,0-1 0,1 1 0,-1-1 0,1 0-1,1-1 1,0 0 0,-1 0 0,18 8 0,12 1-6702</inkml:trace>
</inkml:ink>
</file>

<file path=ppt/ink/ink2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08:51.542"/>
    </inkml:context>
    <inkml:brush xml:id="br0">
      <inkml:brushProperty name="width" value="0.05" units="cm"/>
      <inkml:brushProperty name="height" value="0.05" units="cm"/>
    </inkml:brush>
  </inkml:definitions>
  <inkml:trace contextRef="#ctx0" brushRef="#br0">30 112 24575,'-12'-27'0,"10"22"0,-1-1 0,1 0 0,-1 1 0,2-1 0,-1 0 0,1 0 0,0 0 0,-1-9 0,2 15 0,0 0 0,0-1 0,0 1 0,0 0 0,0 0 0,0-1 0,0 1 0,1 0 0,-1 0 0,0-1 0,0 1 0,0 0 0,0 0 0,0 0 0,1-1 0,-1 1 0,0 0 0,0 0 0,0 0 0,0-1 0,1 1 0,-1 0 0,0 0 0,0 0 0,1 0 0,-1 0 0,0 0 0,0 0 0,1 0 0,-1 0 0,0-1 0,0 1 0,1 0 0,-1 0 0,0 0 0,0 0 0,1 0 0,-1 1 0,0-1 0,0 0 0,1 0 0,-1 0 0,0 0 0,0 0 0,1 0 0,-1 0 0,0 0 0,0 1 0,0-1 0,1 0 0,-1 0 0,0 0 0,0 0 0,0 1 0,0-1 0,1 0 0,-1 0 0,0 1 0,14 10 0,-3 3 0,0 1 0,-1-1 0,0 2 0,-1-1 0,-1 1 0,-1 1 0,0 0 0,-1 0 0,0 0 0,-2 0 0,5 33 0,-13-23 0,-2-21 0,-1-18 0,6 3 0,-1 1 0,1-1 0,1 1 0,-1-1 0,2 1 0,-1-1 0,1 1 0,0 0 0,1-1 0,4-14 0,0 5 0,1 1 0,0 0 0,19-32 0,-22 42 0,1 1 0,-1 0 0,1 0 0,1 0 0,-1 0 0,1 1 0,0 0 0,11-7 0,-15 10 0,0 1 0,0 0 0,0 0 0,0 0 0,1 0 0,-1 0 0,0 1 0,0-1 0,1 1 0,-1-1 0,1 1 0,-1 0 0,0 0 0,1 0 0,-1 0 0,1 0 0,-1 1 0,0-1 0,1 1 0,-1 0 0,0-1 0,0 1 0,1 0 0,-1 0 0,0 0 0,0 1 0,0-1 0,0 1 0,0-1 0,-1 1 0,1-1 0,1 3 0,5 6-14,-2 1 1,1 0-1,-2 0 0,1 0 0,-2 0 0,1 1 0,-2 0 0,5 21 0,1-1-1226,-1-2-5586</inkml:trace>
</inkml:ink>
</file>

<file path=ppt/ink/ink2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08:51.947"/>
    </inkml:context>
    <inkml:brush xml:id="br0">
      <inkml:brushProperty name="width" value="0.05" units="cm"/>
      <inkml:brushProperty name="height" value="0.05" units="cm"/>
    </inkml:brush>
  </inkml:definitions>
  <inkml:trace contextRef="#ctx0" brushRef="#br0">189 298 24575,'0'-12'0,"0"2"0,0 1 0,0 0 0,-1-1 0,0 1 0,-4-16 0,4 23 0,1 0 0,-1 1 0,0-1 0,0 0 0,1 1 0,-1-1 0,0 1 0,-1-1 0,1 1 0,0 0 0,0-1 0,-1 1 0,1 0 0,-1 0 0,1 0 0,-1 0 0,1 0 0,-1 0 0,0 0 0,1 1 0,-1-1 0,0 0 0,1 1 0,-1 0 0,0-1 0,0 1 0,0 0 0,0 0 0,1 0 0,-1 0 0,0 0 0,0 0 0,0 1 0,1-1 0,-4 1 0,-2 1 0,1 1 0,-1-1 0,0 1 0,1 0 0,0 1 0,0-1 0,0 1 0,0 0 0,0 1 0,1 0 0,0 0 0,0 0 0,0 0 0,-4 7 0,5-6 0,0-1 0,0 1 0,1 0 0,0 0 0,0 0 0,0 1 0,1-1 0,0 1 0,0-1 0,1 1 0,-1 0 0,1-1 0,1 1 0,0 13 0,0-18 0,0 0 0,1 0 0,-1 0 0,1 0 0,-1 0 0,1 0 0,0 0 0,0 0 0,0 0 0,0 0 0,0-1 0,0 1 0,1 0 0,-1-1 0,0 1 0,1-1 0,-1 1 0,4 1 0,-1-1 0,-1-1 0,0 1 0,0-1 0,1 0 0,-1 0 0,0 0 0,1 0 0,-1-1 0,1 1 0,4-1 0,2-1 0,0 1 0,0-1 0,0-1 0,-1 0 0,1-1 0,-1 0 0,11-4 0,-11 3 0,0-1 0,0 0 0,0-1 0,0 0 0,-1 0 0,0 0 0,-1-1 0,1-1 0,-1 1 0,-1-1 0,1 0 0,-1-1 0,-1 1 0,0-1 0,8-18 0,-10 19 0,0-1 0,-1 0 0,0 0 0,0 0 0,-1 0 0,0-1 0,-1 1 0,1 0 0,-2 0 0,0-1 0,0 1 0,0 0 0,-1 0 0,-1 0 0,0 0 0,0 1 0,-7-16 0,9 23 0,-25-43 0,24 40 0,0 1 0,-1-1 0,1 1 0,-1 0 0,0 0 0,0 0 0,0 0 0,-1 1 0,-6-5 0,10 7 0,0 0 0,-1 0 0,1 0 0,-1 0 0,1 0 0,0-1 0,-1 1 0,1 0 0,0 0 0,-1 0 0,1 0 0,-1 0 0,1 0 0,0 0 0,-1 0 0,1 0 0,-1 0 0,1 1 0,0-1 0,-1 0 0,1 0 0,0 0 0,-1 0 0,1 0 0,0 1 0,-1-1 0,1 0 0,0 0 0,-1 1 0,1 0 0,-6 13 0,4 21 0,2-33 0,3 37 0,2 0 0,1 0 0,3 0 0,0-1 0,3-1 0,24 56 0,-16-51-1365,-2-9-5461</inkml:trace>
</inkml:ink>
</file>

<file path=ppt/ink/ink2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08:52.167"/>
    </inkml:context>
    <inkml:brush xml:id="br0">
      <inkml:brushProperty name="width" value="0.05" units="cm"/>
      <inkml:brushProperty name="height" value="0.05" units="cm"/>
    </inkml:brush>
  </inkml:definitions>
  <inkml:trace contextRef="#ctx0" brushRef="#br0">25 43 24575,'0'-2'0,"0"-5"0,-2 0 0,-1-3 0,-2 0 0,1 3 0,0 7 0,1 7 0,1 9 0,1 7 0,1 8 0,-1 7 0,2 5 0,-1 2 0,0 3 0,0-2 0,0-8-8191</inkml:trace>
</inkml:ink>
</file>

<file path=ppt/ink/ink2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08:52.898"/>
    </inkml:context>
    <inkml:brush xml:id="br0">
      <inkml:brushProperty name="width" value="0.05" units="cm"/>
      <inkml:brushProperty name="height" value="0.05" units="cm"/>
    </inkml:brush>
  </inkml:definitions>
  <inkml:trace contextRef="#ctx0" brushRef="#br0">23 129 24575,'0'-9'0,"1"6"0,-1 1 0,1 0 0,-1-1 0,0 1 0,0-1 0,0 1 0,-1 0 0,1-1 0,-1 1 0,1-1 0,-1 1 0,0 0 0,0 0 0,-1-4 0,2 6 0,-1 0 0,1 0 0,0 0 0,-1 0 0,1 0 0,-1 0 0,1 0 0,0 0 0,-1 0 0,1 0 0,0 0 0,-1 0 0,1 0 0,0 0 0,-1 1 0,1-1 0,0 0 0,-1 0 0,1 0 0,0 0 0,-1 1 0,1-1 0,0 0 0,-1 0 0,1 1 0,0-1 0,0 0 0,-1 0 0,1 1 0,0-1 0,0 0 0,0 1 0,0-1 0,-1 0 0,1 1 0,0-1 0,0 0 0,0 1 0,0-1 0,0 1 0,0-1 0,0 0 0,0 1 0,0 0 0,-5 18 0,4-10 0,1 1 0,-1 0 0,2 0 0,-1 0 0,1 0 0,1 0 0,0 0 0,0 0 0,1-1 0,6 17 0,-7-23 0,-1 0 0,0 0 0,1-1 0,0 1 0,-1 0 0,1-1 0,0 1 0,0-1 0,1 0 0,-1 0 0,0 0 0,1 0 0,0 0 0,-1 0 0,1 0 0,0-1 0,0 0 0,-1 1 0,1-1 0,0 0 0,1-1 0,-1 1 0,0 0 0,0-1 0,0 0 0,0 1 0,0-1 0,1-1 0,-1 1 0,0 0 0,0-1 0,0 1 0,0-1 0,0 0 0,0 0 0,6-3 0,-6 3 0,1-1 0,-1 1 0,1-1 0,-1 0 0,0 0 0,0 0 0,0-1 0,0 1 0,0-1 0,0 1 0,-1-1 0,1 0 0,-1 0 0,0 0 0,1 0 0,-2-1 0,1 1 0,0-1 0,-1 1 0,1-1 0,-1 1 0,0-1 0,0 0 0,-1 0 0,1-5 0,-1 4 0,0-1 0,-1 0 0,0 1 0,0-1 0,0 1 0,-1-1 0,1 1 0,-2-1 0,1 1 0,0 0 0,-1 0 0,0 0 0,0 0 0,-1 1 0,1-1 0,-7-5 0,-1 0 0,-1 0 0,0 1 0,-19-11 0,-11-9 0,41 29 0,0 0 0,0-1 0,1 1 0,-1 0 0,0-1 0,1 1 0,-1-1 0,1 1 0,-1-1 0,0 1 0,1-1 0,-1 0 0,1 1 0,-1-1 0,1 0 0,0 1 0,-1-1 0,1 0 0,0 1 0,-1-1 0,1 0 0,0 0 0,0 0 0,0 1 0,0-2 0,0 1 0,1 1 0,0-1 0,0 1 0,-1-1 0,1 1 0,0 0 0,0-1 0,0 1 0,-1 0 0,1 0 0,0-1 0,0 1 0,0 0 0,0 0 0,0 0 0,0 0 0,1 1 0,46 5 0,-15 1 0,17 4 0,0-2 0,1-2 0,76 0 0,-119-7 0,-1-1 0,1 0 0,12-3 0,-19 4 0,1-1 0,-1 1 0,0 0 0,1-1 0,-1 1 0,1-1 0,-1 0 0,0 1 0,1-1 0,-1 0 0,0 0 0,0 0 0,0 0 0,1 0 0,-1 0 0,0 0 0,-1-1 0,1 1 0,0 0 0,0 0 0,0-1 0,-1 1 0,1 0 0,-1-1 0,1-1 0,0 2 0,-1 1 0,0 0 0,0-1 0,0 1 0,0 0 0,0-1 0,0 1 0,0 0 0,0-1 0,0 1 0,0 0 0,0-1 0,0 1 0,0 0 0,-1 0 0,1-1 0,0 1 0,0 0 0,0-1 0,0 1 0,-1 0 0,1-1 0,0 1 0,0 0 0,0 0 0,-1 0 0,1-1 0,0 1 0,0 0 0,-1 0 0,1 0 0,0-1 0,-1 1 0,1 0 0,-13 3 0,-11 12 0,18-9 0,1 1 0,0-1 0,0 1 0,0 1 0,1-1 0,0 1 0,1-1 0,-6 17 0,8-21 0,0 0 0,0 0 0,1 0 0,-1 0 0,1-1 0,-1 1 0,1 0 0,0 0 0,0 0 0,1 0 0,-1 0 0,0 0 0,1 0 0,0 0 0,0 0 0,-1-1 0,2 1 0,-1 0 0,0-1 0,1 1 0,-1-1 0,1 1 0,-1-1 0,1 0 0,0 1 0,0-1 0,0 0 0,4 3 0,5 0 0,-1 0 0,1-1 0,0 0 0,0-1 0,0 0 0,0-1 0,1 0 0,-1 0 0,1-1 0,-1-1 0,1 0 0,-1-1 0,21-3 0,-31 4 0,1 0 0,0-1 0,-1 1 0,1-1 0,-1 1 0,1-1 0,0 0 0,-1 1 0,0-1 0,1 0 0,-1 0 0,1 0 0,-1 0 0,0 0 0,0 0 0,0 0 0,1-1 0,-1 1 0,0 0 0,-1-1 0,1 1 0,0-1 0,1-1 0,-2 0 0,1 1 0,-1-1 0,0 1 0,0-1 0,0 0 0,0 1 0,0-1 0,-1 1 0,1-1 0,-1 1 0,0-1 0,0 1 0,-1-4 0,-3-4 0,0 0 0,-1 0 0,0 1 0,-1 0 0,-13-15 0,16 20-85,0 0 0,0 0-1,-1 0 1,1 1 0,-1 0-1,0 0 1,0 0 0,0 0-1,0 1 1,0 0 0,-1 0-1,1 0 1,-1 0 0,1 1-1,-12-1 1,7 2-6741</inkml:trace>
</inkml:ink>
</file>

<file path=ppt/ink/ink2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08:53.289"/>
    </inkml:context>
    <inkml:brush xml:id="br0">
      <inkml:brushProperty name="width" value="0.05" units="cm"/>
      <inkml:brushProperty name="height" value="0.05" units="cm"/>
    </inkml:brush>
  </inkml:definitions>
  <inkml:trace contextRef="#ctx0" brushRef="#br0">0 71 24575,'3'0'0,"-1"0"0,1 1 0,-1-1 0,0 1 0,1 0 0,-1 0 0,0 0 0,0 0 0,0 0 0,1 0 0,-1 0 0,0 1 0,-1-1 0,1 1 0,0 0 0,0-1 0,-1 1 0,1 0 0,-1 0 0,1 0 0,-1 0 0,2 3 0,3 6 0,-1 1 0,9 25 0,-8-20 0,11 28 0,-3 1 0,-1 1 0,-2 0 0,-3 1 0,5 86 0,-13-131 0,0-1 0,0 1 0,0 0 0,-1 0 0,1-1 0,-1 1 0,1 0 0,-1-1 0,0 1 0,0-1 0,-2 4 0,3-6 0,0 1 0,-1-1 0,1 0 0,0 0 0,0 0 0,0 1 0,-1-1 0,1 0 0,0 0 0,0 0 0,-1 0 0,1 0 0,0 1 0,0-1 0,-1 0 0,1 0 0,0 0 0,0 0 0,-1 0 0,1 0 0,0 0 0,0 0 0,-1 0 0,1 0 0,0 0 0,-1 0 0,1 0 0,0 0 0,0 0 0,-1 0 0,1 0 0,0-1 0,0 1 0,-1 0 0,1 0 0,0 0 0,-2-2 0,1 1 0,0 0 0,0-1 0,0 1 0,0-1 0,0 1 0,0-1 0,0 1 0,0-1 0,0-2 0,-10-25 0,2-1 0,1 0 0,1 0 0,-3-37 0,1-127 0,11 112 0,-1 73 0,1-1 0,0 0 0,0 0 0,1 1 0,0 0 0,5-11 0,-8 18 0,1 1 0,0-1 0,-1 1 0,1-1 0,0 1 0,0 0 0,0-1 0,0 1 0,1 0 0,-1 0 0,0-1 0,0 1 0,1 0 0,-1 0 0,0 1 0,1-1 0,-1 0 0,1 0 0,0 1 0,-1-1 0,1 1 0,2-1 0,-1 1 0,-1 0 0,1 0 0,-1 1 0,0-1 0,1 1 0,-1 0 0,0-1 0,1 1 0,-1 0 0,0 0 0,0 1 0,0-1 0,0 0 0,2 2 0,4 5 0,0-1 0,0 1 0,-1 0 0,0 0 0,11 19 0,-14-20 0,0 0 0,-1 1 0,1-1 0,-2 1 0,1 0 0,-1-1 0,0 1 0,1 15 0,-2-20 0,-1 1 0,0-1 0,-1 1 0,1-1 0,-1 1 0,1-1 0,-1 0 0,0 1 0,0-1 0,-1 0 0,1 0 0,-1 1 0,1-1 0,-1 0 0,0-1 0,0 1 0,0 0 0,0 0 0,-1-1 0,1 0 0,-1 1 0,0-1 0,-3 2 0,-22 11-1365,-1-4-5461</inkml:trace>
</inkml:ink>
</file>

<file path=ppt/ink/ink2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11:06.041"/>
    </inkml:context>
    <inkml:brush xml:id="br0">
      <inkml:brushProperty name="width" value="0.05" units="cm"/>
      <inkml:brushProperty name="height" value="0.05" units="cm"/>
    </inkml:brush>
  </inkml:definitions>
  <inkml:trace contextRef="#ctx0" brushRef="#br0">3990 138 24575,'2'-3'0,"0"1"0,-1-1 0,0 0 0,1 1 0,-1-1 0,0 0 0,-1 0 0,1 0 0,0 0 0,-1 0 0,0 0 0,1 0 0,-1 0 0,0 0 0,-1 0 0,1 1 0,0-1 0,-1 0 0,0 0 0,0 0 0,0 0 0,0 0 0,0 1 0,0-1 0,-1 0 0,1 1 0,-1-1 0,-2-2 0,-2 0 0,1 1 0,-2-1 0,1 1 0,0 0 0,-1 1 0,0 0 0,0 0 0,0 0 0,0 1 0,-14-3 0,-8 0 0,-41-2 0,64 7 0,-274 1 34,-1 25-132,213-19 21,-1481 195-579,1411-182 605,111-16 51,-483 76 0,9 38 0,316-53 0,151-51 0,1 2 0,1 1 0,-39 28 0,63-39-4,-1 1 1,1-1-1,1 2 0,-1-1 0,1 1 0,0 0 0,-7 13 1,11-17 44,1 0 0,0 1 0,0-1-1,0 1 1,1 0 0,-1 0 0,1-1 0,0 1 0,1 0 0,-1 0 0,1 0 0,0 0 0,0 0 0,0 0 0,1 0 0,0 0 0,2 7 0,1-2-25,0 0 0,1 0 0,0-1 0,0 1 0,1-1 0,0-1 0,1 1 0,0-1 0,0 0 1,9 7-1,11 7-34,52 35 0,-5-13-129,1-2 0,132 51 0,175 31-295,-178-73-561,2-10-1,333 24 0,426-62-540,-134-88-681,-615 47 1769,378-120 1,-485 120 417,134-67 0,-203 84 69,0-1 1,-2-2-1,-1-1 0,-1-2 1,-1-2-1,39-42 1,-64 60 71,-1 0 0,0 0 0,-1-1 0,0 0 1,-1 0-1,0-1 0,-1 0 0,8-25 0,-12 30-54,-1 1 0,1 0 0,-2-1 0,1 1-1,-1 0 1,0-1 0,0 1 0,-1-1 0,0 1 0,-1 0 0,1-1-1,-1 1 1,-1 0 0,1 0 0,-1 0 0,0 1 0,-1-1 0,-6-8-1,2 4-55,-1 1 0,0 0-1,0 0 1,-1 1-1,0 0 1,-1 1 0,-19-12-1,3 5 107,-1 1 0,-42-15-1,-2 6 286,-1 2-1,-123-18 1,-162 4-592,-632 27-2178,678 19 1975</inkml:trace>
</inkml:ink>
</file>

<file path=ppt/ink/ink2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11:07.477"/>
    </inkml:context>
    <inkml:brush xml:id="br0">
      <inkml:brushProperty name="width" value="0.05" units="cm"/>
      <inkml:brushProperty name="height" value="0.05" units="cm"/>
    </inkml:brush>
  </inkml:definitions>
  <inkml:trace contextRef="#ctx0" brushRef="#br0">0 135 24575,'0'3'0,"1"0"0,-1-1 0,1 1 0,0-1 0,0 1 0,0 0 0,0-1 0,0 0 0,1 1 0,-1-1 0,1 0 0,2 4 0,26 25 0,-25-25 0,17 13 0,0-1 0,1-1 0,0-1 0,2-1 0,0-1 0,0-1 0,30 10 0,23 5 0,95 21 0,363 54-1244,10-35-533,1392 67-1437,5-200 534,163-258 2179,-1258 127 3997,-819 189-3294,-12 3 424,1-1-1,-1 0 1,0-1 0,26-13-1,-42 18-549,0 1 0,0-1 0,0 1 0,0-1 0,0 0-1,0 0 1,0 1 0,0-1 0,0 0 0,0 0 0,0 0 0,0 0 0,0 0 0,-1 0 0,1 0 0,-1 0-1,1-1 1,0 1 0,-1 0 0,0 0 0,1 0 0,-1-1 0,0 1 0,1-3 0,-2 3-21,1-1 0,-1 0 0,1 0 0,-1 1 1,0-1-1,0 0 0,0 1 0,0-1 1,0 1-1,0-1 0,0 1 0,0-1 0,-1 1 1,-2-2-1,-5-4-430,-1 0-1,0 1 1,-22-10 0,15 8-6451</inkml:trace>
</inkml:ink>
</file>

<file path=ppt/ink/ink2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11:07.708"/>
    </inkml:context>
    <inkml:brush xml:id="br0">
      <inkml:brushProperty name="width" value="0.05" units="cm"/>
      <inkml:brushProperty name="height" value="0.05" units="cm"/>
    </inkml:brush>
  </inkml:definitions>
  <inkml:trace contextRef="#ctx0" brushRef="#br0">16 18 24575,'-5'-5'0,"-6"-7"0,22 17 0,2 6 34,0 1 1,0 0-1,-1 0 0,-1 2 0,0-1 0,-1 1 0,0 1 0,-1 0 0,10 23 1,-15-29-130,0 1 0,0-1 0,-1 1 0,0 0 1,-1 0-1,0 0 0,-1 1 0,0-1 0,0 0 0,-1 0 1,-1 1-1,0-1 0,0 0 0,-1 0 0,0 1 1,0-2-1,-5 12 0,-6 4-6731</inkml:trace>
</inkml:ink>
</file>

<file path=ppt/ink/ink2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11:08.392"/>
    </inkml:context>
    <inkml:brush xml:id="br0">
      <inkml:brushProperty name="width" value="0.05" units="cm"/>
      <inkml:brushProperty name="height" value="0.05" units="cm"/>
    </inkml:brush>
  </inkml:definitions>
  <inkml:trace contextRef="#ctx0" brushRef="#br0">487 105 24575,'1'0'0,"0"-1"0,1 1 0,-1-1 0,0 1 0,0-1 0,0 1 0,0-1 0,0 0 0,0 0 0,0 0 0,0 1 0,0-1 0,0 0 0,0 0 0,0 0 0,-1 0 0,1-1 0,0 1 0,-1 0 0,1 0 0,0-2 0,1 0 0,-1-1 0,0 1 0,0-1 0,0 1 0,0-1 0,0-5 0,-1 7 0,0 0 0,0 0 0,0 1 0,0-1 0,-1 0 0,1 0 0,-1 0 0,1 0 0,-1 1 0,0-1 0,0 0 0,0 0 0,0 1 0,0-1 0,0 1 0,0-1 0,0 1 0,-1-1 0,-2-1 0,1 1 0,-1-1 0,1 2 0,-1-1 0,0 0 0,0 1 0,1-1 0,-1 1 0,0 0 0,-5 0 0,-5-1 0,-1 2 0,1-1 0,-1 2 0,-17 2 0,-93 19 0,110-18 0,1 0 0,0 1 0,0 1 0,0 0 0,1 0 0,-18 13 0,28-18 0,1 1 0,0-1 0,0 1 0,0 0 0,0 0 0,0 0 0,0 0 0,0 0 0,1 0 0,-1 0 0,1 1 0,0-1 0,-1 0 0,1 1 0,0 0 0,0-1 0,1 1 0,-1-1 0,0 1 0,1 0 0,0-1 0,0 1 0,0 3 0,0-1 0,2-1 0,-1 0 0,0 0 0,1 0 0,0 0 0,0 0 0,0 0 0,0 0 0,1-1 0,-1 1 0,1-1 0,0 0 0,6 6 0,25 20 0,2-1 0,57 33 0,-52-35 0,70 57 0,-104-77 0,0 0 0,-1 1 0,0 0 0,0 1 0,8 13 0,-13-19 0,1 0 0,-1 1 0,0-1 0,0 1 0,0-1 0,0 1 0,-1 0 0,1-1 0,-1 1 0,1 0 0,-1-1 0,0 1 0,0 0 0,0 0 0,-1-1 0,1 1 0,-1 0 0,1-1 0,-1 1 0,0 0 0,0-1 0,0 1 0,-3 3 0,-1 0 0,0 1 0,-1-1 0,0-1 0,0 1 0,0-1 0,-1 0 0,0-1 0,0 0 0,0 0 0,0 0 0,-1-1 0,-15 5 0,-7 1 0,-61 10 0,57-14 171,-57 1 0,78-6-385,0 0 1,-1-1 0,1-1-1,0 0 1,0-1 0,1 0-1,-19-8 1,8-1-6613</inkml:trace>
</inkml:ink>
</file>

<file path=ppt/ink/ink2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11:08.763"/>
    </inkml:context>
    <inkml:brush xml:id="br0">
      <inkml:brushProperty name="width" value="0.05" units="cm"/>
      <inkml:brushProperty name="height" value="0.05" units="cm"/>
    </inkml:brush>
  </inkml:definitions>
  <inkml:trace contextRef="#ctx0" brushRef="#br0">1 85 24575,'0'-4'0,"1"6"0,3 13 0,3 23 0,3 79 0,-9-80 0,2 1 0,2-1 0,1-1 0,13 43 0,-18-74 0,1 0 0,0-1 0,0 1 0,1 0 0,-1-1 0,1 1 0,0-1 0,0 0 0,0 0 0,5 4 0,-7-7 0,1 0 0,-1 0 0,1 0 0,-1 0 0,1-1 0,-1 1 0,1 0 0,0-1 0,0 1 0,-1-1 0,1 0 0,0 0 0,0 1 0,-1-1 0,1 0 0,0-1 0,0 1 0,-1 0 0,1 0 0,0-1 0,0 1 0,-1-1 0,1 1 0,0-1 0,-1 0 0,1 0 0,-1 0 0,1 0 0,-1 0 0,1 0 0,-1 0 0,2-2 0,5-4 0,-1 0 0,0-1 0,0 0 0,0-1 0,-1 1 0,-1-1 0,1 0 0,-2 0 0,8-18 0,-3 0 0,0 0 0,6-38 0,-10 39 0,-2 1 0,-1-1 0,-1-47 0,-2 62 0,0 1 0,0 0 0,-1-1 0,0 1 0,-1 0 0,0 0 0,-1 0 0,0 0 0,0 1 0,-1-1 0,-1 1 0,-7-10 0,13 18-50,-1-1-1,0 1 1,0 0-1,0 0 0,0 0 1,-1-1-1,1 1 1,0 0-1,0 0 1,-1 1-1,1-1 0,-1 0 1,1 0-1,-1 1 1,1-1-1,-1 1 1,1-1-1,-1 1 0,1-1 1,-1 1-1,0 0 1,1 0-1,-1 0 1,1 0-1,-1 0 1,-2 1-1,-5 3-6775</inkml:trace>
</inkml:ink>
</file>

<file path=ppt/ink/ink2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11:09.350"/>
    </inkml:context>
    <inkml:brush xml:id="br0">
      <inkml:brushProperty name="width" value="0.05" units="cm"/>
      <inkml:brushProperty name="height" value="0.05" units="cm"/>
    </inkml:brush>
  </inkml:definitions>
  <inkml:trace contextRef="#ctx0" brushRef="#br0">12 48 24575,'-1'1'0,"0"0"0,0 0 0,0 1 0,0-1 0,1 0 0,-1 0 0,0 0 0,1 0 0,-1 1 0,1-1 0,-1 0 0,1 1 0,0-1 0,-1 0 0,1 1 0,0-1 0,0 0 0,0 1 0,0 1 0,0-1 0,-1 29 0,1-1 0,4 38 0,1 2 0,-3 147 0,1-241 0,1 1 0,10-31 0,-2 7 0,6-34 0,37-128 0,-54 204 0,11-24 0,-11 27 0,0 1 0,0-1 0,-1 1 0,1-1 0,0 1 0,0 0 0,1-1 0,-1 1 0,0 0 0,0 0 0,0 0 0,1 0 0,-1 0 0,1 0 0,1-1 0,-2 2 0,-1 0 0,1 0 0,0 0 0,-1 1 0,1-1 0,-1 0 0,1 0 0,0 0 0,-1 0 0,1 0 0,-1 1 0,1-1 0,-1 0 0,1 1 0,0-1 0,-1 0 0,1 1 0,-1-1 0,0 1 0,1-1 0,-1 1 0,1-1 0,-1 0 0,0 1 0,1 0 0,-1-1 0,0 1 0,1-1 0,-1 1 0,0-1 0,0 2 0,8 21 0,-8-20 0,22 112 0,-17-79 0,1-1 0,2 0 0,20 53 0,-28-86 0,0-1 0,1 0 0,0 1 0,-1-1 0,1 0 0,0 0 0,-1 0 0,1 1 0,0-1 0,0 0 0,0 0 0,0 0 0,0 0 0,2 1 0,-3-2 0,1 0 0,-1 0 0,1 0 0,-1 0 0,0 0 0,1 0 0,-1 0 0,1 0 0,-1 0 0,0 0 0,1-1 0,-1 1 0,0 0 0,1 0 0,-1 0 0,1-1 0,-1 1 0,0 0 0,0 0 0,1-1 0,-1 1 0,0 0 0,1 0 0,-1-1 0,0 1 0,0 0 0,0-1 0,1 1 0,-1 0 0,0-2 0,3-4 0,0-1 0,-1 0 0,3-15 0,-3 14 0,5-20 0,2 1 0,0 0 0,2 0 0,18-32 0,-23 49 0,0 0 0,0 0 0,1 1 0,0 0 0,0 0 0,1 1 0,0 0 0,1 1 0,-1-1 0,1 2 0,1-1 0,0 1 0,17-8 0,-25 13 0,1 0 0,-1 0 0,1 0 0,-1 1 0,1-1 0,0 1 0,-1-1 0,1 1 0,-1 0 0,1 0 0,0 0 0,-1 0 0,1 1 0,0-1 0,-1 1 0,1-1 0,-1 1 0,1 0 0,-1 0 0,0 0 0,1 0 0,-1 1 0,0-1 0,0 1 0,1-1 0,-1 1 0,0 0 0,-1-1 0,1 1 0,0 0 0,-1 1 0,1-1 0,-1 0 0,1 0 0,-1 1 0,0-1 0,2 5 0,1 7 0,0-1 0,0 1 0,-2-1 0,0 1 0,1 26 0,0 49-682,-10 114-1,4-181-6143</inkml:trace>
</inkml:ink>
</file>

<file path=ppt/ink/ink2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11:10.593"/>
    </inkml:context>
    <inkml:brush xml:id="br0">
      <inkml:brushProperty name="width" value="0.05" units="cm"/>
      <inkml:brushProperty name="height" value="0.05" units="cm"/>
    </inkml:brush>
  </inkml:definitions>
  <inkml:trace contextRef="#ctx0" brushRef="#br0">187 73 24575,'15'-12'0,"-11"10"0,-1 0 0,0 0 0,0-1 0,0 1 0,0-1 0,0 0 0,3-4 0,-6 7 0,0 0 0,0-1 0,1 1 0,-1-1 0,0 1 0,0-1 0,0 1 0,0-1 0,0 1 0,0-1 0,0 1 0,0-1 0,0 1 0,0-1 0,0 0 0,0 1 0,0-1 0,0 1 0,0-1 0,0 1 0,0-1 0,-1 1 0,1-1 0,-1 0 0,0-1 0,0 1 0,0 0 0,-1 0 0,1 0 0,0 0 0,0 0 0,-1 1 0,1-1 0,0 0 0,-4-1 0,1 0 0,-1 0 0,0 0 0,0 1 0,-1-1 0,1 1 0,0 0 0,0 1 0,-1-1 0,1 1 0,0 0 0,-1 0 0,1 1 0,0 0 0,0-1 0,-1 2 0,1-1 0,0 1 0,0 0 0,0 0 0,0 0 0,1 0 0,-1 1 0,1 0 0,-1 0 0,1 0 0,0 1 0,0-1 0,0 1 0,1 0 0,-1 0 0,1 0 0,0 1 0,0-1 0,-4 10 0,-2 7 0,1 1 0,1 0 0,0 1 0,2 0 0,1 0 0,1 0 0,1 0 0,0 0 0,2 1 0,1-1 0,1 0 0,7 35 0,-5-29 0,-1-1 0,-1 31 0,0-1 0,-2-55 0,1-1 0,-1 0 0,1 0 0,-1 0 0,1 1 0,0-1 0,0 0 0,0 0 0,0 0 0,0 0 0,0 0 0,1 0 0,-1-1 0,0 1 0,1 0 0,0-1 0,-1 1 0,1-1 0,3 3 0,4 1 0,0 0 0,1-1 0,12 5 0,20 10 0,-25-7-1365</inkml:trace>
</inkml:ink>
</file>

<file path=ppt/ink/ink2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11:11.994"/>
    </inkml:context>
    <inkml:brush xml:id="br0">
      <inkml:brushProperty name="width" value="0.05" units="cm"/>
      <inkml:brushProperty name="height" value="0.05" units="cm"/>
    </inkml:brush>
  </inkml:definitions>
  <inkml:trace contextRef="#ctx0" brushRef="#br0">214 73 24575,'6'-6'0,"-3"4"0,-2 1 0,1-1 0,0 0 0,0 0 0,0 0 0,-1 0 0,1 0 0,1-3 0,-3 4 0,0 0 0,0 1 0,0-1 0,0 0 0,0 0 0,0 0 0,0 1 0,0-1 0,0 0 0,-1 0 0,1 1 0,0-1 0,0 0 0,-1 0 0,1 1 0,0-1 0,-1 0 0,1 1 0,-1-1 0,1 1 0,-1-1 0,1 0 0,-1 1 0,1-1 0,-1 1 0,0-1 0,1 1 0,-1 0 0,0-1 0,1 1 0,-1 0 0,0-1 0,0 1 0,0 0 0,-13-6 0,1 2 0,-1 0 0,0 0 0,0 2 0,0 0 0,0 0 0,0 1 0,0 1 0,-1 0 0,1 1 0,-19 4 0,32-5 0,-1 0 0,0 0 0,1 0 0,-1 1 0,0-1 0,1 1 0,-1 0 0,1-1 0,-1 1 0,0 0 0,1 0 0,0 0 0,-1 0 0,1 0 0,0 0 0,-1 0 0,1 0 0,0 1 0,-2 1 0,2 0 0,1-1 0,-1 0 0,1 1 0,0-1 0,-1 1 0,1-1 0,0 1 0,0-1 0,1 1 0,-1-1 0,0 0 0,1 1 0,0 2 0,4 28 0,-1 1 0,-2-1 0,-4 62 0,0-62 0,-4 46 0,3-52 0,1-1 0,1 1 0,4 46 0,-2-70 12,-1 1-1,1-1 0,0 1 1,1-1-1,-1 0 1,1 0-1,-1 0 0,1 1 1,0-1-1,0-1 0,0 1 1,0 0-1,1 0 1,-1-1-1,1 0 0,-1 1 1,1-1-1,0 0 0,0 0 1,0-1-1,0 1 1,0 0-1,1-1 0,-1 0 1,0 0-1,1 0 0,-1 0 1,1 0-1,4-1 1,6 2-297,1-1 1,0-1-1,-1-1 1,1 0-1,23-5 1,-13 1-6542</inkml:trace>
</inkml:ink>
</file>

<file path=ppt/ink/ink2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11:12.646"/>
    </inkml:context>
    <inkml:brush xml:id="br0">
      <inkml:brushProperty name="width" value="0.05" units="cm"/>
      <inkml:brushProperty name="height" value="0.05" units="cm"/>
    </inkml:brush>
  </inkml:definitions>
  <inkml:trace contextRef="#ctx0" brushRef="#br0">12 131 24575,'-2'-1'0,"1"-1"0,0 0 0,0 0 0,0 0 0,0 0 0,0 0 0,0 0 0,0-1 0,1 1 0,-1 0 0,1 0 0,0-1 0,0 1 0,0 0 0,0 0 0,0-1 0,1-3 0,-1 1 0,1 1 0,0-1 0,0 1 0,1-1 0,-1 1 0,1 0 0,4-8 0,-3 8 0,-1 1 0,1-1 0,0 1 0,1 0 0,-1 0 0,0 0 0,1 0 0,0 1 0,-1-1 0,1 1 0,0 0 0,1 0 0,-1 0 0,0 1 0,0-1 0,1 1 0,-1 0 0,0 0 0,1 1 0,-1-1 0,1 1 0,-1 0 0,1 0 0,-1 1 0,1-1 0,-1 1 0,1 0 0,-1 0 0,0 1 0,1-1 0,6 4 0,-7-3 0,1 0 0,-1 1 0,0-1 0,0 1 0,0 0 0,0 0 0,0 0 0,0 1 0,-1-1 0,0 1 0,1 0 0,-2 0 0,1 0 0,0 0 0,-1 1 0,0-1 0,0 1 0,0-1 0,0 1 0,-1 0 0,1-1 0,-1 1 0,-1 0 0,1 0 0,-1 0 0,0 0 0,0 0 0,-1 9 0,-1-6 0,-1 0 0,0 0 0,0 0 0,-1-1 0,0 1 0,0-1 0,0 0 0,-1 0 0,0-1 0,-1 1 0,1-1 0,-1 0 0,-11 8 0,8-7 0,1-1 0,-1 0 0,-1 0 0,1-1 0,-1-1 0,1 1 0,-1-2 0,-1 1 0,1-1 0,-13 2 0,22-5 0,-1 0 0,1 1 0,0-1 0,-1 0 0,1 0 0,0 0 0,0 0 0,-1 0 0,1 0 0,0-1 0,0 1 0,-1 0 0,1-1 0,-2 0 0,3 1 0,0 0 0,0-1 0,0 1 0,0 0 0,0-1 0,0 1 0,-1 0 0,1-1 0,0 1 0,0 0 0,0 0 0,0-1 0,0 1 0,1 0 0,-1-1 0,0 1 0,0 0 0,0-1 0,0 1 0,0 0 0,0-1 0,0 1 0,1 0 0,-1 0 0,0-1 0,0 1 0,0 0 0,0 0 0,1-1 0,-1 1 0,0 0 0,0 0 0,1-1 0,2-1 0,1-1 0,-1 0 0,1 1 0,-1-1 0,1 1 0,0 0 0,4-1 0,1 0 0,0 0 0,1 1 0,-1 0 0,0 1 0,1 0 0,-1 0 0,1 1 0,-1 0 0,1 1 0,13 2 0,-19-2 0,1 0 0,0 1 0,-1-1 0,1 1 0,-1 0 0,1 1 0,-1-1 0,0 1 0,0-1 0,0 1 0,0 1 0,-1-1 0,1 0 0,-1 1 0,0 0 0,0 0 0,0 0 0,0 0 0,-1 0 0,1 0 0,2 9 0,15 51-1365,-14-48-5461</inkml:trace>
</inkml:ink>
</file>

<file path=ppt/ink/ink2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11:12.956"/>
    </inkml:context>
    <inkml:brush xml:id="br0">
      <inkml:brushProperty name="width" value="0.05" units="cm"/>
      <inkml:brushProperty name="height" value="0.05" units="cm"/>
    </inkml:brush>
  </inkml:definitions>
  <inkml:trace contextRef="#ctx0" brushRef="#br0">69 92 24575,'1'-13'0,"-3"-32"0,2 43 0,-1 1 0,1-1 0,-1 0 0,1 0 0,-1 1 0,1-1 0,-1 0 0,0 1 0,0-1 0,0 1 0,0-1 0,0 1 0,0-1 0,0 1 0,-1 0 0,1-1 0,0 1 0,-1 0 0,1 0 0,-3-1 0,3 1 0,0 1 0,0 0 0,0 0 0,0-1 0,0 1 0,0 0 0,0 0 0,-1 0 0,1 0 0,0 0 0,0 1 0,0-1 0,0 0 0,0 0 0,0 1 0,0-1 0,0 1 0,0-1 0,0 1 0,0-1 0,0 1 0,0-1 0,0 1 0,1 0 0,-1 0 0,0-1 0,0 1 0,1 0 0,-1 0 0,0 0 0,1 0 0,-1 0 0,1 0 0,-1 0 0,1 0 0,-1 1 0,-1 3 0,0 0 0,0 0 0,0 1 0,1-1 0,-1 0 0,1 7 0,1-4 0,0 1 0,1 0 0,0-1 0,0 1 0,1-1 0,0 0 0,1 1 0,0-1 0,0 0 0,1 0 0,0-1 0,7 11 0,-8-13 0,0-1 0,1 1 0,0-1 0,0 0 0,0 0 0,0 0 0,1-1 0,8 7 0,-10-9 0,0 0 0,0 1 0,0-1 0,0 0 0,0 0 0,1 0 0,-1-1 0,0 1 0,0-1 0,1 0 0,-1 0 0,0 0 0,0 0 0,1-1 0,-1 1 0,4-2 0,-4 1 0,0 1 0,0-1 0,0-1 0,-1 1 0,1 0 0,0-1 0,0 1 0,-1-1 0,1 0 0,-1 0 0,1 0 0,-1 0 0,0 0 0,0-1 0,0 1 0,0-1 0,0 1 0,-1-1 0,1 0 0,-1 0 0,0 1 0,0-1 0,0 0 0,0 0 0,0 0 0,0 0 0,-1-1 0,0 1 0,1-5 0,-2 3 0,1 0 0,-1 1 0,1-1 0,-1 0 0,-1 1 0,1-1 0,-1 1 0,0-1 0,0 1 0,0 0 0,0 0 0,-1 0 0,1 0 0,-1 0 0,0 1 0,-1-1 0,1 1 0,-8-6 0,5 4 57,-1 1 0,0 0 0,0 0 0,-1 0 0,-9-2 0,14 5-171,-1 0 0,1 0 0,-1 0 0,1 1 1,-1-1-1,1 1 0,-1 0 0,1 0 1,-1 0-1,0 1 0,1-1 0,-1 1 1,1 0-1,-5 1 0,-4 5-6712</inkml:trace>
</inkml:ink>
</file>

<file path=ppt/ink/ink2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11:13.141"/>
    </inkml:context>
    <inkml:brush xml:id="br0">
      <inkml:brushProperty name="width" value="0.05" units="cm"/>
      <inkml:brushProperty name="height" value="0.05" units="cm"/>
    </inkml:brush>
  </inkml:definitions>
  <inkml:trace contextRef="#ctx0" brushRef="#br0">54 0 24575,'-4'0'0,"-4"0"0,-1 0 0,-3 2 0,2 3 0,2 4 0,5 5 0,5 4 0,1 3 0,3 3 0,0 5 0,0 1 0,-4-1 0,-6-2 0,-3-4-8191</inkml:trace>
</inkml:ink>
</file>

<file path=ppt/ink/ink2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11:13.853"/>
    </inkml:context>
    <inkml:brush xml:id="br0">
      <inkml:brushProperty name="width" value="0.05" units="cm"/>
      <inkml:brushProperty name="height" value="0.05" units="cm"/>
    </inkml:brush>
  </inkml:definitions>
  <inkml:trace contextRef="#ctx0" brushRef="#br0">49 60 24575,'-2'-2'0,"1"0"0,-1 0 0,1-1 0,0 1 0,-1-1 0,1 1 0,1-1 0,-1 1 0,0-1 0,0-2 0,1 2 0,-1 1 0,1 0 0,-1 0 0,0 0 0,1-1 0,-1 1 0,0 0 0,0 0 0,0 0 0,-1 0 0,1 1 0,0-1 0,-2-2 0,2 4 0,1 0 0,-1 0 0,1 0 0,0 0 0,-1 0 0,1 0 0,0 0 0,-1 0 0,1 0 0,-1 0 0,1 1 0,0-1 0,-1 0 0,1 0 0,0 0 0,-1 0 0,1 1 0,0-1 0,-1 0 0,1 0 0,0 0 0,0 1 0,-1-1 0,1 0 0,0 1 0,0-1 0,-1 0 0,1 0 0,0 1 0,0-1 0,0 0 0,0 1 0,-1-1 0,1 1 0,0-1 0,0 0 0,0 1 0,0-1 0,0 0 0,0 1 0,-5 17 0,3-8 0,0 1 0,1 0 0,1 0 0,-1 0 0,2 0 0,-1 0 0,2-1 0,4 22 0,-5-28 0,0-1 0,1 1 0,-1 0 0,1 0 0,0-1 0,0 1 0,1-1 0,-1 1 0,1-1 0,-1 0 0,1 0 0,0 0 0,0-1 0,1 1 0,-1-1 0,0 1 0,1-1 0,-1 0 0,1-1 0,0 1 0,0 0 0,0-1 0,0 0 0,0 0 0,0 0 0,5 0 0,-3 0 0,-1-1 0,0 0 0,1 0 0,-1 0 0,1-1 0,-1 0 0,0 0 0,1 0 0,-1-1 0,0 1 0,0-1 0,0-1 0,0 1 0,-1-1 0,1 1 0,-1-1 0,1-1 0,-1 1 0,6-7 0,2-4 0,0 0 0,-2 0 0,0-2 0,12-22 0,-5 8 0,-10 22 0,-6 17 0,-6 25 0,4-29 0,-2 10 20,-15 91 296,17-90-656,0-1 0,1 1-1,0-1 1,5 30 0,0-25-6486</inkml:trace>
</inkml:ink>
</file>

<file path=ppt/ink/ink2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11:14.084"/>
    </inkml:context>
    <inkml:brush xml:id="br0">
      <inkml:brushProperty name="width" value="0.05" units="cm"/>
      <inkml:brushProperty name="height" value="0.05" units="cm"/>
    </inkml:brush>
  </inkml:definitions>
  <inkml:trace contextRef="#ctx0" brushRef="#br0">71 33 24575,'0'0'0,"-4"-5"0,0 1 0,-1-1 0,1 1 0,-1 1 0,-7-5 0,11 7 0,0 1 0,0-1 0,1 1 0,-1 0 0,0-1 0,0 1 0,0 0 0,0-1 0,0 1 0,0 0 0,0 0 0,0 0 0,0 0 0,0 0 0,1 0 0,-1 0 0,0 1 0,0-1 0,0 0 0,0 0 0,0 1 0,0-1 0,0 0 0,0 1 0,1-1 0,-1 1 0,0-1 0,0 1 0,1-1 0,-1 1 0,0 0 0,1-1 0,-1 1 0,1 0 0,-1 0 0,0 0 0,1-1 0,0 1 0,-1 0 0,1 0 0,-1 0 0,1 0 0,0 0 0,0 0 0,-1 1 0,0 2 0,1 0 0,-1 0 0,1 0 0,-1 0 0,1 0 0,0 0 0,0 0 0,1 0 0,0 1 0,-1-1 0,3 5 0,18 49 0,-9-29 0,-11-26 0,18 60 0,-18-59 0,0 0 0,-1 0 0,1 1 0,-1-1 0,0 0 0,0 1 0,0-1 0,0 0 0,-1 0 0,0 1 0,0-1 0,-3 7 0,4-10-80,-1 0 0,0 0-1,1 0 1,-1 0 0,0 0-1,0 0 1,0 0 0,0 0-1,0 0 1,0-1 0,0 1 0,0 0-1,0-1 1,0 1 0,-1-1-1,-1 2 1,-9 0-6746</inkml:trace>
</inkml:ink>
</file>

<file path=ppt/ink/ink2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11:14.221"/>
    </inkml:context>
    <inkml:brush xml:id="br0">
      <inkml:brushProperty name="width" value="0.05" units="cm"/>
      <inkml:brushProperty name="height" value="0.05" units="cm"/>
    </inkml:brush>
  </inkml:definitions>
  <inkml:trace contextRef="#ctx0" brushRef="#br0">1 79 24575,'2'-4'0,"4"-5"0,4-3 0,2-2 0,0 0 0,4 2 0,-1 3 0,0 5 0,2 3 0,1 5 0,0 2 0,1 3 0,-3 0-8191</inkml:trace>
</inkml:ink>
</file>

<file path=ppt/ink/ink2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11:14.454"/>
    </inkml:context>
    <inkml:brush xml:id="br0">
      <inkml:brushProperty name="width" value="0.05" units="cm"/>
      <inkml:brushProperty name="height" value="0.05" units="cm"/>
    </inkml:brush>
  </inkml:definitions>
  <inkml:trace contextRef="#ctx0" brushRef="#br0">13 0 24575,'2'0'0,"1"2"0,2 1 0,-1 1 0,2 1 0,0 1 0,-2 2 0,-3 3 0,-3 4 0,-2 3 0,-3 5 0,-1 2 0,0 4 0,0 0 0,1-5-8191</inkml:trace>
</inkml:ink>
</file>

<file path=ppt/ink/ink2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11:15.079"/>
    </inkml:context>
    <inkml:brush xml:id="br0">
      <inkml:brushProperty name="width" value="0.05" units="cm"/>
      <inkml:brushProperty name="height" value="0.05" units="cm"/>
    </inkml:brush>
  </inkml:definitions>
  <inkml:trace contextRef="#ctx0" brushRef="#br0">121 70 24575,'0'-3'0,"-1"-1"0,1 1 0,-1-1 0,0 1 0,-1-1 0,1 1 0,0 0 0,-1 0 0,0 0 0,0 0 0,0 0 0,0 0 0,0 0 0,0 1 0,-4-4 0,4 4 0,1 1 0,0-1 0,-1 1 0,0 0 0,1 0 0,-1 0 0,0 0 0,1 0 0,-1 0 0,0 0 0,0 0 0,0 1 0,0-1 0,0 1 0,0-1 0,0 1 0,0 0 0,0-1 0,0 1 0,0 0 0,0 1 0,0-1 0,0 0 0,1 1 0,-1-1 0,0 1 0,-4 1 0,3 0 0,0 0 0,0 1 0,0-1 0,1 1 0,-1 0 0,1 0 0,-1 0 0,1 0 0,0 0 0,0 1 0,0-1 0,1 1 0,-1-1 0,1 1 0,0-1 0,0 1 0,0 0 0,1 0 0,-1-1 0,1 1 0,0 0 0,0 0 0,0 0 0,0 0 0,1-1 0,0 5 0,1 2 0,0 1 0,1-1 0,0 0 0,1-1 0,0 1 0,0 0 0,1-1 0,9 13 0,1-2 0,25 22 0,-23-25 0,24 32 0,-40-47 11,0-1 0,0 0-1,0 1 1,0 0 0,0-1-1,-1 1 1,1 0 0,0-1-1,-1 1 1,1 0 0,-1 0-1,0 0 1,0-1 0,1 1-1,-1 3 1,-1-4-2,1 0 0,0 0 0,-1 0 0,1 0 0,-1 0 0,1 0 0,-1 0 0,1 0 0,-1 0 0,0 0 0,0 0 0,1 0 0,-1 0 0,0 0 0,0-1 0,0 1 0,0 0 0,-1 0 0,-3 1-199,0 1 0,-1-1 1,1-1-1,-1 1 0,1-1 1,-1 0-1,1 0 1,-7 0-1,-11 0-6636</inkml:trace>
</inkml:ink>
</file>

<file path=ppt/ink/ink2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11:15.528"/>
    </inkml:context>
    <inkml:brush xml:id="br0">
      <inkml:brushProperty name="width" value="0.05" units="cm"/>
      <inkml:brushProperty name="height" value="0.05" units="cm"/>
    </inkml:brush>
  </inkml:definitions>
  <inkml:trace contextRef="#ctx0" brushRef="#br0">0 61 24575,'17'-19'0,"-12"14"0,-1 0 0,1 0 0,-1 0 0,2 0 0,5-3 0,-9 7 0,0-1 0,1 1 0,-1 0 0,0 0 0,1 1 0,0-1 0,-1 0 0,1 1 0,-1 0 0,1-1 0,0 1 0,-1 0 0,1 0 0,-1 1 0,1-1 0,0 0 0,2 2 0,13 2 0,19 5 0,-1-1 0,1-2 0,51 2 0,-77-8 0,20 1 0,-30 0 0,-1-1 0,1 0 0,0 0 0,-1 0 0,1 1 0,-1-1 0,1 0 0,0 1 0,-1-1 0,1 1 0,-1-1 0,1 1 0,-1-1 0,0 1 0,1-1 0,-1 1 0,1-1 0,-1 1 0,0-1 0,1 1 0,-1 0 0,0-1 0,0 1 0,1-1 0,-1 1 0,0 0 0,0-1 0,0 1 0,0 0 0,0-1 0,0 1 0,0 0 0,0-1 0,0 1 0,0 0 0,0-1 0,-1 1 0,1 0 0,0 0 0,-12 37 0,5-15 0,1 1 0,-7 47 0,12-65 0,0 0 0,1-1 0,0 1 0,1 0 0,-1-1 0,1 1 0,0-1 0,0 1 0,1-1 0,-1 1 0,1-1 0,1 0 0,-1 0 0,1 0 0,-1 0 0,2 0 0,-1-1 0,5 6 0,-6-8 0,0 0 0,-1-1 0,1 0 0,0 1 0,0-1 0,1 0 0,-1 0 0,0 0 0,0 0 0,0 0 0,1 0 0,-1-1 0,0 1 0,1-1 0,-1 0 0,4 0 0,-1 0 0,0 0 0,0-1 0,0 0 0,0 0 0,0-1 0,-1 1 0,9-4 0,-3-1 0,1 0 0,0 0 0,-1-1 0,0 0 0,15-16 0,-21 19 0,0 0 0,0-1 0,-1 1 0,1-1 0,-1 1 0,0-1 0,0 0 0,-1-1 0,0 1 0,1 0 0,1-10 0,-4 12 0,1-1 0,-1 1 0,0 0 0,0-1 0,-1 1 0,1 0 0,-1-1 0,1 1 0,-1 0 0,0-1 0,0 1 0,-1 0 0,1 0 0,0 0 0,-1 0 0,0 0 0,0 0 0,0 1 0,0-1 0,-5-4 0,2 2 34,-1 0 1,0 1-1,0 0 0,0 0 0,0 0 0,-1 0 0,1 1 0,-1 0 0,-8-1 1,1 0-462,-1 0 0,0 2 1,-20-2-1,7 2-6399</inkml:trace>
</inkml:ink>
</file>

<file path=ppt/ink/ink2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11:15.763"/>
    </inkml:context>
    <inkml:brush xml:id="br0">
      <inkml:brushProperty name="width" value="0.05" units="cm"/>
      <inkml:brushProperty name="height" value="0.05" units="cm"/>
    </inkml:brush>
  </inkml:definitions>
  <inkml:trace contextRef="#ctx0" brushRef="#br0">21 1 24575,'0'2'0,"2"1"0,0 1 0,3 3 0,-1 1 0,0 3 0,-1 0 0,-1 2 0,-1 4 0,-2 4 0,-4 4 0,-2 0 0,-2-1 0,-2-4 0,1-4-8191</inkml:trace>
</inkml:ink>
</file>

<file path=ppt/ink/ink2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11:16.088"/>
    </inkml:context>
    <inkml:brush xml:id="br0">
      <inkml:brushProperty name="width" value="0.05" units="cm"/>
      <inkml:brushProperty name="height" value="0.05" units="cm"/>
    </inkml:brush>
  </inkml:definitions>
  <inkml:trace contextRef="#ctx0" brushRef="#br0">16 163 24575,'-3'-5'0,"1"0"0,0 0 0,0-1 0,0 1 0,1-1 0,-1 1 0,1-1 0,1 0 0,-1 0 0,1 1 0,0-1 0,1 0 0,-1 1 0,1-1 0,0 0 0,0 1 0,3-8 0,-2 9 0,0 1 0,-1-1 0,1 1 0,0 0 0,1 0 0,-1 0 0,0 0 0,1 0 0,0 0 0,0 1 0,0-1 0,0 1 0,0 0 0,0 0 0,0 0 0,1 0 0,-1 1 0,1-1 0,-1 1 0,1 0 0,0 0 0,-1 0 0,1 1 0,0-1 0,0 1 0,7 0 0,-8 0 0,1 0 0,0 0 0,0 1 0,-1-1 0,1 1 0,0 0 0,-1 0 0,1 0 0,-1 1 0,1-1 0,-1 1 0,0 0 0,0 0 0,0 0 0,0 0 0,0 0 0,0 1 0,0 0 0,-1-1 0,1 1 0,-1 0 0,0 0 0,0 0 0,0 0 0,0 1 0,0-1 0,-1 1 0,0-1 0,1 1 0,-1-1 0,0 5 0,1 1 0,-1 1 0,0-1 0,-1 0 0,0 1 0,0-1 0,-1 1 0,0-1 0,-1 0 0,0 0 0,0 1 0,-5 10 0,-3 1 0,0-1 0,-1 0 0,-17 22 0,27-41 0,1-1 0,0 1 0,-1-1 0,1 0 0,0 1 0,-1-1 0,1 1 0,0-1 0,0 1 0,-1-1 0,1 1 0,0-1 0,0 1 0,0-1 0,0 1 0,0-1 0,0 1 0,0 0 0,0-1 0,0 1 0,0-1 0,0 1 0,0-1 0,0 1 0,0-1 0,0 1 0,1 0 0,0 0 0,-1-1 0,1 1 0,0-1 0,0 1 0,-1-1 0,1 1 0,0-1 0,0 1 0,0-1 0,-1 0 0,1 0 0,0 1 0,0-1 0,0 0 0,1 0 0,42-1 0,-36 1 0,24-3-1365,-2 0-5461</inkml:trace>
</inkml:ink>
</file>

<file path=ppt/ink/ink2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11:16.446"/>
    </inkml:context>
    <inkml:brush xml:id="br0">
      <inkml:brushProperty name="width" value="0.05" units="cm"/>
      <inkml:brushProperty name="height" value="0.05" units="cm"/>
    </inkml:brush>
  </inkml:definitions>
  <inkml:trace contextRef="#ctx0" brushRef="#br0">184 116 24575,'1'-25'0,"0"19"0,0-1 0,-1 1 0,0 0 0,0-1 0,0 1 0,-1-1 0,0 1 0,0 0 0,-1 0 0,-3-10 0,4 15 0,1 0 0,-1 1 0,0-1 0,1 0 0,-1 0 0,0 1 0,0-1 0,1 0 0,-1 1 0,0-1 0,0 1 0,0-1 0,0 1 0,0-1 0,0 1 0,0 0 0,0-1 0,0 1 0,0 0 0,0 0 0,-2 0 0,0 0 0,0 0 0,0 1 0,0-1 0,0 1 0,1-1 0,-1 1 0,-5 2 0,-1 2 0,-1 0 0,1 1 0,-11 8 0,12-8 0,0 0 0,1 1 0,0 0 0,0 0 0,0 1 0,1 0 0,0 1 0,-9 15 0,14-21 0,0 0 0,-1 0 0,1 0 0,0 0 0,0 0 0,1 0 0,-1 1 0,1-1 0,0 0 0,-1 0 0,1 1 0,1-1 0,-1 0 0,0 0 0,1 1 0,0-1 0,0 0 0,0 0 0,0 0 0,0 0 0,0 0 0,1 0 0,0 0 0,-1-1 0,1 1 0,0 0 0,0-1 0,1 1 0,-1-1 0,0 0 0,4 2 0,0 1 0,2 0 0,-1-1 0,0 0 0,1 0 0,0-1 0,0 0 0,0 0 0,0-1 0,0 0 0,1 0 0,-1-1 0,1 0 0,-1 0 0,1-1 0,14-2 0,-16 2 0,0-1 0,-1 0 0,1-1 0,0 0 0,-1 0 0,1 0 0,-1-1 0,0 1 0,1-2 0,-1 1 0,-1-1 0,1 0 0,0 0 0,-1 0 0,0-1 0,0 0 0,0 0 0,-1 0 0,7-11 0,-9 13 0,0 0 0,-1 0 0,1 0 0,-1-1 0,0 1 0,0 0 0,0 0 0,-1-1 0,1 1 0,-1-1 0,0 1 0,1-1 0,-2 1 0,1-1 0,0 1 0,-1 0 0,1-1 0,-2-3 0,0 2 0,-1 1 0,1-1 0,0 1 0,-1 0 0,0 0 0,0 0 0,-1 0 0,1 0 0,-1 1 0,1-1 0,-7-3 0,0 0 0,0 1 0,-1 0 0,0 0 0,0 1 0,-1 0 0,1 1 0,-1 1 0,0 0 0,-16-3 0,-13 5 342,39 1-443,-1 0 1,1 0-1,0 1 1,0-1 0,0 1-1,0-1 1,0 1-1,0 0 1,0-1 0,0 1-1,0 0 1,0 0 0,1 1-1,-1-1 1,0 0-1,-1 2 1</inkml:trace>
</inkml:ink>
</file>

<file path=ppt/ink/ink2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11:16.941"/>
    </inkml:context>
    <inkml:brush xml:id="br0">
      <inkml:brushProperty name="width" value="0.05" units="cm"/>
      <inkml:brushProperty name="height" value="0.05" units="cm"/>
    </inkml:brush>
  </inkml:definitions>
  <inkml:trace contextRef="#ctx0" brushRef="#br0">62 94 24575,'-13'-11'0,"8"7"0,0 0 0,0 0 0,1-1 0,-1 1 0,1-1 0,0 0 0,1-1 0,-1 1 0,-4-11 0,7 16 0,1-1 0,0 0 0,0 1 0,0-1 0,0 0 0,0 1 0,0-1 0,0 0 0,0 1 0,0-1 0,0 0 0,0 0 0,0 1 0,0-1 0,0 0 0,1 1 0,-1-1 0,0 0 0,1 1 0,-1-1 0,0 1 0,1-1 0,-1 0 0,1 1 0,-1-1 0,1 0 0,1 0 0,-1 0 0,1 1 0,-1-1 0,1 0 0,0 1 0,-1-1 0,1 1 0,-1-1 0,1 1 0,0 0 0,1 0 0,4 0 0,0 0 0,-1 0 0,1 1 0,11 2 0,-10-1 0,-1 1 0,1-1 0,-1 1 0,0 1 0,0-1 0,0 1 0,0 0 0,-1 1 0,1 0 0,9 9 0,-12-9 0,-1-1 0,1 1 0,-1 0 0,0 0 0,0 0 0,0 1 0,-1-1 0,0 1 0,0 0 0,0-1 0,-1 1 0,0 0 0,0 0 0,0 11 0,0 50 0,2 42 0,4-41 0,-6-38 0,2 0 0,2-1 0,0 1 0,16 44 0,-18-65 0,-1-6 0,-1 0 0,0 0 0,0 0 0,0 0 0,0 0 0,-1 0 0,1 0 0,0 6 0,-1-9 0,-1 1 0,1-1 0,0 1 0,0-1 0,0 1 0,0-1 0,-1 1 0,1-1 0,0 0 0,0 1 0,-1-1 0,1 1 0,0-1 0,-1 0 0,1 1 0,-1-1 0,1 1 0,0-1 0,-1 0 0,1 0 0,-1 1 0,0-1 0,-20 2 0,-10-7-50,0-2 0,-44-15 0,41 12-1165,-1-1-5611</inkml:trace>
</inkml:ink>
</file>

<file path=ppt/ink/ink2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11:17.298"/>
    </inkml:context>
    <inkml:brush xml:id="br0">
      <inkml:brushProperty name="width" value="0.05" units="cm"/>
      <inkml:brushProperty name="height" value="0.05" units="cm"/>
    </inkml:brush>
  </inkml:definitions>
  <inkml:trace contextRef="#ctx0" brushRef="#br0">35 102 24575,'-8'-13'0,"3"5"0,0 0 0,1-1 0,-5-12 0,8 19 0,1 1 0,-1 0 0,1 0 0,-1 0 0,1-1 0,0 1 0,0 0 0,0 0 0,-1-1 0,1 1 0,1 0 0,-1-1 0,0 1 0,0 0 0,0 0 0,1-1 0,-1 1 0,0 0 0,1 0 0,-1 0 0,1-1 0,0 1 0,-1 0 0,1 0 0,0 0 0,0 0 0,-1 0 0,1 0 0,0 0 0,0 1 0,0-1 0,2-1 0,-2 1 0,1 1 0,0-1 0,0 1 0,-1-1 0,1 1 0,0 0 0,0 0 0,0 0 0,-1 0 0,1 0 0,0 0 0,0 0 0,0 1 0,-1-1 0,1 1 0,0-1 0,-1 1 0,1 0 0,0-1 0,-1 1 0,1 0 0,2 2 0,2 2 0,1 0 0,-1 0 0,10 11 0,1 3 0,-2 2 0,0 0 0,-2 0 0,0 2 0,-1-1 0,-1 2 0,-2-1 0,0 1 0,-1 1 0,-2 0 0,0 0 0,-2 0 0,-1 0 0,-1 1 0,0-1 0,-3 1 0,0-1 0,-1 1 0,-10 42 0,7-51-170,-1 0-1,-1 0 0,0-1 1,-1 0-1,-1 0 0,-1-1 1,-21 27-1,-25 20-6655</inkml:trace>
</inkml:ink>
</file>

<file path=ppt/ink/ink2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11:25.301"/>
    </inkml:context>
    <inkml:brush xml:id="br0">
      <inkml:brushProperty name="width" value="0.05" units="cm"/>
      <inkml:brushProperty name="height" value="0.05" units="cm"/>
    </inkml:brush>
  </inkml:definitions>
  <inkml:trace contextRef="#ctx0" brushRef="#br0">72 61 24575,'-3'-3'0,"1"0"0,0 0 0,0 0 0,0-1 0,0 1 0,-1-5 0,3 6 0,-1-1 0,0 1 0,0-1 0,-1 1 0,1-1 0,0 1 0,-1 0 0,1 0 0,-1 0 0,0 0 0,0 0 0,0 0 0,-2-2 0,3 4 0,1 0 0,0 0 0,-1 0 0,1 0 0,0 0 0,-1 0 0,1-1 0,0 1 0,-1 0 0,1 0 0,-1 0 0,1 0 0,0 0 0,-1 1 0,1-1 0,0 0 0,-1 0 0,1 0 0,0 0 0,-1 0 0,1 0 0,0 1 0,-1-1 0,1 0 0,0 0 0,-1 0 0,1 1 0,0-1 0,0 0 0,-1 1 0,-7 14 0,1 19 0,7-31 0,-7 79 0,6 163 0,2-216 0,4 30-1365,-3-38-5461</inkml:trace>
</inkml:ink>
</file>

<file path=ppt/ink/ink2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11:25.704"/>
    </inkml:context>
    <inkml:brush xml:id="br0">
      <inkml:brushProperty name="width" value="0.05" units="cm"/>
      <inkml:brushProperty name="height" value="0.05" units="cm"/>
    </inkml:brush>
  </inkml:definitions>
  <inkml:trace contextRef="#ctx0" brushRef="#br0">1 31 24575,'-1'-28'0,"1"25"0,1 11 0,-1 2 0,2 9 0,0 0 0,1 0 0,1-1 0,1 1 0,11 26 0,-13-37 0,0-1 0,0 0 0,1 1 0,0-2 0,1 1 0,-1 0 0,1-1 0,1 0 0,-1 0 0,1 0 0,0-1 0,0 1 0,1-2 0,-1 1 0,13 6 0,-16-10 0,-1 0 0,1 0 0,0-1 0,-1 1 0,1-1 0,0 1 0,0-1 0,-1 0 0,1 0 0,0 0 0,0 0 0,-1-1 0,1 1 0,0-1 0,5-1 0,-4-1 0,1 1 0,0-1 0,-1 1 0,0-1 0,1 0 0,-1-1 0,7-6 0,2-6 0,-1 1 0,-1-2 0,14-25 0,-20 34 0,26-51 0,-42 122 0,5-30 171,-6 57 0,12-77-385,0 0 1,0 0 0,1 0-1,1 0 1,0 0 0,1 0-1,5 17 1,2-6-6613</inkml:trace>
</inkml:ink>
</file>

<file path=ppt/ink/ink2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11:26.139"/>
    </inkml:context>
    <inkml:brush xml:id="br0">
      <inkml:brushProperty name="width" value="0.05" units="cm"/>
      <inkml:brushProperty name="height" value="0.05" units="cm"/>
    </inkml:brush>
  </inkml:definitions>
  <inkml:trace contextRef="#ctx0" brushRef="#br0">59 98 24575,'0'0'0,"-4"-52"0,4 49 0,0 1 0,-1-1 0,1 0 0,-1 1 0,0-1 0,0 0 0,0 1 0,0 0 0,0-1 0,0 1 0,-1-1 0,1 1 0,-1 0 0,0 0 0,1 0 0,-4-2 0,5 3 0,-1 1 0,1 0 0,0 0 0,-1 0 0,1-1 0,0 1 0,-1 0 0,1 0 0,0 0 0,-1 0 0,1 0 0,-1 0 0,1 0 0,0 0 0,-1 0 0,1 0 0,0 0 0,-1 0 0,1 0 0,0 0 0,-1 0 0,1 0 0,0 1 0,-1-1 0,1 0 0,0 0 0,-1 0 0,1 1 0,0-1 0,-1 0 0,1 0 0,0 1 0,-8 13 0,0 20 0,8-34 0,-2 12 0,1-1 0,1 1 0,0 0 0,0-1 0,1 1 0,1 0 0,0-1 0,0 1 0,1-1 0,1 0 0,-1 0 0,2 0 0,0-1 0,0 1 0,1-1 0,0 0 0,1-1 0,0 1 0,1-2 0,-1 1 0,2-1 0,-1 0 0,1 0 0,0-1 0,1 0 0,0-1 0,19 10 0,-24-15 0,22 14 0,-27-15 0,0 0 0,0 0 0,1 1 0,-1-1 0,0 0 0,0 0 0,1 1 0,-1-1 0,0 0 0,0 0 0,1 1 0,-1-1 0,0 0 0,0 1 0,0-1 0,0 0 0,0 1 0,0-1 0,0 1 0,1-1 0,-1 0 0,0 1 0,0-1 0,0 0 0,-1 1 0,1 0 0,0 0 0,-1-1 0,1 1 0,-1-1 0,0 1 0,1-1 0,-1 1 0,1-1 0,-1 1 0,0-1 0,1 1 0,-1-1 0,0 0 0,0 1 0,1-1 0,-1 0 0,-1 0 0,-10 4 0,-1-1 0,1-1 0,-1 0 0,-15 1 0,21-3 0,1 0 0,-1 0 0,1 0 0,-1-1 0,1 0 0,-1 0 0,1-1 0,0 0 0,-1 0 0,-5-3 0,10 3 0,0 1 0,0-1 0,0 0 0,0 1 0,0-1 0,0 0 0,0 0 0,1-1 0,-1 1 0,1 0 0,0 0 0,-1-1 0,1 1 0,0-1 0,0 1 0,1-1 0,-1 1 0,0-1 0,1 0 0,0 1 0,-1-1 0,1 0 0,0 1 0,1-1 0,-1 0 0,0 1 0,1-1 0,0-3 0,2-6 0,1 0 0,0 0 0,1 0 0,9-17 0,-4 11 0,0 1 0,1 0 0,0 1 0,2 0 0,0 1 0,0 1 0,2 0 0,30-24 0,-34 31 0,1 0 0,-1 0 0,1 1 0,1 1 0,-1 0 0,1 0 0,0 1 0,0 1 0,0 0 0,0 1 0,0 1 0,1 0 0,-1 0 0,17 2 0,-2 3-1365,-4-1-5461</inkml:trace>
</inkml:ink>
</file>

<file path=ppt/ink/ink2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11:26.561"/>
    </inkml:context>
    <inkml:brush xml:id="br0">
      <inkml:brushProperty name="width" value="0.05" units="cm"/>
      <inkml:brushProperty name="height" value="0.05" units="cm"/>
    </inkml:brush>
  </inkml:definitions>
  <inkml:trace contextRef="#ctx0" brushRef="#br0">2465 122 24575,'-1'-3'0,"-1"0"0,0-1 0,0 1 0,0 0 0,-1 0 0,1 0 0,-1 0 0,1 0 0,-1 0 0,0 1 0,0 0 0,0-1 0,0 1 0,-1 0 0,1 0 0,-5-1 0,-7-4 0,-1 1 0,-23-5 0,1 3 12,0 1 0,-1 2-1,-63 0 1,-121 15-245,-355 75-1439,11 62 713,241-35 793,270-89 88,1 3 1,2 2 0,-82 58 0,119-75 60,0 1 0,1 1 0,1 1 0,1 0 0,-15 19 0,24-28 18,0 1-1,1 0 0,-1 0 1,1 0-1,0 0 0,1 1 1,0-1-1,0 1 0,0-1 1,1 1-1,-1 0 1,2 0-1,-1-1 0,1 1 1,0 0-1,0 0 0,3 12 1,0-9 34,0-1 0,1 1 0,0-1 0,0 0 1,1 0-1,0 0 0,1-1 0,0 0 0,0 0 1,1 0-1,0-1 0,0 0 0,12 8 0,6 4 89,1-2-1,1 0 0,32 14 0,13 0-172,2-2-1,0-3 0,1-4 1,90 15-1,-18-14-240,191 5 1,-195-24 215,1-6-1,205-30 1,-267 18 43,-1-3 1,-1-3-1,-1-4 1,-1-3 0,125-63-1,-164 69-87,0-2 1,-2-2-1,0-2 0,-2-1 0,56-58 0,-76 70 75,-2-1-1,0 0 1,-1-1-1,-1 0 1,0-1 0,8-21-1,-14 26 33,-1 1-1,0-1 1,-1 1 0,0-1-1,-1 0 1,-1 0-1,0 0 1,-1 0 0,0 0-1,-3-16 1,0 15 10,0 1 1,-1 0-1,-1 0 1,0 0 0,-1 1-1,-1 0 1,0 0-1,-1 0 1,0 1-1,0 0 1,-2 1-1,1 0 1,-1 0 0,-1 1-1,-21-15 1,4 4 6,-2 2-1,0 2 1,-2 0 0,1 2 0,-53-16 0,8 7 44,-2 4 1,0 4-1,-149-12 1,109 23-381,-229 19 0,192 5-2660</inkml:trace>
</inkml:ink>
</file>

<file path=ppt/ink/ink2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11:27.013"/>
    </inkml:context>
    <inkml:brush xml:id="br0">
      <inkml:brushProperty name="width" value="0.05" units="cm"/>
      <inkml:brushProperty name="height" value="0.05" units="cm"/>
    </inkml:brush>
  </inkml:definitions>
  <inkml:trace contextRef="#ctx0" brushRef="#br0">1 209 24575,'16'-19'0,"-13"15"0,0 0 0,0 0 0,0 1 0,1-1 0,-1 1 0,1 0 0,8-5 0,-11 7 0,-1 1 0,1 0 0,0 0 0,-1 0 0,1 0 0,0-1 0,0 1 0,-1 0 0,1 0 0,0 1 0,-1-1 0,1 0 0,0 0 0,0 0 0,-1 0 0,1 1 0,0-1 0,-1 0 0,1 0 0,-1 1 0,1-1 0,0 1 0,-1-1 0,1 1 0,-1-1 0,1 1 0,-1-1 0,1 1 0,-1-1 0,1 1 0,-1-1 0,0 1 0,1 0 0,-1-1 0,0 1 0,1 0 0,-1-1 0,0 1 0,0 0 0,0 0 0,8 36 0,-7-32 0,14 142 0,3 22 0,-17-163 0,0 0 0,1 0 0,0 0 0,0 0 0,0 0 0,1 0 0,4 7 0,-6-12 0,0 1 0,1 0 0,-1-1 0,1 1 0,-1-1 0,1 1 0,-1-1 0,1 0 0,0 0 0,0 0 0,0 0 0,0 0 0,0 0 0,0 0 0,0 0 0,0-1 0,0 1 0,0-1 0,0 0 0,0 1 0,0-1 0,1 0 0,-1 0 0,4-1 0,7-2 0,-1-1 0,0 0 0,0-1 0,0 0 0,0-1 0,-1 0 0,0-1 0,15-11 0,-3 3 0,464-283-54,-399 252-426,2 3 1,2 5-1,165-46 0,-162 62-5738</inkml:trace>
</inkml:ink>
</file>

<file path=ppt/ink/ink2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11:30.352"/>
    </inkml:context>
    <inkml:brush xml:id="br0">
      <inkml:brushProperty name="width" value="0.05" units="cm"/>
      <inkml:brushProperty name="height" value="0.05" units="cm"/>
    </inkml:brush>
  </inkml:definitions>
  <inkml:trace contextRef="#ctx0" brushRef="#br0">14 74 24575,'1'-8'0,"1"0"0,0 0 0,1 0 0,0 0 0,0 0 0,1 1 0,7-11 0,-16 61 0,-27 168 342,28-169-769,3 0 0,1 1 1,6 43-1,-1-53-6399</inkml:trace>
</inkml:ink>
</file>

<file path=ppt/ink/ink2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11:30.774"/>
    </inkml:context>
    <inkml:brush xml:id="br0">
      <inkml:brushProperty name="width" value="0.05" units="cm"/>
      <inkml:brushProperty name="height" value="0.05" units="cm"/>
    </inkml:brush>
  </inkml:definitions>
  <inkml:trace contextRef="#ctx0" brushRef="#br0">12 6 24575,'0'-1'0,"0"1"0,0 0 0,0-1 0,0 1 0,1 0 0,-1-1 0,0 1 0,0 0 0,1 0 0,-1-1 0,0 1 0,1 0 0,-1 0 0,0-1 0,1 1 0,-1 0 0,0 0 0,1 0 0,-1-1 0,1 1 0,-1 0 0,0 0 0,1 0 0,-1 0 0,0 0 0,1 0 0,-1 0 0,1 0 0,0 0 0,0 16 0,-13 112 0,7-93 0,1-1 0,2 1 0,3 44 0,0-74 0,-1 0 0,1-1 0,0 1 0,0-1 0,1 1 0,-1-1 0,1 0 0,0 0 0,0 0 0,0 0 0,1 0 0,3 5 0,-5-8 0,1 1 0,-1-1 0,1 0 0,-1 0 0,1 0 0,0 0 0,0 0 0,-1 0 0,1 0 0,0 0 0,0-1 0,0 1 0,0-1 0,0 1 0,0-1 0,0 0 0,0 0 0,0 0 0,0 0 0,0 0 0,0 0 0,-1 0 0,1-1 0,0 1 0,0-1 0,0 0 0,0 1 0,0-1 0,0 0 0,2-2 0,6-3 0,0-1 0,-1 0 0,0-1 0,0 0 0,0 0 0,-1-1 0,-1 0 0,1 0 0,-2-1 0,1 0 0,7-17 0,0-2 0,-2 1 0,-1-2 0,8-36 0,-17 60 0,1-4 0,-1 1 0,0 0 0,0-1 0,-1 0 0,0 1 0,-1-14 0,-4 14 0,-1 10 0,-5 14 0,1 11 0,1 1 0,2-1 0,0 1 0,-2 44 0,3 111 0,5-181 0,0 10 8,4 109 324,-2-102-673,0-1 0,2 0 0,0 0 0,10 30 0,-3-23-6485</inkml:trace>
</inkml:ink>
</file>

<file path=ppt/ink/ink2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11:31.190"/>
    </inkml:context>
    <inkml:brush xml:id="br0">
      <inkml:brushProperty name="width" value="0.05" units="cm"/>
      <inkml:brushProperty name="height" value="0.05" units="cm"/>
    </inkml:brush>
  </inkml:definitions>
  <inkml:trace contextRef="#ctx0" brushRef="#br0">35 131 24575,'0'-13'0,"2"0"0,-1 0 0,1 1 0,1-1 0,1 0 0,-1 1 0,2 0 0,9-18 0,-27 75 0,4-11 0,-3 4 0,2 0 0,1 0 0,-6 60 0,15-97 0,0 0 0,0 0 0,0 1 0,0-1 0,0 0 0,0 0 0,0 1 0,1-1 0,-1 0 0,0 0 0,1 0 0,-1 0 0,1 1 0,-1-1 0,1 0 0,-1 0 0,1 0 0,0 0 0,0 0 0,0 0 0,-1 0 0,1-1 0,0 1 0,0 0 0,0 0 0,0-1 0,0 1 0,1 0 0,-1-1 0,0 1 0,0-1 0,0 0 0,0 1 0,2-1 0,5 1 0,-1 0 0,1-1 0,0 0 0,13-1 0,12-1 0,-18 4 0,1-1 0,-1 2 0,1 0 0,-1 1 0,0 0 0,0 1 0,18 9 0,-32-13 0,0-1 0,-1 0 0,1 1 0,0-1 0,-1 1 0,1-1 0,-1 1 0,1-1 0,0 1 0,-1 0 0,1-1 0,-1 1 0,0 0 0,1-1 0,-1 1 0,1 0 0,-1-1 0,0 1 0,0 0 0,1 0 0,-1 0 0,0-1 0,0 1 0,0 0 0,0 0 0,0 0 0,0 1 0,-1-1 0,1 1 0,-1 0 0,0-1 0,0 1 0,0-1 0,0 1 0,0-1 0,0 1 0,0-1 0,0 0 0,0 1 0,-2 0 0,-7 5 0,0 0 0,0 0 0,-12 4 0,16-7 0,-25 12-1365,1-2-5461</inkml:trace>
</inkml:ink>
</file>

<file path=ppt/ink/ink2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11:31.348"/>
    </inkml:context>
    <inkml:brush xml:id="br0">
      <inkml:brushProperty name="width" value="0.05" units="cm"/>
      <inkml:brushProperty name="height" value="0.05" units="cm"/>
    </inkml:brush>
  </inkml:definitions>
  <inkml:trace contextRef="#ctx0" brushRef="#br0">1 25 24575,'0'-2'0,"2"-3"0,2 0 0,6 1 0,4 0 0,5 2 0,7 0 0,4 2 0,5 2 0,-3 0-8191</inkml:trace>
</inkml:ink>
</file>

<file path=ppt/ink/ink2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11:31.669"/>
    </inkml:context>
    <inkml:brush xml:id="br0">
      <inkml:brushProperty name="width" value="0.05" units="cm"/>
      <inkml:brushProperty name="height" value="0.05" units="cm"/>
    </inkml:brush>
  </inkml:definitions>
  <inkml:trace contextRef="#ctx0" brushRef="#br0">123 0 24575,'0'3'0,"-1"0"0,1-1 0,-1 1 0,0-1 0,0 1 0,0-1 0,0 1 0,0-1 0,0 0 0,0 1 0,-1-1 0,0 0 0,1 0 0,-1 0 0,0 0 0,0 0 0,0-1 0,0 1 0,0-1 0,0 1 0,0-1 0,-1 1 0,1-1 0,0 0 0,-3 0 0,0 1 0,1 0 0,0-1 0,-1 1 0,1-1 0,-1-1 0,1 1 0,-1 0 0,0-1 0,1 0 0,-1 0 0,1-1 0,-1 1 0,-8-3 0,13 3 0,-1 0 0,1 0 0,0 0 0,-1 0 0,1 0 0,0 0 0,-1 0 0,1-1 0,0 1 0,-1 0 0,1 0 0,0 0 0,-1-1 0,1 1 0,0 0 0,-1 0 0,1-1 0,0 1 0,0 0 0,0 0 0,-1-1 0,1 1 0,0 0 0,0-1 0,0 1 0,-1 0 0,1-1 0,0 1 0,0 0 0,0-1 0,0 1 0,0 0 0,0-1 0,0 0 0,10-9 0,18-2 0,-13 10-411,0 0 1,22 2-1,-36 0 278,16 0-6693</inkml:trace>
</inkml:ink>
</file>

<file path=ppt/ink/ink2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11:32.060"/>
    </inkml:context>
    <inkml:brush xml:id="br0">
      <inkml:brushProperty name="width" value="0.05" units="cm"/>
      <inkml:brushProperty name="height" value="0.05" units="cm"/>
    </inkml:brush>
  </inkml:definitions>
  <inkml:trace contextRef="#ctx0" brushRef="#br0">169 52 24575,'0'-1'0,"1"0"0,0 0 0,0 0 0,0 0 0,-1 0 0,1 0 0,0 0 0,-1 0 0,1-1 0,-1 1 0,1 0 0,-1 0 0,0-1 0,0 1 0,0 0 0,1 0 0,-1-1 0,0 1 0,0 0 0,-1-1 0,1 1 0,0 0 0,0-1 0,-1 1 0,1 0 0,0 0 0,-1 0 0,1-1 0,-1 1 0,0 0 0,1 0 0,-1 0 0,0 0 0,0 0 0,0 0 0,0 0 0,0 0 0,0 0 0,0 1 0,0-1 0,0 0 0,0 1 0,0-1 0,0 0 0,0 1 0,-1-1 0,1 1 0,0 0 0,0-1 0,-1 1 0,1 0 0,0 0 0,-1 0 0,1 0 0,0 0 0,-1 0 0,1 0 0,0 1 0,0-1 0,-1 0 0,0 1 0,-6 3 0,0 1 0,0 0 0,0 0 0,1 1 0,0-1 0,0 2 0,1-1 0,0 1 0,-8 10 0,5-5 0,1 0 0,1 1 0,0-1 0,0 1 0,-5 18 0,10-26 0,1 0 0,-1 0 0,1 0 0,0 0 0,1 0 0,-1 0 0,1 1 0,0-1 0,0 0 0,1 0 0,-1 1 0,1-1 0,1 0 0,-1 0 0,0 0 0,1 0 0,0 0 0,1-1 0,2 7 0,-1-6 0,0 0 0,0-1 0,1 1 0,-1-1 0,1 1 0,0-1 0,0-1 0,1 1 0,-1-1 0,1 0 0,0 0 0,-1-1 0,1 1 0,1-1 0,8 1 0,0 0 0,0-1 0,-1 0 0,1-1 0,0-1 0,0 0 0,0-1 0,0-1 0,21-5 0,-29 5 0,1 0 0,-1-1 0,1 0 0,-1 0 0,0-1 0,0 0 0,11-9 0,-14 10 0,-1 0 0,1 0 0,-1-1 0,0 1 0,0-1 0,0 0 0,-1 0 0,1 0 0,-1 0 0,0-1 0,0 1 0,-1-1 0,3-8 0,-3 10 0,-1-1 0,1 0 0,-1 0 0,0 0 0,0 0 0,0 0 0,-1 0 0,1 0 0,-1 0 0,0 0 0,0 0 0,-1 0 0,1 1 0,-4-8 0,1 6 0,0-1 0,0 0 0,0 1 0,-1 0 0,0 0 0,0 0 0,-11-8 0,2 4 0,0 1 0,0 1 0,0 0 0,-1 0 0,0 2 0,-26-7 0,38 11 5,-58-10 330,56 11-490,1-1 0,-1 1 0,0 0 0,1 0 0,-1 1 0,0-1 0,1 1 0,-1 0 0,1 0 0,-7 3 0</inkml:trace>
</inkml:ink>
</file>

<file path=ppt/ink/ink2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4:11:32.373"/>
    </inkml:context>
    <inkml:brush xml:id="br0">
      <inkml:brushProperty name="width" value="0.05" units="cm"/>
      <inkml:brushProperty name="height" value="0.05" units="cm"/>
    </inkml:brush>
  </inkml:definitions>
  <inkml:trace contextRef="#ctx0" brushRef="#br0">107 49 24575,'13'-4'0,"21"-8"0,-32 12 0,-1-1 0,1 1 0,-1-1 0,1 0 0,-1 0 0,1 0 0,-1 0 0,0 0 0,0 0 0,1 0 0,-1 0 0,0 0 0,0-1 0,0 1 0,1-3 0,-2 4 0,0-1 0,0 1 0,0 0 0,1 0 0,-1-1 0,0 1 0,0 0 0,0-1 0,-1 1 0,1 0 0,0 0 0,0-1 0,0 1 0,0 0 0,0 0 0,0-1 0,0 1 0,0 0 0,0 0 0,-1-1 0,1 1 0,0 0 0,0 0 0,0 0 0,-1-1 0,1 1 0,0 0 0,0 0 0,0 0 0,-1 0 0,1-1 0,0 1 0,0 0 0,-1 0 0,1 0 0,0 0 0,0 0 0,-1 0 0,1 0 0,0 0 0,-1 0 0,1 0 0,0 0 0,0 0 0,-1 0 0,1 0 0,0 0 0,0 0 0,-1 0 0,-15 2 0,8 1 0,0 0 0,0 0 0,1 1 0,-1 0 0,1 0 0,0 1 0,0 0 0,0 0 0,1 1 0,0-1 0,0 1 0,-6 8 0,5-5 0,1 0 0,0 0 0,1 0 0,0 1 0,0 0 0,1 0 0,0 0 0,1 0 0,-2 14 0,3-16 0,1 0 0,0 0 0,1 0 0,0 1 0,0-1 0,1 0 0,0 0 0,0 1 0,1-1 0,0 0 0,0 0 0,4 7 0,-3-9 0,0 0 0,1 0 0,-1-1 0,1 1 0,1-1 0,-1 0 0,1 0 0,-1-1 0,1 1 0,1-1 0,-1 0 0,1 0 0,-1-1 0,1 0 0,0 0 0,8 3 0,-7-3 0,-1-1 0,1 0 0,0 0 0,0-1 0,-1 0 0,1 0 0,0 0 0,0-1 0,0 0 0,0-1 0,0 1 0,0-1 0,0 0 0,-1-1 0,1 0 0,0 0 0,-1 0 0,1-1 0,-1 0 0,0 0 0,0-1 0,0 0 0,0 0 0,-1 0 0,0-1 0,0 1 0,0-1 0,0 0 0,-1-1 0,0 1 0,0-1 0,0 0 0,-1 0 0,5-11 0,-4 8 0,-2 0 0,1 0 0,-1-1 0,-1 1 0,0 0 0,0-1 0,-1 1 0,0-1 0,0 1 0,-1-1 0,0 1 0,-1-1 0,-5-15 0,4 18 0,0-1 0,-1 1 0,1 0 0,-2 0 0,1 1 0,-1-1 0,0 1 0,0 0 0,0 0 0,-1 0 0,0 1 0,0 0 0,-1 0 0,1 1 0,-1 0 0,-14-7 0,4 4-682,-31-8-1,-19 1-6143</inkml:trace>
</inkml:ink>
</file>

<file path=ppt/ink/ink2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5:57:19.457"/>
    </inkml:context>
    <inkml:brush xml:id="br0">
      <inkml:brushProperty name="width" value="0.05" units="cm"/>
      <inkml:brushProperty name="height" value="0.05" units="cm"/>
    </inkml:brush>
  </inkml:definitions>
  <inkml:trace contextRef="#ctx0" brushRef="#br0">6810 1253 24575,'-4'-25'0,"-11"-64"0,-29-96 0,36 159 0,-1 0 0,-2 1 0,0 0 0,-1 0 0,-2 2 0,0 0 0,-2 0 0,-21-23 0,21 30 0,-1 0 0,-1 1 0,-29-19 0,-64-32 0,65 40 0,-177-101-81,-247-101-1,377 191 32,-1 3-1,-1 5 1,-1 4-1,-2 4 1,-180-15-1,166 34 34,0 6 0,0 4 0,1 5 0,0 5 0,-112 34 0,-528 198 32,635-207-21,-12 3 472,125-47-373,9-5-69,8-6-48,-2 5 24,17-13 0,-27 19 0,-1 0 0,1 0 0,-1-1 0,0 1 0,0 0 0,0 0 0,0 0 0,0-1 0,0 1 0,0-1 0,0 1 0,0-1 0,-1 1 0,1-1 0,0-1 0,-1 2 0,0 1 0,0-1 0,0 1 0,0-1 0,-1 1 0,1 0 0,0-1 0,0 1 0,-1-1 0,1 1 0,0-1 0,0 1 0,-1 0 0,1-1 0,0 1 0,-1 0 0,1-1 0,-1 1 0,1 0 0,0-1 0,-1 1 0,1 0 0,-1 0 0,1 0 0,-1-1 0,1 1 0,-1 0 0,1 0 0,-1 0 0,1 0 0,-1 0 0,1 0 0,-1 0 0,1 0 0,-1 0 0,1 0 0,-1 0 0,-23 3 0,22-3 0,-26 7 0,1 0 0,0 2 0,0 1 0,0 1 0,2 1 0,-27 16 0,-141 104 0,184-126 0,-113 90 0,-210 212 0,-67 151 0,387-444 0,-104 137 0,95-122 0,3 0 0,0 1 0,-17 43 0,32-63 0,0-1 0,1 1 0,-2 11 0,3-13 0,0-1 0,-1 1 0,0-1 0,-1 1 0,-4 8 0,4-12 0,0-2 0,-1 1 0,1 0 0,-1-1 0,0 1 0,0-1 0,0 0 0,-1-1 0,1 1 0,-1-1 0,0 0 0,-7 3 0,-6 3 0,-75 42-78,3 4 0,2 5 0,3 2 1,2 5-1,-88 91 0,53-34-78,5 5 0,-139 207 0,168-207 156,5 4 0,7 2 0,-108 278 0,164-366-8,2 0 1,1 1-1,3 0 0,-6 61 0,15-90 14,1 0-1,1 0 1,0 0-1,2 0 1,0 0 0,6 19-1,-5-24 11,0-1-1,2 0 1,-1-1 0,1 1-1,1-1 1,0 0-1,0-1 1,1 1-1,15 13 1,-8-10 31,0-2 0,1 0 0,0 0 0,1-2 0,24 12 0,94 33 227,-101-44-229,0 2 0,-1 2-1,0 0 1,42 30-1,-66-39-44,-1 2 0,0-1 0,0 1 0,-1 0 0,0 1 0,0 0 0,-1 0 0,0 1 0,-1-1 0,0 1 0,0 0 0,-1 0 0,-1 1 0,1-1 0,-2 1 0,0 0 0,2 18 0,-2 10 0,-1 0 0,-3 0 0,-9 64 0,-28 150 0,-11 92 0,39-237 0,4 134 0,9-179 0,3 0 0,2 0 0,4 0 0,1-1 0,30 82 0,-30-111 0,2-1 0,2 0 0,1-1 0,31 44 0,-31-54 0,0 0 0,2-1 0,0-1 0,1-1 0,0 0 0,38 23 0,-29-25 0,1-1 0,0-1 0,1-1 0,0-2 0,0-2 0,2 0 0,-1-2 0,1-2 0,46 3 0,26-6 0,168-18 0,-243 13 0,16-1 0,-1 3 0,61 4 0,-83 0 0,1 0 0,-1 2 0,0 1 0,0 1 0,-1 0 0,28 14 0,-15-2 0,0 2 0,-1 2 0,-1 0 0,-1 3 0,44 44 0,128 165 0,-33-35 0,-120-148 0,3-2 0,2-3 0,2-3 0,83 50 0,-60-49 0,1-4 0,2-3 0,91 26 0,706 162 0,-298-156-179,5-47-151,-28-2 164,-299-2 166,276 12 0,-400-30 0,261-32 0,-134-15 0,485-152 0,-667 170 0,-1-3 0,-2-4 0,-1-3 0,-3-4 0,127-91 0,259-206 675,-404 299-675,0-2 0,68-67 0,-98 82 0,-2-1 0,-2-1 0,0-1 0,-2-1 0,-1-1 0,19-40 0,-17 19 0,-2-2 0,-2 0 0,-3-1 0,13-92 0,0-234 0,-44-141 0,-39 1 0,31 287 0,13-450 0,19 553 0,4-177 0,-12 232 0,-22-152 0,13 184 0,-2 1 0,-2 0 0,-2 1 0,-2 0 0,-2 1 0,-1 1 0,-2 1 0,-55-73 0,29 53 0,-4 2 0,-2 3 0,-2 1 0,-94-67 0,-21-1 0,-131-105 0,282 210 0,1-1 0,0-1 0,1-1 0,-23-33 0,36 46 0,1-1 0,0 0 0,0 0 0,0 0 0,1-1 0,0 1 0,0-1 0,1 0 0,1 0 0,-1 0 0,1 0 0,1 0 0,0 0 0,0 0 0,0 0 0,4-16 0,1 7 0,1 0 0,1 0 0,0 1 0,1 0 0,13-20 0,57-74 0,-53 79 0,-1-2 0,29-53 0,-49 80 0,-1 0 0,0-1 0,0 0 0,-1 1 0,0-1 0,0 0 0,-1 0 0,0 0 0,0 0 0,-1-8 0,-1 10 0,0 1 0,0 0 0,0-1 0,0 1 0,-1 0 0,0 0 0,0 0 0,0 0 0,-1 0 0,0 1 0,0-1 0,0 1 0,0-1 0,-1 1 0,-7-7 0,-2 0 0,-1 1 0,0 1 0,0 0 0,-1 0 0,-1 2 0,-31-12 0,-104-23 0,123 35 0,-227-48 0,-25-7 0,8-22 0,242 72 0,0-1 0,0-2 0,2-1 0,0-1 0,1-1 0,1-2 0,0 0 0,2-2 0,0 0 0,-25-33 0,19 18 0,-133-151 0,140 166 0,-1 1 0,0 1 0,-2 1 0,0 1 0,-54-26 0,26 21 69,0 3-1,-2 2 0,0 3 0,-89-13 1,-232-1-1776,299 27-5119</inkml:trace>
</inkml:ink>
</file>

<file path=ppt/ink/ink2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5:57:21.349"/>
    </inkml:context>
    <inkml:brush xml:id="br0">
      <inkml:brushProperty name="width" value="0.05" units="cm"/>
      <inkml:brushProperty name="height" value="0.05" units="cm"/>
    </inkml:brush>
  </inkml:definitions>
  <inkml:trace contextRef="#ctx0" brushRef="#br0">44 418 24575,'-9'-3'0,"9"3"0,-1 0 0,1 0 0,0-1 0,-1 1 0,1 0 0,0 0 0,-1 0 0,1-1 0,-1 1 0,1 0 0,0 0 0,-1 0 0,1 0 0,-1 0 0,1 0 0,0 0 0,-1 0 0,1 0 0,-1 0 0,1 0 0,0 0 0,-1 0 0,1 0 0,0 1 0,-1-1 0,1 0 0,-1 0 0,1 0 0,0 0 0,-1 1 0,1-1 0,0 0 0,0 0 0,-1 1 0,1-1 0,0 0 0,-1 1 0,1-1 0,0 0 0,0 1 0,-1 0 0,-2 3 0,1 1 0,-1 0 0,1 0 0,0 1 0,0-1 0,1 0 0,-1 1 0,1-1 0,0 1 0,1-1 0,-1 11 0,1 6 0,6 35 0,-6-53 0,1 2 0,0 0 0,0 0 0,0 0 0,1-1 0,-1 1 0,6 9 0,-7-15 0,0 0 0,0 1 0,0-1 0,0 0 0,0 0 0,0 0 0,0 0 0,0 0 0,0 0 0,0 0 0,0 0 0,0 1 0,0-1 0,0 0 0,0 0 0,0 0 0,0 0 0,0 0 0,0 0 0,1 0 0,-1 0 0,0 0 0,0 0 0,0 0 0,0 0 0,0 1 0,0-1 0,0 0 0,0 0 0,1 0 0,-1 0 0,0 0 0,0 0 0,0 0 0,0 0 0,0 0 0,0 0 0,0 0 0,0 0 0,1 0 0,-1 0 0,0 0 0,0 0 0,0 0 0,0 0 0,0-1 0,0 1 0,0 0 0,0 0 0,1 0 0,-1 0 0,0 0 0,0 0 0,0 0 0,0 0 0,0 0 0,0 0 0,0 0 0,0-1 0,0 1 0,0 0 0,0 0 0,4-12 0,-1-14 0,-10-153 0,2 129 0,3 0 0,2 0 0,7-65 0,-5 105 0,-1 1 0,2-1 0,-1 1 0,1 0 0,0 0 0,1 0 0,0 0 0,1 1 0,5-9 0,-7 13 0,0 0 0,1 1 0,-1-1 0,1 1 0,0 0 0,0 0 0,0 0 0,0 1 0,0 0 0,0-1 0,1 1 0,-1 1 0,1-1 0,0 1 0,-1-1 0,1 2 0,0-1 0,0 0 0,7 1 0,-3 0 0,0 0 0,0 1 0,0 1 0,0-1 0,0 1 0,-1 1 0,1-1 0,-1 2 0,1-1 0,-1 1 0,0 0 0,-1 1 0,1 0 0,-1 0 0,13 11 0,-16-11 0,1-1 0,-1 1 0,0 0 0,0 0 0,-1 0 0,1 1 0,-1-1 0,0 1 0,-1 0 0,1 0 0,-1 0 0,0 0 0,-1 0 0,1 1 0,-1-1 0,-1 0 0,1 1 0,-1-1 0,0 1 0,0-1 0,-1 0 0,-2 13 0,1-14 0,0-1 0,0 1 0,-1-1 0,1 0 0,-4 5 0,4-6 0,0 0 0,0-1 0,0 1 0,0 0 0,1 0 0,-1 0 0,1 0 0,0 1 0,0-1 0,0 0 0,-1 6 0,3-8 0,-1 1 0,1-1 0,-1 1 0,1-1 0,0 1 0,-1-1 0,1 0 0,0 1 0,0-1 0,0 0 0,0 0 0,0 0 0,0 0 0,0 0 0,0 0 0,1 0 0,-1 0 0,0 0 0,1-1 0,1 2 0,35 14 0,-24-10 0,3 2 0,0 0 0,-1 1 0,25 19 0,-37-26 0,0 1 0,0 0 0,-1 0 0,1 1 0,-1-1 0,0 1 0,0 0 0,0 0 0,-1 0 0,1 0 0,-1 0 0,0 0 0,0 1 0,0-1 0,-1 1 0,0-1 0,0 1 0,0-1 0,1 9 0,-3-10 0,1-1 0,0 0 0,-1 1 0,1-1 0,-1 0 0,0 0 0,0 1 0,0-1 0,0 0 0,0 0 0,0 0 0,0 0 0,-1 0 0,1 0 0,-1-1 0,-2 3 0,1-1 0,-1 0 0,-1 0 0,1 0 0,0 0 0,-1-1 0,0 0 0,-5 2 0,-7 1 0,0-1 0,0 0 0,-23 1 0,-4 0 0,-52-2 0,79-4 0,0 0 0,1-1 0,-1-1 0,1 0 0,-1-1 0,-19-8 0,32 10-65,0 1 0,0-1 0,1 0 0,-1 0 0,0 0 0,1-1 0,0 1 0,-1-1 0,1 0 0,0 1 0,0-2 0,1 1 0,-1 0 0,1 0 0,-1-1 0,1 0 0,0 1 0,1-1 0,-1 0 0,-1-4 0,-1-18-6761</inkml:trace>
</inkml:ink>
</file>

<file path=ppt/ink/ink2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5:57:21.693"/>
    </inkml:context>
    <inkml:brush xml:id="br0">
      <inkml:brushProperty name="width" value="0.05" units="cm"/>
      <inkml:brushProperty name="height" value="0.05" units="cm"/>
    </inkml:brush>
  </inkml:definitions>
  <inkml:trace contextRef="#ctx0" brushRef="#br0">28 71 24575,'-2'0'0,"1"0"0,-1 0 0,1-1 0,-1 1 0,1 0 0,-1-1 0,1 1 0,-1-1 0,1 1 0,-1-1 0,1 0 0,-1 0 0,1 0 0,0 0 0,-2-1 0,3 2 0,-1-1 0,1 1 0,0 0 0,0-1 0,-1 1 0,1 0 0,0-1 0,0 1 0,0 0 0,0-1 0,-1 1 0,1 0 0,0-1 0,0 1 0,0-1 0,0 1 0,0 0 0,0-1 0,0 1 0,0 0 0,0-1 0,0 1 0,0-1 0,1 0 0,-1 1 0,1-1 0,-1 0 0,1 0 0,-1 1 0,1-1 0,0 0 0,-1 1 0,1-1 0,0 1 0,0-1 0,-1 1 0,1-1 0,0 1 0,0-1 0,1 1 0,12-4 0,0 0 0,1 1 0,-1 1 0,1 0 0,0 1 0,22 1 0,9-1 0,15-2 0,-21 2 0,47-8 0,-74 4 0,-25 2 0,-27 0 0,29 2 0,1 1 0,-1 1 0,0-1 0,1 2 0,-1-1 0,1 2 0,0-1 0,-11 5 0,14-5 0,2 1 0,-1 0 0,0 0 0,0 0 0,1 1 0,0-1 0,0 1 0,0 0 0,0 0 0,0 0 0,1 1 0,0-1 0,0 1 0,0 0 0,-4 9 0,0 6-105,1 0 0,1 1 0,1-1 0,0 1 0,2 0 0,0 0 0,1-1 0,1 1 0,1 0 0,1 0 0,1 0 0,10 36 0,0-21-6721</inkml:trace>
</inkml:ink>
</file>

<file path=ppt/ink/ink2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5:57:22.146"/>
    </inkml:context>
    <inkml:brush xml:id="br0">
      <inkml:brushProperty name="width" value="0.05" units="cm"/>
      <inkml:brushProperty name="height" value="0.05" units="cm"/>
    </inkml:brush>
  </inkml:definitions>
  <inkml:trace contextRef="#ctx0" brushRef="#br0">15 173 24575,'-1'0'0,"1"0"0,-1 1 0,0-1 0,1 0 0,-1 1 0,0-1 0,1 0 0,-1 1 0,1-1 0,-1 1 0,1-1 0,-1 1 0,1 0 0,-1-1 0,1 1 0,-1-1 0,1 1 0,0 0 0,-1-1 0,1 1 0,0 0 0,0-1 0,-1 1 0,1 0 0,0 0 0,0-1 0,0 1 0,0 1 0,-2 25 0,2-22 0,0 58 0,3 1 0,3-1 0,19 83 0,-20-127 0,-2-28 0,-2-38 0,-1 41 0,-2-112 0,5-156 0,-3 274 0,1-12 0,0 0 0,0 1 0,1-1 0,6-18 0,-7 27 0,1 0 0,-1 1 0,0-1 0,0 0 0,1 1 0,0 0 0,-1-1 0,1 1 0,0 0 0,0 0 0,0 0 0,0 0 0,1 0 0,-1 1 0,0-1 0,1 1 0,-1-1 0,1 1 0,0 0 0,-1 0 0,1 0 0,0 0 0,0 1 0,4-1 0,1 0 0,-1 1 0,1 1 0,-1 0 0,1 0 0,-1 0 0,1 1 0,-1 0 0,0 1 0,1-1 0,-1 1 0,-1 1 0,1-1 0,0 1 0,-1 1 0,0-1 0,0 1 0,0 0 0,0 0 0,-1 1 0,0-1 0,6 10 0,-8-11 0,-1 0 0,1 0 0,-1 0 0,0 1 0,0-1 0,0 1 0,0 0 0,-1 0 0,0-1 0,0 1 0,0 0 0,-1 0 0,1 0 0,-2 7 0,1-7 0,-1-1 0,0 0 0,-1 1 0,1-1 0,-1 0 0,0 0 0,0 0 0,0 0 0,0-1 0,-1 1 0,0 0 0,0-1 0,1 0 0,-2 0 0,1 0 0,0 0 0,-1 0 0,-5 3 0,-3 1-195,1-1 0,-1 0 0,0-1 0,0 0 0,-1-1 0,-15 3 0,-2-1-6631</inkml:trace>
</inkml:ink>
</file>

<file path=ppt/ink/ink2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5:57:48.691"/>
    </inkml:context>
    <inkml:brush xml:id="br0">
      <inkml:brushProperty name="width" value="0.05" units="cm"/>
      <inkml:brushProperty name="height" value="0.05" units="cm"/>
    </inkml:brush>
  </inkml:definitions>
  <inkml:trace contextRef="#ctx0" brushRef="#br0">186 32 24575,'-36'0'0,"20"1"0,0 0 0,-1-1 0,1-1 0,0-1 0,-1 0 0,-28-9 0,39 6 0,8 2 0,15-1 0,73-1 0,124 8 0,-117 1 0,1445 85-2924,-165-6 85,-699-74 2857,-644-10-2464</inkml:trace>
</inkml:ink>
</file>

<file path=ppt/ink/ink2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5:57:50.167"/>
    </inkml:context>
    <inkml:brush xml:id="br0">
      <inkml:brushProperty name="width" value="0.05" units="cm"/>
      <inkml:brushProperty name="height" value="0.05" units="cm"/>
    </inkml:brush>
  </inkml:definitions>
  <inkml:trace contextRef="#ctx0" brushRef="#br0">504 2 24575,'0'0'0,"-1"0"0,1 0 0,0-1 0,0 1 0,0 0 0,0 0 0,0 0 0,0 0 0,0 0 0,0 0 0,-1 0 0,1 0 0,0 0 0,0-1 0,0 1 0,0 0 0,0 0 0,-1 0 0,1 0 0,0 0 0,0 0 0,0 0 0,0 0 0,-1 0 0,1 0 0,0 0 0,0 0 0,0 0 0,0 0 0,0 0 0,-1 0 0,1 0 0,0 1 0,0-1 0,0 0 0,0 0 0,0 0 0,0 0 0,-1 0 0,1 0 0,0 0 0,0 0 0,0 1 0,-4 8 0,1 14 0,3-22 0,-71 706 0,-1-117 0,48-367 0,4-93 0,-5-1 0,-72 213 0,-12 30 0,41-129 0,67-241 0,0 0 0,1-1 0,-1 2 0,1-1 0,-1 0 0,1 0 0,0 0 0,0 0 0,0 0 0,0 0 0,0 0 0,1 0 0,-1 0 0,0 0 0,1 0 0,0 0 0,-1 0 0,1 0 0,0 0 0,0 0 0,0-1 0,0 1 0,0 0 0,1-1 0,-1 1 0,1-1 0,-1 1 0,3 1 0,3 2 0,0-1 0,1 0 0,0 0 0,0 0 0,12 3 0,-16-5 0,32 8 0,0-2 0,0-1 0,1-2 0,60 1 0,-46-3 0,1046 64-744,869 63-1054,-1024-8 1339,-911-117 692,-1 1 871,62 3 1,-91-9-1095,0 0 0,0 0 1,0 0-1,0 0 0,0 0 1,0 0-1,1 0 0,-1-1 0,0 1 1,0-1-1,0 1 0,0 0 1,1-2-1,-1 2-4,-1 0 1,0-1-1,0 1 1,1 0-1,-1-1 1,0 1-1,0-1 1,1 1-1,-1 0 1,0-1-1,0 1 1,0-1-1,0 1 1,1-1-1,-1 1 1,0 0-1,0-1 1,0 1-1,0-1 1,0 1-1,0-1 1,-1 0-1,0-3 27,0 1 0,-1-1 0,1 0-1,-1 1 1,0 0 0,-3-5 0,-3-5 3,4 6-377,1-1 0,0 1-1,-3-14 1,4 8-6485</inkml:trace>
</inkml:ink>
</file>

<file path=ppt/ink/ink2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5:57:51.549"/>
    </inkml:context>
    <inkml:brush xml:id="br0">
      <inkml:brushProperty name="width" value="0.05" units="cm"/>
      <inkml:brushProperty name="height" value="0.05" units="cm"/>
    </inkml:brush>
  </inkml:definitions>
  <inkml:trace contextRef="#ctx0" brushRef="#br0">184 4 24575,'-1'-4'0,"0"6"0,6 10 0,20 11 0,-21-21 0,-1 1 0,0 0 0,0 0 0,0-1 0,0 2 0,0-1 0,-1 0 0,1 0 0,-1 1 0,0 0 0,0-1 0,2 7 0,2 11 0,-1 1 0,-1-1 0,2 42 0,-5 69 0,-2-68 0,-56 1232 0,-33-785 0,26-194 0,56-256 0,2 0 0,3 1 0,3-1 0,12 99 0,-11-152 0,0 0 0,-1 0 0,0 0 0,-1 0 0,0 0 0,0 0 0,0 0 0,-1 0 0,0 0 0,-1-1 0,0 1 0,0-1 0,0 1 0,-7 7 0,3 5 0,6-17 0,0 0 0,0 0 0,0 0 0,-1 0 0,1 0 0,-1 0 0,-3 4 0,5-7 6,0 0 1,0 0-1,0 0 0,0 0 0,0 0 0,0 0 1,-1 0-1,1 0 0,0 0 0,0 0 1,0 0-1,0 0 0,0 0 0,-1 0 0,1 0 1,0 0-1,0 0 0,0 0 0,0 0 0,0 0 1,0 0-1,-1 0 0,1 0 0,0 0 0,0-1 1,0 1-1,0 0 0,0 0 0,0 0 0,0 0 1,0 0-1,0 0 0,0 0 0,-1-1 0,1 1 1,0 0-1,0 0 0,0 0 0,0 0 1,0 0-1,0 0 0,0-1 0,0 1 0,0 0 1,0 0-1,0 0 0,0 0 0,0 0 0,0 0 1,0-1-1,0 1 0,0 0 0,0 0 0,0 0 1,-1-9-1714,1 0-5119</inkml:trace>
</inkml:ink>
</file>

<file path=ppt/ink/ink2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5:57:52.986"/>
    </inkml:context>
    <inkml:brush xml:id="br0">
      <inkml:brushProperty name="width" value="0.05" units="cm"/>
      <inkml:brushProperty name="height" value="0.05" units="cm"/>
    </inkml:brush>
  </inkml:definitions>
  <inkml:trace contextRef="#ctx0" brushRef="#br0">71 13 24575,'0'-3'0,"-2"-2"0,-4 1 0,0 6 0,-2 8 0,1 7 0,-1 8 0,0 9 0,3 6 0,1 5 0,2 4 0,-2-1 0,1-1 0,0-1 0,1-1 0,0-4 0,2-8-8191</inkml:trace>
</inkml:ink>
</file>

<file path=ppt/ink/ink2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5:57:53.326"/>
    </inkml:context>
    <inkml:brush xml:id="br0">
      <inkml:brushProperty name="width" value="0.05" units="cm"/>
      <inkml:brushProperty name="height" value="0.05" units="cm"/>
    </inkml:brush>
  </inkml:definitions>
  <inkml:trace contextRef="#ctx0" brushRef="#br0">0 328 24575,'1'-2'0,"-1"0"0,0 0 0,1 0 0,-1 0 0,1 0 0,0 0 0,0 0 0,0 1 0,0-1 0,0 0 0,0 0 0,0 1 0,1-1 0,-1 1 0,0-1 0,1 1 0,-1 0 0,1-1 0,0 1 0,-1 0 0,1 0 0,0 0 0,4-1 0,4-3 0,1 1 0,21-5 0,-26 8 0,111-25 0,47-12 0,-160 37 0,0 0 0,0-1 0,0 1 0,0-1 0,-1 0 0,1 0 0,-1 0 0,1 0 0,-1-1 0,0 1 0,0-1 0,0 0 0,0 0 0,0 0 0,-1 0 0,1-1 0,1-3 0,-2 3 0,0-1 0,-1 0 0,0 1 0,0-1 0,0 0 0,0 0 0,-1 0 0,0 1 0,0-1 0,0 0 0,-1 0 0,1 0 0,-1 0 0,-2-4 0,1 0 0,0 0 0,-1 1 0,-1 0 0,1-1 0,-1 1 0,0 1 0,-9-12 0,13 18 0,0 1 0,0 0 0,0-1 0,-1 1 0,1 0 0,0-1 0,-1 1 0,1 0 0,0-1 0,-1 1 0,1 0 0,0-1 0,-1 1 0,1 0 0,0 0 0,-1 0 0,1-1 0,-1 1 0,1 0 0,-1 0 0,1 0 0,0 0 0,-1 0 0,1 0 0,-1 0 0,1 0 0,-1 0 0,1 0 0,-1 0 0,1 0 0,-1 0 0,1 0 0,-1 0 0,0 1 0,0 0 0,0 0 0,0 0 0,1 0 0,-1 0 0,0 0 0,1 0 0,-1 0 0,1 0 0,-1 0 0,1 0 0,-1 2 0,-8 41 0,8-41 0,-11 126 0,7 225 0,7-314-1365,1-9-5461</inkml:trace>
</inkml:ink>
</file>

<file path=ppt/ink/ink2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5:57:53.670"/>
    </inkml:context>
    <inkml:brush xml:id="br0">
      <inkml:brushProperty name="width" value="0.05" units="cm"/>
      <inkml:brushProperty name="height" value="0.05" units="cm"/>
    </inkml:brush>
  </inkml:definitions>
  <inkml:trace contextRef="#ctx0" brushRef="#br0">3 74 24575,'0'0'0,"-1"0"0,1 0 0,0 0 0,0 0 0,0 0 0,0-1 0,0 1 0,0 0 0,0 0 0,-1 0 0,1 0 0,0 0 0,0-1 0,0 1 0,0 0 0,0 0 0,0 0 0,0 0 0,0-1 0,0 1 0,0 0 0,0 0 0,0 0 0,0 0 0,0-1 0,0 1 0,0 0 0,0 0 0,0 0 0,0 0 0,0 0 0,0-1 0,0 1 0,0 0 0,1 0 0,-1 0 0,0 0 0,0 0 0,0-1 0,9-3 0,15 1 0,-21 3 0,110-9 0,53-7 0,-164 16 0,-1 0 0,1-1 0,0 1 0,0-1 0,0 1 0,0-1 0,-1 0 0,1 0 0,0 1 0,0-1 0,-1 0 0,1-1 0,-1 1 0,1 0 0,0-2 0,-1 3 0,-1 0 0,0 0 0,0-1 0,0 1 0,0 0 0,0 0 0,0-1 0,0 1 0,0 0 0,0 0 0,0-1 0,0 1 0,0 0 0,0-1 0,0 1 0,0 0 0,0 0 0,0-1 0,0 1 0,0 0 0,0 0 0,0-1 0,0 1 0,0 0 0,0 0 0,-1-1 0,1 1 0,0 0 0,0 0 0,0 0 0,0-1 0,-1 1 0,1 0 0,-18-7 0,6 5 0,0 0 0,-1 1 0,1 0 0,0 1 0,-1 0 0,1 1 0,0 1 0,-19 4 0,25-4 0,0 0 0,-1 0 0,2 1 0,-1 0 0,0 0 0,1 0 0,-1 1 0,1-1 0,0 1 0,0 1 0,0-1 0,1 1 0,0 0 0,0 0 0,0 0 0,0 0 0,1 1 0,-4 6 0,-2 10 0,1 0 0,1 0 0,-8 44 0,-2 73 0,14-108 0,-6 77-1365,8-63-5461</inkml:trace>
</inkml:ink>
</file>

<file path=ppt/ink/ink2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5:57:54.230"/>
    </inkml:context>
    <inkml:brush xml:id="br0">
      <inkml:brushProperty name="width" value="0.05" units="cm"/>
      <inkml:brushProperty name="height" value="0.05" units="cm"/>
    </inkml:brush>
  </inkml:definitions>
  <inkml:trace contextRef="#ctx0" brushRef="#br0">191 25 24575,'0'0'0,"-1"0"0,1-1 0,0 1 0,0 0 0,0 0 0,-1 0 0,1-1 0,0 1 0,0 0 0,-1 0 0,1 0 0,0 0 0,-1-1 0,1 1 0,0 0 0,-1 0 0,1 0 0,0 0 0,0 0 0,-1 0 0,1 0 0,0 0 0,-1 0 0,1 0 0,0 0 0,-1 0 0,1 0 0,0 0 0,-1 0 0,1 1 0,0-1 0,-1 0 0,1 0 0,0 0 0,0 0 0,-1 1 0,1-1 0,0 0 0,-1 0 0,-12 7 0,2 1 0,1 1 0,0 0 0,1 0 0,0 1 0,1 0 0,0 0 0,0 1 0,1 0 0,1 1 0,-9 19 0,-2 12 0,-19 73 0,30-93 0,0 5 0,8-22 0,7-18 0,42-86 0,20-35 0,-60 116 0,0 1 0,1 0 0,1 1 0,0 0 0,24-19 0,-34 31 0,0 1 0,0 0 0,0 0 0,0 0 0,1 0 0,-1 1 0,1-1 0,-1 1 0,1 0 0,7-2 0,-10 3 0,0 0 0,0 0 0,1 0 0,-1 1 0,0-1 0,0 0 0,1 0 0,-1 1 0,0-1 0,0 1 0,0-1 0,0 1 0,0-1 0,0 1 0,0 0 0,0-1 0,0 1 0,0 0 0,0 0 0,0 0 0,0 0 0,-1 0 0,1 0 0,0 0 0,-1 0 0,1 0 0,0 0 0,-1 0 0,0 1 0,1-1 0,-1 0 0,0 0 0,1 0 0,-1 1 0,0-1 0,0 0 0,0 2 0,1 6 0,-1 1 0,0 0 0,-1 0 0,0 0 0,0 0 0,-1-1 0,-4 13 0,-26 66 0,32-87 0,-25 63 0,26-58 0,5-13 0,9-14 0,5-15 0,41-65 0,-52 88 0,1 1 0,0 0 0,0 0 0,1 1 0,18-14 0,-28 24 0,0 0 0,1 0 0,0-1 0,-1 1 0,1 0 0,0 1 0,-1-1 0,1 0 0,0 0 0,0 1 0,0-1 0,0 1 0,0-1 0,-1 1 0,1 0 0,0 0 0,0 0 0,0 0 0,0 0 0,0 0 0,0 1 0,0-1 0,0 1 0,0-1 0,1 2 0,0-1 0,-1 1 0,0 0 0,0 0 0,0 0 0,0 0 0,0 0 0,-1 0 0,1 1 0,0-1 0,-1 0 0,0 1 0,1-1 0,-1 1 0,0 0 0,-1-1 0,2 6 0,2 13 31,-2 0 0,0 0 0,-2 1 0,0-1-1,-1 0 1,-2 0 0,-5 26 0,-4 62-1643,12-87-5214</inkml:trace>
</inkml:ink>
</file>

<file path=ppt/ink/ink2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5:57:54.601"/>
    </inkml:context>
    <inkml:brush xml:id="br0">
      <inkml:brushProperty name="width" value="0.05" units="cm"/>
      <inkml:brushProperty name="height" value="0.05" units="cm"/>
    </inkml:brush>
  </inkml:definitions>
  <inkml:trace contextRef="#ctx0" brushRef="#br0">67 34 24575,'8'-26'0,"-8"25"0,0 1 0,1 0 0,-1 0 0,0 0 0,0-1 0,0 1 0,0 0 0,0 0 0,0-1 0,0 1 0,0 0 0,0 0 0,0-1 0,0 1 0,0 0 0,-1 0 0,1 0 0,0-1 0,0 1 0,0 0 0,0 0 0,0 0 0,0-1 0,0 1 0,-1 0 0,1 0 0,0 0 0,0-1 0,0 1 0,0 0 0,-1 0 0,1 0 0,0 0 0,-14 8 0,9-4 0,0 0 0,1 1 0,-1 0 0,1 0 0,-1 0 0,2 0 0,-1 1 0,0-1 0,1 1 0,0 0 0,1 0 0,-1 1 0,1-1 0,0 0 0,1 1 0,-1-1 0,1 1 0,1 0 0,-1-1 0,1 1 0,0 0 0,1-1 0,0 1 0,0-1 0,0 1 0,1-1 0,3 11 0,-2-8 0,0 0 0,0 0 0,1-1 0,0 1 0,7 9 0,-10-15 0,1-1 0,0 0 0,0 1 0,1-1 0,-1 0 0,0 0 0,1-1 0,-1 1 0,1-1 0,0 1 0,-1-1 0,1 0 0,0 0 0,0 0 0,0 0 0,0 0 0,0-1 0,0 1 0,0-1 0,4 0 0,15 0 0,-12 0 0,-1 0 0,1 0 0,-1 1 0,1 0 0,15 5 0,-23-5 0,1 0 0,-1 0 0,1 0 0,-1 1 0,0-1 0,1 1 0,-1-1 0,0 1 0,0 0 0,0 0 0,0 0 0,-1 0 0,1 0 0,0 0 0,-1 0 0,1 1 0,-1-1 0,0 1 0,0-1 0,0 1 0,0-1 0,0 1 0,-1 0 0,1-1 0,-1 4 0,0 2 0,0 1 0,0 0 0,-1 0 0,-1-1 0,0 1 0,0 0 0,0-1 0,-1 0 0,0 0 0,-1 0 0,0 0 0,0 0 0,-1-1 0,1 1 0,-2-1 0,1 0 0,-1-1 0,-7 7 0,11-11-44,1-1 0,-1 0 0,0 1 0,1-1 0,-1 0 0,0 0 0,0-1 0,1 1 0,-1 0 0,0 0 0,0-1 0,0 0 0,0 1 0,0-1 0,0 0 0,0 0 0,0 0 0,0 0-1,0 0 1,0 0 0,0 0 0,0-1 0,0 1 0,0-1 0,0 0 0,0 1 0,1-1 0,-1 0 0,0 0 0,-1-1 0,-10-7-6782</inkml:trace>
</inkml:ink>
</file>

<file path=ppt/ink/ink2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5:57:54.738"/>
    </inkml:context>
    <inkml:brush xml:id="br0">
      <inkml:brushProperty name="width" value="0.05" units="cm"/>
      <inkml:brushProperty name="height" value="0.05" units="cm"/>
    </inkml:brush>
  </inkml:definitions>
  <inkml:trace contextRef="#ctx0" brushRef="#br0">1 45 24575,'2'-5'0,"4"-3"0,3-2 0,4 2 0,5 2 0,5 2 0,3 2 0,3 1 0,6 1 0,0 0 0,2 0 0,0 1 0,-3-1 0,-6 0-8191</inkml:trace>
</inkml:ink>
</file>

<file path=ppt/ink/ink2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5:57:55.687"/>
    </inkml:context>
    <inkml:brush xml:id="br0">
      <inkml:brushProperty name="width" value="0.05" units="cm"/>
      <inkml:brushProperty name="height" value="0.05" units="cm"/>
    </inkml:brush>
  </inkml:definitions>
  <inkml:trace contextRef="#ctx0" brushRef="#br0">155 362 24575,'0'-3'0,"1"-1"0,0 1 0,0 0 0,0 0 0,0-1 0,1 1 0,-1 0 0,1 0 0,0 0 0,-1 0 0,2 1 0,-1-1 0,0 0 0,0 1 0,1-1 0,-1 1 0,1 0 0,4-3 0,-7 5 0,1 1 0,-1-1 0,0 0 0,0 0 0,1 0 0,-1 0 0,0 0 0,0 1 0,1-1 0,-1 0 0,0 0 0,0 0 0,1 1 0,-1-1 0,0 0 0,0 1 0,0-1 0,0 0 0,1 0 0,-1 1 0,0-1 0,0 0 0,0 1 0,0-1 0,0 0 0,0 0 0,0 1 0,0-1 0,0 0 0,0 1 0,0-1 0,0 0 0,0 1 0,0-1 0,1 15 0,-5 25 0,-2 0 0,-19 70 0,16-72 0,5-20 0,-5 24 0,-2-2 0,-1 1 0,-36 75 0,46-112 0,-1 1 0,1-1 0,-1 0 0,0-1 0,-1 1 0,1 0 0,-6 3 0,9-6 0,-1-1 0,0 1 0,1-1 0,-1 1 0,0-1 0,0 0 0,1 1 0,-1-1 0,0 0 0,0 0 0,1 1 0,-1-1 0,0 0 0,0 0 0,0 0 0,0 0 0,1 0 0,-1 0 0,0 0 0,-1-1 0,1 1 0,0-1 0,0 0 0,0 1 0,0-1 0,1 0 0,-1 0 0,0 0 0,0 1 0,0-1 0,1 0 0,-1 0 0,0 0 0,1 0 0,-1-1 0,1 1 0,-1 0 0,1 0 0,-1-1 0,-1-9 0,-1 1 0,1-1 0,1 0 0,0 1 0,0-1 0,1 0 0,1 0 0,2-11 0,19-89 0,-20 99 0,20-72 0,40-99 0,-41 132 0,2 1 0,2 1 0,34-49 0,-57 96 0,8-13 0,21-23 0,-28 34 0,0 1 0,0 0 0,1 0 0,0 0 0,-1 1 0,1-1 0,0 1 0,0-1 0,0 2 0,1-1 0,7-2 0,-10 3 0,0 1 0,0 0 0,0 0 0,1 0 0,-1 0 0,0 1 0,0-1 0,-1 0 0,1 1 0,0 0 0,0-1 0,0 1 0,0 0 0,0 0 0,-1 0 0,1 0 0,0 0 0,-1 0 0,1 1 0,-1-1 0,1 0 0,-1 1 0,1 0 0,-1-1 0,0 1 0,0 0 0,0-1 0,0 1 0,0 0 0,0 0 0,0 3 0,3 5 0,-1 0 0,0 0 0,0 1 0,1 17 0,-2-2 0,-1 0 0,-2 0 0,0 0 0,-2 0 0,-1-1 0,-1 1 0,-9 27 0,4-22 0,-1 0 0,-1-1 0,-2 0 0,-1-1 0,-25 34 0,28-46 0,-1-1 0,-1 0 0,-29 26 0,34-35 0,-1 1 0,1-2 0,-1 1 0,-1-1 0,1-1 0,-1 1 0,0-2 0,-14 4 0,-11-5 0,19-8 0,17 4 0,0 1 0,-1 0 0,1 0 0,0-1 0,-1 1 0,1 0 0,0-1 0,0 1 0,-1 0 0,1-1 0,0 1 0,0-1 0,0 1 0,-1 0 0,1-1 0,0 1 0,0-1 0,0 1 0,0-1 0,0 1 0,0 0 0,0-1 0,0 1 0,0-1 0,0 1 0,0-1 0,0 1 0,0 0 0,0-1 0,1 1 0,-1-1 0,1-1 0,1 0 0,-1 1 0,0-1 0,1 1 0,-1 0 0,1-1 0,0 1 0,-1 0 0,1 0 0,0 0 0,0 0 0,0 0 0,0 0 0,0 0 0,0 1 0,0-1 0,0 1 0,0 0 0,0-1 0,3 1 0,44-1 0,-35 2 29,0 2-1,0 0 1,0 0-1,0 1 0,-1 1 1,0 0-1,0 1 1,0 1-1,-1 0 1,0 0-1,15 12 1,1 4-456,-1 2 0,-2 0 1,28 35-1,-34-37-6399</inkml:trace>
</inkml:ink>
</file>

<file path=ppt/ink/ink2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5:57:56.032"/>
    </inkml:context>
    <inkml:brush xml:id="br0">
      <inkml:brushProperty name="width" value="0.05" units="cm"/>
      <inkml:brushProperty name="height" value="0.05" units="cm"/>
    </inkml:brush>
  </inkml:definitions>
  <inkml:trace contextRef="#ctx0" brushRef="#br0">40 193 24575,'-2'0'0,"0"0"0,-1 1 0,1-1 0,0 1 0,0-1 0,-1 1 0,1 0 0,0-1 0,0 1 0,0 0 0,0 0 0,0 1 0,0-1 0,-2 2 0,4-2 0,-1-1 0,1 1 0,-1 0 0,1-1 0,-1 1 0,1 0 0,-1-1 0,1 1 0,0 0 0,0-1 0,-1 1 0,1 0 0,0 0 0,0-1 0,0 1 0,0 0 0,0 0 0,0 0 0,0-1 0,0 1 0,0 0 0,0 0 0,0-1 0,1 1 0,-1 0 0,0 0 0,0-1 0,1 1 0,-1 0 0,1-1 0,-1 1 0,0 0 0,1-1 0,-1 1 0,1 0 0,0-1 0,-1 1 0,1-1 0,-1 1 0,1-1 0,0 0 0,-1 1 0,1-1 0,0 0 0,0 1 0,4 2 0,0-1 0,-1 0 0,1 0 0,0 0 0,0-1 0,0 0 0,0 0 0,1 0 0,-1 0 0,0-1 0,10 0 0,4-1 0,35-7 0,-43 6 0,0-1 0,0 0 0,0 0 0,0-1 0,0-1 0,-1 1 0,0-2 0,0 1 0,10-9 0,-17 11 0,1 1 0,-1-1 0,0 0 0,0-1 0,-1 1 0,1 0 0,-1-1 0,0 0 0,0 1 0,0-1 0,0 0 0,0 0 0,-1 0 0,0 0 0,0-1 0,0 1 0,0 0 0,-1 0 0,1-1 0,-1 1 0,0 0 0,-1-1 0,1 1 0,-1 0 0,0 0 0,0 0 0,-1-5 0,0 3 0,0 1 0,0 0 0,-1 0 0,1 0 0,-1 1 0,0-1 0,0 1 0,0-1 0,-1 1 0,0 0 0,1 1 0,-1-1 0,-1 0 0,1 1 0,-5-3 0,6 5 0,0-1 0,0 1 0,0 0 0,0 0 0,0 0 0,0 0 0,0 0 0,0 1 0,0-1 0,0 1 0,0 0 0,-1 0 0,1 0 0,0 1 0,0-1 0,0 1 0,0-1 0,0 1 0,0 0 0,0 0 0,0 1 0,0-1 0,0 1 0,1-1 0,-1 1 0,1 0 0,-4 2 0,-2 4 0,0 0 0,0 1 0,0 0 0,1 1 0,1-1 0,0 1 0,0 1 0,-5 10 0,1 5 0,0 0 0,-7 35 0,12-42 57,1 0 0,1 0 0,1 0 0,1 0 0,1 20 0,0-33-143,0 0 1,1 0 0,0 0-1,0 0 1,1 0 0,-1 0-1,1-1 1,0 1 0,1-1-1,0 1 1,-1-1 0,2 0-1,-1 0 1,0 0 0,1 0-1,0-1 1,0 0 0,1 1-1,9 6 1,13 3-6741</inkml:trace>
</inkml:ink>
</file>

<file path=ppt/ink/ink2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5:57:56.467"/>
    </inkml:context>
    <inkml:brush xml:id="br0">
      <inkml:brushProperty name="width" value="0.05" units="cm"/>
      <inkml:brushProperty name="height" value="0.05" units="cm"/>
    </inkml:brush>
  </inkml:definitions>
  <inkml:trace contextRef="#ctx0" brushRef="#br0">172 21 24575,'-4'-2'0,"-1"0"0,1 0 0,0 1 0,-1 0 0,1 0 0,-1 0 0,1 1 0,-1-1 0,1 1 0,-1 0 0,1 0 0,-1 1 0,1-1 0,-1 1 0,1 0 0,-1 0 0,1 1 0,0-1 0,-1 1 0,1 0 0,0 0 0,0 0 0,-3 4 0,2-3 0,0 1 0,0 0 0,0 1 0,1-1 0,0 1 0,0 0 0,0 0 0,1 0 0,0 0 0,0 1 0,0 0 0,1-1 0,-1 1 0,1 0 0,1 0 0,-2 7 0,1 6 0,0 0 0,2 0 0,0 0 0,2 0 0,3 19 0,25 95 0,-18-90 0,-3 0 0,5 46 0,-13-82 0,0 42 0,-1-46 0,0-1 0,0 0 0,0 0 0,-1 0 0,1 0 0,0 0 0,-1 0 0,0 0 0,1 0 0,-1-1 0,0 1 0,0 0 0,0 0 0,0 0 0,0-1 0,-1 1 0,1-1 0,0 1 0,-3 1 0,3-2 0,1-1 0,-1 0 0,0 0 0,0 1 0,1-1 0,-1 0 0,0 0 0,0 0 0,0 0 0,1 0 0,-1 0 0,0 0 0,0-1 0,1 1 0,-1 0 0,0 0 0,0 0 0,1-1 0,-1 1 0,0-1 0,1 1 0,-1 0 0,0-1 0,1 1 0,-1-1 0,1 1 0,-1-1 0,1 1 0,-1-1 0,1 0 0,-1 0 0,-13-23 0,9 10 0,1 1 0,1 0 0,0-1 0,0 0 0,2 0 0,-1-18 0,3-6 0,5-42 0,-2 46 0,1 1 0,2-1 0,1 1 0,2 0 0,1 1 0,1 0 0,2 0 0,20-33 0,-30 59 0,1 0 0,-1 0 0,1 0 0,0 1 0,1 0 0,-1 0 0,1 0 0,0 0 0,0 1 0,9-4 0,-13 7 0,0 0 0,0 0 0,1 0 0,-1 0 0,1 0 0,-1 1 0,0-1 0,1 1 0,-1 0 0,1 0 0,-1 0 0,1 0 0,-1 0 0,1 0 0,-1 1 0,1-1 0,-1 1 0,0 0 0,1-1 0,-1 1 0,0 0 0,1 0 0,-1 1 0,0-1 0,0 0 0,0 1 0,0 0 0,0-1 0,-1 1 0,1 0 0,0 0 0,-1 0 0,2 2 0,1 2 0,-1 0 0,0-1 0,0 1 0,-1 0 0,1 1 0,-1-1 0,-1 0 0,1 1 0,-1-1 0,0 1 0,-1-1 0,0 1 0,0-1 0,0 1 0,-1-1 0,1 1 0,-2-1 0,1 1 0,-1-1 0,0 0 0,0 1 0,-1-1 0,1 0 0,-1-1 0,-1 1 0,1 0 0,-1-1 0,0 0 0,0 0 0,-1 0 0,1 0 0,-1-1 0,0 0 0,-1 0 0,1 0 0,0-1 0,-1 1 0,0-1 0,0-1 0,0 1 0,0-1 0,-9 2 0,8-2-151,0-1-1,-1 0 0,1-1 0,-1 1 1,1-1-1,-1-1 0,1 0 1,-14-2-1,8-1-6674</inkml:trace>
</inkml:ink>
</file>

<file path=ppt/ink/ink2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5:57:56.826"/>
    </inkml:context>
    <inkml:brush xml:id="br0">
      <inkml:brushProperty name="width" value="0.05" units="cm"/>
      <inkml:brushProperty name="height" value="0.05" units="cm"/>
    </inkml:brush>
  </inkml:definitions>
  <inkml:trace contextRef="#ctx0" brushRef="#br0">184 46 24575,'0'0'0,"0"0"0,0 0 0,0 0 0,0 0 0,-1 0 0,1 0 0,0-1 0,0 1 0,0 0 0,0 0 0,0 0 0,0 0 0,0 0 0,0-1 0,0 1 0,0 0 0,0 0 0,0 0 0,0 0 0,0 0 0,0-1 0,0 1 0,0 0 0,0 0 0,0 0 0,1 0 0,-1 0 0,0 0 0,0-1 0,0 1 0,0 0 0,0 0 0,0 0 0,0 0 0,0 0 0,0 0 0,1 0 0,-1 0 0,0 0 0,0 0 0,0-1 0,0 1 0,0 0 0,0 0 0,1 0 0,-1 0 0,0 0 0,0 0 0,0 0 0,0 0 0,0 0 0,0 0 0,1 0 0,-1 0 0,-13-6 0,7 5 0,-1 0 0,1 0 0,0 1 0,0 0 0,-1 0 0,1 1 0,0-1 0,0 1 0,0 1 0,0-1 0,0 1 0,0 0 0,0 0 0,0 1 0,0 0 0,1 0 0,0 0 0,-1 1 0,1-1 0,1 1 0,-1 0 0,0 1 0,1-1 0,0 1 0,0 0 0,0 0 0,1 0 0,0 1 0,0-1 0,0 1 0,1 0 0,-1-1 0,1 1 0,1 0 0,-1 0 0,1 1 0,0-1 0,1 0 0,-1 0 0,1 1 0,0-1 0,1 0 0,-1 0 0,1 0 0,2 7 0,-1-6 0,0-1 0,0 0 0,1 0 0,-1 0 0,1 0 0,1 0 0,-1 0 0,1-1 0,0 0 0,0 0 0,0 0 0,1 0 0,0-1 0,0 1 0,0-1 0,1 0 0,-1-1 0,1 0 0,0 1 0,0-2 0,0 1 0,0-1 0,0 0 0,0 0 0,1 0 0,-1-1 0,1 0 0,-1-1 0,1 1 0,0-1 0,-1-1 0,1 1 0,-1-1 0,1 0 0,-1 0 0,1-1 0,-1 0 0,0 0 0,11-6 0,-12 5 0,0-1 0,0 0 0,0 0 0,0 0 0,-1-1 0,1 1 0,-1-1 0,0 0 0,-1 0 0,1-1 0,-1 1 0,0-1 0,4-11 0,-4 7 0,0 0 0,-1 1 0,0-1 0,0 0 0,-1 0 0,0 0 0,-1-1 0,-2-17 0,2 21 0,-2 0 0,1 0 0,-1 0 0,0 0 0,0 1 0,-1-1 0,1 0 0,-2 1 0,1 0 0,-1-1 0,0 1 0,-6-6 0,7 8 0,-1 1 0,1 0 0,-1 0 0,0 0 0,0 0 0,0 1 0,0 0 0,0 0 0,-1 0 0,1 0 0,-1 1 0,1-1 0,-1 1 0,0 0 0,0 1 0,1-1 0,-1 1 0,0 0 0,-7 1 0,9-1-52,0 0-1,0 0 1,1 0-1,-1 1 1,0-1-1,0 1 1,0 0-1,1 0 1,-1 0-1,1 0 1,-1 1-1,1-1 1,-1 0-1,1 1 1,0 0-1,-1 0 1,1 0-1,0 0 1,0 0-1,0 0 0,1 0 1,-1 0-1,0 1 1,1-1-1,-2 4 1,1 7-6774</inkml:trace>
</inkml:ink>
</file>

<file path=ppt/ink/ink2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5:57:57.101"/>
    </inkml:context>
    <inkml:brush xml:id="br0">
      <inkml:brushProperty name="width" value="0.05" units="cm"/>
      <inkml:brushProperty name="height" value="0.05" units="cm"/>
    </inkml:brush>
  </inkml:definitions>
  <inkml:trace contextRef="#ctx0" brushRef="#br0">124 39 24575,'1'0'0,"0"0"0,0 0 0,-1-1 0,1 1 0,0 0 0,0 0 0,-1-1 0,1 1 0,0 0 0,0-1 0,-1 1 0,1-1 0,0 1 0,-1-1 0,1 1 0,0-1 0,-1 1 0,1-1 0,-1 0 0,1 1 0,-1-1 0,0 0 0,1 0 0,-1 1 0,0-1 0,1 0 0,-1 0 0,0 1 0,0-1 0,1 0 0,-1 0 0,0 0 0,0 0 0,0 1 0,0-1 0,0 0 0,0 0 0,-1 0 0,1 1 0,0-1 0,0 0 0,-1 0 0,1 0 0,0 1 0,-1-1 0,1 0 0,0 1 0,-1-1 0,1 0 0,-1 1 0,0-1 0,1 0 0,-1 1 0,1-1 0,-1 1 0,0-1 0,1 1 0,-1-1 0,0 1 0,0 0 0,1-1 0,-1 1 0,0 0 0,0 0 0,-1-1 0,-1 1 0,-1 0 0,1 0 0,0 0 0,-1 0 0,1 1 0,-1-1 0,1 1 0,0 0 0,0 0 0,0 0 0,-1 0 0,1 0 0,0 1 0,0-1 0,1 1 0,-5 3 0,0 0 0,1 0 0,0 0 0,0 1 0,0-1 0,-8 13 0,11-15 0,1 1 0,-1 0 0,1 0 0,0 0 0,0 0 0,0 0 0,1 1 0,0-1 0,0 0 0,0 1 0,0-1 0,1 1 0,-1-1 0,1 1 0,0-1 0,1 1 0,-1-1 0,1 1 0,0-1 0,1 6 0,2-1 0,0 0 0,0-1 0,1 1 0,0-1 0,1 0 0,0 0 0,0-1 0,10 10 0,-12-13 7,0 0 41,0 0-1,0 0 1,-1 0-1,1 1 1,-1-1-1,6 11 1,-9-14-102,0 0 1,1 1 0,-1-1 0,0 1-1,0-1 1,0 1 0,0-1 0,0 1-1,0-1 1,0 1 0,0-1-1,-1 0 1,1 1 0,-1-1 0,1 1-1,-1-1 1,1 0 0,-1 1 0,0-1-1,0 0 1,1 0 0,-1 0-1,0 1 1,0-1 0,0 0 0,0 0-1,-1 0 1,1-1 0,0 1 0,0 0-1,-2 1 1,-14 8-6773</inkml:trace>
</inkml:ink>
</file>

<file path=ppt/ink/ink2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5:57:57.276"/>
    </inkml:context>
    <inkml:brush xml:id="br0">
      <inkml:brushProperty name="width" value="0.05" units="cm"/>
      <inkml:brushProperty name="height" value="0.05" units="cm"/>
    </inkml:brush>
  </inkml:definitions>
  <inkml:trace contextRef="#ctx0" brushRef="#br0">38 6 24575,'3'0'0,"-2"0"0,-4 0 0,-3 0 0,-3 0 0,-3-2 0,1-2-8191</inkml:trace>
</inkml:ink>
</file>

<file path=ppt/ink/ink2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5:58:01.074"/>
    </inkml:context>
    <inkml:brush xml:id="br0">
      <inkml:brushProperty name="width" value="0.05" units="cm"/>
      <inkml:brushProperty name="height" value="0.05" units="cm"/>
    </inkml:brush>
  </inkml:definitions>
  <inkml:trace contextRef="#ctx0" brushRef="#br0">190 391 24575,'1'-2'0,"0"-1"0,0 1 0,0 0 0,1-1 0,-1 1 0,1 0 0,-1 0 0,1 0 0,0 0 0,0 0 0,4-3 0,0-1 0,37-37 0,-15 16 0,-1-2 0,26-35 0,-46 54 0,0 0 0,-1 0 0,0-1 0,-1 0 0,0 1 0,-1-2 0,-1 1 0,1 0 0,-2-1 0,1 0 0,0-17 0,-3 27 0,0-1 0,0 1 0,0-1 0,-1 0 0,1 1 0,-1-1 0,1 1 0,-1-1 0,0 1 0,0 0 0,0-1 0,-2-3 0,2 6 0,1-1 0,-1 0 0,0 1 0,1-1 0,-1 0 0,0 1 0,0-1 0,1 1 0,-1-1 0,0 1 0,0 0 0,0-1 0,0 1 0,0 0 0,0 0 0,1-1 0,-1 1 0,0 0 0,0 0 0,0 0 0,0 0 0,0 0 0,0 0 0,0 0 0,0 1 0,0-1 0,0 0 0,0 0 0,1 1 0,-1-1 0,0 1 0,0-1 0,0 1 0,0-1 0,1 1 0,-2 0 0,-5 5 0,-1 0 0,2 0 0,-1 0 0,1 1 0,0 0 0,0 0 0,1 0 0,-8 14 0,-32 74 0,36-75 0,-49 121 0,7 3 0,5 2 0,-44 257 0,73-268-1365,15-90-5461</inkml:trace>
</inkml:ink>
</file>

<file path=ppt/ink/ink2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5:58:01.384"/>
    </inkml:context>
    <inkml:brush xml:id="br0">
      <inkml:brushProperty name="width" value="0.05" units="cm"/>
      <inkml:brushProperty name="height" value="0.05" units="cm"/>
    </inkml:brush>
  </inkml:definitions>
  <inkml:trace contextRef="#ctx0" brushRef="#br0">0 40 24575,'46'0'0,"-9"1"0,-1-1 0,0-2 0,0-1 0,65-15 0,-77 6 0,-16 6 0,-7 6 0,-1 0 0,0 0 0,0 0 0,0 0 0,0 0 0,1 0 0,-1 0 0,0 0 0,0 0 0,0 0 0,1 1 0,-1-1 0,0 0 0,0 0 0,0 0 0,0 0 0,0 0 0,1 0 0,-1 0 0,0 1 0,0-1 0,0 0 0,0 0 0,0 0 0,0 0 0,0 0 0,1 1 0,-1-1 0,0 0 0,0 0 0,0 0 0,0 1 0,0-1 0,0 0 0,0 0 0,0 0 0,0 0 0,0 1 0,0-1 0,0 0 0,0 0 0,0 0 0,0 1 0,0-1 0,0 0 0,-1 0 0,1 0 0,0 0 0,0 1 0,0-1 0,0 0 0,0 0 0,-2 13 0,2-13 0,-12 63-682,-6 102-1,17-142-6143</inkml:trace>
</inkml:ink>
</file>

<file path=ppt/ink/ink2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5:58:01.540"/>
    </inkml:context>
    <inkml:brush xml:id="br0">
      <inkml:brushProperty name="width" value="0.05" units="cm"/>
      <inkml:brushProperty name="height" value="0.05" units="cm"/>
    </inkml:brush>
  </inkml:definitions>
  <inkml:trace contextRef="#ctx0" brushRef="#br0">26 12 24575,'0'-3'0,"-3"0"0,-2 0 0,-4 0 0,0 4 0</inkml:trace>
</inkml:ink>
</file>

<file path=ppt/ink/ink2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5:58:01.899"/>
    </inkml:context>
    <inkml:brush xml:id="br0">
      <inkml:brushProperty name="width" value="0.05" units="cm"/>
      <inkml:brushProperty name="height" value="0.05" units="cm"/>
    </inkml:brush>
  </inkml:definitions>
  <inkml:trace contextRef="#ctx0" brushRef="#br0">87 5 24575,'0'1'0,"-1"0"0,1 0 0,-1 0 0,0 0 0,1 0 0,-1 0 0,0 0 0,0-1 0,0 1 0,1 0 0,-1 0 0,0-1 0,0 1 0,0 0 0,0-1 0,-2 1 0,-7 6 0,3 2 0,0 1 0,0-1 0,1 1 0,1 0 0,0 0 0,0 1 0,1 0 0,0 0 0,1 0 0,0 0 0,1 0 0,0 0 0,1 1 0,0-1 0,1 1 0,0-1 0,3 19 0,-2-27 0,-1-1 0,0 1 0,1-1 0,-1 0 0,1 1 0,0-1 0,0 0 0,0 0 0,0 0 0,0 1 0,0-1 0,1 0 0,-1-1 0,1 1 0,-1 0 0,1 0 0,0-1 0,-1 1 0,1 0 0,0-1 0,0 0 0,0 0 0,0 1 0,1-1 0,2 1 0,-2-2 0,0 1 0,0-1 0,1 0 0,-1 0 0,0 0 0,1 0 0,-1-1 0,0 1 0,0-1 0,1 0 0,-1 0 0,0 0 0,0 0 0,0 0 0,0-1 0,0 0 0,0 1 0,2-4 0,4-1 0,-1-1 0,0-1 0,0 1 0,-1-2 0,0 1 0,-1-1 0,0 0 0,0 0 0,-1 0 0,5-11 0,-7 14 0,-1 0 0,1 0 0,-1 0 0,-1 0 0,1 0 0,-1-1 0,0 1 0,-1 0 0,1-1 0,-1 1 0,0 0 0,-1-1 0,0 1 0,0 0 0,0-1 0,-1 1 0,1 0 0,-5-8 0,4 11 0,0-1 0,0 1 0,-1 0 0,1 1 0,-1-1 0,1 0 0,-1 1 0,0-1 0,0 1 0,0 0 0,-1 0 0,1 0 0,0 1 0,-1-1 0,1 1 0,-1-1 0,0 1 0,1 1 0,-1-1 0,0 0 0,1 1 0,-1 0 0,0-1 0,0 2 0,0-1 0,1 0 0,-6 2 0,9-2-41,0 0 0,-1 0-1,1 0 1,0 0-1,-1 0 1,1 0 0,-1 0-1,1 0 1,0 1 0,-1-1-1,1 0 1,0 0-1,-1 0 1,1 1 0,0-1-1,0 0 1,-1 0 0,1 1-1,0-1 1,0 0-1,-1 0 1,1 1 0,0-1-1,0 0 1,0 1 0,0-1-1,-1 1 1,1-1-1,0 0 1,0 1 0,0-1-1,0 1 1</inkml:trace>
</inkml:ink>
</file>

<file path=ppt/ink/ink2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5:58:02.257"/>
    </inkml:context>
    <inkml:brush xml:id="br0">
      <inkml:brushProperty name="width" value="0.05" units="cm"/>
      <inkml:brushProperty name="height" value="0.05" units="cm"/>
    </inkml:brush>
  </inkml:definitions>
  <inkml:trace contextRef="#ctx0" brushRef="#br0">1 1 24575,'14'-1'0,"0"2"0,1-1 0,-1 2 0,0 0 0,22 6 0,-32-6 0,1-1 0,-1 1 0,0 0 0,0 1 0,0-1 0,0 1 0,-1-1 0,1 1 0,-1 0 0,0 0 0,1 1 0,-1-1 0,-1 1 0,1 0 0,-1 0 0,1-1 0,-1 2 0,0-1 0,0 0 0,-1 0 0,2 7 0,0 0 0,-1 1 0,-1-1 0,0 0 0,0 0 0,-1 1 0,-1-1 0,0 0 0,-3 14 0,3-16 0,-2 0 0,1 0 0,-1-1 0,0 1 0,-1-1 0,1 0 0,-2 0 0,1 0 0,-1 0 0,-10 11 0,14-18 0,0 0 0,0 0 0,0 0 0,0 0 0,0-1 0,0 1 0,0 0 0,0-1 0,0 1 0,0 0 0,-1-1 0,-1 1 0,3-1 0,0 0 0,-1 0 0,1 0 0,-1 0 0,1 0 0,0 0 0,-1 0 0,1 0 0,0 0 0,-1 0 0,1 0 0,0-1 0,-1 1 0,1 0 0,0 0 0,-1 0 0,1 0 0,0-1 0,0 1 0,-1 0 0,1 0 0,0-1 0,0 1 0,-1 0 0,1-1 0,0 1 0,0-1 0,-1-1 0,0 1 0,1-1 0,0 0 0,-1 0 0,1 0 0,0 0 0,0 0 0,0 0 0,0 0 0,0 0 0,1 0 0,-1 0 0,0 1 0,2-4 0,9-21 0,2 1 0,0 0 0,2 1 0,0 0 0,2 1 0,21-23 0,-35 43 0,1-1 0,-1 0 0,1 1 0,-1-1 0,1 1 0,9-5 0,-13 8 0,1 0 0,-1-1 0,1 1 0,-1 0 0,1 0 0,-1 0 0,1 0 0,0-1 0,-1 1 0,1 0 0,-1 0 0,1 0 0,-1 0 0,1 0 0,0 1 0,-1-1 0,1 0 0,-1 0 0,1 0 0,-1 0 0,1 1 0,-1-1 0,1 0 0,0 1 0,0 0 0,0 0 0,0 1 0,0-1 0,0 0 0,-1 1 0,1-1 0,-1 1 0,1-1 0,-1 0 0,1 1 0,-1-1 0,0 1 0,1-1 0,-1 3 0,2 28 9,-4 51 1,0-44-1394,2-22-5442</inkml:trace>
</inkml:ink>
</file>

<file path=ppt/ink/ink2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5:58:02.416"/>
    </inkml:context>
    <inkml:brush xml:id="br0">
      <inkml:brushProperty name="width" value="0.05" units="cm"/>
      <inkml:brushProperty name="height" value="0.05" units="cm"/>
    </inkml:brush>
  </inkml:definitions>
  <inkml:trace contextRef="#ctx0" brushRef="#br0">96 13 24575,'-2'-3'0,"-3"0"0,-4 0 0,-2 1 0,-2 0 0,-1 4 0,0 3 0,1 3 0,4 3 0,3 0-8191</inkml:trace>
</inkml:ink>
</file>

<file path=ppt/ink/ink2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5:58:02.920"/>
    </inkml:context>
    <inkml:brush xml:id="br0">
      <inkml:brushProperty name="width" value="0.05" units="cm"/>
      <inkml:brushProperty name="height" value="0.05" units="cm"/>
    </inkml:brush>
  </inkml:definitions>
  <inkml:trace contextRef="#ctx0" brushRef="#br0">86 43 24575,'0'-3'0,"0"-2"0,0-7 0,0-2 0,-2 6 0,-1 8 0,-2 14 0,-3 17 0,-3 15 0,-1 17 0,1 11 0,0 11 0,2 7 0,3 3 0,2-1 0,1-7 0,2-8 0,1-18-8191</inkml:trace>
</inkml:ink>
</file>

<file path=ppt/ink/ink2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5:58:03.699"/>
    </inkml:context>
    <inkml:brush xml:id="br0">
      <inkml:brushProperty name="width" value="0.05" units="cm"/>
      <inkml:brushProperty name="height" value="0.05" units="cm"/>
    </inkml:brush>
  </inkml:definitions>
  <inkml:trace contextRef="#ctx0" brushRef="#br0">113 330 24575,'0'0'0,"-1"-1"0,1 0 0,-1 1 0,1-1 0,-1 1 0,0-1 0,1 1 0,-1-1 0,0 1 0,1 0 0,-1-1 0,0 1 0,0 0 0,1-1 0,-1 1 0,0 0 0,0 0 0,0 0 0,1 0 0,-1 0 0,0 0 0,0 0 0,0 0 0,-1 0 0,1 1 0,0-1 0,0 1 0,0 0 0,0-1 0,0 1 0,0 0 0,0 0 0,0 0 0,1 0 0,-1 0 0,0 0 0,1 0 0,-1 0 0,-1 2 0,-2 8 0,1-1 0,-1 1 0,-1 13 0,0-6 0,-45 141 0,48-156 0,1-5 0,3-14 0,4-36 0,-2 28 0,5-57 0,13-90 0,-16 141 0,1 1 0,1 0 0,20-46 0,-25 70 0,-1 0 0,1 0 0,0 0 0,1 0 0,-1 0 0,1 1 0,0 0 0,0 0 0,1 0 0,7-6 0,-10 9 0,0 0 0,0 0 0,-1 0 0,1 0 0,0 0 0,0 1 0,0-1 0,0 1 0,0-1 0,0 1 0,0 0 0,0-1 0,0 1 0,0 0 0,0 1 0,0-1 0,0 0 0,0 0 0,0 1 0,0-1 0,0 1 0,0 0 0,0 0 0,-1-1 0,1 1 0,0 0 0,0 0 0,-1 1 0,1-1 0,-1 0 0,1 1 0,-1-1 0,3 3 0,-1 0 0,0 0 0,1 0 0,-2 0 0,1 1 0,0-1 0,-1 1 0,0 0 0,0-1 0,0 1 0,-1 0 0,0 0 0,1 0 0,-2 0 0,1 7 0,-1-5 0,0 0 0,-1-1 0,0 1 0,0 0 0,-1-1 0,0 1 0,0-1 0,-1 0 0,-5 11 0,-4 3 0,-2-1 0,0 0 0,-2-1 0,-33 32 0,47-48 0,0-1 0,0 1 0,1 0 0,-1-1 0,1 1 0,-1 0 0,1 0 0,-1 0 0,1 0 0,0 0 0,0 0 0,0 1 0,1-1 0,-2 4 0,2-4 0,1-1 0,-1 0 0,0 1 0,1-1 0,0 0 0,-1 1 0,1-1 0,0 0 0,-1 0 0,1 0 0,0 0 0,0 0 0,0 0 0,0 0 0,0 0 0,0 0 0,0 0 0,1 0 0,-1-1 0,0 1 0,0 0 0,1-1 0,-1 1 0,0-1 0,1 0 0,1 1 0,46 15 0,-34-12 0,-1 1 0,0 0 0,0 1 0,15 8 0,-28-13 0,1-1 0,-1 1 0,0 0 0,0 0 0,0 0 0,1 0 0,-1 0 0,0 0 0,0 0 0,0 0 0,0 0 0,-1 1 0,1-1 0,0 0 0,-1 1 0,1-1 0,0 0 0,0 3 0,-1-3 0,0 0 0,0 0 0,-1 0 0,1 0 0,0 0 0,0 0 0,-1 0 0,1 0 0,0 0 0,-1 0 0,1 0 0,-1 0 0,1 0 0,-1 0 0,0 0 0,1-1 0,-1 1 0,0 0 0,-1 1 0,-2 1 0,-1 0 0,0 1 0,0-2 0,0 1 0,0-1 0,0 1 0,-1-1 0,-5 1 0,-12 2 0,0-1 0,-26 2 0,39-5 0,0-1 0,0 0 0,0 0 0,0-1 0,0-1 0,0 1 0,-15-6 0,24 6-72,-1 1 1,1-1-1,-1 0 0,1 1 0,0-1 0,-1 0 0,1 0 0,0 0 1,0 0-1,-1 0 0,1 0 0,0 0 0,0 0 0,0 0 0,1-1 1,-1 1-1,0 0 0,0-2 0,-2-8-6754</inkml:trace>
</inkml:ink>
</file>

<file path=ppt/ink/ink2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5:58:04.060"/>
    </inkml:context>
    <inkml:brush xml:id="br0">
      <inkml:brushProperty name="width" value="0.05" units="cm"/>
      <inkml:brushProperty name="height" value="0.05" units="cm"/>
    </inkml:brush>
  </inkml:definitions>
  <inkml:trace contextRef="#ctx0" brushRef="#br0">13 1 24575,'1'0'0,"-1"0"0,1 0 0,0 0 0,0 0 0,-1 1 0,1-1 0,0 0 0,-1 0 0,1 1 0,0-1 0,-1 1 0,1-1 0,-1 0 0,1 1 0,0-1 0,-1 1 0,1 0 0,-1-1 0,0 1 0,1-1 0,-1 1 0,1 0 0,-1-1 0,0 1 0,1 0 0,-1-1 0,0 1 0,0 0 0,0 0 0,0-1 0,1 1 0,-1 0 0,0 0 0,0-1 0,0 1 0,-1 0 0,1 0 0,0 0 0,-7 37 0,5-29 0,-3 17 0,0-8 0,-2 35 0,6-48 0,1 0 0,0 0 0,0-1 0,1 1 0,-1 0 0,1 0 0,0 0 0,0 0 0,1-1 0,0 1 0,0-1 0,2 6 0,-3-9 0,1 1 0,-1 0 0,0 0 0,1 0 0,-1-1 0,1 1 0,0 0 0,-1-1 0,1 0 0,0 1 0,0-1 0,0 0 0,0 0 0,0 0 0,0 0 0,0 0 0,0-1 0,4 2 0,-2-2 0,-1 0 0,1 0 0,-1 0 0,1 0 0,-1-1 0,1 1 0,-1-1 0,1 0 0,-1 0 0,0 0 0,4-2 0,0-1 0,0 0 0,0 0 0,0-1 0,-1 0 0,1 0 0,-1-1 0,0 1 0,-1-1 0,9-11 0,-9 8 0,-1 1 0,0-1 0,0 1 0,-1-1 0,0 0 0,-1 0 0,2-12 0,-3 14 0,0 0 0,0 1 0,-1-1 0,0 0 0,-1 0 0,1 0 0,-1 1 0,0-1 0,-1 0 0,-3-10 0,5 17 9,0-1 0,0 1 0,-1-1-1,1 1 1,0-1 0,0 1 0,0-1-1,0 1 1,-1-1 0,1 1 0,0-1-1,0 1 1,-1 0 0,1-1 0,0 1-1,-1 0 1,1-1 0,0 1 0,-1 0-1,1-1 1,0 1 0,-1 0 0,1 0-1,-1-1 1,1 1 0,-1 0 0,1 0-1,-1 0 1,1 0 0,-1 0 0,1-1-1,-1 1 1,1 0 0,-1 0 0,1 0-1,0 0 1,-1 0 0,0 1 0,1-1-70,-1 1 0,1-1 0,-1 1 0,1-1 0,0 1 0,0 0 0,-1-1 0,1 1 0,0-1 0,0 1 0,0 0 0,0-1 0,0 1 0,0 0 0,0-1 0,0 1 0,0 0 0,0-1 1,0 1-1,0 0 0,0-1 0,0 1 0,1 0 0,-1-1 0,0 1 0,0-1 0,1 2 0,4 7-6765</inkml:trace>
</inkml:ink>
</file>

<file path=ppt/ink/ink2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5:58:04.232"/>
    </inkml:context>
    <inkml:brush xml:id="br0">
      <inkml:brushProperty name="width" value="0.05" units="cm"/>
      <inkml:brushProperty name="height" value="0.05" units="cm"/>
    </inkml:brush>
  </inkml:definitions>
  <inkml:trace contextRef="#ctx0" brushRef="#br0">31 4 24575,'2'0'0,"1"-3"0,0 2 0,-3 4 0,-1 3 0,-4 6 0,0 3 0,1 4 0,-2 3 0,0 3 0,1 2 0,2 1 0,1-1 0,1-4 0,1-3 0,0-4-8191</inkml:trace>
</inkml:ink>
</file>

<file path=ppt/ink/ink2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5:58:04.389"/>
    </inkml:context>
    <inkml:brush xml:id="br0">
      <inkml:brushProperty name="width" value="0.05" units="cm"/>
      <inkml:brushProperty name="height" value="0.05" units="cm"/>
    </inkml:brush>
  </inkml:definitions>
  <inkml:trace contextRef="#ctx0" brushRef="#br0">0 77 24575,'3'-5'0,"0"-6"0,0-4 0,-1-2 0,0 0 0,-1 5 0</inkml:trace>
</inkml:ink>
</file>

<file path=ppt/ink/ink2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5:58:04.591"/>
    </inkml:context>
    <inkml:brush xml:id="br0">
      <inkml:brushProperty name="width" value="0.05" units="cm"/>
      <inkml:brushProperty name="height" value="0.05" units="cm"/>
    </inkml:brush>
  </inkml:definitions>
  <inkml:trace contextRef="#ctx0" brushRef="#br0">71 0 24575,'0'3'0,"-3"2"0,0 6 0,-2 6 0,-1 4 0,1 4 0,0 5 0,-1 2 0,2 2 0,-2 4 0,1-1 0,1-1 0,1-3 0,-1-1 0,0-2 0,1-4 0,0-3 0,2-6-8191</inkml:trace>
</inkml:ink>
</file>

<file path=ppt/ink/ink2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5:58:05.030"/>
    </inkml:context>
    <inkml:brush xml:id="br0">
      <inkml:brushProperty name="width" value="0.05" units="cm"/>
      <inkml:brushProperty name="height" value="0.05" units="cm"/>
    </inkml:brush>
  </inkml:definitions>
  <inkml:trace contextRef="#ctx0" brushRef="#br0">129 443 24575,'10'-11'0,"-2"4"0,-1-1 0,1 0 0,-2 0 0,1 0 0,6-13 0,-13 19 0,1 1 0,0 0 0,-1-1 0,1 1 0,-1-1 0,1 0 0,-1 1 0,0-1 0,0 1 0,0-1 0,0 1 0,0-1 0,0 0 0,0 1 0,0-1 0,-1 1 0,0-3 0,0 2 0,0 0 0,0 1 0,-1-1 0,1 1 0,0-1 0,-1 1 0,1 0 0,-1-1 0,0 1 0,1 0 0,-1 0 0,0 0 0,0 0 0,1 0 0,-1 1 0,0-1 0,-3 0 0,0-1 0,0 1 0,-1 0 0,1 0 0,0 1 0,0-1 0,-1 1 0,1 0 0,0 1 0,0-1 0,-1 1 0,1 0 0,0 0 0,0 1 0,0-1 0,0 1 0,0 0 0,1 1 0,-1-1 0,0 1 0,1 0 0,0 0 0,0 0 0,0 1 0,0-1 0,0 1 0,1 0 0,-1 0 0,1 0 0,0 1 0,1-1 0,-1 1 0,1 0 0,0-1 0,0 1 0,0 0 0,0 0 0,1 0 0,0 1 0,0-1 0,1 0 0,-1 0 0,1 7 0,0-10 0,0 0 0,0 0 0,0 0 0,0 0 0,0 0 0,1 0 0,-1 0 0,0 0 0,1 0 0,0 0 0,-1 0 0,1 0 0,0-1 0,0 1 0,0 0 0,0 0 0,0-1 0,1 1 0,-1-1 0,0 1 0,1-1 0,-1 0 0,1 1 0,-1-1 0,1 0 0,0 0 0,0 0 0,-1 0 0,1 0 0,0 0 0,0-1 0,0 1 0,0-1 0,0 1 0,0-1 0,0 0 0,0 0 0,0 0 0,3 0 0,2 0 0,0-1 0,0 0 0,0-1 0,0 0 0,0 0 0,0 0 0,0-1 0,-1 0 0,13-7 0,-6 1 0,-1-1 0,0 0 0,-1-1 0,0 0 0,-1 0 0,0-1 0,0-1 0,-1 0 0,-1 0 0,-1 0 0,1-1 0,5-18 0,-3 4 0,-2-1 0,0 1 0,-2-1 0,-1-1 0,1-43 0,-5 68 0,-1-33 0,-1 36 0,1-1 0,0 1 0,0 0 0,-1 0 0,1 0 0,-1 0 0,0 0 0,1 0 0,-1 0 0,0 0 0,0 1 0,-1-1 0,1 0 0,-3-2 0,4 3 0,-1 1 0,1 0 0,-1-1 0,0 1 0,1 0 0,-1 0 0,0 0 0,1-1 0,-1 1 0,1 0 0,-1 0 0,0 0 0,0 0 0,1 0 0,-1 0 0,1 0 0,-1 1 0,0-1 0,1 0 0,-1 0 0,0 0 0,1 1 0,-1-1 0,1 0 0,-1 1 0,0-1 0,1 0 0,-1 1 0,1-1 0,-1 1 0,1-1 0,-1 1 0,1-1 0,0 1 0,-1-1 0,1 1 0,-1 0 0,-14 25 0,14-25 0,-12 30 0,1 0 0,1 0 0,2 1 0,1 0 0,2 1 0,1 0 0,1 0 0,2 37 0,2-48-682,5 34-1,1-26-6143</inkml:trace>
</inkml:ink>
</file>

<file path=ppt/ink/ink2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5:58:05.865"/>
    </inkml:context>
    <inkml:brush xml:id="br0">
      <inkml:brushProperty name="width" value="0.05" units="cm"/>
      <inkml:brushProperty name="height" value="0.05" units="cm"/>
    </inkml:brush>
  </inkml:definitions>
  <inkml:trace contextRef="#ctx0" brushRef="#br0">182 223 24575,'7'-9'0,"0"-1"0,-1 0 0,0 0 0,-1 0 0,0-1 0,6-18 0,-9 23 0,-1 1 0,1-1 0,-1 0 0,-1 1 0,1-1 0,-1 0 0,0 0 0,-1 1 0,1-1 0,-1 0 0,0 1 0,-1-1 0,1 1 0,-1-1 0,-3-5 0,4 8 0,0 1 0,-1-1 0,1 1 0,-1 0 0,0-1 0,0 1 0,0 0 0,0 0 0,0 0 0,0 1 0,0-1 0,-1 0 0,1 1 0,0 0 0,-1-1 0,0 1 0,1 0 0,-1 0 0,0 0 0,1 1 0,-1-1 0,0 1 0,0-1 0,0 1 0,0 0 0,1 0 0,-1 0 0,0 1 0,0-1 0,0 1 0,1-1 0,-4 2 0,-2 1 0,1 0 0,0 0 0,0 1 0,1 0 0,-1 0 0,1 0 0,0 1 0,0 0 0,0 0 0,1 1 0,-1-1 0,1 1 0,-8 13 0,6-8 0,1-1 0,0 2 0,1-1 0,0 1 0,0-1 0,2 1 0,-6 24 0,9-33 0,-1 0 0,1 0 0,0 0 0,0 0 0,0 0 0,0 0 0,1 0 0,-1-1 0,1 1 0,0 0 0,0 0 0,0 0 0,0 0 0,0-1 0,0 1 0,1 0 0,-1-1 0,1 1 0,0-1 0,0 0 0,0 1 0,0-1 0,0 0 0,0 0 0,1-1 0,-1 1 0,1 0 0,-1-1 0,1 1 0,0-1 0,-1 0 0,1 0 0,0 0 0,0 0 0,0-1 0,0 1 0,5 0 0,-2 0 0,0-1 0,0 1 0,0-1 0,0 0 0,0-1 0,0 0 0,0 0 0,0 0 0,0 0 0,0-1 0,0 0 0,-1 0 0,1-1 0,-1 0 0,1 1 0,-1-2 0,9-6 0,-9 4 0,0 0 0,0-1 0,0 1 0,-1-1 0,0 0 0,-1 0 0,0 0 0,4-10 0,-6 12 0,1 0 0,0-1 0,-1 1 0,0-1 0,-1 1 0,1-1 0,-1 0 0,0 1 0,0-1 0,-1 0 0,0 1 0,-1-7 0,2 12 0,0-1 0,0 1 0,0 0 0,0-1 0,0 1 0,0 0 0,-1-1 0,1 1 0,0 0 0,0-1 0,0 1 0,0 0 0,-1 0 0,1-1 0,0 1 0,0 0 0,0 0 0,-1-1 0,1 1 0,0 0 0,-1 0 0,1 0 0,0-1 0,0 1 0,-1 0 0,1 0 0,0 0 0,-1 0 0,1 0 0,0 0 0,-1 0 0,1 0 0,-1 0 0,-8 7 0,-4 17 0,11-18 0,0 0 0,0 0 0,1 1 0,0-1 0,1 0 0,-1 1 0,1-1 0,0 1 0,1-1 0,2 12 0,-3-17 0,0 1 0,1 0 0,0 0 0,-1 0 0,1-1 0,0 1 0,0 0 0,0-1 0,0 1 0,0-1 0,1 1 0,-1-1 0,0 1 0,1-1 0,-1 0 0,3 2 0,-2-2 0,0 0 0,0-1 0,0 1 0,0-1 0,0 0 0,0 1 0,1-1 0,-1 0 0,0 0 0,0 0 0,0 0 0,0-1 0,0 1 0,0-1 0,0 1 0,0-1 0,0 0 0,3-1 0,3-2 0,-1 0 0,0 0 0,0-1 0,0 0 0,0 0 0,-1-1 0,0 0 0,0 0 0,6-8 0,-12 14 0,0-1 0,0 1 0,0 0 0,1 0 0,-1 0 0,0-1 0,0 1 0,0 0 0,0 0 0,0-1 0,1 1 0,-1 0 0,0 0 0,0 0 0,0 0 0,1-1 0,-1 1 0,0 0 0,0 0 0,1 0 0,-1 0 0,0 0 0,0 0 0,1 0 0,-1 0 0,0 0 0,0 0 0,1 0 0,-1 0 0,0 0 0,0 0 0,1 0 0,-1 0 0,0 0 0,0 0 0,1 0 0,-1 0 0,0 0 0,0 0 0,1 0 0,-1 1 0,3 12 0,-5 22 0,2-34 0,-11 252 0,9-238 0,-3-25 0,-4-27 0,3-2 0,1-2 0,2-42 0,3 58 0,1-1 0,2 1 0,1 0 0,9-36 0,-12 56 0,1 0 0,0 0 0,0 0 0,1 1 0,-1-1 0,1 0 0,0 1 0,0 0 0,5-5 0,-7 8 0,0 0 0,0 0 0,0 0 0,0 0 0,1 0 0,-1 0 0,0 1 0,0-1 0,1 0 0,-1 1 0,1-1 0,-1 1 0,1 0 0,-1-1 0,1 1 0,-1 0 0,1 0 0,-1 0 0,1 0 0,-1 0 0,1 0 0,-1 0 0,1 1 0,-1-1 0,1 0 0,-1 1 0,0-1 0,1 1 0,-1 0 0,0-1 0,1 1 0,-1 0 0,0 0 0,0 0 0,1 0 0,0 1 0,3 3 0,-1-1 0,1 1 0,-1 0 0,0 1 0,0-1 0,-1 1 0,0 0 0,0 0 0,0 0 0,0 0 0,-1 0 0,0 0 0,0 1 0,-1-1 0,0 1 0,0 0 0,-1-1 0,1 1 0,-1-1 0,-1 1 0,1 0 0,-1-1 0,-2 8 0,2-8 0,-1-1 0,0 1 0,0 0 0,0-1 0,0 1 0,-1-1 0,0 0 0,0 0 0,-1 0 0,1 0 0,-1-1 0,0 1 0,0-1 0,-1 0 0,1 0 0,-1 0 0,0-1 0,0 0 0,0 0 0,0 0 0,-1 0 0,1-1 0,-1 0 0,1 0 0,-12 2 0,16-4-39,0 0 0,0 1 0,0-1 0,0 0 0,0 0 0,0 0 0,0 0 0,0 0 0,1 0 0,-1 0 0,0 0 0,0 0 0,0 0 0,0-1 0,0 1 0,0 0 0,0-1 0,0 1 0,0-1 0,0 1 0,0-1 0,1 1 0,-1-1 0,0 1 0,0-1 0,1 0 0,-1 1 0,0-1 0,1 0 0,-1 0 0,1 0 0,-1 1 0,1-1 0,-1-1 0,0-8-6787</inkml:trace>
</inkml:ink>
</file>

<file path=ppt/ink/ink2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5:58:06.303"/>
    </inkml:context>
    <inkml:brush xml:id="br0">
      <inkml:brushProperty name="width" value="0.05" units="cm"/>
      <inkml:brushProperty name="height" value="0.05" units="cm"/>
    </inkml:brush>
  </inkml:definitions>
  <inkml:trace contextRef="#ctx0" brushRef="#br0">0 66 24575,'2'0'0,"-1"0"0,0-1 0,1 1 0,-1 0 0,1 1 0,-1-1 0,1 0 0,-1 0 0,0 0 0,1 1 0,-1-1 0,1 1 0,-1-1 0,0 1 0,0 0 0,1-1 0,-1 1 0,0 0 0,0 0 0,0 0 0,0 0 0,0 0 0,0 0 0,0 0 0,1 2 0,-1 0 0,0 0 0,-1 0 0,1 1 0,-1-1 0,0 0 0,1 0 0,-2 0 0,1 1 0,0-1 0,-2 5 0,-8 71 0,-1 151 0,10-312 0,3 0 0,16-104 0,-17 177 0,1 1 0,1-1 0,-1 0 0,8-14 0,-10 22 0,1-1 0,-1 1 0,1 0 0,-1 0 0,1 0 0,0 0 0,-1 0 0,1 0 0,0 0 0,0 0 0,0 0 0,0 0 0,0 0 0,0 0 0,0 1 0,0-1 0,0 0 0,0 1 0,0-1 0,1 1 0,-1-1 0,0 1 0,0 0 0,0-1 0,1 1 0,-1 0 0,0 0 0,1 0 0,-1 0 0,0 0 0,0 0 0,1 0 0,-1 1 0,0-1 0,0 0 0,1 1 0,-1-1 0,0 1 0,0-1 0,0 1 0,0-1 0,0 1 0,2 1 0,1 1 0,1 1 0,-1 0 0,0 0 0,0 0 0,0 0 0,-1 0 0,1 1 0,-1 0 0,0 0 0,-1 0 0,1 0 0,-1 0 0,0 0 0,0 0 0,-1 1 0,1-1 0,-1 1 0,0 8 0,0-9 0,-1 0 0,0 0 0,-1-1 0,1 1 0,-1 0 0,0 0 0,0-1 0,0 1 0,-1-1 0,0 1 0,0-1 0,0 0 0,0 1 0,0-1 0,-1 0 0,0-1 0,0 1 0,0 0 0,0-1 0,-1 1 0,1-1 0,-6 3 0,2-1 57,0-1 0,-1 0 0,0 0 0,0-1 0,-10 3 0,16-6-86,0 1 1,-1-1-1,1 1 1,0-1-1,0 0 1,-1 0-1,1 0 1,0 0 0,-1 0-1,1-1 1,-2 0-1,3 1-25,0-1-1,0 1 0,0-1 1,0 1-1,0-1 1,0 1-1,0-1 0,0 0 1,1 0-1,-1 1 1,0-1-1,1 0 0,-1 0 1,0 0-1,1 0 0,-1 0 1,1 0-1,-1 0 1,1 0-1,0 0 0,-1 0 1,1 0-1,0 0 1,0-2-1,-1-7-6771</inkml:trace>
</inkml:ink>
</file>

<file path=ppt/ink/ink2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5:58:06.549"/>
    </inkml:context>
    <inkml:brush xml:id="br0">
      <inkml:brushProperty name="width" value="0.05" units="cm"/>
      <inkml:brushProperty name="height" value="0.05" units="cm"/>
    </inkml:brush>
  </inkml:definitions>
  <inkml:trace contextRef="#ctx0" brushRef="#br0">56 3 24575,'60'-3'0,"-59"3"0,0 1 0,0-1 0,-1 0 0,1 1 0,0-1 0,-1 1 0,1-1 0,0 0 0,-1 1 0,1 0 0,-1-1 0,1 1 0,-1-1 0,1 1 0,-1 0 0,1-1 0,-1 1 0,0 0 0,1-1 0,-1 1 0,0 0 0,0 0 0,1 0 0,-1-1 0,0 1 0,0 0 0,0 0 0,0-1 0,0 1 0,0 0 0,0 0 0,0 0 0,0-1 0,-1 1 0,1 0 0,0 1 0,-9 33 0,7-30 0,-10 44 0,-9 75 0,21-122 19,0 0 0,-1 0 0,1 0 0,-1 0 0,1 0 0,-1-1 0,0 1 0,0 0 0,1 0 0,-1 0 0,-1-1 0,1 1 0,0 0 0,0-1 0,0 1 0,-1-1 0,-2 3 0,1-3-175,0 1 1,0-1 0,1 0 0,-1 0 0,0 0 0,0 0 0,0 0-1,0-1 1,-1 1 0,-4-1 0,-20 0-6671</inkml:trace>
</inkml:ink>
</file>

<file path=ppt/ink/ink2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5:58:09.091"/>
    </inkml:context>
    <inkml:brush xml:id="br0">
      <inkml:brushProperty name="width" value="0.05" units="cm"/>
      <inkml:brushProperty name="height" value="0.05" units="cm"/>
    </inkml:brush>
  </inkml:definitions>
  <inkml:trace contextRef="#ctx0" brushRef="#br0">370 652 24575,'2'-66'0,"-1"23"0,-6-73 0,4 111 0,0 1 0,0-1 0,0 1 0,0-1 0,0 1 0,-1 0 0,0 0 0,0 0 0,0 0 0,0 0 0,-1 0 0,0 0 0,0 1 0,0-1 0,0 1 0,0 0 0,0 0 0,-1 0 0,-6-4 0,6 5 0,-1 0 0,0 0 0,1 1 0,-1-1 0,0 1 0,0 0 0,0 1 0,1-1 0,-1 1 0,0 0 0,0 0 0,0 0 0,0 1 0,0 0 0,0 0 0,0 0 0,1 0 0,-6 3 0,-3 2 0,1 0 0,0 1 0,0 0 0,1 1 0,0 0 0,1 1 0,-1 0 0,2 0 0,-1 1 0,1 1 0,1 0 0,0 0 0,0 0 0,-6 14 0,4-5 0,1 0 0,0 1 0,1 0 0,2 0 0,0 1 0,1 0 0,-3 42 0,7-55 0,1-1 0,0 0 0,1 1 0,0-1 0,0 1 0,5 15 0,-5-22 0,-1 1 0,1-1 0,0 0 0,0 1 0,1-1 0,-1 0 0,0 0 0,1 0 0,-1 0 0,1 0 0,0 0 0,0 0 0,0-1 0,0 1 0,0 0 0,0-1 0,0 0 0,0 1 0,0-1 0,1 0 0,-1 0 0,1 0 0,-1-1 0,0 1 0,1-1 0,-1 1 0,4-1 0,3 0 0,-1-1 0,1 0 0,-1-1 0,0 0 0,0 0 0,0-1 0,0 0 0,0 0 0,0-1 0,12-8 0,5-4 0,39-35 0,-40 29 0,-1 0 0,-1-2 0,-2-1 0,0 0 0,-1-2 0,-2 0 0,-1-1 0,21-49 0,-27 53 0,-1-1 0,-2 0 0,0-1 0,-2 1 0,0-1 0,-2 0 0,-1-1 0,-1 1 0,-2 0 0,-6-53 0,5 70 0,0-1 0,-1 1 0,0-1 0,0 1 0,-1 0 0,0 0 0,-7-10 0,10 17 0,0 1 0,0-1 0,0 1 0,0-1 0,-1 1 0,1-1 0,-1 1 0,1 0 0,-1-1 0,1 1 0,-1 0 0,0 0 0,0 0 0,1 0 0,-1 1 0,0-1 0,0 0 0,0 1 0,0-1 0,0 1 0,0 0 0,0-1 0,0 1 0,0 0 0,0 0 0,0 1 0,0-1 0,0 0 0,0 1 0,1-1 0,-1 1 0,0-1 0,0 1 0,0 0 0,0 0 0,1 0 0,-1 0 0,0 0 0,1 0 0,-1 1 0,-2 2 0,-3 2 0,0 2 0,0-1 0,0 1 0,1 0 0,1 1 0,-1-1 0,1 1 0,1 0 0,0 0 0,-6 20 0,1 1 0,1 0 0,-3 40 0,7-46 57,2 1 0,1-1 0,1 1 0,1-1 0,6 36 0,-5-49-171,1 0 0,0 0 0,0-1 0,1 0 1,1 1-1,-1-1 0,1-1 0,1 1 1,0-1-1,1 0 0,-1 0 0,2-1 1,-1 0-1,12 10 0,9 2-6712</inkml:trace>
</inkml:ink>
</file>

<file path=ppt/ink/ink2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5:58:09.856"/>
    </inkml:context>
    <inkml:brush xml:id="br0">
      <inkml:brushProperty name="width" value="0.05" units="cm"/>
      <inkml:brushProperty name="height" value="0.05" units="cm"/>
    </inkml:brush>
  </inkml:definitions>
  <inkml:trace contextRef="#ctx0" brushRef="#br0">27 438 24575,'5'-5'0,"-1"0"0,1-1 0,-1 1 0,0-1 0,-1 1 0,1-1 0,-1 0 0,-1 0 0,1-1 0,-1 1 0,3-10 0,-5 16 0,0 0 0,0-1 0,1 1 0,-1 0 0,0-1 0,1 1 0,-1 0 0,1-1 0,-1 1 0,0 0 0,1 0 0,-1 0 0,1-1 0,-1 1 0,1 0 0,-1 0 0,1 0 0,-1 0 0,0 0 0,1 0 0,-1 0 0,1 0 0,-1 0 0,1 0 0,-1 0 0,1 0 0,-1 0 0,2 0 0,20 6 0,-2-2 0,-15-4 0,1-1 0,0 0 0,0 0 0,-1 0 0,1-1 0,-1 0 0,1 0 0,-1 0 0,0-1 0,0 0 0,0 0 0,0 0 0,0 0 0,-1-1 0,1 0 0,-1 0 0,0 0 0,0-1 0,0 1 0,-1-1 0,5-8 0,-5 8 0,1-1 0,-1 1 0,-1-1 0,1 0 0,-1 0 0,0 0 0,0 0 0,-1 0 0,0 0 0,0 0 0,0-1 0,-1 1 0,0 0 0,0-1 0,-1 1 0,1 0 0,-2 0 0,1 0 0,-4-11 0,4 14 0,0 1 0,0-1 0,0 1 0,-1-1 0,1 1 0,-1 0 0,0 0 0,0-1 0,1 1 0,-1 0 0,-1 1 0,1-1 0,0 0 0,0 1 0,-1-1 0,1 1 0,-1-1 0,1 1 0,-1 0 0,1 0 0,-1 0 0,0 1 0,0-1 0,1 1 0,-1-1 0,0 1 0,0 0 0,1 0 0,-1 0 0,0 0 0,0 1 0,0-1 0,1 1 0,-1 0 0,0 0 0,-4 2 0,-3 1 0,2 0 0,-1 1 0,0 0 0,1 1 0,0 0 0,0 0 0,1 1 0,-1 0 0,-7 11 0,4-5 0,2 0 0,0 1 0,1 0 0,0 1 0,-9 23 0,15-32 0,0 0 0,0 0 0,0 0 0,1 0 0,0 0 0,0 1 0,1-1 0,-1 0 0,1 0 0,1 1 0,-1-1 0,1 0 0,0 0 0,1 0 0,-1 0 0,1 0 0,5 10 0,-5-13 0,0 0 0,0 0 0,0 0 0,1 0 0,-1 0 0,1-1 0,0 1 0,0-1 0,0 1 0,0-1 0,0 0 0,0 0 0,1-1 0,5 3 0,-3-2 0,1 0 0,-1-1 0,1 0 0,0 0 0,0-1 0,-1 1 0,12-2 0,-2-1 0,1-1 0,-1 0 0,0-2 0,0 0 0,28-12 0,-25 7 0,1-1 0,-1 0 0,-1-1 0,0-2 0,-1 1 0,-1-2 0,0 0 0,0-1 0,20-29 0,-28 33 0,0 0 0,-1 0 0,0-1 0,-1 1 0,0-1 0,-1-1 0,0 1 0,-2-1 0,1 0 0,-2 0 0,1 0 0,-2 0 0,0 0 0,-1-1 0,-3-27 0,3 40 0,-1 0 0,1 1 0,0-1 0,-1 0 0,0 0 0,1 0 0,-1 0 0,0 1 0,0-1 0,0 0 0,0 1 0,0-1 0,-1 1 0,0-2 0,1 2 0,1 1 0,0 0 0,-1 0 0,1 0 0,-1-1 0,1 1 0,0 0 0,-1 0 0,1 0 0,-1 0 0,1 0 0,0 0 0,-1 0 0,1 0 0,-1 0 0,1 0 0,0 0 0,-1 0 0,1 0 0,-1 0 0,1 0 0,-1 0 0,1 0 0,-1 1 0,0-1 0,0 1 0,0 0 0,0 0 0,0 0 0,0 0 0,0 0 0,1 0 0,-1 0 0,0 0 0,0 0 0,1 0 0,-1 2 0,-5 10 0,1 0 0,1 0 0,0 0 0,1 1 0,-2 16 0,-3 73 0,7-90 0,0 225 0,0-9 0,-1-210 0,2-19 0,0 0 0,0 0 0,0 0 0,0 0 0,0 0 0,0 0 0,0-1 0,0 1 0,0 0 0,-1 0 0,1 0 0,0 0 0,0 0 0,0 0 0,0 0 0,0 0 0,0 0 0,0 0 0,0 0 0,0 0 0,0-1 0,0 1 0,0 0 0,0 0 0,0 0 0,0 0 0,-1 0 0,1 0 0,0 0 0,0 0 0,0 0 0,0 0 0,0 0 0,0 0 0,0 0 0,0 0 0,0 0 0,0 0 0,-1 0 0,1 0 0,0 0 0,0 0 0,0 0 0,0 0 0,0 0 0,0 0 0,0 0 0,0 0 0,0 0 0,0 0 0,0 0 0,-1 1 0,1-1 0,0 0 0,0 0 0,0 0 0,0 0 0,0 0 0,0 0 0,0 0 0,0 0 0,0 0 0,0 0 0,0 0 0,0 0 0,0 1 0,0-1 0,-6-33 0,5-6 0,2 1 0,1 0 0,2 0 0,2 0 0,1 1 0,3 0 0,0 0 0,2 1 0,2 0 0,2 1 0,22-37 0,-30 58 0,1 0 0,11-12 0,-19 23 0,1 1 0,0-1 0,0 1 0,0 0 0,1 0 0,-1 0 0,0 0 0,1 1 0,-1-1 0,1 0 0,0 1 0,0 0 0,-1 0 0,1 0 0,0 0 0,0 0 0,0 0 0,5 0 0,-6 2 0,0-1 0,0 1 0,0 0 0,0 0 0,0 0 0,0 0 0,0 0 0,0 0 0,0 1 0,-1-1 0,1 0 0,0 1 0,-1-1 0,1 1 0,-1 0 0,0 0 0,1-1 0,-1 1 0,0 0 0,0 0 0,0 0 0,0 0 0,-1 0 0,1 0 0,-1 1 0,1-1 0,0 3 0,0 4 0,1 0 0,-1 0 0,0 0 0,-1 1 0,-1 10 0,-1-9 23,0 1 0,-1-1 0,0 1-1,0-1 1,-1 0 0,-1 0 0,0-1-1,-1 1 1,0-1 0,0 0 0,-1-1-1,0 1 1,-1-1 0,-14 12 0,16-15-105,-1 0 1,1-1 0,-1 0 0,0-1-1,-1 1 1,1-1 0,-1-1-1,0 1 1,0-1 0,0-1 0,0 0-1,0 0 1,-1 0 0,1-1 0,-1 0-1,1-1 1,-1 0 0,1 0 0,-1-1-1,-15-3 1,-2-4-6745</inkml:trace>
</inkml:ink>
</file>

<file path=ppt/ink/ink2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5:58:10.059"/>
    </inkml:context>
    <inkml:brush xml:id="br0">
      <inkml:brushProperty name="width" value="0.05" units="cm"/>
      <inkml:brushProperty name="height" value="0.05" units="cm"/>
    </inkml:brush>
  </inkml:definitions>
  <inkml:trace contextRef="#ctx0" brushRef="#br0">0 5 24575,'18'-3'0,"4"1"0,-21 3 0,0-1 0,0 1 0,0-1 0,-1 1 0,1-1 0,0 1 0,0-1 0,0 1 0,-1 0 0,1-1 0,0 1 0,-1 0 0,1 0 0,0-1 0,-1 1 0,1 0 0,-1 0 0,0 0 0,1 0 0,-1 0 0,1 0 0,-1 0 0,0 1 0,7 30 0,-1-1 0,1 61 0,-2-30 0,17 116-1365,-17-144-5461</inkml:trace>
</inkml:ink>
</file>

<file path=ppt/ink/ink2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5:58:10.891"/>
    </inkml:context>
    <inkml:brush xml:id="br0">
      <inkml:brushProperty name="width" value="0.05" units="cm"/>
      <inkml:brushProperty name="height" value="0.05" units="cm"/>
    </inkml:brush>
  </inkml:definitions>
  <inkml:trace contextRef="#ctx0" brushRef="#br0">158 126 24575,'0'-1'0,"0"1"0,0-1 0,0 1 0,0 0 0,0-1 0,0 1 0,0 0 0,0-1 0,0 1 0,0 0 0,0-1 0,0 1 0,-1-1 0,1 1 0,0 0 0,0-1 0,0 1 0,-1 0 0,1 0 0,0-1 0,0 1 0,0 0 0,-1-1 0,1 1 0,0 0 0,-1 0 0,1 0 0,0-1 0,-1 1 0,1 0 0,-1 0 0,-12 2 0,-17 17 0,27-17 0,-10 7 0,-1 2 0,2 0 0,-18 18 0,26-25 0,1 1 0,-1-1 0,1 1 0,-1 0 0,2 0 0,-1 0 0,0 1 0,1-1 0,0 0 0,0 1 0,1 0 0,0-1 0,-2 11 0,3-15 0,0 1 0,0-1 0,0 1 0,0-1 0,1 0 0,-1 1 0,0-1 0,0 1 0,1-1 0,-1 1 0,1-1 0,-1 0 0,1 1 0,0-1 0,0 0 0,-1 0 0,1 1 0,0-1 0,0 0 0,0 0 0,0 0 0,0 0 0,2 1 0,0-1 0,-1 0 0,1 0 0,-1 0 0,1 0 0,0 0 0,0-1 0,-1 1 0,1-1 0,0 0 0,0 0 0,4 0 0,6-1 0,0-1 0,0-1 0,24-8 0,-25 7 0,0 0 0,-1-1 0,0-1 0,0 0 0,0 0 0,-1-1 0,0 0 0,9-9 0,-16 13 0,0 1 0,0-1 0,-1 0 0,1 0 0,-1-1 0,1 1 0,-1 0 0,0-1 0,-1 1 0,1-1 0,-1 0 0,1 0 0,-1 1 0,0-1 0,-1 0 0,1 0 0,0 0 0,-1 0 0,0 0 0,0 0 0,0 0 0,-1 0 0,1 0 0,-1 0 0,0 0 0,0 0 0,-1 1 0,-2-7 0,0 3 0,-1 0 0,1 0 0,-2 0 0,1 0 0,-1 1 0,0 0 0,-1 0 0,1 0 0,-1 1 0,-9-5 0,13 8 0,-1 0 0,1 0 0,-1 0 0,0 1 0,0 0 0,0-1 0,0 1 0,0 1 0,0-1 0,-6 0 0,7 1 0,1 1 0,0-1 0,0 0 0,-1 1 0,1-1 0,0 1 0,0 0 0,0 0 0,0 0 0,0 0 0,0 0 0,0 0 0,0 1 0,0-1 0,0 0 0,1 1 0,-1 0 0,1-1 0,-3 5 0,3-5 0,0 0 0,0 0 0,0 0 0,0 1 0,1-1 0,-1 0 0,0 1 0,1-1 0,-1 0 0,1 1 0,-1-1 0,1 1 0,0-1 0,0 1 0,0-1 0,0 1 0,0-1 0,0 0 0,0 1 0,0-1 0,0 1 0,1-1 0,-1 1 0,1 1 0,1-1 0,-1 0 0,1 0 0,0 1 0,-1-1 0,1-1 0,0 1 0,0 0 0,0 0 0,1-1 0,-1 1 0,0-1 0,4 2 0,5 2 0,1-1 0,-1 0 0,1-1 0,20 4 0,-16-6 0,-1 0 0,1-1 0,0-1 0,-1 0 0,1-1 0,18-6 0,24-2 0,-57 10 0,0 0 0,0-1 0,0 1 0,1 0 0,-1 0 0,0 0 0,0 0 0,0 0 0,0 0 0,0 0 0,0 1 0,0-1 0,0 0 0,0 0 0,0 1 0,0-1 0,0 1 0,0-1 0,0 1 0,0-1 0,0 1 0,-1 0 0,1-1 0,0 1 0,0 0 0,-1 0 0,1-1 0,0 1 0,-1 0 0,1 0 0,-1 0 0,1 0 0,-1 0 0,1 0 0,-1 0 0,0 0 0,1 0 0,-1 2 0,11 17 0,-10-19 0,1 0 0,-1 0 0,1 0 0,0 0 0,-1 0 0,1 0 0,0-1 0,0 1 0,0-1 0,0 1 0,-1-1 0,1 0 0,0 0 0,0 0 0,0 0 0,0 0 0,0 0 0,0 0 0,0 0 0,-1-1 0,1 1 0,3-2 0,45-18 0,-43 17 0,21-10 0,32-19 0,-52 26 0,1 1 0,-1-2 0,0 1 0,-1-1 0,0 0 0,0 0 0,11-15 0,-8-2 0,-9 11 0,-1 13 0,0 0 0,0-1 0,0 1 0,0 0 0,0 0 0,0 0 0,0-1 0,0 1 0,0 0 0,0 0 0,0 0 0,0-1 0,0 1 0,-1 0 0,1 0 0,0 0 0,0 0 0,0 0 0,0-1 0,0 1 0,-1 0 0,1 0 0,0 0 0,0 0 0,0 0 0,-1 0 0,1 0 0,0 0 0,0-1 0,0 1 0,0 0 0,-1 0 0,1 0 0,0 0 0,0 0 0,-1 0 0,1 0 0,0 0 0,0 0 0,0 0 0,-1 1 0,0-1 0,0 1 0,0-1 0,0 1 0,1 0 0,-1-1 0,0 1 0,0 0 0,0 0 0,1-1 0,-1 1 0,0 0 0,1 0 0,-1 0 0,1 0 0,-1 0 0,1 0 0,0 0 0,-1 0 0,1 0 0,0 0 0,-1 2 0,-3 25 0,4-28 0,-2 33 0,1 1 0,2-1 0,8 52 0,27 100 0,-21-112 0,-6-30 0,18 101 0,-25-128 0,-1 1 0,-1 0 0,0 0 0,-1 0 0,-1 0 0,-5 22 0,6-35 0,1-1 0,-2 1 0,1-1 0,0 1 0,-1-1 0,1 1 0,-1-1 0,0 0 0,0 0 0,0 0 0,-1 0 0,1 0 0,-1-1 0,0 1 0,1-1 0,-1 1 0,0-1 0,0 0 0,-1 0 0,1 0 0,-5 1 0,4-2 0,0 0 0,0-1 0,0 1 0,0-1 0,0 0 0,0 0 0,0 0 0,-1 0 0,1-1 0,0 0 0,0 0 0,0 0 0,0 0 0,1-1 0,-1 1 0,0-1 0,0 0 0,-5-5 0,0 1 0,1-1 0,-1 0 0,2-1 0,-1 1 0,1-2 0,0 1 0,1-1 0,0 0 0,0 0 0,1-1 0,0 1 0,1-1 0,0 0 0,1-1 0,0 1 0,0-1 0,1 1 0,1-1 0,-1 0 0,2-12 0,-1 5 0,2 0 0,0 0 0,1 0 0,1 0 0,1 1 0,0-1 0,2 1 0,0 0 0,0 0 0,2 1 0,13-24 0,-10 24-97,1 0-1,1 1 1,0 0-1,1 1 1,0 0-1,1 1 1,1 1-1,0 0 1,1 1-1,0 1 1,0 0-1,1 2 0,29-11 1,-7 8-6729</inkml:trace>
</inkml:ink>
</file>

<file path=ppt/ink/ink2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5:58:11.796"/>
    </inkml:context>
    <inkml:brush xml:id="br0">
      <inkml:brushProperty name="width" value="0.05" units="cm"/>
      <inkml:brushProperty name="height" value="0.05" units="cm"/>
    </inkml:brush>
  </inkml:definitions>
  <inkml:trace contextRef="#ctx0" brushRef="#br0">829 431 24575,'0'-1'0,"0"0"0,0 0 0,-1 0 0,1 0 0,0 0 0,-1 0 0,1 0 0,-1 0 0,1 0 0,-1 0 0,0 0 0,1 0 0,-1 0 0,0 0 0,0 1 0,0-1 0,0 0 0,1 1 0,-1-1 0,0 0 0,0 1 0,0-1 0,-2 0 0,-25-7 0,18 8 0,1 1 0,-1-1 0,1 2 0,0-1 0,-1 1 0,1 1 0,0 0 0,0 0 0,0 1 0,1 0 0,-1 0 0,1 1 0,-12 9 0,-11 9 0,-53 52 0,30-20 0,2 2 0,3 2 0,2 3 0,4 2 0,1 1 0,4 2 0,3 2 0,3 1 0,3 2 0,3 0 0,3 2 0,4 1 0,-12 86 0,26-109 0,1 0 0,3 0 0,2 0 0,2 0 0,2 0 0,20 82 0,-16-102 0,1 0 0,1-1 0,2 0 0,0-1 0,3-1 0,0 0 0,2-1 0,1-1 0,1 0 0,1-2 0,37 35 0,-28-34-26,2-2 0,1 0-1,0-3 1,70 34 0,-52-33-70,1-3-1,106 26 1,-34-24-44,0-6 0,183 1 0,148-21-574,700-95-1,-710 21 742,-336 52-72,-2-4 0,106-47 0,-165 56-20,-1-1 0,-1-3 0,-1-2-1,-1-1 1,-2-3 0,-1-1-1,-2-2 1,51-57 0,-62 58 69,-2 0 1,-1-2 0,-2-1 0,-1 0-1,-2-2 1,-2 0 0,-1-1 0,-3-1-1,-1-1 1,13-68 0,-20 70 188,-2-1-1,-1 1 1,-3-1-1,-1 1 1,-1 0 0,-3-1-1,-1 1 1,-2 1-1,-2-1 1,-1 2-1,-2-1 1,-2 2 0,-2-1-1,-31-52 1,-17-8-185,-4 4-1,-120-127 1,133 161-8,-3 2 0,-3 3 0,-80-57 0,101 85 0,0 2 0,-2 1 0,-1 2 0,0 2 0,-2 3 0,-84-23 0,58 27 0,-1 2 0,-85-1 0,-148 12 0,218 1 0,-1 0 0,-389 14 0,347-5 0,-212 45 0,206-20 0,3 7 0,-193 86 0,314-122 0,-67 33 0,72-34 0,1-1 0,0 1 0,0 0 0,0 1 0,0 0 0,1 0 0,-9 11 0,5 7-1365,8-4-5461</inkml:trace>
</inkml:ink>
</file>

<file path=ppt/ink/ink2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5:58:13.563"/>
    </inkml:context>
    <inkml:brush xml:id="br0">
      <inkml:brushProperty name="width" value="0.05" units="cm"/>
      <inkml:brushProperty name="height" value="0.05" units="cm"/>
    </inkml:brush>
  </inkml:definitions>
  <inkml:trace contextRef="#ctx0" brushRef="#br0">112 444 24575,'1'-1'0,"0"0"0,-1 0 0,1 0 0,0-1 0,0 1 0,-1 0 0,1-1 0,0 1 0,-1 0 0,0-1 0,1 1 0,-1-1 0,0 1 0,0-1 0,1 1 0,-1-1 0,-1 1 0,1-1 0,0 1 0,0-1 0,0 1 0,-1-1 0,1 1 0,-1 0 0,1-1 0,-1 1 0,1-1 0,-3-1 0,3 3 0,0 0 0,0-1 0,0 1 0,0 0 0,-1 0 0,1 0 0,0 0 0,0 0 0,0-1 0,0 1 0,-1 0 0,1 0 0,0 0 0,0 0 0,-1 0 0,1 0 0,0 0 0,0 0 0,0 0 0,-1 0 0,1 0 0,0 0 0,0 0 0,-1 0 0,1 0 0,0 0 0,0 0 0,0 0 0,-1 0 0,1 0 0,0 1 0,0-1 0,0 0 0,-1 0 0,1 0 0,0 0 0,0 0 0,0 1 0,0-1 0,-1 0 0,1 0 0,0 0 0,0 0 0,0 1 0,0-1 0,0 0 0,0 0 0,-1 0 0,1 1 0,0-1 0,0 0 0,0 0 0,0 1 0,0-1 0,-4 14 0,0 28 0,1 72 0,0-9 0,2-65 0,1-23 0,-1-1 0,0 0 0,-6 28 0,7-44 0,0 0 0,0 0 0,0 1 0,0-1 0,0 0 0,0 0 0,0 1 0,-1-1 0,1 0 0,0 0 0,0 1 0,0-1 0,0 0 0,0 0 0,0 0 0,0 1 0,-1-1 0,1 0 0,0 0 0,0 0 0,0 1 0,-1-1 0,1 0 0,0 0 0,0 0 0,0 0 0,-1 0 0,1 0 0,0 0 0,0 1 0,-1-1 0,1 0 0,-1 0 0,-5-7 0,-4-16 0,10 22 0,-14-41 0,2-1 0,2 0 0,1-1 0,3 0 0,2 0 0,1-1 0,3 1 0,1-1 0,11-68 0,-8 95 0,-1 1 0,2-1 0,1 1 0,0 0 0,1 0 0,1 0 0,0 1 0,14-20 0,-15 27 0,-1 1 0,2 0 0,-1 0 0,1 0 0,0 1 0,1 0 0,0 1 0,0 0 0,0 0 0,1 1 0,0 0 0,0 1 0,0 0 0,0 0 0,12-2 0,-13 4 0,1 0 0,-1 1 0,0 0 0,0 1 0,1 0 0,-1 0 0,0 1 0,0 0 0,0 1 0,0 0 0,13 4 0,-18-4 0,0 0 0,0 0 0,0 0 0,0 1 0,0 0 0,0-1 0,-1 1 0,0 0 0,1 1 0,-1-1 0,0 0 0,-1 1 0,1 0 0,0 0 0,-1 0 0,0 0 0,0 0 0,0 0 0,-1 0 0,0 1 0,1-1 0,-1 1 0,-1-1 0,1 1 0,0 4 0,-1 2 0,-1 1 0,0-1 0,-1 0 0,0 1 0,0-1 0,-1 0 0,-1 0 0,0-1 0,0 1 0,-1-1 0,0 0 0,-11 15 0,-5 5 0,-2-1 0,-41 42 0,-54 36 0,117-106 0,0 0 0,0 0 0,0 0 0,0 0 0,0 0 0,0 0 0,1 0 0,-1 0 0,0 1 0,1-1 0,-1 0 0,1 1 0,-2 1 0,2-2 0,0-1 0,1 1 0,-1-1 0,0 1 0,0-1 0,0 0 0,0 1 0,0-1 0,0 1 0,1-1 0,-1 0 0,0 1 0,0-1 0,1 1 0,-1-1 0,0 0 0,1 1 0,-1-1 0,0 0 0,1 0 0,-1 1 0,0-1 0,1 0 0,-1 0 0,0 0 0,1 1 0,-1-1 0,1 0 0,5 1 0,-1 0 0,1 0 0,-1 0 0,1-1 0,7 0 0,-3 0 0,13 1 0,1 1 0,-1 1 0,0 1 0,24 8 0,-34-8 0,-1 0 0,0 1 0,0 1 0,0 0 0,-1 0 0,0 1 0,0 1 0,18 15 0,-27-21 0,1 1 0,0-1 0,-1 1 0,0 0 0,0 0 0,1 0 0,-2 0 0,1 0 0,0 0 0,-1 1 0,1-1 0,-1 0 0,0 1 0,0-1 0,-1 1 0,1-1 0,-1 1 0,1 0 0,-1-1 0,0 1 0,0-1 0,-1 1 0,0 3 0,-1-1 0,0-1 0,0 0 0,-1 0 0,1 0 0,-1 0 0,-1 0 0,1 0 0,0-1 0,-1 0 0,0 0 0,0 0 0,0 0 0,-1 0 0,-4 2 0,-6 3 34,1 0 1,-1-2-1,0 0 0,-1 0 0,1-2 0,-1 0 0,0 0 0,-1-2 0,-32 4 1,33-6-191,1 0 1,-1-2 0,0 1 0,0-2 0,1 0 0,-1-1 0,1 0-1,-1-1 1,1-1 0,-23-11 0,8-1-6671</inkml:trace>
</inkml:ink>
</file>

<file path=ppt/ink/ink2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5:58:13.718"/>
    </inkml:context>
    <inkml:brush xml:id="br0">
      <inkml:brushProperty name="width" value="0.05" units="cm"/>
      <inkml:brushProperty name="height" value="0.05" units="cm"/>
    </inkml:brush>
  </inkml:definitions>
  <inkml:trace contextRef="#ctx0" brushRef="#br0">1 3 24575,'2'0'0,"1"-2"0</inkml:trace>
</inkml:ink>
</file>

<file path=ppt/ink/ink2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5:58:14.641"/>
    </inkml:context>
    <inkml:brush xml:id="br0">
      <inkml:brushProperty name="width" value="0.05" units="cm"/>
      <inkml:brushProperty name="height" value="0.05" units="cm"/>
    </inkml:brush>
  </inkml:definitions>
  <inkml:trace contextRef="#ctx0" brushRef="#br0">41 86 24575,'-1'0'0,"-1"0"0,1 0 0,-1 0 0,0 0 0,1 0 0,-1 1 0,0-1 0,1 0 0,-1 1 0,1-1 0,-1 1 0,1 0 0,-1-1 0,1 1 0,-1 0 0,1 0 0,0 0 0,-1 0 0,1 0 0,0 0 0,-2 2 0,2-1 0,0 1 0,0-1 0,0 1 0,0-1 0,1 1 0,-1-1 0,1 1 0,-1 0 0,1-1 0,0 1 0,0 0 0,1 4 0,2 21 0,2 1 0,1-1 0,1-1 0,1 1 0,2-1 0,1-1 0,1 0 0,1 0 0,20 30 0,-32-55 0,0 1 0,0 0 0,0-1 0,0 1 0,0-1 0,1 1 0,-1-1 0,1 0 0,-1 1 0,1-1 0,-1 0 0,1 0 0,-1 0 0,1 0 0,0 0 0,0 0 0,0-1 0,-1 1 0,1-1 0,0 1 0,3 0 0,-3-2 0,1 1 0,-1-1 0,1 0 0,-1 1 0,0-1 0,0 0 0,1 0 0,-1-1 0,0 1 0,0 0 0,0-1 0,0 1 0,0-1 0,-1 0 0,1 1 0,2-5 0,9-10 0,-1-1 0,0 0 0,-1-1 0,-1 0 0,-1-1 0,-1 0 0,-1 0 0,8-30 0,-5 7 0,-2 1 0,-2-1 0,1-48 0,-6 63 0,-2 22 0,1 17 0,0-8 0,2 138 0,-1-127 0,1 0 0,1 0 0,0 0 0,1 0 0,1 0 0,0-1 0,9 18 0,-12-29 0,-1 0 0,1 0 0,-1 0 0,1 0 0,0-1 0,0 1 0,0-1 0,1 1 0,-1-1 0,0 0 0,1 1 0,0-1 0,-1-1 0,1 1 0,0 0 0,0-1 0,0 1 0,0-1 0,1 0 0,-1 0 0,0 0 0,0 0 0,1-1 0,-1 1 0,0-1 0,1 0 0,-1 0 0,0 0 0,1-1 0,-1 1 0,0-1 0,0 0 0,1 1 0,-1-1 0,0-1 0,0 1 0,5-3 0,1-1 0,0-1 0,-1 0 0,1 0 0,-2 0 0,1-1 0,-1-1 0,0 1 0,0-1 0,-1 0 0,0 0 0,6-12 0,-5 5 0,0-1 0,-2 1 0,0-1 0,0 0 0,-2-1 0,4-32 0,-9 78 0,4 56 0,-1-73 0,0-1 0,1 1 0,1-1 0,0 1 0,0-1 0,1 0 0,10 19 0,-12-28-114,-1 1 1,1 0-1,0-1 0,0 0 0,0 1 1,0-1-1,0 0 0,1 0 0,-1 0 1,0 0-1,6 2 0,6 1-6712</inkml:trace>
</inkml:ink>
</file>

<file path=ppt/ink/ink2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5:58:14.793"/>
    </inkml:context>
    <inkml:brush xml:id="br0">
      <inkml:brushProperty name="width" value="0.05" units="cm"/>
      <inkml:brushProperty name="height" value="0.05" units="cm"/>
    </inkml:brush>
  </inkml:definitions>
  <inkml:trace contextRef="#ctx0" brushRef="#br0">117 39 24575,'-5'-5'0,"-3"-4"0,-4 0 0,-4 1 0,-2 2 0,0 5 0,3 4 0,4 5 0,4 2 0,3 3 0,2 2 0,2-3-8191</inkml:trace>
</inkml:ink>
</file>

<file path=ppt/ink/ink2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5:58:15.014"/>
    </inkml:context>
    <inkml:brush xml:id="br0">
      <inkml:brushProperty name="width" value="0.05" units="cm"/>
      <inkml:brushProperty name="height" value="0.05" units="cm"/>
    </inkml:brush>
  </inkml:definitions>
  <inkml:trace contextRef="#ctx0" brushRef="#br0">15 0 24575,'-3'0'0,"0"2"0,0 4 0,1 3 0,0 4 0,1 8 0,1 9 0,-1 8 0,4 8 0,2 9 0,2 5 0,1 4 0,2 0 0,1 0 0,2-5 0,1-6 0,0-9 0,-2-11-8191</inkml:trace>
</inkml:ink>
</file>

<file path=ppt/ink/ink2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5:58:15.494"/>
    </inkml:context>
    <inkml:brush xml:id="br0">
      <inkml:brushProperty name="width" value="0.05" units="cm"/>
      <inkml:brushProperty name="height" value="0.05" units="cm"/>
    </inkml:brush>
  </inkml:definitions>
  <inkml:trace contextRef="#ctx0" brushRef="#br0">244 592 24575,'2'-2'0,"-1"-1"0,1 1 0,-1 0 0,0-1 0,0 1 0,0-1 0,0 1 0,0-1 0,-1 1 0,1-1 0,-1 0 0,1 1 0,-1-1 0,0 0 0,-1-3 0,-5-40 0,4 38 0,-1 0 0,0 0 0,-1 0 0,1 0 0,-2 1 0,1 0 0,-1 0 0,0 0 0,0 0 0,-1 1 0,-9-9 0,13 13 0,-1 0 0,0-1 0,0 1 0,0 0 0,0 0 0,-1 1 0,1-1 0,0 0 0,-1 1 0,1 0 0,-1 0 0,1 0 0,-1 1 0,0-1 0,1 1 0,-1 0 0,0 0 0,0 0 0,1 0 0,-1 0 0,0 1 0,1 0 0,-1 0 0,1 0 0,-1 0 0,1 0 0,-1 1 0,-4 3 0,1-1 0,1 2 0,0-1 0,0 1 0,0 0 0,1 0 0,0 0 0,0 1 0,0 0 0,1 0 0,0 0 0,0 0 0,1 1 0,0-1 0,-2 12 0,2-9 0,0-1 0,1 1 0,1 0 0,0 0 0,0 0 0,1 0 0,0 0 0,1 1 0,0-1 0,0 0 0,5 13 0,-6-20 0,1 0 0,0 0 0,1 0 0,-1-1 0,0 1 0,1 0 0,-1-1 0,1 1 0,0-1 0,0 0 0,0 0 0,0 1 0,0-1 0,0-1 0,1 1 0,-1 0 0,1 0 0,4 2 0,-3-3 0,-1 0 0,1-1 0,0 1 0,-1-1 0,1 1 0,0-1 0,-1 0 0,1-1 0,0 1 0,-1 0 0,1-1 0,-1 0 0,6-2 0,2-1 0,0-1 0,0 0 0,0-1 0,-1-1 0,0 0 0,0 0 0,0 0 0,10-12 0,-6 3 0,-1-1 0,0-1 0,-1 0 0,-1 0 0,-1-1 0,0 0 0,-2-1 0,0 0 0,-1-1 0,8-41 0,-8 18 0,-1 0 0,-3-1 0,-1 0 0,-5-56 0,2 87 0,-3-26 0,4 38 0,-1-1 0,1 1 0,-1-1 0,0 1 0,1-1 0,-1 1 0,-1-1 0,1 1 0,0 0 0,0 0 0,-4-4 0,5 6 0,0 0 0,0 0 0,0 0 0,0-1 0,-1 1 0,1 0 0,0 0 0,0 0 0,0 0 0,-1 0 0,1 0 0,0-1 0,0 1 0,0 0 0,-1 0 0,1 0 0,0 0 0,0 0 0,0 0 0,-1 0 0,1 0 0,0 0 0,0 0 0,-1 0 0,1 0 0,0 0 0,0 0 0,-1 0 0,1 0 0,0 0 0,0 1 0,0-1 0,-1 0 0,1 0 0,0 0 0,0 0 0,0 0 0,0 0 0,-1 1 0,1-1 0,0 0 0,-6 13 0,1 16 0,4-2 0,1 1 0,1 0 0,6 29 0,19 83 0,-24-133 0,15 67-682,40 111-1,-39-140-6143</inkml:trace>
</inkml:ink>
</file>

<file path=ppt/ink/ink2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5:58:16.039"/>
    </inkml:context>
    <inkml:brush xml:id="br0">
      <inkml:brushProperty name="width" value="0.05" units="cm"/>
      <inkml:brushProperty name="height" value="0.05" units="cm"/>
    </inkml:brush>
  </inkml:definitions>
  <inkml:trace contextRef="#ctx0" brushRef="#br0">2525 345 24575,'-9'-4'0,"-1"0"0,0-1 0,1 0 0,-13-9 0,-13-7 0,-8 0-44,-1 1 0,0 3-1,-2 2 1,0 2-1,-56-9 1,38 13-112,0 3-1,-1 3 1,-86 6-1,38 9-102,0 5 0,1 4-1,1 6 1,-113 43 0,110-29 165,2 5 1,-165 94-1,223-108 75,1 2 0,2 3 1,1 2-1,3 2 0,1 2 1,-70 86-1,95-102-11,2 0 1,1 2-1,2 0 0,0 1 1,2 1-1,1 0 1,2 1-1,1 0 0,2 1 1,1 0-1,1 0 0,2 1 1,1-1-1,2 1 1,1 0-1,2-1 0,1 1 1,1-1-1,2 1 0,2-1 1,1-1-1,1 0 1,23 49-1,-15-47 30,0-1 0,2-1 0,2 0 0,1-2 0,1 0 0,1-2 0,32 27 0,-22-25 0,1-2 0,2-2 0,1-1 0,0-2 0,60 26 0,-38-26 0,0-2 0,1-3 0,1-2 0,1-4 0,0-2 0,1-3 0,-1-2 0,107-7 0,-78-7 0,-1-3 0,0-4 0,-1-5 0,-1-3 0,113-46 0,-126 37 0,-2-2 0,-2-4 0,-1-3 0,-2-3 0,-3-4 0,75-67 0,-106 82 0,-2-2 0,0-2 0,-3-1 0,-1-1 0,-2-1 0,-2-2 0,-2 0 0,-2-2 0,-2-1 0,-1 0 0,-3-2 0,-2 0 0,-2 0 0,-2-1 0,-2 0 0,-3-1 0,-1-97 0,-6 99-34,-2 0-1,-3 0 1,-2 1-1,-1 0 1,-3 0-1,-2 1 1,-1 1-1,-3 0 1,-47-81-1,48 98 33,-1 1 0,-2 1 0,0 1 0,-2 1 0,0 1 0,-42-31 0,42 38 112,0 1-1,-1 1 0,0 2 0,-1 0 1,0 1-1,-1 2 0,0 1 0,-43-8 1,48 12 208,-1 2-1,0 0 1,0 2 0,-39 3 0,48-1-387,-1 0 0,1 1 0,0 0-1,0 1 1,1 1 0,-1 0 0,1 1-1,-21 13 1,-7 12-6402</inkml:trace>
</inkml:ink>
</file>

<file path=ppt/ink/ink2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5:58:16.414"/>
    </inkml:context>
    <inkml:brush xml:id="br0">
      <inkml:brushProperty name="width" value="0.05" units="cm"/>
      <inkml:brushProperty name="height" value="0.05" units="cm"/>
    </inkml:brush>
  </inkml:definitions>
  <inkml:trace contextRef="#ctx0" brushRef="#br0">13 94 24575,'-3'0'0,"-2"0"0,1 0 0,4 0 0,7-3 0,6 0 0,7-2 0,7-3 0,8 0 0,8-1 0,6-1 0,4-2 0,1 2 0,1-1 0,-3 3 0,-9 1-8191</inkml:trace>
</inkml:ink>
</file>

<file path=ppt/ink/ink2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5:58:16.597"/>
    </inkml:context>
    <inkml:brush xml:id="br0">
      <inkml:brushProperty name="width" value="0.05" units="cm"/>
      <inkml:brushProperty name="height" value="0.05" units="cm"/>
    </inkml:brush>
  </inkml:definitions>
  <inkml:trace contextRef="#ctx0" brushRef="#br0">21 50 24575,'-2'-2'0,"-1"-1"0,1 1 0,0 0 0,0-1 0,1 0 0,-1 1 0,0-1 0,-1-5 0,2 7 0,1 1 0,0-1 0,0 1 0,0-1 0,0 0 0,0 1 0,0-1 0,0 1 0,0-1 0,0 0 0,0 1 0,0-1 0,1 1 0,-1-1 0,0 0 0,0 1 0,0-1 0,1 1 0,-1-1 0,1 0 0,0 0 0,0 0 0,0 0 0,0 1 0,0-1 0,0 0 0,0 1 0,1-1 0,-1 1 0,0-1 0,0 1 0,0-1 0,1 1 0,1-1 0,2 1 0,-1 0 0,0 0 0,0 0 0,0 1 0,0-1 0,0 1 0,1 0 0,-1 0 0,0 1 0,-1-1 0,1 1 0,0 0 0,0 0 0,-1 0 0,5 4 0,2 1 0,0 0 0,-1 1 0,-1 1 0,10 10 0,-9-7-72,0 0 1,-1 1-1,0 0 0,-1 1 0,0 0 0,-1 0 0,-1 0 0,0 1 1,-1-1-1,-1 1 0,0 0 0,-1 1 0,0-1 0,-2 0 0,0 1 1,0-1-1,-1 0 0,-4 16 0,-5 13-6754</inkml:trace>
</inkml:ink>
</file>

<file path=ppt/ink/ink2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5:58:18.094"/>
    </inkml:context>
    <inkml:brush xml:id="br0">
      <inkml:brushProperty name="width" value="0.05" units="cm"/>
      <inkml:brushProperty name="height" value="0.05" units="cm"/>
    </inkml:brush>
  </inkml:definitions>
  <inkml:trace contextRef="#ctx0" brushRef="#br0">1 509 24575,'0'-5'0,"1"1"0,0-1 0,0 1 0,0 0 0,1-1 0,-1 1 0,1 0 0,0 0 0,0 0 0,0 0 0,1 0 0,0 0 0,-1 1 0,1-1 0,5-3 0,4-5 0,1 1 0,23-16 0,25-12 0,1 3 0,130-56 0,-84 52 0,124-30 0,-80 36-163,301-28 1,164 46-541,-275 27 295,666 112-1,-711-61 262,-2 13 1,417 165-1,-564-179 147,-3 7 0,-3 6 0,-3 6 0,-4 6 0,229 192 0,88 175-384,-36 34 0,235 359 1918,-547-706-1285,-17-26 162,171 174-1,-202-235-320,3-2 0,1-3 0,2-3-1,127 69 1,-143-93-90,0-2 0,2-2 0,0-2 0,1-2 0,0-3 0,1-1 0,92 3 0,18-12 0,178-23 0,-206 12 0,-35 3 0,49-5 0,180 7 0,-294 9 0,0 2 0,37 10 0,9 2 0,-77-17 0,1 1 0,-1-1 0,0 0 0,0 0 0,1 1 0,-1-1 0,0 0 0,1 0 0,-1 0 0,0-1 0,0 1 0,1 0 0,-1 0 0,0-1 0,0 1 0,0-1 0,1 1 0,0-1 0,-3-7 0,-11-3 0,4 5-151,0 0-1,0 0 0,0-1 0,1 0 1,-1 0-1,2-1 0,-1 0 1,-8-14-1,8 7-6674</inkml:trace>
</inkml:ink>
</file>

<file path=ppt/ink/ink2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5:58:18.548"/>
    </inkml:context>
    <inkml:brush xml:id="br0">
      <inkml:brushProperty name="width" value="0.05" units="cm"/>
      <inkml:brushProperty name="height" value="0.05" units="cm"/>
    </inkml:brush>
  </inkml:definitions>
  <inkml:trace contextRef="#ctx0" brushRef="#br0">185 42 24575,'-18'-8'0,"-1"1"0,0 0 0,0 2 0,-1 1 0,1 0 0,-26-1 0,44 4 0,-1 1 0,1 0 0,0 0 0,0 0 0,0 0 0,0 0 0,-1 0 0,1 0 0,0 0 0,0 0 0,0 1 0,0-1 0,-1 0 0,1 1 0,0-1 0,0 1 0,0-1 0,0 1 0,0-1 0,-1 2 0,2-1 0,-1 0 0,1-1 0,0 1 0,0 0 0,0-1 0,0 1 0,0 0 0,0-1 0,0 1 0,0 0 0,1 0 0,-1-1 0,0 1 0,0 0 0,0-1 0,1 1 0,-1 0 0,0-1 0,1 1 0,-1-1 0,1 1 0,-1 0 0,1 0 0,5 5 0,-1 0 0,1-1 0,0 1 0,10 6 0,233 128 0,-7-5 0,-241-135 0,4 3 0,0 1 0,1 0 0,-2 0 0,1 0 0,7 8 0,-11-11 0,-1 0 0,1 0 0,-1 0 0,1 0 0,-1 0 0,1 0 0,-1 0 0,0 0 0,1 0 0,-1 0 0,0 0 0,0 0 0,0 0 0,0 0 0,0 0 0,0 0 0,0 0 0,0 0 0,0 0 0,0 0 0,-1 0 0,1 0 0,0 0 0,-1 0 0,1 0 0,-1 0 0,1 0 0,-1 0 0,1-1 0,-1 1 0,0 0 0,1 0 0,-1-1 0,0 1 0,0 0 0,0-1 0,1 1 0,-1 0 0,0-1 0,0 1 0,-2 0 0,-135 71 0,47-26 0,-69 49 0,137-78 0,0 0 0,1 2 0,1 0 0,-28 33 0,24-13 0,19-17 0,6-21 0,0-1 0,0 1 0,0 0 0,0-1 0,0 1 0,1 0 0,-1-1 0,0 1 0,0 0 0,1-1 0,-1 1 0,0 0 0,1-1 0,-1 1 0,0-1 0,1 1 0,-1-1 0,1 1 0,-1-1 0,1 1 0,-1-1 0,1 0 0,0 1 0,-1-1 0,1 0 0,0 1 0,1-1-85,-1 1 0,1-1-1,-1 0 1,1 0 0,-1 0-1,0 0 1,1 0 0,-1 0-1,1 0 1,-1-1 0,1 1-1,-1 0 1,0-1 0,1 1-1,1-2 1,9-3-6741</inkml:trace>
</inkml:ink>
</file>

<file path=ppt/ink/ink2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5:58:23.966"/>
    </inkml:context>
    <inkml:brush xml:id="br0">
      <inkml:brushProperty name="width" value="0.05" units="cm"/>
      <inkml:brushProperty name="height" value="0.05" units="cm"/>
    </inkml:brush>
  </inkml:definitions>
  <inkml:trace contextRef="#ctx0" brushRef="#br0">574 745 24575,'-1'45'0,"-2"0"0,-12 54 0,-27 87 0,11-54 0,-45 232-122,-52 229-349,-27-7 182,130-507 293,-4 11-25,-34 180-1,60-255 20,2 0 1,0 1-1,1-1 0,0 0 0,1 1 0,4 18 0,-3-28 11,-1 0-1,1 0 1,0 0-1,1-1 0,-1 1 1,1 0-1,0-1 1,1 0-1,-1 0 0,1 0 1,0 0-1,0-1 1,1 1-1,-1-1 0,1 0 1,0 0-1,0-1 1,7 4-1,-1-1 84,1-1 1,1 0-1,-1-1 1,1-1-1,0 0 1,0 0-1,13 0 0,96 0-73,-115-4-10,424-33-873,-239 14 613,1411-38-2899,5 105-1194,-1109-27 3952,-345-14 374,1180 26-351,-1299-32 472,47 0 774,148-18 0,-221 17-606,0-1 1,-1 1-1,1-2 0,-1 1 0,1-1 0,-1-1 0,15-8 1,-20 10-120,0 0 0,-1 0 0,0 0 0,1-1 0,-1 1 0,0-1 0,0 1 0,0-1 0,0 0 0,-1 0 0,1 0 0,-1 0 0,0 0 0,0 0 0,0 0 0,0 0 0,0 0 0,-1 0 0,1-1 0,-1 1 0,0 0 0,0 0 0,-1-6 0,-3-19 210,-2 0 1,0 0-1,-19-47 1,-2-7-93,9 12-300,4 0-1,3-1 1,-4-108 0,15 82-72,3 0 0,19-103 0,11 19-164,9 2-1,84-228 0,57-56-1064,23 11 1410,-113 252-566,-74 159 425,9-20 44,38-115 0,-63 167 69,-1 0 1,0 0-1,0-1 1,-1 1-1,-1 0 1,1 0 0,-2-1-1,-1-12 1,2 19 20,-1-1 1,0 1 0,0-1 0,-1 0 0,1 1-1,-1 0 1,0-1 0,0 1 0,0 0 0,0 0-1,0 0 1,-1 0 0,1 0 0,-1 1 0,0-1-1,0 1 1,0 0 0,0 0 0,0 0 0,0 0-1,-1 0 1,-6-2 0,-4 0 10,-1 0 0,0 1 0,1 0 0,-1 2 0,0-1 0,-24 2 0,-97 13 240,96-8-301,-484 61-1195,-251 29-912,-2224 190-3234,2539-245 5048,270-23 305,-835 52 1079,988-68-149,-1-1 0,-37-6 0,42-3 245,33 9-1198,-1 0 0,1 0 0,-1 0 0,1-1 0,0 1 0,-1 0-1,1 0 1,-1 0 0,1 0 0,0-1 0,-1 1 0,1 0 0,-1 0 0,1-1 0,0 1 0,-1 0-1,1-1 1,0 1 0,0 0 0,-1-1 0,1 1 0,0 0 0,0-1 0,-1 1 0,1-1 0,0 1 0,0-1-1,0 1 1,0 0 0,0-1 0,0 1 0,0-1 0,0 1 0,0-1 0,0 1 0,0-1 0,0 1-1,0 0 1,0-1 0,0 1 0,0-1 0,0 1 0,1-1 0,-1 1 0,0 0 0,0-1 0,0 1 0,1 0-1,-1-1 1,0 1 0,0 0 0,1-1 0,-1 1 0,0 0 0,1-1 0,-1 1 0,1 0 0,-1 0 0,1-1-1,14-8-5255</inkml:trace>
</inkml:ink>
</file>

<file path=ppt/ink/ink2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5:58:24.745"/>
    </inkml:context>
    <inkml:brush xml:id="br0">
      <inkml:brushProperty name="width" value="0.05" units="cm"/>
      <inkml:brushProperty name="height" value="0.05" units="cm"/>
    </inkml:brush>
  </inkml:definitions>
  <inkml:trace contextRef="#ctx0" brushRef="#br0">193 355 24575,'6'-56'0,"-1"23"0,-6 29 0,-2 8 0,-4 10 0,-55 222 0,43-149 0,-53 143 0,55-200 0,6-20 0,11-10 0,-1 0 0,1 0 0,-1 0 0,1 0 0,0 0 0,-1 0 0,1 0 0,0-1 0,-1 1 0,1 0 0,0 0 0,-1 0 0,1 0 0,0 0 0,-1-1 0,1 1 0,0 0 0,-1 0 0,1-1 0,0 1 0,0 0 0,-1 0 0,1-1 0,0 1 0,0 0 0,-1-1 0,1 1 0,0 0 0,0-1 0,0 1 0,0 0 0,0-1 0,0 1 0,-1 0 0,1-1 0,0-4 0,-1 0 0,1 0 0,0 0 0,0 0 0,0 0 0,1 0 0,0 0 0,0 0 0,0 0 0,1 0 0,-1 0 0,3-4 0,1-4 0,57-157 0,133-255 0,-190 416 0,9-21 0,1 2 0,1 0 0,2 1 0,22-28 0,-39 54 0,-1 1 0,1-1 0,0 0 0,-1 1 0,1-1 0,0 0 0,-1 1 0,1-1 0,0 0 0,0 1 0,0-1 0,-1 1 0,1 0 0,0-1 0,0 1 0,0 0 0,0-1 0,0 1 0,0 0 0,0 0 0,1 0 0,-2 0 0,1 0 0,-1 1 0,1-1 0,0 1 0,-1-1 0,1 1 0,-1-1 0,1 1 0,-1-1 0,0 1 0,1-1 0,-1 1 0,0-1 0,1 1 0,-1 0 0,0-1 0,0 1 0,1 0 0,-1-1 0,0 1 0,0 1 0,1 7 0,0 0 0,-1 0 0,0 13 0,-1-14 0,1 25 0,0 1 0,3-1 0,6 36 0,-5-52 0,0 0 0,1-1 0,1 1 0,0-1 0,1-1 0,1 1 0,18 26 0,-19-34 0,-2 1 0,1-1 0,-1 1 0,0 0 0,6 17 0,-10-22 0,0 0 0,-1 0 0,1-1 0,-1 1 0,0 0 0,0 0 0,0 0 0,0 0 0,0 0 0,-1-1 0,0 1 0,0 0 0,0 0 0,0-1 0,-1 1 0,1-1 0,-1 1 0,-3 4 0,-6 7 0,0-1 0,-1 0 0,0 0 0,-1-2 0,-1 1 0,0-2 0,-29 19 0,11-11 0,-1-1 0,-64 25 0,93-42 0,-75 25 0,70-23 0,1-1 0,-1-1 0,0 0 0,0 0 0,0 0 0,0-1 0,-10-2 0,18 2-76,0 0 1,-1 0-1,1-1 0,0 1 0,-1 0 0,1-1 0,0 0 0,-1 1 1,1-1-1,0 0 0,0 1 0,0-1 0,0 0 0,0 0 1,0 0-1,0 0 0,-2-2 0,-1-7-6750</inkml:trace>
</inkml:ink>
</file>

<file path=ppt/ink/ink2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5:58:25.307"/>
    </inkml:context>
    <inkml:brush xml:id="br0">
      <inkml:brushProperty name="width" value="0.05" units="cm"/>
      <inkml:brushProperty name="height" value="0.05" units="cm"/>
    </inkml:brush>
  </inkml:definitions>
  <inkml:trace contextRef="#ctx0" brushRef="#br0">1 299 24575,'16'-40'0,"-10"25"0,0 0 0,8-14 0,-12 26 0,0 0 0,-1 0 0,2 0 0,-1 0 0,0 0 0,1 1 0,-1-1 0,1 1 0,0 0 0,-1 0 0,1 0 0,0 0 0,0 0 0,5-1 0,-6 2 0,0 1 0,-1 0 0,1-1 0,0 1 0,0 0 0,0 0 0,0 0 0,0 1 0,0-1 0,0 0 0,-1 1 0,1 0 0,0-1 0,0 1 0,0 0 0,-1 0 0,1 0 0,0 0 0,-1 0 0,1 0 0,-1 0 0,0 0 0,1 1 0,-1-1 0,0 0 0,1 1 0,-1 0 0,0-1 0,0 1 0,0-1 0,1 4 0,2 4 0,0 0 0,0 1 0,0-1 0,3 17 0,-4-7 0,0 0 0,-1 0 0,-1 0 0,-1 0 0,-3 33 0,-24 92 0,9-54 0,17-72 0,1-18 0,0 0 0,1 1 0,-1-1 0,0 0 0,0 0 0,0 0 0,0 0 0,1 0 0,-1 0 0,0 0 0,0 0 0,0 0 0,0 0 0,1 0 0,-1 0 0,0 0 0,0 0 0,0 0 0,1 0 0,-1 0 0,0 0 0,0 0 0,0 0 0,0 0 0,1 0 0,-1 0 0,0 0 0,0 0 0,0 0 0,0 0 0,1 0 0,-1-1 0,0 1 0,0 0 0,0 0 0,0 0 0,0 0 0,1 0 0,-1-1 0,0 1 0,0 0 0,0 0 0,21-29 0,17-40 0,-4-2 0,44-131 0,-54 136 0,-23 63 0,0 0 0,0 1 0,0-1 0,0 0 0,1 1 0,-1-1 0,1 1 0,-1-1 0,1 1 0,4-4 0,-6 6 0,0 0 0,0 0 0,1 0 0,-1-1 0,0 1 0,0 0 0,1 0 0,-1 0 0,0 0 0,1 0 0,-1 0 0,0 0 0,1 0 0,-1 0 0,0 0 0,1 0 0,-1 0 0,0 0 0,0 0 0,1 0 0,-1 1 0,0-1 0,1 0 0,-1 0 0,0 0 0,0 0 0,1 0 0,-1 1 0,0-1 0,0 0 0,1 0 0,-1 1 0,0-1 0,9 20 0,12 64 0,16 58 0,-29-118 0,1 0 0,1 0 0,21 36 0,-28-56 0,-1 0 0,1 0 0,0 0 0,1 0 0,-1 0 0,1-1 0,-1 0 0,1 0 0,0 0 0,7 5 0,-9-7 0,0-1 0,1 1 0,-1 0 0,0-1 0,0 1 0,0-1 0,0 0 0,0 1 0,0-1 0,1 0 0,-1 0 0,0-1 0,0 1 0,0 0 0,0-1 0,1 1 0,-1-1 0,0 0 0,0 0 0,0 0 0,0 0 0,-1 0 0,1 0 0,0 0 0,0 0 0,2-3 0,3-4 0,1 0 0,-1 0 0,0-1 0,-1 0 0,0 0 0,-1 0 0,0-1 0,4-10 0,3-10 0,11-45 0,-7 6 0,-3 0 0,-3-1 0,2-111 0,-13 170-1365</inkml:trace>
</inkml:ink>
</file>

<file path=ppt/ink/ink2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5:58:25.662"/>
    </inkml:context>
    <inkml:brush xml:id="br0">
      <inkml:brushProperty name="width" value="0.05" units="cm"/>
      <inkml:brushProperty name="height" value="0.05" units="cm"/>
    </inkml:brush>
  </inkml:definitions>
  <inkml:trace contextRef="#ctx0" brushRef="#br0">37 299 24575,'0'-6'0,"-1"0"0,0 0 0,-1 0 0,0 0 0,0 0 0,0 0 0,-5-9 0,3 7 0,1 1 0,0-1 0,0 1 0,-1-9 0,3 11 0,0-1 0,1 0 0,0 0 0,0 1 0,0-1 0,0 0 0,1 1 0,0-1 0,1 0 0,-1 1 0,1-1 0,0 1 0,0 0 0,1 0 0,3-7 0,-1 5 0,0 1 0,0-1 0,1 1 0,0 1 0,0-1 0,0 1 0,1 0 0,0 0 0,13-6 0,-6 4 0,-1 1 0,1 1 0,1 0 0,-1 1 0,1 1 0,-1 0 0,1 1 0,0 0 0,0 2 0,0-1 0,22 4 0,-33-3 0,0 1 0,0 0 0,0 0 0,-1 0 0,1 0 0,0 1 0,0-1 0,-1 1 0,1 0 0,-1 0 0,0 0 0,0 1 0,0-1 0,0 1 0,0 0 0,4 4 0,-4-2 0,0 0 0,-1 0 0,1 0 0,-1 0 0,0 0 0,0 1 0,-1-1 0,1 1 0,-1-1 0,0 9 0,0 8 0,-2 1 0,0-1 0,-1 1 0,-10 35 0,-7 21 0,-6 32 0,22-95 0,1 0 0,1 0 0,0 1 0,3 28 0,-1-42 0,-1 0 0,0 0 0,1 0 0,0 0 0,-1 0 0,1 0 0,1 0 0,-1 0 0,0 0 0,1 0 0,-1-1 0,1 1 0,0-1 0,0 1 0,0-1 0,0 1 0,0-1 0,0 0 0,1 0 0,-1 0 0,1 0 0,0-1 0,-1 1 0,1-1 0,0 0 0,0 1 0,0-1 0,3 0 0,1 0 0,0 0 0,0-1 0,0 1 0,0-2 0,0 1 0,-1-1 0,1 0 0,0-1 0,-1 1 0,1-1 0,12-6 0,14-8-1365,-4-1-5461</inkml:trace>
</inkml:ink>
</file>

<file path=ppt/ink/ink2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5:58:25.834"/>
    </inkml:context>
    <inkml:brush xml:id="br0">
      <inkml:brushProperty name="width" value="0.05" units="cm"/>
      <inkml:brushProperty name="height" value="0.05" units="cm"/>
    </inkml:brush>
  </inkml:definitions>
  <inkml:trace contextRef="#ctx0" brushRef="#br0">309 115 24575,'-21'-9'0,"-1"1"0,0 2 0,-1 0 0,0 1 0,-31-2 0,23 3 0,2 0 0,15 3 0,0-1 0,1 0 0,-22-7 0,35 9 0,0 0 0,-1 0 0,1 0 0,0-1 0,-1 1 0,1 0 0,-1 0 0,1 0 0,0 0 0,-1-1 0,1 1 0,0 0 0,-1 0 0,1-1 0,0 1 0,0 0 0,-1 0 0,1-1 0,0 1 0,0 0 0,-1-1 0,1 1 0,0 0 0,0-2 0,6-3 0,16-2 0,39-5 167,108-5 0,65 13-1222,-189 4 411,4 0-6182</inkml:trace>
</inkml:ink>
</file>

<file path=ppt/ink/ink2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5:58:27.340"/>
    </inkml:context>
    <inkml:brush xml:id="br0">
      <inkml:brushProperty name="width" value="0.05" units="cm"/>
      <inkml:brushProperty name="height" value="0.05" units="cm"/>
    </inkml:brush>
  </inkml:definitions>
  <inkml:trace contextRef="#ctx0" brushRef="#br0">172 453 24575,'-16'-7'0,"-1"0"0,0 0 0,0 2 0,-1 0 0,1 1 0,-1 1 0,-34-2 0,283-13 0,-143 9 0,1533-162-2607,-1550 163 2599,159-21 654,-406 52 1323,174-23-1969,-1 0 0,0 0 0,0 0 0,0-1 0,1 1 0,-1-1 0,0 1 0,1-1 0,-1 0 0,0 0 0,-3-2 0,5 3 0,1-1 0,-1 1 0,1 0 0,0-1 0,-1 1 0,1-1 0,-1 1 0,1-1 0,0 1 0,0-1 0,-1 1 0,1-1 0,0 1 0,0-1 0,-1 1 0,1-1 0,0 1 0,0-1 0,0 1 0,0-1 0,0 1 0,0-2 0,0 1 0,1-1 0,-1 1 0,0 0 0,1-1 0,0 1 0,-1 0 0,1 0 0,0-1 0,0 1 0,-1 0 0,1 0 0,0 0 0,2-1 0,11-10 0,0 1 0,1 1 0,1 1 0,-1 0 0,1 1 0,28-10 0,35-19 0,-77 36 0,-1 1 0,0-1 0,0 1 0,1-1 0,-1 0 0,0 0 0,0 1 0,0-1 0,0 0 0,0 0 0,0 0 0,0 0 0,0 0 0,-1 0 0,1-1 0,0 1 0,-1 0 0,1 0 0,-1 0 0,1-1 0,-1 1 0,1 0 0,-1-1 0,0 1 0,0 0 0,1-1 0,-1-1 0,-1 2 0,0 0 0,1 0 0,-1 0 0,0 0 0,0 0 0,0 0 0,0 0 0,0 0 0,0 1 0,0-1 0,0 0 0,0 1 0,0-1 0,0 0 0,-1 1 0,1 0 0,0-1 0,0 1 0,0 0 0,-1-1 0,1 1 0,0 0 0,-1 0 0,1 0 0,0 0 0,0 0 0,-1 0 0,1 1 0,-2-1 0,-1 1 0,-1 0 0,0 1 0,1-1 0,0 1 0,-1-1 0,1 1 0,0 1 0,0-1 0,0 1 0,0-1 0,0 1 0,0 0 0,1 0 0,0 1 0,0-1 0,-1 1 0,2 0 0,-1 0 0,0 0 0,1 0 0,0 0 0,-2 4 0,-2 5 0,1 0 0,1 0 0,0 1 0,1-1 0,0 1 0,-1 17 0,3-18 0,1 1 0,0-1 0,1 0 0,1 0 0,0 0 0,1 0 0,0 0 0,1 0 0,0-1 0,10 19 0,-12-27 0,0 0 0,0 0 0,1 0 0,0 0 0,0 0 0,0 0 0,0-1 0,0 0 0,1 1 0,-1-1 0,1 0 0,0-1 0,0 1 0,0-1 0,0 0 0,0 0 0,1 0 0,-1 0 0,0-1 0,1 0 0,0 0 0,-1 0 0,1 0 0,0-1 0,-1 0 0,1 0 0,0 0 0,-1 0 0,1-1 0,0 0 0,-1 0 0,7-2 0,-4 1 0,0-1 0,0 0 0,0 0 0,-1-1 0,1 1 0,-1-2 0,0 1 0,0-1 0,0 0 0,-1 0 0,1 0 0,-1-1 0,-1 0 0,1 0 0,-1 0 0,0 0 0,0-1 0,-1 0 0,3-7 0,-4 9 0,0 0 0,-1-1 0,0 1 0,0-1 0,0 1 0,-1-1 0,0 1 0,0-1 0,0 0 0,-1 1 0,1-1 0,-1 1 0,-1-1 0,1 1 0,-1 0 0,0-1 0,0 1 0,-1 0 0,1 0 0,-1 1 0,0-1 0,0 0 0,-1 1 0,1 0 0,-1 0 0,-5-5 0,-2 1 0,0 0 0,0 1 0,-1 0 0,0 1 0,0 0 0,-1 1 0,1 0 0,-1 1 0,0 0 0,-1 1 0,-20-2 0,20 2 342,14 3-377,0 0 1,0 0 0,1 0 0,-1 0 0,0 0 0,0 0 0,0 0 0,0-1-1,0 1 1,0 0 0,0 0 0,0 0 0,0 0 0,0 0 0,0 0-1,0 0 1,0 0 0,0-1 0,0 1 0,0 0 0,0 0 0,0 0 0,0 0-1,0 0 1,0 0 0,0 0 0,0-1 0,0 1 0,0 0 0,0 0-1,0 0 1,0 0 0,0 0 0,0 0 0,0 0 0,0-1 0,0 1 0,0 0-1,0 0 1,0 0 0,0 0 0,-1 0 0,1 0 0,0 0 0,0 0 0,0 0-1,0 0 1,0 0 0,0-1 0,8 0-6792</inkml:trace>
</inkml:ink>
</file>

<file path=ppt/ink/ink2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5:58:27.606"/>
    </inkml:context>
    <inkml:brush xml:id="br0">
      <inkml:brushProperty name="width" value="0.05" units="cm"/>
      <inkml:brushProperty name="height" value="0.05" units="cm"/>
    </inkml:brush>
  </inkml:definitions>
  <inkml:trace contextRef="#ctx0" brushRef="#br0">2 89 24575,'-1'-17'0,"1"10"0,-1-1 0,1 1 0,1 0 0,1-14 0,-2 20 0,1 0 0,-1-1 0,0 1 0,1 0 0,-1 0 0,1 0 0,-1 0 0,1 0 0,-1 0 0,1 0 0,0 1 0,-1-1 0,1 0 0,0 0 0,0 0 0,0 1 0,0-1 0,-1 0 0,1 1 0,0-1 0,0 1 0,0-1 0,0 1 0,1-1 0,-1 1 0,0 0 0,0-1 0,0 1 0,0 0 0,0 0 0,0 0 0,0 0 0,1 0 0,-1 0 0,0 0 0,0 1 0,1-1 0,9 3 0,-1 0 0,0 1 0,-1 0 0,1 0 0,-1 1 0,1 0 0,-1 1 0,-1 0 0,9 7 0,5 6 0,-1 1 0,20 23 0,-28-27 0,-1 0 0,0 1 0,-1 1 0,-1-1 0,-1 2 0,-1-1 0,0 2 0,-1-1 0,-1 1 0,-1 0 0,-1 0 0,-1 0 0,0 0 0,-1 28 0,-2-29 0,-1-1 0,-1 1 0,0-1 0,-2 1 0,0-1 0,-1 0 0,0-1 0,-2 1 0,0-1 0,-1 0 0,-1-1 0,0 0 0,-1 0 0,-1-1 0,-1-1 0,-13 15 0,20-24 57,1-1 0,-1 0 0,0 0 0,0-1 0,-10 6 0,14-8-111,0-1 1,0 1 0,-1-1-1,1 1 1,0-1 0,0 1-1,-1-1 1,1 0 0,0 0-1,-1 1 1,1-1 0,0 0-1,-1 0 1,1 0 0,-1-1-1,1 1 1,0 0 0,-1 0-1,1-1 1,0 1 0,0-1-1,-1 1 1,1-1 0,0 0-1,0 1 1,0-1 0,0 0-1,0 0 1,0 0 0,0 0-1,-2-1 1,-3-8-6773</inkml:trace>
</inkml:ink>
</file>

<file path=ppt/ink/ink2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5:58:28.448"/>
    </inkml:context>
    <inkml:brush xml:id="br0">
      <inkml:brushProperty name="width" value="0.05" units="cm"/>
      <inkml:brushProperty name="height" value="0.05" units="cm"/>
    </inkml:brush>
  </inkml:definitions>
  <inkml:trace contextRef="#ctx0" brushRef="#br0">112 305 24575,'-14'-1'0,"0"0"0,-17-5 0,-21-1 0,229-11 0,551-23-909,4 25-796,-286 8 928,598-5-1188,-102 2 1982,-1-22-1279,-295-24 3829,-478 39 242,333-7-1584,-474 24-1225,29-5 0,18-1 0,-64 7 0,9-2 0,-20-3 0,-11-5 0,-11-3-1365,12 8-5461</inkml:trace>
</inkml:ink>
</file>

<file path=ppt/ink/ink2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9T05:58:32.339"/>
    </inkml:context>
    <inkml:brush xml:id="br0">
      <inkml:brushProperty name="width" value="0.05" units="cm"/>
      <inkml:brushProperty name="height" value="0.05" units="cm"/>
    </inkml:brush>
  </inkml:definitions>
  <inkml:trace contextRef="#ctx0" brushRef="#br0">478 39 24575,'-1'-1'0,"1"0"0,0 1 0,-1-1 0,1 0 0,-1 0 0,1 1 0,-1-1 0,1 0 0,-1 1 0,0-1 0,1 0 0,-1 1 0,0-1 0,0 1 0,1-1 0,-1 1 0,0-1 0,0 1 0,0 0 0,-1-1 0,-21-7 0,19 7 0,-11-4 0,0 2 0,-1 0 0,1 0 0,-1 2 0,0 0 0,1 1 0,-1 0 0,0 1 0,-30 7 0,26-3 0,1 0 0,0 1 0,0 1 0,0 1 0,1 1 0,1 1 0,-25 16 0,36-21 0,0 0 0,0 0 0,0 1 0,0-1 0,1 1 0,0 1 0,0-1 0,1 1 0,0 0 0,0 0 0,1 0 0,0 0 0,0 1 0,0-1 0,1 1 0,0 0 0,1 0 0,-1 0 0,2 0 0,-1 0 0,1 0 0,0 0 0,1 0 0,0 0 0,0-1 0,1 1 0,0 0 0,0 0 0,6 11 0,13 26-1365,3-5-5461</inkml:trace>
</inkml:ink>
</file>

<file path=ppt/ink/ink3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14T13:39:48.605"/>
    </inkml:context>
    <inkml:brush xml:id="br0">
      <inkml:brushProperty name="width" value="0.05" units="cm"/>
      <inkml:brushProperty name="height" value="0.05" units="cm"/>
    </inkml:brush>
  </inkml:definitions>
  <inkml:trace contextRef="#ctx0" brushRef="#br0">0 0 24575,'0'0'-8191</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D976A73D-237B-4034-AB8C-962174A8D351}" type="datetimeFigureOut">
              <a:rPr lang="en-US" smtClean="0"/>
              <a:t>8/19/2025</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1123B04-A11E-4ECA-8C2F-B25EF2142BD0}" type="slidenum">
              <a:rPr lang="en-US" smtClean="0"/>
              <a:t>‹#›</a:t>
            </a:fld>
            <a:endParaRPr lang="en-US"/>
          </a:p>
        </p:txBody>
      </p:sp>
    </p:spTree>
    <p:extLst>
      <p:ext uri="{BB962C8B-B14F-4D97-AF65-F5344CB8AC3E}">
        <p14:creationId xmlns:p14="http://schemas.microsoft.com/office/powerpoint/2010/main" val="146814292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B1123B04-A11E-4ECA-8C2F-B25EF2142BD0}" type="slidenum">
              <a:rPr lang="en-US" smtClean="0"/>
              <a:t>1</a:t>
            </a:fld>
            <a:endParaRPr lang="en-US"/>
          </a:p>
        </p:txBody>
      </p:sp>
    </p:spTree>
    <p:extLst>
      <p:ext uri="{BB962C8B-B14F-4D97-AF65-F5344CB8AC3E}">
        <p14:creationId xmlns:p14="http://schemas.microsoft.com/office/powerpoint/2010/main" val="121925897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pPr marL="0" marR="0" lvl="0" indent="0" algn="r" defTabSz="1218987" rtl="0" eaLnBrk="1" fontAlgn="auto" latinLnBrk="0" hangingPunct="1">
              <a:lnSpc>
                <a:spcPct val="100000"/>
              </a:lnSpc>
              <a:spcBef>
                <a:spcPts val="0"/>
              </a:spcBef>
              <a:spcAft>
                <a:spcPts val="0"/>
              </a:spcAft>
              <a:buClrTx/>
              <a:buSzTx/>
              <a:buFontTx/>
              <a:buNone/>
              <a:tabLst/>
              <a:defRPr/>
            </a:pPr>
            <a:fld id="{66B8D726-D0BC-B240-A677-46F99704B744}"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1218987" rtl="0" eaLnBrk="1" fontAlgn="auto" latinLnBrk="0" hangingPunct="1">
                <a:lnSpc>
                  <a:spcPct val="100000"/>
                </a:lnSpc>
                <a:spcBef>
                  <a:spcPts val="0"/>
                </a:spcBef>
                <a:spcAft>
                  <a:spcPts val="0"/>
                </a:spcAft>
                <a:buClrTx/>
                <a:buSzTx/>
                <a:buFontTx/>
                <a:buNone/>
                <a:tabLst/>
                <a:defRPr/>
              </a:pPr>
              <a:t>16</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3253823071"/>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slideMaster" Target="../slideMasters/slideMaster1.xml"/><Relationship Id="rId1" Type="http://schemas.openxmlformats.org/officeDocument/2006/relationships/themeOverride" Target="../theme/themeOverride1.xml"/><Relationship Id="rId4" Type="http://schemas.openxmlformats.org/officeDocument/2006/relationships/image" Target="../media/image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2_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3276600" y="1123950"/>
            <a:ext cx="5257800" cy="533400"/>
          </a:xfrm>
          <a:prstGeom prst="rect">
            <a:avLst/>
          </a:prstGeom>
        </p:spPr>
        <p:txBody>
          <a:bodyPr vert="horz" lIns="91440" tIns="45720" rIns="91440" bIns="45720" rtlCol="0" anchor="ctr">
            <a:noAutofit/>
          </a:bodyPr>
          <a:lstStyle>
            <a:lvl1pPr algn="r">
              <a:defRPr lang="en-US" sz="3600" dirty="0"/>
            </a:lvl1pPr>
          </a:lstStyle>
          <a:p>
            <a:pPr lvl="0"/>
            <a:r>
              <a:rPr lang="en-US" dirty="0"/>
              <a:t>Click to edit title</a:t>
            </a:r>
          </a:p>
        </p:txBody>
      </p:sp>
      <p:sp>
        <p:nvSpPr>
          <p:cNvPr id="3" name="Subtitle 2"/>
          <p:cNvSpPr>
            <a:spLocks noGrp="1"/>
          </p:cNvSpPr>
          <p:nvPr>
            <p:ph type="subTitle" idx="1"/>
          </p:nvPr>
        </p:nvSpPr>
        <p:spPr>
          <a:xfrm>
            <a:off x="3276600" y="1657350"/>
            <a:ext cx="5257800" cy="914400"/>
          </a:xfrm>
        </p:spPr>
        <p:txBody>
          <a:bodyPr/>
          <a:lstStyle>
            <a:lvl1pPr marL="0" indent="0" algn="r">
              <a:buNone/>
              <a:defRPr>
                <a:solidFill>
                  <a:schemeClr val="bg1">
                    <a:lumMod val="50000"/>
                  </a:schemeClr>
                </a:solidFill>
                <a:effectLst/>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8/19/2025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pic>
        <p:nvPicPr>
          <p:cNvPr id="7" name="Picture 6" descr="A yellow circle with black letters and a black background&#10;&#10;Description automatically generated">
            <a:extLst>
              <a:ext uri="{FF2B5EF4-FFF2-40B4-BE49-F238E27FC236}">
                <a16:creationId xmlns:a16="http://schemas.microsoft.com/office/drawing/2014/main" id="{BA5CE939-B381-3A45-13A6-F58CC000B482}"/>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8534400" y="133350"/>
            <a:ext cx="548721" cy="541974"/>
          </a:xfrm>
          <a:prstGeom prst="rect">
            <a:avLst/>
          </a:prstGeom>
        </p:spPr>
      </p:pic>
    </p:spTree>
    <p:extLst>
      <p:ext uri="{BB962C8B-B14F-4D97-AF65-F5344CB8AC3E}">
        <p14:creationId xmlns:p14="http://schemas.microsoft.com/office/powerpoint/2010/main" val="364274141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p:cNvSpPr>
            <a:spLocks noGrp="1"/>
          </p:cNvSpPr>
          <p:nvPr>
            <p:ph type="ftr" sz="quarter" idx="11"/>
          </p:nvPr>
        </p:nvSpPr>
        <p:spPr/>
        <p:txBody>
          <a:bodyPr/>
          <a:lstStyle/>
          <a:p>
            <a:r>
              <a:rPr lang="en-US" dirty="0"/>
              <a:t>www.anubhavtrainings.com</a:t>
            </a:r>
          </a:p>
        </p:txBody>
      </p:sp>
      <p:sp>
        <p:nvSpPr>
          <p:cNvPr id="6" name="Slide Number Placeholder 5"/>
          <p:cNvSpPr>
            <a:spLocks noGrp="1"/>
          </p:cNvSpPr>
          <p:nvPr>
            <p:ph type="sldNum" sz="quarter" idx="12"/>
          </p:nvPr>
        </p:nvSpPr>
        <p:spPr>
          <a:xfrm>
            <a:off x="457200" y="4767263"/>
            <a:ext cx="2133600" cy="273844"/>
          </a:xfrm>
        </p:spPr>
        <p:txBody>
          <a:bodyPr/>
          <a:lstStyle>
            <a:lvl1pPr algn="l">
              <a:defRPr/>
            </a:lvl1pPr>
          </a:lstStyle>
          <a:p>
            <a:fld id="{B6F15528-21DE-4FAA-801E-634DDDAF4B2B}" type="slidenum">
              <a:rPr lang="en-US" smtClean="0"/>
              <a:pPr/>
              <a:t>‹#›</a:t>
            </a:fld>
            <a:endParaRPr lang="en-US"/>
          </a:p>
        </p:txBody>
      </p:sp>
      <p:sp>
        <p:nvSpPr>
          <p:cNvPr id="8" name="Title 1"/>
          <p:cNvSpPr>
            <a:spLocks noGrp="1"/>
          </p:cNvSpPr>
          <p:nvPr>
            <p:ph type="title" hasCustomPrompt="1"/>
          </p:nvPr>
        </p:nvSpPr>
        <p:spPr>
          <a:xfrm>
            <a:off x="457200" y="438150"/>
            <a:ext cx="8229600" cy="533401"/>
          </a:xfrm>
          <a:prstGeom prst="rect">
            <a:avLst/>
          </a:prstGeom>
        </p:spPr>
        <p:txBody>
          <a:bodyPr/>
          <a:lstStyle>
            <a:lvl1pPr>
              <a:defRPr sz="2800">
                <a:gradFill>
                  <a:gsLst>
                    <a:gs pos="0">
                      <a:srgbClr val="002060"/>
                    </a:gs>
                    <a:gs pos="100000">
                      <a:srgbClr val="0070C0"/>
                    </a:gs>
                  </a:gsLst>
                  <a:lin ang="5400000" scaled="0"/>
                </a:gradFill>
              </a:defRPr>
            </a:lvl1pPr>
          </a:lstStyle>
          <a:p>
            <a:r>
              <a:rPr lang="en-US" dirty="0"/>
              <a:t>Click to edit title style</a:t>
            </a:r>
          </a:p>
        </p:txBody>
      </p:sp>
      <p:pic>
        <p:nvPicPr>
          <p:cNvPr id="2" name="Picture 1" descr="A yellow circle with black letters and a black background&#10;&#10;Description automatically generated">
            <a:extLst>
              <a:ext uri="{FF2B5EF4-FFF2-40B4-BE49-F238E27FC236}">
                <a16:creationId xmlns:a16="http://schemas.microsoft.com/office/drawing/2014/main" id="{BE9035D6-1EB0-67FD-788E-258B941A5BB3}"/>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534400" y="133350"/>
            <a:ext cx="548721" cy="541974"/>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722313" y="3305176"/>
            <a:ext cx="7772400" cy="1021556"/>
          </a:xfrm>
          <a:prstGeom prst="rect">
            <a:avLst/>
          </a:prstGeom>
        </p:spPr>
        <p:txBody>
          <a:bodyPr anchor="t"/>
          <a:lstStyle>
            <a:lvl1pPr algn="l">
              <a:defRPr sz="3200" b="1" cap="none"/>
            </a:lvl1pPr>
          </a:lstStyle>
          <a:p>
            <a:r>
              <a:rPr lang="en-US"/>
              <a:t>Click to edit title style</a:t>
            </a:r>
            <a:endParaRPr lang="en-US" dirty="0"/>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5" name="Footer Placeholder 4"/>
          <p:cNvSpPr>
            <a:spLocks noGrp="1"/>
          </p:cNvSpPr>
          <p:nvPr>
            <p:ph type="ftr" sz="quarter" idx="11"/>
          </p:nvPr>
        </p:nvSpPr>
        <p:spPr/>
        <p:txBody>
          <a:bodyPr/>
          <a:lstStyle/>
          <a:p>
            <a:r>
              <a:rPr lang="en-US" dirty="0"/>
              <a:t>www.anubhavtrainings.com</a:t>
            </a:r>
          </a:p>
        </p:txBody>
      </p:sp>
      <p:sp>
        <p:nvSpPr>
          <p:cNvPr id="6" name="Slide Number Placeholder 5"/>
          <p:cNvSpPr>
            <a:spLocks noGrp="1"/>
          </p:cNvSpPr>
          <p:nvPr>
            <p:ph type="sldNum" sz="quarter" idx="12"/>
          </p:nvPr>
        </p:nvSpPr>
        <p:spPr>
          <a:xfrm>
            <a:off x="228600" y="4767263"/>
            <a:ext cx="2133600" cy="273844"/>
          </a:xfrm>
        </p:spPr>
        <p:txBody>
          <a:bodyPr/>
          <a:lstStyle>
            <a:lvl1pPr algn="l">
              <a:defRPr/>
            </a:lvl1pPr>
          </a:lstStyle>
          <a:p>
            <a:fld id="{B6F15528-21DE-4FAA-801E-634DDDAF4B2B}" type="slidenum">
              <a:rPr lang="en-US" smtClean="0"/>
              <a:pPr/>
              <a:t>‹#›</a:t>
            </a:fld>
            <a:endParaRPr lang="en-US"/>
          </a:p>
        </p:txBody>
      </p:sp>
      <p:pic>
        <p:nvPicPr>
          <p:cNvPr id="7" name="Picture 6" descr="A yellow circle with black letters and a black background&#10;&#10;Description automatically generated">
            <a:extLst>
              <a:ext uri="{FF2B5EF4-FFF2-40B4-BE49-F238E27FC236}">
                <a16:creationId xmlns:a16="http://schemas.microsoft.com/office/drawing/2014/main" id="{19859E39-C1F4-F452-A609-81C93B9864E2}"/>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534400" y="133350"/>
            <a:ext cx="548721" cy="541974"/>
          </a:xfrm>
          <a:prstGeom prst="rect">
            <a:avLst/>
          </a:prstGeom>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57200" y="57150"/>
            <a:ext cx="8229600" cy="609601"/>
          </a:xfrm>
          <a:prstGeom prst="rect">
            <a:avLst/>
          </a:prstGeom>
        </p:spPr>
        <p:txBody>
          <a:bodyPr/>
          <a:lstStyle/>
          <a:p>
            <a:r>
              <a:rPr lang="en-US" dirty="0"/>
              <a:t>Click to edit title style</a:t>
            </a:r>
          </a:p>
        </p:txBody>
      </p:sp>
      <p:sp>
        <p:nvSpPr>
          <p:cNvPr id="6" name="Footer Placeholder 5"/>
          <p:cNvSpPr>
            <a:spLocks noGrp="1"/>
          </p:cNvSpPr>
          <p:nvPr>
            <p:ph type="ftr" sz="quarter" idx="11"/>
          </p:nvPr>
        </p:nvSpPr>
        <p:spPr/>
        <p:txBody>
          <a:bodyPr/>
          <a:lstStyle/>
          <a:p>
            <a:r>
              <a:rPr lang="en-US" dirty="0"/>
              <a:t>www.anubhavtrainings.com</a:t>
            </a:r>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
        <p:nvSpPr>
          <p:cNvPr id="9" name="Content Placeholder 8"/>
          <p:cNvSpPr>
            <a:spLocks noGrp="1"/>
          </p:cNvSpPr>
          <p:nvPr>
            <p:ph sz="quarter" idx="13"/>
          </p:nvPr>
        </p:nvSpPr>
        <p:spPr>
          <a:xfrm>
            <a:off x="457200" y="971550"/>
            <a:ext cx="4038600" cy="3657600"/>
          </a:xfrm>
        </p:spPr>
        <p:txBody>
          <a:bodyPr>
            <a:normAutofit/>
          </a:bodyPr>
          <a:lstStyle>
            <a:lvl1pPr marL="0" indent="0">
              <a:buFont typeface="Arial" pitchFamily="34" charset="0"/>
              <a:buNone/>
              <a:defRPr sz="1400"/>
            </a:lvl1pPr>
            <a:lvl2pPr>
              <a:defRPr sz="1200"/>
            </a:lvl2pPr>
            <a:lvl3pPr>
              <a:defRPr sz="1100"/>
            </a:lvl3pPr>
            <a:lvl4pPr>
              <a:defRPr sz="11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Content Placeholder 8"/>
          <p:cNvSpPr>
            <a:spLocks noGrp="1"/>
          </p:cNvSpPr>
          <p:nvPr>
            <p:ph sz="quarter" idx="14"/>
          </p:nvPr>
        </p:nvSpPr>
        <p:spPr>
          <a:xfrm>
            <a:off x="4648200" y="971550"/>
            <a:ext cx="4038600" cy="3657600"/>
          </a:xfrm>
        </p:spPr>
        <p:txBody>
          <a:bodyPr>
            <a:normAutofit/>
          </a:bodyPr>
          <a:lstStyle>
            <a:lvl1pPr marL="0" indent="0">
              <a:buNone/>
              <a:defRPr sz="1400"/>
            </a:lvl1pPr>
            <a:lvl2pPr>
              <a:defRPr sz="1200"/>
            </a:lvl2pPr>
            <a:lvl3pPr>
              <a:defRPr sz="1100"/>
            </a:lvl3pPr>
            <a:lvl4pPr>
              <a:defRPr sz="11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3" name="Picture 2" descr="A yellow circle with black letters and a black background&#10;&#10;Description automatically generated">
            <a:extLst>
              <a:ext uri="{FF2B5EF4-FFF2-40B4-BE49-F238E27FC236}">
                <a16:creationId xmlns:a16="http://schemas.microsoft.com/office/drawing/2014/main" id="{361F23F3-4276-7AC6-FA37-CDC6351B9F75}"/>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534400" y="133350"/>
            <a:ext cx="548721" cy="541974"/>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4_Two Content">
    <p:spTree>
      <p:nvGrpSpPr>
        <p:cNvPr id="1" name=""/>
        <p:cNvGrpSpPr/>
        <p:nvPr/>
      </p:nvGrpSpPr>
      <p:grpSpPr>
        <a:xfrm>
          <a:off x="0" y="0"/>
          <a:ext cx="0" cy="0"/>
          <a:chOff x="0" y="0"/>
          <a:chExt cx="0" cy="0"/>
        </a:xfrm>
      </p:grpSpPr>
      <p:sp>
        <p:nvSpPr>
          <p:cNvPr id="6" name="Footer Placeholder 5"/>
          <p:cNvSpPr>
            <a:spLocks noGrp="1"/>
          </p:cNvSpPr>
          <p:nvPr>
            <p:ph type="ftr" sz="quarter" idx="11"/>
          </p:nvPr>
        </p:nvSpPr>
        <p:spPr/>
        <p:txBody>
          <a:bodyPr/>
          <a:lstStyle/>
          <a:p>
            <a:r>
              <a:rPr lang="en-US" dirty="0"/>
              <a:t>www.anubhavtrainings.com</a:t>
            </a:r>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
        <p:nvSpPr>
          <p:cNvPr id="9" name="Content Placeholder 8"/>
          <p:cNvSpPr>
            <a:spLocks noGrp="1"/>
          </p:cNvSpPr>
          <p:nvPr>
            <p:ph sz="quarter" idx="13"/>
          </p:nvPr>
        </p:nvSpPr>
        <p:spPr>
          <a:xfrm>
            <a:off x="457200" y="971550"/>
            <a:ext cx="2667000" cy="3657600"/>
          </a:xfrm>
        </p:spPr>
        <p:txBody>
          <a:bodyPr>
            <a:normAutofit/>
          </a:bodyPr>
          <a:lstStyle>
            <a:lvl1pPr marL="0" indent="0">
              <a:buFont typeface="Arial" pitchFamily="34" charset="0"/>
              <a:buNone/>
              <a:defRPr sz="1400"/>
            </a:lvl1pPr>
            <a:lvl2pPr>
              <a:defRPr sz="1200"/>
            </a:lvl2pPr>
            <a:lvl3pPr>
              <a:defRPr sz="1100"/>
            </a:lvl3pPr>
            <a:lvl4pPr>
              <a:defRPr sz="11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Content Placeholder 8"/>
          <p:cNvSpPr>
            <a:spLocks noGrp="1"/>
          </p:cNvSpPr>
          <p:nvPr>
            <p:ph sz="quarter" idx="14"/>
          </p:nvPr>
        </p:nvSpPr>
        <p:spPr>
          <a:xfrm>
            <a:off x="3238500" y="971550"/>
            <a:ext cx="2667000" cy="3657600"/>
          </a:xfrm>
        </p:spPr>
        <p:txBody>
          <a:bodyPr>
            <a:normAutofit/>
          </a:bodyPr>
          <a:lstStyle>
            <a:lvl1pPr marL="0" indent="0">
              <a:buFont typeface="Arial" pitchFamily="34" charset="0"/>
              <a:buNone/>
              <a:defRPr sz="1400"/>
            </a:lvl1pPr>
            <a:lvl2pPr>
              <a:defRPr sz="1200"/>
            </a:lvl2pPr>
            <a:lvl3pPr>
              <a:defRPr sz="1100"/>
            </a:lvl3pPr>
            <a:lvl4pPr>
              <a:defRPr sz="11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8"/>
          <p:cNvSpPr>
            <a:spLocks noGrp="1"/>
          </p:cNvSpPr>
          <p:nvPr>
            <p:ph sz="quarter" idx="15"/>
          </p:nvPr>
        </p:nvSpPr>
        <p:spPr>
          <a:xfrm>
            <a:off x="6019800" y="971550"/>
            <a:ext cx="2667000" cy="3657600"/>
          </a:xfrm>
        </p:spPr>
        <p:txBody>
          <a:bodyPr>
            <a:normAutofit/>
          </a:bodyPr>
          <a:lstStyle>
            <a:lvl1pPr marL="0" indent="0">
              <a:buFont typeface="Arial" pitchFamily="34" charset="0"/>
              <a:buNone/>
              <a:defRPr sz="1400"/>
            </a:lvl1pPr>
            <a:lvl2pPr>
              <a:defRPr sz="1200"/>
            </a:lvl2pPr>
            <a:lvl3pPr>
              <a:defRPr sz="1100"/>
            </a:lvl3pPr>
            <a:lvl4pPr>
              <a:defRPr sz="11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itle 1"/>
          <p:cNvSpPr>
            <a:spLocks noGrp="1"/>
          </p:cNvSpPr>
          <p:nvPr>
            <p:ph type="title" hasCustomPrompt="1"/>
          </p:nvPr>
        </p:nvSpPr>
        <p:spPr>
          <a:xfrm>
            <a:off x="457200" y="438150"/>
            <a:ext cx="8229600" cy="533401"/>
          </a:xfrm>
          <a:prstGeom prst="rect">
            <a:avLst/>
          </a:prstGeom>
        </p:spPr>
        <p:txBody>
          <a:bodyPr/>
          <a:lstStyle>
            <a:lvl1pPr>
              <a:defRPr sz="2800">
                <a:gradFill>
                  <a:gsLst>
                    <a:gs pos="0">
                      <a:srgbClr val="002060"/>
                    </a:gs>
                    <a:gs pos="100000">
                      <a:srgbClr val="0070C0"/>
                    </a:gs>
                  </a:gsLst>
                  <a:lin ang="5400000" scaled="0"/>
                </a:gradFill>
              </a:defRPr>
            </a:lvl1pPr>
          </a:lstStyle>
          <a:p>
            <a:r>
              <a:rPr lang="en-US" dirty="0"/>
              <a:t>Click to edit title style</a:t>
            </a:r>
          </a:p>
        </p:txBody>
      </p:sp>
      <p:pic>
        <p:nvPicPr>
          <p:cNvPr id="2" name="Picture 1" descr="A yellow circle with black letters and a black background&#10;&#10;Description automatically generated">
            <a:extLst>
              <a:ext uri="{FF2B5EF4-FFF2-40B4-BE49-F238E27FC236}">
                <a16:creationId xmlns:a16="http://schemas.microsoft.com/office/drawing/2014/main" id="{5FDBF0D3-6CF9-4440-94E9-AA4A74216956}"/>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534400" y="133350"/>
            <a:ext cx="548721" cy="541974"/>
          </a:xfrm>
          <a:prstGeom prst="rect">
            <a:avLst/>
          </a:prstGeom>
        </p:spPr>
      </p:pic>
    </p:spTree>
    <p:extLst>
      <p:ext uri="{BB962C8B-B14F-4D97-AF65-F5344CB8AC3E}">
        <p14:creationId xmlns:p14="http://schemas.microsoft.com/office/powerpoint/2010/main" val="257567578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5_Two Content">
    <p:spTree>
      <p:nvGrpSpPr>
        <p:cNvPr id="1" name=""/>
        <p:cNvGrpSpPr/>
        <p:nvPr/>
      </p:nvGrpSpPr>
      <p:grpSpPr>
        <a:xfrm>
          <a:off x="0" y="0"/>
          <a:ext cx="0" cy="0"/>
          <a:chOff x="0" y="0"/>
          <a:chExt cx="0" cy="0"/>
        </a:xfrm>
      </p:grpSpPr>
      <p:sp>
        <p:nvSpPr>
          <p:cNvPr id="6" name="Footer Placeholder 5"/>
          <p:cNvSpPr>
            <a:spLocks noGrp="1"/>
          </p:cNvSpPr>
          <p:nvPr>
            <p:ph type="ftr" sz="quarter" idx="11"/>
          </p:nvPr>
        </p:nvSpPr>
        <p:spPr/>
        <p:txBody>
          <a:bodyPr/>
          <a:lstStyle/>
          <a:p>
            <a:r>
              <a:rPr lang="en-US" dirty="0"/>
              <a:t>www.anubhavtrainings.com</a:t>
            </a:r>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
        <p:nvSpPr>
          <p:cNvPr id="9" name="Content Placeholder 8"/>
          <p:cNvSpPr>
            <a:spLocks noGrp="1"/>
          </p:cNvSpPr>
          <p:nvPr>
            <p:ph sz="quarter" idx="13"/>
          </p:nvPr>
        </p:nvSpPr>
        <p:spPr>
          <a:xfrm>
            <a:off x="457200" y="971550"/>
            <a:ext cx="2667000" cy="3657600"/>
          </a:xfrm>
        </p:spPr>
        <p:txBody>
          <a:bodyPr>
            <a:normAutofit/>
          </a:bodyPr>
          <a:lstStyle>
            <a:lvl1pPr marL="0" indent="0">
              <a:buFont typeface="Arial" pitchFamily="34" charset="0"/>
              <a:buNone/>
              <a:defRPr sz="1400"/>
            </a:lvl1pPr>
            <a:lvl2pPr>
              <a:defRPr sz="1200"/>
            </a:lvl2pPr>
            <a:lvl3pPr>
              <a:defRPr sz="1100"/>
            </a:lvl3pPr>
            <a:lvl4pPr>
              <a:defRPr sz="11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Content Placeholder 8"/>
          <p:cNvSpPr>
            <a:spLocks noGrp="1"/>
          </p:cNvSpPr>
          <p:nvPr>
            <p:ph sz="quarter" idx="14"/>
          </p:nvPr>
        </p:nvSpPr>
        <p:spPr>
          <a:xfrm>
            <a:off x="3238500" y="971550"/>
            <a:ext cx="2667000" cy="3657600"/>
          </a:xfrm>
        </p:spPr>
        <p:txBody>
          <a:bodyPr>
            <a:normAutofit/>
          </a:bodyPr>
          <a:lstStyle>
            <a:lvl1pPr marL="0" indent="0">
              <a:buFont typeface="Arial" pitchFamily="34" charset="0"/>
              <a:buNone/>
              <a:defRPr sz="1400"/>
            </a:lvl1pPr>
            <a:lvl2pPr>
              <a:defRPr sz="1200"/>
            </a:lvl2pPr>
            <a:lvl3pPr>
              <a:defRPr sz="1100"/>
            </a:lvl3pPr>
            <a:lvl4pPr>
              <a:defRPr sz="11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itle 1"/>
          <p:cNvSpPr>
            <a:spLocks noGrp="1"/>
          </p:cNvSpPr>
          <p:nvPr>
            <p:ph type="title" hasCustomPrompt="1"/>
          </p:nvPr>
        </p:nvSpPr>
        <p:spPr>
          <a:xfrm>
            <a:off x="457200" y="438150"/>
            <a:ext cx="8229600" cy="533401"/>
          </a:xfrm>
          <a:prstGeom prst="rect">
            <a:avLst/>
          </a:prstGeom>
        </p:spPr>
        <p:txBody>
          <a:bodyPr/>
          <a:lstStyle>
            <a:lvl1pPr>
              <a:defRPr sz="2800">
                <a:gradFill>
                  <a:gsLst>
                    <a:gs pos="0">
                      <a:srgbClr val="002060"/>
                    </a:gs>
                    <a:gs pos="100000">
                      <a:srgbClr val="0070C0"/>
                    </a:gs>
                  </a:gsLst>
                  <a:lin ang="5400000" scaled="0"/>
                </a:gradFill>
              </a:defRPr>
            </a:lvl1pPr>
          </a:lstStyle>
          <a:p>
            <a:r>
              <a:rPr lang="en-US" dirty="0"/>
              <a:t>Click to edit title style</a:t>
            </a:r>
          </a:p>
        </p:txBody>
      </p:sp>
      <p:pic>
        <p:nvPicPr>
          <p:cNvPr id="2" name="Picture 1" descr="A yellow circle with black letters and a black background&#10;&#10;Description automatically generated">
            <a:extLst>
              <a:ext uri="{FF2B5EF4-FFF2-40B4-BE49-F238E27FC236}">
                <a16:creationId xmlns:a16="http://schemas.microsoft.com/office/drawing/2014/main" id="{CB3935A3-C998-9B3D-079E-B7BC7E8C2A3F}"/>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534400" y="133350"/>
            <a:ext cx="548721" cy="541974"/>
          </a:xfrm>
          <a:prstGeom prst="rect">
            <a:avLst/>
          </a:prstGeom>
        </p:spPr>
      </p:pic>
    </p:spTree>
    <p:extLst>
      <p:ext uri="{BB962C8B-B14F-4D97-AF65-F5344CB8AC3E}">
        <p14:creationId xmlns:p14="http://schemas.microsoft.com/office/powerpoint/2010/main" val="353950240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4" name="Footer Placeholder 3"/>
          <p:cNvSpPr>
            <a:spLocks noGrp="1"/>
          </p:cNvSpPr>
          <p:nvPr>
            <p:ph type="ftr" sz="quarter" idx="11"/>
          </p:nvPr>
        </p:nvSpPr>
        <p:spPr/>
        <p:txBody>
          <a:bodyPr/>
          <a:lstStyle/>
          <a:p>
            <a:r>
              <a:rPr lang="en-US" dirty="0"/>
              <a:t>www.anubhavtrainings.com</a:t>
            </a:r>
          </a:p>
        </p:txBody>
      </p:sp>
      <p:sp>
        <p:nvSpPr>
          <p:cNvPr id="5" name="Slide Number Placeholder 4"/>
          <p:cNvSpPr>
            <a:spLocks noGrp="1"/>
          </p:cNvSpPr>
          <p:nvPr>
            <p:ph type="sldNum" sz="quarter" idx="12"/>
          </p:nvPr>
        </p:nvSpPr>
        <p:spPr>
          <a:xfrm>
            <a:off x="152400" y="4781550"/>
            <a:ext cx="2133600" cy="273844"/>
          </a:xfrm>
        </p:spPr>
        <p:txBody>
          <a:bodyPr/>
          <a:lstStyle>
            <a:lvl1pPr algn="l">
              <a:defRPr/>
            </a:lvl1pPr>
          </a:lstStyle>
          <a:p>
            <a:fld id="{B6F15528-21DE-4FAA-801E-634DDDAF4B2B}" type="slidenum">
              <a:rPr lang="en-US" smtClean="0"/>
              <a:pPr/>
              <a:t>‹#›</a:t>
            </a:fld>
            <a:endParaRPr lang="en-US"/>
          </a:p>
        </p:txBody>
      </p:sp>
      <p:sp>
        <p:nvSpPr>
          <p:cNvPr id="6" name="Title 1"/>
          <p:cNvSpPr>
            <a:spLocks noGrp="1"/>
          </p:cNvSpPr>
          <p:nvPr>
            <p:ph type="title" hasCustomPrompt="1"/>
          </p:nvPr>
        </p:nvSpPr>
        <p:spPr>
          <a:xfrm>
            <a:off x="166577" y="209550"/>
            <a:ext cx="8229600" cy="533401"/>
          </a:xfrm>
          <a:prstGeom prst="rect">
            <a:avLst/>
          </a:prstGeom>
        </p:spPr>
        <p:txBody>
          <a:bodyPr/>
          <a:lstStyle>
            <a:lvl1pPr>
              <a:defRPr sz="2600">
                <a:gradFill>
                  <a:gsLst>
                    <a:gs pos="0">
                      <a:srgbClr val="002060"/>
                    </a:gs>
                    <a:gs pos="100000">
                      <a:srgbClr val="0070C0"/>
                    </a:gs>
                  </a:gsLst>
                  <a:lin ang="5400000" scaled="0"/>
                </a:gradFill>
                <a:latin typeface="Cooper Black" panose="0208090404030B020404" pitchFamily="18" charset="0"/>
              </a:defRPr>
            </a:lvl1pPr>
          </a:lstStyle>
          <a:p>
            <a:r>
              <a:rPr lang="en-US" dirty="0"/>
              <a:t>Click to edit title style</a:t>
            </a:r>
          </a:p>
        </p:txBody>
      </p:sp>
      <p:pic>
        <p:nvPicPr>
          <p:cNvPr id="8" name="Picture 7" descr="A yellow circle with black letters and a black background&#10;&#10;Description automatically generated">
            <a:extLst>
              <a:ext uri="{FF2B5EF4-FFF2-40B4-BE49-F238E27FC236}">
                <a16:creationId xmlns:a16="http://schemas.microsoft.com/office/drawing/2014/main" id="{547D5447-D822-E114-D105-30608DBB5E2F}"/>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610600" y="57150"/>
            <a:ext cx="493786" cy="487715"/>
          </a:xfrm>
          <a:prstGeom prst="rect">
            <a:avLst/>
          </a:prstGeom>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3" name="Footer Placeholder 2"/>
          <p:cNvSpPr>
            <a:spLocks noGrp="1"/>
          </p:cNvSpPr>
          <p:nvPr>
            <p:ph type="ftr" sz="quarter" idx="11"/>
          </p:nvPr>
        </p:nvSpPr>
        <p:spPr/>
        <p:txBody>
          <a:bodyPr/>
          <a:lstStyle/>
          <a:p>
            <a:r>
              <a:rPr lang="en-US" dirty="0"/>
              <a:t>www.anubhavtrainings.com</a:t>
            </a:r>
          </a:p>
        </p:txBody>
      </p:sp>
      <p:sp>
        <p:nvSpPr>
          <p:cNvPr id="4" name="Slide Number Placeholder 3"/>
          <p:cNvSpPr>
            <a:spLocks noGrp="1"/>
          </p:cNvSpPr>
          <p:nvPr>
            <p:ph type="sldNum" sz="quarter" idx="12"/>
          </p:nvPr>
        </p:nvSpPr>
        <p:spPr>
          <a:xfrm>
            <a:off x="152400" y="4767263"/>
            <a:ext cx="2133600" cy="273844"/>
          </a:xfrm>
        </p:spPr>
        <p:txBody>
          <a:bodyPr/>
          <a:lstStyle>
            <a:lvl1pPr algn="l">
              <a:defRPr/>
            </a:lvl1pPr>
          </a:lstStyle>
          <a:p>
            <a:fld id="{B6F15528-21DE-4FAA-801E-634DDDAF4B2B}" type="slidenum">
              <a:rPr lang="en-US" smtClean="0"/>
              <a:pPr/>
              <a:t>‹#›</a:t>
            </a:fld>
            <a:endParaRPr lang="en-US"/>
          </a:p>
        </p:txBody>
      </p:sp>
      <p:pic>
        <p:nvPicPr>
          <p:cNvPr id="5" name="Picture 4" descr="A yellow circle with black letters and a black background&#10;&#10;Description automatically generated">
            <a:extLst>
              <a:ext uri="{FF2B5EF4-FFF2-40B4-BE49-F238E27FC236}">
                <a16:creationId xmlns:a16="http://schemas.microsoft.com/office/drawing/2014/main" id="{BFC459EA-C247-C5E7-6491-AEF2B5F94E25}"/>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534400" y="133350"/>
            <a:ext cx="548721" cy="541974"/>
          </a:xfrm>
          <a:prstGeom prst="rect">
            <a:avLst/>
          </a:prstGeom>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819150"/>
            <a:ext cx="3008313" cy="871538"/>
          </a:xfrm>
          <a:prstGeom prst="rect">
            <a:avLst/>
          </a:prstGeo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819150"/>
            <a:ext cx="5111750" cy="3775473"/>
          </a:xfrm>
        </p:spPr>
        <p:txBody>
          <a:bodyPr>
            <a:normAutofit/>
          </a:bodyPr>
          <a:lstStyle>
            <a:lvl1pPr>
              <a:defRPr sz="2400"/>
            </a:lvl1pPr>
            <a:lvl2pPr>
              <a:defRPr sz="2000"/>
            </a:lvl2pPr>
            <a:lvl3pPr>
              <a:defRPr sz="1800"/>
            </a:lvl3pPr>
            <a:lvl4pPr>
              <a:defRPr sz="1600"/>
            </a:lvl4pPr>
            <a:lvl5pPr>
              <a:defRPr sz="1600"/>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457201" y="1733550"/>
            <a:ext cx="3008313" cy="286107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6" name="Footer Placeholder 5"/>
          <p:cNvSpPr>
            <a:spLocks noGrp="1"/>
          </p:cNvSpPr>
          <p:nvPr>
            <p:ph type="ftr" sz="quarter" idx="11"/>
          </p:nvPr>
        </p:nvSpPr>
        <p:spPr/>
        <p:txBody>
          <a:bodyPr/>
          <a:lstStyle/>
          <a:p>
            <a:r>
              <a:rPr lang="en-US" dirty="0"/>
              <a:t>www.anubhavtrainings.com</a:t>
            </a:r>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pic>
        <p:nvPicPr>
          <p:cNvPr id="8" name="Picture 7" descr="A yellow circle with black letters and a black background&#10;&#10;Description automatically generated">
            <a:extLst>
              <a:ext uri="{FF2B5EF4-FFF2-40B4-BE49-F238E27FC236}">
                <a16:creationId xmlns:a16="http://schemas.microsoft.com/office/drawing/2014/main" id="{40C7AE83-204E-A484-7237-A7EA3EBC4DA7}"/>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534400" y="133350"/>
            <a:ext cx="548721" cy="541974"/>
          </a:xfrm>
          <a:prstGeom prst="rect">
            <a:avLst/>
          </a:prstGeom>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a:prstGeom prst="rect">
            <a:avLst/>
          </a:prstGeo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895349"/>
            <a:ext cx="5486400" cy="2650331"/>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6" name="Footer Placeholder 5"/>
          <p:cNvSpPr>
            <a:spLocks noGrp="1"/>
          </p:cNvSpPr>
          <p:nvPr>
            <p:ph type="ftr" sz="quarter" idx="11"/>
          </p:nvPr>
        </p:nvSpPr>
        <p:spPr/>
        <p:txBody>
          <a:bodyPr/>
          <a:lstStyle/>
          <a:p>
            <a:r>
              <a:rPr lang="en-US" dirty="0"/>
              <a:t>www.anubhavtrainings.com</a:t>
            </a:r>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pic>
        <p:nvPicPr>
          <p:cNvPr id="8" name="Picture 7" descr="A yellow circle with black letters and a black background&#10;&#10;Description automatically generated">
            <a:extLst>
              <a:ext uri="{FF2B5EF4-FFF2-40B4-BE49-F238E27FC236}">
                <a16:creationId xmlns:a16="http://schemas.microsoft.com/office/drawing/2014/main" id="{23DAEE89-C03B-1705-0782-CE3B90349AF3}"/>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534400" y="133350"/>
            <a:ext cx="548721" cy="541974"/>
          </a:xfrm>
          <a:prstGeom prst="rect">
            <a:avLst/>
          </a:prstGeom>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le and Vertical Text">
    <p:spTree>
      <p:nvGrpSpPr>
        <p:cNvPr id="1" name=""/>
        <p:cNvGrpSpPr/>
        <p:nvPr/>
      </p:nvGrpSpPr>
      <p:grpSpPr>
        <a:xfrm>
          <a:off x="0" y="0"/>
          <a:ext cx="0" cy="0"/>
          <a:chOff x="0" y="0"/>
          <a:chExt cx="0" cy="0"/>
        </a:xfrm>
      </p:grpSpPr>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p:cNvSpPr>
            <a:spLocks noGrp="1"/>
          </p:cNvSpPr>
          <p:nvPr>
            <p:ph type="ftr" sz="quarter" idx="11"/>
          </p:nvPr>
        </p:nvSpPr>
        <p:spPr/>
        <p:txBody>
          <a:bodyPr/>
          <a:lstStyle/>
          <a:p>
            <a:r>
              <a:rPr lang="en-US" dirty="0"/>
              <a:t>www.anubhavtrainings.com</a:t>
            </a:r>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
        <p:nvSpPr>
          <p:cNvPr id="7" name="Title 1"/>
          <p:cNvSpPr>
            <a:spLocks noGrp="1"/>
          </p:cNvSpPr>
          <p:nvPr>
            <p:ph type="title" hasCustomPrompt="1"/>
          </p:nvPr>
        </p:nvSpPr>
        <p:spPr>
          <a:xfrm>
            <a:off x="457200" y="438150"/>
            <a:ext cx="8229600" cy="533401"/>
          </a:xfrm>
          <a:prstGeom prst="rect">
            <a:avLst/>
          </a:prstGeom>
        </p:spPr>
        <p:txBody>
          <a:bodyPr/>
          <a:lstStyle>
            <a:lvl1pPr>
              <a:defRPr sz="2800">
                <a:gradFill>
                  <a:gsLst>
                    <a:gs pos="0">
                      <a:srgbClr val="002060"/>
                    </a:gs>
                    <a:gs pos="100000">
                      <a:srgbClr val="0070C0"/>
                    </a:gs>
                  </a:gsLst>
                  <a:lin ang="5400000" scaled="0"/>
                </a:gradFill>
              </a:defRPr>
            </a:lvl1pPr>
          </a:lstStyle>
          <a:p>
            <a:r>
              <a:rPr lang="en-US" dirty="0"/>
              <a:t>Click to edit title style</a:t>
            </a:r>
          </a:p>
        </p:txBody>
      </p:sp>
      <p:pic>
        <p:nvPicPr>
          <p:cNvPr id="2" name="Picture 1" descr="A yellow circle with black letters and a black background&#10;&#10;Description automatically generated">
            <a:extLst>
              <a:ext uri="{FF2B5EF4-FFF2-40B4-BE49-F238E27FC236}">
                <a16:creationId xmlns:a16="http://schemas.microsoft.com/office/drawing/2014/main" id="{FDBE062A-C013-A203-17DC-F9C61DBF2E30}"/>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534400" y="133350"/>
            <a:ext cx="548721" cy="541974"/>
          </a:xfrm>
          <a:prstGeom prst="rect">
            <a:avLst/>
          </a:prstGeom>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hasCustomPrompt="1"/>
          </p:nvPr>
        </p:nvSpPr>
        <p:spPr>
          <a:xfrm>
            <a:off x="6629400" y="1047749"/>
            <a:ext cx="2057400" cy="3546873"/>
          </a:xfrm>
          <a:prstGeom prst="rect">
            <a:avLst/>
          </a:prstGeom>
        </p:spPr>
        <p:txBody>
          <a:bodyPr vert="eaVert"/>
          <a:lstStyle/>
          <a:p>
            <a:r>
              <a:rPr lang="en-US" dirty="0"/>
              <a:t>Click to edit title style</a:t>
            </a:r>
          </a:p>
        </p:txBody>
      </p:sp>
      <p:sp>
        <p:nvSpPr>
          <p:cNvPr id="3" name="Vertical Text Placeholder 2"/>
          <p:cNvSpPr>
            <a:spLocks noGrp="1"/>
          </p:cNvSpPr>
          <p:nvPr>
            <p:ph type="body" orient="vert" idx="1"/>
          </p:nvPr>
        </p:nvSpPr>
        <p:spPr>
          <a:xfrm>
            <a:off x="457200" y="1047749"/>
            <a:ext cx="6019800" cy="3546873"/>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p:cNvSpPr>
            <a:spLocks noGrp="1"/>
          </p:cNvSpPr>
          <p:nvPr>
            <p:ph type="ftr" sz="quarter" idx="11"/>
          </p:nvPr>
        </p:nvSpPr>
        <p:spPr/>
        <p:txBody>
          <a:bodyPr/>
          <a:lstStyle/>
          <a:p>
            <a:r>
              <a:rPr lang="en-US" dirty="0"/>
              <a:t>www.anubhavtrainings.com</a:t>
            </a:r>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pic>
        <p:nvPicPr>
          <p:cNvPr id="7" name="Picture 6" descr="A yellow circle with black letters and a black background&#10;&#10;Description automatically generated">
            <a:extLst>
              <a:ext uri="{FF2B5EF4-FFF2-40B4-BE49-F238E27FC236}">
                <a16:creationId xmlns:a16="http://schemas.microsoft.com/office/drawing/2014/main" id="{CA6DBE16-F08A-6A41-329C-56621EE53684}"/>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534400" y="133350"/>
            <a:ext cx="548721" cy="541974"/>
          </a:xfrm>
          <a:prstGeom prst="rect">
            <a:avLst/>
          </a:prstGeom>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reserve="1">
  <p:cSld name="1_Title Slide">
    <p:bg>
      <p:bgPr>
        <a:blipFill dpi="0" rotWithShape="1">
          <a:blip r:embed="rId3">
            <a:lum/>
          </a:blip>
          <a:srcRect/>
          <a:stretch>
            <a:fillRect b="-20000"/>
          </a:stretch>
        </a:blipFill>
        <a:effectLst/>
      </p:bgPr>
    </p:bg>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457200" y="1352550"/>
            <a:ext cx="8229600" cy="1295400"/>
          </a:xfrm>
          <a:prstGeom prst="rect">
            <a:avLst/>
          </a:prstGeom>
        </p:spPr>
        <p:txBody>
          <a:bodyPr/>
          <a:lstStyle>
            <a:lvl1pPr algn="l">
              <a:defRPr sz="6000" b="1">
                <a:gradFill flip="none" rotWithShape="1">
                  <a:gsLst>
                    <a:gs pos="0">
                      <a:srgbClr val="0070C0"/>
                    </a:gs>
                    <a:gs pos="100000">
                      <a:srgbClr val="00B0F0"/>
                    </a:gs>
                  </a:gsLst>
                  <a:lin ang="16200000" scaled="1"/>
                  <a:tileRect/>
                </a:gradFill>
                <a:effectLst/>
              </a:defRPr>
            </a:lvl1pPr>
          </a:lstStyle>
          <a:p>
            <a:r>
              <a:rPr lang="en-US"/>
              <a:t>Thank You</a:t>
            </a:r>
            <a:endParaRPr lang="en-US" dirty="0"/>
          </a:p>
        </p:txBody>
      </p:sp>
      <p:sp>
        <p:nvSpPr>
          <p:cNvPr id="3" name="Subtitle 2"/>
          <p:cNvSpPr>
            <a:spLocks noGrp="1"/>
          </p:cNvSpPr>
          <p:nvPr>
            <p:ph type="subTitle" idx="1" hasCustomPrompt="1"/>
          </p:nvPr>
        </p:nvSpPr>
        <p:spPr>
          <a:xfrm>
            <a:off x="457200" y="2647950"/>
            <a:ext cx="8229600" cy="914400"/>
          </a:xfrm>
        </p:spPr>
        <p:txBody>
          <a:bodyPr/>
          <a:lstStyle>
            <a:lvl1pPr marL="0" indent="0" algn="l">
              <a:buNone/>
              <a:defRPr>
                <a:solidFill>
                  <a:schemeClr val="tx1">
                    <a:lumMod val="85000"/>
                    <a:lumOff val="15000"/>
                  </a:schemeClr>
                </a:solidFill>
                <a:effectLst/>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Contact Information</a:t>
            </a:r>
            <a:endParaRPr lang="en-US" dirty="0"/>
          </a:p>
        </p:txBody>
      </p:sp>
      <p:pic>
        <p:nvPicPr>
          <p:cNvPr id="4" name="Picture 3" descr="A yellow circle with black letters and a black background&#10;&#10;Description automatically generated">
            <a:extLst>
              <a:ext uri="{FF2B5EF4-FFF2-40B4-BE49-F238E27FC236}">
                <a16:creationId xmlns:a16="http://schemas.microsoft.com/office/drawing/2014/main" id="{624E307F-BC23-D6AD-3DDE-45757A637AC3}"/>
              </a:ext>
            </a:extLst>
          </p:cNvPr>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8534400" y="133350"/>
            <a:ext cx="548721" cy="541974"/>
          </a:xfrm>
          <a:prstGeom prst="rect">
            <a:avLst/>
          </a:prstGeom>
        </p:spPr>
      </p:pic>
    </p:spTree>
    <p:extLst>
      <p:ext uri="{BB962C8B-B14F-4D97-AF65-F5344CB8AC3E}">
        <p14:creationId xmlns:p14="http://schemas.microsoft.com/office/powerpoint/2010/main" val="2338062753"/>
      </p:ext>
    </p:extLst>
  </p:cSld>
  <p:clrMapOvr>
    <a:overrideClrMapping bg1="lt1" tx1="dk1" bg2="lt2" tx2="dk2" accent1="accent1" accent2="accent2" accent3="accent3" accent4="accent4" accent5="accent5" accent6="accent6" hlink="hlink" folHlink="folHlink"/>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Images and Contents Layout">
    <p:spTree>
      <p:nvGrpSpPr>
        <p:cNvPr id="1" name=""/>
        <p:cNvGrpSpPr/>
        <p:nvPr/>
      </p:nvGrpSpPr>
      <p:grpSpPr>
        <a:xfrm>
          <a:off x="0" y="0"/>
          <a:ext cx="0" cy="0"/>
          <a:chOff x="0" y="0"/>
          <a:chExt cx="0" cy="0"/>
        </a:xfrm>
      </p:grpSpPr>
      <p:sp>
        <p:nvSpPr>
          <p:cNvPr id="4" name="Picture Placeholder 2"/>
          <p:cNvSpPr>
            <a:spLocks noGrp="1"/>
          </p:cNvSpPr>
          <p:nvPr>
            <p:ph type="pic" idx="1" hasCustomPrompt="1"/>
          </p:nvPr>
        </p:nvSpPr>
        <p:spPr>
          <a:xfrm>
            <a:off x="0" y="0"/>
            <a:ext cx="9144000" cy="5143499"/>
          </a:xfrm>
          <a:prstGeom prst="rect">
            <a:avLst/>
          </a:prstGeom>
          <a:solidFill>
            <a:schemeClr val="bg1">
              <a:lumMod val="95000"/>
            </a:schemeClr>
          </a:solidFill>
        </p:spPr>
        <p:txBody>
          <a:bodyPr anchor="ctr"/>
          <a:lstStyle>
            <a:lvl1pPr marL="0" indent="0" algn="ctr">
              <a:buNone/>
              <a:defRPr sz="1200" baseline="0">
                <a:solidFill>
                  <a:schemeClr val="tx1">
                    <a:lumMod val="75000"/>
                    <a:lumOff val="25000"/>
                  </a:schemeClr>
                </a:solidFill>
                <a:latin typeface="+mn-lt"/>
                <a:cs typeface="Arial" pitchFamily="34" charset="0"/>
              </a:defRPr>
            </a:lvl1pPr>
            <a:lvl2pPr marL="456949" indent="0">
              <a:buNone/>
              <a:defRPr sz="2799"/>
            </a:lvl2pPr>
            <a:lvl3pPr marL="913897" indent="0">
              <a:buNone/>
              <a:defRPr sz="2399"/>
            </a:lvl3pPr>
            <a:lvl4pPr marL="1370846" indent="0">
              <a:buNone/>
              <a:defRPr sz="1999"/>
            </a:lvl4pPr>
            <a:lvl5pPr marL="1827795" indent="0">
              <a:buNone/>
              <a:defRPr sz="1999"/>
            </a:lvl5pPr>
            <a:lvl6pPr marL="2284743" indent="0">
              <a:buNone/>
              <a:defRPr sz="1999"/>
            </a:lvl6pPr>
            <a:lvl7pPr marL="2741692" indent="0">
              <a:buNone/>
              <a:defRPr sz="1999"/>
            </a:lvl7pPr>
            <a:lvl8pPr marL="3198640" indent="0">
              <a:buNone/>
              <a:defRPr sz="1999"/>
            </a:lvl8pPr>
            <a:lvl9pPr marL="3655589" indent="0">
              <a:buNone/>
              <a:defRPr sz="1999"/>
            </a:lvl9pPr>
          </a:lstStyle>
          <a:p>
            <a:r>
              <a:rPr lang="en-US" altLang="ko-KR" dirty="0"/>
              <a:t>Insert Your Image</a:t>
            </a:r>
            <a:endParaRPr lang="ko-KR" altLang="en-US" dirty="0"/>
          </a:p>
        </p:txBody>
      </p:sp>
    </p:spTree>
    <p:extLst>
      <p:ext uri="{BB962C8B-B14F-4D97-AF65-F5344CB8AC3E}">
        <p14:creationId xmlns:p14="http://schemas.microsoft.com/office/powerpoint/2010/main" val="156348082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2_Full Image">
    <p:spTree>
      <p:nvGrpSpPr>
        <p:cNvPr id="1" name=""/>
        <p:cNvGrpSpPr/>
        <p:nvPr/>
      </p:nvGrpSpPr>
      <p:grpSpPr>
        <a:xfrm>
          <a:off x="0" y="0"/>
          <a:ext cx="0" cy="0"/>
          <a:chOff x="0" y="0"/>
          <a:chExt cx="0" cy="0"/>
        </a:xfrm>
      </p:grpSpPr>
      <p:sp>
        <p:nvSpPr>
          <p:cNvPr id="2" name="Picture Placeholder 8">
            <a:extLst>
              <a:ext uri="{FF2B5EF4-FFF2-40B4-BE49-F238E27FC236}">
                <a16:creationId xmlns:a16="http://schemas.microsoft.com/office/drawing/2014/main" id="{E11C3564-CF67-FE45-A9E2-4B3C230C88D2}"/>
              </a:ext>
            </a:extLst>
          </p:cNvPr>
          <p:cNvSpPr>
            <a:spLocks noGrp="1"/>
          </p:cNvSpPr>
          <p:nvPr>
            <p:ph type="pic" sz="quarter" idx="14"/>
          </p:nvPr>
        </p:nvSpPr>
        <p:spPr>
          <a:xfrm>
            <a:off x="0" y="-1"/>
            <a:ext cx="9144000" cy="2571751"/>
          </a:xfrm>
          <a:prstGeom prst="rect">
            <a:avLst/>
          </a:prstGeom>
          <a:solidFill>
            <a:schemeClr val="bg1">
              <a:lumMod val="95000"/>
            </a:schemeClr>
          </a:solidFill>
        </p:spPr>
        <p:txBody>
          <a:bodyPr>
            <a:normAutofit/>
          </a:bodyPr>
          <a:lstStyle>
            <a:lvl1pPr>
              <a:defRPr sz="788"/>
            </a:lvl1pPr>
          </a:lstStyle>
          <a:p>
            <a:endParaRPr lang="en-US" dirty="0"/>
          </a:p>
        </p:txBody>
      </p:sp>
    </p:spTree>
    <p:extLst>
      <p:ext uri="{BB962C8B-B14F-4D97-AF65-F5344CB8AC3E}">
        <p14:creationId xmlns:p14="http://schemas.microsoft.com/office/powerpoint/2010/main" val="169527968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image" Target="../media/image1.jpg"/><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7">
            <a:lum/>
          </a:blip>
          <a:srcRect/>
          <a:stretch>
            <a:fillRect/>
          </a:stretch>
        </a:blipFill>
        <a:effectLst/>
      </p:bgPr>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457200" y="971550"/>
            <a:ext cx="8229600" cy="3623073"/>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457200" y="4767263"/>
            <a:ext cx="2133600" cy="273844"/>
          </a:xfrm>
          <a:prstGeom prst="rect">
            <a:avLst/>
          </a:prstGeom>
        </p:spPr>
        <p:txBody>
          <a:bodyPr vert="horz" lIns="91440" tIns="45720" rIns="91440" bIns="45720" rtlCol="0" anchor="ctr"/>
          <a:lstStyle>
            <a:lvl1pPr algn="l">
              <a:defRPr sz="1200">
                <a:solidFill>
                  <a:schemeClr val="tx1">
                    <a:tint val="75000"/>
                  </a:schemeClr>
                </a:solidFill>
              </a:defRPr>
            </a:lvl1pPr>
          </a:lstStyle>
          <a:p>
            <a:fld id="{940CB006-912F-44E1-9560-9CBFEBE946EF}" type="datetime4">
              <a:rPr lang="en-US" smtClean="0"/>
              <a:t>August 19, 2025</a:t>
            </a:fld>
            <a:endParaRPr lang="en-US"/>
          </a:p>
        </p:txBody>
      </p:sp>
      <p:sp>
        <p:nvSpPr>
          <p:cNvPr id="5" name="Footer Placeholder 4"/>
          <p:cNvSpPr>
            <a:spLocks noGrp="1"/>
          </p:cNvSpPr>
          <p:nvPr>
            <p:ph type="ftr" sz="quarter" idx="3"/>
          </p:nvPr>
        </p:nvSpPr>
        <p:spPr>
          <a:xfrm>
            <a:off x="3124200" y="4767263"/>
            <a:ext cx="2895600" cy="273844"/>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slidemodel.com</a:t>
            </a:r>
          </a:p>
        </p:txBody>
      </p:sp>
      <p:sp>
        <p:nvSpPr>
          <p:cNvPr id="6" name="Slide Number Placeholder 5"/>
          <p:cNvSpPr>
            <a:spLocks noGrp="1"/>
          </p:cNvSpPr>
          <p:nvPr>
            <p:ph type="sldNum" sz="quarter" idx="4"/>
          </p:nvPr>
        </p:nvSpPr>
        <p:spPr>
          <a:xfrm>
            <a:off x="6553200" y="4767263"/>
            <a:ext cx="2133600" cy="273844"/>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76" r:id="rId1"/>
    <p:sldLayoutId id="2147483650" r:id="rId2"/>
    <p:sldLayoutId id="2147483651" r:id="rId3"/>
    <p:sldLayoutId id="2147483652" r:id="rId4"/>
    <p:sldLayoutId id="2147483672" r:id="rId5"/>
    <p:sldLayoutId id="2147483673" r:id="rId6"/>
    <p:sldLayoutId id="2147483654" r:id="rId7"/>
    <p:sldLayoutId id="2147483655" r:id="rId8"/>
    <p:sldLayoutId id="2147483656" r:id="rId9"/>
    <p:sldLayoutId id="2147483657" r:id="rId10"/>
    <p:sldLayoutId id="2147483658" r:id="rId11"/>
    <p:sldLayoutId id="2147483659" r:id="rId12"/>
    <p:sldLayoutId id="2147483675" r:id="rId13"/>
    <p:sldLayoutId id="2147483687" r:id="rId14"/>
    <p:sldLayoutId id="2147483688" r:id="rId15"/>
  </p:sldLayoutIdLst>
  <p:hf hdr="0"/>
  <p:txStyles>
    <p:titleStyle>
      <a:lvl1pPr algn="l" defTabSz="914400" rtl="0" eaLnBrk="1" latinLnBrk="0" hangingPunct="1">
        <a:spcBef>
          <a:spcPct val="0"/>
        </a:spcBef>
        <a:buNone/>
        <a:defRPr lang="en-US" sz="2800" b="1" kern="1200" dirty="0">
          <a:gradFill flip="none" rotWithShape="1">
            <a:gsLst>
              <a:gs pos="0">
                <a:srgbClr val="26588D"/>
              </a:gs>
              <a:gs pos="100000">
                <a:srgbClr val="4197C6"/>
              </a:gs>
            </a:gsLst>
            <a:lin ang="16200000" scaled="1"/>
            <a:tileRect/>
          </a:gradFill>
          <a:latin typeface="Arial" pitchFamily="34" charset="0"/>
          <a:ea typeface="+mj-ea"/>
          <a:cs typeface="Arial" pitchFamily="34" charset="0"/>
        </a:defRPr>
      </a:lvl1pPr>
    </p:titleStyle>
    <p:bodyStyle>
      <a:lvl1pPr marL="342900" indent="-3429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18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16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13.xml"/></Relationships>
</file>

<file path=ppt/slides/_rels/slide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jpeg"/><Relationship Id="rId1" Type="http://schemas.openxmlformats.org/officeDocument/2006/relationships/slideLayout" Target="../slideLayouts/slideLayout1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17" Type="http://schemas.openxmlformats.org/officeDocument/2006/relationships/image" Target="../media/image65.png"/><Relationship Id="rId299" Type="http://schemas.openxmlformats.org/officeDocument/2006/relationships/customXml" Target="../ink/ink150.xml"/><Relationship Id="rId21" Type="http://schemas.openxmlformats.org/officeDocument/2006/relationships/image" Target="../media/image17.png"/><Relationship Id="rId63" Type="http://schemas.openxmlformats.org/officeDocument/2006/relationships/image" Target="../media/image38.png"/><Relationship Id="rId159" Type="http://schemas.openxmlformats.org/officeDocument/2006/relationships/image" Target="../media/image86.png"/><Relationship Id="rId324" Type="http://schemas.openxmlformats.org/officeDocument/2006/relationships/image" Target="../media/image168.png"/><Relationship Id="rId366" Type="http://schemas.openxmlformats.org/officeDocument/2006/relationships/image" Target="../media/image189.png"/><Relationship Id="rId170" Type="http://schemas.openxmlformats.org/officeDocument/2006/relationships/customXml" Target="../ink/ink85.xml"/><Relationship Id="rId226" Type="http://schemas.openxmlformats.org/officeDocument/2006/relationships/customXml" Target="../ink/ink113.xml"/><Relationship Id="rId433" Type="http://schemas.openxmlformats.org/officeDocument/2006/relationships/customXml" Target="../ink/ink217.xml"/><Relationship Id="rId268" Type="http://schemas.openxmlformats.org/officeDocument/2006/relationships/image" Target="../media/image140.png"/><Relationship Id="rId475" Type="http://schemas.openxmlformats.org/officeDocument/2006/relationships/customXml" Target="../ink/ink238.xml"/><Relationship Id="rId32" Type="http://schemas.openxmlformats.org/officeDocument/2006/relationships/customXml" Target="../ink/ink16.xml"/><Relationship Id="rId74" Type="http://schemas.openxmlformats.org/officeDocument/2006/relationships/customXml" Target="../ink/ink37.xml"/><Relationship Id="rId128" Type="http://schemas.openxmlformats.org/officeDocument/2006/relationships/customXml" Target="../ink/ink64.xml"/><Relationship Id="rId335" Type="http://schemas.openxmlformats.org/officeDocument/2006/relationships/customXml" Target="../ink/ink168.xml"/><Relationship Id="rId377" Type="http://schemas.openxmlformats.org/officeDocument/2006/relationships/customXml" Target="../ink/ink189.xml"/><Relationship Id="rId5" Type="http://schemas.openxmlformats.org/officeDocument/2006/relationships/image" Target="../media/image9.png"/><Relationship Id="rId181" Type="http://schemas.openxmlformats.org/officeDocument/2006/relationships/image" Target="../media/image97.png"/><Relationship Id="rId237" Type="http://schemas.openxmlformats.org/officeDocument/2006/relationships/image" Target="../media/image125.png"/><Relationship Id="rId402" Type="http://schemas.openxmlformats.org/officeDocument/2006/relationships/image" Target="../media/image207.png"/><Relationship Id="rId279" Type="http://schemas.openxmlformats.org/officeDocument/2006/relationships/customXml" Target="../ink/ink140.xml"/><Relationship Id="rId444" Type="http://schemas.openxmlformats.org/officeDocument/2006/relationships/image" Target="../media/image228.png"/><Relationship Id="rId43" Type="http://schemas.openxmlformats.org/officeDocument/2006/relationships/image" Target="../media/image28.png"/><Relationship Id="rId139" Type="http://schemas.openxmlformats.org/officeDocument/2006/relationships/image" Target="../media/image76.png"/><Relationship Id="rId290" Type="http://schemas.openxmlformats.org/officeDocument/2006/relationships/image" Target="../media/image151.png"/><Relationship Id="rId304" Type="http://schemas.openxmlformats.org/officeDocument/2006/relationships/image" Target="../media/image158.png"/><Relationship Id="rId346" Type="http://schemas.openxmlformats.org/officeDocument/2006/relationships/image" Target="../media/image179.png"/><Relationship Id="rId388" Type="http://schemas.openxmlformats.org/officeDocument/2006/relationships/image" Target="../media/image200.png"/><Relationship Id="rId85" Type="http://schemas.openxmlformats.org/officeDocument/2006/relationships/image" Target="../media/image49.png"/><Relationship Id="rId150" Type="http://schemas.openxmlformats.org/officeDocument/2006/relationships/customXml" Target="../ink/ink75.xml"/><Relationship Id="rId192" Type="http://schemas.openxmlformats.org/officeDocument/2006/relationships/customXml" Target="../ink/ink96.xml"/><Relationship Id="rId206" Type="http://schemas.openxmlformats.org/officeDocument/2006/relationships/customXml" Target="../ink/ink103.xml"/><Relationship Id="rId413" Type="http://schemas.openxmlformats.org/officeDocument/2006/relationships/customXml" Target="../ink/ink207.xml"/><Relationship Id="rId248" Type="http://schemas.openxmlformats.org/officeDocument/2006/relationships/customXml" Target="../ink/ink124.xml"/><Relationship Id="rId455" Type="http://schemas.openxmlformats.org/officeDocument/2006/relationships/customXml" Target="../ink/ink228.xml"/><Relationship Id="rId12" Type="http://schemas.openxmlformats.org/officeDocument/2006/relationships/customXml" Target="../ink/ink6.xml"/><Relationship Id="rId108" Type="http://schemas.openxmlformats.org/officeDocument/2006/relationships/customXml" Target="../ink/ink54.xml"/><Relationship Id="rId315" Type="http://schemas.openxmlformats.org/officeDocument/2006/relationships/customXml" Target="../ink/ink158.xml"/><Relationship Id="rId357" Type="http://schemas.openxmlformats.org/officeDocument/2006/relationships/customXml" Target="../ink/ink179.xml"/><Relationship Id="rId54" Type="http://schemas.openxmlformats.org/officeDocument/2006/relationships/customXml" Target="../ink/ink27.xml"/><Relationship Id="rId96" Type="http://schemas.openxmlformats.org/officeDocument/2006/relationships/customXml" Target="../ink/ink48.xml"/><Relationship Id="rId161" Type="http://schemas.openxmlformats.org/officeDocument/2006/relationships/image" Target="../media/image87.png"/><Relationship Id="rId217" Type="http://schemas.openxmlformats.org/officeDocument/2006/relationships/image" Target="../media/image115.png"/><Relationship Id="rId399" Type="http://schemas.openxmlformats.org/officeDocument/2006/relationships/customXml" Target="../ink/ink200.xml"/><Relationship Id="rId259" Type="http://schemas.openxmlformats.org/officeDocument/2006/relationships/customXml" Target="../ink/ink130.xml"/><Relationship Id="rId424" Type="http://schemas.openxmlformats.org/officeDocument/2006/relationships/image" Target="../media/image218.png"/><Relationship Id="rId466" Type="http://schemas.openxmlformats.org/officeDocument/2006/relationships/image" Target="../media/image239.png"/><Relationship Id="rId23" Type="http://schemas.openxmlformats.org/officeDocument/2006/relationships/image" Target="../media/image18.png"/><Relationship Id="rId119" Type="http://schemas.openxmlformats.org/officeDocument/2006/relationships/image" Target="../media/image66.png"/><Relationship Id="rId270" Type="http://schemas.openxmlformats.org/officeDocument/2006/relationships/image" Target="../media/image141.png"/><Relationship Id="rId326" Type="http://schemas.openxmlformats.org/officeDocument/2006/relationships/image" Target="../media/image169.png"/><Relationship Id="rId65" Type="http://schemas.openxmlformats.org/officeDocument/2006/relationships/image" Target="../media/image39.png"/><Relationship Id="rId130" Type="http://schemas.openxmlformats.org/officeDocument/2006/relationships/customXml" Target="../ink/ink65.xml"/><Relationship Id="rId368" Type="http://schemas.openxmlformats.org/officeDocument/2006/relationships/image" Target="../media/image190.png"/><Relationship Id="rId172" Type="http://schemas.openxmlformats.org/officeDocument/2006/relationships/customXml" Target="../ink/ink86.xml"/><Relationship Id="rId228" Type="http://schemas.openxmlformats.org/officeDocument/2006/relationships/customXml" Target="../ink/ink114.xml"/><Relationship Id="rId435" Type="http://schemas.openxmlformats.org/officeDocument/2006/relationships/customXml" Target="../ink/ink218.xml"/><Relationship Id="rId477" Type="http://schemas.openxmlformats.org/officeDocument/2006/relationships/customXml" Target="../ink/ink239.xml"/><Relationship Id="rId281" Type="http://schemas.openxmlformats.org/officeDocument/2006/relationships/customXml" Target="../ink/ink141.xml"/><Relationship Id="rId337" Type="http://schemas.openxmlformats.org/officeDocument/2006/relationships/customXml" Target="../ink/ink169.xml"/><Relationship Id="rId34" Type="http://schemas.openxmlformats.org/officeDocument/2006/relationships/customXml" Target="../ink/ink17.xml"/><Relationship Id="rId76" Type="http://schemas.openxmlformats.org/officeDocument/2006/relationships/customXml" Target="../ink/ink38.xml"/><Relationship Id="rId141" Type="http://schemas.openxmlformats.org/officeDocument/2006/relationships/image" Target="../media/image77.png"/><Relationship Id="rId379" Type="http://schemas.openxmlformats.org/officeDocument/2006/relationships/customXml" Target="../ink/ink190.xml"/><Relationship Id="rId7" Type="http://schemas.openxmlformats.org/officeDocument/2006/relationships/image" Target="../media/image10.png"/><Relationship Id="rId183" Type="http://schemas.openxmlformats.org/officeDocument/2006/relationships/image" Target="../media/image98.png"/><Relationship Id="rId239" Type="http://schemas.openxmlformats.org/officeDocument/2006/relationships/image" Target="../media/image126.png"/><Relationship Id="rId390" Type="http://schemas.openxmlformats.org/officeDocument/2006/relationships/image" Target="../media/image201.png"/><Relationship Id="rId404" Type="http://schemas.openxmlformats.org/officeDocument/2006/relationships/image" Target="../media/image208.png"/><Relationship Id="rId446" Type="http://schemas.openxmlformats.org/officeDocument/2006/relationships/image" Target="../media/image229.png"/><Relationship Id="rId250" Type="http://schemas.openxmlformats.org/officeDocument/2006/relationships/customXml" Target="../ink/ink125.xml"/><Relationship Id="rId292" Type="http://schemas.openxmlformats.org/officeDocument/2006/relationships/image" Target="../media/image152.png"/><Relationship Id="rId306" Type="http://schemas.openxmlformats.org/officeDocument/2006/relationships/image" Target="../media/image159.png"/><Relationship Id="rId45" Type="http://schemas.openxmlformats.org/officeDocument/2006/relationships/image" Target="../media/image29.png"/><Relationship Id="rId87" Type="http://schemas.openxmlformats.org/officeDocument/2006/relationships/image" Target="../media/image50.png"/><Relationship Id="rId110" Type="http://schemas.openxmlformats.org/officeDocument/2006/relationships/customXml" Target="../ink/ink55.xml"/><Relationship Id="rId348" Type="http://schemas.openxmlformats.org/officeDocument/2006/relationships/image" Target="../media/image180.png"/><Relationship Id="rId152" Type="http://schemas.openxmlformats.org/officeDocument/2006/relationships/customXml" Target="../ink/ink76.xml"/><Relationship Id="rId194" Type="http://schemas.openxmlformats.org/officeDocument/2006/relationships/customXml" Target="../ink/ink97.xml"/><Relationship Id="rId208" Type="http://schemas.openxmlformats.org/officeDocument/2006/relationships/customXml" Target="../ink/ink104.xml"/><Relationship Id="rId415" Type="http://schemas.openxmlformats.org/officeDocument/2006/relationships/customXml" Target="../ink/ink208.xml"/><Relationship Id="rId457" Type="http://schemas.openxmlformats.org/officeDocument/2006/relationships/customXml" Target="../ink/ink229.xml"/><Relationship Id="rId261" Type="http://schemas.openxmlformats.org/officeDocument/2006/relationships/customXml" Target="../ink/ink131.xml"/><Relationship Id="rId14" Type="http://schemas.openxmlformats.org/officeDocument/2006/relationships/customXml" Target="../ink/ink7.xml"/><Relationship Id="rId56" Type="http://schemas.openxmlformats.org/officeDocument/2006/relationships/customXml" Target="../ink/ink28.xml"/><Relationship Id="rId317" Type="http://schemas.openxmlformats.org/officeDocument/2006/relationships/customXml" Target="../ink/ink159.xml"/><Relationship Id="rId359" Type="http://schemas.openxmlformats.org/officeDocument/2006/relationships/customXml" Target="../ink/ink180.xml"/><Relationship Id="rId98" Type="http://schemas.openxmlformats.org/officeDocument/2006/relationships/customXml" Target="../ink/ink49.xml"/><Relationship Id="rId121" Type="http://schemas.openxmlformats.org/officeDocument/2006/relationships/image" Target="../media/image67.png"/><Relationship Id="rId163" Type="http://schemas.openxmlformats.org/officeDocument/2006/relationships/image" Target="../media/image88.png"/><Relationship Id="rId219" Type="http://schemas.openxmlformats.org/officeDocument/2006/relationships/image" Target="../media/image116.png"/><Relationship Id="rId370" Type="http://schemas.openxmlformats.org/officeDocument/2006/relationships/image" Target="../media/image191.png"/><Relationship Id="rId426" Type="http://schemas.openxmlformats.org/officeDocument/2006/relationships/image" Target="../media/image219.png"/><Relationship Id="rId230" Type="http://schemas.openxmlformats.org/officeDocument/2006/relationships/customXml" Target="../ink/ink115.xml"/><Relationship Id="rId468" Type="http://schemas.openxmlformats.org/officeDocument/2006/relationships/image" Target="../media/image240.png"/><Relationship Id="rId25" Type="http://schemas.openxmlformats.org/officeDocument/2006/relationships/image" Target="../media/image19.png"/><Relationship Id="rId67" Type="http://schemas.openxmlformats.org/officeDocument/2006/relationships/image" Target="../media/image40.png"/><Relationship Id="rId272" Type="http://schemas.openxmlformats.org/officeDocument/2006/relationships/image" Target="../media/image142.png"/><Relationship Id="rId328" Type="http://schemas.openxmlformats.org/officeDocument/2006/relationships/image" Target="../media/image170.png"/><Relationship Id="rId132" Type="http://schemas.openxmlformats.org/officeDocument/2006/relationships/customXml" Target="../ink/ink66.xml"/><Relationship Id="rId174" Type="http://schemas.openxmlformats.org/officeDocument/2006/relationships/customXml" Target="../ink/ink87.xml"/><Relationship Id="rId381" Type="http://schemas.openxmlformats.org/officeDocument/2006/relationships/customXml" Target="../ink/ink191.xml"/><Relationship Id="rId241" Type="http://schemas.openxmlformats.org/officeDocument/2006/relationships/image" Target="../media/image127.png"/><Relationship Id="rId437" Type="http://schemas.openxmlformats.org/officeDocument/2006/relationships/customXml" Target="../ink/ink219.xml"/><Relationship Id="rId36" Type="http://schemas.openxmlformats.org/officeDocument/2006/relationships/customXml" Target="../ink/ink18.xml"/><Relationship Id="rId283" Type="http://schemas.openxmlformats.org/officeDocument/2006/relationships/customXml" Target="../ink/ink142.xml"/><Relationship Id="rId339" Type="http://schemas.openxmlformats.org/officeDocument/2006/relationships/customXml" Target="../ink/ink170.xml"/><Relationship Id="rId78" Type="http://schemas.openxmlformats.org/officeDocument/2006/relationships/customXml" Target="../ink/ink39.xml"/><Relationship Id="rId101" Type="http://schemas.openxmlformats.org/officeDocument/2006/relationships/image" Target="../media/image57.png"/><Relationship Id="rId143" Type="http://schemas.openxmlformats.org/officeDocument/2006/relationships/image" Target="../media/image78.png"/><Relationship Id="rId185" Type="http://schemas.openxmlformats.org/officeDocument/2006/relationships/image" Target="../media/image99.png"/><Relationship Id="rId350" Type="http://schemas.openxmlformats.org/officeDocument/2006/relationships/image" Target="../media/image181.png"/><Relationship Id="rId406" Type="http://schemas.openxmlformats.org/officeDocument/2006/relationships/image" Target="../media/image209.png"/><Relationship Id="rId9" Type="http://schemas.openxmlformats.org/officeDocument/2006/relationships/image" Target="../media/image11.png"/><Relationship Id="rId210" Type="http://schemas.openxmlformats.org/officeDocument/2006/relationships/customXml" Target="../ink/ink105.xml"/><Relationship Id="rId392" Type="http://schemas.openxmlformats.org/officeDocument/2006/relationships/image" Target="../media/image202.png"/><Relationship Id="rId448" Type="http://schemas.openxmlformats.org/officeDocument/2006/relationships/image" Target="../media/image230.png"/><Relationship Id="rId252" Type="http://schemas.openxmlformats.org/officeDocument/2006/relationships/customXml" Target="../ink/ink126.xml"/><Relationship Id="rId294" Type="http://schemas.openxmlformats.org/officeDocument/2006/relationships/image" Target="../media/image153.png"/><Relationship Id="rId308" Type="http://schemas.openxmlformats.org/officeDocument/2006/relationships/image" Target="../media/image160.png"/><Relationship Id="rId47" Type="http://schemas.openxmlformats.org/officeDocument/2006/relationships/image" Target="../media/image30.png"/><Relationship Id="rId89" Type="http://schemas.openxmlformats.org/officeDocument/2006/relationships/image" Target="../media/image51.png"/><Relationship Id="rId112" Type="http://schemas.openxmlformats.org/officeDocument/2006/relationships/customXml" Target="../ink/ink56.xml"/><Relationship Id="rId154" Type="http://schemas.openxmlformats.org/officeDocument/2006/relationships/customXml" Target="../ink/ink77.xml"/><Relationship Id="rId361" Type="http://schemas.openxmlformats.org/officeDocument/2006/relationships/customXml" Target="../ink/ink181.xml"/><Relationship Id="rId196" Type="http://schemas.openxmlformats.org/officeDocument/2006/relationships/customXml" Target="../ink/ink98.xml"/><Relationship Id="rId417" Type="http://schemas.openxmlformats.org/officeDocument/2006/relationships/customXml" Target="../ink/ink209.xml"/><Relationship Id="rId459" Type="http://schemas.openxmlformats.org/officeDocument/2006/relationships/customXml" Target="../ink/ink230.xml"/><Relationship Id="rId16" Type="http://schemas.openxmlformats.org/officeDocument/2006/relationships/customXml" Target="../ink/ink8.xml"/><Relationship Id="rId221" Type="http://schemas.openxmlformats.org/officeDocument/2006/relationships/image" Target="../media/image117.png"/><Relationship Id="rId263" Type="http://schemas.openxmlformats.org/officeDocument/2006/relationships/customXml" Target="../ink/ink132.xml"/><Relationship Id="rId319" Type="http://schemas.openxmlformats.org/officeDocument/2006/relationships/customXml" Target="../ink/ink160.xml"/><Relationship Id="rId470" Type="http://schemas.openxmlformats.org/officeDocument/2006/relationships/image" Target="../media/image241.png"/><Relationship Id="rId58" Type="http://schemas.openxmlformats.org/officeDocument/2006/relationships/customXml" Target="../ink/ink29.xml"/><Relationship Id="rId123" Type="http://schemas.openxmlformats.org/officeDocument/2006/relationships/image" Target="../media/image68.png"/><Relationship Id="rId330" Type="http://schemas.openxmlformats.org/officeDocument/2006/relationships/image" Target="../media/image171.png"/><Relationship Id="rId165" Type="http://schemas.openxmlformats.org/officeDocument/2006/relationships/image" Target="../media/image89.png"/><Relationship Id="rId372" Type="http://schemas.openxmlformats.org/officeDocument/2006/relationships/image" Target="../media/image192.png"/><Relationship Id="rId428" Type="http://schemas.openxmlformats.org/officeDocument/2006/relationships/image" Target="../media/image220.png"/><Relationship Id="rId232" Type="http://schemas.openxmlformats.org/officeDocument/2006/relationships/customXml" Target="../ink/ink116.xml"/><Relationship Id="rId274" Type="http://schemas.openxmlformats.org/officeDocument/2006/relationships/image" Target="../media/image143.png"/><Relationship Id="rId27" Type="http://schemas.openxmlformats.org/officeDocument/2006/relationships/image" Target="../media/image20.png"/><Relationship Id="rId69" Type="http://schemas.openxmlformats.org/officeDocument/2006/relationships/image" Target="../media/image41.png"/><Relationship Id="rId134" Type="http://schemas.openxmlformats.org/officeDocument/2006/relationships/customXml" Target="../ink/ink67.xml"/><Relationship Id="rId80" Type="http://schemas.openxmlformats.org/officeDocument/2006/relationships/customXml" Target="../ink/ink40.xml"/><Relationship Id="rId176" Type="http://schemas.openxmlformats.org/officeDocument/2006/relationships/customXml" Target="../ink/ink88.xml"/><Relationship Id="rId341" Type="http://schemas.openxmlformats.org/officeDocument/2006/relationships/customXml" Target="../ink/ink171.xml"/><Relationship Id="rId383" Type="http://schemas.openxmlformats.org/officeDocument/2006/relationships/customXml" Target="../ink/ink192.xml"/><Relationship Id="rId439" Type="http://schemas.openxmlformats.org/officeDocument/2006/relationships/customXml" Target="../ink/ink220.xml"/><Relationship Id="rId201" Type="http://schemas.openxmlformats.org/officeDocument/2006/relationships/image" Target="../media/image107.png"/><Relationship Id="rId243" Type="http://schemas.openxmlformats.org/officeDocument/2006/relationships/image" Target="../media/image128.png"/><Relationship Id="rId285" Type="http://schemas.openxmlformats.org/officeDocument/2006/relationships/customXml" Target="../ink/ink143.xml"/><Relationship Id="rId450" Type="http://schemas.openxmlformats.org/officeDocument/2006/relationships/image" Target="../media/image231.png"/><Relationship Id="rId38" Type="http://schemas.openxmlformats.org/officeDocument/2006/relationships/customXml" Target="../ink/ink19.xml"/><Relationship Id="rId103" Type="http://schemas.openxmlformats.org/officeDocument/2006/relationships/image" Target="../media/image58.png"/><Relationship Id="rId310" Type="http://schemas.openxmlformats.org/officeDocument/2006/relationships/image" Target="../media/image161.png"/><Relationship Id="rId91" Type="http://schemas.openxmlformats.org/officeDocument/2006/relationships/image" Target="../media/image52.png"/><Relationship Id="rId145" Type="http://schemas.openxmlformats.org/officeDocument/2006/relationships/image" Target="../media/image79.png"/><Relationship Id="rId187" Type="http://schemas.openxmlformats.org/officeDocument/2006/relationships/image" Target="../media/image100.png"/><Relationship Id="rId352" Type="http://schemas.openxmlformats.org/officeDocument/2006/relationships/image" Target="../media/image182.png"/><Relationship Id="rId394" Type="http://schemas.openxmlformats.org/officeDocument/2006/relationships/image" Target="../media/image203.png"/><Relationship Id="rId408" Type="http://schemas.openxmlformats.org/officeDocument/2006/relationships/image" Target="../media/image210.png"/><Relationship Id="rId212" Type="http://schemas.openxmlformats.org/officeDocument/2006/relationships/customXml" Target="../ink/ink106.xml"/><Relationship Id="rId254" Type="http://schemas.openxmlformats.org/officeDocument/2006/relationships/customXml" Target="../ink/ink127.xml"/><Relationship Id="rId49" Type="http://schemas.openxmlformats.org/officeDocument/2006/relationships/image" Target="../media/image31.png"/><Relationship Id="rId114" Type="http://schemas.openxmlformats.org/officeDocument/2006/relationships/customXml" Target="../ink/ink57.xml"/><Relationship Id="rId296" Type="http://schemas.openxmlformats.org/officeDocument/2006/relationships/image" Target="../media/image154.png"/><Relationship Id="rId461" Type="http://schemas.openxmlformats.org/officeDocument/2006/relationships/customXml" Target="../ink/ink231.xml"/><Relationship Id="rId60" Type="http://schemas.openxmlformats.org/officeDocument/2006/relationships/customXml" Target="../ink/ink30.xml"/><Relationship Id="rId156" Type="http://schemas.openxmlformats.org/officeDocument/2006/relationships/customXml" Target="../ink/ink78.xml"/><Relationship Id="rId198" Type="http://schemas.openxmlformats.org/officeDocument/2006/relationships/customXml" Target="../ink/ink99.xml"/><Relationship Id="rId321" Type="http://schemas.openxmlformats.org/officeDocument/2006/relationships/customXml" Target="../ink/ink161.xml"/><Relationship Id="rId363" Type="http://schemas.openxmlformats.org/officeDocument/2006/relationships/customXml" Target="../ink/ink182.xml"/><Relationship Id="rId419" Type="http://schemas.openxmlformats.org/officeDocument/2006/relationships/customXml" Target="../ink/ink210.xml"/><Relationship Id="rId223" Type="http://schemas.openxmlformats.org/officeDocument/2006/relationships/image" Target="../media/image118.png"/><Relationship Id="rId430" Type="http://schemas.openxmlformats.org/officeDocument/2006/relationships/image" Target="../media/image221.png"/><Relationship Id="rId18" Type="http://schemas.openxmlformats.org/officeDocument/2006/relationships/customXml" Target="../ink/ink9.xml"/><Relationship Id="rId265" Type="http://schemas.openxmlformats.org/officeDocument/2006/relationships/customXml" Target="../ink/ink133.xml"/><Relationship Id="rId472" Type="http://schemas.openxmlformats.org/officeDocument/2006/relationships/image" Target="../media/image242.png"/><Relationship Id="rId125" Type="http://schemas.openxmlformats.org/officeDocument/2006/relationships/image" Target="../media/image69.png"/><Relationship Id="rId167" Type="http://schemas.openxmlformats.org/officeDocument/2006/relationships/image" Target="../media/image90.png"/><Relationship Id="rId332" Type="http://schemas.openxmlformats.org/officeDocument/2006/relationships/image" Target="../media/image172.png"/><Relationship Id="rId374" Type="http://schemas.openxmlformats.org/officeDocument/2006/relationships/image" Target="../media/image193.png"/><Relationship Id="rId71" Type="http://schemas.openxmlformats.org/officeDocument/2006/relationships/image" Target="../media/image42.png"/><Relationship Id="rId234" Type="http://schemas.openxmlformats.org/officeDocument/2006/relationships/customXml" Target="../ink/ink117.xml"/><Relationship Id="rId2" Type="http://schemas.openxmlformats.org/officeDocument/2006/relationships/customXml" Target="../ink/ink1.xml"/><Relationship Id="rId29" Type="http://schemas.openxmlformats.org/officeDocument/2006/relationships/image" Target="../media/image21.png"/><Relationship Id="rId276" Type="http://schemas.openxmlformats.org/officeDocument/2006/relationships/image" Target="../media/image144.png"/><Relationship Id="rId441" Type="http://schemas.openxmlformats.org/officeDocument/2006/relationships/customXml" Target="../ink/ink221.xml"/><Relationship Id="rId40" Type="http://schemas.openxmlformats.org/officeDocument/2006/relationships/customXml" Target="../ink/ink20.xml"/><Relationship Id="rId136" Type="http://schemas.openxmlformats.org/officeDocument/2006/relationships/customXml" Target="../ink/ink68.xml"/><Relationship Id="rId178" Type="http://schemas.openxmlformats.org/officeDocument/2006/relationships/customXml" Target="../ink/ink89.xml"/><Relationship Id="rId301" Type="http://schemas.openxmlformats.org/officeDocument/2006/relationships/customXml" Target="../ink/ink151.xml"/><Relationship Id="rId343" Type="http://schemas.openxmlformats.org/officeDocument/2006/relationships/customXml" Target="../ink/ink172.xml"/><Relationship Id="rId82" Type="http://schemas.openxmlformats.org/officeDocument/2006/relationships/customXml" Target="../ink/ink41.xml"/><Relationship Id="rId203" Type="http://schemas.openxmlformats.org/officeDocument/2006/relationships/image" Target="../media/image108.png"/><Relationship Id="rId385" Type="http://schemas.openxmlformats.org/officeDocument/2006/relationships/customXml" Target="../ink/ink193.xml"/><Relationship Id="rId245" Type="http://schemas.openxmlformats.org/officeDocument/2006/relationships/image" Target="../media/image129.png"/><Relationship Id="rId287" Type="http://schemas.openxmlformats.org/officeDocument/2006/relationships/customXml" Target="../ink/ink144.xml"/><Relationship Id="rId410" Type="http://schemas.openxmlformats.org/officeDocument/2006/relationships/image" Target="../media/image211.png"/><Relationship Id="rId452" Type="http://schemas.openxmlformats.org/officeDocument/2006/relationships/image" Target="../media/image232.png"/><Relationship Id="rId105" Type="http://schemas.openxmlformats.org/officeDocument/2006/relationships/image" Target="../media/image59.png"/><Relationship Id="rId147" Type="http://schemas.openxmlformats.org/officeDocument/2006/relationships/image" Target="../media/image80.png"/><Relationship Id="rId312" Type="http://schemas.openxmlformats.org/officeDocument/2006/relationships/image" Target="../media/image162.png"/><Relationship Id="rId354" Type="http://schemas.openxmlformats.org/officeDocument/2006/relationships/image" Target="../media/image183.png"/><Relationship Id="rId51" Type="http://schemas.openxmlformats.org/officeDocument/2006/relationships/image" Target="../media/image32.png"/><Relationship Id="rId72" Type="http://schemas.openxmlformats.org/officeDocument/2006/relationships/customXml" Target="../ink/ink36.xml"/><Relationship Id="rId93" Type="http://schemas.openxmlformats.org/officeDocument/2006/relationships/image" Target="../media/image53.png"/><Relationship Id="rId189" Type="http://schemas.openxmlformats.org/officeDocument/2006/relationships/image" Target="../media/image101.png"/><Relationship Id="rId375" Type="http://schemas.openxmlformats.org/officeDocument/2006/relationships/customXml" Target="../ink/ink188.xml"/><Relationship Id="rId396" Type="http://schemas.openxmlformats.org/officeDocument/2006/relationships/image" Target="../media/image204.png"/><Relationship Id="rId3" Type="http://schemas.openxmlformats.org/officeDocument/2006/relationships/image" Target="../media/image8.png"/><Relationship Id="rId214" Type="http://schemas.openxmlformats.org/officeDocument/2006/relationships/customXml" Target="../ink/ink107.xml"/><Relationship Id="rId235" Type="http://schemas.openxmlformats.org/officeDocument/2006/relationships/image" Target="../media/image124.png"/><Relationship Id="rId256" Type="http://schemas.openxmlformats.org/officeDocument/2006/relationships/customXml" Target="../ink/ink128.xml"/><Relationship Id="rId277" Type="http://schemas.openxmlformats.org/officeDocument/2006/relationships/customXml" Target="../ink/ink139.xml"/><Relationship Id="rId298" Type="http://schemas.openxmlformats.org/officeDocument/2006/relationships/image" Target="../media/image155.png"/><Relationship Id="rId400" Type="http://schemas.openxmlformats.org/officeDocument/2006/relationships/image" Target="../media/image206.png"/><Relationship Id="rId421" Type="http://schemas.openxmlformats.org/officeDocument/2006/relationships/customXml" Target="../ink/ink211.xml"/><Relationship Id="rId442" Type="http://schemas.openxmlformats.org/officeDocument/2006/relationships/image" Target="../media/image227.png"/><Relationship Id="rId463" Type="http://schemas.openxmlformats.org/officeDocument/2006/relationships/customXml" Target="../ink/ink232.xml"/><Relationship Id="rId116" Type="http://schemas.openxmlformats.org/officeDocument/2006/relationships/customXml" Target="../ink/ink58.xml"/><Relationship Id="rId137" Type="http://schemas.openxmlformats.org/officeDocument/2006/relationships/image" Target="../media/image75.png"/><Relationship Id="rId158" Type="http://schemas.openxmlformats.org/officeDocument/2006/relationships/customXml" Target="../ink/ink79.xml"/><Relationship Id="rId302" Type="http://schemas.openxmlformats.org/officeDocument/2006/relationships/image" Target="../media/image157.png"/><Relationship Id="rId323" Type="http://schemas.openxmlformats.org/officeDocument/2006/relationships/customXml" Target="../ink/ink162.xml"/><Relationship Id="rId344" Type="http://schemas.openxmlformats.org/officeDocument/2006/relationships/image" Target="../media/image178.png"/><Relationship Id="rId20" Type="http://schemas.openxmlformats.org/officeDocument/2006/relationships/customXml" Target="../ink/ink10.xml"/><Relationship Id="rId41" Type="http://schemas.openxmlformats.org/officeDocument/2006/relationships/image" Target="../media/image27.png"/><Relationship Id="rId62" Type="http://schemas.openxmlformats.org/officeDocument/2006/relationships/customXml" Target="../ink/ink31.xml"/><Relationship Id="rId83" Type="http://schemas.openxmlformats.org/officeDocument/2006/relationships/image" Target="../media/image48.png"/><Relationship Id="rId179" Type="http://schemas.openxmlformats.org/officeDocument/2006/relationships/image" Target="../media/image96.png"/><Relationship Id="rId365" Type="http://schemas.openxmlformats.org/officeDocument/2006/relationships/customXml" Target="../ink/ink183.xml"/><Relationship Id="rId386" Type="http://schemas.openxmlformats.org/officeDocument/2006/relationships/image" Target="../media/image199.png"/><Relationship Id="rId190" Type="http://schemas.openxmlformats.org/officeDocument/2006/relationships/customXml" Target="../ink/ink95.xml"/><Relationship Id="rId204" Type="http://schemas.openxmlformats.org/officeDocument/2006/relationships/customXml" Target="../ink/ink102.xml"/><Relationship Id="rId225" Type="http://schemas.openxmlformats.org/officeDocument/2006/relationships/image" Target="../media/image119.png"/><Relationship Id="rId246" Type="http://schemas.openxmlformats.org/officeDocument/2006/relationships/customXml" Target="../ink/ink123.xml"/><Relationship Id="rId267" Type="http://schemas.openxmlformats.org/officeDocument/2006/relationships/customXml" Target="../ink/ink134.xml"/><Relationship Id="rId288" Type="http://schemas.openxmlformats.org/officeDocument/2006/relationships/image" Target="../media/image150.png"/><Relationship Id="rId411" Type="http://schemas.openxmlformats.org/officeDocument/2006/relationships/customXml" Target="../ink/ink206.xml"/><Relationship Id="rId432" Type="http://schemas.openxmlformats.org/officeDocument/2006/relationships/image" Target="../media/image222.png"/><Relationship Id="rId453" Type="http://schemas.openxmlformats.org/officeDocument/2006/relationships/customXml" Target="../ink/ink227.xml"/><Relationship Id="rId474" Type="http://schemas.openxmlformats.org/officeDocument/2006/relationships/image" Target="../media/image243.png"/><Relationship Id="rId106" Type="http://schemas.openxmlformats.org/officeDocument/2006/relationships/customXml" Target="../ink/ink53.xml"/><Relationship Id="rId127" Type="http://schemas.openxmlformats.org/officeDocument/2006/relationships/image" Target="../media/image70.png"/><Relationship Id="rId313" Type="http://schemas.openxmlformats.org/officeDocument/2006/relationships/customXml" Target="../ink/ink157.xml"/><Relationship Id="rId10" Type="http://schemas.openxmlformats.org/officeDocument/2006/relationships/customXml" Target="../ink/ink5.xml"/><Relationship Id="rId31" Type="http://schemas.openxmlformats.org/officeDocument/2006/relationships/image" Target="../media/image22.png"/><Relationship Id="rId52" Type="http://schemas.openxmlformats.org/officeDocument/2006/relationships/customXml" Target="../ink/ink26.xml"/><Relationship Id="rId73" Type="http://schemas.openxmlformats.org/officeDocument/2006/relationships/image" Target="../media/image43.png"/><Relationship Id="rId94" Type="http://schemas.openxmlformats.org/officeDocument/2006/relationships/customXml" Target="../ink/ink47.xml"/><Relationship Id="rId148" Type="http://schemas.openxmlformats.org/officeDocument/2006/relationships/customXml" Target="../ink/ink74.xml"/><Relationship Id="rId169" Type="http://schemas.openxmlformats.org/officeDocument/2006/relationships/image" Target="../media/image91.png"/><Relationship Id="rId334" Type="http://schemas.openxmlformats.org/officeDocument/2006/relationships/image" Target="../media/image173.png"/><Relationship Id="rId355" Type="http://schemas.openxmlformats.org/officeDocument/2006/relationships/customXml" Target="../ink/ink178.xml"/><Relationship Id="rId376" Type="http://schemas.openxmlformats.org/officeDocument/2006/relationships/image" Target="../media/image194.png"/><Relationship Id="rId397" Type="http://schemas.openxmlformats.org/officeDocument/2006/relationships/customXml" Target="../ink/ink199.xml"/><Relationship Id="rId4" Type="http://schemas.openxmlformats.org/officeDocument/2006/relationships/customXml" Target="../ink/ink2.xml"/><Relationship Id="rId180" Type="http://schemas.openxmlformats.org/officeDocument/2006/relationships/customXml" Target="../ink/ink90.xml"/><Relationship Id="rId215" Type="http://schemas.openxmlformats.org/officeDocument/2006/relationships/image" Target="../media/image114.png"/><Relationship Id="rId236" Type="http://schemas.openxmlformats.org/officeDocument/2006/relationships/customXml" Target="../ink/ink118.xml"/><Relationship Id="rId257" Type="http://schemas.openxmlformats.org/officeDocument/2006/relationships/customXml" Target="../ink/ink129.xml"/><Relationship Id="rId278" Type="http://schemas.openxmlformats.org/officeDocument/2006/relationships/image" Target="../media/image145.png"/><Relationship Id="rId401" Type="http://schemas.openxmlformats.org/officeDocument/2006/relationships/customXml" Target="../ink/ink201.xml"/><Relationship Id="rId422" Type="http://schemas.openxmlformats.org/officeDocument/2006/relationships/image" Target="../media/image217.png"/><Relationship Id="rId443" Type="http://schemas.openxmlformats.org/officeDocument/2006/relationships/customXml" Target="../ink/ink222.xml"/><Relationship Id="rId464" Type="http://schemas.openxmlformats.org/officeDocument/2006/relationships/image" Target="../media/image238.png"/><Relationship Id="rId303" Type="http://schemas.openxmlformats.org/officeDocument/2006/relationships/customXml" Target="../ink/ink152.xml"/><Relationship Id="rId42" Type="http://schemas.openxmlformats.org/officeDocument/2006/relationships/customXml" Target="../ink/ink21.xml"/><Relationship Id="rId84" Type="http://schemas.openxmlformats.org/officeDocument/2006/relationships/customXml" Target="../ink/ink42.xml"/><Relationship Id="rId138" Type="http://schemas.openxmlformats.org/officeDocument/2006/relationships/customXml" Target="../ink/ink69.xml"/><Relationship Id="rId345" Type="http://schemas.openxmlformats.org/officeDocument/2006/relationships/customXml" Target="../ink/ink173.xml"/><Relationship Id="rId387" Type="http://schemas.openxmlformats.org/officeDocument/2006/relationships/customXml" Target="../ink/ink194.xml"/><Relationship Id="rId191" Type="http://schemas.openxmlformats.org/officeDocument/2006/relationships/image" Target="../media/image102.png"/><Relationship Id="rId205" Type="http://schemas.openxmlformats.org/officeDocument/2006/relationships/image" Target="../media/image109.png"/><Relationship Id="rId247" Type="http://schemas.openxmlformats.org/officeDocument/2006/relationships/image" Target="../media/image130.png"/><Relationship Id="rId412" Type="http://schemas.openxmlformats.org/officeDocument/2006/relationships/image" Target="../media/image212.png"/><Relationship Id="rId107" Type="http://schemas.openxmlformats.org/officeDocument/2006/relationships/image" Target="../media/image60.png"/><Relationship Id="rId289" Type="http://schemas.openxmlformats.org/officeDocument/2006/relationships/customXml" Target="../ink/ink145.xml"/><Relationship Id="rId454" Type="http://schemas.openxmlformats.org/officeDocument/2006/relationships/image" Target="../media/image233.png"/><Relationship Id="rId11" Type="http://schemas.openxmlformats.org/officeDocument/2006/relationships/image" Target="../media/image12.png"/><Relationship Id="rId53" Type="http://schemas.openxmlformats.org/officeDocument/2006/relationships/image" Target="../media/image33.png"/><Relationship Id="rId149" Type="http://schemas.openxmlformats.org/officeDocument/2006/relationships/image" Target="../media/image81.png"/><Relationship Id="rId314" Type="http://schemas.openxmlformats.org/officeDocument/2006/relationships/image" Target="../media/image163.png"/><Relationship Id="rId356" Type="http://schemas.openxmlformats.org/officeDocument/2006/relationships/image" Target="../media/image184.png"/><Relationship Id="rId398" Type="http://schemas.openxmlformats.org/officeDocument/2006/relationships/image" Target="../media/image205.png"/><Relationship Id="rId95" Type="http://schemas.openxmlformats.org/officeDocument/2006/relationships/image" Target="../media/image54.png"/><Relationship Id="rId160" Type="http://schemas.openxmlformats.org/officeDocument/2006/relationships/customXml" Target="../ink/ink80.xml"/><Relationship Id="rId216" Type="http://schemas.openxmlformats.org/officeDocument/2006/relationships/customXml" Target="../ink/ink108.xml"/><Relationship Id="rId423" Type="http://schemas.openxmlformats.org/officeDocument/2006/relationships/customXml" Target="../ink/ink212.xml"/><Relationship Id="rId258" Type="http://schemas.openxmlformats.org/officeDocument/2006/relationships/image" Target="../media/image135.png"/><Relationship Id="rId465" Type="http://schemas.openxmlformats.org/officeDocument/2006/relationships/customXml" Target="../ink/ink233.xml"/><Relationship Id="rId22" Type="http://schemas.openxmlformats.org/officeDocument/2006/relationships/customXml" Target="../ink/ink11.xml"/><Relationship Id="rId64" Type="http://schemas.openxmlformats.org/officeDocument/2006/relationships/customXml" Target="../ink/ink32.xml"/><Relationship Id="rId118" Type="http://schemas.openxmlformats.org/officeDocument/2006/relationships/customXml" Target="../ink/ink59.xml"/><Relationship Id="rId325" Type="http://schemas.openxmlformats.org/officeDocument/2006/relationships/customXml" Target="../ink/ink163.xml"/><Relationship Id="rId367" Type="http://schemas.openxmlformats.org/officeDocument/2006/relationships/customXml" Target="../ink/ink184.xml"/><Relationship Id="rId171" Type="http://schemas.openxmlformats.org/officeDocument/2006/relationships/image" Target="../media/image92.png"/><Relationship Id="rId227" Type="http://schemas.openxmlformats.org/officeDocument/2006/relationships/image" Target="../media/image120.png"/><Relationship Id="rId269" Type="http://schemas.openxmlformats.org/officeDocument/2006/relationships/customXml" Target="../ink/ink135.xml"/><Relationship Id="rId434" Type="http://schemas.openxmlformats.org/officeDocument/2006/relationships/image" Target="../media/image223.png"/><Relationship Id="rId476" Type="http://schemas.openxmlformats.org/officeDocument/2006/relationships/image" Target="../media/image244.png"/><Relationship Id="rId33" Type="http://schemas.openxmlformats.org/officeDocument/2006/relationships/image" Target="../media/image23.png"/><Relationship Id="rId129" Type="http://schemas.openxmlformats.org/officeDocument/2006/relationships/image" Target="../media/image71.png"/><Relationship Id="rId280" Type="http://schemas.openxmlformats.org/officeDocument/2006/relationships/image" Target="../media/image146.png"/><Relationship Id="rId336" Type="http://schemas.openxmlformats.org/officeDocument/2006/relationships/image" Target="../media/image174.png"/><Relationship Id="rId75" Type="http://schemas.openxmlformats.org/officeDocument/2006/relationships/image" Target="../media/image44.png"/><Relationship Id="rId140" Type="http://schemas.openxmlformats.org/officeDocument/2006/relationships/customXml" Target="../ink/ink70.xml"/><Relationship Id="rId182" Type="http://schemas.openxmlformats.org/officeDocument/2006/relationships/customXml" Target="../ink/ink91.xml"/><Relationship Id="rId378" Type="http://schemas.openxmlformats.org/officeDocument/2006/relationships/image" Target="../media/image195.png"/><Relationship Id="rId403" Type="http://schemas.openxmlformats.org/officeDocument/2006/relationships/customXml" Target="../ink/ink202.xml"/><Relationship Id="rId6" Type="http://schemas.openxmlformats.org/officeDocument/2006/relationships/customXml" Target="../ink/ink3.xml"/><Relationship Id="rId238" Type="http://schemas.openxmlformats.org/officeDocument/2006/relationships/customXml" Target="../ink/ink119.xml"/><Relationship Id="rId445" Type="http://schemas.openxmlformats.org/officeDocument/2006/relationships/customXml" Target="../ink/ink223.xml"/><Relationship Id="rId291" Type="http://schemas.openxmlformats.org/officeDocument/2006/relationships/customXml" Target="../ink/ink146.xml"/><Relationship Id="rId305" Type="http://schemas.openxmlformats.org/officeDocument/2006/relationships/customXml" Target="../ink/ink153.xml"/><Relationship Id="rId347" Type="http://schemas.openxmlformats.org/officeDocument/2006/relationships/customXml" Target="../ink/ink174.xml"/><Relationship Id="rId44" Type="http://schemas.openxmlformats.org/officeDocument/2006/relationships/customXml" Target="../ink/ink22.xml"/><Relationship Id="rId86" Type="http://schemas.openxmlformats.org/officeDocument/2006/relationships/customXml" Target="../ink/ink43.xml"/><Relationship Id="rId151" Type="http://schemas.openxmlformats.org/officeDocument/2006/relationships/image" Target="../media/image82.png"/><Relationship Id="rId389" Type="http://schemas.openxmlformats.org/officeDocument/2006/relationships/customXml" Target="../ink/ink195.xml"/><Relationship Id="rId193" Type="http://schemas.openxmlformats.org/officeDocument/2006/relationships/image" Target="../media/image103.png"/><Relationship Id="rId207" Type="http://schemas.openxmlformats.org/officeDocument/2006/relationships/image" Target="../media/image110.png"/><Relationship Id="rId249" Type="http://schemas.openxmlformats.org/officeDocument/2006/relationships/image" Target="../media/image131.png"/><Relationship Id="rId414" Type="http://schemas.openxmlformats.org/officeDocument/2006/relationships/image" Target="../media/image213.png"/><Relationship Id="rId456" Type="http://schemas.openxmlformats.org/officeDocument/2006/relationships/image" Target="../media/image234.png"/><Relationship Id="rId13" Type="http://schemas.openxmlformats.org/officeDocument/2006/relationships/image" Target="../media/image13.png"/><Relationship Id="rId109" Type="http://schemas.openxmlformats.org/officeDocument/2006/relationships/image" Target="../media/image61.png"/><Relationship Id="rId260" Type="http://schemas.openxmlformats.org/officeDocument/2006/relationships/image" Target="../media/image136.png"/><Relationship Id="rId316" Type="http://schemas.openxmlformats.org/officeDocument/2006/relationships/image" Target="../media/image164.png"/><Relationship Id="rId55" Type="http://schemas.openxmlformats.org/officeDocument/2006/relationships/image" Target="../media/image34.png"/><Relationship Id="rId97" Type="http://schemas.openxmlformats.org/officeDocument/2006/relationships/image" Target="../media/image55.png"/><Relationship Id="rId120" Type="http://schemas.openxmlformats.org/officeDocument/2006/relationships/customXml" Target="../ink/ink60.xml"/><Relationship Id="rId358" Type="http://schemas.openxmlformats.org/officeDocument/2006/relationships/image" Target="../media/image185.png"/><Relationship Id="rId162" Type="http://schemas.openxmlformats.org/officeDocument/2006/relationships/customXml" Target="../ink/ink81.xml"/><Relationship Id="rId218" Type="http://schemas.openxmlformats.org/officeDocument/2006/relationships/customXml" Target="../ink/ink109.xml"/><Relationship Id="rId425" Type="http://schemas.openxmlformats.org/officeDocument/2006/relationships/customXml" Target="../ink/ink213.xml"/><Relationship Id="rId467" Type="http://schemas.openxmlformats.org/officeDocument/2006/relationships/customXml" Target="../ink/ink234.xml"/><Relationship Id="rId271" Type="http://schemas.openxmlformats.org/officeDocument/2006/relationships/customXml" Target="../ink/ink136.xml"/><Relationship Id="rId24" Type="http://schemas.openxmlformats.org/officeDocument/2006/relationships/customXml" Target="../ink/ink12.xml"/><Relationship Id="rId66" Type="http://schemas.openxmlformats.org/officeDocument/2006/relationships/customXml" Target="../ink/ink33.xml"/><Relationship Id="rId131" Type="http://schemas.openxmlformats.org/officeDocument/2006/relationships/image" Target="../media/image72.png"/><Relationship Id="rId327" Type="http://schemas.openxmlformats.org/officeDocument/2006/relationships/customXml" Target="../ink/ink164.xml"/><Relationship Id="rId369" Type="http://schemas.openxmlformats.org/officeDocument/2006/relationships/customXml" Target="../ink/ink185.xml"/><Relationship Id="rId173" Type="http://schemas.openxmlformats.org/officeDocument/2006/relationships/image" Target="../media/image93.png"/><Relationship Id="rId229" Type="http://schemas.openxmlformats.org/officeDocument/2006/relationships/image" Target="../media/image121.png"/><Relationship Id="rId380" Type="http://schemas.openxmlformats.org/officeDocument/2006/relationships/image" Target="../media/image196.png"/><Relationship Id="rId436" Type="http://schemas.openxmlformats.org/officeDocument/2006/relationships/image" Target="../media/image224.png"/><Relationship Id="rId240" Type="http://schemas.openxmlformats.org/officeDocument/2006/relationships/customXml" Target="../ink/ink120.xml"/><Relationship Id="rId478" Type="http://schemas.openxmlformats.org/officeDocument/2006/relationships/image" Target="../media/image245.png"/><Relationship Id="rId35" Type="http://schemas.openxmlformats.org/officeDocument/2006/relationships/image" Target="../media/image24.png"/><Relationship Id="rId77" Type="http://schemas.openxmlformats.org/officeDocument/2006/relationships/image" Target="../media/image45.png"/><Relationship Id="rId100" Type="http://schemas.openxmlformats.org/officeDocument/2006/relationships/customXml" Target="../ink/ink50.xml"/><Relationship Id="rId282" Type="http://schemas.openxmlformats.org/officeDocument/2006/relationships/image" Target="../media/image147.png"/><Relationship Id="rId338" Type="http://schemas.openxmlformats.org/officeDocument/2006/relationships/image" Target="../media/image175.png"/><Relationship Id="rId8" Type="http://schemas.openxmlformats.org/officeDocument/2006/relationships/customXml" Target="../ink/ink4.xml"/><Relationship Id="rId142" Type="http://schemas.openxmlformats.org/officeDocument/2006/relationships/customXml" Target="../ink/ink71.xml"/><Relationship Id="rId184" Type="http://schemas.openxmlformats.org/officeDocument/2006/relationships/customXml" Target="../ink/ink92.xml"/><Relationship Id="rId391" Type="http://schemas.openxmlformats.org/officeDocument/2006/relationships/customXml" Target="../ink/ink196.xml"/><Relationship Id="rId405" Type="http://schemas.openxmlformats.org/officeDocument/2006/relationships/customXml" Target="../ink/ink203.xml"/><Relationship Id="rId447" Type="http://schemas.openxmlformats.org/officeDocument/2006/relationships/customXml" Target="../ink/ink224.xml"/><Relationship Id="rId251" Type="http://schemas.openxmlformats.org/officeDocument/2006/relationships/image" Target="../media/image132.png"/><Relationship Id="rId46" Type="http://schemas.openxmlformats.org/officeDocument/2006/relationships/customXml" Target="../ink/ink23.xml"/><Relationship Id="rId293" Type="http://schemas.openxmlformats.org/officeDocument/2006/relationships/customXml" Target="../ink/ink147.xml"/><Relationship Id="rId307" Type="http://schemas.openxmlformats.org/officeDocument/2006/relationships/customXml" Target="../ink/ink154.xml"/><Relationship Id="rId349" Type="http://schemas.openxmlformats.org/officeDocument/2006/relationships/customXml" Target="../ink/ink175.xml"/><Relationship Id="rId88" Type="http://schemas.openxmlformats.org/officeDocument/2006/relationships/customXml" Target="../ink/ink44.xml"/><Relationship Id="rId111" Type="http://schemas.openxmlformats.org/officeDocument/2006/relationships/image" Target="../media/image62.png"/><Relationship Id="rId153" Type="http://schemas.openxmlformats.org/officeDocument/2006/relationships/image" Target="../media/image83.png"/><Relationship Id="rId195" Type="http://schemas.openxmlformats.org/officeDocument/2006/relationships/image" Target="../media/image104.png"/><Relationship Id="rId209" Type="http://schemas.openxmlformats.org/officeDocument/2006/relationships/image" Target="../media/image111.png"/><Relationship Id="rId360" Type="http://schemas.openxmlformats.org/officeDocument/2006/relationships/image" Target="../media/image186.png"/><Relationship Id="rId416" Type="http://schemas.openxmlformats.org/officeDocument/2006/relationships/image" Target="../media/image214.png"/><Relationship Id="rId220" Type="http://schemas.openxmlformats.org/officeDocument/2006/relationships/customXml" Target="../ink/ink110.xml"/><Relationship Id="rId458" Type="http://schemas.openxmlformats.org/officeDocument/2006/relationships/image" Target="../media/image235.png"/><Relationship Id="rId15" Type="http://schemas.openxmlformats.org/officeDocument/2006/relationships/image" Target="../media/image14.png"/><Relationship Id="rId57" Type="http://schemas.openxmlformats.org/officeDocument/2006/relationships/image" Target="../media/image35.png"/><Relationship Id="rId262" Type="http://schemas.openxmlformats.org/officeDocument/2006/relationships/image" Target="../media/image137.png"/><Relationship Id="rId318" Type="http://schemas.openxmlformats.org/officeDocument/2006/relationships/image" Target="../media/image165.png"/><Relationship Id="rId99" Type="http://schemas.openxmlformats.org/officeDocument/2006/relationships/image" Target="../media/image56.png"/><Relationship Id="rId122" Type="http://schemas.openxmlformats.org/officeDocument/2006/relationships/customXml" Target="../ink/ink61.xml"/><Relationship Id="rId164" Type="http://schemas.openxmlformats.org/officeDocument/2006/relationships/customXml" Target="../ink/ink82.xml"/><Relationship Id="rId371" Type="http://schemas.openxmlformats.org/officeDocument/2006/relationships/customXml" Target="../ink/ink186.xml"/><Relationship Id="rId427" Type="http://schemas.openxmlformats.org/officeDocument/2006/relationships/customXml" Target="../ink/ink214.xml"/><Relationship Id="rId469" Type="http://schemas.openxmlformats.org/officeDocument/2006/relationships/customXml" Target="../ink/ink235.xml"/><Relationship Id="rId26" Type="http://schemas.openxmlformats.org/officeDocument/2006/relationships/customXml" Target="../ink/ink13.xml"/><Relationship Id="rId231" Type="http://schemas.openxmlformats.org/officeDocument/2006/relationships/image" Target="../media/image122.png"/><Relationship Id="rId273" Type="http://schemas.openxmlformats.org/officeDocument/2006/relationships/customXml" Target="../ink/ink137.xml"/><Relationship Id="rId329" Type="http://schemas.openxmlformats.org/officeDocument/2006/relationships/customXml" Target="../ink/ink165.xml"/><Relationship Id="rId68" Type="http://schemas.openxmlformats.org/officeDocument/2006/relationships/customXml" Target="../ink/ink34.xml"/><Relationship Id="rId133" Type="http://schemas.openxmlformats.org/officeDocument/2006/relationships/image" Target="../media/image73.png"/><Relationship Id="rId175" Type="http://schemas.openxmlformats.org/officeDocument/2006/relationships/image" Target="../media/image94.png"/><Relationship Id="rId340" Type="http://schemas.openxmlformats.org/officeDocument/2006/relationships/image" Target="../media/image176.png"/><Relationship Id="rId200" Type="http://schemas.openxmlformats.org/officeDocument/2006/relationships/customXml" Target="../ink/ink100.xml"/><Relationship Id="rId382" Type="http://schemas.openxmlformats.org/officeDocument/2006/relationships/image" Target="../media/image197.png"/><Relationship Id="rId438" Type="http://schemas.openxmlformats.org/officeDocument/2006/relationships/image" Target="../media/image225.png"/><Relationship Id="rId242" Type="http://schemas.openxmlformats.org/officeDocument/2006/relationships/customXml" Target="../ink/ink121.xml"/><Relationship Id="rId284" Type="http://schemas.openxmlformats.org/officeDocument/2006/relationships/image" Target="../media/image148.png"/><Relationship Id="rId37" Type="http://schemas.openxmlformats.org/officeDocument/2006/relationships/image" Target="../media/image25.png"/><Relationship Id="rId79" Type="http://schemas.openxmlformats.org/officeDocument/2006/relationships/image" Target="../media/image46.png"/><Relationship Id="rId102" Type="http://schemas.openxmlformats.org/officeDocument/2006/relationships/customXml" Target="../ink/ink51.xml"/><Relationship Id="rId144" Type="http://schemas.openxmlformats.org/officeDocument/2006/relationships/customXml" Target="../ink/ink72.xml"/><Relationship Id="rId90" Type="http://schemas.openxmlformats.org/officeDocument/2006/relationships/customXml" Target="../ink/ink45.xml"/><Relationship Id="rId186" Type="http://schemas.openxmlformats.org/officeDocument/2006/relationships/customXml" Target="../ink/ink93.xml"/><Relationship Id="rId351" Type="http://schemas.openxmlformats.org/officeDocument/2006/relationships/customXml" Target="../ink/ink176.xml"/><Relationship Id="rId393" Type="http://schemas.openxmlformats.org/officeDocument/2006/relationships/customXml" Target="../ink/ink197.xml"/><Relationship Id="rId407" Type="http://schemas.openxmlformats.org/officeDocument/2006/relationships/customXml" Target="../ink/ink204.xml"/><Relationship Id="rId449" Type="http://schemas.openxmlformats.org/officeDocument/2006/relationships/customXml" Target="../ink/ink225.xml"/><Relationship Id="rId211" Type="http://schemas.openxmlformats.org/officeDocument/2006/relationships/image" Target="../media/image112.png"/><Relationship Id="rId253" Type="http://schemas.openxmlformats.org/officeDocument/2006/relationships/image" Target="../media/image133.png"/><Relationship Id="rId295" Type="http://schemas.openxmlformats.org/officeDocument/2006/relationships/customXml" Target="../ink/ink148.xml"/><Relationship Id="rId309" Type="http://schemas.openxmlformats.org/officeDocument/2006/relationships/customXml" Target="../ink/ink155.xml"/><Relationship Id="rId460" Type="http://schemas.openxmlformats.org/officeDocument/2006/relationships/image" Target="../media/image236.png"/><Relationship Id="rId48" Type="http://schemas.openxmlformats.org/officeDocument/2006/relationships/customXml" Target="../ink/ink24.xml"/><Relationship Id="rId113" Type="http://schemas.openxmlformats.org/officeDocument/2006/relationships/image" Target="../media/image63.png"/><Relationship Id="rId320" Type="http://schemas.openxmlformats.org/officeDocument/2006/relationships/image" Target="../media/image166.png"/><Relationship Id="rId155" Type="http://schemas.openxmlformats.org/officeDocument/2006/relationships/image" Target="../media/image84.png"/><Relationship Id="rId197" Type="http://schemas.openxmlformats.org/officeDocument/2006/relationships/image" Target="../media/image105.png"/><Relationship Id="rId362" Type="http://schemas.openxmlformats.org/officeDocument/2006/relationships/image" Target="../media/image187.png"/><Relationship Id="rId418" Type="http://schemas.openxmlformats.org/officeDocument/2006/relationships/image" Target="../media/image215.png"/><Relationship Id="rId222" Type="http://schemas.openxmlformats.org/officeDocument/2006/relationships/customXml" Target="../ink/ink111.xml"/><Relationship Id="rId264" Type="http://schemas.openxmlformats.org/officeDocument/2006/relationships/image" Target="../media/image138.png"/><Relationship Id="rId471" Type="http://schemas.openxmlformats.org/officeDocument/2006/relationships/customXml" Target="../ink/ink236.xml"/><Relationship Id="rId17" Type="http://schemas.openxmlformats.org/officeDocument/2006/relationships/image" Target="../media/image15.png"/><Relationship Id="rId59" Type="http://schemas.openxmlformats.org/officeDocument/2006/relationships/image" Target="../media/image36.png"/><Relationship Id="rId124" Type="http://schemas.openxmlformats.org/officeDocument/2006/relationships/customXml" Target="../ink/ink62.xml"/><Relationship Id="rId70" Type="http://schemas.openxmlformats.org/officeDocument/2006/relationships/customXml" Target="../ink/ink35.xml"/><Relationship Id="rId166" Type="http://schemas.openxmlformats.org/officeDocument/2006/relationships/customXml" Target="../ink/ink83.xml"/><Relationship Id="rId331" Type="http://schemas.openxmlformats.org/officeDocument/2006/relationships/customXml" Target="../ink/ink166.xml"/><Relationship Id="rId373" Type="http://schemas.openxmlformats.org/officeDocument/2006/relationships/customXml" Target="../ink/ink187.xml"/><Relationship Id="rId429" Type="http://schemas.openxmlformats.org/officeDocument/2006/relationships/customXml" Target="../ink/ink215.xml"/><Relationship Id="rId1" Type="http://schemas.openxmlformats.org/officeDocument/2006/relationships/slideLayout" Target="../slideLayouts/slideLayout7.xml"/><Relationship Id="rId233" Type="http://schemas.openxmlformats.org/officeDocument/2006/relationships/image" Target="../media/image123.png"/><Relationship Id="rId440" Type="http://schemas.openxmlformats.org/officeDocument/2006/relationships/image" Target="../media/image226.png"/><Relationship Id="rId28" Type="http://schemas.openxmlformats.org/officeDocument/2006/relationships/customXml" Target="../ink/ink14.xml"/><Relationship Id="rId275" Type="http://schemas.openxmlformats.org/officeDocument/2006/relationships/customXml" Target="../ink/ink138.xml"/><Relationship Id="rId300" Type="http://schemas.openxmlformats.org/officeDocument/2006/relationships/image" Target="../media/image156.png"/><Relationship Id="rId81" Type="http://schemas.openxmlformats.org/officeDocument/2006/relationships/image" Target="../media/image47.png"/><Relationship Id="rId135" Type="http://schemas.openxmlformats.org/officeDocument/2006/relationships/image" Target="../media/image74.png"/><Relationship Id="rId177" Type="http://schemas.openxmlformats.org/officeDocument/2006/relationships/image" Target="../media/image95.png"/><Relationship Id="rId342" Type="http://schemas.openxmlformats.org/officeDocument/2006/relationships/image" Target="../media/image177.png"/><Relationship Id="rId384" Type="http://schemas.openxmlformats.org/officeDocument/2006/relationships/image" Target="../media/image198.png"/><Relationship Id="rId202" Type="http://schemas.openxmlformats.org/officeDocument/2006/relationships/customXml" Target="../ink/ink101.xml"/><Relationship Id="rId244" Type="http://schemas.openxmlformats.org/officeDocument/2006/relationships/customXml" Target="../ink/ink122.xml"/><Relationship Id="rId39" Type="http://schemas.openxmlformats.org/officeDocument/2006/relationships/image" Target="../media/image26.png"/><Relationship Id="rId286" Type="http://schemas.openxmlformats.org/officeDocument/2006/relationships/image" Target="../media/image149.png"/><Relationship Id="rId451" Type="http://schemas.openxmlformats.org/officeDocument/2006/relationships/customXml" Target="../ink/ink226.xml"/><Relationship Id="rId50" Type="http://schemas.openxmlformats.org/officeDocument/2006/relationships/customXml" Target="../ink/ink25.xml"/><Relationship Id="rId104" Type="http://schemas.openxmlformats.org/officeDocument/2006/relationships/customXml" Target="../ink/ink52.xml"/><Relationship Id="rId146" Type="http://schemas.openxmlformats.org/officeDocument/2006/relationships/customXml" Target="../ink/ink73.xml"/><Relationship Id="rId188" Type="http://schemas.openxmlformats.org/officeDocument/2006/relationships/customXml" Target="../ink/ink94.xml"/><Relationship Id="rId311" Type="http://schemas.openxmlformats.org/officeDocument/2006/relationships/customXml" Target="../ink/ink156.xml"/><Relationship Id="rId353" Type="http://schemas.openxmlformats.org/officeDocument/2006/relationships/customXml" Target="../ink/ink177.xml"/><Relationship Id="rId395" Type="http://schemas.openxmlformats.org/officeDocument/2006/relationships/customXml" Target="../ink/ink198.xml"/><Relationship Id="rId409" Type="http://schemas.openxmlformats.org/officeDocument/2006/relationships/customXml" Target="../ink/ink205.xml"/><Relationship Id="rId92" Type="http://schemas.openxmlformats.org/officeDocument/2006/relationships/customXml" Target="../ink/ink46.xml"/><Relationship Id="rId213" Type="http://schemas.openxmlformats.org/officeDocument/2006/relationships/image" Target="../media/image113.png"/><Relationship Id="rId420" Type="http://schemas.openxmlformats.org/officeDocument/2006/relationships/image" Target="../media/image216.png"/><Relationship Id="rId255" Type="http://schemas.openxmlformats.org/officeDocument/2006/relationships/image" Target="../media/image134.png"/><Relationship Id="rId297" Type="http://schemas.openxmlformats.org/officeDocument/2006/relationships/customXml" Target="../ink/ink149.xml"/><Relationship Id="rId462" Type="http://schemas.openxmlformats.org/officeDocument/2006/relationships/image" Target="../media/image237.png"/><Relationship Id="rId115" Type="http://schemas.openxmlformats.org/officeDocument/2006/relationships/image" Target="../media/image64.png"/><Relationship Id="rId157" Type="http://schemas.openxmlformats.org/officeDocument/2006/relationships/image" Target="../media/image85.png"/><Relationship Id="rId322" Type="http://schemas.openxmlformats.org/officeDocument/2006/relationships/image" Target="../media/image167.png"/><Relationship Id="rId364" Type="http://schemas.openxmlformats.org/officeDocument/2006/relationships/image" Target="../media/image188.png"/><Relationship Id="rId61" Type="http://schemas.openxmlformats.org/officeDocument/2006/relationships/image" Target="../media/image37.png"/><Relationship Id="rId199" Type="http://schemas.openxmlformats.org/officeDocument/2006/relationships/image" Target="../media/image106.png"/><Relationship Id="rId19" Type="http://schemas.openxmlformats.org/officeDocument/2006/relationships/image" Target="../media/image16.png"/><Relationship Id="rId224" Type="http://schemas.openxmlformats.org/officeDocument/2006/relationships/customXml" Target="../ink/ink112.xml"/><Relationship Id="rId266" Type="http://schemas.openxmlformats.org/officeDocument/2006/relationships/image" Target="../media/image139.png"/><Relationship Id="rId431" Type="http://schemas.openxmlformats.org/officeDocument/2006/relationships/customXml" Target="../ink/ink216.xml"/><Relationship Id="rId473" Type="http://schemas.openxmlformats.org/officeDocument/2006/relationships/customXml" Target="../ink/ink237.xml"/><Relationship Id="rId30" Type="http://schemas.openxmlformats.org/officeDocument/2006/relationships/customXml" Target="../ink/ink15.xml"/><Relationship Id="rId126" Type="http://schemas.openxmlformats.org/officeDocument/2006/relationships/customXml" Target="../ink/ink63.xml"/><Relationship Id="rId168" Type="http://schemas.openxmlformats.org/officeDocument/2006/relationships/customXml" Target="../ink/ink84.xml"/><Relationship Id="rId333" Type="http://schemas.openxmlformats.org/officeDocument/2006/relationships/customXml" Target="../ink/ink167.xml"/></Relationships>
</file>

<file path=ppt/slides/_rels/slide5.xml.rels><?xml version="1.0" encoding="UTF-8" standalone="yes"?>
<Relationships xmlns="http://schemas.openxmlformats.org/package/2006/relationships"><Relationship Id="rId3" Type="http://schemas.openxmlformats.org/officeDocument/2006/relationships/image" Target="../media/image247.png"/><Relationship Id="rId2" Type="http://schemas.openxmlformats.org/officeDocument/2006/relationships/image" Target="../media/image246.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hyperlink" Target="https://www.pexels.com/de-de/foto/mann-zeigt-laptop-computer-2182981/" TargetMode="External"/><Relationship Id="rId2" Type="http://schemas.openxmlformats.org/officeDocument/2006/relationships/image" Target="../media/image248.jpeg"/><Relationship Id="rId1" Type="http://schemas.openxmlformats.org/officeDocument/2006/relationships/slideLayout" Target="../slideLayouts/slideLayout7.xml"/><Relationship Id="rId5" Type="http://schemas.openxmlformats.org/officeDocument/2006/relationships/hyperlink" Target="https://www.pexels.com/video/call-center-agents-talking-to-customers-while-using-cellphone-and-laptop-7682761/" TargetMode="External"/><Relationship Id="rId4" Type="http://schemas.openxmlformats.org/officeDocument/2006/relationships/image" Target="../media/image249.jpeg"/></Relationships>
</file>

<file path=ppt/slides/_rels/slide7.xml.rels><?xml version="1.0" encoding="UTF-8" standalone="yes"?>
<Relationships xmlns="http://schemas.openxmlformats.org/package/2006/relationships"><Relationship Id="rId26" Type="http://schemas.openxmlformats.org/officeDocument/2006/relationships/image" Target="../media/image261.png"/><Relationship Id="rId117" Type="http://schemas.openxmlformats.org/officeDocument/2006/relationships/customXml" Target="../ink/ink297.xml"/><Relationship Id="rId21" Type="http://schemas.openxmlformats.org/officeDocument/2006/relationships/customXml" Target="../ink/ink249.xml"/><Relationship Id="rId42" Type="http://schemas.openxmlformats.org/officeDocument/2006/relationships/image" Target="../media/image269.png"/><Relationship Id="rId47" Type="http://schemas.openxmlformats.org/officeDocument/2006/relationships/customXml" Target="../ink/ink262.xml"/><Relationship Id="rId63" Type="http://schemas.openxmlformats.org/officeDocument/2006/relationships/customXml" Target="../ink/ink270.xml"/><Relationship Id="rId68" Type="http://schemas.openxmlformats.org/officeDocument/2006/relationships/image" Target="../media/image282.png"/><Relationship Id="rId84" Type="http://schemas.openxmlformats.org/officeDocument/2006/relationships/image" Target="../media/image290.png"/><Relationship Id="rId89" Type="http://schemas.openxmlformats.org/officeDocument/2006/relationships/customXml" Target="../ink/ink283.xml"/><Relationship Id="rId112" Type="http://schemas.openxmlformats.org/officeDocument/2006/relationships/image" Target="../media/image303.png"/><Relationship Id="rId16" Type="http://schemas.openxmlformats.org/officeDocument/2006/relationships/image" Target="../media/image256.png"/><Relationship Id="rId107" Type="http://schemas.openxmlformats.org/officeDocument/2006/relationships/customXml" Target="../ink/ink292.xml"/><Relationship Id="rId11" Type="http://schemas.openxmlformats.org/officeDocument/2006/relationships/customXml" Target="../ink/ink244.xml"/><Relationship Id="rId32" Type="http://schemas.openxmlformats.org/officeDocument/2006/relationships/image" Target="../media/image264.png"/><Relationship Id="rId37" Type="http://schemas.openxmlformats.org/officeDocument/2006/relationships/customXml" Target="../ink/ink257.xml"/><Relationship Id="rId53" Type="http://schemas.openxmlformats.org/officeDocument/2006/relationships/customXml" Target="../ink/ink265.xml"/><Relationship Id="rId58" Type="http://schemas.openxmlformats.org/officeDocument/2006/relationships/image" Target="../media/image277.png"/><Relationship Id="rId74" Type="http://schemas.openxmlformats.org/officeDocument/2006/relationships/image" Target="../media/image285.png"/><Relationship Id="rId79" Type="http://schemas.openxmlformats.org/officeDocument/2006/relationships/customXml" Target="../ink/ink278.xml"/><Relationship Id="rId102" Type="http://schemas.openxmlformats.org/officeDocument/2006/relationships/image" Target="../media/image298.png"/><Relationship Id="rId5" Type="http://schemas.openxmlformats.org/officeDocument/2006/relationships/customXml" Target="../ink/ink241.xml"/><Relationship Id="rId90" Type="http://schemas.openxmlformats.org/officeDocument/2006/relationships/image" Target="../media/image292.png"/><Relationship Id="rId95" Type="http://schemas.openxmlformats.org/officeDocument/2006/relationships/customXml" Target="../ink/ink286.xml"/><Relationship Id="rId22" Type="http://schemas.openxmlformats.org/officeDocument/2006/relationships/image" Target="../media/image259.png"/><Relationship Id="rId27" Type="http://schemas.openxmlformats.org/officeDocument/2006/relationships/customXml" Target="../ink/ink252.xml"/><Relationship Id="rId43" Type="http://schemas.openxmlformats.org/officeDocument/2006/relationships/customXml" Target="../ink/ink260.xml"/><Relationship Id="rId48" Type="http://schemas.openxmlformats.org/officeDocument/2006/relationships/image" Target="../media/image272.png"/><Relationship Id="rId64" Type="http://schemas.openxmlformats.org/officeDocument/2006/relationships/image" Target="../media/image280.png"/><Relationship Id="rId69" Type="http://schemas.openxmlformats.org/officeDocument/2006/relationships/customXml" Target="../ink/ink273.xml"/><Relationship Id="rId113" Type="http://schemas.openxmlformats.org/officeDocument/2006/relationships/customXml" Target="../ink/ink295.xml"/><Relationship Id="rId118" Type="http://schemas.openxmlformats.org/officeDocument/2006/relationships/image" Target="../media/image306.png"/><Relationship Id="rId80" Type="http://schemas.openxmlformats.org/officeDocument/2006/relationships/image" Target="../media/image288.png"/><Relationship Id="rId85" Type="http://schemas.openxmlformats.org/officeDocument/2006/relationships/customXml" Target="../ink/ink281.xml"/><Relationship Id="rId12" Type="http://schemas.openxmlformats.org/officeDocument/2006/relationships/image" Target="../media/image254.png"/><Relationship Id="rId17" Type="http://schemas.openxmlformats.org/officeDocument/2006/relationships/customXml" Target="../ink/ink247.xml"/><Relationship Id="rId33" Type="http://schemas.openxmlformats.org/officeDocument/2006/relationships/customXml" Target="../ink/ink255.xml"/><Relationship Id="rId38" Type="http://schemas.openxmlformats.org/officeDocument/2006/relationships/image" Target="../media/image267.png"/><Relationship Id="rId59" Type="http://schemas.openxmlformats.org/officeDocument/2006/relationships/customXml" Target="../ink/ink268.xml"/><Relationship Id="rId103" Type="http://schemas.openxmlformats.org/officeDocument/2006/relationships/customXml" Target="../ink/ink290.xml"/><Relationship Id="rId108" Type="http://schemas.openxmlformats.org/officeDocument/2006/relationships/image" Target="../media/image301.png"/><Relationship Id="rId54" Type="http://schemas.openxmlformats.org/officeDocument/2006/relationships/image" Target="../media/image275.png"/><Relationship Id="rId70" Type="http://schemas.openxmlformats.org/officeDocument/2006/relationships/image" Target="../media/image283.png"/><Relationship Id="rId75" Type="http://schemas.openxmlformats.org/officeDocument/2006/relationships/customXml" Target="../ink/ink276.xml"/><Relationship Id="rId91" Type="http://schemas.openxmlformats.org/officeDocument/2006/relationships/customXml" Target="../ink/ink284.xml"/><Relationship Id="rId96" Type="http://schemas.openxmlformats.org/officeDocument/2006/relationships/image" Target="../media/image295.png"/><Relationship Id="rId1" Type="http://schemas.openxmlformats.org/officeDocument/2006/relationships/slideLayout" Target="../slideLayouts/slideLayout7.xml"/><Relationship Id="rId6" Type="http://schemas.openxmlformats.org/officeDocument/2006/relationships/image" Target="../media/image251.png"/><Relationship Id="rId23" Type="http://schemas.openxmlformats.org/officeDocument/2006/relationships/customXml" Target="../ink/ink250.xml"/><Relationship Id="rId28" Type="http://schemas.openxmlformats.org/officeDocument/2006/relationships/image" Target="../media/image262.png"/><Relationship Id="rId49" Type="http://schemas.openxmlformats.org/officeDocument/2006/relationships/customXml" Target="../ink/ink263.xml"/><Relationship Id="rId114" Type="http://schemas.openxmlformats.org/officeDocument/2006/relationships/image" Target="../media/image304.png"/><Relationship Id="rId119" Type="http://schemas.openxmlformats.org/officeDocument/2006/relationships/customXml" Target="../ink/ink298.xml"/><Relationship Id="rId44" Type="http://schemas.openxmlformats.org/officeDocument/2006/relationships/image" Target="../media/image270.png"/><Relationship Id="rId60" Type="http://schemas.openxmlformats.org/officeDocument/2006/relationships/image" Target="../media/image278.png"/><Relationship Id="rId65" Type="http://schemas.openxmlformats.org/officeDocument/2006/relationships/customXml" Target="../ink/ink271.xml"/><Relationship Id="rId81" Type="http://schemas.openxmlformats.org/officeDocument/2006/relationships/customXml" Target="../ink/ink279.xml"/><Relationship Id="rId86" Type="http://schemas.openxmlformats.org/officeDocument/2006/relationships/image" Target="../media/image77.png"/><Relationship Id="rId4" Type="http://schemas.openxmlformats.org/officeDocument/2006/relationships/image" Target="../media/image250.png"/><Relationship Id="rId9" Type="http://schemas.openxmlformats.org/officeDocument/2006/relationships/customXml" Target="../ink/ink243.xml"/><Relationship Id="rId13" Type="http://schemas.openxmlformats.org/officeDocument/2006/relationships/customXml" Target="../ink/ink245.xml"/><Relationship Id="rId18" Type="http://schemas.openxmlformats.org/officeDocument/2006/relationships/image" Target="../media/image257.png"/><Relationship Id="rId39" Type="http://schemas.openxmlformats.org/officeDocument/2006/relationships/customXml" Target="../ink/ink258.xml"/><Relationship Id="rId109" Type="http://schemas.openxmlformats.org/officeDocument/2006/relationships/customXml" Target="../ink/ink293.xml"/><Relationship Id="rId34" Type="http://schemas.openxmlformats.org/officeDocument/2006/relationships/image" Target="../media/image265.png"/><Relationship Id="rId50" Type="http://schemas.openxmlformats.org/officeDocument/2006/relationships/image" Target="../media/image273.png"/><Relationship Id="rId55" Type="http://schemas.openxmlformats.org/officeDocument/2006/relationships/customXml" Target="../ink/ink266.xml"/><Relationship Id="rId76" Type="http://schemas.openxmlformats.org/officeDocument/2006/relationships/image" Target="../media/image286.png"/><Relationship Id="rId97" Type="http://schemas.openxmlformats.org/officeDocument/2006/relationships/customXml" Target="../ink/ink287.xml"/><Relationship Id="rId104" Type="http://schemas.openxmlformats.org/officeDocument/2006/relationships/image" Target="../media/image299.png"/><Relationship Id="rId120" Type="http://schemas.openxmlformats.org/officeDocument/2006/relationships/image" Target="../media/image307.png"/><Relationship Id="rId7" Type="http://schemas.openxmlformats.org/officeDocument/2006/relationships/customXml" Target="../ink/ink242.xml"/><Relationship Id="rId71" Type="http://schemas.openxmlformats.org/officeDocument/2006/relationships/customXml" Target="../ink/ink274.xml"/><Relationship Id="rId92" Type="http://schemas.openxmlformats.org/officeDocument/2006/relationships/image" Target="../media/image293.png"/><Relationship Id="rId2" Type="http://schemas.openxmlformats.org/officeDocument/2006/relationships/hyperlink" Target="https://help.sap.com/docs/build-process-automation/sap-build-process-automation/configure-sap-build-process-automation-destinations" TargetMode="External"/><Relationship Id="rId29" Type="http://schemas.openxmlformats.org/officeDocument/2006/relationships/customXml" Target="../ink/ink253.xml"/><Relationship Id="rId24" Type="http://schemas.openxmlformats.org/officeDocument/2006/relationships/image" Target="../media/image260.png"/><Relationship Id="rId40" Type="http://schemas.openxmlformats.org/officeDocument/2006/relationships/image" Target="../media/image268.png"/><Relationship Id="rId45" Type="http://schemas.openxmlformats.org/officeDocument/2006/relationships/customXml" Target="../ink/ink261.xml"/><Relationship Id="rId66" Type="http://schemas.openxmlformats.org/officeDocument/2006/relationships/image" Target="../media/image281.png"/><Relationship Id="rId87" Type="http://schemas.openxmlformats.org/officeDocument/2006/relationships/customXml" Target="../ink/ink282.xml"/><Relationship Id="rId110" Type="http://schemas.openxmlformats.org/officeDocument/2006/relationships/image" Target="../media/image302.png"/><Relationship Id="rId115" Type="http://schemas.openxmlformats.org/officeDocument/2006/relationships/customXml" Target="../ink/ink296.xml"/><Relationship Id="rId61" Type="http://schemas.openxmlformats.org/officeDocument/2006/relationships/customXml" Target="../ink/ink269.xml"/><Relationship Id="rId82" Type="http://schemas.openxmlformats.org/officeDocument/2006/relationships/image" Target="../media/image289.png"/><Relationship Id="rId19" Type="http://schemas.openxmlformats.org/officeDocument/2006/relationships/customXml" Target="../ink/ink248.xml"/><Relationship Id="rId14" Type="http://schemas.openxmlformats.org/officeDocument/2006/relationships/image" Target="../media/image255.png"/><Relationship Id="rId30" Type="http://schemas.openxmlformats.org/officeDocument/2006/relationships/image" Target="../media/image263.png"/><Relationship Id="rId35" Type="http://schemas.openxmlformats.org/officeDocument/2006/relationships/customXml" Target="../ink/ink256.xml"/><Relationship Id="rId56" Type="http://schemas.openxmlformats.org/officeDocument/2006/relationships/image" Target="../media/image276.png"/><Relationship Id="rId77" Type="http://schemas.openxmlformats.org/officeDocument/2006/relationships/customXml" Target="../ink/ink277.xml"/><Relationship Id="rId100" Type="http://schemas.openxmlformats.org/officeDocument/2006/relationships/image" Target="../media/image297.png"/><Relationship Id="rId105" Type="http://schemas.openxmlformats.org/officeDocument/2006/relationships/customXml" Target="../ink/ink291.xml"/><Relationship Id="rId8" Type="http://schemas.openxmlformats.org/officeDocument/2006/relationships/image" Target="../media/image252.png"/><Relationship Id="rId51" Type="http://schemas.openxmlformats.org/officeDocument/2006/relationships/customXml" Target="../ink/ink264.xml"/><Relationship Id="rId72" Type="http://schemas.openxmlformats.org/officeDocument/2006/relationships/image" Target="../media/image284.png"/><Relationship Id="rId93" Type="http://schemas.openxmlformats.org/officeDocument/2006/relationships/customXml" Target="../ink/ink285.xml"/><Relationship Id="rId98" Type="http://schemas.openxmlformats.org/officeDocument/2006/relationships/image" Target="../media/image296.png"/><Relationship Id="rId121" Type="http://schemas.openxmlformats.org/officeDocument/2006/relationships/customXml" Target="../ink/ink299.xml"/><Relationship Id="rId3" Type="http://schemas.openxmlformats.org/officeDocument/2006/relationships/customXml" Target="../ink/ink240.xml"/><Relationship Id="rId25" Type="http://schemas.openxmlformats.org/officeDocument/2006/relationships/customXml" Target="../ink/ink251.xml"/><Relationship Id="rId46" Type="http://schemas.openxmlformats.org/officeDocument/2006/relationships/image" Target="../media/image271.png"/><Relationship Id="rId67" Type="http://schemas.openxmlformats.org/officeDocument/2006/relationships/customXml" Target="../ink/ink272.xml"/><Relationship Id="rId116" Type="http://schemas.openxmlformats.org/officeDocument/2006/relationships/image" Target="../media/image305.png"/><Relationship Id="rId20" Type="http://schemas.openxmlformats.org/officeDocument/2006/relationships/image" Target="../media/image258.png"/><Relationship Id="rId41" Type="http://schemas.openxmlformats.org/officeDocument/2006/relationships/customXml" Target="../ink/ink259.xml"/><Relationship Id="rId62" Type="http://schemas.openxmlformats.org/officeDocument/2006/relationships/image" Target="../media/image279.png"/><Relationship Id="rId83" Type="http://schemas.openxmlformats.org/officeDocument/2006/relationships/customXml" Target="../ink/ink280.xml"/><Relationship Id="rId88" Type="http://schemas.openxmlformats.org/officeDocument/2006/relationships/image" Target="../media/image291.png"/><Relationship Id="rId111" Type="http://schemas.openxmlformats.org/officeDocument/2006/relationships/customXml" Target="../ink/ink294.xml"/><Relationship Id="rId15" Type="http://schemas.openxmlformats.org/officeDocument/2006/relationships/customXml" Target="../ink/ink246.xml"/><Relationship Id="rId36" Type="http://schemas.openxmlformats.org/officeDocument/2006/relationships/image" Target="../media/image266.png"/><Relationship Id="rId57" Type="http://schemas.openxmlformats.org/officeDocument/2006/relationships/customXml" Target="../ink/ink267.xml"/><Relationship Id="rId106" Type="http://schemas.openxmlformats.org/officeDocument/2006/relationships/image" Target="../media/image300.png"/><Relationship Id="rId10" Type="http://schemas.openxmlformats.org/officeDocument/2006/relationships/image" Target="../media/image253.png"/><Relationship Id="rId31" Type="http://schemas.openxmlformats.org/officeDocument/2006/relationships/customXml" Target="../ink/ink254.xml"/><Relationship Id="rId52" Type="http://schemas.openxmlformats.org/officeDocument/2006/relationships/image" Target="../media/image274.png"/><Relationship Id="rId73" Type="http://schemas.openxmlformats.org/officeDocument/2006/relationships/customXml" Target="../ink/ink275.xml"/><Relationship Id="rId78" Type="http://schemas.openxmlformats.org/officeDocument/2006/relationships/image" Target="../media/image287.png"/><Relationship Id="rId94" Type="http://schemas.openxmlformats.org/officeDocument/2006/relationships/image" Target="../media/image294.png"/><Relationship Id="rId99" Type="http://schemas.openxmlformats.org/officeDocument/2006/relationships/customXml" Target="../ink/ink288.xml"/><Relationship Id="rId101" Type="http://schemas.openxmlformats.org/officeDocument/2006/relationships/customXml" Target="../ink/ink289.xml"/><Relationship Id="rId122" Type="http://schemas.openxmlformats.org/officeDocument/2006/relationships/image" Target="../media/image30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hyperlink" Target="https://www.oracle.com/in/java/technologies/javase/jdk11-archive-downloads.html" TargetMode="Externa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471.png"/><Relationship Id="rId2" Type="http://schemas.openxmlformats.org/officeDocument/2006/relationships/customXml" Target="../ink/ink300.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309.jpg"/><Relationship Id="rId1" Type="http://schemas.openxmlformats.org/officeDocument/2006/relationships/slideLayout" Target="../slideLayouts/slideLayout8.xml"/></Relationships>
</file>

<file path=ppt/slides/_rels/slide15.xml.rels><?xml version="1.0" encoding="UTF-8" standalone="yes"?>
<Relationships xmlns="http://schemas.openxmlformats.org/package/2006/relationships"><Relationship Id="rId3" Type="http://schemas.openxmlformats.org/officeDocument/2006/relationships/hyperlink" Target="http://www.twitter.com/" TargetMode="External"/><Relationship Id="rId2" Type="http://schemas.openxmlformats.org/officeDocument/2006/relationships/hyperlink" Target="http://www.facebook.com/" TargetMode="External"/><Relationship Id="rId1" Type="http://schemas.openxmlformats.org/officeDocument/2006/relationships/slideLayout" Target="../slideLayouts/slideLayout8.xml"/><Relationship Id="rId5" Type="http://schemas.openxmlformats.org/officeDocument/2006/relationships/image" Target="../media/image7.png"/><Relationship Id="rId4" Type="http://schemas.openxmlformats.org/officeDocument/2006/relationships/hyperlink" Target="http://www.dribbble.com/" TargetMode="External"/></Relationships>
</file>

<file path=ppt/slides/_rels/slide16.xml.rels><?xml version="1.0" encoding="UTF-8" standalone="yes"?>
<Relationships xmlns="http://schemas.openxmlformats.org/package/2006/relationships"><Relationship Id="rId8" Type="http://schemas.openxmlformats.org/officeDocument/2006/relationships/image" Target="../media/image315.jpeg"/><Relationship Id="rId3" Type="http://schemas.openxmlformats.org/officeDocument/2006/relationships/image" Target="../media/image310.jpeg"/><Relationship Id="rId7" Type="http://schemas.openxmlformats.org/officeDocument/2006/relationships/image" Target="../media/image314.tiff"/><Relationship Id="rId2" Type="http://schemas.openxmlformats.org/officeDocument/2006/relationships/notesSlide" Target="../notesSlides/notesSlide2.xml"/><Relationship Id="rId1" Type="http://schemas.openxmlformats.org/officeDocument/2006/relationships/slideLayout" Target="../slideLayouts/slideLayout15.xml"/><Relationship Id="rId6" Type="http://schemas.openxmlformats.org/officeDocument/2006/relationships/image" Target="../media/image313.tiff"/><Relationship Id="rId5" Type="http://schemas.openxmlformats.org/officeDocument/2006/relationships/image" Target="../media/image312.tiff"/><Relationship Id="rId4" Type="http://schemas.openxmlformats.org/officeDocument/2006/relationships/image" Target="../media/image311.tiff"/><Relationship Id="rId9" Type="http://schemas.openxmlformats.org/officeDocument/2006/relationships/image" Target="../media/image316.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457200" y="1352550"/>
            <a:ext cx="8229600" cy="1295400"/>
          </a:xfrm>
        </p:spPr>
        <p:txBody>
          <a:bodyPr>
            <a:normAutofit/>
          </a:bodyPr>
          <a:lstStyle/>
          <a:p>
            <a:pPr>
              <a:lnSpc>
                <a:spcPct val="90000"/>
              </a:lnSpc>
            </a:pPr>
            <a:r>
              <a:rPr lang="en-PH" sz="3600" dirty="0"/>
              <a:t>SAP Build Training for Corporate Professionals</a:t>
            </a:r>
          </a:p>
        </p:txBody>
      </p:sp>
      <p:sp>
        <p:nvSpPr>
          <p:cNvPr id="3" name="Subtitle 2"/>
          <p:cNvSpPr>
            <a:spLocks noGrp="1"/>
          </p:cNvSpPr>
          <p:nvPr>
            <p:ph type="subTitle" idx="1"/>
          </p:nvPr>
        </p:nvSpPr>
        <p:spPr>
          <a:xfrm>
            <a:off x="457200" y="2495550"/>
            <a:ext cx="8229600" cy="914400"/>
          </a:xfrm>
        </p:spPr>
        <p:txBody>
          <a:bodyPr>
            <a:normAutofit/>
          </a:bodyPr>
          <a:lstStyle/>
          <a:p>
            <a:r>
              <a:rPr lang="en-PH" sz="3600" b="1">
                <a:solidFill>
                  <a:srgbClr val="00B050"/>
                </a:solidFill>
                <a:latin typeface="Cooper Black" panose="0208090404030B020404" pitchFamily="18" charset="0"/>
              </a:rPr>
              <a:t>www.anubhavtrainings.com</a:t>
            </a:r>
            <a:endParaRPr lang="en-PH" sz="3600" b="1" dirty="0">
              <a:solidFill>
                <a:srgbClr val="00B050"/>
              </a:solidFill>
              <a:latin typeface="Cooper Black" panose="0208090404030B020404" pitchFamily="18" charset="0"/>
            </a:endParaRPr>
          </a:p>
        </p:txBody>
      </p:sp>
      <p:sp>
        <p:nvSpPr>
          <p:cNvPr id="4" name="Google Shape;500;p1">
            <a:extLst>
              <a:ext uri="{FF2B5EF4-FFF2-40B4-BE49-F238E27FC236}">
                <a16:creationId xmlns:a16="http://schemas.microsoft.com/office/drawing/2014/main" id="{A035E2B0-75D9-4BCC-1173-8F7FB8C99C8A}"/>
              </a:ext>
            </a:extLst>
          </p:cNvPr>
          <p:cNvSpPr txBox="1"/>
          <p:nvPr/>
        </p:nvSpPr>
        <p:spPr>
          <a:xfrm>
            <a:off x="609600" y="496005"/>
            <a:ext cx="1828800" cy="646290"/>
          </a:xfrm>
          <a:prstGeom prst="rect">
            <a:avLst/>
          </a:prstGeom>
          <a:gradFill>
            <a:gsLst>
              <a:gs pos="0">
                <a:srgbClr val="F3FCFF"/>
              </a:gs>
              <a:gs pos="35000">
                <a:srgbClr val="F6FCFF"/>
              </a:gs>
              <a:gs pos="100000">
                <a:srgbClr val="FBFFFF"/>
              </a:gs>
            </a:gsLst>
            <a:lin ang="16200000" scaled="0"/>
          </a:gradFill>
          <a:ln w="9525" cap="flat" cmpd="sng">
            <a:solidFill>
              <a:srgbClr val="000000"/>
            </a:solidFill>
            <a:prstDash val="solid"/>
            <a:round/>
            <a:headEnd type="none" w="sm" len="sm"/>
            <a:tailEnd type="none" w="sm" len="sm"/>
          </a:ln>
          <a:effectLst>
            <a:outerShdw blurRad="40000" dist="20000" dir="5400000" rotWithShape="0">
              <a:srgbClr val="000000">
                <a:alpha val="37647"/>
              </a:srgbClr>
            </a:outerShdw>
          </a:effectLst>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dirty="0">
                <a:gradFill flip="none" rotWithShape="1">
                  <a:gsLst>
                    <a:gs pos="0">
                      <a:srgbClr val="0070C0"/>
                    </a:gs>
                    <a:gs pos="100000">
                      <a:srgbClr val="00B0F0"/>
                    </a:gs>
                  </a:gsLst>
                  <a:lin ang="16200000" scaled="1"/>
                  <a:tileRect/>
                </a:gradFill>
                <a:latin typeface="Arial" pitchFamily="34" charset="0"/>
                <a:ea typeface="+mj-ea"/>
                <a:cs typeface="Arial" pitchFamily="34" charset="0"/>
                <a:sym typeface="Corben"/>
              </a:rPr>
              <a:t>DAY-25</a:t>
            </a:r>
          </a:p>
        </p:txBody>
      </p:sp>
      <p:pic>
        <p:nvPicPr>
          <p:cNvPr id="6" name="Google Shape;497;p1">
            <a:extLst>
              <a:ext uri="{FF2B5EF4-FFF2-40B4-BE49-F238E27FC236}">
                <a16:creationId xmlns:a16="http://schemas.microsoft.com/office/drawing/2014/main" id="{503397FB-5BCD-D008-7827-9E43E26D9D15}"/>
              </a:ext>
            </a:extLst>
          </p:cNvPr>
          <p:cNvPicPr preferRelativeResize="0"/>
          <p:nvPr/>
        </p:nvPicPr>
        <p:blipFill rotWithShape="1">
          <a:blip r:embed="rId3">
            <a:alphaModFix/>
          </a:blip>
          <a:srcRect/>
          <a:stretch/>
        </p:blipFill>
        <p:spPr>
          <a:xfrm>
            <a:off x="7010400" y="3181350"/>
            <a:ext cx="1733995" cy="1656184"/>
          </a:xfrm>
          <a:prstGeom prst="rect">
            <a:avLst/>
          </a:prstGeom>
          <a:noFill/>
          <a:ln>
            <a:noFill/>
          </a:ln>
        </p:spPr>
      </p:pic>
    </p:spTree>
    <p:extLst>
      <p:ext uri="{BB962C8B-B14F-4D97-AF65-F5344CB8AC3E}">
        <p14:creationId xmlns:p14="http://schemas.microsoft.com/office/powerpoint/2010/main" val="83808781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barn(inVertical)">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Placeholder 1"/>
          <p:cNvPicPr>
            <a:picLocks noGrp="1" noChangeAspect="1"/>
          </p:cNvPicPr>
          <p:nvPr>
            <p:ph type="pic" idx="1"/>
          </p:nvPr>
        </p:nvPicPr>
        <p:blipFill rotWithShape="1">
          <a:blip r:embed="rId2" cstate="email">
            <a:extLst>
              <a:ext uri="{28A0092B-C50C-407E-A947-70E740481C1C}">
                <a14:useLocalDpi xmlns:a14="http://schemas.microsoft.com/office/drawing/2010/main"/>
              </a:ext>
            </a:extLst>
          </a:blip>
          <a:srcRect/>
          <a:stretch/>
        </p:blipFill>
        <p:spPr>
          <a:solidFill>
            <a:schemeClr val="bg1">
              <a:lumMod val="95000"/>
            </a:schemeClr>
          </a:solidFill>
        </p:spPr>
      </p:pic>
      <p:sp>
        <p:nvSpPr>
          <p:cNvPr id="13" name="Rectangle 12">
            <a:extLst>
              <a:ext uri="{FF2B5EF4-FFF2-40B4-BE49-F238E27FC236}">
                <a16:creationId xmlns:a16="http://schemas.microsoft.com/office/drawing/2014/main" id="{EE1D1380-BC28-F74F-8866-BD4C0AD42595}"/>
              </a:ext>
            </a:extLst>
          </p:cNvPr>
          <p:cNvSpPr/>
          <p:nvPr/>
        </p:nvSpPr>
        <p:spPr>
          <a:xfrm>
            <a:off x="2382" y="-10043"/>
            <a:ext cx="9139238" cy="5691851"/>
          </a:xfrm>
          <a:prstGeom prst="rect">
            <a:avLst/>
          </a:prstGeom>
          <a:solidFill>
            <a:schemeClr val="bg1">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457">
              <a:defRPr/>
            </a:pPr>
            <a:endParaRPr lang="en-US" sz="1349">
              <a:solidFill>
                <a:srgbClr val="FFFFFF"/>
              </a:solidFill>
              <a:latin typeface="Arial" panose="020B0604020202020204"/>
            </a:endParaRPr>
          </a:p>
        </p:txBody>
      </p:sp>
      <p:sp>
        <p:nvSpPr>
          <p:cNvPr id="6" name="Rectangle 5"/>
          <p:cNvSpPr/>
          <p:nvPr/>
        </p:nvSpPr>
        <p:spPr>
          <a:xfrm>
            <a:off x="2382" y="2392863"/>
            <a:ext cx="9139238" cy="1882229"/>
          </a:xfrm>
          <a:prstGeom prst="rect">
            <a:avLst/>
          </a:prstGeom>
          <a:gradFill flip="none" rotWithShape="1">
            <a:gsLst>
              <a:gs pos="13000">
                <a:srgbClr val="25B6C2">
                  <a:alpha val="50000"/>
                </a:srgbClr>
              </a:gs>
              <a:gs pos="100000">
                <a:srgbClr val="0692DB">
                  <a:alpha val="50000"/>
                </a:srgbClr>
              </a:gs>
            </a:gsLst>
            <a:lin ang="27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457">
              <a:defRPr/>
            </a:pPr>
            <a:endParaRPr lang="ko-KR" altLang="en-US" sz="1349">
              <a:solidFill>
                <a:srgbClr val="FFFFFF"/>
              </a:solidFill>
              <a:latin typeface="Arial" panose="020B0604020202020204"/>
              <a:ea typeface="굴림" panose="020B0600000101010101" pitchFamily="34" charset="-127"/>
            </a:endParaRPr>
          </a:p>
        </p:txBody>
      </p:sp>
      <p:sp>
        <p:nvSpPr>
          <p:cNvPr id="7" name="Rectangle 6"/>
          <p:cNvSpPr/>
          <p:nvPr/>
        </p:nvSpPr>
        <p:spPr>
          <a:xfrm>
            <a:off x="2382" y="2522237"/>
            <a:ext cx="9139238" cy="1595821"/>
          </a:xfrm>
          <a:prstGeom prst="rect">
            <a:avLst/>
          </a:prstGeom>
          <a:gradFill flip="none" rotWithShape="1">
            <a:gsLst>
              <a:gs pos="13000">
                <a:srgbClr val="25B6C2"/>
              </a:gs>
              <a:gs pos="100000">
                <a:srgbClr val="0692DB"/>
              </a:gs>
            </a:gsLst>
            <a:lin ang="27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457">
              <a:defRPr/>
            </a:pPr>
            <a:endParaRPr lang="ko-KR" altLang="en-US" sz="1349">
              <a:solidFill>
                <a:srgbClr val="FFFFFF"/>
              </a:solidFill>
              <a:latin typeface="Arial" panose="020B0604020202020204"/>
              <a:ea typeface="굴림" panose="020B0600000101010101" pitchFamily="34" charset="-127"/>
            </a:endParaRPr>
          </a:p>
        </p:txBody>
      </p:sp>
      <p:sp>
        <p:nvSpPr>
          <p:cNvPr id="19" name="TextBox 18">
            <a:extLst>
              <a:ext uri="{FF2B5EF4-FFF2-40B4-BE49-F238E27FC236}">
                <a16:creationId xmlns:a16="http://schemas.microsoft.com/office/drawing/2014/main" id="{B945CD40-9ABD-7441-A0F8-C5ACA34BB34C}"/>
              </a:ext>
            </a:extLst>
          </p:cNvPr>
          <p:cNvSpPr txBox="1"/>
          <p:nvPr/>
        </p:nvSpPr>
        <p:spPr>
          <a:xfrm>
            <a:off x="2881727" y="2577435"/>
            <a:ext cx="3380548" cy="507703"/>
          </a:xfrm>
          <a:prstGeom prst="rect">
            <a:avLst/>
          </a:prstGeom>
          <a:noFill/>
          <a:ln>
            <a:noFill/>
          </a:ln>
        </p:spPr>
        <p:txBody>
          <a:bodyPr wrap="square" rtlCol="0">
            <a:spAutoFit/>
          </a:bodyPr>
          <a:lstStyle/>
          <a:p>
            <a:pPr algn="ctr" defTabSz="685457">
              <a:defRPr/>
            </a:pPr>
            <a:r>
              <a:rPr lang="en-IN" sz="2699" b="1" dirty="0">
                <a:solidFill>
                  <a:srgbClr val="FFFFFF"/>
                </a:solidFill>
                <a:latin typeface="Arial" panose="020B0604020202020204" pitchFamily="34" charset="0"/>
                <a:ea typeface="Cambria" panose="02040503050406030204" pitchFamily="18" charset="0"/>
                <a:cs typeface="Arial" panose="020B0604020202020204" pitchFamily="34" charset="0"/>
              </a:rPr>
              <a:t>DISCLAIMER</a:t>
            </a:r>
            <a:endParaRPr lang="en-US" sz="2474" spc="113" dirty="0">
              <a:solidFill>
                <a:srgbClr val="FFFFFF"/>
              </a:solidFill>
              <a:latin typeface="Arial" panose="020B0604020202020204" pitchFamily="34" charset="0"/>
              <a:ea typeface="Lato Medium" panose="020F0502020204030203" pitchFamily="34" charset="0"/>
              <a:cs typeface="Arial" panose="020B0604020202020204" pitchFamily="34" charset="0"/>
            </a:endParaRPr>
          </a:p>
        </p:txBody>
      </p:sp>
      <p:sp>
        <p:nvSpPr>
          <p:cNvPr id="20" name="TextBox 19">
            <a:extLst>
              <a:ext uri="{FF2B5EF4-FFF2-40B4-BE49-F238E27FC236}">
                <a16:creationId xmlns:a16="http://schemas.microsoft.com/office/drawing/2014/main" id="{B945CD40-9ABD-7441-A0F8-C5ACA34BB34C}"/>
              </a:ext>
            </a:extLst>
          </p:cNvPr>
          <p:cNvSpPr txBox="1"/>
          <p:nvPr/>
        </p:nvSpPr>
        <p:spPr>
          <a:xfrm>
            <a:off x="332706" y="3044889"/>
            <a:ext cx="8478590" cy="922945"/>
          </a:xfrm>
          <a:prstGeom prst="rect">
            <a:avLst/>
          </a:prstGeom>
          <a:noFill/>
          <a:ln>
            <a:noFill/>
          </a:ln>
        </p:spPr>
        <p:txBody>
          <a:bodyPr wrap="square" rtlCol="0">
            <a:spAutoFit/>
          </a:bodyPr>
          <a:lstStyle/>
          <a:p>
            <a:pPr algn="ctr" defTabSz="685457">
              <a:defRPr/>
            </a:pPr>
            <a:r>
              <a:rPr lang="en-IN" sz="1799" dirty="0">
                <a:solidFill>
                  <a:srgbClr val="FFFFFF"/>
                </a:solidFill>
                <a:latin typeface="Arial" panose="020B0604020202020204" pitchFamily="34" charset="0"/>
                <a:cs typeface="Arial" panose="020B0604020202020204" pitchFamily="34" charset="0"/>
              </a:rPr>
              <a:t>The training content and delivery of this presentation is confidential, and cannot be recorded, or copied and distributed to any third party, without the written consent of Anubhav Trainings</a:t>
            </a:r>
          </a:p>
        </p:txBody>
      </p:sp>
      <p:pic>
        <p:nvPicPr>
          <p:cNvPr id="9"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650243" y="0"/>
            <a:ext cx="491377" cy="48533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6380623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2" name="Straight Connector 31"/>
          <p:cNvCxnSpPr/>
          <p:nvPr/>
        </p:nvCxnSpPr>
        <p:spPr>
          <a:xfrm>
            <a:off x="609600" y="2190750"/>
            <a:ext cx="7924800" cy="1588"/>
          </a:xfrm>
          <a:prstGeom prst="line">
            <a:avLst/>
          </a:prstGeom>
          <a:ln>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sp>
        <p:nvSpPr>
          <p:cNvPr id="9" name="Footer Placeholder 8"/>
          <p:cNvSpPr>
            <a:spLocks noGrp="1"/>
          </p:cNvSpPr>
          <p:nvPr>
            <p:ph type="ftr" sz="quarter" idx="11"/>
          </p:nvPr>
        </p:nvSpPr>
        <p:spPr/>
        <p:txBody>
          <a:bodyPr/>
          <a:lstStyle/>
          <a:p>
            <a:r>
              <a:rPr lang="en-US" dirty="0"/>
              <a:t>www.anubhavtrainings.com</a:t>
            </a:r>
          </a:p>
        </p:txBody>
      </p:sp>
      <p:sp>
        <p:nvSpPr>
          <p:cNvPr id="16" name="Slide Number Placeholder 15"/>
          <p:cNvSpPr>
            <a:spLocks noGrp="1"/>
          </p:cNvSpPr>
          <p:nvPr>
            <p:ph type="sldNum" sz="quarter" idx="12"/>
          </p:nvPr>
        </p:nvSpPr>
        <p:spPr/>
        <p:txBody>
          <a:bodyPr/>
          <a:lstStyle/>
          <a:p>
            <a:fld id="{B6F15528-21DE-4FAA-801E-634DDDAF4B2B}" type="slidenum">
              <a:rPr lang="en-US" smtClean="0"/>
              <a:pPr/>
              <a:t>3</a:t>
            </a:fld>
            <a:endParaRPr lang="en-US"/>
          </a:p>
        </p:txBody>
      </p:sp>
      <p:sp>
        <p:nvSpPr>
          <p:cNvPr id="2" name="Title 1"/>
          <p:cNvSpPr>
            <a:spLocks noGrp="1"/>
          </p:cNvSpPr>
          <p:nvPr>
            <p:ph type="title"/>
          </p:nvPr>
        </p:nvSpPr>
        <p:spPr/>
        <p:txBody>
          <a:bodyPr/>
          <a:lstStyle/>
          <a:p>
            <a:r>
              <a:rPr lang="en-US" dirty="0"/>
              <a:t>Agenda</a:t>
            </a:r>
          </a:p>
        </p:txBody>
      </p:sp>
      <p:grpSp>
        <p:nvGrpSpPr>
          <p:cNvPr id="8" name="Group 7"/>
          <p:cNvGrpSpPr/>
          <p:nvPr/>
        </p:nvGrpSpPr>
        <p:grpSpPr>
          <a:xfrm>
            <a:off x="1219200" y="1733550"/>
            <a:ext cx="6705600" cy="933450"/>
            <a:chOff x="914400" y="2190750"/>
            <a:chExt cx="6705600" cy="933450"/>
          </a:xfrm>
          <a:solidFill>
            <a:srgbClr val="0563B8"/>
          </a:solidFill>
        </p:grpSpPr>
        <p:sp>
          <p:nvSpPr>
            <p:cNvPr id="4" name="Oval 3"/>
            <p:cNvSpPr/>
            <p:nvPr/>
          </p:nvSpPr>
          <p:spPr>
            <a:xfrm>
              <a:off x="914400" y="2190750"/>
              <a:ext cx="933450" cy="93345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p:cNvSpPr/>
            <p:nvPr/>
          </p:nvSpPr>
          <p:spPr>
            <a:xfrm>
              <a:off x="2838450" y="2190750"/>
              <a:ext cx="933450" cy="93345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p:cNvSpPr/>
            <p:nvPr/>
          </p:nvSpPr>
          <p:spPr>
            <a:xfrm>
              <a:off x="4762500" y="2190750"/>
              <a:ext cx="933450" cy="93345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p:cNvSpPr/>
            <p:nvPr/>
          </p:nvSpPr>
          <p:spPr>
            <a:xfrm>
              <a:off x="6686550" y="2190750"/>
              <a:ext cx="933450" cy="93345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2" name="TextBox 11"/>
          <p:cNvSpPr txBox="1"/>
          <p:nvPr/>
        </p:nvSpPr>
        <p:spPr>
          <a:xfrm>
            <a:off x="6705600" y="2929176"/>
            <a:ext cx="1600200" cy="738664"/>
          </a:xfrm>
          <a:prstGeom prst="rect">
            <a:avLst/>
          </a:prstGeom>
          <a:noFill/>
        </p:spPr>
        <p:txBody>
          <a:bodyPr wrap="square" rtlCol="0">
            <a:spAutoFit/>
          </a:bodyPr>
          <a:lstStyle/>
          <a:p>
            <a:pPr algn="ctr"/>
            <a:r>
              <a:rPr lang="en-US" sz="1400" dirty="0">
                <a:solidFill>
                  <a:srgbClr val="0563B8"/>
                </a:solidFill>
                <a:latin typeface="Arial" pitchFamily="34" charset="0"/>
                <a:cs typeface="Arial" pitchFamily="34" charset="0"/>
              </a:rPr>
              <a:t>Consume process in build apps</a:t>
            </a:r>
            <a:endParaRPr lang="en-US" sz="1050" dirty="0">
              <a:solidFill>
                <a:schemeClr val="bg1">
                  <a:lumMod val="50000"/>
                </a:schemeClr>
              </a:solidFill>
              <a:latin typeface="Arial" pitchFamily="34" charset="0"/>
              <a:cs typeface="Arial" pitchFamily="34" charset="0"/>
            </a:endParaRPr>
          </a:p>
        </p:txBody>
      </p:sp>
      <p:grpSp>
        <p:nvGrpSpPr>
          <p:cNvPr id="28" name="Group 27"/>
          <p:cNvGrpSpPr/>
          <p:nvPr/>
        </p:nvGrpSpPr>
        <p:grpSpPr>
          <a:xfrm>
            <a:off x="1457325" y="1952625"/>
            <a:ext cx="443206" cy="484863"/>
            <a:chOff x="1981201" y="1547809"/>
            <a:chExt cx="443206" cy="484863"/>
          </a:xfrm>
          <a:solidFill>
            <a:schemeClr val="bg1"/>
          </a:solidFill>
        </p:grpSpPr>
        <p:sp>
          <p:nvSpPr>
            <p:cNvPr id="1030" name="Freeform 6"/>
            <p:cNvSpPr>
              <a:spLocks noEditPoints="1"/>
            </p:cNvSpPr>
            <p:nvPr/>
          </p:nvSpPr>
          <p:spPr bwMode="auto">
            <a:xfrm>
              <a:off x="2085003" y="1547809"/>
              <a:ext cx="339404" cy="340770"/>
            </a:xfrm>
            <a:custGeom>
              <a:avLst/>
              <a:gdLst/>
              <a:ahLst/>
              <a:cxnLst>
                <a:cxn ang="0">
                  <a:pos x="219" y="91"/>
                </a:cxn>
                <a:cxn ang="0">
                  <a:pos x="166" y="110"/>
                </a:cxn>
                <a:cxn ang="0">
                  <a:pos x="123" y="147"/>
                </a:cxn>
                <a:cxn ang="0">
                  <a:pos x="96" y="197"/>
                </a:cxn>
                <a:cxn ang="0">
                  <a:pos x="87" y="251"/>
                </a:cxn>
                <a:cxn ang="0">
                  <a:pos x="97" y="306"/>
                </a:cxn>
                <a:cxn ang="0">
                  <a:pos x="126" y="354"/>
                </a:cxn>
                <a:cxn ang="0">
                  <a:pos x="170" y="390"/>
                </a:cxn>
                <a:cxn ang="0">
                  <a:pos x="223" y="410"/>
                </a:cxn>
                <a:cxn ang="0">
                  <a:pos x="279" y="408"/>
                </a:cxn>
                <a:cxn ang="0">
                  <a:pos x="330" y="389"/>
                </a:cxn>
                <a:cxn ang="0">
                  <a:pos x="373" y="352"/>
                </a:cxn>
                <a:cxn ang="0">
                  <a:pos x="401" y="301"/>
                </a:cxn>
                <a:cxn ang="0">
                  <a:pos x="409" y="247"/>
                </a:cxn>
                <a:cxn ang="0">
                  <a:pos x="399" y="193"/>
                </a:cxn>
                <a:cxn ang="0">
                  <a:pos x="370" y="145"/>
                </a:cxn>
                <a:cxn ang="0">
                  <a:pos x="326" y="108"/>
                </a:cxn>
                <a:cxn ang="0">
                  <a:pos x="274" y="90"/>
                </a:cxn>
                <a:cxn ang="0">
                  <a:pos x="241" y="0"/>
                </a:cxn>
                <a:cxn ang="0">
                  <a:pos x="310" y="8"/>
                </a:cxn>
                <a:cxn ang="0">
                  <a:pos x="376" y="35"/>
                </a:cxn>
                <a:cxn ang="0">
                  <a:pos x="433" y="82"/>
                </a:cxn>
                <a:cxn ang="0">
                  <a:pos x="472" y="141"/>
                </a:cxn>
                <a:cxn ang="0">
                  <a:pos x="494" y="207"/>
                </a:cxn>
                <a:cxn ang="0">
                  <a:pos x="495" y="278"/>
                </a:cxn>
                <a:cxn ang="0">
                  <a:pos x="478" y="345"/>
                </a:cxn>
                <a:cxn ang="0">
                  <a:pos x="441" y="407"/>
                </a:cxn>
                <a:cxn ang="0">
                  <a:pos x="387" y="456"/>
                </a:cxn>
                <a:cxn ang="0">
                  <a:pos x="324" y="487"/>
                </a:cxn>
                <a:cxn ang="0">
                  <a:pos x="256" y="499"/>
                </a:cxn>
                <a:cxn ang="0">
                  <a:pos x="187" y="491"/>
                </a:cxn>
                <a:cxn ang="0">
                  <a:pos x="121" y="464"/>
                </a:cxn>
                <a:cxn ang="0">
                  <a:pos x="64" y="418"/>
                </a:cxn>
                <a:cxn ang="0">
                  <a:pos x="25" y="358"/>
                </a:cxn>
                <a:cxn ang="0">
                  <a:pos x="3" y="292"/>
                </a:cxn>
                <a:cxn ang="0">
                  <a:pos x="2" y="222"/>
                </a:cxn>
                <a:cxn ang="0">
                  <a:pos x="19" y="155"/>
                </a:cxn>
                <a:cxn ang="0">
                  <a:pos x="56" y="92"/>
                </a:cxn>
                <a:cxn ang="0">
                  <a:pos x="110" y="43"/>
                </a:cxn>
                <a:cxn ang="0">
                  <a:pos x="173" y="13"/>
                </a:cxn>
                <a:cxn ang="0">
                  <a:pos x="241" y="0"/>
                </a:cxn>
              </a:cxnLst>
              <a:rect l="0" t="0" r="r" b="b"/>
              <a:pathLst>
                <a:path w="497" h="499">
                  <a:moveTo>
                    <a:pt x="246" y="88"/>
                  </a:moveTo>
                  <a:lnTo>
                    <a:pt x="219" y="91"/>
                  </a:lnTo>
                  <a:lnTo>
                    <a:pt x="192" y="98"/>
                  </a:lnTo>
                  <a:lnTo>
                    <a:pt x="166" y="110"/>
                  </a:lnTo>
                  <a:lnTo>
                    <a:pt x="144" y="126"/>
                  </a:lnTo>
                  <a:lnTo>
                    <a:pt x="123" y="147"/>
                  </a:lnTo>
                  <a:lnTo>
                    <a:pt x="107" y="171"/>
                  </a:lnTo>
                  <a:lnTo>
                    <a:pt x="96" y="197"/>
                  </a:lnTo>
                  <a:lnTo>
                    <a:pt x="89" y="224"/>
                  </a:lnTo>
                  <a:lnTo>
                    <a:pt x="87" y="251"/>
                  </a:lnTo>
                  <a:lnTo>
                    <a:pt x="90" y="280"/>
                  </a:lnTo>
                  <a:lnTo>
                    <a:pt x="97" y="306"/>
                  </a:lnTo>
                  <a:lnTo>
                    <a:pt x="110" y="331"/>
                  </a:lnTo>
                  <a:lnTo>
                    <a:pt x="126" y="354"/>
                  </a:lnTo>
                  <a:lnTo>
                    <a:pt x="146" y="374"/>
                  </a:lnTo>
                  <a:lnTo>
                    <a:pt x="170" y="390"/>
                  </a:lnTo>
                  <a:lnTo>
                    <a:pt x="196" y="403"/>
                  </a:lnTo>
                  <a:lnTo>
                    <a:pt x="223" y="410"/>
                  </a:lnTo>
                  <a:lnTo>
                    <a:pt x="250" y="411"/>
                  </a:lnTo>
                  <a:lnTo>
                    <a:pt x="279" y="408"/>
                  </a:lnTo>
                  <a:lnTo>
                    <a:pt x="305" y="400"/>
                  </a:lnTo>
                  <a:lnTo>
                    <a:pt x="330" y="389"/>
                  </a:lnTo>
                  <a:lnTo>
                    <a:pt x="352" y="372"/>
                  </a:lnTo>
                  <a:lnTo>
                    <a:pt x="373" y="352"/>
                  </a:lnTo>
                  <a:lnTo>
                    <a:pt x="388" y="328"/>
                  </a:lnTo>
                  <a:lnTo>
                    <a:pt x="401" y="301"/>
                  </a:lnTo>
                  <a:lnTo>
                    <a:pt x="408" y="275"/>
                  </a:lnTo>
                  <a:lnTo>
                    <a:pt x="409" y="247"/>
                  </a:lnTo>
                  <a:lnTo>
                    <a:pt x="407" y="220"/>
                  </a:lnTo>
                  <a:lnTo>
                    <a:pt x="399" y="193"/>
                  </a:lnTo>
                  <a:lnTo>
                    <a:pt x="387" y="167"/>
                  </a:lnTo>
                  <a:lnTo>
                    <a:pt x="370" y="145"/>
                  </a:lnTo>
                  <a:lnTo>
                    <a:pt x="350" y="124"/>
                  </a:lnTo>
                  <a:lnTo>
                    <a:pt x="326" y="108"/>
                  </a:lnTo>
                  <a:lnTo>
                    <a:pt x="300" y="97"/>
                  </a:lnTo>
                  <a:lnTo>
                    <a:pt x="274" y="90"/>
                  </a:lnTo>
                  <a:lnTo>
                    <a:pt x="246" y="88"/>
                  </a:lnTo>
                  <a:close/>
                  <a:moveTo>
                    <a:pt x="241" y="0"/>
                  </a:moveTo>
                  <a:lnTo>
                    <a:pt x="276" y="2"/>
                  </a:lnTo>
                  <a:lnTo>
                    <a:pt x="310" y="8"/>
                  </a:lnTo>
                  <a:lnTo>
                    <a:pt x="343" y="19"/>
                  </a:lnTo>
                  <a:lnTo>
                    <a:pt x="376" y="35"/>
                  </a:lnTo>
                  <a:lnTo>
                    <a:pt x="405" y="57"/>
                  </a:lnTo>
                  <a:lnTo>
                    <a:pt x="433" y="82"/>
                  </a:lnTo>
                  <a:lnTo>
                    <a:pt x="454" y="110"/>
                  </a:lnTo>
                  <a:lnTo>
                    <a:pt x="472" y="141"/>
                  </a:lnTo>
                  <a:lnTo>
                    <a:pt x="485" y="174"/>
                  </a:lnTo>
                  <a:lnTo>
                    <a:pt x="494" y="207"/>
                  </a:lnTo>
                  <a:lnTo>
                    <a:pt x="497" y="242"/>
                  </a:lnTo>
                  <a:lnTo>
                    <a:pt x="495" y="278"/>
                  </a:lnTo>
                  <a:lnTo>
                    <a:pt x="489" y="312"/>
                  </a:lnTo>
                  <a:lnTo>
                    <a:pt x="478" y="345"/>
                  </a:lnTo>
                  <a:lnTo>
                    <a:pt x="462" y="378"/>
                  </a:lnTo>
                  <a:lnTo>
                    <a:pt x="441" y="407"/>
                  </a:lnTo>
                  <a:lnTo>
                    <a:pt x="416" y="435"/>
                  </a:lnTo>
                  <a:lnTo>
                    <a:pt x="387" y="456"/>
                  </a:lnTo>
                  <a:lnTo>
                    <a:pt x="357" y="474"/>
                  </a:lnTo>
                  <a:lnTo>
                    <a:pt x="324" y="487"/>
                  </a:lnTo>
                  <a:lnTo>
                    <a:pt x="291" y="496"/>
                  </a:lnTo>
                  <a:lnTo>
                    <a:pt x="256" y="499"/>
                  </a:lnTo>
                  <a:lnTo>
                    <a:pt x="221" y="497"/>
                  </a:lnTo>
                  <a:lnTo>
                    <a:pt x="187" y="491"/>
                  </a:lnTo>
                  <a:lnTo>
                    <a:pt x="154" y="480"/>
                  </a:lnTo>
                  <a:lnTo>
                    <a:pt x="121" y="464"/>
                  </a:lnTo>
                  <a:lnTo>
                    <a:pt x="92" y="443"/>
                  </a:lnTo>
                  <a:lnTo>
                    <a:pt x="64" y="418"/>
                  </a:lnTo>
                  <a:lnTo>
                    <a:pt x="43" y="389"/>
                  </a:lnTo>
                  <a:lnTo>
                    <a:pt x="25" y="358"/>
                  </a:lnTo>
                  <a:lnTo>
                    <a:pt x="12" y="325"/>
                  </a:lnTo>
                  <a:lnTo>
                    <a:pt x="3" y="292"/>
                  </a:lnTo>
                  <a:lnTo>
                    <a:pt x="0" y="257"/>
                  </a:lnTo>
                  <a:lnTo>
                    <a:pt x="2" y="222"/>
                  </a:lnTo>
                  <a:lnTo>
                    <a:pt x="8" y="188"/>
                  </a:lnTo>
                  <a:lnTo>
                    <a:pt x="19" y="155"/>
                  </a:lnTo>
                  <a:lnTo>
                    <a:pt x="35" y="122"/>
                  </a:lnTo>
                  <a:lnTo>
                    <a:pt x="56" y="92"/>
                  </a:lnTo>
                  <a:lnTo>
                    <a:pt x="81" y="65"/>
                  </a:lnTo>
                  <a:lnTo>
                    <a:pt x="110" y="43"/>
                  </a:lnTo>
                  <a:lnTo>
                    <a:pt x="140" y="25"/>
                  </a:lnTo>
                  <a:lnTo>
                    <a:pt x="173" y="13"/>
                  </a:lnTo>
                  <a:lnTo>
                    <a:pt x="206" y="3"/>
                  </a:lnTo>
                  <a:lnTo>
                    <a:pt x="241"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031" name="Freeform 7"/>
            <p:cNvSpPr>
              <a:spLocks/>
            </p:cNvSpPr>
            <p:nvPr/>
          </p:nvSpPr>
          <p:spPr bwMode="auto">
            <a:xfrm>
              <a:off x="1981201" y="1803216"/>
              <a:ext cx="204872" cy="229456"/>
            </a:xfrm>
            <a:custGeom>
              <a:avLst/>
              <a:gdLst/>
              <a:ahLst/>
              <a:cxnLst>
                <a:cxn ang="0">
                  <a:pos x="221" y="0"/>
                </a:cxn>
                <a:cxn ang="0">
                  <a:pos x="232" y="4"/>
                </a:cxn>
                <a:cxn ang="0">
                  <a:pos x="242" y="11"/>
                </a:cxn>
                <a:cxn ang="0">
                  <a:pos x="287" y="47"/>
                </a:cxn>
                <a:cxn ang="0">
                  <a:pos x="295" y="56"/>
                </a:cxn>
                <a:cxn ang="0">
                  <a:pos x="299" y="66"/>
                </a:cxn>
                <a:cxn ang="0">
                  <a:pos x="300" y="78"/>
                </a:cxn>
                <a:cxn ang="0">
                  <a:pos x="298" y="89"/>
                </a:cxn>
                <a:cxn ang="0">
                  <a:pos x="292" y="99"/>
                </a:cxn>
                <a:cxn ang="0">
                  <a:pos x="111" y="322"/>
                </a:cxn>
                <a:cxn ang="0">
                  <a:pos x="100" y="331"/>
                </a:cxn>
                <a:cxn ang="0">
                  <a:pos x="85" y="336"/>
                </a:cxn>
                <a:cxn ang="0">
                  <a:pos x="71" y="335"/>
                </a:cxn>
                <a:cxn ang="0">
                  <a:pos x="58" y="328"/>
                </a:cxn>
                <a:cxn ang="0">
                  <a:pos x="14" y="292"/>
                </a:cxn>
                <a:cxn ang="0">
                  <a:pos x="5" y="280"/>
                </a:cxn>
                <a:cxn ang="0">
                  <a:pos x="0" y="265"/>
                </a:cxn>
                <a:cxn ang="0">
                  <a:pos x="1" y="252"/>
                </a:cxn>
                <a:cxn ang="0">
                  <a:pos x="8" y="238"/>
                </a:cxn>
                <a:cxn ang="0">
                  <a:pos x="190" y="15"/>
                </a:cxn>
                <a:cxn ang="0">
                  <a:pos x="199" y="7"/>
                </a:cxn>
                <a:cxn ang="0">
                  <a:pos x="210" y="3"/>
                </a:cxn>
                <a:cxn ang="0">
                  <a:pos x="221" y="0"/>
                </a:cxn>
              </a:cxnLst>
              <a:rect l="0" t="0" r="r" b="b"/>
              <a:pathLst>
                <a:path w="300" h="336">
                  <a:moveTo>
                    <a:pt x="221" y="0"/>
                  </a:moveTo>
                  <a:lnTo>
                    <a:pt x="232" y="4"/>
                  </a:lnTo>
                  <a:lnTo>
                    <a:pt x="242" y="11"/>
                  </a:lnTo>
                  <a:lnTo>
                    <a:pt x="287" y="47"/>
                  </a:lnTo>
                  <a:lnTo>
                    <a:pt x="295" y="56"/>
                  </a:lnTo>
                  <a:lnTo>
                    <a:pt x="299" y="66"/>
                  </a:lnTo>
                  <a:lnTo>
                    <a:pt x="300" y="78"/>
                  </a:lnTo>
                  <a:lnTo>
                    <a:pt x="298" y="89"/>
                  </a:lnTo>
                  <a:lnTo>
                    <a:pt x="292" y="99"/>
                  </a:lnTo>
                  <a:lnTo>
                    <a:pt x="111" y="322"/>
                  </a:lnTo>
                  <a:lnTo>
                    <a:pt x="100" y="331"/>
                  </a:lnTo>
                  <a:lnTo>
                    <a:pt x="85" y="336"/>
                  </a:lnTo>
                  <a:lnTo>
                    <a:pt x="71" y="335"/>
                  </a:lnTo>
                  <a:lnTo>
                    <a:pt x="58" y="328"/>
                  </a:lnTo>
                  <a:lnTo>
                    <a:pt x="14" y="292"/>
                  </a:lnTo>
                  <a:lnTo>
                    <a:pt x="5" y="280"/>
                  </a:lnTo>
                  <a:lnTo>
                    <a:pt x="0" y="265"/>
                  </a:lnTo>
                  <a:lnTo>
                    <a:pt x="1" y="252"/>
                  </a:lnTo>
                  <a:lnTo>
                    <a:pt x="8" y="238"/>
                  </a:lnTo>
                  <a:lnTo>
                    <a:pt x="190" y="15"/>
                  </a:lnTo>
                  <a:lnTo>
                    <a:pt x="199" y="7"/>
                  </a:lnTo>
                  <a:lnTo>
                    <a:pt x="210" y="3"/>
                  </a:lnTo>
                  <a:lnTo>
                    <a:pt x="221"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grpSp>
      <p:grpSp>
        <p:nvGrpSpPr>
          <p:cNvPr id="29" name="Group 28"/>
          <p:cNvGrpSpPr/>
          <p:nvPr/>
        </p:nvGrpSpPr>
        <p:grpSpPr>
          <a:xfrm>
            <a:off x="3362325" y="1924050"/>
            <a:ext cx="482814" cy="544275"/>
            <a:chOff x="2698251" y="1515030"/>
            <a:chExt cx="482814" cy="544275"/>
          </a:xfrm>
          <a:solidFill>
            <a:schemeClr val="bg1"/>
          </a:solidFill>
        </p:grpSpPr>
        <p:sp>
          <p:nvSpPr>
            <p:cNvPr id="1032" name="Freeform 8"/>
            <p:cNvSpPr>
              <a:spLocks noEditPoints="1"/>
            </p:cNvSpPr>
            <p:nvPr/>
          </p:nvSpPr>
          <p:spPr bwMode="auto">
            <a:xfrm>
              <a:off x="2698251" y="1575125"/>
              <a:ext cx="482814" cy="484180"/>
            </a:xfrm>
            <a:custGeom>
              <a:avLst/>
              <a:gdLst/>
              <a:ahLst/>
              <a:cxnLst>
                <a:cxn ang="0">
                  <a:pos x="79" y="78"/>
                </a:cxn>
                <a:cxn ang="0">
                  <a:pos x="79" y="631"/>
                </a:cxn>
                <a:cxn ang="0">
                  <a:pos x="629" y="631"/>
                </a:cxn>
                <a:cxn ang="0">
                  <a:pos x="629" y="78"/>
                </a:cxn>
                <a:cxn ang="0">
                  <a:pos x="79" y="78"/>
                </a:cxn>
                <a:cxn ang="0">
                  <a:pos x="71" y="0"/>
                </a:cxn>
                <a:cxn ang="0">
                  <a:pos x="637" y="0"/>
                </a:cxn>
                <a:cxn ang="0">
                  <a:pos x="655" y="2"/>
                </a:cxn>
                <a:cxn ang="0">
                  <a:pos x="672" y="10"/>
                </a:cxn>
                <a:cxn ang="0">
                  <a:pos x="687" y="20"/>
                </a:cxn>
                <a:cxn ang="0">
                  <a:pos x="697" y="35"/>
                </a:cxn>
                <a:cxn ang="0">
                  <a:pos x="705" y="52"/>
                </a:cxn>
                <a:cxn ang="0">
                  <a:pos x="707" y="70"/>
                </a:cxn>
                <a:cxn ang="0">
                  <a:pos x="707" y="638"/>
                </a:cxn>
                <a:cxn ang="0">
                  <a:pos x="705" y="657"/>
                </a:cxn>
                <a:cxn ang="0">
                  <a:pos x="697" y="674"/>
                </a:cxn>
                <a:cxn ang="0">
                  <a:pos x="687" y="688"/>
                </a:cxn>
                <a:cxn ang="0">
                  <a:pos x="672" y="699"/>
                </a:cxn>
                <a:cxn ang="0">
                  <a:pos x="655" y="706"/>
                </a:cxn>
                <a:cxn ang="0">
                  <a:pos x="637" y="709"/>
                </a:cxn>
                <a:cxn ang="0">
                  <a:pos x="71" y="709"/>
                </a:cxn>
                <a:cxn ang="0">
                  <a:pos x="53" y="706"/>
                </a:cxn>
                <a:cxn ang="0">
                  <a:pos x="36" y="699"/>
                </a:cxn>
                <a:cxn ang="0">
                  <a:pos x="21" y="688"/>
                </a:cxn>
                <a:cxn ang="0">
                  <a:pos x="11" y="674"/>
                </a:cxn>
                <a:cxn ang="0">
                  <a:pos x="3" y="657"/>
                </a:cxn>
                <a:cxn ang="0">
                  <a:pos x="0" y="638"/>
                </a:cxn>
                <a:cxn ang="0">
                  <a:pos x="0" y="70"/>
                </a:cxn>
                <a:cxn ang="0">
                  <a:pos x="3" y="52"/>
                </a:cxn>
                <a:cxn ang="0">
                  <a:pos x="11" y="35"/>
                </a:cxn>
                <a:cxn ang="0">
                  <a:pos x="21" y="20"/>
                </a:cxn>
                <a:cxn ang="0">
                  <a:pos x="36" y="10"/>
                </a:cxn>
                <a:cxn ang="0">
                  <a:pos x="53" y="2"/>
                </a:cxn>
                <a:cxn ang="0">
                  <a:pos x="71" y="0"/>
                </a:cxn>
              </a:cxnLst>
              <a:rect l="0" t="0" r="r" b="b"/>
              <a:pathLst>
                <a:path w="707" h="709">
                  <a:moveTo>
                    <a:pt x="79" y="78"/>
                  </a:moveTo>
                  <a:lnTo>
                    <a:pt x="79" y="631"/>
                  </a:lnTo>
                  <a:lnTo>
                    <a:pt x="629" y="631"/>
                  </a:lnTo>
                  <a:lnTo>
                    <a:pt x="629" y="78"/>
                  </a:lnTo>
                  <a:lnTo>
                    <a:pt x="79" y="78"/>
                  </a:lnTo>
                  <a:close/>
                  <a:moveTo>
                    <a:pt x="71" y="0"/>
                  </a:moveTo>
                  <a:lnTo>
                    <a:pt x="637" y="0"/>
                  </a:lnTo>
                  <a:lnTo>
                    <a:pt x="655" y="2"/>
                  </a:lnTo>
                  <a:lnTo>
                    <a:pt x="672" y="10"/>
                  </a:lnTo>
                  <a:lnTo>
                    <a:pt x="687" y="20"/>
                  </a:lnTo>
                  <a:lnTo>
                    <a:pt x="697" y="35"/>
                  </a:lnTo>
                  <a:lnTo>
                    <a:pt x="705" y="52"/>
                  </a:lnTo>
                  <a:lnTo>
                    <a:pt x="707" y="70"/>
                  </a:lnTo>
                  <a:lnTo>
                    <a:pt x="707" y="638"/>
                  </a:lnTo>
                  <a:lnTo>
                    <a:pt x="705" y="657"/>
                  </a:lnTo>
                  <a:lnTo>
                    <a:pt x="697" y="674"/>
                  </a:lnTo>
                  <a:lnTo>
                    <a:pt x="687" y="688"/>
                  </a:lnTo>
                  <a:lnTo>
                    <a:pt x="672" y="699"/>
                  </a:lnTo>
                  <a:lnTo>
                    <a:pt x="655" y="706"/>
                  </a:lnTo>
                  <a:lnTo>
                    <a:pt x="637" y="709"/>
                  </a:lnTo>
                  <a:lnTo>
                    <a:pt x="71" y="709"/>
                  </a:lnTo>
                  <a:lnTo>
                    <a:pt x="53" y="706"/>
                  </a:lnTo>
                  <a:lnTo>
                    <a:pt x="36" y="699"/>
                  </a:lnTo>
                  <a:lnTo>
                    <a:pt x="21" y="688"/>
                  </a:lnTo>
                  <a:lnTo>
                    <a:pt x="11" y="674"/>
                  </a:lnTo>
                  <a:lnTo>
                    <a:pt x="3" y="657"/>
                  </a:lnTo>
                  <a:lnTo>
                    <a:pt x="0" y="638"/>
                  </a:lnTo>
                  <a:lnTo>
                    <a:pt x="0" y="70"/>
                  </a:lnTo>
                  <a:lnTo>
                    <a:pt x="3" y="52"/>
                  </a:lnTo>
                  <a:lnTo>
                    <a:pt x="11" y="35"/>
                  </a:lnTo>
                  <a:lnTo>
                    <a:pt x="21" y="20"/>
                  </a:lnTo>
                  <a:lnTo>
                    <a:pt x="36" y="10"/>
                  </a:lnTo>
                  <a:lnTo>
                    <a:pt x="53" y="2"/>
                  </a:lnTo>
                  <a:lnTo>
                    <a:pt x="71"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033" name="Freeform 9"/>
            <p:cNvSpPr>
              <a:spLocks/>
            </p:cNvSpPr>
            <p:nvPr/>
          </p:nvSpPr>
          <p:spPr bwMode="auto">
            <a:xfrm>
              <a:off x="2817077" y="1515030"/>
              <a:ext cx="55998" cy="172775"/>
            </a:xfrm>
            <a:custGeom>
              <a:avLst/>
              <a:gdLst/>
              <a:ahLst/>
              <a:cxnLst>
                <a:cxn ang="0">
                  <a:pos x="31" y="0"/>
                </a:cxn>
                <a:cxn ang="0">
                  <a:pos x="51" y="0"/>
                </a:cxn>
                <a:cxn ang="0">
                  <a:pos x="63" y="3"/>
                </a:cxn>
                <a:cxn ang="0">
                  <a:pos x="73" y="9"/>
                </a:cxn>
                <a:cxn ang="0">
                  <a:pos x="80" y="20"/>
                </a:cxn>
                <a:cxn ang="0">
                  <a:pos x="82" y="32"/>
                </a:cxn>
                <a:cxn ang="0">
                  <a:pos x="82" y="222"/>
                </a:cxn>
                <a:cxn ang="0">
                  <a:pos x="80" y="235"/>
                </a:cxn>
                <a:cxn ang="0">
                  <a:pos x="73" y="244"/>
                </a:cxn>
                <a:cxn ang="0">
                  <a:pos x="63" y="251"/>
                </a:cxn>
                <a:cxn ang="0">
                  <a:pos x="51" y="253"/>
                </a:cxn>
                <a:cxn ang="0">
                  <a:pos x="31" y="253"/>
                </a:cxn>
                <a:cxn ang="0">
                  <a:pos x="19" y="251"/>
                </a:cxn>
                <a:cxn ang="0">
                  <a:pos x="9" y="244"/>
                </a:cxn>
                <a:cxn ang="0">
                  <a:pos x="2" y="235"/>
                </a:cxn>
                <a:cxn ang="0">
                  <a:pos x="0" y="222"/>
                </a:cxn>
                <a:cxn ang="0">
                  <a:pos x="0" y="32"/>
                </a:cxn>
                <a:cxn ang="0">
                  <a:pos x="2" y="20"/>
                </a:cxn>
                <a:cxn ang="0">
                  <a:pos x="9" y="9"/>
                </a:cxn>
                <a:cxn ang="0">
                  <a:pos x="19" y="3"/>
                </a:cxn>
                <a:cxn ang="0">
                  <a:pos x="31" y="0"/>
                </a:cxn>
              </a:cxnLst>
              <a:rect l="0" t="0" r="r" b="b"/>
              <a:pathLst>
                <a:path w="82" h="253">
                  <a:moveTo>
                    <a:pt x="31" y="0"/>
                  </a:moveTo>
                  <a:lnTo>
                    <a:pt x="51" y="0"/>
                  </a:lnTo>
                  <a:lnTo>
                    <a:pt x="63" y="3"/>
                  </a:lnTo>
                  <a:lnTo>
                    <a:pt x="73" y="9"/>
                  </a:lnTo>
                  <a:lnTo>
                    <a:pt x="80" y="20"/>
                  </a:lnTo>
                  <a:lnTo>
                    <a:pt x="82" y="32"/>
                  </a:lnTo>
                  <a:lnTo>
                    <a:pt x="82" y="222"/>
                  </a:lnTo>
                  <a:lnTo>
                    <a:pt x="80" y="235"/>
                  </a:lnTo>
                  <a:lnTo>
                    <a:pt x="73" y="244"/>
                  </a:lnTo>
                  <a:lnTo>
                    <a:pt x="63" y="251"/>
                  </a:lnTo>
                  <a:lnTo>
                    <a:pt x="51" y="253"/>
                  </a:lnTo>
                  <a:lnTo>
                    <a:pt x="31" y="253"/>
                  </a:lnTo>
                  <a:lnTo>
                    <a:pt x="19" y="251"/>
                  </a:lnTo>
                  <a:lnTo>
                    <a:pt x="9" y="244"/>
                  </a:lnTo>
                  <a:lnTo>
                    <a:pt x="2" y="235"/>
                  </a:lnTo>
                  <a:lnTo>
                    <a:pt x="0" y="222"/>
                  </a:lnTo>
                  <a:lnTo>
                    <a:pt x="0" y="32"/>
                  </a:lnTo>
                  <a:lnTo>
                    <a:pt x="2" y="20"/>
                  </a:lnTo>
                  <a:lnTo>
                    <a:pt x="9" y="9"/>
                  </a:lnTo>
                  <a:lnTo>
                    <a:pt x="19" y="3"/>
                  </a:lnTo>
                  <a:lnTo>
                    <a:pt x="31"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034" name="Freeform 10"/>
            <p:cNvSpPr>
              <a:spLocks/>
            </p:cNvSpPr>
            <p:nvPr/>
          </p:nvSpPr>
          <p:spPr bwMode="auto">
            <a:xfrm>
              <a:off x="3004876" y="1515030"/>
              <a:ext cx="55998" cy="172775"/>
            </a:xfrm>
            <a:custGeom>
              <a:avLst/>
              <a:gdLst/>
              <a:ahLst/>
              <a:cxnLst>
                <a:cxn ang="0">
                  <a:pos x="32" y="0"/>
                </a:cxn>
                <a:cxn ang="0">
                  <a:pos x="51" y="0"/>
                </a:cxn>
                <a:cxn ang="0">
                  <a:pos x="64" y="3"/>
                </a:cxn>
                <a:cxn ang="0">
                  <a:pos x="73" y="9"/>
                </a:cxn>
                <a:cxn ang="0">
                  <a:pos x="79" y="20"/>
                </a:cxn>
                <a:cxn ang="0">
                  <a:pos x="82" y="32"/>
                </a:cxn>
                <a:cxn ang="0">
                  <a:pos x="82" y="222"/>
                </a:cxn>
                <a:cxn ang="0">
                  <a:pos x="79" y="235"/>
                </a:cxn>
                <a:cxn ang="0">
                  <a:pos x="73" y="244"/>
                </a:cxn>
                <a:cxn ang="0">
                  <a:pos x="64" y="251"/>
                </a:cxn>
                <a:cxn ang="0">
                  <a:pos x="51" y="253"/>
                </a:cxn>
                <a:cxn ang="0">
                  <a:pos x="32" y="253"/>
                </a:cxn>
                <a:cxn ang="0">
                  <a:pos x="19" y="251"/>
                </a:cxn>
                <a:cxn ang="0">
                  <a:pos x="9" y="244"/>
                </a:cxn>
                <a:cxn ang="0">
                  <a:pos x="2" y="235"/>
                </a:cxn>
                <a:cxn ang="0">
                  <a:pos x="0" y="222"/>
                </a:cxn>
                <a:cxn ang="0">
                  <a:pos x="0" y="32"/>
                </a:cxn>
                <a:cxn ang="0">
                  <a:pos x="2" y="20"/>
                </a:cxn>
                <a:cxn ang="0">
                  <a:pos x="9" y="9"/>
                </a:cxn>
                <a:cxn ang="0">
                  <a:pos x="19" y="3"/>
                </a:cxn>
                <a:cxn ang="0">
                  <a:pos x="32" y="0"/>
                </a:cxn>
              </a:cxnLst>
              <a:rect l="0" t="0" r="r" b="b"/>
              <a:pathLst>
                <a:path w="82" h="253">
                  <a:moveTo>
                    <a:pt x="32" y="0"/>
                  </a:moveTo>
                  <a:lnTo>
                    <a:pt x="51" y="0"/>
                  </a:lnTo>
                  <a:lnTo>
                    <a:pt x="64" y="3"/>
                  </a:lnTo>
                  <a:lnTo>
                    <a:pt x="73" y="9"/>
                  </a:lnTo>
                  <a:lnTo>
                    <a:pt x="79" y="20"/>
                  </a:lnTo>
                  <a:lnTo>
                    <a:pt x="82" y="32"/>
                  </a:lnTo>
                  <a:lnTo>
                    <a:pt x="82" y="222"/>
                  </a:lnTo>
                  <a:lnTo>
                    <a:pt x="79" y="235"/>
                  </a:lnTo>
                  <a:lnTo>
                    <a:pt x="73" y="244"/>
                  </a:lnTo>
                  <a:lnTo>
                    <a:pt x="64" y="251"/>
                  </a:lnTo>
                  <a:lnTo>
                    <a:pt x="51" y="253"/>
                  </a:lnTo>
                  <a:lnTo>
                    <a:pt x="32" y="253"/>
                  </a:lnTo>
                  <a:lnTo>
                    <a:pt x="19" y="251"/>
                  </a:lnTo>
                  <a:lnTo>
                    <a:pt x="9" y="244"/>
                  </a:lnTo>
                  <a:lnTo>
                    <a:pt x="2" y="235"/>
                  </a:lnTo>
                  <a:lnTo>
                    <a:pt x="0" y="222"/>
                  </a:lnTo>
                  <a:lnTo>
                    <a:pt x="0" y="32"/>
                  </a:lnTo>
                  <a:lnTo>
                    <a:pt x="2" y="20"/>
                  </a:lnTo>
                  <a:lnTo>
                    <a:pt x="9" y="9"/>
                  </a:lnTo>
                  <a:lnTo>
                    <a:pt x="19" y="3"/>
                  </a:lnTo>
                  <a:lnTo>
                    <a:pt x="32"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035" name="Freeform 11"/>
            <p:cNvSpPr>
              <a:spLocks/>
            </p:cNvSpPr>
            <p:nvPr/>
          </p:nvSpPr>
          <p:spPr bwMode="auto">
            <a:xfrm>
              <a:off x="2811614" y="1741754"/>
              <a:ext cx="258821" cy="48486"/>
            </a:xfrm>
            <a:custGeom>
              <a:avLst/>
              <a:gdLst/>
              <a:ahLst/>
              <a:cxnLst>
                <a:cxn ang="0">
                  <a:pos x="30" y="0"/>
                </a:cxn>
                <a:cxn ang="0">
                  <a:pos x="348" y="0"/>
                </a:cxn>
                <a:cxn ang="0">
                  <a:pos x="360" y="3"/>
                </a:cxn>
                <a:cxn ang="0">
                  <a:pos x="370" y="10"/>
                </a:cxn>
                <a:cxn ang="0">
                  <a:pos x="377" y="20"/>
                </a:cxn>
                <a:cxn ang="0">
                  <a:pos x="379" y="32"/>
                </a:cxn>
                <a:cxn ang="0">
                  <a:pos x="379" y="39"/>
                </a:cxn>
                <a:cxn ang="0">
                  <a:pos x="377" y="52"/>
                </a:cxn>
                <a:cxn ang="0">
                  <a:pos x="370" y="62"/>
                </a:cxn>
                <a:cxn ang="0">
                  <a:pos x="360" y="69"/>
                </a:cxn>
                <a:cxn ang="0">
                  <a:pos x="348" y="71"/>
                </a:cxn>
                <a:cxn ang="0">
                  <a:pos x="30" y="71"/>
                </a:cxn>
                <a:cxn ang="0">
                  <a:pos x="18" y="69"/>
                </a:cxn>
                <a:cxn ang="0">
                  <a:pos x="9" y="62"/>
                </a:cxn>
                <a:cxn ang="0">
                  <a:pos x="2" y="52"/>
                </a:cxn>
                <a:cxn ang="0">
                  <a:pos x="0" y="39"/>
                </a:cxn>
                <a:cxn ang="0">
                  <a:pos x="0" y="32"/>
                </a:cxn>
                <a:cxn ang="0">
                  <a:pos x="2" y="20"/>
                </a:cxn>
                <a:cxn ang="0">
                  <a:pos x="9" y="10"/>
                </a:cxn>
                <a:cxn ang="0">
                  <a:pos x="18" y="3"/>
                </a:cxn>
                <a:cxn ang="0">
                  <a:pos x="30" y="0"/>
                </a:cxn>
              </a:cxnLst>
              <a:rect l="0" t="0" r="r" b="b"/>
              <a:pathLst>
                <a:path w="379" h="71">
                  <a:moveTo>
                    <a:pt x="30" y="0"/>
                  </a:moveTo>
                  <a:lnTo>
                    <a:pt x="348" y="0"/>
                  </a:lnTo>
                  <a:lnTo>
                    <a:pt x="360" y="3"/>
                  </a:lnTo>
                  <a:lnTo>
                    <a:pt x="370" y="10"/>
                  </a:lnTo>
                  <a:lnTo>
                    <a:pt x="377" y="20"/>
                  </a:lnTo>
                  <a:lnTo>
                    <a:pt x="379" y="32"/>
                  </a:lnTo>
                  <a:lnTo>
                    <a:pt x="379" y="39"/>
                  </a:lnTo>
                  <a:lnTo>
                    <a:pt x="377" y="52"/>
                  </a:lnTo>
                  <a:lnTo>
                    <a:pt x="370" y="62"/>
                  </a:lnTo>
                  <a:lnTo>
                    <a:pt x="360" y="69"/>
                  </a:lnTo>
                  <a:lnTo>
                    <a:pt x="348" y="71"/>
                  </a:lnTo>
                  <a:lnTo>
                    <a:pt x="30" y="71"/>
                  </a:lnTo>
                  <a:lnTo>
                    <a:pt x="18" y="69"/>
                  </a:lnTo>
                  <a:lnTo>
                    <a:pt x="9" y="62"/>
                  </a:lnTo>
                  <a:lnTo>
                    <a:pt x="2" y="52"/>
                  </a:lnTo>
                  <a:lnTo>
                    <a:pt x="0" y="39"/>
                  </a:lnTo>
                  <a:lnTo>
                    <a:pt x="0" y="32"/>
                  </a:lnTo>
                  <a:lnTo>
                    <a:pt x="2" y="20"/>
                  </a:lnTo>
                  <a:lnTo>
                    <a:pt x="9" y="10"/>
                  </a:lnTo>
                  <a:lnTo>
                    <a:pt x="18" y="3"/>
                  </a:lnTo>
                  <a:lnTo>
                    <a:pt x="30"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036" name="Freeform 12"/>
            <p:cNvSpPr>
              <a:spLocks/>
            </p:cNvSpPr>
            <p:nvPr/>
          </p:nvSpPr>
          <p:spPr bwMode="auto">
            <a:xfrm>
              <a:off x="2811614" y="1814142"/>
              <a:ext cx="258821" cy="48486"/>
            </a:xfrm>
            <a:custGeom>
              <a:avLst/>
              <a:gdLst/>
              <a:ahLst/>
              <a:cxnLst>
                <a:cxn ang="0">
                  <a:pos x="30" y="0"/>
                </a:cxn>
                <a:cxn ang="0">
                  <a:pos x="348" y="0"/>
                </a:cxn>
                <a:cxn ang="0">
                  <a:pos x="360" y="3"/>
                </a:cxn>
                <a:cxn ang="0">
                  <a:pos x="370" y="9"/>
                </a:cxn>
                <a:cxn ang="0">
                  <a:pos x="377" y="20"/>
                </a:cxn>
                <a:cxn ang="0">
                  <a:pos x="379" y="32"/>
                </a:cxn>
                <a:cxn ang="0">
                  <a:pos x="379" y="39"/>
                </a:cxn>
                <a:cxn ang="0">
                  <a:pos x="377" y="51"/>
                </a:cxn>
                <a:cxn ang="0">
                  <a:pos x="370" y="62"/>
                </a:cxn>
                <a:cxn ang="0">
                  <a:pos x="360" y="68"/>
                </a:cxn>
                <a:cxn ang="0">
                  <a:pos x="348" y="71"/>
                </a:cxn>
                <a:cxn ang="0">
                  <a:pos x="30" y="71"/>
                </a:cxn>
                <a:cxn ang="0">
                  <a:pos x="18" y="68"/>
                </a:cxn>
                <a:cxn ang="0">
                  <a:pos x="9" y="62"/>
                </a:cxn>
                <a:cxn ang="0">
                  <a:pos x="2" y="51"/>
                </a:cxn>
                <a:cxn ang="0">
                  <a:pos x="0" y="39"/>
                </a:cxn>
                <a:cxn ang="0">
                  <a:pos x="0" y="32"/>
                </a:cxn>
                <a:cxn ang="0">
                  <a:pos x="2" y="20"/>
                </a:cxn>
                <a:cxn ang="0">
                  <a:pos x="9" y="9"/>
                </a:cxn>
                <a:cxn ang="0">
                  <a:pos x="18" y="3"/>
                </a:cxn>
                <a:cxn ang="0">
                  <a:pos x="30" y="0"/>
                </a:cxn>
              </a:cxnLst>
              <a:rect l="0" t="0" r="r" b="b"/>
              <a:pathLst>
                <a:path w="379" h="71">
                  <a:moveTo>
                    <a:pt x="30" y="0"/>
                  </a:moveTo>
                  <a:lnTo>
                    <a:pt x="348" y="0"/>
                  </a:lnTo>
                  <a:lnTo>
                    <a:pt x="360" y="3"/>
                  </a:lnTo>
                  <a:lnTo>
                    <a:pt x="370" y="9"/>
                  </a:lnTo>
                  <a:lnTo>
                    <a:pt x="377" y="20"/>
                  </a:lnTo>
                  <a:lnTo>
                    <a:pt x="379" y="32"/>
                  </a:lnTo>
                  <a:lnTo>
                    <a:pt x="379" y="39"/>
                  </a:lnTo>
                  <a:lnTo>
                    <a:pt x="377" y="51"/>
                  </a:lnTo>
                  <a:lnTo>
                    <a:pt x="370" y="62"/>
                  </a:lnTo>
                  <a:lnTo>
                    <a:pt x="360" y="68"/>
                  </a:lnTo>
                  <a:lnTo>
                    <a:pt x="348" y="71"/>
                  </a:lnTo>
                  <a:lnTo>
                    <a:pt x="30" y="71"/>
                  </a:lnTo>
                  <a:lnTo>
                    <a:pt x="18" y="68"/>
                  </a:lnTo>
                  <a:lnTo>
                    <a:pt x="9" y="62"/>
                  </a:lnTo>
                  <a:lnTo>
                    <a:pt x="2" y="51"/>
                  </a:lnTo>
                  <a:lnTo>
                    <a:pt x="0" y="39"/>
                  </a:lnTo>
                  <a:lnTo>
                    <a:pt x="0" y="32"/>
                  </a:lnTo>
                  <a:lnTo>
                    <a:pt x="2" y="20"/>
                  </a:lnTo>
                  <a:lnTo>
                    <a:pt x="9" y="9"/>
                  </a:lnTo>
                  <a:lnTo>
                    <a:pt x="18" y="3"/>
                  </a:lnTo>
                  <a:lnTo>
                    <a:pt x="30"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037" name="Freeform 13"/>
            <p:cNvSpPr>
              <a:spLocks/>
            </p:cNvSpPr>
            <p:nvPr/>
          </p:nvSpPr>
          <p:spPr bwMode="auto">
            <a:xfrm>
              <a:off x="2811614" y="1890628"/>
              <a:ext cx="258821" cy="47803"/>
            </a:xfrm>
            <a:custGeom>
              <a:avLst/>
              <a:gdLst/>
              <a:ahLst/>
              <a:cxnLst>
                <a:cxn ang="0">
                  <a:pos x="30" y="0"/>
                </a:cxn>
                <a:cxn ang="0">
                  <a:pos x="348" y="0"/>
                </a:cxn>
                <a:cxn ang="0">
                  <a:pos x="360" y="2"/>
                </a:cxn>
                <a:cxn ang="0">
                  <a:pos x="370" y="9"/>
                </a:cxn>
                <a:cxn ang="0">
                  <a:pos x="377" y="19"/>
                </a:cxn>
                <a:cxn ang="0">
                  <a:pos x="379" y="32"/>
                </a:cxn>
                <a:cxn ang="0">
                  <a:pos x="379" y="38"/>
                </a:cxn>
                <a:cxn ang="0">
                  <a:pos x="377" y="51"/>
                </a:cxn>
                <a:cxn ang="0">
                  <a:pos x="370" y="61"/>
                </a:cxn>
                <a:cxn ang="0">
                  <a:pos x="360" y="68"/>
                </a:cxn>
                <a:cxn ang="0">
                  <a:pos x="348" y="70"/>
                </a:cxn>
                <a:cxn ang="0">
                  <a:pos x="30" y="70"/>
                </a:cxn>
                <a:cxn ang="0">
                  <a:pos x="18" y="68"/>
                </a:cxn>
                <a:cxn ang="0">
                  <a:pos x="9" y="61"/>
                </a:cxn>
                <a:cxn ang="0">
                  <a:pos x="2" y="51"/>
                </a:cxn>
                <a:cxn ang="0">
                  <a:pos x="0" y="38"/>
                </a:cxn>
                <a:cxn ang="0">
                  <a:pos x="0" y="32"/>
                </a:cxn>
                <a:cxn ang="0">
                  <a:pos x="2" y="19"/>
                </a:cxn>
                <a:cxn ang="0">
                  <a:pos x="9" y="9"/>
                </a:cxn>
                <a:cxn ang="0">
                  <a:pos x="18" y="2"/>
                </a:cxn>
                <a:cxn ang="0">
                  <a:pos x="30" y="0"/>
                </a:cxn>
              </a:cxnLst>
              <a:rect l="0" t="0" r="r" b="b"/>
              <a:pathLst>
                <a:path w="379" h="70">
                  <a:moveTo>
                    <a:pt x="30" y="0"/>
                  </a:moveTo>
                  <a:lnTo>
                    <a:pt x="348" y="0"/>
                  </a:lnTo>
                  <a:lnTo>
                    <a:pt x="360" y="2"/>
                  </a:lnTo>
                  <a:lnTo>
                    <a:pt x="370" y="9"/>
                  </a:lnTo>
                  <a:lnTo>
                    <a:pt x="377" y="19"/>
                  </a:lnTo>
                  <a:lnTo>
                    <a:pt x="379" y="32"/>
                  </a:lnTo>
                  <a:lnTo>
                    <a:pt x="379" y="38"/>
                  </a:lnTo>
                  <a:lnTo>
                    <a:pt x="377" y="51"/>
                  </a:lnTo>
                  <a:lnTo>
                    <a:pt x="370" y="61"/>
                  </a:lnTo>
                  <a:lnTo>
                    <a:pt x="360" y="68"/>
                  </a:lnTo>
                  <a:lnTo>
                    <a:pt x="348" y="70"/>
                  </a:lnTo>
                  <a:lnTo>
                    <a:pt x="30" y="70"/>
                  </a:lnTo>
                  <a:lnTo>
                    <a:pt x="18" y="68"/>
                  </a:lnTo>
                  <a:lnTo>
                    <a:pt x="9" y="61"/>
                  </a:lnTo>
                  <a:lnTo>
                    <a:pt x="2" y="51"/>
                  </a:lnTo>
                  <a:lnTo>
                    <a:pt x="0" y="38"/>
                  </a:lnTo>
                  <a:lnTo>
                    <a:pt x="0" y="32"/>
                  </a:lnTo>
                  <a:lnTo>
                    <a:pt x="2" y="19"/>
                  </a:lnTo>
                  <a:lnTo>
                    <a:pt x="9" y="9"/>
                  </a:lnTo>
                  <a:lnTo>
                    <a:pt x="18" y="2"/>
                  </a:lnTo>
                  <a:lnTo>
                    <a:pt x="30"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grpSp>
      <p:grpSp>
        <p:nvGrpSpPr>
          <p:cNvPr id="30" name="Group 29"/>
          <p:cNvGrpSpPr/>
          <p:nvPr/>
        </p:nvGrpSpPr>
        <p:grpSpPr>
          <a:xfrm>
            <a:off x="5276850" y="1990725"/>
            <a:ext cx="515593" cy="493740"/>
            <a:chOff x="3359303" y="1601759"/>
            <a:chExt cx="515593" cy="493740"/>
          </a:xfrm>
          <a:solidFill>
            <a:schemeClr val="bg1"/>
          </a:solidFill>
        </p:grpSpPr>
        <p:sp>
          <p:nvSpPr>
            <p:cNvPr id="1038" name="Freeform 14"/>
            <p:cNvSpPr>
              <a:spLocks noEditPoints="1"/>
            </p:cNvSpPr>
            <p:nvPr/>
          </p:nvSpPr>
          <p:spPr bwMode="auto">
            <a:xfrm>
              <a:off x="3359303" y="1601759"/>
              <a:ext cx="515593" cy="376964"/>
            </a:xfrm>
            <a:custGeom>
              <a:avLst/>
              <a:gdLst/>
              <a:ahLst/>
              <a:cxnLst>
                <a:cxn ang="0">
                  <a:pos x="69" y="72"/>
                </a:cxn>
                <a:cxn ang="0">
                  <a:pos x="69" y="477"/>
                </a:cxn>
                <a:cxn ang="0">
                  <a:pos x="683" y="477"/>
                </a:cxn>
                <a:cxn ang="0">
                  <a:pos x="683" y="72"/>
                </a:cxn>
                <a:cxn ang="0">
                  <a:pos x="69" y="72"/>
                </a:cxn>
                <a:cxn ang="0">
                  <a:pos x="32" y="0"/>
                </a:cxn>
                <a:cxn ang="0">
                  <a:pos x="723" y="0"/>
                </a:cxn>
                <a:cxn ang="0">
                  <a:pos x="735" y="2"/>
                </a:cxn>
                <a:cxn ang="0">
                  <a:pos x="746" y="9"/>
                </a:cxn>
                <a:cxn ang="0">
                  <a:pos x="752" y="19"/>
                </a:cxn>
                <a:cxn ang="0">
                  <a:pos x="755" y="31"/>
                </a:cxn>
                <a:cxn ang="0">
                  <a:pos x="755" y="521"/>
                </a:cxn>
                <a:cxn ang="0">
                  <a:pos x="752" y="533"/>
                </a:cxn>
                <a:cxn ang="0">
                  <a:pos x="746" y="543"/>
                </a:cxn>
                <a:cxn ang="0">
                  <a:pos x="735" y="550"/>
                </a:cxn>
                <a:cxn ang="0">
                  <a:pos x="723" y="552"/>
                </a:cxn>
                <a:cxn ang="0">
                  <a:pos x="32" y="552"/>
                </a:cxn>
                <a:cxn ang="0">
                  <a:pos x="19" y="550"/>
                </a:cxn>
                <a:cxn ang="0">
                  <a:pos x="9" y="543"/>
                </a:cxn>
                <a:cxn ang="0">
                  <a:pos x="2" y="533"/>
                </a:cxn>
                <a:cxn ang="0">
                  <a:pos x="0" y="521"/>
                </a:cxn>
                <a:cxn ang="0">
                  <a:pos x="0" y="31"/>
                </a:cxn>
                <a:cxn ang="0">
                  <a:pos x="2" y="19"/>
                </a:cxn>
                <a:cxn ang="0">
                  <a:pos x="9" y="9"/>
                </a:cxn>
                <a:cxn ang="0">
                  <a:pos x="19" y="2"/>
                </a:cxn>
                <a:cxn ang="0">
                  <a:pos x="32" y="0"/>
                </a:cxn>
              </a:cxnLst>
              <a:rect l="0" t="0" r="r" b="b"/>
              <a:pathLst>
                <a:path w="755" h="552">
                  <a:moveTo>
                    <a:pt x="69" y="72"/>
                  </a:moveTo>
                  <a:lnTo>
                    <a:pt x="69" y="477"/>
                  </a:lnTo>
                  <a:lnTo>
                    <a:pt x="683" y="477"/>
                  </a:lnTo>
                  <a:lnTo>
                    <a:pt x="683" y="72"/>
                  </a:lnTo>
                  <a:lnTo>
                    <a:pt x="69" y="72"/>
                  </a:lnTo>
                  <a:close/>
                  <a:moveTo>
                    <a:pt x="32" y="0"/>
                  </a:moveTo>
                  <a:lnTo>
                    <a:pt x="723" y="0"/>
                  </a:lnTo>
                  <a:lnTo>
                    <a:pt x="735" y="2"/>
                  </a:lnTo>
                  <a:lnTo>
                    <a:pt x="746" y="9"/>
                  </a:lnTo>
                  <a:lnTo>
                    <a:pt x="752" y="19"/>
                  </a:lnTo>
                  <a:lnTo>
                    <a:pt x="755" y="31"/>
                  </a:lnTo>
                  <a:lnTo>
                    <a:pt x="755" y="521"/>
                  </a:lnTo>
                  <a:lnTo>
                    <a:pt x="752" y="533"/>
                  </a:lnTo>
                  <a:lnTo>
                    <a:pt x="746" y="543"/>
                  </a:lnTo>
                  <a:lnTo>
                    <a:pt x="735" y="550"/>
                  </a:lnTo>
                  <a:lnTo>
                    <a:pt x="723" y="552"/>
                  </a:lnTo>
                  <a:lnTo>
                    <a:pt x="32" y="552"/>
                  </a:lnTo>
                  <a:lnTo>
                    <a:pt x="19" y="550"/>
                  </a:lnTo>
                  <a:lnTo>
                    <a:pt x="9" y="543"/>
                  </a:lnTo>
                  <a:lnTo>
                    <a:pt x="2" y="533"/>
                  </a:lnTo>
                  <a:lnTo>
                    <a:pt x="0" y="521"/>
                  </a:lnTo>
                  <a:lnTo>
                    <a:pt x="0" y="31"/>
                  </a:lnTo>
                  <a:lnTo>
                    <a:pt x="2" y="19"/>
                  </a:lnTo>
                  <a:lnTo>
                    <a:pt x="9" y="9"/>
                  </a:lnTo>
                  <a:lnTo>
                    <a:pt x="19" y="2"/>
                  </a:lnTo>
                  <a:lnTo>
                    <a:pt x="32"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039" name="Freeform 15"/>
            <p:cNvSpPr>
              <a:spLocks/>
            </p:cNvSpPr>
            <p:nvPr/>
          </p:nvSpPr>
          <p:spPr bwMode="auto">
            <a:xfrm>
              <a:off x="3489055" y="2012185"/>
              <a:ext cx="255406" cy="83314"/>
            </a:xfrm>
            <a:custGeom>
              <a:avLst/>
              <a:gdLst/>
              <a:ahLst/>
              <a:cxnLst>
                <a:cxn ang="0">
                  <a:pos x="0" y="0"/>
                </a:cxn>
                <a:cxn ang="0">
                  <a:pos x="374" y="0"/>
                </a:cxn>
                <a:cxn ang="0">
                  <a:pos x="358" y="30"/>
                </a:cxn>
                <a:cxn ang="0">
                  <a:pos x="338" y="56"/>
                </a:cxn>
                <a:cxn ang="0">
                  <a:pos x="314" y="79"/>
                </a:cxn>
                <a:cxn ang="0">
                  <a:pos x="286" y="97"/>
                </a:cxn>
                <a:cxn ang="0">
                  <a:pos x="255" y="111"/>
                </a:cxn>
                <a:cxn ang="0">
                  <a:pos x="223" y="119"/>
                </a:cxn>
                <a:cxn ang="0">
                  <a:pos x="187" y="122"/>
                </a:cxn>
                <a:cxn ang="0">
                  <a:pos x="152" y="119"/>
                </a:cxn>
                <a:cxn ang="0">
                  <a:pos x="119" y="111"/>
                </a:cxn>
                <a:cxn ang="0">
                  <a:pos x="89" y="97"/>
                </a:cxn>
                <a:cxn ang="0">
                  <a:pos x="60" y="79"/>
                </a:cxn>
                <a:cxn ang="0">
                  <a:pos x="37" y="56"/>
                </a:cxn>
                <a:cxn ang="0">
                  <a:pos x="16" y="30"/>
                </a:cxn>
                <a:cxn ang="0">
                  <a:pos x="0" y="0"/>
                </a:cxn>
              </a:cxnLst>
              <a:rect l="0" t="0" r="r" b="b"/>
              <a:pathLst>
                <a:path w="374" h="122">
                  <a:moveTo>
                    <a:pt x="0" y="0"/>
                  </a:moveTo>
                  <a:lnTo>
                    <a:pt x="374" y="0"/>
                  </a:lnTo>
                  <a:lnTo>
                    <a:pt x="358" y="30"/>
                  </a:lnTo>
                  <a:lnTo>
                    <a:pt x="338" y="56"/>
                  </a:lnTo>
                  <a:lnTo>
                    <a:pt x="314" y="79"/>
                  </a:lnTo>
                  <a:lnTo>
                    <a:pt x="286" y="97"/>
                  </a:lnTo>
                  <a:lnTo>
                    <a:pt x="255" y="111"/>
                  </a:lnTo>
                  <a:lnTo>
                    <a:pt x="223" y="119"/>
                  </a:lnTo>
                  <a:lnTo>
                    <a:pt x="187" y="122"/>
                  </a:lnTo>
                  <a:lnTo>
                    <a:pt x="152" y="119"/>
                  </a:lnTo>
                  <a:lnTo>
                    <a:pt x="119" y="111"/>
                  </a:lnTo>
                  <a:lnTo>
                    <a:pt x="89" y="97"/>
                  </a:lnTo>
                  <a:lnTo>
                    <a:pt x="60" y="79"/>
                  </a:lnTo>
                  <a:lnTo>
                    <a:pt x="37" y="56"/>
                  </a:lnTo>
                  <a:lnTo>
                    <a:pt x="16" y="30"/>
                  </a:lnTo>
                  <a:lnTo>
                    <a:pt x="0"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grpSp>
      <p:sp>
        <p:nvSpPr>
          <p:cNvPr id="1040" name="Freeform 16"/>
          <p:cNvSpPr>
            <a:spLocks/>
          </p:cNvSpPr>
          <p:nvPr/>
        </p:nvSpPr>
        <p:spPr bwMode="auto">
          <a:xfrm>
            <a:off x="7229475" y="2066925"/>
            <a:ext cx="463693" cy="288869"/>
          </a:xfrm>
          <a:custGeom>
            <a:avLst/>
            <a:gdLst/>
            <a:ahLst/>
            <a:cxnLst>
              <a:cxn ang="0">
                <a:pos x="418" y="0"/>
              </a:cxn>
              <a:cxn ang="0">
                <a:pos x="679" y="0"/>
              </a:cxn>
              <a:cxn ang="0">
                <a:pos x="679" y="257"/>
              </a:cxn>
              <a:cxn ang="0">
                <a:pos x="614" y="192"/>
              </a:cxn>
              <a:cxn ang="0">
                <a:pos x="387" y="423"/>
              </a:cxn>
              <a:cxn ang="0">
                <a:pos x="257" y="293"/>
              </a:cxn>
              <a:cxn ang="0">
                <a:pos x="127" y="423"/>
              </a:cxn>
              <a:cxn ang="0">
                <a:pos x="0" y="290"/>
              </a:cxn>
              <a:cxn ang="0">
                <a:pos x="257" y="34"/>
              </a:cxn>
              <a:cxn ang="0">
                <a:pos x="387" y="162"/>
              </a:cxn>
              <a:cxn ang="0">
                <a:pos x="482" y="68"/>
              </a:cxn>
              <a:cxn ang="0">
                <a:pos x="418" y="0"/>
              </a:cxn>
            </a:cxnLst>
            <a:rect l="0" t="0" r="r" b="b"/>
            <a:pathLst>
              <a:path w="679" h="423">
                <a:moveTo>
                  <a:pt x="418" y="0"/>
                </a:moveTo>
                <a:lnTo>
                  <a:pt x="679" y="0"/>
                </a:lnTo>
                <a:lnTo>
                  <a:pt x="679" y="257"/>
                </a:lnTo>
                <a:lnTo>
                  <a:pt x="614" y="192"/>
                </a:lnTo>
                <a:lnTo>
                  <a:pt x="387" y="423"/>
                </a:lnTo>
                <a:lnTo>
                  <a:pt x="257" y="293"/>
                </a:lnTo>
                <a:lnTo>
                  <a:pt x="127" y="423"/>
                </a:lnTo>
                <a:lnTo>
                  <a:pt x="0" y="290"/>
                </a:lnTo>
                <a:lnTo>
                  <a:pt x="257" y="34"/>
                </a:lnTo>
                <a:lnTo>
                  <a:pt x="387" y="162"/>
                </a:lnTo>
                <a:lnTo>
                  <a:pt x="482" y="68"/>
                </a:lnTo>
                <a:lnTo>
                  <a:pt x="418" y="0"/>
                </a:lnTo>
                <a:close/>
              </a:path>
            </a:pathLst>
          </a:custGeom>
          <a:solidFill>
            <a:schemeClr val="bg1"/>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33" name="TextBox 32"/>
          <p:cNvSpPr txBox="1"/>
          <p:nvPr/>
        </p:nvSpPr>
        <p:spPr>
          <a:xfrm>
            <a:off x="4724400" y="2929176"/>
            <a:ext cx="1600200" cy="307777"/>
          </a:xfrm>
          <a:prstGeom prst="rect">
            <a:avLst/>
          </a:prstGeom>
          <a:noFill/>
        </p:spPr>
        <p:txBody>
          <a:bodyPr wrap="square" rtlCol="0">
            <a:spAutoFit/>
          </a:bodyPr>
          <a:lstStyle/>
          <a:p>
            <a:pPr algn="ctr"/>
            <a:r>
              <a:rPr lang="en-US" sz="1400" dirty="0">
                <a:solidFill>
                  <a:srgbClr val="0563B8"/>
                </a:solidFill>
                <a:latin typeface="Arial" pitchFamily="34" charset="0"/>
                <a:cs typeface="Arial" pitchFamily="34" charset="0"/>
              </a:rPr>
              <a:t>Publish Process</a:t>
            </a:r>
            <a:endParaRPr lang="en-US" sz="1100" dirty="0">
              <a:solidFill>
                <a:schemeClr val="bg1">
                  <a:lumMod val="50000"/>
                </a:schemeClr>
              </a:solidFill>
              <a:latin typeface="Arial" pitchFamily="34" charset="0"/>
              <a:cs typeface="Arial" pitchFamily="34" charset="0"/>
            </a:endParaRPr>
          </a:p>
        </p:txBody>
      </p:sp>
      <p:sp>
        <p:nvSpPr>
          <p:cNvPr id="34" name="TextBox 33"/>
          <p:cNvSpPr txBox="1"/>
          <p:nvPr/>
        </p:nvSpPr>
        <p:spPr>
          <a:xfrm>
            <a:off x="2809875" y="2929176"/>
            <a:ext cx="1600200" cy="584775"/>
          </a:xfrm>
          <a:prstGeom prst="rect">
            <a:avLst/>
          </a:prstGeom>
          <a:noFill/>
        </p:spPr>
        <p:txBody>
          <a:bodyPr wrap="square" rtlCol="0">
            <a:spAutoFit/>
          </a:bodyPr>
          <a:lstStyle/>
          <a:p>
            <a:pPr algn="ctr"/>
            <a:r>
              <a:rPr lang="en-US" sz="1600" dirty="0">
                <a:solidFill>
                  <a:srgbClr val="0563B8"/>
                </a:solidFill>
                <a:latin typeface="Arial" pitchFamily="34" charset="0"/>
                <a:cs typeface="Arial" pitchFamily="34" charset="0"/>
              </a:rPr>
              <a:t>Deploy action and process</a:t>
            </a:r>
            <a:endParaRPr lang="en-US" sz="1100" dirty="0">
              <a:solidFill>
                <a:schemeClr val="bg1">
                  <a:lumMod val="50000"/>
                </a:schemeClr>
              </a:solidFill>
              <a:latin typeface="Arial" pitchFamily="34" charset="0"/>
              <a:cs typeface="Arial" pitchFamily="34" charset="0"/>
            </a:endParaRPr>
          </a:p>
        </p:txBody>
      </p:sp>
      <p:sp>
        <p:nvSpPr>
          <p:cNvPr id="35" name="TextBox 34"/>
          <p:cNvSpPr txBox="1"/>
          <p:nvPr/>
        </p:nvSpPr>
        <p:spPr>
          <a:xfrm>
            <a:off x="885825" y="2929176"/>
            <a:ext cx="1600200" cy="307777"/>
          </a:xfrm>
          <a:prstGeom prst="rect">
            <a:avLst/>
          </a:prstGeom>
          <a:noFill/>
        </p:spPr>
        <p:txBody>
          <a:bodyPr wrap="square" rtlCol="0">
            <a:spAutoFit/>
          </a:bodyPr>
          <a:lstStyle/>
          <a:p>
            <a:pPr algn="ctr"/>
            <a:r>
              <a:rPr lang="en-US" sz="1400" dirty="0">
                <a:solidFill>
                  <a:srgbClr val="0563B8"/>
                </a:solidFill>
                <a:latin typeface="Arial" pitchFamily="34" charset="0"/>
                <a:cs typeface="Arial" pitchFamily="34" charset="0"/>
              </a:rPr>
              <a:t>Showing total</a:t>
            </a:r>
            <a:endParaRPr lang="en-US" sz="1100" dirty="0">
              <a:solidFill>
                <a:schemeClr val="bg1">
                  <a:lumMod val="50000"/>
                </a:schemeClr>
              </a:solidFill>
              <a:latin typeface="Arial" pitchFamily="34" charset="0"/>
              <a:cs typeface="Arial" pitchFamily="34" charset="0"/>
            </a:endParaRPr>
          </a:p>
        </p:txBody>
      </p:sp>
    </p:spTree>
    <p:extLst>
      <p:ext uri="{BB962C8B-B14F-4D97-AF65-F5344CB8AC3E}">
        <p14:creationId xmlns:p14="http://schemas.microsoft.com/office/powerpoint/2010/main" val="341232599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CCD85221-6D0A-F205-2883-2FF70F26F5BD}"/>
              </a:ext>
            </a:extLst>
          </p:cNvPr>
          <p:cNvSpPr>
            <a:spLocks noGrp="1"/>
          </p:cNvSpPr>
          <p:nvPr>
            <p:ph type="ftr" sz="quarter" idx="11"/>
          </p:nvPr>
        </p:nvSpPr>
        <p:spPr/>
        <p:txBody>
          <a:bodyPr/>
          <a:lstStyle/>
          <a:p>
            <a:r>
              <a:rPr lang="en-US"/>
              <a:t>www.anubhavtrainings.com</a:t>
            </a:r>
            <a:endParaRPr lang="en-US" dirty="0"/>
          </a:p>
        </p:txBody>
      </p:sp>
      <p:sp>
        <p:nvSpPr>
          <p:cNvPr id="3" name="Slide Number Placeholder 2">
            <a:extLst>
              <a:ext uri="{FF2B5EF4-FFF2-40B4-BE49-F238E27FC236}">
                <a16:creationId xmlns:a16="http://schemas.microsoft.com/office/drawing/2014/main" id="{E5FB54DB-FCFB-855E-DDC4-B8B513FD0F68}"/>
              </a:ext>
            </a:extLst>
          </p:cNvPr>
          <p:cNvSpPr>
            <a:spLocks noGrp="1"/>
          </p:cNvSpPr>
          <p:nvPr>
            <p:ph type="sldNum" sz="quarter" idx="12"/>
          </p:nvPr>
        </p:nvSpPr>
        <p:spPr/>
        <p:txBody>
          <a:bodyPr/>
          <a:lstStyle/>
          <a:p>
            <a:fld id="{B6F15528-21DE-4FAA-801E-634DDDAF4B2B}" type="slidenum">
              <a:rPr lang="en-US" smtClean="0"/>
              <a:pPr/>
              <a:t>4</a:t>
            </a:fld>
            <a:endParaRPr lang="en-US"/>
          </a:p>
        </p:txBody>
      </p:sp>
      <p:sp>
        <p:nvSpPr>
          <p:cNvPr id="4" name="Title 3">
            <a:extLst>
              <a:ext uri="{FF2B5EF4-FFF2-40B4-BE49-F238E27FC236}">
                <a16:creationId xmlns:a16="http://schemas.microsoft.com/office/drawing/2014/main" id="{74AFB605-309D-ADC4-031E-386447BF7BA9}"/>
              </a:ext>
            </a:extLst>
          </p:cNvPr>
          <p:cNvSpPr>
            <a:spLocks noGrp="1"/>
          </p:cNvSpPr>
          <p:nvPr>
            <p:ph type="title"/>
          </p:nvPr>
        </p:nvSpPr>
        <p:spPr/>
        <p:txBody>
          <a:bodyPr/>
          <a:lstStyle/>
          <a:p>
            <a:endParaRPr lang="en-IN"/>
          </a:p>
        </p:txBody>
      </p:sp>
      <mc:AlternateContent xmlns:mc="http://schemas.openxmlformats.org/markup-compatibility/2006">
        <mc:Choice xmlns:p14="http://schemas.microsoft.com/office/powerpoint/2010/main" Requires="p14">
          <p:contentPart p14:bwMode="auto" r:id="rId2">
            <p14:nvContentPartPr>
              <p14:cNvPr id="6" name="Ink 5">
                <a:extLst>
                  <a:ext uri="{FF2B5EF4-FFF2-40B4-BE49-F238E27FC236}">
                    <a16:creationId xmlns:a16="http://schemas.microsoft.com/office/drawing/2014/main" id="{1457F8A7-DCAE-68FC-1C07-0C942BECECF3}"/>
                  </a:ext>
                </a:extLst>
              </p14:cNvPr>
              <p14:cNvContentPartPr/>
              <p14:nvPr/>
            </p14:nvContentPartPr>
            <p14:xfrm>
              <a:off x="639860" y="1382867"/>
              <a:ext cx="3058560" cy="1285200"/>
            </p14:xfrm>
          </p:contentPart>
        </mc:Choice>
        <mc:Fallback>
          <p:pic>
            <p:nvPicPr>
              <p:cNvPr id="6" name="Ink 5">
                <a:extLst>
                  <a:ext uri="{FF2B5EF4-FFF2-40B4-BE49-F238E27FC236}">
                    <a16:creationId xmlns:a16="http://schemas.microsoft.com/office/drawing/2014/main" id="{1457F8A7-DCAE-68FC-1C07-0C942BECECF3}"/>
                  </a:ext>
                </a:extLst>
              </p:cNvPr>
              <p:cNvPicPr/>
              <p:nvPr/>
            </p:nvPicPr>
            <p:blipFill>
              <a:blip r:embed="rId3"/>
              <a:stretch>
                <a:fillRect/>
              </a:stretch>
            </p:blipFill>
            <p:spPr>
              <a:xfrm>
                <a:off x="630860" y="1373867"/>
                <a:ext cx="3076200" cy="1302840"/>
              </a:xfrm>
              <a:prstGeom prst="rect">
                <a:avLst/>
              </a:prstGeom>
            </p:spPr>
          </p:pic>
        </mc:Fallback>
      </mc:AlternateContent>
      <mc:AlternateContent xmlns:mc="http://schemas.openxmlformats.org/markup-compatibility/2006">
        <mc:Choice xmlns:p14="http://schemas.microsoft.com/office/powerpoint/2010/main" Requires="p14">
          <p:contentPart p14:bwMode="auto" r:id="rId4">
            <p14:nvContentPartPr>
              <p14:cNvPr id="11" name="Ink 10">
                <a:extLst>
                  <a:ext uri="{FF2B5EF4-FFF2-40B4-BE49-F238E27FC236}">
                    <a16:creationId xmlns:a16="http://schemas.microsoft.com/office/drawing/2014/main" id="{5659A238-C6AE-299B-E78D-803F60AC69C9}"/>
                  </a:ext>
                </a:extLst>
              </p14:cNvPr>
              <p14:cNvContentPartPr/>
              <p14:nvPr/>
            </p14:nvContentPartPr>
            <p14:xfrm>
              <a:off x="643100" y="1659347"/>
              <a:ext cx="3065760" cy="720"/>
            </p14:xfrm>
          </p:contentPart>
        </mc:Choice>
        <mc:Fallback>
          <p:pic>
            <p:nvPicPr>
              <p:cNvPr id="11" name="Ink 10">
                <a:extLst>
                  <a:ext uri="{FF2B5EF4-FFF2-40B4-BE49-F238E27FC236}">
                    <a16:creationId xmlns:a16="http://schemas.microsoft.com/office/drawing/2014/main" id="{5659A238-C6AE-299B-E78D-803F60AC69C9}"/>
                  </a:ext>
                </a:extLst>
              </p:cNvPr>
              <p:cNvPicPr/>
              <p:nvPr/>
            </p:nvPicPr>
            <p:blipFill>
              <a:blip r:embed="rId5"/>
              <a:stretch>
                <a:fillRect/>
              </a:stretch>
            </p:blipFill>
            <p:spPr>
              <a:xfrm>
                <a:off x="634100" y="1641347"/>
                <a:ext cx="3083400" cy="36000"/>
              </a:xfrm>
              <a:prstGeom prst="rect">
                <a:avLst/>
              </a:prstGeom>
            </p:spPr>
          </p:pic>
        </mc:Fallback>
      </mc:AlternateContent>
      <mc:AlternateContent xmlns:mc="http://schemas.openxmlformats.org/markup-compatibility/2006">
        <mc:Choice xmlns:p14="http://schemas.microsoft.com/office/powerpoint/2010/main" Requires="p14">
          <p:contentPart p14:bwMode="auto" r:id="rId6">
            <p14:nvContentPartPr>
              <p14:cNvPr id="13" name="Ink 12">
                <a:extLst>
                  <a:ext uri="{FF2B5EF4-FFF2-40B4-BE49-F238E27FC236}">
                    <a16:creationId xmlns:a16="http://schemas.microsoft.com/office/drawing/2014/main" id="{7BAA4CC4-49F0-B16E-5AC5-7F2C2190DCC8}"/>
                  </a:ext>
                </a:extLst>
              </p14:cNvPr>
              <p14:cNvContentPartPr/>
              <p14:nvPr/>
            </p14:nvContentPartPr>
            <p14:xfrm>
              <a:off x="660020" y="1976867"/>
              <a:ext cx="3031560" cy="38520"/>
            </p14:xfrm>
          </p:contentPart>
        </mc:Choice>
        <mc:Fallback>
          <p:pic>
            <p:nvPicPr>
              <p:cNvPr id="13" name="Ink 12">
                <a:extLst>
                  <a:ext uri="{FF2B5EF4-FFF2-40B4-BE49-F238E27FC236}">
                    <a16:creationId xmlns:a16="http://schemas.microsoft.com/office/drawing/2014/main" id="{7BAA4CC4-49F0-B16E-5AC5-7F2C2190DCC8}"/>
                  </a:ext>
                </a:extLst>
              </p:cNvPr>
              <p:cNvPicPr/>
              <p:nvPr/>
            </p:nvPicPr>
            <p:blipFill>
              <a:blip r:embed="rId7"/>
              <a:stretch>
                <a:fillRect/>
              </a:stretch>
            </p:blipFill>
            <p:spPr>
              <a:xfrm>
                <a:off x="651380" y="1967867"/>
                <a:ext cx="3049200" cy="56160"/>
              </a:xfrm>
              <a:prstGeom prst="rect">
                <a:avLst/>
              </a:prstGeom>
            </p:spPr>
          </p:pic>
        </mc:Fallback>
      </mc:AlternateContent>
      <mc:AlternateContent xmlns:mc="http://schemas.openxmlformats.org/markup-compatibility/2006">
        <mc:Choice xmlns:p14="http://schemas.microsoft.com/office/powerpoint/2010/main" Requires="p14">
          <p:contentPart p14:bwMode="auto" r:id="rId8">
            <p14:nvContentPartPr>
              <p14:cNvPr id="15" name="Ink 14">
                <a:extLst>
                  <a:ext uri="{FF2B5EF4-FFF2-40B4-BE49-F238E27FC236}">
                    <a16:creationId xmlns:a16="http://schemas.microsoft.com/office/drawing/2014/main" id="{A9ABB202-813D-1C7F-AB38-3CA3577D2C11}"/>
                  </a:ext>
                </a:extLst>
              </p14:cNvPr>
              <p14:cNvContentPartPr/>
              <p14:nvPr/>
            </p14:nvContentPartPr>
            <p14:xfrm>
              <a:off x="638780" y="2323907"/>
              <a:ext cx="3052800" cy="12960"/>
            </p14:xfrm>
          </p:contentPart>
        </mc:Choice>
        <mc:Fallback>
          <p:pic>
            <p:nvPicPr>
              <p:cNvPr id="15" name="Ink 14">
                <a:extLst>
                  <a:ext uri="{FF2B5EF4-FFF2-40B4-BE49-F238E27FC236}">
                    <a16:creationId xmlns:a16="http://schemas.microsoft.com/office/drawing/2014/main" id="{A9ABB202-813D-1C7F-AB38-3CA3577D2C11}"/>
                  </a:ext>
                </a:extLst>
              </p:cNvPr>
              <p:cNvPicPr/>
              <p:nvPr/>
            </p:nvPicPr>
            <p:blipFill>
              <a:blip r:embed="rId9"/>
              <a:stretch>
                <a:fillRect/>
              </a:stretch>
            </p:blipFill>
            <p:spPr>
              <a:xfrm>
                <a:off x="629780" y="2314907"/>
                <a:ext cx="3070440" cy="30600"/>
              </a:xfrm>
              <a:prstGeom prst="rect">
                <a:avLst/>
              </a:prstGeom>
            </p:spPr>
          </p:pic>
        </mc:Fallback>
      </mc:AlternateContent>
      <p:grpSp>
        <p:nvGrpSpPr>
          <p:cNvPr id="163" name="Group 162">
            <a:extLst>
              <a:ext uri="{FF2B5EF4-FFF2-40B4-BE49-F238E27FC236}">
                <a16:creationId xmlns:a16="http://schemas.microsoft.com/office/drawing/2014/main" id="{3AF8A232-C447-78D4-CBD5-B8DFD4E66898}"/>
              </a:ext>
            </a:extLst>
          </p:cNvPr>
          <p:cNvGrpSpPr/>
          <p:nvPr/>
        </p:nvGrpSpPr>
        <p:grpSpPr>
          <a:xfrm>
            <a:off x="1655060" y="842147"/>
            <a:ext cx="342720" cy="194400"/>
            <a:chOff x="1655060" y="842147"/>
            <a:chExt cx="342720" cy="194400"/>
          </a:xfrm>
        </p:grpSpPr>
        <mc:AlternateContent xmlns:mc="http://schemas.openxmlformats.org/markup-compatibility/2006">
          <mc:Choice xmlns:p14="http://schemas.microsoft.com/office/powerpoint/2010/main" Requires="p14">
            <p:contentPart p14:bwMode="auto" r:id="rId10">
              <p14:nvContentPartPr>
                <p14:cNvPr id="159" name="Ink 158">
                  <a:extLst>
                    <a:ext uri="{FF2B5EF4-FFF2-40B4-BE49-F238E27FC236}">
                      <a16:creationId xmlns:a16="http://schemas.microsoft.com/office/drawing/2014/main" id="{B55D45FA-33E6-C09E-41E0-80A681F01F9A}"/>
                    </a:ext>
                  </a:extLst>
                </p14:cNvPr>
                <p14:cNvContentPartPr/>
                <p14:nvPr/>
              </p14:nvContentPartPr>
              <p14:xfrm>
                <a:off x="1655060" y="842147"/>
                <a:ext cx="134640" cy="30240"/>
              </p14:xfrm>
            </p:contentPart>
          </mc:Choice>
          <mc:Fallback>
            <p:pic>
              <p:nvPicPr>
                <p:cNvPr id="159" name="Ink 158">
                  <a:extLst>
                    <a:ext uri="{FF2B5EF4-FFF2-40B4-BE49-F238E27FC236}">
                      <a16:creationId xmlns:a16="http://schemas.microsoft.com/office/drawing/2014/main" id="{B55D45FA-33E6-C09E-41E0-80A681F01F9A}"/>
                    </a:ext>
                  </a:extLst>
                </p:cNvPr>
                <p:cNvPicPr/>
                <p:nvPr/>
              </p:nvPicPr>
              <p:blipFill>
                <a:blip r:embed="rId11"/>
                <a:stretch>
                  <a:fillRect/>
                </a:stretch>
              </p:blipFill>
              <p:spPr>
                <a:xfrm>
                  <a:off x="1646420" y="833507"/>
                  <a:ext cx="152280" cy="47880"/>
                </a:xfrm>
                <a:prstGeom prst="rect">
                  <a:avLst/>
                </a:prstGeom>
              </p:spPr>
            </p:pic>
          </mc:Fallback>
        </mc:AlternateContent>
        <mc:AlternateContent xmlns:mc="http://schemas.openxmlformats.org/markup-compatibility/2006">
          <mc:Choice xmlns:p14="http://schemas.microsoft.com/office/powerpoint/2010/main" Requires="p14">
            <p:contentPart p14:bwMode="auto" r:id="rId12">
              <p14:nvContentPartPr>
                <p14:cNvPr id="160" name="Ink 159">
                  <a:extLst>
                    <a:ext uri="{FF2B5EF4-FFF2-40B4-BE49-F238E27FC236}">
                      <a16:creationId xmlns:a16="http://schemas.microsoft.com/office/drawing/2014/main" id="{4E7BF9BE-8962-908D-6D1C-E64E503EA118}"/>
                    </a:ext>
                  </a:extLst>
                </p14:cNvPr>
                <p14:cNvContentPartPr/>
                <p14:nvPr/>
              </p14:nvContentPartPr>
              <p14:xfrm>
                <a:off x="1705460" y="859067"/>
                <a:ext cx="30600" cy="177480"/>
              </p14:xfrm>
            </p:contentPart>
          </mc:Choice>
          <mc:Fallback>
            <p:pic>
              <p:nvPicPr>
                <p:cNvPr id="160" name="Ink 159">
                  <a:extLst>
                    <a:ext uri="{FF2B5EF4-FFF2-40B4-BE49-F238E27FC236}">
                      <a16:creationId xmlns:a16="http://schemas.microsoft.com/office/drawing/2014/main" id="{4E7BF9BE-8962-908D-6D1C-E64E503EA118}"/>
                    </a:ext>
                  </a:extLst>
                </p:cNvPr>
                <p:cNvPicPr/>
                <p:nvPr/>
              </p:nvPicPr>
              <p:blipFill>
                <a:blip r:embed="rId13"/>
                <a:stretch>
                  <a:fillRect/>
                </a:stretch>
              </p:blipFill>
              <p:spPr>
                <a:xfrm>
                  <a:off x="1696460" y="850427"/>
                  <a:ext cx="48240" cy="195120"/>
                </a:xfrm>
                <a:prstGeom prst="rect">
                  <a:avLst/>
                </a:prstGeom>
              </p:spPr>
            </p:pic>
          </mc:Fallback>
        </mc:AlternateContent>
        <mc:AlternateContent xmlns:mc="http://schemas.openxmlformats.org/markup-compatibility/2006">
          <mc:Choice xmlns:p14="http://schemas.microsoft.com/office/powerpoint/2010/main" Requires="p14">
            <p:contentPart p14:bwMode="auto" r:id="rId14">
              <p14:nvContentPartPr>
                <p14:cNvPr id="161" name="Ink 160">
                  <a:extLst>
                    <a:ext uri="{FF2B5EF4-FFF2-40B4-BE49-F238E27FC236}">
                      <a16:creationId xmlns:a16="http://schemas.microsoft.com/office/drawing/2014/main" id="{ADB477E1-E9F6-CD63-86EB-1B2EC0396EE9}"/>
                    </a:ext>
                  </a:extLst>
                </p14:cNvPr>
                <p14:cNvContentPartPr/>
                <p14:nvPr/>
              </p14:nvContentPartPr>
              <p14:xfrm>
                <a:off x="1769180" y="945107"/>
                <a:ext cx="88200" cy="75240"/>
              </p14:xfrm>
            </p:contentPart>
          </mc:Choice>
          <mc:Fallback>
            <p:pic>
              <p:nvPicPr>
                <p:cNvPr id="161" name="Ink 160">
                  <a:extLst>
                    <a:ext uri="{FF2B5EF4-FFF2-40B4-BE49-F238E27FC236}">
                      <a16:creationId xmlns:a16="http://schemas.microsoft.com/office/drawing/2014/main" id="{ADB477E1-E9F6-CD63-86EB-1B2EC0396EE9}"/>
                    </a:ext>
                  </a:extLst>
                </p:cNvPr>
                <p:cNvPicPr/>
                <p:nvPr/>
              </p:nvPicPr>
              <p:blipFill>
                <a:blip r:embed="rId15"/>
                <a:stretch>
                  <a:fillRect/>
                </a:stretch>
              </p:blipFill>
              <p:spPr>
                <a:xfrm>
                  <a:off x="1760540" y="936107"/>
                  <a:ext cx="105840" cy="92880"/>
                </a:xfrm>
                <a:prstGeom prst="rect">
                  <a:avLst/>
                </a:prstGeom>
              </p:spPr>
            </p:pic>
          </mc:Fallback>
        </mc:AlternateContent>
        <mc:AlternateContent xmlns:mc="http://schemas.openxmlformats.org/markup-compatibility/2006">
          <mc:Choice xmlns:p14="http://schemas.microsoft.com/office/powerpoint/2010/main" Requires="p14">
            <p:contentPart p14:bwMode="auto" r:id="rId16">
              <p14:nvContentPartPr>
                <p14:cNvPr id="162" name="Ink 161">
                  <a:extLst>
                    <a:ext uri="{FF2B5EF4-FFF2-40B4-BE49-F238E27FC236}">
                      <a16:creationId xmlns:a16="http://schemas.microsoft.com/office/drawing/2014/main" id="{504462D6-7758-FDE1-6835-864D03DF8892}"/>
                    </a:ext>
                  </a:extLst>
                </p14:cNvPr>
                <p14:cNvContentPartPr/>
                <p14:nvPr/>
              </p14:nvContentPartPr>
              <p14:xfrm>
                <a:off x="1901660" y="875627"/>
                <a:ext cx="96120" cy="153360"/>
              </p14:xfrm>
            </p:contentPart>
          </mc:Choice>
          <mc:Fallback>
            <p:pic>
              <p:nvPicPr>
                <p:cNvPr id="162" name="Ink 161">
                  <a:extLst>
                    <a:ext uri="{FF2B5EF4-FFF2-40B4-BE49-F238E27FC236}">
                      <a16:creationId xmlns:a16="http://schemas.microsoft.com/office/drawing/2014/main" id="{504462D6-7758-FDE1-6835-864D03DF8892}"/>
                    </a:ext>
                  </a:extLst>
                </p:cNvPr>
                <p:cNvPicPr/>
                <p:nvPr/>
              </p:nvPicPr>
              <p:blipFill>
                <a:blip r:embed="rId17"/>
                <a:stretch>
                  <a:fillRect/>
                </a:stretch>
              </p:blipFill>
              <p:spPr>
                <a:xfrm>
                  <a:off x="1893020" y="866627"/>
                  <a:ext cx="113760" cy="171000"/>
                </a:xfrm>
                <a:prstGeom prst="rect">
                  <a:avLst/>
                </a:prstGeom>
              </p:spPr>
            </p:pic>
          </mc:Fallback>
        </mc:AlternateContent>
      </p:grpSp>
      <mc:AlternateContent xmlns:mc="http://schemas.openxmlformats.org/markup-compatibility/2006">
        <mc:Choice xmlns:p14="http://schemas.microsoft.com/office/powerpoint/2010/main" Requires="p14">
          <p:contentPart p14:bwMode="auto" r:id="rId18">
            <p14:nvContentPartPr>
              <p14:cNvPr id="174" name="Ink 173">
                <a:extLst>
                  <a:ext uri="{FF2B5EF4-FFF2-40B4-BE49-F238E27FC236}">
                    <a16:creationId xmlns:a16="http://schemas.microsoft.com/office/drawing/2014/main" id="{3036DE51-4B81-BAA4-FADE-B0E307C3D24C}"/>
                  </a:ext>
                </a:extLst>
              </p14:cNvPr>
              <p14:cNvContentPartPr/>
              <p14:nvPr/>
            </p14:nvContentPartPr>
            <p14:xfrm>
              <a:off x="5888300" y="1783907"/>
              <a:ext cx="16920" cy="42120"/>
            </p14:xfrm>
          </p:contentPart>
        </mc:Choice>
        <mc:Fallback>
          <p:pic>
            <p:nvPicPr>
              <p:cNvPr id="174" name="Ink 173">
                <a:extLst>
                  <a:ext uri="{FF2B5EF4-FFF2-40B4-BE49-F238E27FC236}">
                    <a16:creationId xmlns:a16="http://schemas.microsoft.com/office/drawing/2014/main" id="{3036DE51-4B81-BAA4-FADE-B0E307C3D24C}"/>
                  </a:ext>
                </a:extLst>
              </p:cNvPr>
              <p:cNvPicPr/>
              <p:nvPr/>
            </p:nvPicPr>
            <p:blipFill>
              <a:blip r:embed="rId19"/>
              <a:stretch>
                <a:fillRect/>
              </a:stretch>
            </p:blipFill>
            <p:spPr>
              <a:xfrm>
                <a:off x="5879660" y="1775267"/>
                <a:ext cx="34560" cy="59760"/>
              </a:xfrm>
              <a:prstGeom prst="rect">
                <a:avLst/>
              </a:prstGeom>
            </p:spPr>
          </p:pic>
        </mc:Fallback>
      </mc:AlternateContent>
      <p:grpSp>
        <p:nvGrpSpPr>
          <p:cNvPr id="281" name="Group 280">
            <a:extLst>
              <a:ext uri="{FF2B5EF4-FFF2-40B4-BE49-F238E27FC236}">
                <a16:creationId xmlns:a16="http://schemas.microsoft.com/office/drawing/2014/main" id="{BBB837A6-CDE1-5796-D822-EB1AD3AF1757}"/>
              </a:ext>
            </a:extLst>
          </p:cNvPr>
          <p:cNvGrpSpPr/>
          <p:nvPr/>
        </p:nvGrpSpPr>
        <p:grpSpPr>
          <a:xfrm>
            <a:off x="161780" y="1155347"/>
            <a:ext cx="8740800" cy="3199680"/>
            <a:chOff x="161780" y="1155347"/>
            <a:chExt cx="8740800" cy="3199680"/>
          </a:xfrm>
        </p:grpSpPr>
        <mc:AlternateContent xmlns:mc="http://schemas.openxmlformats.org/markup-compatibility/2006">
          <mc:Choice xmlns:p14="http://schemas.microsoft.com/office/powerpoint/2010/main" Requires="p14">
            <p:contentPart p14:bwMode="auto" r:id="rId20">
              <p14:nvContentPartPr>
                <p14:cNvPr id="7" name="Ink 6">
                  <a:extLst>
                    <a:ext uri="{FF2B5EF4-FFF2-40B4-BE49-F238E27FC236}">
                      <a16:creationId xmlns:a16="http://schemas.microsoft.com/office/drawing/2014/main" id="{45DE6D08-F45A-CFE1-C440-F23B32E59EBE}"/>
                    </a:ext>
                  </a:extLst>
                </p14:cNvPr>
                <p14:cNvContentPartPr/>
                <p14:nvPr/>
              </p14:nvContentPartPr>
              <p14:xfrm>
                <a:off x="1291100" y="1422107"/>
                <a:ext cx="25920" cy="1256040"/>
              </p14:xfrm>
            </p:contentPart>
          </mc:Choice>
          <mc:Fallback>
            <p:pic>
              <p:nvPicPr>
                <p:cNvPr id="7" name="Ink 6">
                  <a:extLst>
                    <a:ext uri="{FF2B5EF4-FFF2-40B4-BE49-F238E27FC236}">
                      <a16:creationId xmlns:a16="http://schemas.microsoft.com/office/drawing/2014/main" id="{45DE6D08-F45A-CFE1-C440-F23B32E59EBE}"/>
                    </a:ext>
                  </a:extLst>
                </p:cNvPr>
                <p:cNvPicPr/>
                <p:nvPr/>
              </p:nvPicPr>
              <p:blipFill>
                <a:blip r:embed="rId21"/>
                <a:stretch>
                  <a:fillRect/>
                </a:stretch>
              </p:blipFill>
              <p:spPr>
                <a:xfrm>
                  <a:off x="1282100" y="1413467"/>
                  <a:ext cx="43560" cy="1273680"/>
                </a:xfrm>
                <a:prstGeom prst="rect">
                  <a:avLst/>
                </a:prstGeom>
              </p:spPr>
            </p:pic>
          </mc:Fallback>
        </mc:AlternateContent>
        <mc:AlternateContent xmlns:mc="http://schemas.openxmlformats.org/markup-compatibility/2006">
          <mc:Choice xmlns:p14="http://schemas.microsoft.com/office/powerpoint/2010/main" Requires="p14">
            <p:contentPart p14:bwMode="auto" r:id="rId22">
              <p14:nvContentPartPr>
                <p14:cNvPr id="8" name="Ink 7">
                  <a:extLst>
                    <a:ext uri="{FF2B5EF4-FFF2-40B4-BE49-F238E27FC236}">
                      <a16:creationId xmlns:a16="http://schemas.microsoft.com/office/drawing/2014/main" id="{3F364142-91D3-A1CB-00DC-BEABE1967927}"/>
                    </a:ext>
                  </a:extLst>
                </p14:cNvPr>
                <p14:cNvContentPartPr/>
                <p14:nvPr/>
              </p14:nvContentPartPr>
              <p14:xfrm>
                <a:off x="2162660" y="1405547"/>
                <a:ext cx="40680" cy="1289880"/>
              </p14:xfrm>
            </p:contentPart>
          </mc:Choice>
          <mc:Fallback>
            <p:pic>
              <p:nvPicPr>
                <p:cNvPr id="8" name="Ink 7">
                  <a:extLst>
                    <a:ext uri="{FF2B5EF4-FFF2-40B4-BE49-F238E27FC236}">
                      <a16:creationId xmlns:a16="http://schemas.microsoft.com/office/drawing/2014/main" id="{3F364142-91D3-A1CB-00DC-BEABE1967927}"/>
                    </a:ext>
                  </a:extLst>
                </p:cNvPr>
                <p:cNvPicPr/>
                <p:nvPr/>
              </p:nvPicPr>
              <p:blipFill>
                <a:blip r:embed="rId23"/>
                <a:stretch>
                  <a:fillRect/>
                </a:stretch>
              </p:blipFill>
              <p:spPr>
                <a:xfrm>
                  <a:off x="2153660" y="1396547"/>
                  <a:ext cx="58320" cy="1307520"/>
                </a:xfrm>
                <a:prstGeom prst="rect">
                  <a:avLst/>
                </a:prstGeom>
              </p:spPr>
            </p:pic>
          </mc:Fallback>
        </mc:AlternateContent>
        <mc:AlternateContent xmlns:mc="http://schemas.openxmlformats.org/markup-compatibility/2006">
          <mc:Choice xmlns:p14="http://schemas.microsoft.com/office/powerpoint/2010/main" Requires="p14">
            <p:contentPart p14:bwMode="auto" r:id="rId24">
              <p14:nvContentPartPr>
                <p14:cNvPr id="9" name="Ink 8">
                  <a:extLst>
                    <a:ext uri="{FF2B5EF4-FFF2-40B4-BE49-F238E27FC236}">
                      <a16:creationId xmlns:a16="http://schemas.microsoft.com/office/drawing/2014/main" id="{1039352E-8979-2F59-77E5-94F77EA3EA44}"/>
                    </a:ext>
                  </a:extLst>
                </p14:cNvPr>
                <p14:cNvContentPartPr/>
                <p14:nvPr/>
              </p14:nvContentPartPr>
              <p14:xfrm>
                <a:off x="2890940" y="1430747"/>
                <a:ext cx="35640" cy="1267920"/>
              </p14:xfrm>
            </p:contentPart>
          </mc:Choice>
          <mc:Fallback>
            <p:pic>
              <p:nvPicPr>
                <p:cNvPr id="9" name="Ink 8">
                  <a:extLst>
                    <a:ext uri="{FF2B5EF4-FFF2-40B4-BE49-F238E27FC236}">
                      <a16:creationId xmlns:a16="http://schemas.microsoft.com/office/drawing/2014/main" id="{1039352E-8979-2F59-77E5-94F77EA3EA44}"/>
                    </a:ext>
                  </a:extLst>
                </p:cNvPr>
                <p:cNvPicPr/>
                <p:nvPr/>
              </p:nvPicPr>
              <p:blipFill>
                <a:blip r:embed="rId25"/>
                <a:stretch>
                  <a:fillRect/>
                </a:stretch>
              </p:blipFill>
              <p:spPr>
                <a:xfrm>
                  <a:off x="2882300" y="1421747"/>
                  <a:ext cx="53280" cy="1285560"/>
                </a:xfrm>
                <a:prstGeom prst="rect">
                  <a:avLst/>
                </a:prstGeom>
              </p:spPr>
            </p:pic>
          </mc:Fallback>
        </mc:AlternateContent>
        <mc:AlternateContent xmlns:mc="http://schemas.openxmlformats.org/markup-compatibility/2006">
          <mc:Choice xmlns:p14="http://schemas.microsoft.com/office/powerpoint/2010/main" Requires="p14">
            <p:contentPart p14:bwMode="auto" r:id="rId26">
              <p14:nvContentPartPr>
                <p14:cNvPr id="16" name="Ink 15">
                  <a:extLst>
                    <a:ext uri="{FF2B5EF4-FFF2-40B4-BE49-F238E27FC236}">
                      <a16:creationId xmlns:a16="http://schemas.microsoft.com/office/drawing/2014/main" id="{0AA5C0B1-9C2D-19C9-D433-F1A612AFDB78}"/>
                    </a:ext>
                  </a:extLst>
                </p14:cNvPr>
                <p14:cNvContentPartPr/>
                <p14:nvPr/>
              </p14:nvContentPartPr>
              <p14:xfrm>
                <a:off x="825260" y="1495547"/>
                <a:ext cx="13320" cy="70920"/>
              </p14:xfrm>
            </p:contentPart>
          </mc:Choice>
          <mc:Fallback>
            <p:pic>
              <p:nvPicPr>
                <p:cNvPr id="16" name="Ink 15">
                  <a:extLst>
                    <a:ext uri="{FF2B5EF4-FFF2-40B4-BE49-F238E27FC236}">
                      <a16:creationId xmlns:a16="http://schemas.microsoft.com/office/drawing/2014/main" id="{0AA5C0B1-9C2D-19C9-D433-F1A612AFDB78}"/>
                    </a:ext>
                  </a:extLst>
                </p:cNvPr>
                <p:cNvPicPr/>
                <p:nvPr/>
              </p:nvPicPr>
              <p:blipFill>
                <a:blip r:embed="rId27"/>
                <a:stretch>
                  <a:fillRect/>
                </a:stretch>
              </p:blipFill>
              <p:spPr>
                <a:xfrm>
                  <a:off x="816260" y="1486907"/>
                  <a:ext cx="30960" cy="88560"/>
                </a:xfrm>
                <a:prstGeom prst="rect">
                  <a:avLst/>
                </a:prstGeom>
              </p:spPr>
            </p:pic>
          </mc:Fallback>
        </mc:AlternateContent>
        <mc:AlternateContent xmlns:mc="http://schemas.openxmlformats.org/markup-compatibility/2006">
          <mc:Choice xmlns:p14="http://schemas.microsoft.com/office/powerpoint/2010/main" Requires="p14">
            <p:contentPart p14:bwMode="auto" r:id="rId28">
              <p14:nvContentPartPr>
                <p14:cNvPr id="17" name="Ink 16">
                  <a:extLst>
                    <a:ext uri="{FF2B5EF4-FFF2-40B4-BE49-F238E27FC236}">
                      <a16:creationId xmlns:a16="http://schemas.microsoft.com/office/drawing/2014/main" id="{30F09B5A-7300-15C2-F1E6-0887835B2995}"/>
                    </a:ext>
                  </a:extLst>
                </p14:cNvPr>
                <p14:cNvContentPartPr/>
                <p14:nvPr/>
              </p14:nvContentPartPr>
              <p14:xfrm>
                <a:off x="837500" y="1434347"/>
                <a:ext cx="72360" cy="60480"/>
              </p14:xfrm>
            </p:contentPart>
          </mc:Choice>
          <mc:Fallback>
            <p:pic>
              <p:nvPicPr>
                <p:cNvPr id="17" name="Ink 16">
                  <a:extLst>
                    <a:ext uri="{FF2B5EF4-FFF2-40B4-BE49-F238E27FC236}">
                      <a16:creationId xmlns:a16="http://schemas.microsoft.com/office/drawing/2014/main" id="{30F09B5A-7300-15C2-F1E6-0887835B2995}"/>
                    </a:ext>
                  </a:extLst>
                </p:cNvPr>
                <p:cNvPicPr/>
                <p:nvPr/>
              </p:nvPicPr>
              <p:blipFill>
                <a:blip r:embed="rId29"/>
                <a:stretch>
                  <a:fillRect/>
                </a:stretch>
              </p:blipFill>
              <p:spPr>
                <a:xfrm>
                  <a:off x="828500" y="1425707"/>
                  <a:ext cx="90000" cy="78120"/>
                </a:xfrm>
                <a:prstGeom prst="rect">
                  <a:avLst/>
                </a:prstGeom>
              </p:spPr>
            </p:pic>
          </mc:Fallback>
        </mc:AlternateContent>
        <mc:AlternateContent xmlns:mc="http://schemas.openxmlformats.org/markup-compatibility/2006">
          <mc:Choice xmlns:p14="http://schemas.microsoft.com/office/powerpoint/2010/main" Requires="p14">
            <p:contentPart p14:bwMode="auto" r:id="rId30">
              <p14:nvContentPartPr>
                <p14:cNvPr id="18" name="Ink 17">
                  <a:extLst>
                    <a:ext uri="{FF2B5EF4-FFF2-40B4-BE49-F238E27FC236}">
                      <a16:creationId xmlns:a16="http://schemas.microsoft.com/office/drawing/2014/main" id="{B59B1C2F-541E-B5F5-030B-83ECE22C8B71}"/>
                    </a:ext>
                  </a:extLst>
                </p14:cNvPr>
                <p14:cNvContentPartPr/>
                <p14:nvPr/>
              </p14:nvContentPartPr>
              <p14:xfrm>
                <a:off x="1028660" y="1481867"/>
                <a:ext cx="11160" cy="111960"/>
              </p14:xfrm>
            </p:contentPart>
          </mc:Choice>
          <mc:Fallback>
            <p:pic>
              <p:nvPicPr>
                <p:cNvPr id="18" name="Ink 17">
                  <a:extLst>
                    <a:ext uri="{FF2B5EF4-FFF2-40B4-BE49-F238E27FC236}">
                      <a16:creationId xmlns:a16="http://schemas.microsoft.com/office/drawing/2014/main" id="{B59B1C2F-541E-B5F5-030B-83ECE22C8B71}"/>
                    </a:ext>
                  </a:extLst>
                </p:cNvPr>
                <p:cNvPicPr/>
                <p:nvPr/>
              </p:nvPicPr>
              <p:blipFill>
                <a:blip r:embed="rId31"/>
                <a:stretch>
                  <a:fillRect/>
                </a:stretch>
              </p:blipFill>
              <p:spPr>
                <a:xfrm>
                  <a:off x="1020020" y="1472867"/>
                  <a:ext cx="28800" cy="129600"/>
                </a:xfrm>
                <a:prstGeom prst="rect">
                  <a:avLst/>
                </a:prstGeom>
              </p:spPr>
            </p:pic>
          </mc:Fallback>
        </mc:AlternateContent>
        <mc:AlternateContent xmlns:mc="http://schemas.openxmlformats.org/markup-compatibility/2006">
          <mc:Choice xmlns:p14="http://schemas.microsoft.com/office/powerpoint/2010/main" Requires="p14">
            <p:contentPart p14:bwMode="auto" r:id="rId32">
              <p14:nvContentPartPr>
                <p14:cNvPr id="19" name="Ink 18">
                  <a:extLst>
                    <a:ext uri="{FF2B5EF4-FFF2-40B4-BE49-F238E27FC236}">
                      <a16:creationId xmlns:a16="http://schemas.microsoft.com/office/drawing/2014/main" id="{507E1A6D-4969-9FCC-9AFD-64B5C53E06BE}"/>
                    </a:ext>
                  </a:extLst>
                </p14:cNvPr>
                <p14:cNvContentPartPr/>
                <p14:nvPr/>
              </p14:nvContentPartPr>
              <p14:xfrm>
                <a:off x="851180" y="1800107"/>
                <a:ext cx="13320" cy="84600"/>
              </p14:xfrm>
            </p:contentPart>
          </mc:Choice>
          <mc:Fallback>
            <p:pic>
              <p:nvPicPr>
                <p:cNvPr id="19" name="Ink 18">
                  <a:extLst>
                    <a:ext uri="{FF2B5EF4-FFF2-40B4-BE49-F238E27FC236}">
                      <a16:creationId xmlns:a16="http://schemas.microsoft.com/office/drawing/2014/main" id="{507E1A6D-4969-9FCC-9AFD-64B5C53E06BE}"/>
                    </a:ext>
                  </a:extLst>
                </p:cNvPr>
                <p:cNvPicPr/>
                <p:nvPr/>
              </p:nvPicPr>
              <p:blipFill>
                <a:blip r:embed="rId33"/>
                <a:stretch>
                  <a:fillRect/>
                </a:stretch>
              </p:blipFill>
              <p:spPr>
                <a:xfrm>
                  <a:off x="842180" y="1791467"/>
                  <a:ext cx="30960" cy="102240"/>
                </a:xfrm>
                <a:prstGeom prst="rect">
                  <a:avLst/>
                </a:prstGeom>
              </p:spPr>
            </p:pic>
          </mc:Fallback>
        </mc:AlternateContent>
        <mc:AlternateContent xmlns:mc="http://schemas.openxmlformats.org/markup-compatibility/2006">
          <mc:Choice xmlns:p14="http://schemas.microsoft.com/office/powerpoint/2010/main" Requires="p14">
            <p:contentPart p14:bwMode="auto" r:id="rId34">
              <p14:nvContentPartPr>
                <p14:cNvPr id="20" name="Ink 19">
                  <a:extLst>
                    <a:ext uri="{FF2B5EF4-FFF2-40B4-BE49-F238E27FC236}">
                      <a16:creationId xmlns:a16="http://schemas.microsoft.com/office/drawing/2014/main" id="{340FE57E-8D49-97E0-AC64-F2BD05A9115B}"/>
                    </a:ext>
                  </a:extLst>
                </p14:cNvPr>
                <p14:cNvContentPartPr/>
                <p14:nvPr/>
              </p14:nvContentPartPr>
              <p14:xfrm>
                <a:off x="855500" y="1756187"/>
                <a:ext cx="93240" cy="85680"/>
              </p14:xfrm>
            </p:contentPart>
          </mc:Choice>
          <mc:Fallback>
            <p:pic>
              <p:nvPicPr>
                <p:cNvPr id="20" name="Ink 19">
                  <a:extLst>
                    <a:ext uri="{FF2B5EF4-FFF2-40B4-BE49-F238E27FC236}">
                      <a16:creationId xmlns:a16="http://schemas.microsoft.com/office/drawing/2014/main" id="{340FE57E-8D49-97E0-AC64-F2BD05A9115B}"/>
                    </a:ext>
                  </a:extLst>
                </p:cNvPr>
                <p:cNvPicPr/>
                <p:nvPr/>
              </p:nvPicPr>
              <p:blipFill>
                <a:blip r:embed="rId35"/>
                <a:stretch>
                  <a:fillRect/>
                </a:stretch>
              </p:blipFill>
              <p:spPr>
                <a:xfrm>
                  <a:off x="846500" y="1747187"/>
                  <a:ext cx="110880" cy="103320"/>
                </a:xfrm>
                <a:prstGeom prst="rect">
                  <a:avLst/>
                </a:prstGeom>
              </p:spPr>
            </p:pic>
          </mc:Fallback>
        </mc:AlternateContent>
        <mc:AlternateContent xmlns:mc="http://schemas.openxmlformats.org/markup-compatibility/2006">
          <mc:Choice xmlns:p14="http://schemas.microsoft.com/office/powerpoint/2010/main" Requires="p14">
            <p:contentPart p14:bwMode="auto" r:id="rId36">
              <p14:nvContentPartPr>
                <p14:cNvPr id="21" name="Ink 20">
                  <a:extLst>
                    <a:ext uri="{FF2B5EF4-FFF2-40B4-BE49-F238E27FC236}">
                      <a16:creationId xmlns:a16="http://schemas.microsoft.com/office/drawing/2014/main" id="{A78C93D9-5226-82D7-9CB7-5B82BD465372}"/>
                    </a:ext>
                  </a:extLst>
                </p14:cNvPr>
                <p14:cNvContentPartPr/>
                <p14:nvPr/>
              </p14:nvContentPartPr>
              <p14:xfrm>
                <a:off x="997340" y="1803707"/>
                <a:ext cx="111240" cy="114480"/>
              </p14:xfrm>
            </p:contentPart>
          </mc:Choice>
          <mc:Fallback>
            <p:pic>
              <p:nvPicPr>
                <p:cNvPr id="21" name="Ink 20">
                  <a:extLst>
                    <a:ext uri="{FF2B5EF4-FFF2-40B4-BE49-F238E27FC236}">
                      <a16:creationId xmlns:a16="http://schemas.microsoft.com/office/drawing/2014/main" id="{A78C93D9-5226-82D7-9CB7-5B82BD465372}"/>
                    </a:ext>
                  </a:extLst>
                </p:cNvPr>
                <p:cNvPicPr/>
                <p:nvPr/>
              </p:nvPicPr>
              <p:blipFill>
                <a:blip r:embed="rId37"/>
                <a:stretch>
                  <a:fillRect/>
                </a:stretch>
              </p:blipFill>
              <p:spPr>
                <a:xfrm>
                  <a:off x="988340" y="1794707"/>
                  <a:ext cx="128880" cy="132120"/>
                </a:xfrm>
                <a:prstGeom prst="rect">
                  <a:avLst/>
                </a:prstGeom>
              </p:spPr>
            </p:pic>
          </mc:Fallback>
        </mc:AlternateContent>
        <mc:AlternateContent xmlns:mc="http://schemas.openxmlformats.org/markup-compatibility/2006">
          <mc:Choice xmlns:p14="http://schemas.microsoft.com/office/powerpoint/2010/main" Requires="p14">
            <p:contentPart p14:bwMode="auto" r:id="rId38">
              <p14:nvContentPartPr>
                <p14:cNvPr id="22" name="Ink 21">
                  <a:extLst>
                    <a:ext uri="{FF2B5EF4-FFF2-40B4-BE49-F238E27FC236}">
                      <a16:creationId xmlns:a16="http://schemas.microsoft.com/office/drawing/2014/main" id="{D9FCE1E0-2EBE-52F3-57F4-7E46B93232A1}"/>
                    </a:ext>
                  </a:extLst>
                </p14:cNvPr>
                <p14:cNvContentPartPr/>
                <p14:nvPr/>
              </p14:nvContentPartPr>
              <p14:xfrm>
                <a:off x="837860" y="2153987"/>
                <a:ext cx="21960" cy="82080"/>
              </p14:xfrm>
            </p:contentPart>
          </mc:Choice>
          <mc:Fallback>
            <p:pic>
              <p:nvPicPr>
                <p:cNvPr id="22" name="Ink 21">
                  <a:extLst>
                    <a:ext uri="{FF2B5EF4-FFF2-40B4-BE49-F238E27FC236}">
                      <a16:creationId xmlns:a16="http://schemas.microsoft.com/office/drawing/2014/main" id="{D9FCE1E0-2EBE-52F3-57F4-7E46B93232A1}"/>
                    </a:ext>
                  </a:extLst>
                </p:cNvPr>
                <p:cNvPicPr/>
                <p:nvPr/>
              </p:nvPicPr>
              <p:blipFill>
                <a:blip r:embed="rId39"/>
                <a:stretch>
                  <a:fillRect/>
                </a:stretch>
              </p:blipFill>
              <p:spPr>
                <a:xfrm>
                  <a:off x="829220" y="2145347"/>
                  <a:ext cx="39600" cy="99720"/>
                </a:xfrm>
                <a:prstGeom prst="rect">
                  <a:avLst/>
                </a:prstGeom>
              </p:spPr>
            </p:pic>
          </mc:Fallback>
        </mc:AlternateContent>
        <mc:AlternateContent xmlns:mc="http://schemas.openxmlformats.org/markup-compatibility/2006">
          <mc:Choice xmlns:p14="http://schemas.microsoft.com/office/powerpoint/2010/main" Requires="p14">
            <p:contentPart p14:bwMode="auto" r:id="rId40">
              <p14:nvContentPartPr>
                <p14:cNvPr id="23" name="Ink 22">
                  <a:extLst>
                    <a:ext uri="{FF2B5EF4-FFF2-40B4-BE49-F238E27FC236}">
                      <a16:creationId xmlns:a16="http://schemas.microsoft.com/office/drawing/2014/main" id="{56128BE5-775A-7BE2-845C-D42A7C2A0678}"/>
                    </a:ext>
                  </a:extLst>
                </p14:cNvPr>
                <p14:cNvContentPartPr/>
                <p14:nvPr/>
              </p14:nvContentPartPr>
              <p14:xfrm>
                <a:off x="837860" y="2061107"/>
                <a:ext cx="118800" cy="114840"/>
              </p14:xfrm>
            </p:contentPart>
          </mc:Choice>
          <mc:Fallback>
            <p:pic>
              <p:nvPicPr>
                <p:cNvPr id="23" name="Ink 22">
                  <a:extLst>
                    <a:ext uri="{FF2B5EF4-FFF2-40B4-BE49-F238E27FC236}">
                      <a16:creationId xmlns:a16="http://schemas.microsoft.com/office/drawing/2014/main" id="{56128BE5-775A-7BE2-845C-D42A7C2A0678}"/>
                    </a:ext>
                  </a:extLst>
                </p:cNvPr>
                <p:cNvPicPr/>
                <p:nvPr/>
              </p:nvPicPr>
              <p:blipFill>
                <a:blip r:embed="rId41"/>
                <a:stretch>
                  <a:fillRect/>
                </a:stretch>
              </p:blipFill>
              <p:spPr>
                <a:xfrm>
                  <a:off x="828860" y="2052467"/>
                  <a:ext cx="136440" cy="132480"/>
                </a:xfrm>
                <a:prstGeom prst="rect">
                  <a:avLst/>
                </a:prstGeom>
              </p:spPr>
            </p:pic>
          </mc:Fallback>
        </mc:AlternateContent>
        <mc:AlternateContent xmlns:mc="http://schemas.openxmlformats.org/markup-compatibility/2006">
          <mc:Choice xmlns:p14="http://schemas.microsoft.com/office/powerpoint/2010/main" Requires="p14">
            <p:contentPart p14:bwMode="auto" r:id="rId42">
              <p14:nvContentPartPr>
                <p14:cNvPr id="24" name="Ink 23">
                  <a:extLst>
                    <a:ext uri="{FF2B5EF4-FFF2-40B4-BE49-F238E27FC236}">
                      <a16:creationId xmlns:a16="http://schemas.microsoft.com/office/drawing/2014/main" id="{84AE2941-780C-C4DB-F66C-83055A05CC6B}"/>
                    </a:ext>
                  </a:extLst>
                </p14:cNvPr>
                <p14:cNvContentPartPr/>
                <p14:nvPr/>
              </p14:nvContentPartPr>
              <p14:xfrm>
                <a:off x="1024340" y="2087747"/>
                <a:ext cx="109440" cy="146880"/>
              </p14:xfrm>
            </p:contentPart>
          </mc:Choice>
          <mc:Fallback>
            <p:pic>
              <p:nvPicPr>
                <p:cNvPr id="24" name="Ink 23">
                  <a:extLst>
                    <a:ext uri="{FF2B5EF4-FFF2-40B4-BE49-F238E27FC236}">
                      <a16:creationId xmlns:a16="http://schemas.microsoft.com/office/drawing/2014/main" id="{84AE2941-780C-C4DB-F66C-83055A05CC6B}"/>
                    </a:ext>
                  </a:extLst>
                </p:cNvPr>
                <p:cNvPicPr/>
                <p:nvPr/>
              </p:nvPicPr>
              <p:blipFill>
                <a:blip r:embed="rId43"/>
                <a:stretch>
                  <a:fillRect/>
                </a:stretch>
              </p:blipFill>
              <p:spPr>
                <a:xfrm>
                  <a:off x="1015700" y="2079107"/>
                  <a:ext cx="127080" cy="164520"/>
                </a:xfrm>
                <a:prstGeom prst="rect">
                  <a:avLst/>
                </a:prstGeom>
              </p:spPr>
            </p:pic>
          </mc:Fallback>
        </mc:AlternateContent>
        <mc:AlternateContent xmlns:mc="http://schemas.openxmlformats.org/markup-compatibility/2006">
          <mc:Choice xmlns:p14="http://schemas.microsoft.com/office/powerpoint/2010/main" Requires="p14">
            <p:contentPart p14:bwMode="auto" r:id="rId44">
              <p14:nvContentPartPr>
                <p14:cNvPr id="25" name="Ink 24">
                  <a:extLst>
                    <a:ext uri="{FF2B5EF4-FFF2-40B4-BE49-F238E27FC236}">
                      <a16:creationId xmlns:a16="http://schemas.microsoft.com/office/drawing/2014/main" id="{97E60FB4-BC18-4645-A63E-5E01D5135924}"/>
                    </a:ext>
                  </a:extLst>
                </p14:cNvPr>
                <p14:cNvContentPartPr/>
                <p14:nvPr/>
              </p14:nvContentPartPr>
              <p14:xfrm>
                <a:off x="825260" y="2512187"/>
                <a:ext cx="10080" cy="116640"/>
              </p14:xfrm>
            </p:contentPart>
          </mc:Choice>
          <mc:Fallback>
            <p:pic>
              <p:nvPicPr>
                <p:cNvPr id="25" name="Ink 24">
                  <a:extLst>
                    <a:ext uri="{FF2B5EF4-FFF2-40B4-BE49-F238E27FC236}">
                      <a16:creationId xmlns:a16="http://schemas.microsoft.com/office/drawing/2014/main" id="{97E60FB4-BC18-4645-A63E-5E01D5135924}"/>
                    </a:ext>
                  </a:extLst>
                </p:cNvPr>
                <p:cNvPicPr/>
                <p:nvPr/>
              </p:nvPicPr>
              <p:blipFill>
                <a:blip r:embed="rId45"/>
                <a:stretch>
                  <a:fillRect/>
                </a:stretch>
              </p:blipFill>
              <p:spPr>
                <a:xfrm>
                  <a:off x="816260" y="2503187"/>
                  <a:ext cx="27720" cy="134280"/>
                </a:xfrm>
                <a:prstGeom prst="rect">
                  <a:avLst/>
                </a:prstGeom>
              </p:spPr>
            </p:pic>
          </mc:Fallback>
        </mc:AlternateContent>
        <mc:AlternateContent xmlns:mc="http://schemas.openxmlformats.org/markup-compatibility/2006">
          <mc:Choice xmlns:p14="http://schemas.microsoft.com/office/powerpoint/2010/main" Requires="p14">
            <p:contentPart p14:bwMode="auto" r:id="rId46">
              <p14:nvContentPartPr>
                <p14:cNvPr id="26" name="Ink 25">
                  <a:extLst>
                    <a:ext uri="{FF2B5EF4-FFF2-40B4-BE49-F238E27FC236}">
                      <a16:creationId xmlns:a16="http://schemas.microsoft.com/office/drawing/2014/main" id="{09ABA8E6-AC79-93D6-3FD4-D48D29023B0C}"/>
                    </a:ext>
                  </a:extLst>
                </p14:cNvPr>
                <p14:cNvContentPartPr/>
                <p14:nvPr/>
              </p14:nvContentPartPr>
              <p14:xfrm>
                <a:off x="821300" y="2424347"/>
                <a:ext cx="110520" cy="141120"/>
              </p14:xfrm>
            </p:contentPart>
          </mc:Choice>
          <mc:Fallback>
            <p:pic>
              <p:nvPicPr>
                <p:cNvPr id="26" name="Ink 25">
                  <a:extLst>
                    <a:ext uri="{FF2B5EF4-FFF2-40B4-BE49-F238E27FC236}">
                      <a16:creationId xmlns:a16="http://schemas.microsoft.com/office/drawing/2014/main" id="{09ABA8E6-AC79-93D6-3FD4-D48D29023B0C}"/>
                    </a:ext>
                  </a:extLst>
                </p:cNvPr>
                <p:cNvPicPr/>
                <p:nvPr/>
              </p:nvPicPr>
              <p:blipFill>
                <a:blip r:embed="rId47"/>
                <a:stretch>
                  <a:fillRect/>
                </a:stretch>
              </p:blipFill>
              <p:spPr>
                <a:xfrm>
                  <a:off x="812660" y="2415707"/>
                  <a:ext cx="128160" cy="158760"/>
                </a:xfrm>
                <a:prstGeom prst="rect">
                  <a:avLst/>
                </a:prstGeom>
              </p:spPr>
            </p:pic>
          </mc:Fallback>
        </mc:AlternateContent>
        <mc:AlternateContent xmlns:mc="http://schemas.openxmlformats.org/markup-compatibility/2006">
          <mc:Choice xmlns:p14="http://schemas.microsoft.com/office/powerpoint/2010/main" Requires="p14">
            <p:contentPart p14:bwMode="auto" r:id="rId48">
              <p14:nvContentPartPr>
                <p14:cNvPr id="27" name="Ink 26">
                  <a:extLst>
                    <a:ext uri="{FF2B5EF4-FFF2-40B4-BE49-F238E27FC236}">
                      <a16:creationId xmlns:a16="http://schemas.microsoft.com/office/drawing/2014/main" id="{ABE7758E-3A78-8F7B-3571-6F54DEF5D607}"/>
                    </a:ext>
                  </a:extLst>
                </p14:cNvPr>
                <p14:cNvContentPartPr/>
                <p14:nvPr/>
              </p14:nvContentPartPr>
              <p14:xfrm>
                <a:off x="977540" y="2471507"/>
                <a:ext cx="89280" cy="144000"/>
              </p14:xfrm>
            </p:contentPart>
          </mc:Choice>
          <mc:Fallback>
            <p:pic>
              <p:nvPicPr>
                <p:cNvPr id="27" name="Ink 26">
                  <a:extLst>
                    <a:ext uri="{FF2B5EF4-FFF2-40B4-BE49-F238E27FC236}">
                      <a16:creationId xmlns:a16="http://schemas.microsoft.com/office/drawing/2014/main" id="{ABE7758E-3A78-8F7B-3571-6F54DEF5D607}"/>
                    </a:ext>
                  </a:extLst>
                </p:cNvPr>
                <p:cNvPicPr/>
                <p:nvPr/>
              </p:nvPicPr>
              <p:blipFill>
                <a:blip r:embed="rId49"/>
                <a:stretch>
                  <a:fillRect/>
                </a:stretch>
              </p:blipFill>
              <p:spPr>
                <a:xfrm>
                  <a:off x="968900" y="2462867"/>
                  <a:ext cx="106920" cy="161640"/>
                </a:xfrm>
                <a:prstGeom prst="rect">
                  <a:avLst/>
                </a:prstGeom>
              </p:spPr>
            </p:pic>
          </mc:Fallback>
        </mc:AlternateContent>
        <mc:AlternateContent xmlns:mc="http://schemas.openxmlformats.org/markup-compatibility/2006">
          <mc:Choice xmlns:p14="http://schemas.microsoft.com/office/powerpoint/2010/main" Requires="p14">
            <p:contentPart p14:bwMode="auto" r:id="rId50">
              <p14:nvContentPartPr>
                <p14:cNvPr id="29" name="Ink 28">
                  <a:extLst>
                    <a:ext uri="{FF2B5EF4-FFF2-40B4-BE49-F238E27FC236}">
                      <a16:creationId xmlns:a16="http://schemas.microsoft.com/office/drawing/2014/main" id="{BF4C4821-D133-EC4A-AE8C-E61747AFDB16}"/>
                    </a:ext>
                  </a:extLst>
                </p14:cNvPr>
                <p14:cNvContentPartPr/>
                <p14:nvPr/>
              </p14:nvContentPartPr>
              <p14:xfrm>
                <a:off x="1489820" y="1219067"/>
                <a:ext cx="17280" cy="118080"/>
              </p14:xfrm>
            </p:contentPart>
          </mc:Choice>
          <mc:Fallback>
            <p:pic>
              <p:nvPicPr>
                <p:cNvPr id="29" name="Ink 28">
                  <a:extLst>
                    <a:ext uri="{FF2B5EF4-FFF2-40B4-BE49-F238E27FC236}">
                      <a16:creationId xmlns:a16="http://schemas.microsoft.com/office/drawing/2014/main" id="{BF4C4821-D133-EC4A-AE8C-E61747AFDB16}"/>
                    </a:ext>
                  </a:extLst>
                </p:cNvPr>
                <p:cNvPicPr/>
                <p:nvPr/>
              </p:nvPicPr>
              <p:blipFill>
                <a:blip r:embed="rId51"/>
                <a:stretch>
                  <a:fillRect/>
                </a:stretch>
              </p:blipFill>
              <p:spPr>
                <a:xfrm>
                  <a:off x="1481180" y="1210067"/>
                  <a:ext cx="34920" cy="135720"/>
                </a:xfrm>
                <a:prstGeom prst="rect">
                  <a:avLst/>
                </a:prstGeom>
              </p:spPr>
            </p:pic>
          </mc:Fallback>
        </mc:AlternateContent>
        <mc:AlternateContent xmlns:mc="http://schemas.openxmlformats.org/markup-compatibility/2006">
          <mc:Choice xmlns:p14="http://schemas.microsoft.com/office/powerpoint/2010/main" Requires="p14">
            <p:contentPart p14:bwMode="auto" r:id="rId52">
              <p14:nvContentPartPr>
                <p14:cNvPr id="30" name="Ink 29">
                  <a:extLst>
                    <a:ext uri="{FF2B5EF4-FFF2-40B4-BE49-F238E27FC236}">
                      <a16:creationId xmlns:a16="http://schemas.microsoft.com/office/drawing/2014/main" id="{A58962DE-E21F-3306-E4CE-A9C47E082F89}"/>
                    </a:ext>
                  </a:extLst>
                </p14:cNvPr>
                <p14:cNvContentPartPr/>
                <p14:nvPr/>
              </p14:nvContentPartPr>
              <p14:xfrm>
                <a:off x="1477580" y="1184867"/>
                <a:ext cx="99720" cy="86040"/>
              </p14:xfrm>
            </p:contentPart>
          </mc:Choice>
          <mc:Fallback>
            <p:pic>
              <p:nvPicPr>
                <p:cNvPr id="30" name="Ink 29">
                  <a:extLst>
                    <a:ext uri="{FF2B5EF4-FFF2-40B4-BE49-F238E27FC236}">
                      <a16:creationId xmlns:a16="http://schemas.microsoft.com/office/drawing/2014/main" id="{A58962DE-E21F-3306-E4CE-A9C47E082F89}"/>
                    </a:ext>
                  </a:extLst>
                </p:cNvPr>
                <p:cNvPicPr/>
                <p:nvPr/>
              </p:nvPicPr>
              <p:blipFill>
                <a:blip r:embed="rId53"/>
                <a:stretch>
                  <a:fillRect/>
                </a:stretch>
              </p:blipFill>
              <p:spPr>
                <a:xfrm>
                  <a:off x="1468940" y="1176227"/>
                  <a:ext cx="117360" cy="103680"/>
                </a:xfrm>
                <a:prstGeom prst="rect">
                  <a:avLst/>
                </a:prstGeom>
              </p:spPr>
            </p:pic>
          </mc:Fallback>
        </mc:AlternateContent>
        <mc:AlternateContent xmlns:mc="http://schemas.openxmlformats.org/markup-compatibility/2006">
          <mc:Choice xmlns:p14="http://schemas.microsoft.com/office/powerpoint/2010/main" Requires="p14">
            <p:contentPart p14:bwMode="auto" r:id="rId54">
              <p14:nvContentPartPr>
                <p14:cNvPr id="31" name="Ink 30">
                  <a:extLst>
                    <a:ext uri="{FF2B5EF4-FFF2-40B4-BE49-F238E27FC236}">
                      <a16:creationId xmlns:a16="http://schemas.microsoft.com/office/drawing/2014/main" id="{FA6F19F1-8455-ABA2-6ECE-45787BED055D}"/>
                    </a:ext>
                  </a:extLst>
                </p14:cNvPr>
                <p14:cNvContentPartPr/>
                <p14:nvPr/>
              </p14:nvContentPartPr>
              <p14:xfrm>
                <a:off x="1587380" y="1237427"/>
                <a:ext cx="82440" cy="75240"/>
              </p14:xfrm>
            </p:contentPart>
          </mc:Choice>
          <mc:Fallback>
            <p:pic>
              <p:nvPicPr>
                <p:cNvPr id="31" name="Ink 30">
                  <a:extLst>
                    <a:ext uri="{FF2B5EF4-FFF2-40B4-BE49-F238E27FC236}">
                      <a16:creationId xmlns:a16="http://schemas.microsoft.com/office/drawing/2014/main" id="{FA6F19F1-8455-ABA2-6ECE-45787BED055D}"/>
                    </a:ext>
                  </a:extLst>
                </p:cNvPr>
                <p:cNvPicPr/>
                <p:nvPr/>
              </p:nvPicPr>
              <p:blipFill>
                <a:blip r:embed="rId55"/>
                <a:stretch>
                  <a:fillRect/>
                </a:stretch>
              </p:blipFill>
              <p:spPr>
                <a:xfrm>
                  <a:off x="1578380" y="1228787"/>
                  <a:ext cx="100080" cy="92880"/>
                </a:xfrm>
                <a:prstGeom prst="rect">
                  <a:avLst/>
                </a:prstGeom>
              </p:spPr>
            </p:pic>
          </mc:Fallback>
        </mc:AlternateContent>
        <mc:AlternateContent xmlns:mc="http://schemas.openxmlformats.org/markup-compatibility/2006">
          <mc:Choice xmlns:p14="http://schemas.microsoft.com/office/powerpoint/2010/main" Requires="p14">
            <p:contentPart p14:bwMode="auto" r:id="rId56">
              <p14:nvContentPartPr>
                <p14:cNvPr id="32" name="Ink 31">
                  <a:extLst>
                    <a:ext uri="{FF2B5EF4-FFF2-40B4-BE49-F238E27FC236}">
                      <a16:creationId xmlns:a16="http://schemas.microsoft.com/office/drawing/2014/main" id="{8853BF36-15C9-B665-610F-4B1280EEBA19}"/>
                    </a:ext>
                  </a:extLst>
                </p14:cNvPr>
                <p14:cNvContentPartPr/>
                <p14:nvPr/>
              </p14:nvContentPartPr>
              <p14:xfrm>
                <a:off x="1669100" y="1155347"/>
                <a:ext cx="20520" cy="9000"/>
              </p14:xfrm>
            </p:contentPart>
          </mc:Choice>
          <mc:Fallback>
            <p:pic>
              <p:nvPicPr>
                <p:cNvPr id="32" name="Ink 31">
                  <a:extLst>
                    <a:ext uri="{FF2B5EF4-FFF2-40B4-BE49-F238E27FC236}">
                      <a16:creationId xmlns:a16="http://schemas.microsoft.com/office/drawing/2014/main" id="{8853BF36-15C9-B665-610F-4B1280EEBA19}"/>
                    </a:ext>
                  </a:extLst>
                </p:cNvPr>
                <p:cNvPicPr/>
                <p:nvPr/>
              </p:nvPicPr>
              <p:blipFill>
                <a:blip r:embed="rId57"/>
                <a:stretch>
                  <a:fillRect/>
                </a:stretch>
              </p:blipFill>
              <p:spPr>
                <a:xfrm>
                  <a:off x="1660100" y="1146707"/>
                  <a:ext cx="38160" cy="26640"/>
                </a:xfrm>
                <a:prstGeom prst="rect">
                  <a:avLst/>
                </a:prstGeom>
              </p:spPr>
            </p:pic>
          </mc:Fallback>
        </mc:AlternateContent>
        <mc:AlternateContent xmlns:mc="http://schemas.openxmlformats.org/markup-compatibility/2006">
          <mc:Choice xmlns:p14="http://schemas.microsoft.com/office/powerpoint/2010/main" Requires="p14">
            <p:contentPart p14:bwMode="auto" r:id="rId58">
              <p14:nvContentPartPr>
                <p14:cNvPr id="33" name="Ink 32">
                  <a:extLst>
                    <a:ext uri="{FF2B5EF4-FFF2-40B4-BE49-F238E27FC236}">
                      <a16:creationId xmlns:a16="http://schemas.microsoft.com/office/drawing/2014/main" id="{E75C10FA-5DAF-1332-3ED3-84A10BBCD32C}"/>
                    </a:ext>
                  </a:extLst>
                </p14:cNvPr>
                <p14:cNvContentPartPr/>
                <p14:nvPr/>
              </p14:nvContentPartPr>
              <p14:xfrm>
                <a:off x="1727420" y="1225907"/>
                <a:ext cx="25200" cy="78480"/>
              </p14:xfrm>
            </p:contentPart>
          </mc:Choice>
          <mc:Fallback>
            <p:pic>
              <p:nvPicPr>
                <p:cNvPr id="33" name="Ink 32">
                  <a:extLst>
                    <a:ext uri="{FF2B5EF4-FFF2-40B4-BE49-F238E27FC236}">
                      <a16:creationId xmlns:a16="http://schemas.microsoft.com/office/drawing/2014/main" id="{E75C10FA-5DAF-1332-3ED3-84A10BBCD32C}"/>
                    </a:ext>
                  </a:extLst>
                </p:cNvPr>
                <p:cNvPicPr/>
                <p:nvPr/>
              </p:nvPicPr>
              <p:blipFill>
                <a:blip r:embed="rId59"/>
                <a:stretch>
                  <a:fillRect/>
                </a:stretch>
              </p:blipFill>
              <p:spPr>
                <a:xfrm>
                  <a:off x="1718420" y="1216907"/>
                  <a:ext cx="42840" cy="96120"/>
                </a:xfrm>
                <a:prstGeom prst="rect">
                  <a:avLst/>
                </a:prstGeom>
              </p:spPr>
            </p:pic>
          </mc:Fallback>
        </mc:AlternateContent>
        <mc:AlternateContent xmlns:mc="http://schemas.openxmlformats.org/markup-compatibility/2006">
          <mc:Choice xmlns:p14="http://schemas.microsoft.com/office/powerpoint/2010/main" Requires="p14">
            <p:contentPart p14:bwMode="auto" r:id="rId60">
              <p14:nvContentPartPr>
                <p14:cNvPr id="34" name="Ink 33">
                  <a:extLst>
                    <a:ext uri="{FF2B5EF4-FFF2-40B4-BE49-F238E27FC236}">
                      <a16:creationId xmlns:a16="http://schemas.microsoft.com/office/drawing/2014/main" id="{BB71922F-2801-64F1-66B1-C10FBA0AA4E8}"/>
                    </a:ext>
                  </a:extLst>
                </p14:cNvPr>
                <p14:cNvContentPartPr/>
                <p14:nvPr/>
              </p14:nvContentPartPr>
              <p14:xfrm>
                <a:off x="1796900" y="1229147"/>
                <a:ext cx="75960" cy="96120"/>
              </p14:xfrm>
            </p:contentPart>
          </mc:Choice>
          <mc:Fallback>
            <p:pic>
              <p:nvPicPr>
                <p:cNvPr id="34" name="Ink 33">
                  <a:extLst>
                    <a:ext uri="{FF2B5EF4-FFF2-40B4-BE49-F238E27FC236}">
                      <a16:creationId xmlns:a16="http://schemas.microsoft.com/office/drawing/2014/main" id="{BB71922F-2801-64F1-66B1-C10FBA0AA4E8}"/>
                    </a:ext>
                  </a:extLst>
                </p:cNvPr>
                <p:cNvPicPr/>
                <p:nvPr/>
              </p:nvPicPr>
              <p:blipFill>
                <a:blip r:embed="rId61"/>
                <a:stretch>
                  <a:fillRect/>
                </a:stretch>
              </p:blipFill>
              <p:spPr>
                <a:xfrm>
                  <a:off x="1787900" y="1220147"/>
                  <a:ext cx="93600" cy="113760"/>
                </a:xfrm>
                <a:prstGeom prst="rect">
                  <a:avLst/>
                </a:prstGeom>
              </p:spPr>
            </p:pic>
          </mc:Fallback>
        </mc:AlternateContent>
        <mc:AlternateContent xmlns:mc="http://schemas.openxmlformats.org/markup-compatibility/2006">
          <mc:Choice xmlns:p14="http://schemas.microsoft.com/office/powerpoint/2010/main" Requires="p14">
            <p:contentPart p14:bwMode="auto" r:id="rId62">
              <p14:nvContentPartPr>
                <p14:cNvPr id="40" name="Ink 39">
                  <a:extLst>
                    <a:ext uri="{FF2B5EF4-FFF2-40B4-BE49-F238E27FC236}">
                      <a16:creationId xmlns:a16="http://schemas.microsoft.com/office/drawing/2014/main" id="{71ADA900-4F8A-18DA-4145-6E539906873C}"/>
                    </a:ext>
                  </a:extLst>
                </p14:cNvPr>
                <p14:cNvContentPartPr/>
                <p14:nvPr/>
              </p14:nvContentPartPr>
              <p14:xfrm>
                <a:off x="1607900" y="1476467"/>
                <a:ext cx="17640" cy="87480"/>
              </p14:xfrm>
            </p:contentPart>
          </mc:Choice>
          <mc:Fallback>
            <p:pic>
              <p:nvPicPr>
                <p:cNvPr id="40" name="Ink 39">
                  <a:extLst>
                    <a:ext uri="{FF2B5EF4-FFF2-40B4-BE49-F238E27FC236}">
                      <a16:creationId xmlns:a16="http://schemas.microsoft.com/office/drawing/2014/main" id="{71ADA900-4F8A-18DA-4145-6E539906873C}"/>
                    </a:ext>
                  </a:extLst>
                </p:cNvPr>
                <p:cNvPicPr/>
                <p:nvPr/>
              </p:nvPicPr>
              <p:blipFill>
                <a:blip r:embed="rId63"/>
                <a:stretch>
                  <a:fillRect/>
                </a:stretch>
              </p:blipFill>
              <p:spPr>
                <a:xfrm>
                  <a:off x="1599260" y="1467467"/>
                  <a:ext cx="35280" cy="105120"/>
                </a:xfrm>
                <a:prstGeom prst="rect">
                  <a:avLst/>
                </a:prstGeom>
              </p:spPr>
            </p:pic>
          </mc:Fallback>
        </mc:AlternateContent>
        <mc:AlternateContent xmlns:mc="http://schemas.openxmlformats.org/markup-compatibility/2006">
          <mc:Choice xmlns:p14="http://schemas.microsoft.com/office/powerpoint/2010/main" Requires="p14">
            <p:contentPart p14:bwMode="auto" r:id="rId64">
              <p14:nvContentPartPr>
                <p14:cNvPr id="41" name="Ink 40">
                  <a:extLst>
                    <a:ext uri="{FF2B5EF4-FFF2-40B4-BE49-F238E27FC236}">
                      <a16:creationId xmlns:a16="http://schemas.microsoft.com/office/drawing/2014/main" id="{990353A1-F85D-3D3C-6DD4-59753F6685E4}"/>
                    </a:ext>
                  </a:extLst>
                </p14:cNvPr>
                <p14:cNvContentPartPr/>
                <p14:nvPr/>
              </p14:nvContentPartPr>
              <p14:xfrm>
                <a:off x="1671980" y="1499147"/>
                <a:ext cx="62280" cy="64800"/>
              </p14:xfrm>
            </p:contentPart>
          </mc:Choice>
          <mc:Fallback>
            <p:pic>
              <p:nvPicPr>
                <p:cNvPr id="41" name="Ink 40">
                  <a:extLst>
                    <a:ext uri="{FF2B5EF4-FFF2-40B4-BE49-F238E27FC236}">
                      <a16:creationId xmlns:a16="http://schemas.microsoft.com/office/drawing/2014/main" id="{990353A1-F85D-3D3C-6DD4-59753F6685E4}"/>
                    </a:ext>
                  </a:extLst>
                </p:cNvPr>
                <p:cNvPicPr/>
                <p:nvPr/>
              </p:nvPicPr>
              <p:blipFill>
                <a:blip r:embed="rId65"/>
                <a:stretch>
                  <a:fillRect/>
                </a:stretch>
              </p:blipFill>
              <p:spPr>
                <a:xfrm>
                  <a:off x="1662980" y="1490147"/>
                  <a:ext cx="79920" cy="82440"/>
                </a:xfrm>
                <a:prstGeom prst="rect">
                  <a:avLst/>
                </a:prstGeom>
              </p:spPr>
            </p:pic>
          </mc:Fallback>
        </mc:AlternateContent>
        <mc:AlternateContent xmlns:mc="http://schemas.openxmlformats.org/markup-compatibility/2006">
          <mc:Choice xmlns:p14="http://schemas.microsoft.com/office/powerpoint/2010/main" Requires="p14">
            <p:contentPart p14:bwMode="auto" r:id="rId66">
              <p14:nvContentPartPr>
                <p14:cNvPr id="35" name="Ink 34">
                  <a:extLst>
                    <a:ext uri="{FF2B5EF4-FFF2-40B4-BE49-F238E27FC236}">
                      <a16:creationId xmlns:a16="http://schemas.microsoft.com/office/drawing/2014/main" id="{45F33F29-26E3-F20A-958F-DD1D5E5057D1}"/>
                    </a:ext>
                  </a:extLst>
                </p14:cNvPr>
                <p14:cNvContentPartPr/>
                <p14:nvPr/>
              </p14:nvContentPartPr>
              <p14:xfrm>
                <a:off x="2312060" y="1210427"/>
                <a:ext cx="100440" cy="130680"/>
              </p14:xfrm>
            </p:contentPart>
          </mc:Choice>
          <mc:Fallback>
            <p:pic>
              <p:nvPicPr>
                <p:cNvPr id="35" name="Ink 34">
                  <a:extLst>
                    <a:ext uri="{FF2B5EF4-FFF2-40B4-BE49-F238E27FC236}">
                      <a16:creationId xmlns:a16="http://schemas.microsoft.com/office/drawing/2014/main" id="{45F33F29-26E3-F20A-958F-DD1D5E5057D1}"/>
                    </a:ext>
                  </a:extLst>
                </p:cNvPr>
                <p:cNvPicPr/>
                <p:nvPr/>
              </p:nvPicPr>
              <p:blipFill>
                <a:blip r:embed="rId67"/>
                <a:stretch>
                  <a:fillRect/>
                </a:stretch>
              </p:blipFill>
              <p:spPr>
                <a:xfrm>
                  <a:off x="2303060" y="1201427"/>
                  <a:ext cx="118080" cy="148320"/>
                </a:xfrm>
                <a:prstGeom prst="rect">
                  <a:avLst/>
                </a:prstGeom>
              </p:spPr>
            </p:pic>
          </mc:Fallback>
        </mc:AlternateContent>
        <mc:AlternateContent xmlns:mc="http://schemas.openxmlformats.org/markup-compatibility/2006">
          <mc:Choice xmlns:p14="http://schemas.microsoft.com/office/powerpoint/2010/main" Requires="p14">
            <p:contentPart p14:bwMode="auto" r:id="rId68">
              <p14:nvContentPartPr>
                <p14:cNvPr id="36" name="Ink 35">
                  <a:extLst>
                    <a:ext uri="{FF2B5EF4-FFF2-40B4-BE49-F238E27FC236}">
                      <a16:creationId xmlns:a16="http://schemas.microsoft.com/office/drawing/2014/main" id="{75AD1B48-79E4-BB54-C22E-8C5D4E261C22}"/>
                    </a:ext>
                  </a:extLst>
                </p14:cNvPr>
                <p14:cNvContentPartPr/>
                <p14:nvPr/>
              </p14:nvContentPartPr>
              <p14:xfrm>
                <a:off x="2459300" y="1169747"/>
                <a:ext cx="21960" cy="144000"/>
              </p14:xfrm>
            </p:contentPart>
          </mc:Choice>
          <mc:Fallback>
            <p:pic>
              <p:nvPicPr>
                <p:cNvPr id="36" name="Ink 35">
                  <a:extLst>
                    <a:ext uri="{FF2B5EF4-FFF2-40B4-BE49-F238E27FC236}">
                      <a16:creationId xmlns:a16="http://schemas.microsoft.com/office/drawing/2014/main" id="{75AD1B48-79E4-BB54-C22E-8C5D4E261C22}"/>
                    </a:ext>
                  </a:extLst>
                </p:cNvPr>
                <p:cNvPicPr/>
                <p:nvPr/>
              </p:nvPicPr>
              <p:blipFill>
                <a:blip r:embed="rId69"/>
                <a:stretch>
                  <a:fillRect/>
                </a:stretch>
              </p:blipFill>
              <p:spPr>
                <a:xfrm>
                  <a:off x="2450300" y="1160747"/>
                  <a:ext cx="39600" cy="161640"/>
                </a:xfrm>
                <a:prstGeom prst="rect">
                  <a:avLst/>
                </a:prstGeom>
              </p:spPr>
            </p:pic>
          </mc:Fallback>
        </mc:AlternateContent>
        <mc:AlternateContent xmlns:mc="http://schemas.openxmlformats.org/markup-compatibility/2006">
          <mc:Choice xmlns:p14="http://schemas.microsoft.com/office/powerpoint/2010/main" Requires="p14">
            <p:contentPart p14:bwMode="auto" r:id="rId70">
              <p14:nvContentPartPr>
                <p14:cNvPr id="37" name="Ink 36">
                  <a:extLst>
                    <a:ext uri="{FF2B5EF4-FFF2-40B4-BE49-F238E27FC236}">
                      <a16:creationId xmlns:a16="http://schemas.microsoft.com/office/drawing/2014/main" id="{9435D8EA-7C4D-EE62-E86C-DEE65DB68D53}"/>
                    </a:ext>
                  </a:extLst>
                </p14:cNvPr>
                <p14:cNvContentPartPr/>
                <p14:nvPr/>
              </p14:nvContentPartPr>
              <p14:xfrm>
                <a:off x="2447420" y="1232027"/>
                <a:ext cx="187560" cy="141120"/>
              </p14:xfrm>
            </p:contentPart>
          </mc:Choice>
          <mc:Fallback>
            <p:pic>
              <p:nvPicPr>
                <p:cNvPr id="37" name="Ink 36">
                  <a:extLst>
                    <a:ext uri="{FF2B5EF4-FFF2-40B4-BE49-F238E27FC236}">
                      <a16:creationId xmlns:a16="http://schemas.microsoft.com/office/drawing/2014/main" id="{9435D8EA-7C4D-EE62-E86C-DEE65DB68D53}"/>
                    </a:ext>
                  </a:extLst>
                </p:cNvPr>
                <p:cNvPicPr/>
                <p:nvPr/>
              </p:nvPicPr>
              <p:blipFill>
                <a:blip r:embed="rId71"/>
                <a:stretch>
                  <a:fillRect/>
                </a:stretch>
              </p:blipFill>
              <p:spPr>
                <a:xfrm>
                  <a:off x="2438420" y="1223387"/>
                  <a:ext cx="205200" cy="158760"/>
                </a:xfrm>
                <a:prstGeom prst="rect">
                  <a:avLst/>
                </a:prstGeom>
              </p:spPr>
            </p:pic>
          </mc:Fallback>
        </mc:AlternateContent>
        <mc:AlternateContent xmlns:mc="http://schemas.openxmlformats.org/markup-compatibility/2006">
          <mc:Choice xmlns:p14="http://schemas.microsoft.com/office/powerpoint/2010/main" Requires="p14">
            <p:contentPart p14:bwMode="auto" r:id="rId72">
              <p14:nvContentPartPr>
                <p14:cNvPr id="43" name="Ink 42">
                  <a:extLst>
                    <a:ext uri="{FF2B5EF4-FFF2-40B4-BE49-F238E27FC236}">
                      <a16:creationId xmlns:a16="http://schemas.microsoft.com/office/drawing/2014/main" id="{73F0451F-AE82-0520-AB95-E2C2E6FCBA54}"/>
                    </a:ext>
                  </a:extLst>
                </p14:cNvPr>
                <p14:cNvContentPartPr/>
                <p14:nvPr/>
              </p14:nvContentPartPr>
              <p14:xfrm>
                <a:off x="2387300" y="1494467"/>
                <a:ext cx="121320" cy="89640"/>
              </p14:xfrm>
            </p:contentPart>
          </mc:Choice>
          <mc:Fallback>
            <p:pic>
              <p:nvPicPr>
                <p:cNvPr id="43" name="Ink 42">
                  <a:extLst>
                    <a:ext uri="{FF2B5EF4-FFF2-40B4-BE49-F238E27FC236}">
                      <a16:creationId xmlns:a16="http://schemas.microsoft.com/office/drawing/2014/main" id="{73F0451F-AE82-0520-AB95-E2C2E6FCBA54}"/>
                    </a:ext>
                  </a:extLst>
                </p:cNvPr>
                <p:cNvPicPr/>
                <p:nvPr/>
              </p:nvPicPr>
              <p:blipFill>
                <a:blip r:embed="rId73"/>
                <a:stretch>
                  <a:fillRect/>
                </a:stretch>
              </p:blipFill>
              <p:spPr>
                <a:xfrm>
                  <a:off x="2378300" y="1485827"/>
                  <a:ext cx="138960" cy="107280"/>
                </a:xfrm>
                <a:prstGeom prst="rect">
                  <a:avLst/>
                </a:prstGeom>
              </p:spPr>
            </p:pic>
          </mc:Fallback>
        </mc:AlternateContent>
        <mc:AlternateContent xmlns:mc="http://schemas.openxmlformats.org/markup-compatibility/2006">
          <mc:Choice xmlns:p14="http://schemas.microsoft.com/office/powerpoint/2010/main" Requires="p14">
            <p:contentPart p14:bwMode="auto" r:id="rId74">
              <p14:nvContentPartPr>
                <p14:cNvPr id="45" name="Ink 44">
                  <a:extLst>
                    <a:ext uri="{FF2B5EF4-FFF2-40B4-BE49-F238E27FC236}">
                      <a16:creationId xmlns:a16="http://schemas.microsoft.com/office/drawing/2014/main" id="{1FD56B6E-6396-DF18-061D-7803C1B86220}"/>
                    </a:ext>
                  </a:extLst>
                </p14:cNvPr>
                <p14:cNvContentPartPr/>
                <p14:nvPr/>
              </p14:nvContentPartPr>
              <p14:xfrm>
                <a:off x="1616900" y="1774187"/>
                <a:ext cx="14760" cy="108720"/>
              </p14:xfrm>
            </p:contentPart>
          </mc:Choice>
          <mc:Fallback>
            <p:pic>
              <p:nvPicPr>
                <p:cNvPr id="45" name="Ink 44">
                  <a:extLst>
                    <a:ext uri="{FF2B5EF4-FFF2-40B4-BE49-F238E27FC236}">
                      <a16:creationId xmlns:a16="http://schemas.microsoft.com/office/drawing/2014/main" id="{1FD56B6E-6396-DF18-061D-7803C1B86220}"/>
                    </a:ext>
                  </a:extLst>
                </p:cNvPr>
                <p:cNvPicPr/>
                <p:nvPr/>
              </p:nvPicPr>
              <p:blipFill>
                <a:blip r:embed="rId75"/>
                <a:stretch>
                  <a:fillRect/>
                </a:stretch>
              </p:blipFill>
              <p:spPr>
                <a:xfrm>
                  <a:off x="1608260" y="1765547"/>
                  <a:ext cx="32400" cy="126360"/>
                </a:xfrm>
                <a:prstGeom prst="rect">
                  <a:avLst/>
                </a:prstGeom>
              </p:spPr>
            </p:pic>
          </mc:Fallback>
        </mc:AlternateContent>
        <mc:AlternateContent xmlns:mc="http://schemas.openxmlformats.org/markup-compatibility/2006">
          <mc:Choice xmlns:p14="http://schemas.microsoft.com/office/powerpoint/2010/main" Requires="p14">
            <p:contentPart p14:bwMode="auto" r:id="rId76">
              <p14:nvContentPartPr>
                <p14:cNvPr id="46" name="Ink 45">
                  <a:extLst>
                    <a:ext uri="{FF2B5EF4-FFF2-40B4-BE49-F238E27FC236}">
                      <a16:creationId xmlns:a16="http://schemas.microsoft.com/office/drawing/2014/main" id="{0F4032D6-4D03-DFBA-27AA-AA852FE91802}"/>
                    </a:ext>
                  </a:extLst>
                </p14:cNvPr>
                <p14:cNvContentPartPr/>
                <p14:nvPr/>
              </p14:nvContentPartPr>
              <p14:xfrm>
                <a:off x="1685300" y="1788947"/>
                <a:ext cx="51840" cy="83520"/>
              </p14:xfrm>
            </p:contentPart>
          </mc:Choice>
          <mc:Fallback>
            <p:pic>
              <p:nvPicPr>
                <p:cNvPr id="46" name="Ink 45">
                  <a:extLst>
                    <a:ext uri="{FF2B5EF4-FFF2-40B4-BE49-F238E27FC236}">
                      <a16:creationId xmlns:a16="http://schemas.microsoft.com/office/drawing/2014/main" id="{0F4032D6-4D03-DFBA-27AA-AA852FE91802}"/>
                    </a:ext>
                  </a:extLst>
                </p:cNvPr>
                <p:cNvPicPr/>
                <p:nvPr/>
              </p:nvPicPr>
              <p:blipFill>
                <a:blip r:embed="rId77"/>
                <a:stretch>
                  <a:fillRect/>
                </a:stretch>
              </p:blipFill>
              <p:spPr>
                <a:xfrm>
                  <a:off x="1676300" y="1779947"/>
                  <a:ext cx="69480" cy="101160"/>
                </a:xfrm>
                <a:prstGeom prst="rect">
                  <a:avLst/>
                </a:prstGeom>
              </p:spPr>
            </p:pic>
          </mc:Fallback>
        </mc:AlternateContent>
        <mc:AlternateContent xmlns:mc="http://schemas.openxmlformats.org/markup-compatibility/2006">
          <mc:Choice xmlns:p14="http://schemas.microsoft.com/office/powerpoint/2010/main" Requires="p14">
            <p:contentPart p14:bwMode="auto" r:id="rId78">
              <p14:nvContentPartPr>
                <p14:cNvPr id="47" name="Ink 46">
                  <a:extLst>
                    <a:ext uri="{FF2B5EF4-FFF2-40B4-BE49-F238E27FC236}">
                      <a16:creationId xmlns:a16="http://schemas.microsoft.com/office/drawing/2014/main" id="{C3590D06-8925-E0BE-C7E5-06DD28456D11}"/>
                    </a:ext>
                  </a:extLst>
                </p14:cNvPr>
                <p14:cNvContentPartPr/>
                <p14:nvPr/>
              </p14:nvContentPartPr>
              <p14:xfrm>
                <a:off x="1705820" y="1773467"/>
                <a:ext cx="56880" cy="25920"/>
              </p14:xfrm>
            </p:contentPart>
          </mc:Choice>
          <mc:Fallback>
            <p:pic>
              <p:nvPicPr>
                <p:cNvPr id="47" name="Ink 46">
                  <a:extLst>
                    <a:ext uri="{FF2B5EF4-FFF2-40B4-BE49-F238E27FC236}">
                      <a16:creationId xmlns:a16="http://schemas.microsoft.com/office/drawing/2014/main" id="{C3590D06-8925-E0BE-C7E5-06DD28456D11}"/>
                    </a:ext>
                  </a:extLst>
                </p:cNvPr>
                <p:cNvPicPr/>
                <p:nvPr/>
              </p:nvPicPr>
              <p:blipFill>
                <a:blip r:embed="rId79"/>
                <a:stretch>
                  <a:fillRect/>
                </a:stretch>
              </p:blipFill>
              <p:spPr>
                <a:xfrm>
                  <a:off x="1696820" y="1764467"/>
                  <a:ext cx="74520" cy="43560"/>
                </a:xfrm>
                <a:prstGeom prst="rect">
                  <a:avLst/>
                </a:prstGeom>
              </p:spPr>
            </p:pic>
          </mc:Fallback>
        </mc:AlternateContent>
        <mc:AlternateContent xmlns:mc="http://schemas.openxmlformats.org/markup-compatibility/2006">
          <mc:Choice xmlns:p14="http://schemas.microsoft.com/office/powerpoint/2010/main" Requires="p14">
            <p:contentPart p14:bwMode="auto" r:id="rId80">
              <p14:nvContentPartPr>
                <p14:cNvPr id="49" name="Ink 48">
                  <a:extLst>
                    <a:ext uri="{FF2B5EF4-FFF2-40B4-BE49-F238E27FC236}">
                      <a16:creationId xmlns:a16="http://schemas.microsoft.com/office/drawing/2014/main" id="{DEB3FD55-BEF8-ACE0-87D8-14A35E8EF69F}"/>
                    </a:ext>
                  </a:extLst>
                </p14:cNvPr>
                <p14:cNvContentPartPr/>
                <p14:nvPr/>
              </p14:nvContentPartPr>
              <p14:xfrm>
                <a:off x="2426900" y="1768787"/>
                <a:ext cx="85320" cy="89280"/>
              </p14:xfrm>
            </p:contentPart>
          </mc:Choice>
          <mc:Fallback>
            <p:pic>
              <p:nvPicPr>
                <p:cNvPr id="49" name="Ink 48">
                  <a:extLst>
                    <a:ext uri="{FF2B5EF4-FFF2-40B4-BE49-F238E27FC236}">
                      <a16:creationId xmlns:a16="http://schemas.microsoft.com/office/drawing/2014/main" id="{DEB3FD55-BEF8-ACE0-87D8-14A35E8EF69F}"/>
                    </a:ext>
                  </a:extLst>
                </p:cNvPr>
                <p:cNvPicPr/>
                <p:nvPr/>
              </p:nvPicPr>
              <p:blipFill>
                <a:blip r:embed="rId81"/>
                <a:stretch>
                  <a:fillRect/>
                </a:stretch>
              </p:blipFill>
              <p:spPr>
                <a:xfrm>
                  <a:off x="2417900" y="1759787"/>
                  <a:ext cx="102960" cy="106920"/>
                </a:xfrm>
                <a:prstGeom prst="rect">
                  <a:avLst/>
                </a:prstGeom>
              </p:spPr>
            </p:pic>
          </mc:Fallback>
        </mc:AlternateContent>
        <mc:AlternateContent xmlns:mc="http://schemas.openxmlformats.org/markup-compatibility/2006">
          <mc:Choice xmlns:p14="http://schemas.microsoft.com/office/powerpoint/2010/main" Requires="p14">
            <p:contentPart p14:bwMode="auto" r:id="rId82">
              <p14:nvContentPartPr>
                <p14:cNvPr id="50" name="Ink 49">
                  <a:extLst>
                    <a:ext uri="{FF2B5EF4-FFF2-40B4-BE49-F238E27FC236}">
                      <a16:creationId xmlns:a16="http://schemas.microsoft.com/office/drawing/2014/main" id="{982C9DE3-6948-332F-A268-C306B9FDBB8B}"/>
                    </a:ext>
                  </a:extLst>
                </p14:cNvPr>
                <p14:cNvContentPartPr/>
                <p14:nvPr/>
              </p14:nvContentPartPr>
              <p14:xfrm>
                <a:off x="1629860" y="2129147"/>
                <a:ext cx="360" cy="101160"/>
              </p14:xfrm>
            </p:contentPart>
          </mc:Choice>
          <mc:Fallback>
            <p:pic>
              <p:nvPicPr>
                <p:cNvPr id="50" name="Ink 49">
                  <a:extLst>
                    <a:ext uri="{FF2B5EF4-FFF2-40B4-BE49-F238E27FC236}">
                      <a16:creationId xmlns:a16="http://schemas.microsoft.com/office/drawing/2014/main" id="{982C9DE3-6948-332F-A268-C306B9FDBB8B}"/>
                    </a:ext>
                  </a:extLst>
                </p:cNvPr>
                <p:cNvPicPr/>
                <p:nvPr/>
              </p:nvPicPr>
              <p:blipFill>
                <a:blip r:embed="rId83"/>
                <a:stretch>
                  <a:fillRect/>
                </a:stretch>
              </p:blipFill>
              <p:spPr>
                <a:xfrm>
                  <a:off x="1620860" y="2120507"/>
                  <a:ext cx="18000" cy="118800"/>
                </a:xfrm>
                <a:prstGeom prst="rect">
                  <a:avLst/>
                </a:prstGeom>
              </p:spPr>
            </p:pic>
          </mc:Fallback>
        </mc:AlternateContent>
        <mc:AlternateContent xmlns:mc="http://schemas.openxmlformats.org/markup-compatibility/2006">
          <mc:Choice xmlns:p14="http://schemas.microsoft.com/office/powerpoint/2010/main" Requires="p14">
            <p:contentPart p14:bwMode="auto" r:id="rId84">
              <p14:nvContentPartPr>
                <p14:cNvPr id="51" name="Ink 50">
                  <a:extLst>
                    <a:ext uri="{FF2B5EF4-FFF2-40B4-BE49-F238E27FC236}">
                      <a16:creationId xmlns:a16="http://schemas.microsoft.com/office/drawing/2014/main" id="{757E5F72-B912-0269-658D-BFF38BABFE27}"/>
                    </a:ext>
                  </a:extLst>
                </p14:cNvPr>
                <p14:cNvContentPartPr/>
                <p14:nvPr/>
              </p14:nvContentPartPr>
              <p14:xfrm>
                <a:off x="1702940" y="2137427"/>
                <a:ext cx="59400" cy="82080"/>
              </p14:xfrm>
            </p:contentPart>
          </mc:Choice>
          <mc:Fallback>
            <p:pic>
              <p:nvPicPr>
                <p:cNvPr id="51" name="Ink 50">
                  <a:extLst>
                    <a:ext uri="{FF2B5EF4-FFF2-40B4-BE49-F238E27FC236}">
                      <a16:creationId xmlns:a16="http://schemas.microsoft.com/office/drawing/2014/main" id="{757E5F72-B912-0269-658D-BFF38BABFE27}"/>
                    </a:ext>
                  </a:extLst>
                </p:cNvPr>
                <p:cNvPicPr/>
                <p:nvPr/>
              </p:nvPicPr>
              <p:blipFill>
                <a:blip r:embed="rId85"/>
                <a:stretch>
                  <a:fillRect/>
                </a:stretch>
              </p:blipFill>
              <p:spPr>
                <a:xfrm>
                  <a:off x="1694300" y="2128787"/>
                  <a:ext cx="77040" cy="99720"/>
                </a:xfrm>
                <a:prstGeom prst="rect">
                  <a:avLst/>
                </a:prstGeom>
              </p:spPr>
            </p:pic>
          </mc:Fallback>
        </mc:AlternateContent>
        <mc:AlternateContent xmlns:mc="http://schemas.openxmlformats.org/markup-compatibility/2006">
          <mc:Choice xmlns:p14="http://schemas.microsoft.com/office/powerpoint/2010/main" Requires="p14">
            <p:contentPart p14:bwMode="auto" r:id="rId86">
              <p14:nvContentPartPr>
                <p14:cNvPr id="53" name="Ink 52">
                  <a:extLst>
                    <a:ext uri="{FF2B5EF4-FFF2-40B4-BE49-F238E27FC236}">
                      <a16:creationId xmlns:a16="http://schemas.microsoft.com/office/drawing/2014/main" id="{6A10DBF3-5D73-5A2E-EB03-D70A94A3456D}"/>
                    </a:ext>
                  </a:extLst>
                </p14:cNvPr>
                <p14:cNvContentPartPr/>
                <p14:nvPr/>
              </p14:nvContentPartPr>
              <p14:xfrm>
                <a:off x="2467580" y="2111507"/>
                <a:ext cx="105840" cy="110880"/>
              </p14:xfrm>
            </p:contentPart>
          </mc:Choice>
          <mc:Fallback>
            <p:pic>
              <p:nvPicPr>
                <p:cNvPr id="53" name="Ink 52">
                  <a:extLst>
                    <a:ext uri="{FF2B5EF4-FFF2-40B4-BE49-F238E27FC236}">
                      <a16:creationId xmlns:a16="http://schemas.microsoft.com/office/drawing/2014/main" id="{6A10DBF3-5D73-5A2E-EB03-D70A94A3456D}"/>
                    </a:ext>
                  </a:extLst>
                </p:cNvPr>
                <p:cNvPicPr/>
                <p:nvPr/>
              </p:nvPicPr>
              <p:blipFill>
                <a:blip r:embed="rId87"/>
                <a:stretch>
                  <a:fillRect/>
                </a:stretch>
              </p:blipFill>
              <p:spPr>
                <a:xfrm>
                  <a:off x="2458940" y="2102507"/>
                  <a:ext cx="123480" cy="128520"/>
                </a:xfrm>
                <a:prstGeom prst="rect">
                  <a:avLst/>
                </a:prstGeom>
              </p:spPr>
            </p:pic>
          </mc:Fallback>
        </mc:AlternateContent>
        <mc:AlternateContent xmlns:mc="http://schemas.openxmlformats.org/markup-compatibility/2006">
          <mc:Choice xmlns:p14="http://schemas.microsoft.com/office/powerpoint/2010/main" Requires="p14">
            <p:contentPart p14:bwMode="auto" r:id="rId88">
              <p14:nvContentPartPr>
                <p14:cNvPr id="54" name="Ink 53">
                  <a:extLst>
                    <a:ext uri="{FF2B5EF4-FFF2-40B4-BE49-F238E27FC236}">
                      <a16:creationId xmlns:a16="http://schemas.microsoft.com/office/drawing/2014/main" id="{D34EEA98-EFF9-8488-B649-EF8E1A3E3885}"/>
                    </a:ext>
                  </a:extLst>
                </p14:cNvPr>
                <p14:cNvContentPartPr/>
                <p14:nvPr/>
              </p14:nvContentPartPr>
              <p14:xfrm>
                <a:off x="1551020" y="2448467"/>
                <a:ext cx="92160" cy="128880"/>
              </p14:xfrm>
            </p:contentPart>
          </mc:Choice>
          <mc:Fallback>
            <p:pic>
              <p:nvPicPr>
                <p:cNvPr id="54" name="Ink 53">
                  <a:extLst>
                    <a:ext uri="{FF2B5EF4-FFF2-40B4-BE49-F238E27FC236}">
                      <a16:creationId xmlns:a16="http://schemas.microsoft.com/office/drawing/2014/main" id="{D34EEA98-EFF9-8488-B649-EF8E1A3E3885}"/>
                    </a:ext>
                  </a:extLst>
                </p:cNvPr>
                <p:cNvPicPr/>
                <p:nvPr/>
              </p:nvPicPr>
              <p:blipFill>
                <a:blip r:embed="rId89"/>
                <a:stretch>
                  <a:fillRect/>
                </a:stretch>
              </p:blipFill>
              <p:spPr>
                <a:xfrm>
                  <a:off x="1542380" y="2439827"/>
                  <a:ext cx="109800" cy="146520"/>
                </a:xfrm>
                <a:prstGeom prst="rect">
                  <a:avLst/>
                </a:prstGeom>
              </p:spPr>
            </p:pic>
          </mc:Fallback>
        </mc:AlternateContent>
        <mc:AlternateContent xmlns:mc="http://schemas.openxmlformats.org/markup-compatibility/2006">
          <mc:Choice xmlns:p14="http://schemas.microsoft.com/office/powerpoint/2010/main" Requires="p14">
            <p:contentPart p14:bwMode="auto" r:id="rId90">
              <p14:nvContentPartPr>
                <p14:cNvPr id="55" name="Ink 54">
                  <a:extLst>
                    <a:ext uri="{FF2B5EF4-FFF2-40B4-BE49-F238E27FC236}">
                      <a16:creationId xmlns:a16="http://schemas.microsoft.com/office/drawing/2014/main" id="{0906A4D6-3A78-5AEA-FF90-C79FA1958BBB}"/>
                    </a:ext>
                  </a:extLst>
                </p14:cNvPr>
                <p14:cNvContentPartPr/>
                <p14:nvPr/>
              </p14:nvContentPartPr>
              <p14:xfrm>
                <a:off x="1697540" y="2504987"/>
                <a:ext cx="53640" cy="53280"/>
              </p14:xfrm>
            </p:contentPart>
          </mc:Choice>
          <mc:Fallback>
            <p:pic>
              <p:nvPicPr>
                <p:cNvPr id="55" name="Ink 54">
                  <a:extLst>
                    <a:ext uri="{FF2B5EF4-FFF2-40B4-BE49-F238E27FC236}">
                      <a16:creationId xmlns:a16="http://schemas.microsoft.com/office/drawing/2014/main" id="{0906A4D6-3A78-5AEA-FF90-C79FA1958BBB}"/>
                    </a:ext>
                  </a:extLst>
                </p:cNvPr>
                <p:cNvPicPr/>
                <p:nvPr/>
              </p:nvPicPr>
              <p:blipFill>
                <a:blip r:embed="rId91"/>
                <a:stretch>
                  <a:fillRect/>
                </a:stretch>
              </p:blipFill>
              <p:spPr>
                <a:xfrm>
                  <a:off x="1688540" y="2496347"/>
                  <a:ext cx="71280" cy="70920"/>
                </a:xfrm>
                <a:prstGeom prst="rect">
                  <a:avLst/>
                </a:prstGeom>
              </p:spPr>
            </p:pic>
          </mc:Fallback>
        </mc:AlternateContent>
        <mc:AlternateContent xmlns:mc="http://schemas.openxmlformats.org/markup-compatibility/2006">
          <mc:Choice xmlns:p14="http://schemas.microsoft.com/office/powerpoint/2010/main" Requires="p14">
            <p:contentPart p14:bwMode="auto" r:id="rId92">
              <p14:nvContentPartPr>
                <p14:cNvPr id="56" name="Ink 55">
                  <a:extLst>
                    <a:ext uri="{FF2B5EF4-FFF2-40B4-BE49-F238E27FC236}">
                      <a16:creationId xmlns:a16="http://schemas.microsoft.com/office/drawing/2014/main" id="{011C3BA7-7D70-A0BE-0062-1D9C0E7D1507}"/>
                    </a:ext>
                  </a:extLst>
                </p14:cNvPr>
                <p14:cNvContentPartPr/>
                <p14:nvPr/>
              </p14:nvContentPartPr>
              <p14:xfrm>
                <a:off x="2543900" y="2458907"/>
                <a:ext cx="17280" cy="68400"/>
              </p14:xfrm>
            </p:contentPart>
          </mc:Choice>
          <mc:Fallback>
            <p:pic>
              <p:nvPicPr>
                <p:cNvPr id="56" name="Ink 55">
                  <a:extLst>
                    <a:ext uri="{FF2B5EF4-FFF2-40B4-BE49-F238E27FC236}">
                      <a16:creationId xmlns:a16="http://schemas.microsoft.com/office/drawing/2014/main" id="{011C3BA7-7D70-A0BE-0062-1D9C0E7D1507}"/>
                    </a:ext>
                  </a:extLst>
                </p:cNvPr>
                <p:cNvPicPr/>
                <p:nvPr/>
              </p:nvPicPr>
              <p:blipFill>
                <a:blip r:embed="rId93"/>
                <a:stretch>
                  <a:fillRect/>
                </a:stretch>
              </p:blipFill>
              <p:spPr>
                <a:xfrm>
                  <a:off x="2534900" y="2449907"/>
                  <a:ext cx="34920" cy="86040"/>
                </a:xfrm>
                <a:prstGeom prst="rect">
                  <a:avLst/>
                </a:prstGeom>
              </p:spPr>
            </p:pic>
          </mc:Fallback>
        </mc:AlternateContent>
        <mc:AlternateContent xmlns:mc="http://schemas.openxmlformats.org/markup-compatibility/2006">
          <mc:Choice xmlns:p14="http://schemas.microsoft.com/office/powerpoint/2010/main" Requires="p14">
            <p:contentPart p14:bwMode="auto" r:id="rId94">
              <p14:nvContentPartPr>
                <p14:cNvPr id="69" name="Ink 68">
                  <a:extLst>
                    <a:ext uri="{FF2B5EF4-FFF2-40B4-BE49-F238E27FC236}">
                      <a16:creationId xmlns:a16="http://schemas.microsoft.com/office/drawing/2014/main" id="{D264C082-D4AF-C241-4662-E19D54F3B147}"/>
                    </a:ext>
                  </a:extLst>
                </p14:cNvPr>
                <p14:cNvContentPartPr/>
                <p14:nvPr/>
              </p14:nvContentPartPr>
              <p14:xfrm>
                <a:off x="407300" y="1499867"/>
                <a:ext cx="140400" cy="15840"/>
              </p14:xfrm>
            </p:contentPart>
          </mc:Choice>
          <mc:Fallback>
            <p:pic>
              <p:nvPicPr>
                <p:cNvPr id="69" name="Ink 68">
                  <a:extLst>
                    <a:ext uri="{FF2B5EF4-FFF2-40B4-BE49-F238E27FC236}">
                      <a16:creationId xmlns:a16="http://schemas.microsoft.com/office/drawing/2014/main" id="{D264C082-D4AF-C241-4662-E19D54F3B147}"/>
                    </a:ext>
                  </a:extLst>
                </p:cNvPr>
                <p:cNvPicPr/>
                <p:nvPr/>
              </p:nvPicPr>
              <p:blipFill>
                <a:blip r:embed="rId95"/>
                <a:stretch>
                  <a:fillRect/>
                </a:stretch>
              </p:blipFill>
              <p:spPr>
                <a:xfrm>
                  <a:off x="398660" y="1491227"/>
                  <a:ext cx="158040" cy="33480"/>
                </a:xfrm>
                <a:prstGeom prst="rect">
                  <a:avLst/>
                </a:prstGeom>
              </p:spPr>
            </p:pic>
          </mc:Fallback>
        </mc:AlternateContent>
        <mc:AlternateContent xmlns:mc="http://schemas.openxmlformats.org/markup-compatibility/2006">
          <mc:Choice xmlns:p14="http://schemas.microsoft.com/office/powerpoint/2010/main" Requires="p14">
            <p:contentPart p14:bwMode="auto" r:id="rId96">
              <p14:nvContentPartPr>
                <p14:cNvPr id="70" name="Ink 69">
                  <a:extLst>
                    <a:ext uri="{FF2B5EF4-FFF2-40B4-BE49-F238E27FC236}">
                      <a16:creationId xmlns:a16="http://schemas.microsoft.com/office/drawing/2014/main" id="{491BAF07-0BEC-317B-983C-3749CFFA029E}"/>
                    </a:ext>
                  </a:extLst>
                </p14:cNvPr>
                <p14:cNvContentPartPr/>
                <p14:nvPr/>
              </p14:nvContentPartPr>
              <p14:xfrm>
                <a:off x="517820" y="1450907"/>
                <a:ext cx="30600" cy="117360"/>
              </p14:xfrm>
            </p:contentPart>
          </mc:Choice>
          <mc:Fallback>
            <p:pic>
              <p:nvPicPr>
                <p:cNvPr id="70" name="Ink 69">
                  <a:extLst>
                    <a:ext uri="{FF2B5EF4-FFF2-40B4-BE49-F238E27FC236}">
                      <a16:creationId xmlns:a16="http://schemas.microsoft.com/office/drawing/2014/main" id="{491BAF07-0BEC-317B-983C-3749CFFA029E}"/>
                    </a:ext>
                  </a:extLst>
                </p:cNvPr>
                <p:cNvPicPr/>
                <p:nvPr/>
              </p:nvPicPr>
              <p:blipFill>
                <a:blip r:embed="rId97"/>
                <a:stretch>
                  <a:fillRect/>
                </a:stretch>
              </p:blipFill>
              <p:spPr>
                <a:xfrm>
                  <a:off x="509180" y="1442267"/>
                  <a:ext cx="48240" cy="135000"/>
                </a:xfrm>
                <a:prstGeom prst="rect">
                  <a:avLst/>
                </a:prstGeom>
              </p:spPr>
            </p:pic>
          </mc:Fallback>
        </mc:AlternateContent>
        <mc:AlternateContent xmlns:mc="http://schemas.openxmlformats.org/markup-compatibility/2006">
          <mc:Choice xmlns:p14="http://schemas.microsoft.com/office/powerpoint/2010/main" Requires="p14">
            <p:contentPart p14:bwMode="auto" r:id="rId98">
              <p14:nvContentPartPr>
                <p14:cNvPr id="71" name="Ink 70">
                  <a:extLst>
                    <a:ext uri="{FF2B5EF4-FFF2-40B4-BE49-F238E27FC236}">
                      <a16:creationId xmlns:a16="http://schemas.microsoft.com/office/drawing/2014/main" id="{AAD21134-FD58-ACD9-2753-A904FDF4A1CA}"/>
                    </a:ext>
                  </a:extLst>
                </p14:cNvPr>
                <p14:cNvContentPartPr/>
                <p14:nvPr/>
              </p14:nvContentPartPr>
              <p14:xfrm>
                <a:off x="387860" y="1775267"/>
                <a:ext cx="167760" cy="2880"/>
              </p14:xfrm>
            </p:contentPart>
          </mc:Choice>
          <mc:Fallback>
            <p:pic>
              <p:nvPicPr>
                <p:cNvPr id="71" name="Ink 70">
                  <a:extLst>
                    <a:ext uri="{FF2B5EF4-FFF2-40B4-BE49-F238E27FC236}">
                      <a16:creationId xmlns:a16="http://schemas.microsoft.com/office/drawing/2014/main" id="{AAD21134-FD58-ACD9-2753-A904FDF4A1CA}"/>
                    </a:ext>
                  </a:extLst>
                </p:cNvPr>
                <p:cNvPicPr/>
                <p:nvPr/>
              </p:nvPicPr>
              <p:blipFill>
                <a:blip r:embed="rId99"/>
                <a:stretch>
                  <a:fillRect/>
                </a:stretch>
              </p:blipFill>
              <p:spPr>
                <a:xfrm>
                  <a:off x="378860" y="1766267"/>
                  <a:ext cx="185400" cy="20520"/>
                </a:xfrm>
                <a:prstGeom prst="rect">
                  <a:avLst/>
                </a:prstGeom>
              </p:spPr>
            </p:pic>
          </mc:Fallback>
        </mc:AlternateContent>
        <mc:AlternateContent xmlns:mc="http://schemas.openxmlformats.org/markup-compatibility/2006">
          <mc:Choice xmlns:p14="http://schemas.microsoft.com/office/powerpoint/2010/main" Requires="p14">
            <p:contentPart p14:bwMode="auto" r:id="rId100">
              <p14:nvContentPartPr>
                <p14:cNvPr id="72" name="Ink 71">
                  <a:extLst>
                    <a:ext uri="{FF2B5EF4-FFF2-40B4-BE49-F238E27FC236}">
                      <a16:creationId xmlns:a16="http://schemas.microsoft.com/office/drawing/2014/main" id="{A6D28B6B-F786-9704-3731-AAA6D7D2BB6A}"/>
                    </a:ext>
                  </a:extLst>
                </p14:cNvPr>
                <p14:cNvContentPartPr/>
                <p14:nvPr/>
              </p14:nvContentPartPr>
              <p14:xfrm>
                <a:off x="478220" y="1732787"/>
                <a:ext cx="73440" cy="81720"/>
              </p14:xfrm>
            </p:contentPart>
          </mc:Choice>
          <mc:Fallback>
            <p:pic>
              <p:nvPicPr>
                <p:cNvPr id="72" name="Ink 71">
                  <a:extLst>
                    <a:ext uri="{FF2B5EF4-FFF2-40B4-BE49-F238E27FC236}">
                      <a16:creationId xmlns:a16="http://schemas.microsoft.com/office/drawing/2014/main" id="{A6D28B6B-F786-9704-3731-AAA6D7D2BB6A}"/>
                    </a:ext>
                  </a:extLst>
                </p:cNvPr>
                <p:cNvPicPr/>
                <p:nvPr/>
              </p:nvPicPr>
              <p:blipFill>
                <a:blip r:embed="rId101"/>
                <a:stretch>
                  <a:fillRect/>
                </a:stretch>
              </p:blipFill>
              <p:spPr>
                <a:xfrm>
                  <a:off x="469220" y="1724147"/>
                  <a:ext cx="91080" cy="99360"/>
                </a:xfrm>
                <a:prstGeom prst="rect">
                  <a:avLst/>
                </a:prstGeom>
              </p:spPr>
            </p:pic>
          </mc:Fallback>
        </mc:AlternateContent>
        <mc:AlternateContent xmlns:mc="http://schemas.openxmlformats.org/markup-compatibility/2006">
          <mc:Choice xmlns:p14="http://schemas.microsoft.com/office/powerpoint/2010/main" Requires="p14">
            <p:contentPart p14:bwMode="auto" r:id="rId102">
              <p14:nvContentPartPr>
                <p14:cNvPr id="73" name="Ink 72">
                  <a:extLst>
                    <a:ext uri="{FF2B5EF4-FFF2-40B4-BE49-F238E27FC236}">
                      <a16:creationId xmlns:a16="http://schemas.microsoft.com/office/drawing/2014/main" id="{A0E33213-6512-F261-69F8-7A658716FF02}"/>
                    </a:ext>
                  </a:extLst>
                </p14:cNvPr>
                <p14:cNvContentPartPr/>
                <p14:nvPr/>
              </p14:nvContentPartPr>
              <p14:xfrm>
                <a:off x="362300" y="2010347"/>
                <a:ext cx="190440" cy="105480"/>
              </p14:xfrm>
            </p:contentPart>
          </mc:Choice>
          <mc:Fallback>
            <p:pic>
              <p:nvPicPr>
                <p:cNvPr id="73" name="Ink 72">
                  <a:extLst>
                    <a:ext uri="{FF2B5EF4-FFF2-40B4-BE49-F238E27FC236}">
                      <a16:creationId xmlns:a16="http://schemas.microsoft.com/office/drawing/2014/main" id="{A0E33213-6512-F261-69F8-7A658716FF02}"/>
                    </a:ext>
                  </a:extLst>
                </p:cNvPr>
                <p:cNvPicPr/>
                <p:nvPr/>
              </p:nvPicPr>
              <p:blipFill>
                <a:blip r:embed="rId103"/>
                <a:stretch>
                  <a:fillRect/>
                </a:stretch>
              </p:blipFill>
              <p:spPr>
                <a:xfrm>
                  <a:off x="353300" y="2001347"/>
                  <a:ext cx="208080" cy="123120"/>
                </a:xfrm>
                <a:prstGeom prst="rect">
                  <a:avLst/>
                </a:prstGeom>
              </p:spPr>
            </p:pic>
          </mc:Fallback>
        </mc:AlternateContent>
        <mc:AlternateContent xmlns:mc="http://schemas.openxmlformats.org/markup-compatibility/2006">
          <mc:Choice xmlns:p14="http://schemas.microsoft.com/office/powerpoint/2010/main" Requires="p14">
            <p:contentPart p14:bwMode="auto" r:id="rId104">
              <p14:nvContentPartPr>
                <p14:cNvPr id="74" name="Ink 73">
                  <a:extLst>
                    <a:ext uri="{FF2B5EF4-FFF2-40B4-BE49-F238E27FC236}">
                      <a16:creationId xmlns:a16="http://schemas.microsoft.com/office/drawing/2014/main" id="{097BA922-CBD8-2C6E-A079-AE0F46BC2BCA}"/>
                    </a:ext>
                  </a:extLst>
                </p14:cNvPr>
                <p14:cNvContentPartPr/>
                <p14:nvPr/>
              </p14:nvContentPartPr>
              <p14:xfrm>
                <a:off x="391820" y="2518667"/>
                <a:ext cx="149760" cy="9000"/>
              </p14:xfrm>
            </p:contentPart>
          </mc:Choice>
          <mc:Fallback>
            <p:pic>
              <p:nvPicPr>
                <p:cNvPr id="74" name="Ink 73">
                  <a:extLst>
                    <a:ext uri="{FF2B5EF4-FFF2-40B4-BE49-F238E27FC236}">
                      <a16:creationId xmlns:a16="http://schemas.microsoft.com/office/drawing/2014/main" id="{097BA922-CBD8-2C6E-A079-AE0F46BC2BCA}"/>
                    </a:ext>
                  </a:extLst>
                </p:cNvPr>
                <p:cNvPicPr/>
                <p:nvPr/>
              </p:nvPicPr>
              <p:blipFill>
                <a:blip r:embed="rId105"/>
                <a:stretch>
                  <a:fillRect/>
                </a:stretch>
              </p:blipFill>
              <p:spPr>
                <a:xfrm>
                  <a:off x="383180" y="2509667"/>
                  <a:ext cx="167400" cy="26640"/>
                </a:xfrm>
                <a:prstGeom prst="rect">
                  <a:avLst/>
                </a:prstGeom>
              </p:spPr>
            </p:pic>
          </mc:Fallback>
        </mc:AlternateContent>
        <mc:AlternateContent xmlns:mc="http://schemas.openxmlformats.org/markup-compatibility/2006">
          <mc:Choice xmlns:p14="http://schemas.microsoft.com/office/powerpoint/2010/main" Requires="p14">
            <p:contentPart p14:bwMode="auto" r:id="rId106">
              <p14:nvContentPartPr>
                <p14:cNvPr id="75" name="Ink 74">
                  <a:extLst>
                    <a:ext uri="{FF2B5EF4-FFF2-40B4-BE49-F238E27FC236}">
                      <a16:creationId xmlns:a16="http://schemas.microsoft.com/office/drawing/2014/main" id="{12699107-DC90-9DC6-BD7D-530070EC3AFC}"/>
                    </a:ext>
                  </a:extLst>
                </p14:cNvPr>
                <p14:cNvContentPartPr/>
                <p14:nvPr/>
              </p14:nvContentPartPr>
              <p14:xfrm>
                <a:off x="491540" y="2466107"/>
                <a:ext cx="60120" cy="114480"/>
              </p14:xfrm>
            </p:contentPart>
          </mc:Choice>
          <mc:Fallback>
            <p:pic>
              <p:nvPicPr>
                <p:cNvPr id="75" name="Ink 74">
                  <a:extLst>
                    <a:ext uri="{FF2B5EF4-FFF2-40B4-BE49-F238E27FC236}">
                      <a16:creationId xmlns:a16="http://schemas.microsoft.com/office/drawing/2014/main" id="{12699107-DC90-9DC6-BD7D-530070EC3AFC}"/>
                    </a:ext>
                  </a:extLst>
                </p:cNvPr>
                <p:cNvPicPr/>
                <p:nvPr/>
              </p:nvPicPr>
              <p:blipFill>
                <a:blip r:embed="rId107"/>
                <a:stretch>
                  <a:fillRect/>
                </a:stretch>
              </p:blipFill>
              <p:spPr>
                <a:xfrm>
                  <a:off x="482540" y="2457107"/>
                  <a:ext cx="77760" cy="132120"/>
                </a:xfrm>
                <a:prstGeom prst="rect">
                  <a:avLst/>
                </a:prstGeom>
              </p:spPr>
            </p:pic>
          </mc:Fallback>
        </mc:AlternateContent>
        <mc:AlternateContent xmlns:mc="http://schemas.openxmlformats.org/markup-compatibility/2006">
          <mc:Choice xmlns:p14="http://schemas.microsoft.com/office/powerpoint/2010/main" Requires="p14">
            <p:contentPart p14:bwMode="auto" r:id="rId108">
              <p14:nvContentPartPr>
                <p14:cNvPr id="95" name="Ink 94">
                  <a:extLst>
                    <a:ext uri="{FF2B5EF4-FFF2-40B4-BE49-F238E27FC236}">
                      <a16:creationId xmlns:a16="http://schemas.microsoft.com/office/drawing/2014/main" id="{B716F029-5BD0-F7C6-3903-275EE5E74117}"/>
                    </a:ext>
                  </a:extLst>
                </p14:cNvPr>
                <p14:cNvContentPartPr/>
                <p14:nvPr/>
              </p14:nvContentPartPr>
              <p14:xfrm>
                <a:off x="192740" y="1463867"/>
                <a:ext cx="97560" cy="122400"/>
              </p14:xfrm>
            </p:contentPart>
          </mc:Choice>
          <mc:Fallback>
            <p:pic>
              <p:nvPicPr>
                <p:cNvPr id="95" name="Ink 94">
                  <a:extLst>
                    <a:ext uri="{FF2B5EF4-FFF2-40B4-BE49-F238E27FC236}">
                      <a16:creationId xmlns:a16="http://schemas.microsoft.com/office/drawing/2014/main" id="{B716F029-5BD0-F7C6-3903-275EE5E74117}"/>
                    </a:ext>
                  </a:extLst>
                </p:cNvPr>
                <p:cNvPicPr/>
                <p:nvPr/>
              </p:nvPicPr>
              <p:blipFill>
                <a:blip r:embed="rId109"/>
                <a:stretch>
                  <a:fillRect/>
                </a:stretch>
              </p:blipFill>
              <p:spPr>
                <a:xfrm>
                  <a:off x="183740" y="1455227"/>
                  <a:ext cx="115200" cy="140040"/>
                </a:xfrm>
                <a:prstGeom prst="rect">
                  <a:avLst/>
                </a:prstGeom>
              </p:spPr>
            </p:pic>
          </mc:Fallback>
        </mc:AlternateContent>
        <mc:AlternateContent xmlns:mc="http://schemas.openxmlformats.org/markup-compatibility/2006">
          <mc:Choice xmlns:p14="http://schemas.microsoft.com/office/powerpoint/2010/main" Requires="p14">
            <p:contentPart p14:bwMode="auto" r:id="rId110">
              <p14:nvContentPartPr>
                <p14:cNvPr id="96" name="Ink 95">
                  <a:extLst>
                    <a:ext uri="{FF2B5EF4-FFF2-40B4-BE49-F238E27FC236}">
                      <a16:creationId xmlns:a16="http://schemas.microsoft.com/office/drawing/2014/main" id="{E4B43860-5B39-A5C9-8715-073C4822096D}"/>
                    </a:ext>
                  </a:extLst>
                </p14:cNvPr>
                <p14:cNvContentPartPr/>
                <p14:nvPr/>
              </p14:nvContentPartPr>
              <p14:xfrm>
                <a:off x="224060" y="1747187"/>
                <a:ext cx="24120" cy="64080"/>
              </p14:xfrm>
            </p:contentPart>
          </mc:Choice>
          <mc:Fallback>
            <p:pic>
              <p:nvPicPr>
                <p:cNvPr id="96" name="Ink 95">
                  <a:extLst>
                    <a:ext uri="{FF2B5EF4-FFF2-40B4-BE49-F238E27FC236}">
                      <a16:creationId xmlns:a16="http://schemas.microsoft.com/office/drawing/2014/main" id="{E4B43860-5B39-A5C9-8715-073C4822096D}"/>
                    </a:ext>
                  </a:extLst>
                </p:cNvPr>
                <p:cNvPicPr/>
                <p:nvPr/>
              </p:nvPicPr>
              <p:blipFill>
                <a:blip r:embed="rId111"/>
                <a:stretch>
                  <a:fillRect/>
                </a:stretch>
              </p:blipFill>
              <p:spPr>
                <a:xfrm>
                  <a:off x="215420" y="1738187"/>
                  <a:ext cx="41760" cy="81720"/>
                </a:xfrm>
                <a:prstGeom prst="rect">
                  <a:avLst/>
                </a:prstGeom>
              </p:spPr>
            </p:pic>
          </mc:Fallback>
        </mc:AlternateContent>
        <mc:AlternateContent xmlns:mc="http://schemas.openxmlformats.org/markup-compatibility/2006">
          <mc:Choice xmlns:p14="http://schemas.microsoft.com/office/powerpoint/2010/main" Requires="p14">
            <p:contentPart p14:bwMode="auto" r:id="rId112">
              <p14:nvContentPartPr>
                <p14:cNvPr id="97" name="Ink 96">
                  <a:extLst>
                    <a:ext uri="{FF2B5EF4-FFF2-40B4-BE49-F238E27FC236}">
                      <a16:creationId xmlns:a16="http://schemas.microsoft.com/office/drawing/2014/main" id="{23BFC848-EB16-D8C5-C24A-900320C89375}"/>
                    </a:ext>
                  </a:extLst>
                </p14:cNvPr>
                <p14:cNvContentPartPr/>
                <p14:nvPr/>
              </p14:nvContentPartPr>
              <p14:xfrm>
                <a:off x="185900" y="2006027"/>
                <a:ext cx="81720" cy="121680"/>
              </p14:xfrm>
            </p:contentPart>
          </mc:Choice>
          <mc:Fallback>
            <p:pic>
              <p:nvPicPr>
                <p:cNvPr id="97" name="Ink 96">
                  <a:extLst>
                    <a:ext uri="{FF2B5EF4-FFF2-40B4-BE49-F238E27FC236}">
                      <a16:creationId xmlns:a16="http://schemas.microsoft.com/office/drawing/2014/main" id="{23BFC848-EB16-D8C5-C24A-900320C89375}"/>
                    </a:ext>
                  </a:extLst>
                </p:cNvPr>
                <p:cNvPicPr/>
                <p:nvPr/>
              </p:nvPicPr>
              <p:blipFill>
                <a:blip r:embed="rId113"/>
                <a:stretch>
                  <a:fillRect/>
                </a:stretch>
              </p:blipFill>
              <p:spPr>
                <a:xfrm>
                  <a:off x="177260" y="1997027"/>
                  <a:ext cx="99360" cy="139320"/>
                </a:xfrm>
                <a:prstGeom prst="rect">
                  <a:avLst/>
                </a:prstGeom>
              </p:spPr>
            </p:pic>
          </mc:Fallback>
        </mc:AlternateContent>
        <mc:AlternateContent xmlns:mc="http://schemas.openxmlformats.org/markup-compatibility/2006">
          <mc:Choice xmlns:p14="http://schemas.microsoft.com/office/powerpoint/2010/main" Requires="p14">
            <p:contentPart p14:bwMode="auto" r:id="rId114">
              <p14:nvContentPartPr>
                <p14:cNvPr id="98" name="Ink 97">
                  <a:extLst>
                    <a:ext uri="{FF2B5EF4-FFF2-40B4-BE49-F238E27FC236}">
                      <a16:creationId xmlns:a16="http://schemas.microsoft.com/office/drawing/2014/main" id="{4FC4E8E5-05C0-219B-C7B6-1240B10CEB18}"/>
                    </a:ext>
                  </a:extLst>
                </p14:cNvPr>
                <p14:cNvContentPartPr/>
                <p14:nvPr/>
              </p14:nvContentPartPr>
              <p14:xfrm>
                <a:off x="161780" y="2376827"/>
                <a:ext cx="109080" cy="168120"/>
              </p14:xfrm>
            </p:contentPart>
          </mc:Choice>
          <mc:Fallback>
            <p:pic>
              <p:nvPicPr>
                <p:cNvPr id="98" name="Ink 97">
                  <a:extLst>
                    <a:ext uri="{FF2B5EF4-FFF2-40B4-BE49-F238E27FC236}">
                      <a16:creationId xmlns:a16="http://schemas.microsoft.com/office/drawing/2014/main" id="{4FC4E8E5-05C0-219B-C7B6-1240B10CEB18}"/>
                    </a:ext>
                  </a:extLst>
                </p:cNvPr>
                <p:cNvPicPr/>
                <p:nvPr/>
              </p:nvPicPr>
              <p:blipFill>
                <a:blip r:embed="rId115"/>
                <a:stretch>
                  <a:fillRect/>
                </a:stretch>
              </p:blipFill>
              <p:spPr>
                <a:xfrm>
                  <a:off x="153140" y="2367827"/>
                  <a:ext cx="126720" cy="185760"/>
                </a:xfrm>
                <a:prstGeom prst="rect">
                  <a:avLst/>
                </a:prstGeom>
              </p:spPr>
            </p:pic>
          </mc:Fallback>
        </mc:AlternateContent>
        <mc:AlternateContent xmlns:mc="http://schemas.openxmlformats.org/markup-compatibility/2006">
          <mc:Choice xmlns:p14="http://schemas.microsoft.com/office/powerpoint/2010/main" Requires="p14">
            <p:contentPart p14:bwMode="auto" r:id="rId116">
              <p14:nvContentPartPr>
                <p14:cNvPr id="99" name="Ink 98">
                  <a:extLst>
                    <a:ext uri="{FF2B5EF4-FFF2-40B4-BE49-F238E27FC236}">
                      <a16:creationId xmlns:a16="http://schemas.microsoft.com/office/drawing/2014/main" id="{63DB87FC-9240-BFAA-53BC-C7FFB6FEAFE3}"/>
                    </a:ext>
                  </a:extLst>
                </p14:cNvPr>
                <p14:cNvContentPartPr/>
                <p14:nvPr/>
              </p14:nvContentPartPr>
              <p14:xfrm>
                <a:off x="2702300" y="3402827"/>
                <a:ext cx="52200" cy="23040"/>
              </p14:xfrm>
            </p:contentPart>
          </mc:Choice>
          <mc:Fallback>
            <p:pic>
              <p:nvPicPr>
                <p:cNvPr id="99" name="Ink 98">
                  <a:extLst>
                    <a:ext uri="{FF2B5EF4-FFF2-40B4-BE49-F238E27FC236}">
                      <a16:creationId xmlns:a16="http://schemas.microsoft.com/office/drawing/2014/main" id="{63DB87FC-9240-BFAA-53BC-C7FFB6FEAFE3}"/>
                    </a:ext>
                  </a:extLst>
                </p:cNvPr>
                <p:cNvPicPr/>
                <p:nvPr/>
              </p:nvPicPr>
              <p:blipFill>
                <a:blip r:embed="rId117"/>
                <a:stretch>
                  <a:fillRect/>
                </a:stretch>
              </p:blipFill>
              <p:spPr>
                <a:xfrm>
                  <a:off x="2693300" y="3393827"/>
                  <a:ext cx="69840" cy="40680"/>
                </a:xfrm>
                <a:prstGeom prst="rect">
                  <a:avLst/>
                </a:prstGeom>
              </p:spPr>
            </p:pic>
          </mc:Fallback>
        </mc:AlternateContent>
        <mc:AlternateContent xmlns:mc="http://schemas.openxmlformats.org/markup-compatibility/2006">
          <mc:Choice xmlns:p14="http://schemas.microsoft.com/office/powerpoint/2010/main" Requires="p14">
            <p:contentPart p14:bwMode="auto" r:id="rId118">
              <p14:nvContentPartPr>
                <p14:cNvPr id="100" name="Ink 99">
                  <a:extLst>
                    <a:ext uri="{FF2B5EF4-FFF2-40B4-BE49-F238E27FC236}">
                      <a16:creationId xmlns:a16="http://schemas.microsoft.com/office/drawing/2014/main" id="{8492F212-5625-01D0-FD1D-4744CE1B1487}"/>
                    </a:ext>
                  </a:extLst>
                </p14:cNvPr>
                <p14:cNvContentPartPr/>
                <p14:nvPr/>
              </p14:nvContentPartPr>
              <p14:xfrm>
                <a:off x="2876180" y="3365387"/>
                <a:ext cx="27720" cy="158040"/>
              </p14:xfrm>
            </p:contentPart>
          </mc:Choice>
          <mc:Fallback>
            <p:pic>
              <p:nvPicPr>
                <p:cNvPr id="100" name="Ink 99">
                  <a:extLst>
                    <a:ext uri="{FF2B5EF4-FFF2-40B4-BE49-F238E27FC236}">
                      <a16:creationId xmlns:a16="http://schemas.microsoft.com/office/drawing/2014/main" id="{8492F212-5625-01D0-FD1D-4744CE1B1487}"/>
                    </a:ext>
                  </a:extLst>
                </p:cNvPr>
                <p:cNvPicPr/>
                <p:nvPr/>
              </p:nvPicPr>
              <p:blipFill>
                <a:blip r:embed="rId119"/>
                <a:stretch>
                  <a:fillRect/>
                </a:stretch>
              </p:blipFill>
              <p:spPr>
                <a:xfrm>
                  <a:off x="2867180" y="3356747"/>
                  <a:ext cx="45360" cy="175680"/>
                </a:xfrm>
                <a:prstGeom prst="rect">
                  <a:avLst/>
                </a:prstGeom>
              </p:spPr>
            </p:pic>
          </mc:Fallback>
        </mc:AlternateContent>
        <mc:AlternateContent xmlns:mc="http://schemas.openxmlformats.org/markup-compatibility/2006">
          <mc:Choice xmlns:p14="http://schemas.microsoft.com/office/powerpoint/2010/main" Requires="p14">
            <p:contentPart p14:bwMode="auto" r:id="rId120">
              <p14:nvContentPartPr>
                <p14:cNvPr id="101" name="Ink 100">
                  <a:extLst>
                    <a:ext uri="{FF2B5EF4-FFF2-40B4-BE49-F238E27FC236}">
                      <a16:creationId xmlns:a16="http://schemas.microsoft.com/office/drawing/2014/main" id="{5B87F08C-4217-F9FC-CF4A-861FB87F6044}"/>
                    </a:ext>
                  </a:extLst>
                </p14:cNvPr>
                <p14:cNvContentPartPr/>
                <p14:nvPr/>
              </p14:nvContentPartPr>
              <p14:xfrm>
                <a:off x="2888420" y="3307427"/>
                <a:ext cx="62640" cy="109080"/>
              </p14:xfrm>
            </p:contentPart>
          </mc:Choice>
          <mc:Fallback>
            <p:pic>
              <p:nvPicPr>
                <p:cNvPr id="101" name="Ink 100">
                  <a:extLst>
                    <a:ext uri="{FF2B5EF4-FFF2-40B4-BE49-F238E27FC236}">
                      <a16:creationId xmlns:a16="http://schemas.microsoft.com/office/drawing/2014/main" id="{5B87F08C-4217-F9FC-CF4A-861FB87F6044}"/>
                    </a:ext>
                  </a:extLst>
                </p:cNvPr>
                <p:cNvPicPr/>
                <p:nvPr/>
              </p:nvPicPr>
              <p:blipFill>
                <a:blip r:embed="rId121"/>
                <a:stretch>
                  <a:fillRect/>
                </a:stretch>
              </p:blipFill>
              <p:spPr>
                <a:xfrm>
                  <a:off x="2879420" y="3298787"/>
                  <a:ext cx="80280" cy="126720"/>
                </a:xfrm>
                <a:prstGeom prst="rect">
                  <a:avLst/>
                </a:prstGeom>
              </p:spPr>
            </p:pic>
          </mc:Fallback>
        </mc:AlternateContent>
        <mc:AlternateContent xmlns:mc="http://schemas.openxmlformats.org/markup-compatibility/2006">
          <mc:Choice xmlns:p14="http://schemas.microsoft.com/office/powerpoint/2010/main" Requires="p14">
            <p:contentPart p14:bwMode="auto" r:id="rId122">
              <p14:nvContentPartPr>
                <p14:cNvPr id="102" name="Ink 101">
                  <a:extLst>
                    <a:ext uri="{FF2B5EF4-FFF2-40B4-BE49-F238E27FC236}">
                      <a16:creationId xmlns:a16="http://schemas.microsoft.com/office/drawing/2014/main" id="{E1A49F81-0A10-AB3D-4430-97C84DFFD34E}"/>
                    </a:ext>
                  </a:extLst>
                </p14:cNvPr>
                <p14:cNvContentPartPr/>
                <p14:nvPr/>
              </p14:nvContentPartPr>
              <p14:xfrm>
                <a:off x="2975900" y="3322907"/>
                <a:ext cx="134280" cy="83520"/>
              </p14:xfrm>
            </p:contentPart>
          </mc:Choice>
          <mc:Fallback>
            <p:pic>
              <p:nvPicPr>
                <p:cNvPr id="102" name="Ink 101">
                  <a:extLst>
                    <a:ext uri="{FF2B5EF4-FFF2-40B4-BE49-F238E27FC236}">
                      <a16:creationId xmlns:a16="http://schemas.microsoft.com/office/drawing/2014/main" id="{E1A49F81-0A10-AB3D-4430-97C84DFFD34E}"/>
                    </a:ext>
                  </a:extLst>
                </p:cNvPr>
                <p:cNvPicPr/>
                <p:nvPr/>
              </p:nvPicPr>
              <p:blipFill>
                <a:blip r:embed="rId123"/>
                <a:stretch>
                  <a:fillRect/>
                </a:stretch>
              </p:blipFill>
              <p:spPr>
                <a:xfrm>
                  <a:off x="2966900" y="3314267"/>
                  <a:ext cx="151920" cy="101160"/>
                </a:xfrm>
                <a:prstGeom prst="rect">
                  <a:avLst/>
                </a:prstGeom>
              </p:spPr>
            </p:pic>
          </mc:Fallback>
        </mc:AlternateContent>
        <mc:AlternateContent xmlns:mc="http://schemas.openxmlformats.org/markup-compatibility/2006">
          <mc:Choice xmlns:p14="http://schemas.microsoft.com/office/powerpoint/2010/main" Requires="p14">
            <p:contentPart p14:bwMode="auto" r:id="rId124">
              <p14:nvContentPartPr>
                <p14:cNvPr id="103" name="Ink 102">
                  <a:extLst>
                    <a:ext uri="{FF2B5EF4-FFF2-40B4-BE49-F238E27FC236}">
                      <a16:creationId xmlns:a16="http://schemas.microsoft.com/office/drawing/2014/main" id="{2A95F9F4-4E1F-D9B4-3196-6AB214E94AF7}"/>
                    </a:ext>
                  </a:extLst>
                </p14:cNvPr>
                <p14:cNvContentPartPr/>
                <p14:nvPr/>
              </p14:nvContentPartPr>
              <p14:xfrm>
                <a:off x="3083180" y="3238307"/>
                <a:ext cx="28440" cy="4680"/>
              </p14:xfrm>
            </p:contentPart>
          </mc:Choice>
          <mc:Fallback>
            <p:pic>
              <p:nvPicPr>
                <p:cNvPr id="103" name="Ink 102">
                  <a:extLst>
                    <a:ext uri="{FF2B5EF4-FFF2-40B4-BE49-F238E27FC236}">
                      <a16:creationId xmlns:a16="http://schemas.microsoft.com/office/drawing/2014/main" id="{2A95F9F4-4E1F-D9B4-3196-6AB214E94AF7}"/>
                    </a:ext>
                  </a:extLst>
                </p:cNvPr>
                <p:cNvPicPr/>
                <p:nvPr/>
              </p:nvPicPr>
              <p:blipFill>
                <a:blip r:embed="rId125"/>
                <a:stretch>
                  <a:fillRect/>
                </a:stretch>
              </p:blipFill>
              <p:spPr>
                <a:xfrm>
                  <a:off x="3074180" y="3229667"/>
                  <a:ext cx="46080" cy="22320"/>
                </a:xfrm>
                <a:prstGeom prst="rect">
                  <a:avLst/>
                </a:prstGeom>
              </p:spPr>
            </p:pic>
          </mc:Fallback>
        </mc:AlternateContent>
        <mc:AlternateContent xmlns:mc="http://schemas.openxmlformats.org/markup-compatibility/2006">
          <mc:Choice xmlns:p14="http://schemas.microsoft.com/office/powerpoint/2010/main" Requires="p14">
            <p:contentPart p14:bwMode="auto" r:id="rId126">
              <p14:nvContentPartPr>
                <p14:cNvPr id="104" name="Ink 103">
                  <a:extLst>
                    <a:ext uri="{FF2B5EF4-FFF2-40B4-BE49-F238E27FC236}">
                      <a16:creationId xmlns:a16="http://schemas.microsoft.com/office/drawing/2014/main" id="{ACF2387C-C0D6-A4CA-34ED-9647B6E41495}"/>
                    </a:ext>
                  </a:extLst>
                </p14:cNvPr>
                <p14:cNvContentPartPr/>
                <p14:nvPr/>
              </p14:nvContentPartPr>
              <p14:xfrm>
                <a:off x="3153740" y="3319307"/>
                <a:ext cx="64080" cy="106200"/>
              </p14:xfrm>
            </p:contentPart>
          </mc:Choice>
          <mc:Fallback>
            <p:pic>
              <p:nvPicPr>
                <p:cNvPr id="104" name="Ink 103">
                  <a:extLst>
                    <a:ext uri="{FF2B5EF4-FFF2-40B4-BE49-F238E27FC236}">
                      <a16:creationId xmlns:a16="http://schemas.microsoft.com/office/drawing/2014/main" id="{ACF2387C-C0D6-A4CA-34ED-9647B6E41495}"/>
                    </a:ext>
                  </a:extLst>
                </p:cNvPr>
                <p:cNvPicPr/>
                <p:nvPr/>
              </p:nvPicPr>
              <p:blipFill>
                <a:blip r:embed="rId127"/>
                <a:stretch>
                  <a:fillRect/>
                </a:stretch>
              </p:blipFill>
              <p:spPr>
                <a:xfrm>
                  <a:off x="3144740" y="3310307"/>
                  <a:ext cx="81720" cy="123840"/>
                </a:xfrm>
                <a:prstGeom prst="rect">
                  <a:avLst/>
                </a:prstGeom>
              </p:spPr>
            </p:pic>
          </mc:Fallback>
        </mc:AlternateContent>
        <mc:AlternateContent xmlns:mc="http://schemas.openxmlformats.org/markup-compatibility/2006">
          <mc:Choice xmlns:p14="http://schemas.microsoft.com/office/powerpoint/2010/main" Requires="p14">
            <p:contentPart p14:bwMode="auto" r:id="rId128">
              <p14:nvContentPartPr>
                <p14:cNvPr id="105" name="Ink 104">
                  <a:extLst>
                    <a:ext uri="{FF2B5EF4-FFF2-40B4-BE49-F238E27FC236}">
                      <a16:creationId xmlns:a16="http://schemas.microsoft.com/office/drawing/2014/main" id="{A641D550-56CD-D89A-1336-2DDF5CF5558C}"/>
                    </a:ext>
                  </a:extLst>
                </p14:cNvPr>
                <p14:cNvContentPartPr/>
                <p14:nvPr/>
              </p14:nvContentPartPr>
              <p14:xfrm>
                <a:off x="3269300" y="3323267"/>
                <a:ext cx="101520" cy="96480"/>
              </p14:xfrm>
            </p:contentPart>
          </mc:Choice>
          <mc:Fallback>
            <p:pic>
              <p:nvPicPr>
                <p:cNvPr id="105" name="Ink 104">
                  <a:extLst>
                    <a:ext uri="{FF2B5EF4-FFF2-40B4-BE49-F238E27FC236}">
                      <a16:creationId xmlns:a16="http://schemas.microsoft.com/office/drawing/2014/main" id="{A641D550-56CD-D89A-1336-2DDF5CF5558C}"/>
                    </a:ext>
                  </a:extLst>
                </p:cNvPr>
                <p:cNvPicPr/>
                <p:nvPr/>
              </p:nvPicPr>
              <p:blipFill>
                <a:blip r:embed="rId129"/>
                <a:stretch>
                  <a:fillRect/>
                </a:stretch>
              </p:blipFill>
              <p:spPr>
                <a:xfrm>
                  <a:off x="3260660" y="3314627"/>
                  <a:ext cx="119160" cy="114120"/>
                </a:xfrm>
                <a:prstGeom prst="rect">
                  <a:avLst/>
                </a:prstGeom>
              </p:spPr>
            </p:pic>
          </mc:Fallback>
        </mc:AlternateContent>
        <mc:AlternateContent xmlns:mc="http://schemas.openxmlformats.org/markup-compatibility/2006">
          <mc:Choice xmlns:p14="http://schemas.microsoft.com/office/powerpoint/2010/main" Requires="p14">
            <p:contentPart p14:bwMode="auto" r:id="rId130">
              <p14:nvContentPartPr>
                <p14:cNvPr id="106" name="Ink 105">
                  <a:extLst>
                    <a:ext uri="{FF2B5EF4-FFF2-40B4-BE49-F238E27FC236}">
                      <a16:creationId xmlns:a16="http://schemas.microsoft.com/office/drawing/2014/main" id="{53BACEE0-CD01-5EC0-8BA9-0E5AA75C20C5}"/>
                    </a:ext>
                  </a:extLst>
                </p14:cNvPr>
                <p14:cNvContentPartPr/>
                <p14:nvPr/>
              </p14:nvContentPartPr>
              <p14:xfrm>
                <a:off x="3568100" y="3335147"/>
                <a:ext cx="87480" cy="17640"/>
              </p14:xfrm>
            </p:contentPart>
          </mc:Choice>
          <mc:Fallback>
            <p:pic>
              <p:nvPicPr>
                <p:cNvPr id="106" name="Ink 105">
                  <a:extLst>
                    <a:ext uri="{FF2B5EF4-FFF2-40B4-BE49-F238E27FC236}">
                      <a16:creationId xmlns:a16="http://schemas.microsoft.com/office/drawing/2014/main" id="{53BACEE0-CD01-5EC0-8BA9-0E5AA75C20C5}"/>
                    </a:ext>
                  </a:extLst>
                </p:cNvPr>
                <p:cNvPicPr/>
                <p:nvPr/>
              </p:nvPicPr>
              <p:blipFill>
                <a:blip r:embed="rId131"/>
                <a:stretch>
                  <a:fillRect/>
                </a:stretch>
              </p:blipFill>
              <p:spPr>
                <a:xfrm>
                  <a:off x="3559100" y="3326507"/>
                  <a:ext cx="105120" cy="35280"/>
                </a:xfrm>
                <a:prstGeom prst="rect">
                  <a:avLst/>
                </a:prstGeom>
              </p:spPr>
            </p:pic>
          </mc:Fallback>
        </mc:AlternateContent>
        <mc:AlternateContent xmlns:mc="http://schemas.openxmlformats.org/markup-compatibility/2006">
          <mc:Choice xmlns:p14="http://schemas.microsoft.com/office/powerpoint/2010/main" Requires="p14">
            <p:contentPart p14:bwMode="auto" r:id="rId132">
              <p14:nvContentPartPr>
                <p14:cNvPr id="107" name="Ink 106">
                  <a:extLst>
                    <a:ext uri="{FF2B5EF4-FFF2-40B4-BE49-F238E27FC236}">
                      <a16:creationId xmlns:a16="http://schemas.microsoft.com/office/drawing/2014/main" id="{276F0FBA-2C3B-BE1E-074F-BB272B5675DE}"/>
                    </a:ext>
                  </a:extLst>
                </p14:cNvPr>
                <p14:cNvContentPartPr/>
                <p14:nvPr/>
              </p14:nvContentPartPr>
              <p14:xfrm>
                <a:off x="3611300" y="3291227"/>
                <a:ext cx="25200" cy="120600"/>
              </p14:xfrm>
            </p:contentPart>
          </mc:Choice>
          <mc:Fallback>
            <p:pic>
              <p:nvPicPr>
                <p:cNvPr id="107" name="Ink 106">
                  <a:extLst>
                    <a:ext uri="{FF2B5EF4-FFF2-40B4-BE49-F238E27FC236}">
                      <a16:creationId xmlns:a16="http://schemas.microsoft.com/office/drawing/2014/main" id="{276F0FBA-2C3B-BE1E-074F-BB272B5675DE}"/>
                    </a:ext>
                  </a:extLst>
                </p:cNvPr>
                <p:cNvPicPr/>
                <p:nvPr/>
              </p:nvPicPr>
              <p:blipFill>
                <a:blip r:embed="rId133"/>
                <a:stretch>
                  <a:fillRect/>
                </a:stretch>
              </p:blipFill>
              <p:spPr>
                <a:xfrm>
                  <a:off x="3602660" y="3282227"/>
                  <a:ext cx="42840" cy="138240"/>
                </a:xfrm>
                <a:prstGeom prst="rect">
                  <a:avLst/>
                </a:prstGeom>
              </p:spPr>
            </p:pic>
          </mc:Fallback>
        </mc:AlternateContent>
        <mc:AlternateContent xmlns:mc="http://schemas.openxmlformats.org/markup-compatibility/2006">
          <mc:Choice xmlns:p14="http://schemas.microsoft.com/office/powerpoint/2010/main" Requires="p14">
            <p:contentPart p14:bwMode="auto" r:id="rId134">
              <p14:nvContentPartPr>
                <p14:cNvPr id="108" name="Ink 107">
                  <a:extLst>
                    <a:ext uri="{FF2B5EF4-FFF2-40B4-BE49-F238E27FC236}">
                      <a16:creationId xmlns:a16="http://schemas.microsoft.com/office/drawing/2014/main" id="{41E73660-8B73-1101-825D-37340ADE5C9C}"/>
                    </a:ext>
                  </a:extLst>
                </p14:cNvPr>
                <p14:cNvContentPartPr/>
                <p14:nvPr/>
              </p14:nvContentPartPr>
              <p14:xfrm>
                <a:off x="3622100" y="3282947"/>
                <a:ext cx="52200" cy="57960"/>
              </p14:xfrm>
            </p:contentPart>
          </mc:Choice>
          <mc:Fallback>
            <p:pic>
              <p:nvPicPr>
                <p:cNvPr id="108" name="Ink 107">
                  <a:extLst>
                    <a:ext uri="{FF2B5EF4-FFF2-40B4-BE49-F238E27FC236}">
                      <a16:creationId xmlns:a16="http://schemas.microsoft.com/office/drawing/2014/main" id="{41E73660-8B73-1101-825D-37340ADE5C9C}"/>
                    </a:ext>
                  </a:extLst>
                </p:cNvPr>
                <p:cNvPicPr/>
                <p:nvPr/>
              </p:nvPicPr>
              <p:blipFill>
                <a:blip r:embed="rId135"/>
                <a:stretch>
                  <a:fillRect/>
                </a:stretch>
              </p:blipFill>
              <p:spPr>
                <a:xfrm>
                  <a:off x="3613460" y="3274307"/>
                  <a:ext cx="69840" cy="75600"/>
                </a:xfrm>
                <a:prstGeom prst="rect">
                  <a:avLst/>
                </a:prstGeom>
              </p:spPr>
            </p:pic>
          </mc:Fallback>
        </mc:AlternateContent>
        <mc:AlternateContent xmlns:mc="http://schemas.openxmlformats.org/markup-compatibility/2006">
          <mc:Choice xmlns:p14="http://schemas.microsoft.com/office/powerpoint/2010/main" Requires="p14">
            <p:contentPart p14:bwMode="auto" r:id="rId136">
              <p14:nvContentPartPr>
                <p14:cNvPr id="109" name="Ink 108">
                  <a:extLst>
                    <a:ext uri="{FF2B5EF4-FFF2-40B4-BE49-F238E27FC236}">
                      <a16:creationId xmlns:a16="http://schemas.microsoft.com/office/drawing/2014/main" id="{ED1C2420-FDCD-5DE9-A100-487F393AEEF8}"/>
                    </a:ext>
                  </a:extLst>
                </p14:cNvPr>
                <p14:cNvContentPartPr/>
                <p14:nvPr/>
              </p14:nvContentPartPr>
              <p14:xfrm>
                <a:off x="3577100" y="3303467"/>
                <a:ext cx="79560" cy="33840"/>
              </p14:xfrm>
            </p:contentPart>
          </mc:Choice>
          <mc:Fallback>
            <p:pic>
              <p:nvPicPr>
                <p:cNvPr id="109" name="Ink 108">
                  <a:extLst>
                    <a:ext uri="{FF2B5EF4-FFF2-40B4-BE49-F238E27FC236}">
                      <a16:creationId xmlns:a16="http://schemas.microsoft.com/office/drawing/2014/main" id="{ED1C2420-FDCD-5DE9-A100-487F393AEEF8}"/>
                    </a:ext>
                  </a:extLst>
                </p:cNvPr>
                <p:cNvPicPr/>
                <p:nvPr/>
              </p:nvPicPr>
              <p:blipFill>
                <a:blip r:embed="rId137"/>
                <a:stretch>
                  <a:fillRect/>
                </a:stretch>
              </p:blipFill>
              <p:spPr>
                <a:xfrm>
                  <a:off x="3568100" y="3294827"/>
                  <a:ext cx="97200" cy="51480"/>
                </a:xfrm>
                <a:prstGeom prst="rect">
                  <a:avLst/>
                </a:prstGeom>
              </p:spPr>
            </p:pic>
          </mc:Fallback>
        </mc:AlternateContent>
        <mc:AlternateContent xmlns:mc="http://schemas.openxmlformats.org/markup-compatibility/2006">
          <mc:Choice xmlns:p14="http://schemas.microsoft.com/office/powerpoint/2010/main" Requires="p14">
            <p:contentPart p14:bwMode="auto" r:id="rId138">
              <p14:nvContentPartPr>
                <p14:cNvPr id="110" name="Ink 109">
                  <a:extLst>
                    <a:ext uri="{FF2B5EF4-FFF2-40B4-BE49-F238E27FC236}">
                      <a16:creationId xmlns:a16="http://schemas.microsoft.com/office/drawing/2014/main" id="{E75CAB83-F079-EB89-270A-7F9FF09ED501}"/>
                    </a:ext>
                  </a:extLst>
                </p14:cNvPr>
                <p14:cNvContentPartPr/>
                <p14:nvPr/>
              </p14:nvContentPartPr>
              <p14:xfrm>
                <a:off x="3925580" y="3322547"/>
                <a:ext cx="20160" cy="104760"/>
              </p14:xfrm>
            </p:contentPart>
          </mc:Choice>
          <mc:Fallback>
            <p:pic>
              <p:nvPicPr>
                <p:cNvPr id="110" name="Ink 109">
                  <a:extLst>
                    <a:ext uri="{FF2B5EF4-FFF2-40B4-BE49-F238E27FC236}">
                      <a16:creationId xmlns:a16="http://schemas.microsoft.com/office/drawing/2014/main" id="{E75CAB83-F079-EB89-270A-7F9FF09ED501}"/>
                    </a:ext>
                  </a:extLst>
                </p:cNvPr>
                <p:cNvPicPr/>
                <p:nvPr/>
              </p:nvPicPr>
              <p:blipFill>
                <a:blip r:embed="rId139"/>
                <a:stretch>
                  <a:fillRect/>
                </a:stretch>
              </p:blipFill>
              <p:spPr>
                <a:xfrm>
                  <a:off x="3916580" y="3313547"/>
                  <a:ext cx="37800" cy="122400"/>
                </a:xfrm>
                <a:prstGeom prst="rect">
                  <a:avLst/>
                </a:prstGeom>
              </p:spPr>
            </p:pic>
          </mc:Fallback>
        </mc:AlternateContent>
        <mc:AlternateContent xmlns:mc="http://schemas.openxmlformats.org/markup-compatibility/2006">
          <mc:Choice xmlns:p14="http://schemas.microsoft.com/office/powerpoint/2010/main" Requires="p14">
            <p:contentPart p14:bwMode="auto" r:id="rId140">
              <p14:nvContentPartPr>
                <p14:cNvPr id="111" name="Ink 110">
                  <a:extLst>
                    <a:ext uri="{FF2B5EF4-FFF2-40B4-BE49-F238E27FC236}">
                      <a16:creationId xmlns:a16="http://schemas.microsoft.com/office/drawing/2014/main" id="{26C34CD9-2F41-E6B5-BA43-077380BC6C90}"/>
                    </a:ext>
                  </a:extLst>
                </p14:cNvPr>
                <p14:cNvContentPartPr/>
                <p14:nvPr/>
              </p14:nvContentPartPr>
              <p14:xfrm>
                <a:off x="3952940" y="3238307"/>
                <a:ext cx="5400" cy="4680"/>
              </p14:xfrm>
            </p:contentPart>
          </mc:Choice>
          <mc:Fallback>
            <p:pic>
              <p:nvPicPr>
                <p:cNvPr id="111" name="Ink 110">
                  <a:extLst>
                    <a:ext uri="{FF2B5EF4-FFF2-40B4-BE49-F238E27FC236}">
                      <a16:creationId xmlns:a16="http://schemas.microsoft.com/office/drawing/2014/main" id="{26C34CD9-2F41-E6B5-BA43-077380BC6C90}"/>
                    </a:ext>
                  </a:extLst>
                </p:cNvPr>
                <p:cNvPicPr/>
                <p:nvPr/>
              </p:nvPicPr>
              <p:blipFill>
                <a:blip r:embed="rId141"/>
                <a:stretch>
                  <a:fillRect/>
                </a:stretch>
              </p:blipFill>
              <p:spPr>
                <a:xfrm>
                  <a:off x="3944300" y="3229307"/>
                  <a:ext cx="23040" cy="22320"/>
                </a:xfrm>
                <a:prstGeom prst="rect">
                  <a:avLst/>
                </a:prstGeom>
              </p:spPr>
            </p:pic>
          </mc:Fallback>
        </mc:AlternateContent>
        <mc:AlternateContent xmlns:mc="http://schemas.openxmlformats.org/markup-compatibility/2006">
          <mc:Choice xmlns:p14="http://schemas.microsoft.com/office/powerpoint/2010/main" Requires="p14">
            <p:contentPart p14:bwMode="auto" r:id="rId142">
              <p14:nvContentPartPr>
                <p14:cNvPr id="112" name="Ink 111">
                  <a:extLst>
                    <a:ext uri="{FF2B5EF4-FFF2-40B4-BE49-F238E27FC236}">
                      <a16:creationId xmlns:a16="http://schemas.microsoft.com/office/drawing/2014/main" id="{1B708AE9-EF4F-CA93-CB5F-73124822B73E}"/>
                    </a:ext>
                  </a:extLst>
                </p14:cNvPr>
                <p14:cNvContentPartPr/>
                <p14:nvPr/>
              </p14:nvContentPartPr>
              <p14:xfrm>
                <a:off x="4042580" y="3246587"/>
                <a:ext cx="13320" cy="144000"/>
              </p14:xfrm>
            </p:contentPart>
          </mc:Choice>
          <mc:Fallback>
            <p:pic>
              <p:nvPicPr>
                <p:cNvPr id="112" name="Ink 111">
                  <a:extLst>
                    <a:ext uri="{FF2B5EF4-FFF2-40B4-BE49-F238E27FC236}">
                      <a16:creationId xmlns:a16="http://schemas.microsoft.com/office/drawing/2014/main" id="{1B708AE9-EF4F-CA93-CB5F-73124822B73E}"/>
                    </a:ext>
                  </a:extLst>
                </p:cNvPr>
                <p:cNvPicPr/>
                <p:nvPr/>
              </p:nvPicPr>
              <p:blipFill>
                <a:blip r:embed="rId143"/>
                <a:stretch>
                  <a:fillRect/>
                </a:stretch>
              </p:blipFill>
              <p:spPr>
                <a:xfrm>
                  <a:off x="4033940" y="3237947"/>
                  <a:ext cx="30960" cy="161640"/>
                </a:xfrm>
                <a:prstGeom prst="rect">
                  <a:avLst/>
                </a:prstGeom>
              </p:spPr>
            </p:pic>
          </mc:Fallback>
        </mc:AlternateContent>
        <mc:AlternateContent xmlns:mc="http://schemas.openxmlformats.org/markup-compatibility/2006">
          <mc:Choice xmlns:p14="http://schemas.microsoft.com/office/powerpoint/2010/main" Requires="p14">
            <p:contentPart p14:bwMode="auto" r:id="rId144">
              <p14:nvContentPartPr>
                <p14:cNvPr id="113" name="Ink 112">
                  <a:extLst>
                    <a:ext uri="{FF2B5EF4-FFF2-40B4-BE49-F238E27FC236}">
                      <a16:creationId xmlns:a16="http://schemas.microsoft.com/office/drawing/2014/main" id="{B5F1D6E5-7566-B8A6-8481-7361C2F2281C}"/>
                    </a:ext>
                  </a:extLst>
                </p14:cNvPr>
                <p14:cNvContentPartPr/>
                <p14:nvPr/>
              </p14:nvContentPartPr>
              <p14:xfrm>
                <a:off x="4040060" y="3307787"/>
                <a:ext cx="174960" cy="99720"/>
              </p14:xfrm>
            </p:contentPart>
          </mc:Choice>
          <mc:Fallback>
            <p:pic>
              <p:nvPicPr>
                <p:cNvPr id="113" name="Ink 112">
                  <a:extLst>
                    <a:ext uri="{FF2B5EF4-FFF2-40B4-BE49-F238E27FC236}">
                      <a16:creationId xmlns:a16="http://schemas.microsoft.com/office/drawing/2014/main" id="{B5F1D6E5-7566-B8A6-8481-7361C2F2281C}"/>
                    </a:ext>
                  </a:extLst>
                </p:cNvPr>
                <p:cNvPicPr/>
                <p:nvPr/>
              </p:nvPicPr>
              <p:blipFill>
                <a:blip r:embed="rId145"/>
                <a:stretch>
                  <a:fillRect/>
                </a:stretch>
              </p:blipFill>
              <p:spPr>
                <a:xfrm>
                  <a:off x="4031420" y="3298787"/>
                  <a:ext cx="192600" cy="117360"/>
                </a:xfrm>
                <a:prstGeom prst="rect">
                  <a:avLst/>
                </a:prstGeom>
              </p:spPr>
            </p:pic>
          </mc:Fallback>
        </mc:AlternateContent>
        <mc:AlternateContent xmlns:mc="http://schemas.openxmlformats.org/markup-compatibility/2006">
          <mc:Choice xmlns:p14="http://schemas.microsoft.com/office/powerpoint/2010/main" Requires="p14">
            <p:contentPart p14:bwMode="auto" r:id="rId146">
              <p14:nvContentPartPr>
                <p14:cNvPr id="114" name="Ink 113">
                  <a:extLst>
                    <a:ext uri="{FF2B5EF4-FFF2-40B4-BE49-F238E27FC236}">
                      <a16:creationId xmlns:a16="http://schemas.microsoft.com/office/drawing/2014/main" id="{2BF8C70D-AE7C-42A8-DB99-13FF63D45CF8}"/>
                    </a:ext>
                  </a:extLst>
                </p14:cNvPr>
                <p14:cNvContentPartPr/>
                <p14:nvPr/>
              </p14:nvContentPartPr>
              <p14:xfrm>
                <a:off x="4261460" y="3319667"/>
                <a:ext cx="184680" cy="86400"/>
              </p14:xfrm>
            </p:contentPart>
          </mc:Choice>
          <mc:Fallback>
            <p:pic>
              <p:nvPicPr>
                <p:cNvPr id="114" name="Ink 113">
                  <a:extLst>
                    <a:ext uri="{FF2B5EF4-FFF2-40B4-BE49-F238E27FC236}">
                      <a16:creationId xmlns:a16="http://schemas.microsoft.com/office/drawing/2014/main" id="{2BF8C70D-AE7C-42A8-DB99-13FF63D45CF8}"/>
                    </a:ext>
                  </a:extLst>
                </p:cNvPr>
                <p:cNvPicPr/>
                <p:nvPr/>
              </p:nvPicPr>
              <p:blipFill>
                <a:blip r:embed="rId147"/>
                <a:stretch>
                  <a:fillRect/>
                </a:stretch>
              </p:blipFill>
              <p:spPr>
                <a:xfrm>
                  <a:off x="4252460" y="3311027"/>
                  <a:ext cx="202320" cy="104040"/>
                </a:xfrm>
                <a:prstGeom prst="rect">
                  <a:avLst/>
                </a:prstGeom>
              </p:spPr>
            </p:pic>
          </mc:Fallback>
        </mc:AlternateContent>
        <mc:AlternateContent xmlns:mc="http://schemas.openxmlformats.org/markup-compatibility/2006">
          <mc:Choice xmlns:p14="http://schemas.microsoft.com/office/powerpoint/2010/main" Requires="p14">
            <p:contentPart p14:bwMode="auto" r:id="rId148">
              <p14:nvContentPartPr>
                <p14:cNvPr id="115" name="Ink 114">
                  <a:extLst>
                    <a:ext uri="{FF2B5EF4-FFF2-40B4-BE49-F238E27FC236}">
                      <a16:creationId xmlns:a16="http://schemas.microsoft.com/office/drawing/2014/main" id="{185EEEC9-49F5-D183-11B3-580D7313811C}"/>
                    </a:ext>
                  </a:extLst>
                </p14:cNvPr>
                <p14:cNvContentPartPr/>
                <p14:nvPr/>
              </p14:nvContentPartPr>
              <p14:xfrm>
                <a:off x="4523900" y="3241187"/>
                <a:ext cx="86760" cy="190800"/>
              </p14:xfrm>
            </p:contentPart>
          </mc:Choice>
          <mc:Fallback>
            <p:pic>
              <p:nvPicPr>
                <p:cNvPr id="115" name="Ink 114">
                  <a:extLst>
                    <a:ext uri="{FF2B5EF4-FFF2-40B4-BE49-F238E27FC236}">
                      <a16:creationId xmlns:a16="http://schemas.microsoft.com/office/drawing/2014/main" id="{185EEEC9-49F5-D183-11B3-580D7313811C}"/>
                    </a:ext>
                  </a:extLst>
                </p:cNvPr>
                <p:cNvPicPr/>
                <p:nvPr/>
              </p:nvPicPr>
              <p:blipFill>
                <a:blip r:embed="rId149"/>
                <a:stretch>
                  <a:fillRect/>
                </a:stretch>
              </p:blipFill>
              <p:spPr>
                <a:xfrm>
                  <a:off x="4514900" y="3232547"/>
                  <a:ext cx="104400" cy="208440"/>
                </a:xfrm>
                <a:prstGeom prst="rect">
                  <a:avLst/>
                </a:prstGeom>
              </p:spPr>
            </p:pic>
          </mc:Fallback>
        </mc:AlternateContent>
        <mc:AlternateContent xmlns:mc="http://schemas.openxmlformats.org/markup-compatibility/2006">
          <mc:Choice xmlns:p14="http://schemas.microsoft.com/office/powerpoint/2010/main" Requires="p14">
            <p:contentPart p14:bwMode="auto" r:id="rId150">
              <p14:nvContentPartPr>
                <p14:cNvPr id="116" name="Ink 115">
                  <a:extLst>
                    <a:ext uri="{FF2B5EF4-FFF2-40B4-BE49-F238E27FC236}">
                      <a16:creationId xmlns:a16="http://schemas.microsoft.com/office/drawing/2014/main" id="{6B44F40F-0DF1-B4E6-4EF1-E0F724B87347}"/>
                    </a:ext>
                  </a:extLst>
                </p14:cNvPr>
                <p14:cNvContentPartPr/>
                <p14:nvPr/>
              </p14:nvContentPartPr>
              <p14:xfrm>
                <a:off x="4674020" y="3317867"/>
                <a:ext cx="13320" cy="88200"/>
              </p14:xfrm>
            </p:contentPart>
          </mc:Choice>
          <mc:Fallback>
            <p:pic>
              <p:nvPicPr>
                <p:cNvPr id="116" name="Ink 115">
                  <a:extLst>
                    <a:ext uri="{FF2B5EF4-FFF2-40B4-BE49-F238E27FC236}">
                      <a16:creationId xmlns:a16="http://schemas.microsoft.com/office/drawing/2014/main" id="{6B44F40F-0DF1-B4E6-4EF1-E0F724B87347}"/>
                    </a:ext>
                  </a:extLst>
                </p:cNvPr>
                <p:cNvPicPr/>
                <p:nvPr/>
              </p:nvPicPr>
              <p:blipFill>
                <a:blip r:embed="rId151"/>
                <a:stretch>
                  <a:fillRect/>
                </a:stretch>
              </p:blipFill>
              <p:spPr>
                <a:xfrm>
                  <a:off x="4665020" y="3309227"/>
                  <a:ext cx="30960" cy="105840"/>
                </a:xfrm>
                <a:prstGeom prst="rect">
                  <a:avLst/>
                </a:prstGeom>
              </p:spPr>
            </p:pic>
          </mc:Fallback>
        </mc:AlternateContent>
        <mc:AlternateContent xmlns:mc="http://schemas.openxmlformats.org/markup-compatibility/2006">
          <mc:Choice xmlns:p14="http://schemas.microsoft.com/office/powerpoint/2010/main" Requires="p14">
            <p:contentPart p14:bwMode="auto" r:id="rId152">
              <p14:nvContentPartPr>
                <p14:cNvPr id="117" name="Ink 116">
                  <a:extLst>
                    <a:ext uri="{FF2B5EF4-FFF2-40B4-BE49-F238E27FC236}">
                      <a16:creationId xmlns:a16="http://schemas.microsoft.com/office/drawing/2014/main" id="{F7CE517A-DFD4-B2C6-93CC-99FD54394FCA}"/>
                    </a:ext>
                  </a:extLst>
                </p14:cNvPr>
                <p14:cNvContentPartPr/>
                <p14:nvPr/>
              </p14:nvContentPartPr>
              <p14:xfrm>
                <a:off x="4711460" y="3249107"/>
                <a:ext cx="4680" cy="40320"/>
              </p14:xfrm>
            </p:contentPart>
          </mc:Choice>
          <mc:Fallback>
            <p:pic>
              <p:nvPicPr>
                <p:cNvPr id="117" name="Ink 116">
                  <a:extLst>
                    <a:ext uri="{FF2B5EF4-FFF2-40B4-BE49-F238E27FC236}">
                      <a16:creationId xmlns:a16="http://schemas.microsoft.com/office/drawing/2014/main" id="{F7CE517A-DFD4-B2C6-93CC-99FD54394FCA}"/>
                    </a:ext>
                  </a:extLst>
                </p:cNvPr>
                <p:cNvPicPr/>
                <p:nvPr/>
              </p:nvPicPr>
              <p:blipFill>
                <a:blip r:embed="rId153"/>
                <a:stretch>
                  <a:fillRect/>
                </a:stretch>
              </p:blipFill>
              <p:spPr>
                <a:xfrm>
                  <a:off x="4702820" y="3240467"/>
                  <a:ext cx="22320" cy="57960"/>
                </a:xfrm>
                <a:prstGeom prst="rect">
                  <a:avLst/>
                </a:prstGeom>
              </p:spPr>
            </p:pic>
          </mc:Fallback>
        </mc:AlternateContent>
        <mc:AlternateContent xmlns:mc="http://schemas.openxmlformats.org/markup-compatibility/2006">
          <mc:Choice xmlns:p14="http://schemas.microsoft.com/office/powerpoint/2010/main" Requires="p14">
            <p:contentPart p14:bwMode="auto" r:id="rId154">
              <p14:nvContentPartPr>
                <p14:cNvPr id="118" name="Ink 117">
                  <a:extLst>
                    <a:ext uri="{FF2B5EF4-FFF2-40B4-BE49-F238E27FC236}">
                      <a16:creationId xmlns:a16="http://schemas.microsoft.com/office/drawing/2014/main" id="{BB91668F-790F-7ACC-B7C7-BE00192DC164}"/>
                    </a:ext>
                  </a:extLst>
                </p14:cNvPr>
                <p14:cNvContentPartPr/>
                <p14:nvPr/>
              </p14:nvContentPartPr>
              <p14:xfrm>
                <a:off x="4737020" y="3257747"/>
                <a:ext cx="128880" cy="164520"/>
              </p14:xfrm>
            </p:contentPart>
          </mc:Choice>
          <mc:Fallback>
            <p:pic>
              <p:nvPicPr>
                <p:cNvPr id="118" name="Ink 117">
                  <a:extLst>
                    <a:ext uri="{FF2B5EF4-FFF2-40B4-BE49-F238E27FC236}">
                      <a16:creationId xmlns:a16="http://schemas.microsoft.com/office/drawing/2014/main" id="{BB91668F-790F-7ACC-B7C7-BE00192DC164}"/>
                    </a:ext>
                  </a:extLst>
                </p:cNvPr>
                <p:cNvPicPr/>
                <p:nvPr/>
              </p:nvPicPr>
              <p:blipFill>
                <a:blip r:embed="rId155"/>
                <a:stretch>
                  <a:fillRect/>
                </a:stretch>
              </p:blipFill>
              <p:spPr>
                <a:xfrm>
                  <a:off x="4728380" y="3249107"/>
                  <a:ext cx="146520" cy="182160"/>
                </a:xfrm>
                <a:prstGeom prst="rect">
                  <a:avLst/>
                </a:prstGeom>
              </p:spPr>
            </p:pic>
          </mc:Fallback>
        </mc:AlternateContent>
        <mc:AlternateContent xmlns:mc="http://schemas.openxmlformats.org/markup-compatibility/2006">
          <mc:Choice xmlns:p14="http://schemas.microsoft.com/office/powerpoint/2010/main" Requires="p14">
            <p:contentPart p14:bwMode="auto" r:id="rId156">
              <p14:nvContentPartPr>
                <p14:cNvPr id="119" name="Ink 118">
                  <a:extLst>
                    <a:ext uri="{FF2B5EF4-FFF2-40B4-BE49-F238E27FC236}">
                      <a16:creationId xmlns:a16="http://schemas.microsoft.com/office/drawing/2014/main" id="{5D5AD1D2-A951-B519-0570-6A77C74554A2}"/>
                    </a:ext>
                  </a:extLst>
                </p14:cNvPr>
                <p14:cNvContentPartPr/>
                <p14:nvPr/>
              </p14:nvContentPartPr>
              <p14:xfrm>
                <a:off x="4920620" y="3298787"/>
                <a:ext cx="49320" cy="96120"/>
              </p14:xfrm>
            </p:contentPart>
          </mc:Choice>
          <mc:Fallback>
            <p:pic>
              <p:nvPicPr>
                <p:cNvPr id="119" name="Ink 118">
                  <a:extLst>
                    <a:ext uri="{FF2B5EF4-FFF2-40B4-BE49-F238E27FC236}">
                      <a16:creationId xmlns:a16="http://schemas.microsoft.com/office/drawing/2014/main" id="{5D5AD1D2-A951-B519-0570-6A77C74554A2}"/>
                    </a:ext>
                  </a:extLst>
                </p:cNvPr>
                <p:cNvPicPr/>
                <p:nvPr/>
              </p:nvPicPr>
              <p:blipFill>
                <a:blip r:embed="rId157"/>
                <a:stretch>
                  <a:fillRect/>
                </a:stretch>
              </p:blipFill>
              <p:spPr>
                <a:xfrm>
                  <a:off x="4911620" y="3290147"/>
                  <a:ext cx="66960" cy="113760"/>
                </a:xfrm>
                <a:prstGeom prst="rect">
                  <a:avLst/>
                </a:prstGeom>
              </p:spPr>
            </p:pic>
          </mc:Fallback>
        </mc:AlternateContent>
        <mc:AlternateContent xmlns:mc="http://schemas.openxmlformats.org/markup-compatibility/2006">
          <mc:Choice xmlns:p14="http://schemas.microsoft.com/office/powerpoint/2010/main" Requires="p14">
            <p:contentPart p14:bwMode="auto" r:id="rId158">
              <p14:nvContentPartPr>
                <p14:cNvPr id="120" name="Ink 119">
                  <a:extLst>
                    <a:ext uri="{FF2B5EF4-FFF2-40B4-BE49-F238E27FC236}">
                      <a16:creationId xmlns:a16="http://schemas.microsoft.com/office/drawing/2014/main" id="{21A0276C-6683-99FD-BF3E-2BF7337BC660}"/>
                    </a:ext>
                  </a:extLst>
                </p14:cNvPr>
                <p14:cNvContentPartPr/>
                <p14:nvPr/>
              </p14:nvContentPartPr>
              <p14:xfrm>
                <a:off x="4905860" y="3310307"/>
                <a:ext cx="68400" cy="86760"/>
              </p14:xfrm>
            </p:contentPart>
          </mc:Choice>
          <mc:Fallback>
            <p:pic>
              <p:nvPicPr>
                <p:cNvPr id="120" name="Ink 119">
                  <a:extLst>
                    <a:ext uri="{FF2B5EF4-FFF2-40B4-BE49-F238E27FC236}">
                      <a16:creationId xmlns:a16="http://schemas.microsoft.com/office/drawing/2014/main" id="{21A0276C-6683-99FD-BF3E-2BF7337BC660}"/>
                    </a:ext>
                  </a:extLst>
                </p:cNvPr>
                <p:cNvPicPr/>
                <p:nvPr/>
              </p:nvPicPr>
              <p:blipFill>
                <a:blip r:embed="rId159"/>
                <a:stretch>
                  <a:fillRect/>
                </a:stretch>
              </p:blipFill>
              <p:spPr>
                <a:xfrm>
                  <a:off x="4897220" y="3301307"/>
                  <a:ext cx="86040" cy="104400"/>
                </a:xfrm>
                <a:prstGeom prst="rect">
                  <a:avLst/>
                </a:prstGeom>
              </p:spPr>
            </p:pic>
          </mc:Fallback>
        </mc:AlternateContent>
        <mc:AlternateContent xmlns:mc="http://schemas.openxmlformats.org/markup-compatibility/2006">
          <mc:Choice xmlns:p14="http://schemas.microsoft.com/office/powerpoint/2010/main" Requires="p14">
            <p:contentPart p14:bwMode="auto" r:id="rId160">
              <p14:nvContentPartPr>
                <p14:cNvPr id="121" name="Ink 120">
                  <a:extLst>
                    <a:ext uri="{FF2B5EF4-FFF2-40B4-BE49-F238E27FC236}">
                      <a16:creationId xmlns:a16="http://schemas.microsoft.com/office/drawing/2014/main" id="{30103AEE-BAC0-3097-844C-5CDF4038E35B}"/>
                    </a:ext>
                  </a:extLst>
                </p14:cNvPr>
                <p14:cNvContentPartPr/>
                <p14:nvPr/>
              </p14:nvContentPartPr>
              <p14:xfrm>
                <a:off x="5038340" y="3224987"/>
                <a:ext cx="134280" cy="209520"/>
              </p14:xfrm>
            </p:contentPart>
          </mc:Choice>
          <mc:Fallback>
            <p:pic>
              <p:nvPicPr>
                <p:cNvPr id="121" name="Ink 120">
                  <a:extLst>
                    <a:ext uri="{FF2B5EF4-FFF2-40B4-BE49-F238E27FC236}">
                      <a16:creationId xmlns:a16="http://schemas.microsoft.com/office/drawing/2014/main" id="{30103AEE-BAC0-3097-844C-5CDF4038E35B}"/>
                    </a:ext>
                  </a:extLst>
                </p:cNvPr>
                <p:cNvPicPr/>
                <p:nvPr/>
              </p:nvPicPr>
              <p:blipFill>
                <a:blip r:embed="rId161"/>
                <a:stretch>
                  <a:fillRect/>
                </a:stretch>
              </p:blipFill>
              <p:spPr>
                <a:xfrm>
                  <a:off x="5029340" y="3215987"/>
                  <a:ext cx="151920" cy="227160"/>
                </a:xfrm>
                <a:prstGeom prst="rect">
                  <a:avLst/>
                </a:prstGeom>
              </p:spPr>
            </p:pic>
          </mc:Fallback>
        </mc:AlternateContent>
        <mc:AlternateContent xmlns:mc="http://schemas.openxmlformats.org/markup-compatibility/2006">
          <mc:Choice xmlns:p14="http://schemas.microsoft.com/office/powerpoint/2010/main" Requires="p14">
            <p:contentPart p14:bwMode="auto" r:id="rId162">
              <p14:nvContentPartPr>
                <p14:cNvPr id="122" name="Ink 121">
                  <a:extLst>
                    <a:ext uri="{FF2B5EF4-FFF2-40B4-BE49-F238E27FC236}">
                      <a16:creationId xmlns:a16="http://schemas.microsoft.com/office/drawing/2014/main" id="{6C831720-3EE6-CA10-17F0-13AE203D4EFB}"/>
                    </a:ext>
                  </a:extLst>
                </p14:cNvPr>
                <p14:cNvContentPartPr/>
                <p14:nvPr/>
              </p14:nvContentPartPr>
              <p14:xfrm>
                <a:off x="5299700" y="3348467"/>
                <a:ext cx="33840" cy="24120"/>
              </p14:xfrm>
            </p:contentPart>
          </mc:Choice>
          <mc:Fallback>
            <p:pic>
              <p:nvPicPr>
                <p:cNvPr id="122" name="Ink 121">
                  <a:extLst>
                    <a:ext uri="{FF2B5EF4-FFF2-40B4-BE49-F238E27FC236}">
                      <a16:creationId xmlns:a16="http://schemas.microsoft.com/office/drawing/2014/main" id="{6C831720-3EE6-CA10-17F0-13AE203D4EFB}"/>
                    </a:ext>
                  </a:extLst>
                </p:cNvPr>
                <p:cNvPicPr/>
                <p:nvPr/>
              </p:nvPicPr>
              <p:blipFill>
                <a:blip r:embed="rId163"/>
                <a:stretch>
                  <a:fillRect/>
                </a:stretch>
              </p:blipFill>
              <p:spPr>
                <a:xfrm>
                  <a:off x="5291060" y="3339467"/>
                  <a:ext cx="51480" cy="41760"/>
                </a:xfrm>
                <a:prstGeom prst="rect">
                  <a:avLst/>
                </a:prstGeom>
              </p:spPr>
            </p:pic>
          </mc:Fallback>
        </mc:AlternateContent>
        <mc:AlternateContent xmlns:mc="http://schemas.openxmlformats.org/markup-compatibility/2006">
          <mc:Choice xmlns:p14="http://schemas.microsoft.com/office/powerpoint/2010/main" Requires="p14">
            <p:contentPart p14:bwMode="auto" r:id="rId164">
              <p14:nvContentPartPr>
                <p14:cNvPr id="123" name="Ink 122">
                  <a:extLst>
                    <a:ext uri="{FF2B5EF4-FFF2-40B4-BE49-F238E27FC236}">
                      <a16:creationId xmlns:a16="http://schemas.microsoft.com/office/drawing/2014/main" id="{6D77BCCD-1259-2CF5-BF18-4D8ABCE5FBC7}"/>
                    </a:ext>
                  </a:extLst>
                </p14:cNvPr>
                <p14:cNvContentPartPr/>
                <p14:nvPr/>
              </p14:nvContentPartPr>
              <p14:xfrm>
                <a:off x="5457020" y="3248387"/>
                <a:ext cx="142200" cy="208800"/>
              </p14:xfrm>
            </p:contentPart>
          </mc:Choice>
          <mc:Fallback>
            <p:pic>
              <p:nvPicPr>
                <p:cNvPr id="123" name="Ink 122">
                  <a:extLst>
                    <a:ext uri="{FF2B5EF4-FFF2-40B4-BE49-F238E27FC236}">
                      <a16:creationId xmlns:a16="http://schemas.microsoft.com/office/drawing/2014/main" id="{6D77BCCD-1259-2CF5-BF18-4D8ABCE5FBC7}"/>
                    </a:ext>
                  </a:extLst>
                </p:cNvPr>
                <p:cNvPicPr/>
                <p:nvPr/>
              </p:nvPicPr>
              <p:blipFill>
                <a:blip r:embed="rId165"/>
                <a:stretch>
                  <a:fillRect/>
                </a:stretch>
              </p:blipFill>
              <p:spPr>
                <a:xfrm>
                  <a:off x="5448380" y="3239747"/>
                  <a:ext cx="159840" cy="226440"/>
                </a:xfrm>
                <a:prstGeom prst="rect">
                  <a:avLst/>
                </a:prstGeom>
              </p:spPr>
            </p:pic>
          </mc:Fallback>
        </mc:AlternateContent>
        <mc:AlternateContent xmlns:mc="http://schemas.openxmlformats.org/markup-compatibility/2006">
          <mc:Choice xmlns:p14="http://schemas.microsoft.com/office/powerpoint/2010/main" Requires="p14">
            <p:contentPart p14:bwMode="auto" r:id="rId166">
              <p14:nvContentPartPr>
                <p14:cNvPr id="124" name="Ink 123">
                  <a:extLst>
                    <a:ext uri="{FF2B5EF4-FFF2-40B4-BE49-F238E27FC236}">
                      <a16:creationId xmlns:a16="http://schemas.microsoft.com/office/drawing/2014/main" id="{08BC58AA-B936-6319-9092-347C6CA71692}"/>
                    </a:ext>
                  </a:extLst>
                </p14:cNvPr>
                <p14:cNvContentPartPr/>
                <p14:nvPr/>
              </p14:nvContentPartPr>
              <p14:xfrm>
                <a:off x="5664020" y="3207347"/>
                <a:ext cx="28440" cy="155880"/>
              </p14:xfrm>
            </p:contentPart>
          </mc:Choice>
          <mc:Fallback>
            <p:pic>
              <p:nvPicPr>
                <p:cNvPr id="124" name="Ink 123">
                  <a:extLst>
                    <a:ext uri="{FF2B5EF4-FFF2-40B4-BE49-F238E27FC236}">
                      <a16:creationId xmlns:a16="http://schemas.microsoft.com/office/drawing/2014/main" id="{08BC58AA-B936-6319-9092-347C6CA71692}"/>
                    </a:ext>
                  </a:extLst>
                </p:cNvPr>
                <p:cNvPicPr/>
                <p:nvPr/>
              </p:nvPicPr>
              <p:blipFill>
                <a:blip r:embed="rId167"/>
                <a:stretch>
                  <a:fillRect/>
                </a:stretch>
              </p:blipFill>
              <p:spPr>
                <a:xfrm>
                  <a:off x="5655380" y="3198347"/>
                  <a:ext cx="46080" cy="173520"/>
                </a:xfrm>
                <a:prstGeom prst="rect">
                  <a:avLst/>
                </a:prstGeom>
              </p:spPr>
            </p:pic>
          </mc:Fallback>
        </mc:AlternateContent>
        <mc:AlternateContent xmlns:mc="http://schemas.openxmlformats.org/markup-compatibility/2006">
          <mc:Choice xmlns:p14="http://schemas.microsoft.com/office/powerpoint/2010/main" Requires="p14">
            <p:contentPart p14:bwMode="auto" r:id="rId168">
              <p14:nvContentPartPr>
                <p14:cNvPr id="125" name="Ink 124">
                  <a:extLst>
                    <a:ext uri="{FF2B5EF4-FFF2-40B4-BE49-F238E27FC236}">
                      <a16:creationId xmlns:a16="http://schemas.microsoft.com/office/drawing/2014/main" id="{566CB43E-E36E-3AD1-101B-81B50CD37F34}"/>
                    </a:ext>
                  </a:extLst>
                </p14:cNvPr>
                <p14:cNvContentPartPr/>
                <p14:nvPr/>
              </p14:nvContentPartPr>
              <p14:xfrm>
                <a:off x="5663300" y="3276467"/>
                <a:ext cx="281160" cy="246960"/>
              </p14:xfrm>
            </p:contentPart>
          </mc:Choice>
          <mc:Fallback>
            <p:pic>
              <p:nvPicPr>
                <p:cNvPr id="125" name="Ink 124">
                  <a:extLst>
                    <a:ext uri="{FF2B5EF4-FFF2-40B4-BE49-F238E27FC236}">
                      <a16:creationId xmlns:a16="http://schemas.microsoft.com/office/drawing/2014/main" id="{566CB43E-E36E-3AD1-101B-81B50CD37F34}"/>
                    </a:ext>
                  </a:extLst>
                </p:cNvPr>
                <p:cNvPicPr/>
                <p:nvPr/>
              </p:nvPicPr>
              <p:blipFill>
                <a:blip r:embed="rId169"/>
                <a:stretch>
                  <a:fillRect/>
                </a:stretch>
              </p:blipFill>
              <p:spPr>
                <a:xfrm>
                  <a:off x="5654300" y="3267827"/>
                  <a:ext cx="298800" cy="264600"/>
                </a:xfrm>
                <a:prstGeom prst="rect">
                  <a:avLst/>
                </a:prstGeom>
              </p:spPr>
            </p:pic>
          </mc:Fallback>
        </mc:AlternateContent>
        <mc:AlternateContent xmlns:mc="http://schemas.openxmlformats.org/markup-compatibility/2006">
          <mc:Choice xmlns:p14="http://schemas.microsoft.com/office/powerpoint/2010/main" Requires="p14">
            <p:contentPart p14:bwMode="auto" r:id="rId170">
              <p14:nvContentPartPr>
                <p14:cNvPr id="177" name="Ink 176">
                  <a:extLst>
                    <a:ext uri="{FF2B5EF4-FFF2-40B4-BE49-F238E27FC236}">
                      <a16:creationId xmlns:a16="http://schemas.microsoft.com/office/drawing/2014/main" id="{82609A23-7E28-4DAB-CAA5-1649BC60E137}"/>
                    </a:ext>
                  </a:extLst>
                </p14:cNvPr>
                <p14:cNvContentPartPr/>
                <p14:nvPr/>
              </p14:nvContentPartPr>
              <p14:xfrm>
                <a:off x="5227340" y="2338307"/>
                <a:ext cx="144000" cy="180720"/>
              </p14:xfrm>
            </p:contentPart>
          </mc:Choice>
          <mc:Fallback>
            <p:pic>
              <p:nvPicPr>
                <p:cNvPr id="177" name="Ink 176">
                  <a:extLst>
                    <a:ext uri="{FF2B5EF4-FFF2-40B4-BE49-F238E27FC236}">
                      <a16:creationId xmlns:a16="http://schemas.microsoft.com/office/drawing/2014/main" id="{82609A23-7E28-4DAB-CAA5-1649BC60E137}"/>
                    </a:ext>
                  </a:extLst>
                </p:cNvPr>
                <p:cNvPicPr/>
                <p:nvPr/>
              </p:nvPicPr>
              <p:blipFill>
                <a:blip r:embed="rId171"/>
                <a:stretch>
                  <a:fillRect/>
                </a:stretch>
              </p:blipFill>
              <p:spPr>
                <a:xfrm>
                  <a:off x="5218340" y="2329667"/>
                  <a:ext cx="161640" cy="198360"/>
                </a:xfrm>
                <a:prstGeom prst="rect">
                  <a:avLst/>
                </a:prstGeom>
              </p:spPr>
            </p:pic>
          </mc:Fallback>
        </mc:AlternateContent>
        <mc:AlternateContent xmlns:mc="http://schemas.openxmlformats.org/markup-compatibility/2006">
          <mc:Choice xmlns:p14="http://schemas.microsoft.com/office/powerpoint/2010/main" Requires="p14">
            <p:contentPart p14:bwMode="auto" r:id="rId172">
              <p14:nvContentPartPr>
                <p14:cNvPr id="178" name="Ink 177">
                  <a:extLst>
                    <a:ext uri="{FF2B5EF4-FFF2-40B4-BE49-F238E27FC236}">
                      <a16:creationId xmlns:a16="http://schemas.microsoft.com/office/drawing/2014/main" id="{59F9B3E1-A7C4-63C1-2A84-6BA02EF9096B}"/>
                    </a:ext>
                  </a:extLst>
                </p14:cNvPr>
                <p14:cNvContentPartPr/>
                <p14:nvPr/>
              </p14:nvContentPartPr>
              <p14:xfrm>
                <a:off x="5381420" y="2402027"/>
                <a:ext cx="88920" cy="87120"/>
              </p14:xfrm>
            </p:contentPart>
          </mc:Choice>
          <mc:Fallback>
            <p:pic>
              <p:nvPicPr>
                <p:cNvPr id="178" name="Ink 177">
                  <a:extLst>
                    <a:ext uri="{FF2B5EF4-FFF2-40B4-BE49-F238E27FC236}">
                      <a16:creationId xmlns:a16="http://schemas.microsoft.com/office/drawing/2014/main" id="{59F9B3E1-A7C4-63C1-2A84-6BA02EF9096B}"/>
                    </a:ext>
                  </a:extLst>
                </p:cNvPr>
                <p:cNvPicPr/>
                <p:nvPr/>
              </p:nvPicPr>
              <p:blipFill>
                <a:blip r:embed="rId173"/>
                <a:stretch>
                  <a:fillRect/>
                </a:stretch>
              </p:blipFill>
              <p:spPr>
                <a:xfrm>
                  <a:off x="5372420" y="2393387"/>
                  <a:ext cx="106560" cy="104760"/>
                </a:xfrm>
                <a:prstGeom prst="rect">
                  <a:avLst/>
                </a:prstGeom>
              </p:spPr>
            </p:pic>
          </mc:Fallback>
        </mc:AlternateContent>
        <mc:AlternateContent xmlns:mc="http://schemas.openxmlformats.org/markup-compatibility/2006">
          <mc:Choice xmlns:p14="http://schemas.microsoft.com/office/powerpoint/2010/main" Requires="p14">
            <p:contentPart p14:bwMode="auto" r:id="rId174">
              <p14:nvContentPartPr>
                <p14:cNvPr id="179" name="Ink 178">
                  <a:extLst>
                    <a:ext uri="{FF2B5EF4-FFF2-40B4-BE49-F238E27FC236}">
                      <a16:creationId xmlns:a16="http://schemas.microsoft.com/office/drawing/2014/main" id="{D4854F6E-79A5-040D-4A98-6D07C1737B03}"/>
                    </a:ext>
                  </a:extLst>
                </p14:cNvPr>
                <p14:cNvContentPartPr/>
                <p14:nvPr/>
              </p14:nvContentPartPr>
              <p14:xfrm>
                <a:off x="5499500" y="2418227"/>
                <a:ext cx="83880" cy="100800"/>
              </p14:xfrm>
            </p:contentPart>
          </mc:Choice>
          <mc:Fallback>
            <p:pic>
              <p:nvPicPr>
                <p:cNvPr id="179" name="Ink 178">
                  <a:extLst>
                    <a:ext uri="{FF2B5EF4-FFF2-40B4-BE49-F238E27FC236}">
                      <a16:creationId xmlns:a16="http://schemas.microsoft.com/office/drawing/2014/main" id="{D4854F6E-79A5-040D-4A98-6D07C1737B03}"/>
                    </a:ext>
                  </a:extLst>
                </p:cNvPr>
                <p:cNvPicPr/>
                <p:nvPr/>
              </p:nvPicPr>
              <p:blipFill>
                <a:blip r:embed="rId175"/>
                <a:stretch>
                  <a:fillRect/>
                </a:stretch>
              </p:blipFill>
              <p:spPr>
                <a:xfrm>
                  <a:off x="5490860" y="2409587"/>
                  <a:ext cx="101520" cy="118440"/>
                </a:xfrm>
                <a:prstGeom prst="rect">
                  <a:avLst/>
                </a:prstGeom>
              </p:spPr>
            </p:pic>
          </mc:Fallback>
        </mc:AlternateContent>
        <mc:AlternateContent xmlns:mc="http://schemas.openxmlformats.org/markup-compatibility/2006">
          <mc:Choice xmlns:p14="http://schemas.microsoft.com/office/powerpoint/2010/main" Requires="p14">
            <p:contentPart p14:bwMode="auto" r:id="rId176">
              <p14:nvContentPartPr>
                <p14:cNvPr id="180" name="Ink 179">
                  <a:extLst>
                    <a:ext uri="{FF2B5EF4-FFF2-40B4-BE49-F238E27FC236}">
                      <a16:creationId xmlns:a16="http://schemas.microsoft.com/office/drawing/2014/main" id="{623721EE-A1B1-05D4-C09B-C4BAFFD0ABD1}"/>
                    </a:ext>
                  </a:extLst>
                </p14:cNvPr>
                <p14:cNvContentPartPr/>
                <p14:nvPr/>
              </p14:nvContentPartPr>
              <p14:xfrm>
                <a:off x="5631260" y="2392307"/>
                <a:ext cx="85320" cy="170640"/>
              </p14:xfrm>
            </p:contentPart>
          </mc:Choice>
          <mc:Fallback>
            <p:pic>
              <p:nvPicPr>
                <p:cNvPr id="180" name="Ink 179">
                  <a:extLst>
                    <a:ext uri="{FF2B5EF4-FFF2-40B4-BE49-F238E27FC236}">
                      <a16:creationId xmlns:a16="http://schemas.microsoft.com/office/drawing/2014/main" id="{623721EE-A1B1-05D4-C09B-C4BAFFD0ABD1}"/>
                    </a:ext>
                  </a:extLst>
                </p:cNvPr>
                <p:cNvPicPr/>
                <p:nvPr/>
              </p:nvPicPr>
              <p:blipFill>
                <a:blip r:embed="rId177"/>
                <a:stretch>
                  <a:fillRect/>
                </a:stretch>
              </p:blipFill>
              <p:spPr>
                <a:xfrm>
                  <a:off x="5622620" y="2383667"/>
                  <a:ext cx="102960" cy="188280"/>
                </a:xfrm>
                <a:prstGeom prst="rect">
                  <a:avLst/>
                </a:prstGeom>
              </p:spPr>
            </p:pic>
          </mc:Fallback>
        </mc:AlternateContent>
        <mc:AlternateContent xmlns:mc="http://schemas.openxmlformats.org/markup-compatibility/2006">
          <mc:Choice xmlns:p14="http://schemas.microsoft.com/office/powerpoint/2010/main" Requires="p14">
            <p:contentPart p14:bwMode="auto" r:id="rId178">
              <p14:nvContentPartPr>
                <p14:cNvPr id="183" name="Ink 182">
                  <a:extLst>
                    <a:ext uri="{FF2B5EF4-FFF2-40B4-BE49-F238E27FC236}">
                      <a16:creationId xmlns:a16="http://schemas.microsoft.com/office/drawing/2014/main" id="{5C00D7AA-7C69-9E84-F1B6-57E3DBF09473}"/>
                    </a:ext>
                  </a:extLst>
                </p14:cNvPr>
                <p14:cNvContentPartPr/>
                <p14:nvPr/>
              </p14:nvContentPartPr>
              <p14:xfrm>
                <a:off x="5824940" y="2419307"/>
                <a:ext cx="142920" cy="6480"/>
              </p14:xfrm>
            </p:contentPart>
          </mc:Choice>
          <mc:Fallback>
            <p:pic>
              <p:nvPicPr>
                <p:cNvPr id="183" name="Ink 182">
                  <a:extLst>
                    <a:ext uri="{FF2B5EF4-FFF2-40B4-BE49-F238E27FC236}">
                      <a16:creationId xmlns:a16="http://schemas.microsoft.com/office/drawing/2014/main" id="{5C00D7AA-7C69-9E84-F1B6-57E3DBF09473}"/>
                    </a:ext>
                  </a:extLst>
                </p:cNvPr>
                <p:cNvPicPr/>
                <p:nvPr/>
              </p:nvPicPr>
              <p:blipFill>
                <a:blip r:embed="rId179"/>
                <a:stretch>
                  <a:fillRect/>
                </a:stretch>
              </p:blipFill>
              <p:spPr>
                <a:xfrm>
                  <a:off x="5816300" y="2410667"/>
                  <a:ext cx="160560" cy="24120"/>
                </a:xfrm>
                <a:prstGeom prst="rect">
                  <a:avLst/>
                </a:prstGeom>
              </p:spPr>
            </p:pic>
          </mc:Fallback>
        </mc:AlternateContent>
        <mc:AlternateContent xmlns:mc="http://schemas.openxmlformats.org/markup-compatibility/2006">
          <mc:Choice xmlns:p14="http://schemas.microsoft.com/office/powerpoint/2010/main" Requires="p14">
            <p:contentPart p14:bwMode="auto" r:id="rId180">
              <p14:nvContentPartPr>
                <p14:cNvPr id="184" name="Ink 183">
                  <a:extLst>
                    <a:ext uri="{FF2B5EF4-FFF2-40B4-BE49-F238E27FC236}">
                      <a16:creationId xmlns:a16="http://schemas.microsoft.com/office/drawing/2014/main" id="{5D2CFF00-54FA-5096-FF86-9D5A70926AB1}"/>
                    </a:ext>
                  </a:extLst>
                </p14:cNvPr>
                <p14:cNvContentPartPr/>
                <p14:nvPr/>
              </p14:nvContentPartPr>
              <p14:xfrm>
                <a:off x="5929340" y="2377547"/>
                <a:ext cx="50400" cy="90720"/>
              </p14:xfrm>
            </p:contentPart>
          </mc:Choice>
          <mc:Fallback>
            <p:pic>
              <p:nvPicPr>
                <p:cNvPr id="184" name="Ink 183">
                  <a:extLst>
                    <a:ext uri="{FF2B5EF4-FFF2-40B4-BE49-F238E27FC236}">
                      <a16:creationId xmlns:a16="http://schemas.microsoft.com/office/drawing/2014/main" id="{5D2CFF00-54FA-5096-FF86-9D5A70926AB1}"/>
                    </a:ext>
                  </a:extLst>
                </p:cNvPr>
                <p:cNvPicPr/>
                <p:nvPr/>
              </p:nvPicPr>
              <p:blipFill>
                <a:blip r:embed="rId181"/>
                <a:stretch>
                  <a:fillRect/>
                </a:stretch>
              </p:blipFill>
              <p:spPr>
                <a:xfrm>
                  <a:off x="5920700" y="2368547"/>
                  <a:ext cx="68040" cy="108360"/>
                </a:xfrm>
                <a:prstGeom prst="rect">
                  <a:avLst/>
                </a:prstGeom>
              </p:spPr>
            </p:pic>
          </mc:Fallback>
        </mc:AlternateContent>
        <mc:AlternateContent xmlns:mc="http://schemas.openxmlformats.org/markup-compatibility/2006">
          <mc:Choice xmlns:p14="http://schemas.microsoft.com/office/powerpoint/2010/main" Requires="p14">
            <p:contentPart p14:bwMode="auto" r:id="rId182">
              <p14:nvContentPartPr>
                <p14:cNvPr id="185" name="Ink 184">
                  <a:extLst>
                    <a:ext uri="{FF2B5EF4-FFF2-40B4-BE49-F238E27FC236}">
                      <a16:creationId xmlns:a16="http://schemas.microsoft.com/office/drawing/2014/main" id="{96482256-C01C-BDCA-2B16-A206C92F8D38}"/>
                    </a:ext>
                  </a:extLst>
                </p14:cNvPr>
                <p14:cNvContentPartPr/>
                <p14:nvPr/>
              </p14:nvContentPartPr>
              <p14:xfrm>
                <a:off x="6152180" y="2387627"/>
                <a:ext cx="43200" cy="108000"/>
              </p14:xfrm>
            </p:contentPart>
          </mc:Choice>
          <mc:Fallback>
            <p:pic>
              <p:nvPicPr>
                <p:cNvPr id="185" name="Ink 184">
                  <a:extLst>
                    <a:ext uri="{FF2B5EF4-FFF2-40B4-BE49-F238E27FC236}">
                      <a16:creationId xmlns:a16="http://schemas.microsoft.com/office/drawing/2014/main" id="{96482256-C01C-BDCA-2B16-A206C92F8D38}"/>
                    </a:ext>
                  </a:extLst>
                </p:cNvPr>
                <p:cNvPicPr/>
                <p:nvPr/>
              </p:nvPicPr>
              <p:blipFill>
                <a:blip r:embed="rId183"/>
                <a:stretch>
                  <a:fillRect/>
                </a:stretch>
              </p:blipFill>
              <p:spPr>
                <a:xfrm>
                  <a:off x="6143540" y="2378987"/>
                  <a:ext cx="60840" cy="125640"/>
                </a:xfrm>
                <a:prstGeom prst="rect">
                  <a:avLst/>
                </a:prstGeom>
              </p:spPr>
            </p:pic>
          </mc:Fallback>
        </mc:AlternateContent>
        <mc:AlternateContent xmlns:mc="http://schemas.openxmlformats.org/markup-compatibility/2006">
          <mc:Choice xmlns:p14="http://schemas.microsoft.com/office/powerpoint/2010/main" Requires="p14">
            <p:contentPart p14:bwMode="auto" r:id="rId184">
              <p14:nvContentPartPr>
                <p14:cNvPr id="186" name="Ink 185">
                  <a:extLst>
                    <a:ext uri="{FF2B5EF4-FFF2-40B4-BE49-F238E27FC236}">
                      <a16:creationId xmlns:a16="http://schemas.microsoft.com/office/drawing/2014/main" id="{C0A75AAD-6E6E-CC3F-5A1F-B0112916D56F}"/>
                    </a:ext>
                  </a:extLst>
                </p14:cNvPr>
                <p14:cNvContentPartPr/>
                <p14:nvPr/>
              </p14:nvContentPartPr>
              <p14:xfrm>
                <a:off x="6169100" y="2291147"/>
                <a:ext cx="11520" cy="16200"/>
              </p14:xfrm>
            </p:contentPart>
          </mc:Choice>
          <mc:Fallback>
            <p:pic>
              <p:nvPicPr>
                <p:cNvPr id="186" name="Ink 185">
                  <a:extLst>
                    <a:ext uri="{FF2B5EF4-FFF2-40B4-BE49-F238E27FC236}">
                      <a16:creationId xmlns:a16="http://schemas.microsoft.com/office/drawing/2014/main" id="{C0A75AAD-6E6E-CC3F-5A1F-B0112916D56F}"/>
                    </a:ext>
                  </a:extLst>
                </p:cNvPr>
                <p:cNvPicPr/>
                <p:nvPr/>
              </p:nvPicPr>
              <p:blipFill>
                <a:blip r:embed="rId185"/>
                <a:stretch>
                  <a:fillRect/>
                </a:stretch>
              </p:blipFill>
              <p:spPr>
                <a:xfrm>
                  <a:off x="6160100" y="2282147"/>
                  <a:ext cx="29160" cy="33840"/>
                </a:xfrm>
                <a:prstGeom prst="rect">
                  <a:avLst/>
                </a:prstGeom>
              </p:spPr>
            </p:pic>
          </mc:Fallback>
        </mc:AlternateContent>
        <mc:AlternateContent xmlns:mc="http://schemas.openxmlformats.org/markup-compatibility/2006">
          <mc:Choice xmlns:p14="http://schemas.microsoft.com/office/powerpoint/2010/main" Requires="p14">
            <p:contentPart p14:bwMode="auto" r:id="rId186">
              <p14:nvContentPartPr>
                <p14:cNvPr id="187" name="Ink 186">
                  <a:extLst>
                    <a:ext uri="{FF2B5EF4-FFF2-40B4-BE49-F238E27FC236}">
                      <a16:creationId xmlns:a16="http://schemas.microsoft.com/office/drawing/2014/main" id="{7B05E916-02C3-D330-FF9A-124CF77A489B}"/>
                    </a:ext>
                  </a:extLst>
                </p14:cNvPr>
                <p14:cNvContentPartPr/>
                <p14:nvPr/>
              </p14:nvContentPartPr>
              <p14:xfrm>
                <a:off x="6235340" y="2352707"/>
                <a:ext cx="11160" cy="114120"/>
              </p14:xfrm>
            </p:contentPart>
          </mc:Choice>
          <mc:Fallback>
            <p:pic>
              <p:nvPicPr>
                <p:cNvPr id="187" name="Ink 186">
                  <a:extLst>
                    <a:ext uri="{FF2B5EF4-FFF2-40B4-BE49-F238E27FC236}">
                      <a16:creationId xmlns:a16="http://schemas.microsoft.com/office/drawing/2014/main" id="{7B05E916-02C3-D330-FF9A-124CF77A489B}"/>
                    </a:ext>
                  </a:extLst>
                </p:cNvPr>
                <p:cNvPicPr/>
                <p:nvPr/>
              </p:nvPicPr>
              <p:blipFill>
                <a:blip r:embed="rId187"/>
                <a:stretch>
                  <a:fillRect/>
                </a:stretch>
              </p:blipFill>
              <p:spPr>
                <a:xfrm>
                  <a:off x="6226700" y="2343707"/>
                  <a:ext cx="28800" cy="131760"/>
                </a:xfrm>
                <a:prstGeom prst="rect">
                  <a:avLst/>
                </a:prstGeom>
              </p:spPr>
            </p:pic>
          </mc:Fallback>
        </mc:AlternateContent>
        <mc:AlternateContent xmlns:mc="http://schemas.openxmlformats.org/markup-compatibility/2006">
          <mc:Choice xmlns:p14="http://schemas.microsoft.com/office/powerpoint/2010/main" Requires="p14">
            <p:contentPart p14:bwMode="auto" r:id="rId188">
              <p14:nvContentPartPr>
                <p14:cNvPr id="188" name="Ink 187">
                  <a:extLst>
                    <a:ext uri="{FF2B5EF4-FFF2-40B4-BE49-F238E27FC236}">
                      <a16:creationId xmlns:a16="http://schemas.microsoft.com/office/drawing/2014/main" id="{C5602623-EAD7-614A-3B64-282AF4199E45}"/>
                    </a:ext>
                  </a:extLst>
                </p14:cNvPr>
                <p14:cNvContentPartPr/>
                <p14:nvPr/>
              </p14:nvContentPartPr>
              <p14:xfrm>
                <a:off x="6209420" y="2395547"/>
                <a:ext cx="151920" cy="97560"/>
              </p14:xfrm>
            </p:contentPart>
          </mc:Choice>
          <mc:Fallback>
            <p:pic>
              <p:nvPicPr>
                <p:cNvPr id="188" name="Ink 187">
                  <a:extLst>
                    <a:ext uri="{FF2B5EF4-FFF2-40B4-BE49-F238E27FC236}">
                      <a16:creationId xmlns:a16="http://schemas.microsoft.com/office/drawing/2014/main" id="{C5602623-EAD7-614A-3B64-282AF4199E45}"/>
                    </a:ext>
                  </a:extLst>
                </p:cNvPr>
                <p:cNvPicPr/>
                <p:nvPr/>
              </p:nvPicPr>
              <p:blipFill>
                <a:blip r:embed="rId189"/>
                <a:stretch>
                  <a:fillRect/>
                </a:stretch>
              </p:blipFill>
              <p:spPr>
                <a:xfrm>
                  <a:off x="6200780" y="2386907"/>
                  <a:ext cx="169560" cy="115200"/>
                </a:xfrm>
                <a:prstGeom prst="rect">
                  <a:avLst/>
                </a:prstGeom>
              </p:spPr>
            </p:pic>
          </mc:Fallback>
        </mc:AlternateContent>
        <mc:AlternateContent xmlns:mc="http://schemas.openxmlformats.org/markup-compatibility/2006">
          <mc:Choice xmlns:p14="http://schemas.microsoft.com/office/powerpoint/2010/main" Requires="p14">
            <p:contentPart p14:bwMode="auto" r:id="rId190">
              <p14:nvContentPartPr>
                <p14:cNvPr id="189" name="Ink 188">
                  <a:extLst>
                    <a:ext uri="{FF2B5EF4-FFF2-40B4-BE49-F238E27FC236}">
                      <a16:creationId xmlns:a16="http://schemas.microsoft.com/office/drawing/2014/main" id="{E4D57684-6E1D-9925-8229-F816E0D9B5BE}"/>
                    </a:ext>
                  </a:extLst>
                </p14:cNvPr>
                <p14:cNvContentPartPr/>
                <p14:nvPr/>
              </p14:nvContentPartPr>
              <p14:xfrm>
                <a:off x="6400580" y="2414627"/>
                <a:ext cx="153720" cy="86760"/>
              </p14:xfrm>
            </p:contentPart>
          </mc:Choice>
          <mc:Fallback>
            <p:pic>
              <p:nvPicPr>
                <p:cNvPr id="189" name="Ink 188">
                  <a:extLst>
                    <a:ext uri="{FF2B5EF4-FFF2-40B4-BE49-F238E27FC236}">
                      <a16:creationId xmlns:a16="http://schemas.microsoft.com/office/drawing/2014/main" id="{E4D57684-6E1D-9925-8229-F816E0D9B5BE}"/>
                    </a:ext>
                  </a:extLst>
                </p:cNvPr>
                <p:cNvPicPr/>
                <p:nvPr/>
              </p:nvPicPr>
              <p:blipFill>
                <a:blip r:embed="rId191"/>
                <a:stretch>
                  <a:fillRect/>
                </a:stretch>
              </p:blipFill>
              <p:spPr>
                <a:xfrm>
                  <a:off x="6391940" y="2405987"/>
                  <a:ext cx="171360" cy="104400"/>
                </a:xfrm>
                <a:prstGeom prst="rect">
                  <a:avLst/>
                </a:prstGeom>
              </p:spPr>
            </p:pic>
          </mc:Fallback>
        </mc:AlternateContent>
        <mc:AlternateContent xmlns:mc="http://schemas.openxmlformats.org/markup-compatibility/2006">
          <mc:Choice xmlns:p14="http://schemas.microsoft.com/office/powerpoint/2010/main" Requires="p14">
            <p:contentPart p14:bwMode="auto" r:id="rId192">
              <p14:nvContentPartPr>
                <p14:cNvPr id="190" name="Ink 189">
                  <a:extLst>
                    <a:ext uri="{FF2B5EF4-FFF2-40B4-BE49-F238E27FC236}">
                      <a16:creationId xmlns:a16="http://schemas.microsoft.com/office/drawing/2014/main" id="{6376C2BF-2484-3051-0844-7169B4E66F91}"/>
                    </a:ext>
                  </a:extLst>
                </p14:cNvPr>
                <p14:cNvContentPartPr/>
                <p14:nvPr/>
              </p14:nvContentPartPr>
              <p14:xfrm>
                <a:off x="6629180" y="2390507"/>
                <a:ext cx="64800" cy="151200"/>
              </p14:xfrm>
            </p:contentPart>
          </mc:Choice>
          <mc:Fallback>
            <p:pic>
              <p:nvPicPr>
                <p:cNvPr id="190" name="Ink 189">
                  <a:extLst>
                    <a:ext uri="{FF2B5EF4-FFF2-40B4-BE49-F238E27FC236}">
                      <a16:creationId xmlns:a16="http://schemas.microsoft.com/office/drawing/2014/main" id="{6376C2BF-2484-3051-0844-7169B4E66F91}"/>
                    </a:ext>
                  </a:extLst>
                </p:cNvPr>
                <p:cNvPicPr/>
                <p:nvPr/>
              </p:nvPicPr>
              <p:blipFill>
                <a:blip r:embed="rId193"/>
                <a:stretch>
                  <a:fillRect/>
                </a:stretch>
              </p:blipFill>
              <p:spPr>
                <a:xfrm>
                  <a:off x="6620540" y="2381867"/>
                  <a:ext cx="82440" cy="168840"/>
                </a:xfrm>
                <a:prstGeom prst="rect">
                  <a:avLst/>
                </a:prstGeom>
              </p:spPr>
            </p:pic>
          </mc:Fallback>
        </mc:AlternateContent>
        <mc:AlternateContent xmlns:mc="http://schemas.openxmlformats.org/markup-compatibility/2006">
          <mc:Choice xmlns:p14="http://schemas.microsoft.com/office/powerpoint/2010/main" Requires="p14">
            <p:contentPart p14:bwMode="auto" r:id="rId194">
              <p14:nvContentPartPr>
                <p14:cNvPr id="193" name="Ink 192">
                  <a:extLst>
                    <a:ext uri="{FF2B5EF4-FFF2-40B4-BE49-F238E27FC236}">
                      <a16:creationId xmlns:a16="http://schemas.microsoft.com/office/drawing/2014/main" id="{A34F38C3-AF7F-22F8-9740-EE897BD8B5D7}"/>
                    </a:ext>
                  </a:extLst>
                </p14:cNvPr>
                <p14:cNvContentPartPr/>
                <p14:nvPr/>
              </p14:nvContentPartPr>
              <p14:xfrm>
                <a:off x="6087020" y="2353787"/>
                <a:ext cx="35280" cy="180360"/>
              </p14:xfrm>
            </p:contentPart>
          </mc:Choice>
          <mc:Fallback>
            <p:pic>
              <p:nvPicPr>
                <p:cNvPr id="193" name="Ink 192">
                  <a:extLst>
                    <a:ext uri="{FF2B5EF4-FFF2-40B4-BE49-F238E27FC236}">
                      <a16:creationId xmlns:a16="http://schemas.microsoft.com/office/drawing/2014/main" id="{A34F38C3-AF7F-22F8-9740-EE897BD8B5D7}"/>
                    </a:ext>
                  </a:extLst>
                </p:cNvPr>
                <p:cNvPicPr/>
                <p:nvPr/>
              </p:nvPicPr>
              <p:blipFill>
                <a:blip r:embed="rId195"/>
                <a:stretch>
                  <a:fillRect/>
                </a:stretch>
              </p:blipFill>
              <p:spPr>
                <a:xfrm>
                  <a:off x="6078380" y="2344787"/>
                  <a:ext cx="52920" cy="198000"/>
                </a:xfrm>
                <a:prstGeom prst="rect">
                  <a:avLst/>
                </a:prstGeom>
              </p:spPr>
            </p:pic>
          </mc:Fallback>
        </mc:AlternateContent>
        <mc:AlternateContent xmlns:mc="http://schemas.openxmlformats.org/markup-compatibility/2006">
          <mc:Choice xmlns:p14="http://schemas.microsoft.com/office/powerpoint/2010/main" Requires="p14">
            <p:contentPart p14:bwMode="auto" r:id="rId196">
              <p14:nvContentPartPr>
                <p14:cNvPr id="212" name="Ink 211">
                  <a:extLst>
                    <a:ext uri="{FF2B5EF4-FFF2-40B4-BE49-F238E27FC236}">
                      <a16:creationId xmlns:a16="http://schemas.microsoft.com/office/drawing/2014/main" id="{467B5B5E-AF73-5924-BBF0-04A781E43D47}"/>
                    </a:ext>
                  </a:extLst>
                </p14:cNvPr>
                <p14:cNvContentPartPr/>
                <p14:nvPr/>
              </p14:nvContentPartPr>
              <p14:xfrm>
                <a:off x="6607940" y="1705787"/>
                <a:ext cx="14040" cy="33840"/>
              </p14:xfrm>
            </p:contentPart>
          </mc:Choice>
          <mc:Fallback>
            <p:pic>
              <p:nvPicPr>
                <p:cNvPr id="212" name="Ink 211">
                  <a:extLst>
                    <a:ext uri="{FF2B5EF4-FFF2-40B4-BE49-F238E27FC236}">
                      <a16:creationId xmlns:a16="http://schemas.microsoft.com/office/drawing/2014/main" id="{467B5B5E-AF73-5924-BBF0-04A781E43D47}"/>
                    </a:ext>
                  </a:extLst>
                </p:cNvPr>
                <p:cNvPicPr/>
                <p:nvPr/>
              </p:nvPicPr>
              <p:blipFill>
                <a:blip r:embed="rId197"/>
                <a:stretch>
                  <a:fillRect/>
                </a:stretch>
              </p:blipFill>
              <p:spPr>
                <a:xfrm>
                  <a:off x="6599300" y="1697147"/>
                  <a:ext cx="31680" cy="51480"/>
                </a:xfrm>
                <a:prstGeom prst="rect">
                  <a:avLst/>
                </a:prstGeom>
              </p:spPr>
            </p:pic>
          </mc:Fallback>
        </mc:AlternateContent>
        <mc:AlternateContent xmlns:mc="http://schemas.openxmlformats.org/markup-compatibility/2006">
          <mc:Choice xmlns:p14="http://schemas.microsoft.com/office/powerpoint/2010/main" Requires="p14">
            <p:contentPart p14:bwMode="auto" r:id="rId198">
              <p14:nvContentPartPr>
                <p14:cNvPr id="213" name="Ink 212">
                  <a:extLst>
                    <a:ext uri="{FF2B5EF4-FFF2-40B4-BE49-F238E27FC236}">
                      <a16:creationId xmlns:a16="http://schemas.microsoft.com/office/drawing/2014/main" id="{487CA587-F183-3130-3DD1-CED61D641865}"/>
                    </a:ext>
                  </a:extLst>
                </p14:cNvPr>
                <p14:cNvContentPartPr/>
                <p14:nvPr/>
              </p14:nvContentPartPr>
              <p14:xfrm>
                <a:off x="3609500" y="1475027"/>
                <a:ext cx="319320" cy="18000"/>
              </p14:xfrm>
            </p:contentPart>
          </mc:Choice>
          <mc:Fallback>
            <p:pic>
              <p:nvPicPr>
                <p:cNvPr id="213" name="Ink 212">
                  <a:extLst>
                    <a:ext uri="{FF2B5EF4-FFF2-40B4-BE49-F238E27FC236}">
                      <a16:creationId xmlns:a16="http://schemas.microsoft.com/office/drawing/2014/main" id="{487CA587-F183-3130-3DD1-CED61D641865}"/>
                    </a:ext>
                  </a:extLst>
                </p:cNvPr>
                <p:cNvPicPr/>
                <p:nvPr/>
              </p:nvPicPr>
              <p:blipFill>
                <a:blip r:embed="rId199"/>
                <a:stretch>
                  <a:fillRect/>
                </a:stretch>
              </p:blipFill>
              <p:spPr>
                <a:xfrm>
                  <a:off x="3600500" y="1466387"/>
                  <a:ext cx="336960" cy="35640"/>
                </a:xfrm>
                <a:prstGeom prst="rect">
                  <a:avLst/>
                </a:prstGeom>
              </p:spPr>
            </p:pic>
          </mc:Fallback>
        </mc:AlternateContent>
        <mc:AlternateContent xmlns:mc="http://schemas.openxmlformats.org/markup-compatibility/2006">
          <mc:Choice xmlns:p14="http://schemas.microsoft.com/office/powerpoint/2010/main" Requires="p14">
            <p:contentPart p14:bwMode="auto" r:id="rId200">
              <p14:nvContentPartPr>
                <p14:cNvPr id="214" name="Ink 213">
                  <a:extLst>
                    <a:ext uri="{FF2B5EF4-FFF2-40B4-BE49-F238E27FC236}">
                      <a16:creationId xmlns:a16="http://schemas.microsoft.com/office/drawing/2014/main" id="{B7A9118D-5D37-9268-EDDB-55FB9C8833AA}"/>
                    </a:ext>
                  </a:extLst>
                </p14:cNvPr>
                <p14:cNvContentPartPr/>
                <p14:nvPr/>
              </p14:nvContentPartPr>
              <p14:xfrm>
                <a:off x="3579260" y="1427867"/>
                <a:ext cx="150840" cy="127440"/>
              </p14:xfrm>
            </p:contentPart>
          </mc:Choice>
          <mc:Fallback>
            <p:pic>
              <p:nvPicPr>
                <p:cNvPr id="214" name="Ink 213">
                  <a:extLst>
                    <a:ext uri="{FF2B5EF4-FFF2-40B4-BE49-F238E27FC236}">
                      <a16:creationId xmlns:a16="http://schemas.microsoft.com/office/drawing/2014/main" id="{B7A9118D-5D37-9268-EDDB-55FB9C8833AA}"/>
                    </a:ext>
                  </a:extLst>
                </p:cNvPr>
                <p:cNvPicPr/>
                <p:nvPr/>
              </p:nvPicPr>
              <p:blipFill>
                <a:blip r:embed="rId201"/>
                <a:stretch>
                  <a:fillRect/>
                </a:stretch>
              </p:blipFill>
              <p:spPr>
                <a:xfrm>
                  <a:off x="3570620" y="1418867"/>
                  <a:ext cx="168480" cy="145080"/>
                </a:xfrm>
                <a:prstGeom prst="rect">
                  <a:avLst/>
                </a:prstGeom>
              </p:spPr>
            </p:pic>
          </mc:Fallback>
        </mc:AlternateContent>
        <mc:AlternateContent xmlns:mc="http://schemas.openxmlformats.org/markup-compatibility/2006">
          <mc:Choice xmlns:p14="http://schemas.microsoft.com/office/powerpoint/2010/main" Requires="p14">
            <p:contentPart p14:bwMode="auto" r:id="rId202">
              <p14:nvContentPartPr>
                <p14:cNvPr id="215" name="Ink 214">
                  <a:extLst>
                    <a:ext uri="{FF2B5EF4-FFF2-40B4-BE49-F238E27FC236}">
                      <a16:creationId xmlns:a16="http://schemas.microsoft.com/office/drawing/2014/main" id="{A70B4560-015D-AD58-AC4D-B07A2E3706E5}"/>
                    </a:ext>
                  </a:extLst>
                </p14:cNvPr>
                <p14:cNvContentPartPr/>
                <p14:nvPr/>
              </p14:nvContentPartPr>
              <p14:xfrm>
                <a:off x="3656660" y="1739627"/>
                <a:ext cx="294840" cy="23400"/>
              </p14:xfrm>
            </p:contentPart>
          </mc:Choice>
          <mc:Fallback>
            <p:pic>
              <p:nvPicPr>
                <p:cNvPr id="215" name="Ink 214">
                  <a:extLst>
                    <a:ext uri="{FF2B5EF4-FFF2-40B4-BE49-F238E27FC236}">
                      <a16:creationId xmlns:a16="http://schemas.microsoft.com/office/drawing/2014/main" id="{A70B4560-015D-AD58-AC4D-B07A2E3706E5}"/>
                    </a:ext>
                  </a:extLst>
                </p:cNvPr>
                <p:cNvPicPr/>
                <p:nvPr/>
              </p:nvPicPr>
              <p:blipFill>
                <a:blip r:embed="rId203"/>
                <a:stretch>
                  <a:fillRect/>
                </a:stretch>
              </p:blipFill>
              <p:spPr>
                <a:xfrm>
                  <a:off x="3648020" y="1730627"/>
                  <a:ext cx="312480" cy="41040"/>
                </a:xfrm>
                <a:prstGeom prst="rect">
                  <a:avLst/>
                </a:prstGeom>
              </p:spPr>
            </p:pic>
          </mc:Fallback>
        </mc:AlternateContent>
        <mc:AlternateContent xmlns:mc="http://schemas.openxmlformats.org/markup-compatibility/2006">
          <mc:Choice xmlns:p14="http://schemas.microsoft.com/office/powerpoint/2010/main" Requires="p14">
            <p:contentPart p14:bwMode="auto" r:id="rId204">
              <p14:nvContentPartPr>
                <p14:cNvPr id="216" name="Ink 215">
                  <a:extLst>
                    <a:ext uri="{FF2B5EF4-FFF2-40B4-BE49-F238E27FC236}">
                      <a16:creationId xmlns:a16="http://schemas.microsoft.com/office/drawing/2014/main" id="{8A7C761E-8967-55A1-884D-09E5FC5B88DC}"/>
                    </a:ext>
                  </a:extLst>
                </p14:cNvPr>
                <p14:cNvContentPartPr/>
                <p14:nvPr/>
              </p14:nvContentPartPr>
              <p14:xfrm>
                <a:off x="3637940" y="1695707"/>
                <a:ext cx="110880" cy="135000"/>
              </p14:xfrm>
            </p:contentPart>
          </mc:Choice>
          <mc:Fallback>
            <p:pic>
              <p:nvPicPr>
                <p:cNvPr id="216" name="Ink 215">
                  <a:extLst>
                    <a:ext uri="{FF2B5EF4-FFF2-40B4-BE49-F238E27FC236}">
                      <a16:creationId xmlns:a16="http://schemas.microsoft.com/office/drawing/2014/main" id="{8A7C761E-8967-55A1-884D-09E5FC5B88DC}"/>
                    </a:ext>
                  </a:extLst>
                </p:cNvPr>
                <p:cNvPicPr/>
                <p:nvPr/>
              </p:nvPicPr>
              <p:blipFill>
                <a:blip r:embed="rId205"/>
                <a:stretch>
                  <a:fillRect/>
                </a:stretch>
              </p:blipFill>
              <p:spPr>
                <a:xfrm>
                  <a:off x="3629300" y="1686707"/>
                  <a:ext cx="128520" cy="152640"/>
                </a:xfrm>
                <a:prstGeom prst="rect">
                  <a:avLst/>
                </a:prstGeom>
              </p:spPr>
            </p:pic>
          </mc:Fallback>
        </mc:AlternateContent>
        <mc:AlternateContent xmlns:mc="http://schemas.openxmlformats.org/markup-compatibility/2006">
          <mc:Choice xmlns:p14="http://schemas.microsoft.com/office/powerpoint/2010/main" Requires="p14">
            <p:contentPart p14:bwMode="auto" r:id="rId206">
              <p14:nvContentPartPr>
                <p14:cNvPr id="217" name="Ink 216">
                  <a:extLst>
                    <a:ext uri="{FF2B5EF4-FFF2-40B4-BE49-F238E27FC236}">
                      <a16:creationId xmlns:a16="http://schemas.microsoft.com/office/drawing/2014/main" id="{AB86E12C-0C58-AAC7-BD4D-3E80E93861ED}"/>
                    </a:ext>
                  </a:extLst>
                </p14:cNvPr>
                <p14:cNvContentPartPr/>
                <p14:nvPr/>
              </p14:nvContentPartPr>
              <p14:xfrm>
                <a:off x="3645860" y="2112947"/>
                <a:ext cx="351720" cy="24480"/>
              </p14:xfrm>
            </p:contentPart>
          </mc:Choice>
          <mc:Fallback>
            <p:pic>
              <p:nvPicPr>
                <p:cNvPr id="217" name="Ink 216">
                  <a:extLst>
                    <a:ext uri="{FF2B5EF4-FFF2-40B4-BE49-F238E27FC236}">
                      <a16:creationId xmlns:a16="http://schemas.microsoft.com/office/drawing/2014/main" id="{AB86E12C-0C58-AAC7-BD4D-3E80E93861ED}"/>
                    </a:ext>
                  </a:extLst>
                </p:cNvPr>
                <p:cNvPicPr/>
                <p:nvPr/>
              </p:nvPicPr>
              <p:blipFill>
                <a:blip r:embed="rId207"/>
                <a:stretch>
                  <a:fillRect/>
                </a:stretch>
              </p:blipFill>
              <p:spPr>
                <a:xfrm>
                  <a:off x="3636860" y="2103947"/>
                  <a:ext cx="369360" cy="42120"/>
                </a:xfrm>
                <a:prstGeom prst="rect">
                  <a:avLst/>
                </a:prstGeom>
              </p:spPr>
            </p:pic>
          </mc:Fallback>
        </mc:AlternateContent>
        <mc:AlternateContent xmlns:mc="http://schemas.openxmlformats.org/markup-compatibility/2006">
          <mc:Choice xmlns:p14="http://schemas.microsoft.com/office/powerpoint/2010/main" Requires="p14">
            <p:contentPart p14:bwMode="auto" r:id="rId208">
              <p14:nvContentPartPr>
                <p14:cNvPr id="218" name="Ink 217">
                  <a:extLst>
                    <a:ext uri="{FF2B5EF4-FFF2-40B4-BE49-F238E27FC236}">
                      <a16:creationId xmlns:a16="http://schemas.microsoft.com/office/drawing/2014/main" id="{C3FBA802-D55F-58ED-D62B-71F09E28663E}"/>
                    </a:ext>
                  </a:extLst>
                </p14:cNvPr>
                <p14:cNvContentPartPr/>
                <p14:nvPr/>
              </p14:nvContentPartPr>
              <p14:xfrm>
                <a:off x="3678620" y="2073347"/>
                <a:ext cx="53280" cy="124560"/>
              </p14:xfrm>
            </p:contentPart>
          </mc:Choice>
          <mc:Fallback>
            <p:pic>
              <p:nvPicPr>
                <p:cNvPr id="218" name="Ink 217">
                  <a:extLst>
                    <a:ext uri="{FF2B5EF4-FFF2-40B4-BE49-F238E27FC236}">
                      <a16:creationId xmlns:a16="http://schemas.microsoft.com/office/drawing/2014/main" id="{C3FBA802-D55F-58ED-D62B-71F09E28663E}"/>
                    </a:ext>
                  </a:extLst>
                </p:cNvPr>
                <p:cNvPicPr/>
                <p:nvPr/>
              </p:nvPicPr>
              <p:blipFill>
                <a:blip r:embed="rId209"/>
                <a:stretch>
                  <a:fillRect/>
                </a:stretch>
              </p:blipFill>
              <p:spPr>
                <a:xfrm>
                  <a:off x="3669980" y="2064707"/>
                  <a:ext cx="70920" cy="142200"/>
                </a:xfrm>
                <a:prstGeom prst="rect">
                  <a:avLst/>
                </a:prstGeom>
              </p:spPr>
            </p:pic>
          </mc:Fallback>
        </mc:AlternateContent>
        <mc:AlternateContent xmlns:mc="http://schemas.openxmlformats.org/markup-compatibility/2006">
          <mc:Choice xmlns:p14="http://schemas.microsoft.com/office/powerpoint/2010/main" Requires="p14">
            <p:contentPart p14:bwMode="auto" r:id="rId210">
              <p14:nvContentPartPr>
                <p14:cNvPr id="231" name="Ink 230">
                  <a:extLst>
                    <a:ext uri="{FF2B5EF4-FFF2-40B4-BE49-F238E27FC236}">
                      <a16:creationId xmlns:a16="http://schemas.microsoft.com/office/drawing/2014/main" id="{D01CAB49-5B95-D0AD-6C11-9D60A1DF2FB1}"/>
                    </a:ext>
                  </a:extLst>
                </p14:cNvPr>
                <p14:cNvContentPartPr/>
                <p14:nvPr/>
              </p14:nvContentPartPr>
              <p14:xfrm>
                <a:off x="7595060" y="1628027"/>
                <a:ext cx="25560" cy="144720"/>
              </p14:xfrm>
            </p:contentPart>
          </mc:Choice>
          <mc:Fallback>
            <p:pic>
              <p:nvPicPr>
                <p:cNvPr id="231" name="Ink 230">
                  <a:extLst>
                    <a:ext uri="{FF2B5EF4-FFF2-40B4-BE49-F238E27FC236}">
                      <a16:creationId xmlns:a16="http://schemas.microsoft.com/office/drawing/2014/main" id="{D01CAB49-5B95-D0AD-6C11-9D60A1DF2FB1}"/>
                    </a:ext>
                  </a:extLst>
                </p:cNvPr>
                <p:cNvPicPr/>
                <p:nvPr/>
              </p:nvPicPr>
              <p:blipFill>
                <a:blip r:embed="rId211"/>
                <a:stretch>
                  <a:fillRect/>
                </a:stretch>
              </p:blipFill>
              <p:spPr>
                <a:xfrm>
                  <a:off x="7586060" y="1619387"/>
                  <a:ext cx="43200" cy="162360"/>
                </a:xfrm>
                <a:prstGeom prst="rect">
                  <a:avLst/>
                </a:prstGeom>
              </p:spPr>
            </p:pic>
          </mc:Fallback>
        </mc:AlternateContent>
        <mc:AlternateContent xmlns:mc="http://schemas.openxmlformats.org/markup-compatibility/2006">
          <mc:Choice xmlns:p14="http://schemas.microsoft.com/office/powerpoint/2010/main" Requires="p14">
            <p:contentPart p14:bwMode="auto" r:id="rId212">
              <p14:nvContentPartPr>
                <p14:cNvPr id="232" name="Ink 231">
                  <a:extLst>
                    <a:ext uri="{FF2B5EF4-FFF2-40B4-BE49-F238E27FC236}">
                      <a16:creationId xmlns:a16="http://schemas.microsoft.com/office/drawing/2014/main" id="{F96CCEED-A052-EC1F-7B6D-9E0E467DD6A8}"/>
                    </a:ext>
                  </a:extLst>
                </p14:cNvPr>
                <p14:cNvContentPartPr/>
                <p14:nvPr/>
              </p14:nvContentPartPr>
              <p14:xfrm>
                <a:off x="7612340" y="1529747"/>
                <a:ext cx="16200" cy="28440"/>
              </p14:xfrm>
            </p:contentPart>
          </mc:Choice>
          <mc:Fallback>
            <p:pic>
              <p:nvPicPr>
                <p:cNvPr id="232" name="Ink 231">
                  <a:extLst>
                    <a:ext uri="{FF2B5EF4-FFF2-40B4-BE49-F238E27FC236}">
                      <a16:creationId xmlns:a16="http://schemas.microsoft.com/office/drawing/2014/main" id="{F96CCEED-A052-EC1F-7B6D-9E0E467DD6A8}"/>
                    </a:ext>
                  </a:extLst>
                </p:cNvPr>
                <p:cNvPicPr/>
                <p:nvPr/>
              </p:nvPicPr>
              <p:blipFill>
                <a:blip r:embed="rId213"/>
                <a:stretch>
                  <a:fillRect/>
                </a:stretch>
              </p:blipFill>
              <p:spPr>
                <a:xfrm>
                  <a:off x="7603700" y="1520747"/>
                  <a:ext cx="33840" cy="46080"/>
                </a:xfrm>
                <a:prstGeom prst="rect">
                  <a:avLst/>
                </a:prstGeom>
              </p:spPr>
            </p:pic>
          </mc:Fallback>
        </mc:AlternateContent>
        <mc:AlternateContent xmlns:mc="http://schemas.openxmlformats.org/markup-compatibility/2006">
          <mc:Choice xmlns:p14="http://schemas.microsoft.com/office/powerpoint/2010/main" Requires="p14">
            <p:contentPart p14:bwMode="auto" r:id="rId214">
              <p14:nvContentPartPr>
                <p14:cNvPr id="233" name="Ink 232">
                  <a:extLst>
                    <a:ext uri="{FF2B5EF4-FFF2-40B4-BE49-F238E27FC236}">
                      <a16:creationId xmlns:a16="http://schemas.microsoft.com/office/drawing/2014/main" id="{0DE0B49A-4484-B625-9308-BCBC7103DFC4}"/>
                    </a:ext>
                  </a:extLst>
                </p14:cNvPr>
                <p14:cNvContentPartPr/>
                <p14:nvPr/>
              </p14:nvContentPartPr>
              <p14:xfrm>
                <a:off x="7700180" y="1557827"/>
                <a:ext cx="3600" cy="174960"/>
              </p14:xfrm>
            </p:contentPart>
          </mc:Choice>
          <mc:Fallback>
            <p:pic>
              <p:nvPicPr>
                <p:cNvPr id="233" name="Ink 232">
                  <a:extLst>
                    <a:ext uri="{FF2B5EF4-FFF2-40B4-BE49-F238E27FC236}">
                      <a16:creationId xmlns:a16="http://schemas.microsoft.com/office/drawing/2014/main" id="{0DE0B49A-4484-B625-9308-BCBC7103DFC4}"/>
                    </a:ext>
                  </a:extLst>
                </p:cNvPr>
                <p:cNvPicPr/>
                <p:nvPr/>
              </p:nvPicPr>
              <p:blipFill>
                <a:blip r:embed="rId215"/>
                <a:stretch>
                  <a:fillRect/>
                </a:stretch>
              </p:blipFill>
              <p:spPr>
                <a:xfrm>
                  <a:off x="7691540" y="1548827"/>
                  <a:ext cx="21240" cy="192600"/>
                </a:xfrm>
                <a:prstGeom prst="rect">
                  <a:avLst/>
                </a:prstGeom>
              </p:spPr>
            </p:pic>
          </mc:Fallback>
        </mc:AlternateContent>
        <mc:AlternateContent xmlns:mc="http://schemas.openxmlformats.org/markup-compatibility/2006">
          <mc:Choice xmlns:p14="http://schemas.microsoft.com/office/powerpoint/2010/main" Requires="p14">
            <p:contentPart p14:bwMode="auto" r:id="rId216">
              <p14:nvContentPartPr>
                <p14:cNvPr id="234" name="Ink 233">
                  <a:extLst>
                    <a:ext uri="{FF2B5EF4-FFF2-40B4-BE49-F238E27FC236}">
                      <a16:creationId xmlns:a16="http://schemas.microsoft.com/office/drawing/2014/main" id="{76970D86-84EF-DAC4-3C97-A6E561F40ED1}"/>
                    </a:ext>
                  </a:extLst>
                </p14:cNvPr>
                <p14:cNvContentPartPr/>
                <p14:nvPr/>
              </p14:nvContentPartPr>
              <p14:xfrm>
                <a:off x="7673900" y="1656827"/>
                <a:ext cx="350280" cy="82440"/>
              </p14:xfrm>
            </p:contentPart>
          </mc:Choice>
          <mc:Fallback>
            <p:pic>
              <p:nvPicPr>
                <p:cNvPr id="234" name="Ink 233">
                  <a:extLst>
                    <a:ext uri="{FF2B5EF4-FFF2-40B4-BE49-F238E27FC236}">
                      <a16:creationId xmlns:a16="http://schemas.microsoft.com/office/drawing/2014/main" id="{76970D86-84EF-DAC4-3C97-A6E561F40ED1}"/>
                    </a:ext>
                  </a:extLst>
                </p:cNvPr>
                <p:cNvPicPr/>
                <p:nvPr/>
              </p:nvPicPr>
              <p:blipFill>
                <a:blip r:embed="rId217"/>
                <a:stretch>
                  <a:fillRect/>
                </a:stretch>
              </p:blipFill>
              <p:spPr>
                <a:xfrm>
                  <a:off x="7665260" y="1648187"/>
                  <a:ext cx="367920" cy="100080"/>
                </a:xfrm>
                <a:prstGeom prst="rect">
                  <a:avLst/>
                </a:prstGeom>
              </p:spPr>
            </p:pic>
          </mc:Fallback>
        </mc:AlternateContent>
        <mc:AlternateContent xmlns:mc="http://schemas.openxmlformats.org/markup-compatibility/2006">
          <mc:Choice xmlns:p14="http://schemas.microsoft.com/office/powerpoint/2010/main" Requires="p14">
            <p:contentPart p14:bwMode="auto" r:id="rId218">
              <p14:nvContentPartPr>
                <p14:cNvPr id="235" name="Ink 234">
                  <a:extLst>
                    <a:ext uri="{FF2B5EF4-FFF2-40B4-BE49-F238E27FC236}">
                      <a16:creationId xmlns:a16="http://schemas.microsoft.com/office/drawing/2014/main" id="{C23DEC48-20A0-15C1-2A17-807A50F8667F}"/>
                    </a:ext>
                  </a:extLst>
                </p14:cNvPr>
                <p14:cNvContentPartPr/>
                <p14:nvPr/>
              </p14:nvContentPartPr>
              <p14:xfrm>
                <a:off x="8090780" y="1702547"/>
                <a:ext cx="16560" cy="19800"/>
              </p14:xfrm>
            </p:contentPart>
          </mc:Choice>
          <mc:Fallback>
            <p:pic>
              <p:nvPicPr>
                <p:cNvPr id="235" name="Ink 234">
                  <a:extLst>
                    <a:ext uri="{FF2B5EF4-FFF2-40B4-BE49-F238E27FC236}">
                      <a16:creationId xmlns:a16="http://schemas.microsoft.com/office/drawing/2014/main" id="{C23DEC48-20A0-15C1-2A17-807A50F8667F}"/>
                    </a:ext>
                  </a:extLst>
                </p:cNvPr>
                <p:cNvPicPr/>
                <p:nvPr/>
              </p:nvPicPr>
              <p:blipFill>
                <a:blip r:embed="rId219"/>
                <a:stretch>
                  <a:fillRect/>
                </a:stretch>
              </p:blipFill>
              <p:spPr>
                <a:xfrm>
                  <a:off x="8082140" y="1693547"/>
                  <a:ext cx="34200" cy="37440"/>
                </a:xfrm>
                <a:prstGeom prst="rect">
                  <a:avLst/>
                </a:prstGeom>
              </p:spPr>
            </p:pic>
          </mc:Fallback>
        </mc:AlternateContent>
        <mc:AlternateContent xmlns:mc="http://schemas.openxmlformats.org/markup-compatibility/2006">
          <mc:Choice xmlns:p14="http://schemas.microsoft.com/office/powerpoint/2010/main" Requires="p14">
            <p:contentPart p14:bwMode="auto" r:id="rId220">
              <p14:nvContentPartPr>
                <p14:cNvPr id="236" name="Ink 235">
                  <a:extLst>
                    <a:ext uri="{FF2B5EF4-FFF2-40B4-BE49-F238E27FC236}">
                      <a16:creationId xmlns:a16="http://schemas.microsoft.com/office/drawing/2014/main" id="{B0D2D45B-1025-76E8-7D33-97BA738F90F0}"/>
                    </a:ext>
                  </a:extLst>
                </p14:cNvPr>
                <p14:cNvContentPartPr/>
                <p14:nvPr/>
              </p14:nvContentPartPr>
              <p14:xfrm>
                <a:off x="8155580" y="1618307"/>
                <a:ext cx="105480" cy="185400"/>
              </p14:xfrm>
            </p:contentPart>
          </mc:Choice>
          <mc:Fallback>
            <p:pic>
              <p:nvPicPr>
                <p:cNvPr id="236" name="Ink 235">
                  <a:extLst>
                    <a:ext uri="{FF2B5EF4-FFF2-40B4-BE49-F238E27FC236}">
                      <a16:creationId xmlns:a16="http://schemas.microsoft.com/office/drawing/2014/main" id="{B0D2D45B-1025-76E8-7D33-97BA738F90F0}"/>
                    </a:ext>
                  </a:extLst>
                </p:cNvPr>
                <p:cNvPicPr/>
                <p:nvPr/>
              </p:nvPicPr>
              <p:blipFill>
                <a:blip r:embed="rId221"/>
                <a:stretch>
                  <a:fillRect/>
                </a:stretch>
              </p:blipFill>
              <p:spPr>
                <a:xfrm>
                  <a:off x="8146940" y="1609307"/>
                  <a:ext cx="123120" cy="203040"/>
                </a:xfrm>
                <a:prstGeom prst="rect">
                  <a:avLst/>
                </a:prstGeom>
              </p:spPr>
            </p:pic>
          </mc:Fallback>
        </mc:AlternateContent>
        <mc:AlternateContent xmlns:mc="http://schemas.openxmlformats.org/markup-compatibility/2006">
          <mc:Choice xmlns:p14="http://schemas.microsoft.com/office/powerpoint/2010/main" Requires="p14">
            <p:contentPart p14:bwMode="auto" r:id="rId222">
              <p14:nvContentPartPr>
                <p14:cNvPr id="237" name="Ink 236">
                  <a:extLst>
                    <a:ext uri="{FF2B5EF4-FFF2-40B4-BE49-F238E27FC236}">
                      <a16:creationId xmlns:a16="http://schemas.microsoft.com/office/drawing/2014/main" id="{D34B9747-F378-B15D-2EF4-145C0B84CCEF}"/>
                    </a:ext>
                  </a:extLst>
                </p14:cNvPr>
                <p14:cNvContentPartPr/>
                <p14:nvPr/>
              </p14:nvContentPartPr>
              <p14:xfrm>
                <a:off x="8331620" y="1576187"/>
                <a:ext cx="8280" cy="161280"/>
              </p14:xfrm>
            </p:contentPart>
          </mc:Choice>
          <mc:Fallback>
            <p:pic>
              <p:nvPicPr>
                <p:cNvPr id="237" name="Ink 236">
                  <a:extLst>
                    <a:ext uri="{FF2B5EF4-FFF2-40B4-BE49-F238E27FC236}">
                      <a16:creationId xmlns:a16="http://schemas.microsoft.com/office/drawing/2014/main" id="{D34B9747-F378-B15D-2EF4-145C0B84CCEF}"/>
                    </a:ext>
                  </a:extLst>
                </p:cNvPr>
                <p:cNvPicPr/>
                <p:nvPr/>
              </p:nvPicPr>
              <p:blipFill>
                <a:blip r:embed="rId223"/>
                <a:stretch>
                  <a:fillRect/>
                </a:stretch>
              </p:blipFill>
              <p:spPr>
                <a:xfrm>
                  <a:off x="8322980" y="1567187"/>
                  <a:ext cx="25920" cy="178920"/>
                </a:xfrm>
                <a:prstGeom prst="rect">
                  <a:avLst/>
                </a:prstGeom>
              </p:spPr>
            </p:pic>
          </mc:Fallback>
        </mc:AlternateContent>
        <mc:AlternateContent xmlns:mc="http://schemas.openxmlformats.org/markup-compatibility/2006">
          <mc:Choice xmlns:p14="http://schemas.microsoft.com/office/powerpoint/2010/main" Requires="p14">
            <p:contentPart p14:bwMode="auto" r:id="rId224">
              <p14:nvContentPartPr>
                <p14:cNvPr id="238" name="Ink 237">
                  <a:extLst>
                    <a:ext uri="{FF2B5EF4-FFF2-40B4-BE49-F238E27FC236}">
                      <a16:creationId xmlns:a16="http://schemas.microsoft.com/office/drawing/2014/main" id="{5AB19379-D262-943C-3B30-A4A3F9F5F092}"/>
                    </a:ext>
                  </a:extLst>
                </p14:cNvPr>
                <p14:cNvContentPartPr/>
                <p14:nvPr/>
              </p14:nvContentPartPr>
              <p14:xfrm>
                <a:off x="8310380" y="1639907"/>
                <a:ext cx="199800" cy="214560"/>
              </p14:xfrm>
            </p:contentPart>
          </mc:Choice>
          <mc:Fallback>
            <p:pic>
              <p:nvPicPr>
                <p:cNvPr id="238" name="Ink 237">
                  <a:extLst>
                    <a:ext uri="{FF2B5EF4-FFF2-40B4-BE49-F238E27FC236}">
                      <a16:creationId xmlns:a16="http://schemas.microsoft.com/office/drawing/2014/main" id="{5AB19379-D262-943C-3B30-A4A3F9F5F092}"/>
                    </a:ext>
                  </a:extLst>
                </p:cNvPr>
                <p:cNvPicPr/>
                <p:nvPr/>
              </p:nvPicPr>
              <p:blipFill>
                <a:blip r:embed="rId225"/>
                <a:stretch>
                  <a:fillRect/>
                </a:stretch>
              </p:blipFill>
              <p:spPr>
                <a:xfrm>
                  <a:off x="8301380" y="1631267"/>
                  <a:ext cx="217440" cy="232200"/>
                </a:xfrm>
                <a:prstGeom prst="rect">
                  <a:avLst/>
                </a:prstGeom>
              </p:spPr>
            </p:pic>
          </mc:Fallback>
        </mc:AlternateContent>
        <mc:AlternateContent xmlns:mc="http://schemas.openxmlformats.org/markup-compatibility/2006">
          <mc:Choice xmlns:p14="http://schemas.microsoft.com/office/powerpoint/2010/main" Requires="p14">
            <p:contentPart p14:bwMode="auto" r:id="rId226">
              <p14:nvContentPartPr>
                <p14:cNvPr id="239" name="Ink 238">
                  <a:extLst>
                    <a:ext uri="{FF2B5EF4-FFF2-40B4-BE49-F238E27FC236}">
                      <a16:creationId xmlns:a16="http://schemas.microsoft.com/office/drawing/2014/main" id="{4CCD37E7-6F6B-CFF3-A304-E85E436F49F3}"/>
                    </a:ext>
                  </a:extLst>
                </p14:cNvPr>
                <p14:cNvContentPartPr/>
                <p14:nvPr/>
              </p14:nvContentPartPr>
              <p14:xfrm>
                <a:off x="8544740" y="1574747"/>
                <a:ext cx="81000" cy="243720"/>
              </p14:xfrm>
            </p:contentPart>
          </mc:Choice>
          <mc:Fallback>
            <p:pic>
              <p:nvPicPr>
                <p:cNvPr id="239" name="Ink 238">
                  <a:extLst>
                    <a:ext uri="{FF2B5EF4-FFF2-40B4-BE49-F238E27FC236}">
                      <a16:creationId xmlns:a16="http://schemas.microsoft.com/office/drawing/2014/main" id="{4CCD37E7-6F6B-CFF3-A304-E85E436F49F3}"/>
                    </a:ext>
                  </a:extLst>
                </p:cNvPr>
                <p:cNvPicPr/>
                <p:nvPr/>
              </p:nvPicPr>
              <p:blipFill>
                <a:blip r:embed="rId227"/>
                <a:stretch>
                  <a:fillRect/>
                </a:stretch>
              </p:blipFill>
              <p:spPr>
                <a:xfrm>
                  <a:off x="8536100" y="1566107"/>
                  <a:ext cx="98640" cy="261360"/>
                </a:xfrm>
                <a:prstGeom prst="rect">
                  <a:avLst/>
                </a:prstGeom>
              </p:spPr>
            </p:pic>
          </mc:Fallback>
        </mc:AlternateContent>
        <mc:AlternateContent xmlns:mc="http://schemas.openxmlformats.org/markup-compatibility/2006">
          <mc:Choice xmlns:p14="http://schemas.microsoft.com/office/powerpoint/2010/main" Requires="p14">
            <p:contentPart p14:bwMode="auto" r:id="rId228">
              <p14:nvContentPartPr>
                <p14:cNvPr id="164" name="Ink 163">
                  <a:extLst>
                    <a:ext uri="{FF2B5EF4-FFF2-40B4-BE49-F238E27FC236}">
                      <a16:creationId xmlns:a16="http://schemas.microsoft.com/office/drawing/2014/main" id="{E1D4777F-1C86-2AF5-0352-EA708032145E}"/>
                    </a:ext>
                  </a:extLst>
                </p14:cNvPr>
                <p14:cNvContentPartPr/>
                <p14:nvPr/>
              </p14:nvContentPartPr>
              <p14:xfrm>
                <a:off x="4398620" y="1588787"/>
                <a:ext cx="223200" cy="275400"/>
              </p14:xfrm>
            </p:contentPart>
          </mc:Choice>
          <mc:Fallback>
            <p:pic>
              <p:nvPicPr>
                <p:cNvPr id="164" name="Ink 163">
                  <a:extLst>
                    <a:ext uri="{FF2B5EF4-FFF2-40B4-BE49-F238E27FC236}">
                      <a16:creationId xmlns:a16="http://schemas.microsoft.com/office/drawing/2014/main" id="{E1D4777F-1C86-2AF5-0352-EA708032145E}"/>
                    </a:ext>
                  </a:extLst>
                </p:cNvPr>
                <p:cNvPicPr/>
                <p:nvPr/>
              </p:nvPicPr>
              <p:blipFill>
                <a:blip r:embed="rId229"/>
                <a:stretch>
                  <a:fillRect/>
                </a:stretch>
              </p:blipFill>
              <p:spPr>
                <a:xfrm>
                  <a:off x="4389620" y="1580147"/>
                  <a:ext cx="240840" cy="293040"/>
                </a:xfrm>
                <a:prstGeom prst="rect">
                  <a:avLst/>
                </a:prstGeom>
              </p:spPr>
            </p:pic>
          </mc:Fallback>
        </mc:AlternateContent>
        <mc:AlternateContent xmlns:mc="http://schemas.openxmlformats.org/markup-compatibility/2006">
          <mc:Choice xmlns:p14="http://schemas.microsoft.com/office/powerpoint/2010/main" Requires="p14">
            <p:contentPart p14:bwMode="auto" r:id="rId230">
              <p14:nvContentPartPr>
                <p14:cNvPr id="165" name="Ink 164">
                  <a:extLst>
                    <a:ext uri="{FF2B5EF4-FFF2-40B4-BE49-F238E27FC236}">
                      <a16:creationId xmlns:a16="http://schemas.microsoft.com/office/drawing/2014/main" id="{E08FF599-5ED4-149C-EB83-9158AA576B7A}"/>
                    </a:ext>
                  </a:extLst>
                </p14:cNvPr>
                <p14:cNvContentPartPr/>
                <p14:nvPr/>
              </p14:nvContentPartPr>
              <p14:xfrm>
                <a:off x="4668980" y="1596707"/>
                <a:ext cx="126360" cy="244800"/>
              </p14:xfrm>
            </p:contentPart>
          </mc:Choice>
          <mc:Fallback>
            <p:pic>
              <p:nvPicPr>
                <p:cNvPr id="165" name="Ink 164">
                  <a:extLst>
                    <a:ext uri="{FF2B5EF4-FFF2-40B4-BE49-F238E27FC236}">
                      <a16:creationId xmlns:a16="http://schemas.microsoft.com/office/drawing/2014/main" id="{E08FF599-5ED4-149C-EB83-9158AA576B7A}"/>
                    </a:ext>
                  </a:extLst>
                </p:cNvPr>
                <p:cNvPicPr/>
                <p:nvPr/>
              </p:nvPicPr>
              <p:blipFill>
                <a:blip r:embed="rId231"/>
                <a:stretch>
                  <a:fillRect/>
                </a:stretch>
              </p:blipFill>
              <p:spPr>
                <a:xfrm>
                  <a:off x="4659980" y="1587707"/>
                  <a:ext cx="144000" cy="262440"/>
                </a:xfrm>
                <a:prstGeom prst="rect">
                  <a:avLst/>
                </a:prstGeom>
              </p:spPr>
            </p:pic>
          </mc:Fallback>
        </mc:AlternateContent>
        <mc:AlternateContent xmlns:mc="http://schemas.openxmlformats.org/markup-compatibility/2006">
          <mc:Choice xmlns:p14="http://schemas.microsoft.com/office/powerpoint/2010/main" Requires="p14">
            <p:contentPart p14:bwMode="auto" r:id="rId232">
              <p14:nvContentPartPr>
                <p14:cNvPr id="166" name="Ink 165">
                  <a:extLst>
                    <a:ext uri="{FF2B5EF4-FFF2-40B4-BE49-F238E27FC236}">
                      <a16:creationId xmlns:a16="http://schemas.microsoft.com/office/drawing/2014/main" id="{63E42462-6DD4-27E9-A175-C29FD43A3824}"/>
                    </a:ext>
                  </a:extLst>
                </p14:cNvPr>
                <p14:cNvContentPartPr/>
                <p14:nvPr/>
              </p14:nvContentPartPr>
              <p14:xfrm>
                <a:off x="4691300" y="1620827"/>
                <a:ext cx="271440" cy="221760"/>
              </p14:xfrm>
            </p:contentPart>
          </mc:Choice>
          <mc:Fallback>
            <p:pic>
              <p:nvPicPr>
                <p:cNvPr id="166" name="Ink 165">
                  <a:extLst>
                    <a:ext uri="{FF2B5EF4-FFF2-40B4-BE49-F238E27FC236}">
                      <a16:creationId xmlns:a16="http://schemas.microsoft.com/office/drawing/2014/main" id="{63E42462-6DD4-27E9-A175-C29FD43A3824}"/>
                    </a:ext>
                  </a:extLst>
                </p:cNvPr>
                <p:cNvPicPr/>
                <p:nvPr/>
              </p:nvPicPr>
              <p:blipFill>
                <a:blip r:embed="rId233"/>
                <a:stretch>
                  <a:fillRect/>
                </a:stretch>
              </p:blipFill>
              <p:spPr>
                <a:xfrm>
                  <a:off x="4682300" y="1612187"/>
                  <a:ext cx="289080" cy="239400"/>
                </a:xfrm>
                <a:prstGeom prst="rect">
                  <a:avLst/>
                </a:prstGeom>
              </p:spPr>
            </p:pic>
          </mc:Fallback>
        </mc:AlternateContent>
        <mc:AlternateContent xmlns:mc="http://schemas.openxmlformats.org/markup-compatibility/2006">
          <mc:Choice xmlns:p14="http://schemas.microsoft.com/office/powerpoint/2010/main" Requires="p14">
            <p:contentPart p14:bwMode="auto" r:id="rId234">
              <p14:nvContentPartPr>
                <p14:cNvPr id="167" name="Ink 166">
                  <a:extLst>
                    <a:ext uri="{FF2B5EF4-FFF2-40B4-BE49-F238E27FC236}">
                      <a16:creationId xmlns:a16="http://schemas.microsoft.com/office/drawing/2014/main" id="{8DF82039-617E-A921-D393-4672924AEC87}"/>
                    </a:ext>
                  </a:extLst>
                </p14:cNvPr>
                <p14:cNvContentPartPr/>
                <p14:nvPr/>
              </p14:nvContentPartPr>
              <p14:xfrm>
                <a:off x="5113580" y="1530107"/>
                <a:ext cx="95400" cy="352440"/>
              </p14:xfrm>
            </p:contentPart>
          </mc:Choice>
          <mc:Fallback>
            <p:pic>
              <p:nvPicPr>
                <p:cNvPr id="167" name="Ink 166">
                  <a:extLst>
                    <a:ext uri="{FF2B5EF4-FFF2-40B4-BE49-F238E27FC236}">
                      <a16:creationId xmlns:a16="http://schemas.microsoft.com/office/drawing/2014/main" id="{8DF82039-617E-A921-D393-4672924AEC87}"/>
                    </a:ext>
                  </a:extLst>
                </p:cNvPr>
                <p:cNvPicPr/>
                <p:nvPr/>
              </p:nvPicPr>
              <p:blipFill>
                <a:blip r:embed="rId235"/>
                <a:stretch>
                  <a:fillRect/>
                </a:stretch>
              </p:blipFill>
              <p:spPr>
                <a:xfrm>
                  <a:off x="5104940" y="1521467"/>
                  <a:ext cx="113040" cy="370080"/>
                </a:xfrm>
                <a:prstGeom prst="rect">
                  <a:avLst/>
                </a:prstGeom>
              </p:spPr>
            </p:pic>
          </mc:Fallback>
        </mc:AlternateContent>
        <mc:AlternateContent xmlns:mc="http://schemas.openxmlformats.org/markup-compatibility/2006">
          <mc:Choice xmlns:p14="http://schemas.microsoft.com/office/powerpoint/2010/main" Requires="p14">
            <p:contentPart p14:bwMode="auto" r:id="rId236">
              <p14:nvContentPartPr>
                <p14:cNvPr id="168" name="Ink 167">
                  <a:extLst>
                    <a:ext uri="{FF2B5EF4-FFF2-40B4-BE49-F238E27FC236}">
                      <a16:creationId xmlns:a16="http://schemas.microsoft.com/office/drawing/2014/main" id="{7BD49AA6-FE3D-1CB6-E6A8-54446D63499D}"/>
                    </a:ext>
                  </a:extLst>
                </p14:cNvPr>
                <p14:cNvContentPartPr/>
                <p14:nvPr/>
              </p14:nvContentPartPr>
              <p14:xfrm>
                <a:off x="5298980" y="1599587"/>
                <a:ext cx="146160" cy="17640"/>
              </p14:xfrm>
            </p:contentPart>
          </mc:Choice>
          <mc:Fallback>
            <p:pic>
              <p:nvPicPr>
                <p:cNvPr id="168" name="Ink 167">
                  <a:extLst>
                    <a:ext uri="{FF2B5EF4-FFF2-40B4-BE49-F238E27FC236}">
                      <a16:creationId xmlns:a16="http://schemas.microsoft.com/office/drawing/2014/main" id="{7BD49AA6-FE3D-1CB6-E6A8-54446D63499D}"/>
                    </a:ext>
                  </a:extLst>
                </p:cNvPr>
                <p:cNvPicPr/>
                <p:nvPr/>
              </p:nvPicPr>
              <p:blipFill>
                <a:blip r:embed="rId237"/>
                <a:stretch>
                  <a:fillRect/>
                </a:stretch>
              </p:blipFill>
              <p:spPr>
                <a:xfrm>
                  <a:off x="5290340" y="1590947"/>
                  <a:ext cx="163800" cy="35280"/>
                </a:xfrm>
                <a:prstGeom prst="rect">
                  <a:avLst/>
                </a:prstGeom>
              </p:spPr>
            </p:pic>
          </mc:Fallback>
        </mc:AlternateContent>
        <mc:AlternateContent xmlns:mc="http://schemas.openxmlformats.org/markup-compatibility/2006">
          <mc:Choice xmlns:p14="http://schemas.microsoft.com/office/powerpoint/2010/main" Requires="p14">
            <p:contentPart p14:bwMode="auto" r:id="rId238">
              <p14:nvContentPartPr>
                <p14:cNvPr id="169" name="Ink 168">
                  <a:extLst>
                    <a:ext uri="{FF2B5EF4-FFF2-40B4-BE49-F238E27FC236}">
                      <a16:creationId xmlns:a16="http://schemas.microsoft.com/office/drawing/2014/main" id="{ECC0EF8C-56C0-F220-007A-B7723D417E44}"/>
                    </a:ext>
                  </a:extLst>
                </p14:cNvPr>
                <p14:cNvContentPartPr/>
                <p14:nvPr/>
              </p14:nvContentPartPr>
              <p14:xfrm>
                <a:off x="5338580" y="1599947"/>
                <a:ext cx="20880" cy="214920"/>
              </p14:xfrm>
            </p:contentPart>
          </mc:Choice>
          <mc:Fallback>
            <p:pic>
              <p:nvPicPr>
                <p:cNvPr id="169" name="Ink 168">
                  <a:extLst>
                    <a:ext uri="{FF2B5EF4-FFF2-40B4-BE49-F238E27FC236}">
                      <a16:creationId xmlns:a16="http://schemas.microsoft.com/office/drawing/2014/main" id="{ECC0EF8C-56C0-F220-007A-B7723D417E44}"/>
                    </a:ext>
                  </a:extLst>
                </p:cNvPr>
                <p:cNvPicPr/>
                <p:nvPr/>
              </p:nvPicPr>
              <p:blipFill>
                <a:blip r:embed="rId239"/>
                <a:stretch>
                  <a:fillRect/>
                </a:stretch>
              </p:blipFill>
              <p:spPr>
                <a:xfrm>
                  <a:off x="5329940" y="1591307"/>
                  <a:ext cx="38520" cy="232560"/>
                </a:xfrm>
                <a:prstGeom prst="rect">
                  <a:avLst/>
                </a:prstGeom>
              </p:spPr>
            </p:pic>
          </mc:Fallback>
        </mc:AlternateContent>
        <mc:AlternateContent xmlns:mc="http://schemas.openxmlformats.org/markup-compatibility/2006">
          <mc:Choice xmlns:p14="http://schemas.microsoft.com/office/powerpoint/2010/main" Requires="p14">
            <p:contentPart p14:bwMode="auto" r:id="rId240">
              <p14:nvContentPartPr>
                <p14:cNvPr id="170" name="Ink 169">
                  <a:extLst>
                    <a:ext uri="{FF2B5EF4-FFF2-40B4-BE49-F238E27FC236}">
                      <a16:creationId xmlns:a16="http://schemas.microsoft.com/office/drawing/2014/main" id="{5F568CFD-62B6-9249-1283-64CFFB2BB41E}"/>
                    </a:ext>
                  </a:extLst>
                </p14:cNvPr>
                <p14:cNvContentPartPr/>
                <p14:nvPr/>
              </p14:nvContentPartPr>
              <p14:xfrm>
                <a:off x="5447660" y="1620827"/>
                <a:ext cx="86760" cy="189360"/>
              </p14:xfrm>
            </p:contentPart>
          </mc:Choice>
          <mc:Fallback>
            <p:pic>
              <p:nvPicPr>
                <p:cNvPr id="170" name="Ink 169">
                  <a:extLst>
                    <a:ext uri="{FF2B5EF4-FFF2-40B4-BE49-F238E27FC236}">
                      <a16:creationId xmlns:a16="http://schemas.microsoft.com/office/drawing/2014/main" id="{5F568CFD-62B6-9249-1283-64CFFB2BB41E}"/>
                    </a:ext>
                  </a:extLst>
                </p:cNvPr>
                <p:cNvPicPr/>
                <p:nvPr/>
              </p:nvPicPr>
              <p:blipFill>
                <a:blip r:embed="rId241"/>
                <a:stretch>
                  <a:fillRect/>
                </a:stretch>
              </p:blipFill>
              <p:spPr>
                <a:xfrm>
                  <a:off x="5438660" y="1611827"/>
                  <a:ext cx="104400" cy="207000"/>
                </a:xfrm>
                <a:prstGeom prst="rect">
                  <a:avLst/>
                </a:prstGeom>
              </p:spPr>
            </p:pic>
          </mc:Fallback>
        </mc:AlternateContent>
        <mc:AlternateContent xmlns:mc="http://schemas.openxmlformats.org/markup-compatibility/2006">
          <mc:Choice xmlns:p14="http://schemas.microsoft.com/office/powerpoint/2010/main" Requires="p14">
            <p:contentPart p14:bwMode="auto" r:id="rId242">
              <p14:nvContentPartPr>
                <p14:cNvPr id="171" name="Ink 170">
                  <a:extLst>
                    <a:ext uri="{FF2B5EF4-FFF2-40B4-BE49-F238E27FC236}">
                      <a16:creationId xmlns:a16="http://schemas.microsoft.com/office/drawing/2014/main" id="{22FEFB2B-4F89-A9B5-FE7B-CFF2D72411D9}"/>
                    </a:ext>
                  </a:extLst>
                </p14:cNvPr>
                <p14:cNvContentPartPr/>
                <p14:nvPr/>
              </p14:nvContentPartPr>
              <p14:xfrm>
                <a:off x="5461340" y="1598867"/>
                <a:ext cx="306360" cy="210600"/>
              </p14:xfrm>
            </p:contentPart>
          </mc:Choice>
          <mc:Fallback>
            <p:pic>
              <p:nvPicPr>
                <p:cNvPr id="171" name="Ink 170">
                  <a:extLst>
                    <a:ext uri="{FF2B5EF4-FFF2-40B4-BE49-F238E27FC236}">
                      <a16:creationId xmlns:a16="http://schemas.microsoft.com/office/drawing/2014/main" id="{22FEFB2B-4F89-A9B5-FE7B-CFF2D72411D9}"/>
                    </a:ext>
                  </a:extLst>
                </p:cNvPr>
                <p:cNvPicPr/>
                <p:nvPr/>
              </p:nvPicPr>
              <p:blipFill>
                <a:blip r:embed="rId243"/>
                <a:stretch>
                  <a:fillRect/>
                </a:stretch>
              </p:blipFill>
              <p:spPr>
                <a:xfrm>
                  <a:off x="5452340" y="1590227"/>
                  <a:ext cx="324000" cy="228240"/>
                </a:xfrm>
                <a:prstGeom prst="rect">
                  <a:avLst/>
                </a:prstGeom>
              </p:spPr>
            </p:pic>
          </mc:Fallback>
        </mc:AlternateContent>
        <mc:AlternateContent xmlns:mc="http://schemas.openxmlformats.org/markup-compatibility/2006">
          <mc:Choice xmlns:p14="http://schemas.microsoft.com/office/powerpoint/2010/main" Requires="p14">
            <p:contentPart p14:bwMode="auto" r:id="rId244">
              <p14:nvContentPartPr>
                <p14:cNvPr id="175" name="Ink 174">
                  <a:extLst>
                    <a:ext uri="{FF2B5EF4-FFF2-40B4-BE49-F238E27FC236}">
                      <a16:creationId xmlns:a16="http://schemas.microsoft.com/office/drawing/2014/main" id="{A926EA27-898F-D396-C7ED-30400B5FA6AD}"/>
                    </a:ext>
                  </a:extLst>
                </p14:cNvPr>
                <p14:cNvContentPartPr/>
                <p14:nvPr/>
              </p14:nvContentPartPr>
              <p14:xfrm>
                <a:off x="5473580" y="1911347"/>
                <a:ext cx="23040" cy="270000"/>
              </p14:xfrm>
            </p:contentPart>
          </mc:Choice>
          <mc:Fallback>
            <p:pic>
              <p:nvPicPr>
                <p:cNvPr id="175" name="Ink 174">
                  <a:extLst>
                    <a:ext uri="{FF2B5EF4-FFF2-40B4-BE49-F238E27FC236}">
                      <a16:creationId xmlns:a16="http://schemas.microsoft.com/office/drawing/2014/main" id="{A926EA27-898F-D396-C7ED-30400B5FA6AD}"/>
                    </a:ext>
                  </a:extLst>
                </p:cNvPr>
                <p:cNvPicPr/>
                <p:nvPr/>
              </p:nvPicPr>
              <p:blipFill>
                <a:blip r:embed="rId245"/>
                <a:stretch>
                  <a:fillRect/>
                </a:stretch>
              </p:blipFill>
              <p:spPr>
                <a:xfrm>
                  <a:off x="5464580" y="1902347"/>
                  <a:ext cx="40680" cy="287640"/>
                </a:xfrm>
                <a:prstGeom prst="rect">
                  <a:avLst/>
                </a:prstGeom>
              </p:spPr>
            </p:pic>
          </mc:Fallback>
        </mc:AlternateContent>
        <mc:AlternateContent xmlns:mc="http://schemas.openxmlformats.org/markup-compatibility/2006">
          <mc:Choice xmlns:p14="http://schemas.microsoft.com/office/powerpoint/2010/main" Requires="p14">
            <p:contentPart p14:bwMode="auto" r:id="rId246">
              <p14:nvContentPartPr>
                <p14:cNvPr id="176" name="Ink 175">
                  <a:extLst>
                    <a:ext uri="{FF2B5EF4-FFF2-40B4-BE49-F238E27FC236}">
                      <a16:creationId xmlns:a16="http://schemas.microsoft.com/office/drawing/2014/main" id="{2BB1F88F-1C50-9D36-2196-A79CD6CF0CA8}"/>
                    </a:ext>
                  </a:extLst>
                </p14:cNvPr>
                <p14:cNvContentPartPr/>
                <p14:nvPr/>
              </p14:nvContentPartPr>
              <p14:xfrm>
                <a:off x="5421740" y="2154707"/>
                <a:ext cx="141480" cy="68400"/>
              </p14:xfrm>
            </p:contentPart>
          </mc:Choice>
          <mc:Fallback>
            <p:pic>
              <p:nvPicPr>
                <p:cNvPr id="176" name="Ink 175">
                  <a:extLst>
                    <a:ext uri="{FF2B5EF4-FFF2-40B4-BE49-F238E27FC236}">
                      <a16:creationId xmlns:a16="http://schemas.microsoft.com/office/drawing/2014/main" id="{2BB1F88F-1C50-9D36-2196-A79CD6CF0CA8}"/>
                    </a:ext>
                  </a:extLst>
                </p:cNvPr>
                <p:cNvPicPr/>
                <p:nvPr/>
              </p:nvPicPr>
              <p:blipFill>
                <a:blip r:embed="rId247"/>
                <a:stretch>
                  <a:fillRect/>
                </a:stretch>
              </p:blipFill>
              <p:spPr>
                <a:xfrm>
                  <a:off x="5412740" y="2145707"/>
                  <a:ext cx="159120" cy="86040"/>
                </a:xfrm>
                <a:prstGeom prst="rect">
                  <a:avLst/>
                </a:prstGeom>
              </p:spPr>
            </p:pic>
          </mc:Fallback>
        </mc:AlternateContent>
        <mc:AlternateContent xmlns:mc="http://schemas.openxmlformats.org/markup-compatibility/2006">
          <mc:Choice xmlns:p14="http://schemas.microsoft.com/office/powerpoint/2010/main" Requires="p14">
            <p:contentPart p14:bwMode="auto" r:id="rId248">
              <p14:nvContentPartPr>
                <p14:cNvPr id="242" name="Ink 241">
                  <a:extLst>
                    <a:ext uri="{FF2B5EF4-FFF2-40B4-BE49-F238E27FC236}">
                      <a16:creationId xmlns:a16="http://schemas.microsoft.com/office/drawing/2014/main" id="{8A38429B-EA0B-4710-19BD-7B502CAF6FA0}"/>
                    </a:ext>
                  </a:extLst>
                </p14:cNvPr>
                <p14:cNvContentPartPr/>
                <p14:nvPr/>
              </p14:nvContentPartPr>
              <p14:xfrm>
                <a:off x="4334540" y="1891547"/>
                <a:ext cx="893880" cy="93960"/>
              </p14:xfrm>
            </p:contentPart>
          </mc:Choice>
          <mc:Fallback>
            <p:pic>
              <p:nvPicPr>
                <p:cNvPr id="242" name="Ink 241">
                  <a:extLst>
                    <a:ext uri="{FF2B5EF4-FFF2-40B4-BE49-F238E27FC236}">
                      <a16:creationId xmlns:a16="http://schemas.microsoft.com/office/drawing/2014/main" id="{8A38429B-EA0B-4710-19BD-7B502CAF6FA0}"/>
                    </a:ext>
                  </a:extLst>
                </p:cNvPr>
                <p:cNvPicPr/>
                <p:nvPr/>
              </p:nvPicPr>
              <p:blipFill>
                <a:blip r:embed="rId249"/>
                <a:stretch>
                  <a:fillRect/>
                </a:stretch>
              </p:blipFill>
              <p:spPr>
                <a:xfrm>
                  <a:off x="4325900" y="1882547"/>
                  <a:ext cx="911520" cy="111600"/>
                </a:xfrm>
                <a:prstGeom prst="rect">
                  <a:avLst/>
                </a:prstGeom>
              </p:spPr>
            </p:pic>
          </mc:Fallback>
        </mc:AlternateContent>
        <mc:AlternateContent xmlns:mc="http://schemas.openxmlformats.org/markup-compatibility/2006">
          <mc:Choice xmlns:p14="http://schemas.microsoft.com/office/powerpoint/2010/main" Requires="p14">
            <p:contentPart p14:bwMode="auto" r:id="rId250">
              <p14:nvContentPartPr>
                <p14:cNvPr id="243" name="Ink 242">
                  <a:extLst>
                    <a:ext uri="{FF2B5EF4-FFF2-40B4-BE49-F238E27FC236}">
                      <a16:creationId xmlns:a16="http://schemas.microsoft.com/office/drawing/2014/main" id="{79ADA909-6CAA-79B9-82AE-6BF99532E019}"/>
                    </a:ext>
                  </a:extLst>
                </p14:cNvPr>
                <p14:cNvContentPartPr/>
                <p14:nvPr/>
              </p14:nvContentPartPr>
              <p14:xfrm>
                <a:off x="4611380" y="2044547"/>
                <a:ext cx="341640" cy="57960"/>
              </p14:xfrm>
            </p:contentPart>
          </mc:Choice>
          <mc:Fallback>
            <p:pic>
              <p:nvPicPr>
                <p:cNvPr id="243" name="Ink 242">
                  <a:extLst>
                    <a:ext uri="{FF2B5EF4-FFF2-40B4-BE49-F238E27FC236}">
                      <a16:creationId xmlns:a16="http://schemas.microsoft.com/office/drawing/2014/main" id="{79ADA909-6CAA-79B9-82AE-6BF99532E019}"/>
                    </a:ext>
                  </a:extLst>
                </p:cNvPr>
                <p:cNvPicPr/>
                <p:nvPr/>
              </p:nvPicPr>
              <p:blipFill>
                <a:blip r:embed="rId251"/>
                <a:stretch>
                  <a:fillRect/>
                </a:stretch>
              </p:blipFill>
              <p:spPr>
                <a:xfrm>
                  <a:off x="4602380" y="2035547"/>
                  <a:ext cx="359280" cy="75600"/>
                </a:xfrm>
                <a:prstGeom prst="rect">
                  <a:avLst/>
                </a:prstGeom>
              </p:spPr>
            </p:pic>
          </mc:Fallback>
        </mc:AlternateContent>
        <mc:AlternateContent xmlns:mc="http://schemas.openxmlformats.org/markup-compatibility/2006">
          <mc:Choice xmlns:p14="http://schemas.microsoft.com/office/powerpoint/2010/main" Requires="p14">
            <p:contentPart p14:bwMode="auto" r:id="rId252">
              <p14:nvContentPartPr>
                <p14:cNvPr id="195" name="Ink 194">
                  <a:extLst>
                    <a:ext uri="{FF2B5EF4-FFF2-40B4-BE49-F238E27FC236}">
                      <a16:creationId xmlns:a16="http://schemas.microsoft.com/office/drawing/2014/main" id="{751921A9-4875-45B3-EBD9-51DFB9A2A2F4}"/>
                    </a:ext>
                  </a:extLst>
                </p14:cNvPr>
                <p14:cNvContentPartPr/>
                <p14:nvPr/>
              </p14:nvContentPartPr>
              <p14:xfrm>
                <a:off x="6153980" y="1628387"/>
                <a:ext cx="10080" cy="119880"/>
              </p14:xfrm>
            </p:contentPart>
          </mc:Choice>
          <mc:Fallback>
            <p:pic>
              <p:nvPicPr>
                <p:cNvPr id="195" name="Ink 194">
                  <a:extLst>
                    <a:ext uri="{FF2B5EF4-FFF2-40B4-BE49-F238E27FC236}">
                      <a16:creationId xmlns:a16="http://schemas.microsoft.com/office/drawing/2014/main" id="{751921A9-4875-45B3-EBD9-51DFB9A2A2F4}"/>
                    </a:ext>
                  </a:extLst>
                </p:cNvPr>
                <p:cNvPicPr/>
                <p:nvPr/>
              </p:nvPicPr>
              <p:blipFill>
                <a:blip r:embed="rId253"/>
                <a:stretch>
                  <a:fillRect/>
                </a:stretch>
              </p:blipFill>
              <p:spPr>
                <a:xfrm>
                  <a:off x="6145340" y="1619387"/>
                  <a:ext cx="27720" cy="137520"/>
                </a:xfrm>
                <a:prstGeom prst="rect">
                  <a:avLst/>
                </a:prstGeom>
              </p:spPr>
            </p:pic>
          </mc:Fallback>
        </mc:AlternateContent>
        <mc:AlternateContent xmlns:mc="http://schemas.openxmlformats.org/markup-compatibility/2006">
          <mc:Choice xmlns:p14="http://schemas.microsoft.com/office/powerpoint/2010/main" Requires="p14">
            <p:contentPart p14:bwMode="auto" r:id="rId254">
              <p14:nvContentPartPr>
                <p14:cNvPr id="196" name="Ink 195">
                  <a:extLst>
                    <a:ext uri="{FF2B5EF4-FFF2-40B4-BE49-F238E27FC236}">
                      <a16:creationId xmlns:a16="http://schemas.microsoft.com/office/drawing/2014/main" id="{8C6C9D27-4378-AFA0-90A1-B5F645CBFB49}"/>
                    </a:ext>
                  </a:extLst>
                </p14:cNvPr>
                <p14:cNvContentPartPr/>
                <p14:nvPr/>
              </p14:nvContentPartPr>
              <p14:xfrm>
                <a:off x="6130220" y="1502387"/>
                <a:ext cx="20880" cy="9000"/>
              </p14:xfrm>
            </p:contentPart>
          </mc:Choice>
          <mc:Fallback>
            <p:pic>
              <p:nvPicPr>
                <p:cNvPr id="196" name="Ink 195">
                  <a:extLst>
                    <a:ext uri="{FF2B5EF4-FFF2-40B4-BE49-F238E27FC236}">
                      <a16:creationId xmlns:a16="http://schemas.microsoft.com/office/drawing/2014/main" id="{8C6C9D27-4378-AFA0-90A1-B5F645CBFB49}"/>
                    </a:ext>
                  </a:extLst>
                </p:cNvPr>
                <p:cNvPicPr/>
                <p:nvPr/>
              </p:nvPicPr>
              <p:blipFill>
                <a:blip r:embed="rId255"/>
                <a:stretch>
                  <a:fillRect/>
                </a:stretch>
              </p:blipFill>
              <p:spPr>
                <a:xfrm>
                  <a:off x="6121580" y="1493747"/>
                  <a:ext cx="38520" cy="26640"/>
                </a:xfrm>
                <a:prstGeom prst="rect">
                  <a:avLst/>
                </a:prstGeom>
              </p:spPr>
            </p:pic>
          </mc:Fallback>
        </mc:AlternateContent>
        <mc:AlternateContent xmlns:mc="http://schemas.openxmlformats.org/markup-compatibility/2006">
          <mc:Choice xmlns:p14="http://schemas.microsoft.com/office/powerpoint/2010/main" Requires="p14">
            <p:contentPart p14:bwMode="auto" r:id="rId256">
              <p14:nvContentPartPr>
                <p14:cNvPr id="197" name="Ink 196">
                  <a:extLst>
                    <a:ext uri="{FF2B5EF4-FFF2-40B4-BE49-F238E27FC236}">
                      <a16:creationId xmlns:a16="http://schemas.microsoft.com/office/drawing/2014/main" id="{9C0824D6-EEBC-B3E7-A27E-D952C397F4AB}"/>
                    </a:ext>
                  </a:extLst>
                </p14:cNvPr>
                <p14:cNvContentPartPr/>
                <p14:nvPr/>
              </p14:nvContentPartPr>
              <p14:xfrm>
                <a:off x="6227060" y="1561787"/>
                <a:ext cx="360" cy="176400"/>
              </p14:xfrm>
            </p:contentPart>
          </mc:Choice>
          <mc:Fallback>
            <p:pic>
              <p:nvPicPr>
                <p:cNvPr id="197" name="Ink 196">
                  <a:extLst>
                    <a:ext uri="{FF2B5EF4-FFF2-40B4-BE49-F238E27FC236}">
                      <a16:creationId xmlns:a16="http://schemas.microsoft.com/office/drawing/2014/main" id="{9C0824D6-EEBC-B3E7-A27E-D952C397F4AB}"/>
                    </a:ext>
                  </a:extLst>
                </p:cNvPr>
                <p:cNvPicPr/>
                <p:nvPr/>
              </p:nvPicPr>
              <p:blipFill>
                <a:blip r:embed="rId215"/>
                <a:stretch>
                  <a:fillRect/>
                </a:stretch>
              </p:blipFill>
              <p:spPr>
                <a:xfrm>
                  <a:off x="6218060" y="1553147"/>
                  <a:ext cx="18000" cy="194040"/>
                </a:xfrm>
                <a:prstGeom prst="rect">
                  <a:avLst/>
                </a:prstGeom>
              </p:spPr>
            </p:pic>
          </mc:Fallback>
        </mc:AlternateContent>
        <mc:AlternateContent xmlns:mc="http://schemas.openxmlformats.org/markup-compatibility/2006">
          <mc:Choice xmlns:p14="http://schemas.microsoft.com/office/powerpoint/2010/main" Requires="p14">
            <p:contentPart p14:bwMode="auto" r:id="rId257">
              <p14:nvContentPartPr>
                <p14:cNvPr id="198" name="Ink 197">
                  <a:extLst>
                    <a:ext uri="{FF2B5EF4-FFF2-40B4-BE49-F238E27FC236}">
                      <a16:creationId xmlns:a16="http://schemas.microsoft.com/office/drawing/2014/main" id="{8C7FE7F7-1E7B-FD53-6BB3-0B2F2864E27B}"/>
                    </a:ext>
                  </a:extLst>
                </p14:cNvPr>
                <p14:cNvContentPartPr/>
                <p14:nvPr/>
              </p14:nvContentPartPr>
              <p14:xfrm>
                <a:off x="6225980" y="1634147"/>
                <a:ext cx="110880" cy="96120"/>
              </p14:xfrm>
            </p:contentPart>
          </mc:Choice>
          <mc:Fallback>
            <p:pic>
              <p:nvPicPr>
                <p:cNvPr id="198" name="Ink 197">
                  <a:extLst>
                    <a:ext uri="{FF2B5EF4-FFF2-40B4-BE49-F238E27FC236}">
                      <a16:creationId xmlns:a16="http://schemas.microsoft.com/office/drawing/2014/main" id="{8C7FE7F7-1E7B-FD53-6BB3-0B2F2864E27B}"/>
                    </a:ext>
                  </a:extLst>
                </p:cNvPr>
                <p:cNvPicPr/>
                <p:nvPr/>
              </p:nvPicPr>
              <p:blipFill>
                <a:blip r:embed="rId258"/>
                <a:stretch>
                  <a:fillRect/>
                </a:stretch>
              </p:blipFill>
              <p:spPr>
                <a:xfrm>
                  <a:off x="6217340" y="1625147"/>
                  <a:ext cx="128520" cy="113760"/>
                </a:xfrm>
                <a:prstGeom prst="rect">
                  <a:avLst/>
                </a:prstGeom>
              </p:spPr>
            </p:pic>
          </mc:Fallback>
        </mc:AlternateContent>
        <mc:AlternateContent xmlns:mc="http://schemas.openxmlformats.org/markup-compatibility/2006">
          <mc:Choice xmlns:p14="http://schemas.microsoft.com/office/powerpoint/2010/main" Requires="p14">
            <p:contentPart p14:bwMode="auto" r:id="rId259">
              <p14:nvContentPartPr>
                <p14:cNvPr id="199" name="Ink 198">
                  <a:extLst>
                    <a:ext uri="{FF2B5EF4-FFF2-40B4-BE49-F238E27FC236}">
                      <a16:creationId xmlns:a16="http://schemas.microsoft.com/office/drawing/2014/main" id="{5DC747F4-8170-22CB-28D6-26F02F2C32F8}"/>
                    </a:ext>
                  </a:extLst>
                </p14:cNvPr>
                <p14:cNvContentPartPr/>
                <p14:nvPr/>
              </p14:nvContentPartPr>
              <p14:xfrm>
                <a:off x="6383300" y="1643867"/>
                <a:ext cx="141120" cy="102240"/>
              </p14:xfrm>
            </p:contentPart>
          </mc:Choice>
          <mc:Fallback>
            <p:pic>
              <p:nvPicPr>
                <p:cNvPr id="199" name="Ink 198">
                  <a:extLst>
                    <a:ext uri="{FF2B5EF4-FFF2-40B4-BE49-F238E27FC236}">
                      <a16:creationId xmlns:a16="http://schemas.microsoft.com/office/drawing/2014/main" id="{5DC747F4-8170-22CB-28D6-26F02F2C32F8}"/>
                    </a:ext>
                  </a:extLst>
                </p:cNvPr>
                <p:cNvPicPr/>
                <p:nvPr/>
              </p:nvPicPr>
              <p:blipFill>
                <a:blip r:embed="rId260"/>
                <a:stretch>
                  <a:fillRect/>
                </a:stretch>
              </p:blipFill>
              <p:spPr>
                <a:xfrm>
                  <a:off x="6374660" y="1634867"/>
                  <a:ext cx="158760" cy="119880"/>
                </a:xfrm>
                <a:prstGeom prst="rect">
                  <a:avLst/>
                </a:prstGeom>
              </p:spPr>
            </p:pic>
          </mc:Fallback>
        </mc:AlternateContent>
        <mc:AlternateContent xmlns:mc="http://schemas.openxmlformats.org/markup-compatibility/2006">
          <mc:Choice xmlns:p14="http://schemas.microsoft.com/office/powerpoint/2010/main" Requires="p14">
            <p:contentPart p14:bwMode="auto" r:id="rId261">
              <p14:nvContentPartPr>
                <p14:cNvPr id="245" name="Ink 244">
                  <a:extLst>
                    <a:ext uri="{FF2B5EF4-FFF2-40B4-BE49-F238E27FC236}">
                      <a16:creationId xmlns:a16="http://schemas.microsoft.com/office/drawing/2014/main" id="{9F6C0214-E520-BD96-3274-9DFA1CAF2099}"/>
                    </a:ext>
                  </a:extLst>
                </p14:cNvPr>
                <p14:cNvContentPartPr/>
                <p14:nvPr/>
              </p14:nvContentPartPr>
              <p14:xfrm>
                <a:off x="6180260" y="1836107"/>
                <a:ext cx="342000" cy="14400"/>
              </p14:xfrm>
            </p:contentPart>
          </mc:Choice>
          <mc:Fallback>
            <p:pic>
              <p:nvPicPr>
                <p:cNvPr id="245" name="Ink 244">
                  <a:extLst>
                    <a:ext uri="{FF2B5EF4-FFF2-40B4-BE49-F238E27FC236}">
                      <a16:creationId xmlns:a16="http://schemas.microsoft.com/office/drawing/2014/main" id="{9F6C0214-E520-BD96-3274-9DFA1CAF2099}"/>
                    </a:ext>
                  </a:extLst>
                </p:cNvPr>
                <p:cNvPicPr/>
                <p:nvPr/>
              </p:nvPicPr>
              <p:blipFill>
                <a:blip r:embed="rId262"/>
                <a:stretch>
                  <a:fillRect/>
                </a:stretch>
              </p:blipFill>
              <p:spPr>
                <a:xfrm>
                  <a:off x="6171620" y="1827467"/>
                  <a:ext cx="359640" cy="32040"/>
                </a:xfrm>
                <a:prstGeom prst="rect">
                  <a:avLst/>
                </a:prstGeom>
              </p:spPr>
            </p:pic>
          </mc:Fallback>
        </mc:AlternateContent>
        <mc:AlternateContent xmlns:mc="http://schemas.openxmlformats.org/markup-compatibility/2006">
          <mc:Choice xmlns:p14="http://schemas.microsoft.com/office/powerpoint/2010/main" Requires="p14">
            <p:contentPart p14:bwMode="auto" r:id="rId263">
              <p14:nvContentPartPr>
                <p14:cNvPr id="222" name="Ink 221">
                  <a:extLst>
                    <a:ext uri="{FF2B5EF4-FFF2-40B4-BE49-F238E27FC236}">
                      <a16:creationId xmlns:a16="http://schemas.microsoft.com/office/drawing/2014/main" id="{52320C9F-9434-FAEB-FE22-9B974F7E05D6}"/>
                    </a:ext>
                  </a:extLst>
                </p14:cNvPr>
                <p14:cNvContentPartPr/>
                <p14:nvPr/>
              </p14:nvContentPartPr>
              <p14:xfrm>
                <a:off x="6688580" y="1683827"/>
                <a:ext cx="9000" cy="128880"/>
              </p14:xfrm>
            </p:contentPart>
          </mc:Choice>
          <mc:Fallback>
            <p:pic>
              <p:nvPicPr>
                <p:cNvPr id="222" name="Ink 221">
                  <a:extLst>
                    <a:ext uri="{FF2B5EF4-FFF2-40B4-BE49-F238E27FC236}">
                      <a16:creationId xmlns:a16="http://schemas.microsoft.com/office/drawing/2014/main" id="{52320C9F-9434-FAEB-FE22-9B974F7E05D6}"/>
                    </a:ext>
                  </a:extLst>
                </p:cNvPr>
                <p:cNvPicPr/>
                <p:nvPr/>
              </p:nvPicPr>
              <p:blipFill>
                <a:blip r:embed="rId264"/>
                <a:stretch>
                  <a:fillRect/>
                </a:stretch>
              </p:blipFill>
              <p:spPr>
                <a:xfrm>
                  <a:off x="6679580" y="1674827"/>
                  <a:ext cx="26640" cy="146520"/>
                </a:xfrm>
                <a:prstGeom prst="rect">
                  <a:avLst/>
                </a:prstGeom>
              </p:spPr>
            </p:pic>
          </mc:Fallback>
        </mc:AlternateContent>
        <mc:AlternateContent xmlns:mc="http://schemas.openxmlformats.org/markup-compatibility/2006">
          <mc:Choice xmlns:p14="http://schemas.microsoft.com/office/powerpoint/2010/main" Requires="p14">
            <p:contentPart p14:bwMode="auto" r:id="rId265">
              <p14:nvContentPartPr>
                <p14:cNvPr id="223" name="Ink 222">
                  <a:extLst>
                    <a:ext uri="{FF2B5EF4-FFF2-40B4-BE49-F238E27FC236}">
                      <a16:creationId xmlns:a16="http://schemas.microsoft.com/office/drawing/2014/main" id="{C95BEBEE-B976-7A1E-E216-6D224CFA7478}"/>
                    </a:ext>
                  </a:extLst>
                </p14:cNvPr>
                <p14:cNvContentPartPr/>
                <p14:nvPr/>
              </p14:nvContentPartPr>
              <p14:xfrm>
                <a:off x="6685700" y="1598867"/>
                <a:ext cx="216360" cy="141120"/>
              </p14:xfrm>
            </p:contentPart>
          </mc:Choice>
          <mc:Fallback>
            <p:pic>
              <p:nvPicPr>
                <p:cNvPr id="223" name="Ink 222">
                  <a:extLst>
                    <a:ext uri="{FF2B5EF4-FFF2-40B4-BE49-F238E27FC236}">
                      <a16:creationId xmlns:a16="http://schemas.microsoft.com/office/drawing/2014/main" id="{C95BEBEE-B976-7A1E-E216-6D224CFA7478}"/>
                    </a:ext>
                  </a:extLst>
                </p:cNvPr>
                <p:cNvPicPr/>
                <p:nvPr/>
              </p:nvPicPr>
              <p:blipFill>
                <a:blip r:embed="rId266"/>
                <a:stretch>
                  <a:fillRect/>
                </a:stretch>
              </p:blipFill>
              <p:spPr>
                <a:xfrm>
                  <a:off x="6676700" y="1590227"/>
                  <a:ext cx="234000" cy="158760"/>
                </a:xfrm>
                <a:prstGeom prst="rect">
                  <a:avLst/>
                </a:prstGeom>
              </p:spPr>
            </p:pic>
          </mc:Fallback>
        </mc:AlternateContent>
        <mc:AlternateContent xmlns:mc="http://schemas.openxmlformats.org/markup-compatibility/2006">
          <mc:Choice xmlns:p14="http://schemas.microsoft.com/office/powerpoint/2010/main" Requires="p14">
            <p:contentPart p14:bwMode="auto" r:id="rId267">
              <p14:nvContentPartPr>
                <p14:cNvPr id="224" name="Ink 223">
                  <a:extLst>
                    <a:ext uri="{FF2B5EF4-FFF2-40B4-BE49-F238E27FC236}">
                      <a16:creationId xmlns:a16="http://schemas.microsoft.com/office/drawing/2014/main" id="{063285EE-FB10-6525-5399-17634B2AA696}"/>
                    </a:ext>
                  </a:extLst>
                </p14:cNvPr>
                <p14:cNvContentPartPr/>
                <p14:nvPr/>
              </p14:nvContentPartPr>
              <p14:xfrm>
                <a:off x="6904580" y="1606787"/>
                <a:ext cx="1080" cy="19080"/>
              </p14:xfrm>
            </p:contentPart>
          </mc:Choice>
          <mc:Fallback>
            <p:pic>
              <p:nvPicPr>
                <p:cNvPr id="224" name="Ink 223">
                  <a:extLst>
                    <a:ext uri="{FF2B5EF4-FFF2-40B4-BE49-F238E27FC236}">
                      <a16:creationId xmlns:a16="http://schemas.microsoft.com/office/drawing/2014/main" id="{063285EE-FB10-6525-5399-17634B2AA696}"/>
                    </a:ext>
                  </a:extLst>
                </p:cNvPr>
                <p:cNvPicPr/>
                <p:nvPr/>
              </p:nvPicPr>
              <p:blipFill>
                <a:blip r:embed="rId268"/>
                <a:stretch>
                  <a:fillRect/>
                </a:stretch>
              </p:blipFill>
              <p:spPr>
                <a:xfrm>
                  <a:off x="6895580" y="1598147"/>
                  <a:ext cx="18720" cy="36720"/>
                </a:xfrm>
                <a:prstGeom prst="rect">
                  <a:avLst/>
                </a:prstGeom>
              </p:spPr>
            </p:pic>
          </mc:Fallback>
        </mc:AlternateContent>
        <mc:AlternateContent xmlns:mc="http://schemas.openxmlformats.org/markup-compatibility/2006">
          <mc:Choice xmlns:p14="http://schemas.microsoft.com/office/powerpoint/2010/main" Requires="p14">
            <p:contentPart p14:bwMode="auto" r:id="rId269">
              <p14:nvContentPartPr>
                <p14:cNvPr id="225" name="Ink 224">
                  <a:extLst>
                    <a:ext uri="{FF2B5EF4-FFF2-40B4-BE49-F238E27FC236}">
                      <a16:creationId xmlns:a16="http://schemas.microsoft.com/office/drawing/2014/main" id="{205022D8-370F-528A-BB6E-B80A6B150F4C}"/>
                    </a:ext>
                  </a:extLst>
                </p14:cNvPr>
                <p14:cNvContentPartPr/>
                <p14:nvPr/>
              </p14:nvContentPartPr>
              <p14:xfrm>
                <a:off x="6953540" y="1669067"/>
                <a:ext cx="95040" cy="70560"/>
              </p14:xfrm>
            </p:contentPart>
          </mc:Choice>
          <mc:Fallback>
            <p:pic>
              <p:nvPicPr>
                <p:cNvPr id="225" name="Ink 224">
                  <a:extLst>
                    <a:ext uri="{FF2B5EF4-FFF2-40B4-BE49-F238E27FC236}">
                      <a16:creationId xmlns:a16="http://schemas.microsoft.com/office/drawing/2014/main" id="{205022D8-370F-528A-BB6E-B80A6B150F4C}"/>
                    </a:ext>
                  </a:extLst>
                </p:cNvPr>
                <p:cNvPicPr/>
                <p:nvPr/>
              </p:nvPicPr>
              <p:blipFill>
                <a:blip r:embed="rId270"/>
                <a:stretch>
                  <a:fillRect/>
                </a:stretch>
              </p:blipFill>
              <p:spPr>
                <a:xfrm>
                  <a:off x="6944540" y="1660427"/>
                  <a:ext cx="112680" cy="88200"/>
                </a:xfrm>
                <a:prstGeom prst="rect">
                  <a:avLst/>
                </a:prstGeom>
              </p:spPr>
            </p:pic>
          </mc:Fallback>
        </mc:AlternateContent>
        <mc:AlternateContent xmlns:mc="http://schemas.openxmlformats.org/markup-compatibility/2006">
          <mc:Choice xmlns:p14="http://schemas.microsoft.com/office/powerpoint/2010/main" Requires="p14">
            <p:contentPart p14:bwMode="auto" r:id="rId271">
              <p14:nvContentPartPr>
                <p14:cNvPr id="226" name="Ink 225">
                  <a:extLst>
                    <a:ext uri="{FF2B5EF4-FFF2-40B4-BE49-F238E27FC236}">
                      <a16:creationId xmlns:a16="http://schemas.microsoft.com/office/drawing/2014/main" id="{64F97B46-52C2-52AA-1FAA-5EBABE04A8AF}"/>
                    </a:ext>
                  </a:extLst>
                </p14:cNvPr>
                <p14:cNvContentPartPr/>
                <p14:nvPr/>
              </p14:nvContentPartPr>
              <p14:xfrm>
                <a:off x="7057940" y="1652147"/>
                <a:ext cx="86040" cy="92520"/>
              </p14:xfrm>
            </p:contentPart>
          </mc:Choice>
          <mc:Fallback>
            <p:pic>
              <p:nvPicPr>
                <p:cNvPr id="226" name="Ink 225">
                  <a:extLst>
                    <a:ext uri="{FF2B5EF4-FFF2-40B4-BE49-F238E27FC236}">
                      <a16:creationId xmlns:a16="http://schemas.microsoft.com/office/drawing/2014/main" id="{64F97B46-52C2-52AA-1FAA-5EBABE04A8AF}"/>
                    </a:ext>
                  </a:extLst>
                </p:cNvPr>
                <p:cNvPicPr/>
                <p:nvPr/>
              </p:nvPicPr>
              <p:blipFill>
                <a:blip r:embed="rId272"/>
                <a:stretch>
                  <a:fillRect/>
                </a:stretch>
              </p:blipFill>
              <p:spPr>
                <a:xfrm>
                  <a:off x="7049300" y="1643507"/>
                  <a:ext cx="103680" cy="110160"/>
                </a:xfrm>
                <a:prstGeom prst="rect">
                  <a:avLst/>
                </a:prstGeom>
              </p:spPr>
            </p:pic>
          </mc:Fallback>
        </mc:AlternateContent>
        <mc:AlternateContent xmlns:mc="http://schemas.openxmlformats.org/markup-compatibility/2006">
          <mc:Choice xmlns:p14="http://schemas.microsoft.com/office/powerpoint/2010/main" Requires="p14">
            <p:contentPart p14:bwMode="auto" r:id="rId273">
              <p14:nvContentPartPr>
                <p14:cNvPr id="227" name="Ink 226">
                  <a:extLst>
                    <a:ext uri="{FF2B5EF4-FFF2-40B4-BE49-F238E27FC236}">
                      <a16:creationId xmlns:a16="http://schemas.microsoft.com/office/drawing/2014/main" id="{5F0DAB9E-4007-9CC8-E105-D3BE047AF811}"/>
                    </a:ext>
                  </a:extLst>
                </p14:cNvPr>
                <p14:cNvContentPartPr/>
                <p14:nvPr/>
              </p14:nvContentPartPr>
              <p14:xfrm>
                <a:off x="7273940" y="1679147"/>
                <a:ext cx="75600" cy="6120"/>
              </p14:xfrm>
            </p:contentPart>
          </mc:Choice>
          <mc:Fallback>
            <p:pic>
              <p:nvPicPr>
                <p:cNvPr id="227" name="Ink 226">
                  <a:extLst>
                    <a:ext uri="{FF2B5EF4-FFF2-40B4-BE49-F238E27FC236}">
                      <a16:creationId xmlns:a16="http://schemas.microsoft.com/office/drawing/2014/main" id="{5F0DAB9E-4007-9CC8-E105-D3BE047AF811}"/>
                    </a:ext>
                  </a:extLst>
                </p:cNvPr>
                <p:cNvPicPr/>
                <p:nvPr/>
              </p:nvPicPr>
              <p:blipFill>
                <a:blip r:embed="rId274"/>
                <a:stretch>
                  <a:fillRect/>
                </a:stretch>
              </p:blipFill>
              <p:spPr>
                <a:xfrm>
                  <a:off x="7264940" y="1670147"/>
                  <a:ext cx="93240" cy="23760"/>
                </a:xfrm>
                <a:prstGeom prst="rect">
                  <a:avLst/>
                </a:prstGeom>
              </p:spPr>
            </p:pic>
          </mc:Fallback>
        </mc:AlternateContent>
        <mc:AlternateContent xmlns:mc="http://schemas.openxmlformats.org/markup-compatibility/2006">
          <mc:Choice xmlns:p14="http://schemas.microsoft.com/office/powerpoint/2010/main" Requires="p14">
            <p:contentPart p14:bwMode="auto" r:id="rId275">
              <p14:nvContentPartPr>
                <p14:cNvPr id="228" name="Ink 227">
                  <a:extLst>
                    <a:ext uri="{FF2B5EF4-FFF2-40B4-BE49-F238E27FC236}">
                      <a16:creationId xmlns:a16="http://schemas.microsoft.com/office/drawing/2014/main" id="{1CFB28F8-E937-B757-A548-8392DCABC779}"/>
                    </a:ext>
                  </a:extLst>
                </p14:cNvPr>
                <p14:cNvContentPartPr/>
                <p14:nvPr/>
              </p14:nvContentPartPr>
              <p14:xfrm>
                <a:off x="7293740" y="1607867"/>
                <a:ext cx="34200" cy="133200"/>
              </p14:xfrm>
            </p:contentPart>
          </mc:Choice>
          <mc:Fallback>
            <p:pic>
              <p:nvPicPr>
                <p:cNvPr id="228" name="Ink 227">
                  <a:extLst>
                    <a:ext uri="{FF2B5EF4-FFF2-40B4-BE49-F238E27FC236}">
                      <a16:creationId xmlns:a16="http://schemas.microsoft.com/office/drawing/2014/main" id="{1CFB28F8-E937-B757-A548-8392DCABC779}"/>
                    </a:ext>
                  </a:extLst>
                </p:cNvPr>
                <p:cNvPicPr/>
                <p:nvPr/>
              </p:nvPicPr>
              <p:blipFill>
                <a:blip r:embed="rId276"/>
                <a:stretch>
                  <a:fillRect/>
                </a:stretch>
              </p:blipFill>
              <p:spPr>
                <a:xfrm>
                  <a:off x="7285100" y="1599227"/>
                  <a:ext cx="51840" cy="150840"/>
                </a:xfrm>
                <a:prstGeom prst="rect">
                  <a:avLst/>
                </a:prstGeom>
              </p:spPr>
            </p:pic>
          </mc:Fallback>
        </mc:AlternateContent>
        <mc:AlternateContent xmlns:mc="http://schemas.openxmlformats.org/markup-compatibility/2006">
          <mc:Choice xmlns:p14="http://schemas.microsoft.com/office/powerpoint/2010/main" Requires="p14">
            <p:contentPart p14:bwMode="auto" r:id="rId277">
              <p14:nvContentPartPr>
                <p14:cNvPr id="229" name="Ink 228">
                  <a:extLst>
                    <a:ext uri="{FF2B5EF4-FFF2-40B4-BE49-F238E27FC236}">
                      <a16:creationId xmlns:a16="http://schemas.microsoft.com/office/drawing/2014/main" id="{ACA5D8DA-6A3D-E0B9-AD7C-1B71975827C4}"/>
                    </a:ext>
                  </a:extLst>
                </p14:cNvPr>
                <p14:cNvContentPartPr/>
                <p14:nvPr/>
              </p14:nvContentPartPr>
              <p14:xfrm>
                <a:off x="7295540" y="1619387"/>
                <a:ext cx="70560" cy="73800"/>
              </p14:xfrm>
            </p:contentPart>
          </mc:Choice>
          <mc:Fallback>
            <p:pic>
              <p:nvPicPr>
                <p:cNvPr id="229" name="Ink 228">
                  <a:extLst>
                    <a:ext uri="{FF2B5EF4-FFF2-40B4-BE49-F238E27FC236}">
                      <a16:creationId xmlns:a16="http://schemas.microsoft.com/office/drawing/2014/main" id="{ACA5D8DA-6A3D-E0B9-AD7C-1B71975827C4}"/>
                    </a:ext>
                  </a:extLst>
                </p:cNvPr>
                <p:cNvPicPr/>
                <p:nvPr/>
              </p:nvPicPr>
              <p:blipFill>
                <a:blip r:embed="rId278"/>
                <a:stretch>
                  <a:fillRect/>
                </a:stretch>
              </p:blipFill>
              <p:spPr>
                <a:xfrm>
                  <a:off x="7286900" y="1610747"/>
                  <a:ext cx="88200" cy="91440"/>
                </a:xfrm>
                <a:prstGeom prst="rect">
                  <a:avLst/>
                </a:prstGeom>
              </p:spPr>
            </p:pic>
          </mc:Fallback>
        </mc:AlternateContent>
        <mc:AlternateContent xmlns:mc="http://schemas.openxmlformats.org/markup-compatibility/2006">
          <mc:Choice xmlns:p14="http://schemas.microsoft.com/office/powerpoint/2010/main" Requires="p14">
            <p:contentPart p14:bwMode="auto" r:id="rId279">
              <p14:nvContentPartPr>
                <p14:cNvPr id="230" name="Ink 229">
                  <a:extLst>
                    <a:ext uri="{FF2B5EF4-FFF2-40B4-BE49-F238E27FC236}">
                      <a16:creationId xmlns:a16="http://schemas.microsoft.com/office/drawing/2014/main" id="{1A5C06AD-ADEC-E333-3D5F-7C7CD4530F8B}"/>
                    </a:ext>
                  </a:extLst>
                </p14:cNvPr>
                <p14:cNvContentPartPr/>
                <p14:nvPr/>
              </p14:nvContentPartPr>
              <p14:xfrm>
                <a:off x="7268540" y="1614347"/>
                <a:ext cx="90360" cy="133560"/>
              </p14:xfrm>
            </p:contentPart>
          </mc:Choice>
          <mc:Fallback>
            <p:pic>
              <p:nvPicPr>
                <p:cNvPr id="230" name="Ink 229">
                  <a:extLst>
                    <a:ext uri="{FF2B5EF4-FFF2-40B4-BE49-F238E27FC236}">
                      <a16:creationId xmlns:a16="http://schemas.microsoft.com/office/drawing/2014/main" id="{1A5C06AD-ADEC-E333-3D5F-7C7CD4530F8B}"/>
                    </a:ext>
                  </a:extLst>
                </p:cNvPr>
                <p:cNvPicPr/>
                <p:nvPr/>
              </p:nvPicPr>
              <p:blipFill>
                <a:blip r:embed="rId280"/>
                <a:stretch>
                  <a:fillRect/>
                </a:stretch>
              </p:blipFill>
              <p:spPr>
                <a:xfrm>
                  <a:off x="7259900" y="1605347"/>
                  <a:ext cx="108000" cy="151200"/>
                </a:xfrm>
                <a:prstGeom prst="rect">
                  <a:avLst/>
                </a:prstGeom>
              </p:spPr>
            </p:pic>
          </mc:Fallback>
        </mc:AlternateContent>
        <mc:AlternateContent xmlns:mc="http://schemas.openxmlformats.org/markup-compatibility/2006">
          <mc:Choice xmlns:p14="http://schemas.microsoft.com/office/powerpoint/2010/main" Requires="p14">
            <p:contentPart p14:bwMode="auto" r:id="rId281">
              <p14:nvContentPartPr>
                <p14:cNvPr id="247" name="Ink 246">
                  <a:extLst>
                    <a:ext uri="{FF2B5EF4-FFF2-40B4-BE49-F238E27FC236}">
                      <a16:creationId xmlns:a16="http://schemas.microsoft.com/office/drawing/2014/main" id="{2AA23451-7504-EB3A-8EB9-90C2913098C6}"/>
                    </a:ext>
                  </a:extLst>
                </p14:cNvPr>
                <p14:cNvContentPartPr/>
                <p14:nvPr/>
              </p14:nvContentPartPr>
              <p14:xfrm>
                <a:off x="6983420" y="1817387"/>
                <a:ext cx="247680" cy="21600"/>
              </p14:xfrm>
            </p:contentPart>
          </mc:Choice>
          <mc:Fallback>
            <p:pic>
              <p:nvPicPr>
                <p:cNvPr id="247" name="Ink 246">
                  <a:extLst>
                    <a:ext uri="{FF2B5EF4-FFF2-40B4-BE49-F238E27FC236}">
                      <a16:creationId xmlns:a16="http://schemas.microsoft.com/office/drawing/2014/main" id="{2AA23451-7504-EB3A-8EB9-90C2913098C6}"/>
                    </a:ext>
                  </a:extLst>
                </p:cNvPr>
                <p:cNvPicPr/>
                <p:nvPr/>
              </p:nvPicPr>
              <p:blipFill>
                <a:blip r:embed="rId282"/>
                <a:stretch>
                  <a:fillRect/>
                </a:stretch>
              </p:blipFill>
              <p:spPr>
                <a:xfrm>
                  <a:off x="6974780" y="1808387"/>
                  <a:ext cx="265320" cy="39240"/>
                </a:xfrm>
                <a:prstGeom prst="rect">
                  <a:avLst/>
                </a:prstGeom>
              </p:spPr>
            </p:pic>
          </mc:Fallback>
        </mc:AlternateContent>
        <mc:AlternateContent xmlns:mc="http://schemas.openxmlformats.org/markup-compatibility/2006">
          <mc:Choice xmlns:p14="http://schemas.microsoft.com/office/powerpoint/2010/main" Requires="p14">
            <p:contentPart p14:bwMode="auto" r:id="rId283">
              <p14:nvContentPartPr>
                <p14:cNvPr id="248" name="Ink 247">
                  <a:extLst>
                    <a:ext uri="{FF2B5EF4-FFF2-40B4-BE49-F238E27FC236}">
                      <a16:creationId xmlns:a16="http://schemas.microsoft.com/office/drawing/2014/main" id="{5209CC0C-03E2-264F-B15A-61A3A98B064E}"/>
                    </a:ext>
                  </a:extLst>
                </p14:cNvPr>
                <p14:cNvContentPartPr/>
                <p14:nvPr/>
              </p14:nvContentPartPr>
              <p14:xfrm>
                <a:off x="7996460" y="1946987"/>
                <a:ext cx="216360" cy="5040"/>
              </p14:xfrm>
            </p:contentPart>
          </mc:Choice>
          <mc:Fallback>
            <p:pic>
              <p:nvPicPr>
                <p:cNvPr id="248" name="Ink 247">
                  <a:extLst>
                    <a:ext uri="{FF2B5EF4-FFF2-40B4-BE49-F238E27FC236}">
                      <a16:creationId xmlns:a16="http://schemas.microsoft.com/office/drawing/2014/main" id="{5209CC0C-03E2-264F-B15A-61A3A98B064E}"/>
                    </a:ext>
                  </a:extLst>
                </p:cNvPr>
                <p:cNvPicPr/>
                <p:nvPr/>
              </p:nvPicPr>
              <p:blipFill>
                <a:blip r:embed="rId284"/>
                <a:stretch>
                  <a:fillRect/>
                </a:stretch>
              </p:blipFill>
              <p:spPr>
                <a:xfrm>
                  <a:off x="7987820" y="1938347"/>
                  <a:ext cx="234000" cy="22680"/>
                </a:xfrm>
                <a:prstGeom prst="rect">
                  <a:avLst/>
                </a:prstGeom>
              </p:spPr>
            </p:pic>
          </mc:Fallback>
        </mc:AlternateContent>
        <mc:AlternateContent xmlns:mc="http://schemas.openxmlformats.org/markup-compatibility/2006">
          <mc:Choice xmlns:p14="http://schemas.microsoft.com/office/powerpoint/2010/main" Requires="p14">
            <p:contentPart p14:bwMode="auto" r:id="rId285">
              <p14:nvContentPartPr>
                <p14:cNvPr id="250" name="Ink 249">
                  <a:extLst>
                    <a:ext uri="{FF2B5EF4-FFF2-40B4-BE49-F238E27FC236}">
                      <a16:creationId xmlns:a16="http://schemas.microsoft.com/office/drawing/2014/main" id="{598C533A-19D4-DF95-C985-B8858EF7A453}"/>
                    </a:ext>
                  </a:extLst>
                </p14:cNvPr>
                <p14:cNvContentPartPr/>
                <p14:nvPr/>
              </p14:nvContentPartPr>
              <p14:xfrm>
                <a:off x="4275500" y="1526147"/>
                <a:ext cx="178200" cy="519120"/>
              </p14:xfrm>
            </p:contentPart>
          </mc:Choice>
          <mc:Fallback>
            <p:pic>
              <p:nvPicPr>
                <p:cNvPr id="250" name="Ink 249">
                  <a:extLst>
                    <a:ext uri="{FF2B5EF4-FFF2-40B4-BE49-F238E27FC236}">
                      <a16:creationId xmlns:a16="http://schemas.microsoft.com/office/drawing/2014/main" id="{598C533A-19D4-DF95-C985-B8858EF7A453}"/>
                    </a:ext>
                  </a:extLst>
                </p:cNvPr>
                <p:cNvPicPr/>
                <p:nvPr/>
              </p:nvPicPr>
              <p:blipFill>
                <a:blip r:embed="rId286"/>
                <a:stretch>
                  <a:fillRect/>
                </a:stretch>
              </p:blipFill>
              <p:spPr>
                <a:xfrm>
                  <a:off x="4266500" y="1517507"/>
                  <a:ext cx="195840" cy="536760"/>
                </a:xfrm>
                <a:prstGeom prst="rect">
                  <a:avLst/>
                </a:prstGeom>
              </p:spPr>
            </p:pic>
          </mc:Fallback>
        </mc:AlternateContent>
        <mc:AlternateContent xmlns:mc="http://schemas.openxmlformats.org/markup-compatibility/2006">
          <mc:Choice xmlns:p14="http://schemas.microsoft.com/office/powerpoint/2010/main" Requires="p14">
            <p:contentPart p14:bwMode="auto" r:id="rId287">
              <p14:nvContentPartPr>
                <p14:cNvPr id="251" name="Ink 250">
                  <a:extLst>
                    <a:ext uri="{FF2B5EF4-FFF2-40B4-BE49-F238E27FC236}">
                      <a16:creationId xmlns:a16="http://schemas.microsoft.com/office/drawing/2014/main" id="{EDE3EBAA-CE92-A506-9D87-9C5DFEB633A1}"/>
                    </a:ext>
                  </a:extLst>
                </p14:cNvPr>
                <p14:cNvContentPartPr/>
                <p14:nvPr/>
              </p14:nvContentPartPr>
              <p14:xfrm>
                <a:off x="8696300" y="1550627"/>
                <a:ext cx="169560" cy="385920"/>
              </p14:xfrm>
            </p:contentPart>
          </mc:Choice>
          <mc:Fallback>
            <p:pic>
              <p:nvPicPr>
                <p:cNvPr id="251" name="Ink 250">
                  <a:extLst>
                    <a:ext uri="{FF2B5EF4-FFF2-40B4-BE49-F238E27FC236}">
                      <a16:creationId xmlns:a16="http://schemas.microsoft.com/office/drawing/2014/main" id="{EDE3EBAA-CE92-A506-9D87-9C5DFEB633A1}"/>
                    </a:ext>
                  </a:extLst>
                </p:cNvPr>
                <p:cNvPicPr/>
                <p:nvPr/>
              </p:nvPicPr>
              <p:blipFill>
                <a:blip r:embed="rId288"/>
                <a:stretch>
                  <a:fillRect/>
                </a:stretch>
              </p:blipFill>
              <p:spPr>
                <a:xfrm>
                  <a:off x="8687300" y="1541627"/>
                  <a:ext cx="187200" cy="403560"/>
                </a:xfrm>
                <a:prstGeom prst="rect">
                  <a:avLst/>
                </a:prstGeom>
              </p:spPr>
            </p:pic>
          </mc:Fallback>
        </mc:AlternateContent>
        <mc:AlternateContent xmlns:mc="http://schemas.openxmlformats.org/markup-compatibility/2006">
          <mc:Choice xmlns:p14="http://schemas.microsoft.com/office/powerpoint/2010/main" Requires="p14">
            <p:contentPart p14:bwMode="auto" r:id="rId289">
              <p14:nvContentPartPr>
                <p14:cNvPr id="252" name="Ink 251">
                  <a:extLst>
                    <a:ext uri="{FF2B5EF4-FFF2-40B4-BE49-F238E27FC236}">
                      <a16:creationId xmlns:a16="http://schemas.microsoft.com/office/drawing/2014/main" id="{F0DF3B6B-5994-8BFB-995A-47FD2406D9C1}"/>
                    </a:ext>
                  </a:extLst>
                </p14:cNvPr>
                <p14:cNvContentPartPr/>
                <p14:nvPr/>
              </p14:nvContentPartPr>
              <p14:xfrm>
                <a:off x="5401220" y="2711987"/>
                <a:ext cx="259200" cy="354240"/>
              </p14:xfrm>
            </p:contentPart>
          </mc:Choice>
          <mc:Fallback>
            <p:pic>
              <p:nvPicPr>
                <p:cNvPr id="252" name="Ink 251">
                  <a:extLst>
                    <a:ext uri="{FF2B5EF4-FFF2-40B4-BE49-F238E27FC236}">
                      <a16:creationId xmlns:a16="http://schemas.microsoft.com/office/drawing/2014/main" id="{F0DF3B6B-5994-8BFB-995A-47FD2406D9C1}"/>
                    </a:ext>
                  </a:extLst>
                </p:cNvPr>
                <p:cNvPicPr/>
                <p:nvPr/>
              </p:nvPicPr>
              <p:blipFill>
                <a:blip r:embed="rId290"/>
                <a:stretch>
                  <a:fillRect/>
                </a:stretch>
              </p:blipFill>
              <p:spPr>
                <a:xfrm>
                  <a:off x="5392220" y="2703347"/>
                  <a:ext cx="276840" cy="371880"/>
                </a:xfrm>
                <a:prstGeom prst="rect">
                  <a:avLst/>
                </a:prstGeom>
              </p:spPr>
            </p:pic>
          </mc:Fallback>
        </mc:AlternateContent>
        <mc:AlternateContent xmlns:mc="http://schemas.openxmlformats.org/markup-compatibility/2006">
          <mc:Choice xmlns:p14="http://schemas.microsoft.com/office/powerpoint/2010/main" Requires="p14">
            <p:contentPart p14:bwMode="auto" r:id="rId291">
              <p14:nvContentPartPr>
                <p14:cNvPr id="253" name="Ink 252">
                  <a:extLst>
                    <a:ext uri="{FF2B5EF4-FFF2-40B4-BE49-F238E27FC236}">
                      <a16:creationId xmlns:a16="http://schemas.microsoft.com/office/drawing/2014/main" id="{2179B10F-2A06-1B62-1F7D-8CE1B416200D}"/>
                    </a:ext>
                  </a:extLst>
                </p14:cNvPr>
                <p14:cNvContentPartPr/>
                <p14:nvPr/>
              </p14:nvContentPartPr>
              <p14:xfrm>
                <a:off x="8721500" y="2615147"/>
                <a:ext cx="181080" cy="397800"/>
              </p14:xfrm>
            </p:contentPart>
          </mc:Choice>
          <mc:Fallback>
            <p:pic>
              <p:nvPicPr>
                <p:cNvPr id="253" name="Ink 252">
                  <a:extLst>
                    <a:ext uri="{FF2B5EF4-FFF2-40B4-BE49-F238E27FC236}">
                      <a16:creationId xmlns:a16="http://schemas.microsoft.com/office/drawing/2014/main" id="{2179B10F-2A06-1B62-1F7D-8CE1B416200D}"/>
                    </a:ext>
                  </a:extLst>
                </p:cNvPr>
                <p:cNvPicPr/>
                <p:nvPr/>
              </p:nvPicPr>
              <p:blipFill>
                <a:blip r:embed="rId292"/>
                <a:stretch>
                  <a:fillRect/>
                </a:stretch>
              </p:blipFill>
              <p:spPr>
                <a:xfrm>
                  <a:off x="8712500" y="2606507"/>
                  <a:ext cx="198720" cy="415440"/>
                </a:xfrm>
                <a:prstGeom prst="rect">
                  <a:avLst/>
                </a:prstGeom>
              </p:spPr>
            </p:pic>
          </mc:Fallback>
        </mc:AlternateContent>
        <mc:AlternateContent xmlns:mc="http://schemas.openxmlformats.org/markup-compatibility/2006">
          <mc:Choice xmlns:p14="http://schemas.microsoft.com/office/powerpoint/2010/main" Requires="p14">
            <p:contentPart p14:bwMode="auto" r:id="rId293">
              <p14:nvContentPartPr>
                <p14:cNvPr id="254" name="Ink 253">
                  <a:extLst>
                    <a:ext uri="{FF2B5EF4-FFF2-40B4-BE49-F238E27FC236}">
                      <a16:creationId xmlns:a16="http://schemas.microsoft.com/office/drawing/2014/main" id="{08657325-DB5B-809F-F8CF-86A497D05AC7}"/>
                    </a:ext>
                  </a:extLst>
                </p14:cNvPr>
                <p14:cNvContentPartPr/>
                <p14:nvPr/>
              </p14:nvContentPartPr>
              <p14:xfrm>
                <a:off x="5679140" y="2794787"/>
                <a:ext cx="141840" cy="120960"/>
              </p14:xfrm>
            </p:contentPart>
          </mc:Choice>
          <mc:Fallback>
            <p:pic>
              <p:nvPicPr>
                <p:cNvPr id="254" name="Ink 253">
                  <a:extLst>
                    <a:ext uri="{FF2B5EF4-FFF2-40B4-BE49-F238E27FC236}">
                      <a16:creationId xmlns:a16="http://schemas.microsoft.com/office/drawing/2014/main" id="{08657325-DB5B-809F-F8CF-86A497D05AC7}"/>
                    </a:ext>
                  </a:extLst>
                </p:cNvPr>
                <p:cNvPicPr/>
                <p:nvPr/>
              </p:nvPicPr>
              <p:blipFill>
                <a:blip r:embed="rId294"/>
                <a:stretch>
                  <a:fillRect/>
                </a:stretch>
              </p:blipFill>
              <p:spPr>
                <a:xfrm>
                  <a:off x="5670140" y="2786147"/>
                  <a:ext cx="159480" cy="138600"/>
                </a:xfrm>
                <a:prstGeom prst="rect">
                  <a:avLst/>
                </a:prstGeom>
              </p:spPr>
            </p:pic>
          </mc:Fallback>
        </mc:AlternateContent>
        <mc:AlternateContent xmlns:mc="http://schemas.openxmlformats.org/markup-compatibility/2006">
          <mc:Choice xmlns:p14="http://schemas.microsoft.com/office/powerpoint/2010/main" Requires="p14">
            <p:contentPart p14:bwMode="auto" r:id="rId295">
              <p14:nvContentPartPr>
                <p14:cNvPr id="255" name="Ink 254">
                  <a:extLst>
                    <a:ext uri="{FF2B5EF4-FFF2-40B4-BE49-F238E27FC236}">
                      <a16:creationId xmlns:a16="http://schemas.microsoft.com/office/drawing/2014/main" id="{61EDDCA0-A424-851D-6652-0E54CFC87142}"/>
                    </a:ext>
                  </a:extLst>
                </p14:cNvPr>
                <p14:cNvContentPartPr/>
                <p14:nvPr/>
              </p14:nvContentPartPr>
              <p14:xfrm>
                <a:off x="5854460" y="2797307"/>
                <a:ext cx="74160" cy="93600"/>
              </p14:xfrm>
            </p:contentPart>
          </mc:Choice>
          <mc:Fallback>
            <p:pic>
              <p:nvPicPr>
                <p:cNvPr id="255" name="Ink 254">
                  <a:extLst>
                    <a:ext uri="{FF2B5EF4-FFF2-40B4-BE49-F238E27FC236}">
                      <a16:creationId xmlns:a16="http://schemas.microsoft.com/office/drawing/2014/main" id="{61EDDCA0-A424-851D-6652-0E54CFC87142}"/>
                    </a:ext>
                  </a:extLst>
                </p:cNvPr>
                <p:cNvPicPr/>
                <p:nvPr/>
              </p:nvPicPr>
              <p:blipFill>
                <a:blip r:embed="rId296"/>
                <a:stretch>
                  <a:fillRect/>
                </a:stretch>
              </p:blipFill>
              <p:spPr>
                <a:xfrm>
                  <a:off x="5845460" y="2788667"/>
                  <a:ext cx="91800" cy="111240"/>
                </a:xfrm>
                <a:prstGeom prst="rect">
                  <a:avLst/>
                </a:prstGeom>
              </p:spPr>
            </p:pic>
          </mc:Fallback>
        </mc:AlternateContent>
        <mc:AlternateContent xmlns:mc="http://schemas.openxmlformats.org/markup-compatibility/2006">
          <mc:Choice xmlns:p14="http://schemas.microsoft.com/office/powerpoint/2010/main" Requires="p14">
            <p:contentPart p14:bwMode="auto" r:id="rId297">
              <p14:nvContentPartPr>
                <p14:cNvPr id="256" name="Ink 255">
                  <a:extLst>
                    <a:ext uri="{FF2B5EF4-FFF2-40B4-BE49-F238E27FC236}">
                      <a16:creationId xmlns:a16="http://schemas.microsoft.com/office/drawing/2014/main" id="{3616AEE3-389A-19BE-3ED0-63407B4A18FA}"/>
                    </a:ext>
                  </a:extLst>
                </p14:cNvPr>
                <p14:cNvContentPartPr/>
                <p14:nvPr/>
              </p14:nvContentPartPr>
              <p14:xfrm>
                <a:off x="6066140" y="2887667"/>
                <a:ext cx="3600" cy="41040"/>
              </p14:xfrm>
            </p:contentPart>
          </mc:Choice>
          <mc:Fallback>
            <p:pic>
              <p:nvPicPr>
                <p:cNvPr id="256" name="Ink 255">
                  <a:extLst>
                    <a:ext uri="{FF2B5EF4-FFF2-40B4-BE49-F238E27FC236}">
                      <a16:creationId xmlns:a16="http://schemas.microsoft.com/office/drawing/2014/main" id="{3616AEE3-389A-19BE-3ED0-63407B4A18FA}"/>
                    </a:ext>
                  </a:extLst>
                </p:cNvPr>
                <p:cNvPicPr/>
                <p:nvPr/>
              </p:nvPicPr>
              <p:blipFill>
                <a:blip r:embed="rId298"/>
                <a:stretch>
                  <a:fillRect/>
                </a:stretch>
              </p:blipFill>
              <p:spPr>
                <a:xfrm>
                  <a:off x="6057500" y="2878667"/>
                  <a:ext cx="21240" cy="58680"/>
                </a:xfrm>
                <a:prstGeom prst="rect">
                  <a:avLst/>
                </a:prstGeom>
              </p:spPr>
            </p:pic>
          </mc:Fallback>
        </mc:AlternateContent>
        <mc:AlternateContent xmlns:mc="http://schemas.openxmlformats.org/markup-compatibility/2006">
          <mc:Choice xmlns:p14="http://schemas.microsoft.com/office/powerpoint/2010/main" Requires="p14">
            <p:contentPart p14:bwMode="auto" r:id="rId299">
              <p14:nvContentPartPr>
                <p14:cNvPr id="258" name="Ink 257">
                  <a:extLst>
                    <a:ext uri="{FF2B5EF4-FFF2-40B4-BE49-F238E27FC236}">
                      <a16:creationId xmlns:a16="http://schemas.microsoft.com/office/drawing/2014/main" id="{2559957B-2A30-ADD3-6DE3-7FC02EEBD84B}"/>
                    </a:ext>
                  </a:extLst>
                </p14:cNvPr>
                <p14:cNvContentPartPr/>
                <p14:nvPr/>
              </p14:nvContentPartPr>
              <p14:xfrm>
                <a:off x="6256580" y="2755187"/>
                <a:ext cx="148320" cy="142920"/>
              </p14:xfrm>
            </p:contentPart>
          </mc:Choice>
          <mc:Fallback>
            <p:pic>
              <p:nvPicPr>
                <p:cNvPr id="258" name="Ink 257">
                  <a:extLst>
                    <a:ext uri="{FF2B5EF4-FFF2-40B4-BE49-F238E27FC236}">
                      <a16:creationId xmlns:a16="http://schemas.microsoft.com/office/drawing/2014/main" id="{2559957B-2A30-ADD3-6DE3-7FC02EEBD84B}"/>
                    </a:ext>
                  </a:extLst>
                </p:cNvPr>
                <p:cNvPicPr/>
                <p:nvPr/>
              </p:nvPicPr>
              <p:blipFill>
                <a:blip r:embed="rId300"/>
                <a:stretch>
                  <a:fillRect/>
                </a:stretch>
              </p:blipFill>
              <p:spPr>
                <a:xfrm>
                  <a:off x="6247580" y="2746187"/>
                  <a:ext cx="165960" cy="160560"/>
                </a:xfrm>
                <a:prstGeom prst="rect">
                  <a:avLst/>
                </a:prstGeom>
              </p:spPr>
            </p:pic>
          </mc:Fallback>
        </mc:AlternateContent>
        <mc:AlternateContent xmlns:mc="http://schemas.openxmlformats.org/markup-compatibility/2006">
          <mc:Choice xmlns:p14="http://schemas.microsoft.com/office/powerpoint/2010/main" Requires="p14">
            <p:contentPart p14:bwMode="auto" r:id="rId301">
              <p14:nvContentPartPr>
                <p14:cNvPr id="259" name="Ink 258">
                  <a:extLst>
                    <a:ext uri="{FF2B5EF4-FFF2-40B4-BE49-F238E27FC236}">
                      <a16:creationId xmlns:a16="http://schemas.microsoft.com/office/drawing/2014/main" id="{4A6B5B7D-D3F1-B589-11CF-75AB19B0E239}"/>
                    </a:ext>
                  </a:extLst>
                </p14:cNvPr>
                <p14:cNvContentPartPr/>
                <p14:nvPr/>
              </p14:nvContentPartPr>
              <p14:xfrm>
                <a:off x="6506420" y="2756267"/>
                <a:ext cx="31680" cy="141840"/>
              </p14:xfrm>
            </p:contentPart>
          </mc:Choice>
          <mc:Fallback>
            <p:pic>
              <p:nvPicPr>
                <p:cNvPr id="259" name="Ink 258">
                  <a:extLst>
                    <a:ext uri="{FF2B5EF4-FFF2-40B4-BE49-F238E27FC236}">
                      <a16:creationId xmlns:a16="http://schemas.microsoft.com/office/drawing/2014/main" id="{4A6B5B7D-D3F1-B589-11CF-75AB19B0E239}"/>
                    </a:ext>
                  </a:extLst>
                </p:cNvPr>
                <p:cNvPicPr/>
                <p:nvPr/>
              </p:nvPicPr>
              <p:blipFill>
                <a:blip r:embed="rId302"/>
                <a:stretch>
                  <a:fillRect/>
                </a:stretch>
              </p:blipFill>
              <p:spPr>
                <a:xfrm>
                  <a:off x="6497780" y="2747267"/>
                  <a:ext cx="49320" cy="159480"/>
                </a:xfrm>
                <a:prstGeom prst="rect">
                  <a:avLst/>
                </a:prstGeom>
              </p:spPr>
            </p:pic>
          </mc:Fallback>
        </mc:AlternateContent>
        <mc:AlternateContent xmlns:mc="http://schemas.openxmlformats.org/markup-compatibility/2006">
          <mc:Choice xmlns:p14="http://schemas.microsoft.com/office/powerpoint/2010/main" Requires="p14">
            <p:contentPart p14:bwMode="auto" r:id="rId303">
              <p14:nvContentPartPr>
                <p14:cNvPr id="260" name="Ink 259">
                  <a:extLst>
                    <a:ext uri="{FF2B5EF4-FFF2-40B4-BE49-F238E27FC236}">
                      <a16:creationId xmlns:a16="http://schemas.microsoft.com/office/drawing/2014/main" id="{22E16ED5-34F6-6870-157C-ED7C4BC42E3E}"/>
                    </a:ext>
                  </a:extLst>
                </p14:cNvPr>
                <p14:cNvContentPartPr/>
                <p14:nvPr/>
              </p14:nvContentPartPr>
              <p14:xfrm>
                <a:off x="6527660" y="2741867"/>
                <a:ext cx="109800" cy="30960"/>
              </p14:xfrm>
            </p:contentPart>
          </mc:Choice>
          <mc:Fallback>
            <p:pic>
              <p:nvPicPr>
                <p:cNvPr id="260" name="Ink 259">
                  <a:extLst>
                    <a:ext uri="{FF2B5EF4-FFF2-40B4-BE49-F238E27FC236}">
                      <a16:creationId xmlns:a16="http://schemas.microsoft.com/office/drawing/2014/main" id="{22E16ED5-34F6-6870-157C-ED7C4BC42E3E}"/>
                    </a:ext>
                  </a:extLst>
                </p:cNvPr>
                <p:cNvPicPr/>
                <p:nvPr/>
              </p:nvPicPr>
              <p:blipFill>
                <a:blip r:embed="rId304"/>
                <a:stretch>
                  <a:fillRect/>
                </a:stretch>
              </p:blipFill>
              <p:spPr>
                <a:xfrm>
                  <a:off x="6519020" y="2733227"/>
                  <a:ext cx="127440" cy="48600"/>
                </a:xfrm>
                <a:prstGeom prst="rect">
                  <a:avLst/>
                </a:prstGeom>
              </p:spPr>
            </p:pic>
          </mc:Fallback>
        </mc:AlternateContent>
        <mc:AlternateContent xmlns:mc="http://schemas.openxmlformats.org/markup-compatibility/2006">
          <mc:Choice xmlns:p14="http://schemas.microsoft.com/office/powerpoint/2010/main" Requires="p14">
            <p:contentPart p14:bwMode="auto" r:id="rId305">
              <p14:nvContentPartPr>
                <p14:cNvPr id="261" name="Ink 260">
                  <a:extLst>
                    <a:ext uri="{FF2B5EF4-FFF2-40B4-BE49-F238E27FC236}">
                      <a16:creationId xmlns:a16="http://schemas.microsoft.com/office/drawing/2014/main" id="{A5C97867-6AE4-F253-005F-662324D680A1}"/>
                    </a:ext>
                  </a:extLst>
                </p14:cNvPr>
                <p14:cNvContentPartPr/>
                <p14:nvPr/>
              </p14:nvContentPartPr>
              <p14:xfrm>
                <a:off x="6764900" y="2872187"/>
                <a:ext cx="20880" cy="61560"/>
              </p14:xfrm>
            </p:contentPart>
          </mc:Choice>
          <mc:Fallback>
            <p:pic>
              <p:nvPicPr>
                <p:cNvPr id="261" name="Ink 260">
                  <a:extLst>
                    <a:ext uri="{FF2B5EF4-FFF2-40B4-BE49-F238E27FC236}">
                      <a16:creationId xmlns:a16="http://schemas.microsoft.com/office/drawing/2014/main" id="{A5C97867-6AE4-F253-005F-662324D680A1}"/>
                    </a:ext>
                  </a:extLst>
                </p:cNvPr>
                <p:cNvPicPr/>
                <p:nvPr/>
              </p:nvPicPr>
              <p:blipFill>
                <a:blip r:embed="rId306"/>
                <a:stretch>
                  <a:fillRect/>
                </a:stretch>
              </p:blipFill>
              <p:spPr>
                <a:xfrm>
                  <a:off x="6755900" y="2863187"/>
                  <a:ext cx="38520" cy="79200"/>
                </a:xfrm>
                <a:prstGeom prst="rect">
                  <a:avLst/>
                </a:prstGeom>
              </p:spPr>
            </p:pic>
          </mc:Fallback>
        </mc:AlternateContent>
        <mc:AlternateContent xmlns:mc="http://schemas.openxmlformats.org/markup-compatibility/2006">
          <mc:Choice xmlns:p14="http://schemas.microsoft.com/office/powerpoint/2010/main" Requires="p14">
            <p:contentPart p14:bwMode="auto" r:id="rId307">
              <p14:nvContentPartPr>
                <p14:cNvPr id="263" name="Ink 262">
                  <a:extLst>
                    <a:ext uri="{FF2B5EF4-FFF2-40B4-BE49-F238E27FC236}">
                      <a16:creationId xmlns:a16="http://schemas.microsoft.com/office/drawing/2014/main" id="{0396B549-AF8D-7210-2D00-976AB87FB177}"/>
                    </a:ext>
                  </a:extLst>
                </p14:cNvPr>
                <p14:cNvContentPartPr/>
                <p14:nvPr/>
              </p14:nvContentPartPr>
              <p14:xfrm>
                <a:off x="6969380" y="2745107"/>
                <a:ext cx="108720" cy="112320"/>
              </p14:xfrm>
            </p:contentPart>
          </mc:Choice>
          <mc:Fallback>
            <p:pic>
              <p:nvPicPr>
                <p:cNvPr id="263" name="Ink 262">
                  <a:extLst>
                    <a:ext uri="{FF2B5EF4-FFF2-40B4-BE49-F238E27FC236}">
                      <a16:creationId xmlns:a16="http://schemas.microsoft.com/office/drawing/2014/main" id="{0396B549-AF8D-7210-2D00-976AB87FB177}"/>
                    </a:ext>
                  </a:extLst>
                </p:cNvPr>
                <p:cNvPicPr/>
                <p:nvPr/>
              </p:nvPicPr>
              <p:blipFill>
                <a:blip r:embed="rId308"/>
                <a:stretch>
                  <a:fillRect/>
                </a:stretch>
              </p:blipFill>
              <p:spPr>
                <a:xfrm>
                  <a:off x="6960740" y="2736467"/>
                  <a:ext cx="126360" cy="129960"/>
                </a:xfrm>
                <a:prstGeom prst="rect">
                  <a:avLst/>
                </a:prstGeom>
              </p:spPr>
            </p:pic>
          </mc:Fallback>
        </mc:AlternateContent>
        <mc:AlternateContent xmlns:mc="http://schemas.openxmlformats.org/markup-compatibility/2006">
          <mc:Choice xmlns:p14="http://schemas.microsoft.com/office/powerpoint/2010/main" Requires="p14">
            <p:contentPart p14:bwMode="auto" r:id="rId309">
              <p14:nvContentPartPr>
                <p14:cNvPr id="264" name="Ink 263">
                  <a:extLst>
                    <a:ext uri="{FF2B5EF4-FFF2-40B4-BE49-F238E27FC236}">
                      <a16:creationId xmlns:a16="http://schemas.microsoft.com/office/drawing/2014/main" id="{6C9862D4-8209-AB67-3918-4D4ADF4E64EE}"/>
                    </a:ext>
                  </a:extLst>
                </p14:cNvPr>
                <p14:cNvContentPartPr/>
                <p14:nvPr/>
              </p14:nvContentPartPr>
              <p14:xfrm>
                <a:off x="7023020" y="2730707"/>
                <a:ext cx="294840" cy="132480"/>
              </p14:xfrm>
            </p:contentPart>
          </mc:Choice>
          <mc:Fallback>
            <p:pic>
              <p:nvPicPr>
                <p:cNvPr id="264" name="Ink 263">
                  <a:extLst>
                    <a:ext uri="{FF2B5EF4-FFF2-40B4-BE49-F238E27FC236}">
                      <a16:creationId xmlns:a16="http://schemas.microsoft.com/office/drawing/2014/main" id="{6C9862D4-8209-AB67-3918-4D4ADF4E64EE}"/>
                    </a:ext>
                  </a:extLst>
                </p:cNvPr>
                <p:cNvPicPr/>
                <p:nvPr/>
              </p:nvPicPr>
              <p:blipFill>
                <a:blip r:embed="rId310"/>
                <a:stretch>
                  <a:fillRect/>
                </a:stretch>
              </p:blipFill>
              <p:spPr>
                <a:xfrm>
                  <a:off x="7014380" y="2722067"/>
                  <a:ext cx="312480" cy="150120"/>
                </a:xfrm>
                <a:prstGeom prst="rect">
                  <a:avLst/>
                </a:prstGeom>
              </p:spPr>
            </p:pic>
          </mc:Fallback>
        </mc:AlternateContent>
        <mc:AlternateContent xmlns:mc="http://schemas.openxmlformats.org/markup-compatibility/2006">
          <mc:Choice xmlns:p14="http://schemas.microsoft.com/office/powerpoint/2010/main" Requires="p14">
            <p:contentPart p14:bwMode="auto" r:id="rId311">
              <p14:nvContentPartPr>
                <p14:cNvPr id="266" name="Ink 265">
                  <a:extLst>
                    <a:ext uri="{FF2B5EF4-FFF2-40B4-BE49-F238E27FC236}">
                      <a16:creationId xmlns:a16="http://schemas.microsoft.com/office/drawing/2014/main" id="{54792AC2-15E0-3228-E88F-D6B576A9A7CB}"/>
                    </a:ext>
                  </a:extLst>
                </p14:cNvPr>
                <p14:cNvContentPartPr/>
                <p14:nvPr/>
              </p14:nvContentPartPr>
              <p14:xfrm>
                <a:off x="7502180" y="2856707"/>
                <a:ext cx="33480" cy="95040"/>
              </p14:xfrm>
            </p:contentPart>
          </mc:Choice>
          <mc:Fallback>
            <p:pic>
              <p:nvPicPr>
                <p:cNvPr id="266" name="Ink 265">
                  <a:extLst>
                    <a:ext uri="{FF2B5EF4-FFF2-40B4-BE49-F238E27FC236}">
                      <a16:creationId xmlns:a16="http://schemas.microsoft.com/office/drawing/2014/main" id="{54792AC2-15E0-3228-E88F-D6B576A9A7CB}"/>
                    </a:ext>
                  </a:extLst>
                </p:cNvPr>
                <p:cNvPicPr/>
                <p:nvPr/>
              </p:nvPicPr>
              <p:blipFill>
                <a:blip r:embed="rId312"/>
                <a:stretch>
                  <a:fillRect/>
                </a:stretch>
              </p:blipFill>
              <p:spPr>
                <a:xfrm>
                  <a:off x="7493180" y="2848067"/>
                  <a:ext cx="51120" cy="112680"/>
                </a:xfrm>
                <a:prstGeom prst="rect">
                  <a:avLst/>
                </a:prstGeom>
              </p:spPr>
            </p:pic>
          </mc:Fallback>
        </mc:AlternateContent>
        <mc:AlternateContent xmlns:mc="http://schemas.openxmlformats.org/markup-compatibility/2006">
          <mc:Choice xmlns:p14="http://schemas.microsoft.com/office/powerpoint/2010/main" Requires="p14">
            <p:contentPart p14:bwMode="auto" r:id="rId313">
              <p14:nvContentPartPr>
                <p14:cNvPr id="267" name="Ink 266">
                  <a:extLst>
                    <a:ext uri="{FF2B5EF4-FFF2-40B4-BE49-F238E27FC236}">
                      <a16:creationId xmlns:a16="http://schemas.microsoft.com/office/drawing/2014/main" id="{49CBE00D-F642-83A8-096C-73221CBF233D}"/>
                    </a:ext>
                  </a:extLst>
                </p14:cNvPr>
                <p14:cNvContentPartPr/>
                <p14:nvPr/>
              </p14:nvContentPartPr>
              <p14:xfrm>
                <a:off x="7690100" y="2758787"/>
                <a:ext cx="131760" cy="141120"/>
              </p14:xfrm>
            </p:contentPart>
          </mc:Choice>
          <mc:Fallback>
            <p:pic>
              <p:nvPicPr>
                <p:cNvPr id="267" name="Ink 266">
                  <a:extLst>
                    <a:ext uri="{FF2B5EF4-FFF2-40B4-BE49-F238E27FC236}">
                      <a16:creationId xmlns:a16="http://schemas.microsoft.com/office/drawing/2014/main" id="{49CBE00D-F642-83A8-096C-73221CBF233D}"/>
                    </a:ext>
                  </a:extLst>
                </p:cNvPr>
                <p:cNvPicPr/>
                <p:nvPr/>
              </p:nvPicPr>
              <p:blipFill>
                <a:blip r:embed="rId314"/>
                <a:stretch>
                  <a:fillRect/>
                </a:stretch>
              </p:blipFill>
              <p:spPr>
                <a:xfrm>
                  <a:off x="7681100" y="2750147"/>
                  <a:ext cx="149400" cy="158760"/>
                </a:xfrm>
                <a:prstGeom prst="rect">
                  <a:avLst/>
                </a:prstGeom>
              </p:spPr>
            </p:pic>
          </mc:Fallback>
        </mc:AlternateContent>
        <mc:AlternateContent xmlns:mc="http://schemas.openxmlformats.org/markup-compatibility/2006">
          <mc:Choice xmlns:p14="http://schemas.microsoft.com/office/powerpoint/2010/main" Requires="p14">
            <p:contentPart p14:bwMode="auto" r:id="rId315">
              <p14:nvContentPartPr>
                <p14:cNvPr id="268" name="Ink 267">
                  <a:extLst>
                    <a:ext uri="{FF2B5EF4-FFF2-40B4-BE49-F238E27FC236}">
                      <a16:creationId xmlns:a16="http://schemas.microsoft.com/office/drawing/2014/main" id="{7A431F2C-AEB6-E16B-418C-DF6772D7AE2E}"/>
                    </a:ext>
                  </a:extLst>
                </p14:cNvPr>
                <p14:cNvContentPartPr/>
                <p14:nvPr/>
              </p14:nvContentPartPr>
              <p14:xfrm>
                <a:off x="7914740" y="2785427"/>
                <a:ext cx="152640" cy="143640"/>
              </p14:xfrm>
            </p:contentPart>
          </mc:Choice>
          <mc:Fallback>
            <p:pic>
              <p:nvPicPr>
                <p:cNvPr id="268" name="Ink 267">
                  <a:extLst>
                    <a:ext uri="{FF2B5EF4-FFF2-40B4-BE49-F238E27FC236}">
                      <a16:creationId xmlns:a16="http://schemas.microsoft.com/office/drawing/2014/main" id="{7A431F2C-AEB6-E16B-418C-DF6772D7AE2E}"/>
                    </a:ext>
                  </a:extLst>
                </p:cNvPr>
                <p:cNvPicPr/>
                <p:nvPr/>
              </p:nvPicPr>
              <p:blipFill>
                <a:blip r:embed="rId316"/>
                <a:stretch>
                  <a:fillRect/>
                </a:stretch>
              </p:blipFill>
              <p:spPr>
                <a:xfrm>
                  <a:off x="7905740" y="2776427"/>
                  <a:ext cx="170280" cy="161280"/>
                </a:xfrm>
                <a:prstGeom prst="rect">
                  <a:avLst/>
                </a:prstGeom>
              </p:spPr>
            </p:pic>
          </mc:Fallback>
        </mc:AlternateContent>
        <mc:AlternateContent xmlns:mc="http://schemas.openxmlformats.org/markup-compatibility/2006">
          <mc:Choice xmlns:p14="http://schemas.microsoft.com/office/powerpoint/2010/main" Requires="p14">
            <p:contentPart p14:bwMode="auto" r:id="rId317">
              <p14:nvContentPartPr>
                <p14:cNvPr id="271" name="Ink 270">
                  <a:extLst>
                    <a:ext uri="{FF2B5EF4-FFF2-40B4-BE49-F238E27FC236}">
                      <a16:creationId xmlns:a16="http://schemas.microsoft.com/office/drawing/2014/main" id="{9685BA08-171E-7569-0CD8-CEE66F764D32}"/>
                    </a:ext>
                  </a:extLst>
                </p14:cNvPr>
                <p14:cNvContentPartPr/>
                <p14:nvPr/>
              </p14:nvContentPartPr>
              <p14:xfrm>
                <a:off x="7924820" y="2785427"/>
                <a:ext cx="170280" cy="132840"/>
              </p14:xfrm>
            </p:contentPart>
          </mc:Choice>
          <mc:Fallback>
            <p:pic>
              <p:nvPicPr>
                <p:cNvPr id="271" name="Ink 270">
                  <a:extLst>
                    <a:ext uri="{FF2B5EF4-FFF2-40B4-BE49-F238E27FC236}">
                      <a16:creationId xmlns:a16="http://schemas.microsoft.com/office/drawing/2014/main" id="{9685BA08-171E-7569-0CD8-CEE66F764D32}"/>
                    </a:ext>
                  </a:extLst>
                </p:cNvPr>
                <p:cNvPicPr/>
                <p:nvPr/>
              </p:nvPicPr>
              <p:blipFill>
                <a:blip r:embed="rId318"/>
                <a:stretch>
                  <a:fillRect/>
                </a:stretch>
              </p:blipFill>
              <p:spPr>
                <a:xfrm>
                  <a:off x="7915820" y="2776787"/>
                  <a:ext cx="187920" cy="150480"/>
                </a:xfrm>
                <a:prstGeom prst="rect">
                  <a:avLst/>
                </a:prstGeom>
              </p:spPr>
            </p:pic>
          </mc:Fallback>
        </mc:AlternateContent>
        <mc:AlternateContent xmlns:mc="http://schemas.openxmlformats.org/markup-compatibility/2006">
          <mc:Choice xmlns:p14="http://schemas.microsoft.com/office/powerpoint/2010/main" Requires="p14">
            <p:contentPart p14:bwMode="auto" r:id="rId319">
              <p14:nvContentPartPr>
                <p14:cNvPr id="58" name="Ink 57">
                  <a:extLst>
                    <a:ext uri="{FF2B5EF4-FFF2-40B4-BE49-F238E27FC236}">
                      <a16:creationId xmlns:a16="http://schemas.microsoft.com/office/drawing/2014/main" id="{DA604562-099F-9B55-B93D-07212FD0A60D}"/>
                    </a:ext>
                  </a:extLst>
                </p14:cNvPr>
                <p14:cNvContentPartPr/>
                <p14:nvPr/>
              </p14:nvContentPartPr>
              <p14:xfrm>
                <a:off x="542660" y="2898827"/>
                <a:ext cx="134640" cy="259200"/>
              </p14:xfrm>
            </p:contentPart>
          </mc:Choice>
          <mc:Fallback>
            <p:pic>
              <p:nvPicPr>
                <p:cNvPr id="58" name="Ink 57">
                  <a:extLst>
                    <a:ext uri="{FF2B5EF4-FFF2-40B4-BE49-F238E27FC236}">
                      <a16:creationId xmlns:a16="http://schemas.microsoft.com/office/drawing/2014/main" id="{DA604562-099F-9B55-B93D-07212FD0A60D}"/>
                    </a:ext>
                  </a:extLst>
                </p:cNvPr>
                <p:cNvPicPr/>
                <p:nvPr/>
              </p:nvPicPr>
              <p:blipFill>
                <a:blip r:embed="rId320"/>
                <a:stretch>
                  <a:fillRect/>
                </a:stretch>
              </p:blipFill>
              <p:spPr>
                <a:xfrm>
                  <a:off x="534020" y="2890187"/>
                  <a:ext cx="152280" cy="276840"/>
                </a:xfrm>
                <a:prstGeom prst="rect">
                  <a:avLst/>
                </a:prstGeom>
              </p:spPr>
            </p:pic>
          </mc:Fallback>
        </mc:AlternateContent>
        <mc:AlternateContent xmlns:mc="http://schemas.openxmlformats.org/markup-compatibility/2006">
          <mc:Choice xmlns:p14="http://schemas.microsoft.com/office/powerpoint/2010/main" Requires="p14">
            <p:contentPart p14:bwMode="auto" r:id="rId321">
              <p14:nvContentPartPr>
                <p14:cNvPr id="59" name="Ink 58">
                  <a:extLst>
                    <a:ext uri="{FF2B5EF4-FFF2-40B4-BE49-F238E27FC236}">
                      <a16:creationId xmlns:a16="http://schemas.microsoft.com/office/drawing/2014/main" id="{46D0DFDC-5159-1AE6-A09F-9CC66A5C677B}"/>
                    </a:ext>
                  </a:extLst>
                </p14:cNvPr>
                <p14:cNvContentPartPr/>
                <p14:nvPr/>
              </p14:nvContentPartPr>
              <p14:xfrm>
                <a:off x="703220" y="3050387"/>
                <a:ext cx="69840" cy="78480"/>
              </p14:xfrm>
            </p:contentPart>
          </mc:Choice>
          <mc:Fallback>
            <p:pic>
              <p:nvPicPr>
                <p:cNvPr id="59" name="Ink 58">
                  <a:extLst>
                    <a:ext uri="{FF2B5EF4-FFF2-40B4-BE49-F238E27FC236}">
                      <a16:creationId xmlns:a16="http://schemas.microsoft.com/office/drawing/2014/main" id="{46D0DFDC-5159-1AE6-A09F-9CC66A5C677B}"/>
                    </a:ext>
                  </a:extLst>
                </p:cNvPr>
                <p:cNvPicPr/>
                <p:nvPr/>
              </p:nvPicPr>
              <p:blipFill>
                <a:blip r:embed="rId322"/>
                <a:stretch>
                  <a:fillRect/>
                </a:stretch>
              </p:blipFill>
              <p:spPr>
                <a:xfrm>
                  <a:off x="694220" y="3041747"/>
                  <a:ext cx="87480" cy="96120"/>
                </a:xfrm>
                <a:prstGeom prst="rect">
                  <a:avLst/>
                </a:prstGeom>
              </p:spPr>
            </p:pic>
          </mc:Fallback>
        </mc:AlternateContent>
        <mc:AlternateContent xmlns:mc="http://schemas.openxmlformats.org/markup-compatibility/2006">
          <mc:Choice xmlns:p14="http://schemas.microsoft.com/office/powerpoint/2010/main" Requires="p14">
            <p:contentPart p14:bwMode="auto" r:id="rId323">
              <p14:nvContentPartPr>
                <p14:cNvPr id="60" name="Ink 59">
                  <a:extLst>
                    <a:ext uri="{FF2B5EF4-FFF2-40B4-BE49-F238E27FC236}">
                      <a16:creationId xmlns:a16="http://schemas.microsoft.com/office/drawing/2014/main" id="{D361CFED-F3C9-8F70-B901-4F866B4589A1}"/>
                    </a:ext>
                  </a:extLst>
                </p14:cNvPr>
                <p14:cNvContentPartPr/>
                <p14:nvPr/>
              </p14:nvContentPartPr>
              <p14:xfrm>
                <a:off x="818060" y="3064787"/>
                <a:ext cx="52560" cy="71280"/>
              </p14:xfrm>
            </p:contentPart>
          </mc:Choice>
          <mc:Fallback>
            <p:pic>
              <p:nvPicPr>
                <p:cNvPr id="60" name="Ink 59">
                  <a:extLst>
                    <a:ext uri="{FF2B5EF4-FFF2-40B4-BE49-F238E27FC236}">
                      <a16:creationId xmlns:a16="http://schemas.microsoft.com/office/drawing/2014/main" id="{D361CFED-F3C9-8F70-B901-4F866B4589A1}"/>
                    </a:ext>
                  </a:extLst>
                </p:cNvPr>
                <p:cNvPicPr/>
                <p:nvPr/>
              </p:nvPicPr>
              <p:blipFill>
                <a:blip r:embed="rId324"/>
                <a:stretch>
                  <a:fillRect/>
                </a:stretch>
              </p:blipFill>
              <p:spPr>
                <a:xfrm>
                  <a:off x="809420" y="3055787"/>
                  <a:ext cx="70200" cy="88920"/>
                </a:xfrm>
                <a:prstGeom prst="rect">
                  <a:avLst/>
                </a:prstGeom>
              </p:spPr>
            </p:pic>
          </mc:Fallback>
        </mc:AlternateContent>
        <mc:AlternateContent xmlns:mc="http://schemas.openxmlformats.org/markup-compatibility/2006">
          <mc:Choice xmlns:p14="http://schemas.microsoft.com/office/powerpoint/2010/main" Requires="p14">
            <p:contentPart p14:bwMode="auto" r:id="rId325">
              <p14:nvContentPartPr>
                <p14:cNvPr id="61" name="Ink 60">
                  <a:extLst>
                    <a:ext uri="{FF2B5EF4-FFF2-40B4-BE49-F238E27FC236}">
                      <a16:creationId xmlns:a16="http://schemas.microsoft.com/office/drawing/2014/main" id="{5FBDABD7-7734-1D47-B292-C5AF20E9F30B}"/>
                    </a:ext>
                  </a:extLst>
                </p14:cNvPr>
                <p14:cNvContentPartPr/>
                <p14:nvPr/>
              </p14:nvContentPartPr>
              <p14:xfrm>
                <a:off x="908420" y="3079187"/>
                <a:ext cx="81720" cy="152280"/>
              </p14:xfrm>
            </p:contentPart>
          </mc:Choice>
          <mc:Fallback>
            <p:pic>
              <p:nvPicPr>
                <p:cNvPr id="61" name="Ink 60">
                  <a:extLst>
                    <a:ext uri="{FF2B5EF4-FFF2-40B4-BE49-F238E27FC236}">
                      <a16:creationId xmlns:a16="http://schemas.microsoft.com/office/drawing/2014/main" id="{5FBDABD7-7734-1D47-B292-C5AF20E9F30B}"/>
                    </a:ext>
                  </a:extLst>
                </p:cNvPr>
                <p:cNvPicPr/>
                <p:nvPr/>
              </p:nvPicPr>
              <p:blipFill>
                <a:blip r:embed="rId326"/>
                <a:stretch>
                  <a:fillRect/>
                </a:stretch>
              </p:blipFill>
              <p:spPr>
                <a:xfrm>
                  <a:off x="899420" y="3070547"/>
                  <a:ext cx="99360" cy="169920"/>
                </a:xfrm>
                <a:prstGeom prst="rect">
                  <a:avLst/>
                </a:prstGeom>
              </p:spPr>
            </p:pic>
          </mc:Fallback>
        </mc:AlternateContent>
        <mc:AlternateContent xmlns:mc="http://schemas.openxmlformats.org/markup-compatibility/2006">
          <mc:Choice xmlns:p14="http://schemas.microsoft.com/office/powerpoint/2010/main" Requires="p14">
            <p:contentPart p14:bwMode="auto" r:id="rId327">
              <p14:nvContentPartPr>
                <p14:cNvPr id="62" name="Ink 61">
                  <a:extLst>
                    <a:ext uri="{FF2B5EF4-FFF2-40B4-BE49-F238E27FC236}">
                      <a16:creationId xmlns:a16="http://schemas.microsoft.com/office/drawing/2014/main" id="{7F0B7F15-ABD8-96AE-4536-13DE62BB5615}"/>
                    </a:ext>
                  </a:extLst>
                </p14:cNvPr>
                <p14:cNvContentPartPr/>
                <p14:nvPr/>
              </p14:nvContentPartPr>
              <p14:xfrm>
                <a:off x="1075820" y="3008627"/>
                <a:ext cx="142560" cy="179280"/>
              </p14:xfrm>
            </p:contentPart>
          </mc:Choice>
          <mc:Fallback>
            <p:pic>
              <p:nvPicPr>
                <p:cNvPr id="62" name="Ink 61">
                  <a:extLst>
                    <a:ext uri="{FF2B5EF4-FFF2-40B4-BE49-F238E27FC236}">
                      <a16:creationId xmlns:a16="http://schemas.microsoft.com/office/drawing/2014/main" id="{7F0B7F15-ABD8-96AE-4536-13DE62BB5615}"/>
                    </a:ext>
                  </a:extLst>
                </p:cNvPr>
                <p:cNvPicPr/>
                <p:nvPr/>
              </p:nvPicPr>
              <p:blipFill>
                <a:blip r:embed="rId328"/>
                <a:stretch>
                  <a:fillRect/>
                </a:stretch>
              </p:blipFill>
              <p:spPr>
                <a:xfrm>
                  <a:off x="1066820" y="2999627"/>
                  <a:ext cx="160200" cy="196920"/>
                </a:xfrm>
                <a:prstGeom prst="rect">
                  <a:avLst/>
                </a:prstGeom>
              </p:spPr>
            </p:pic>
          </mc:Fallback>
        </mc:AlternateContent>
        <mc:AlternateContent xmlns:mc="http://schemas.openxmlformats.org/markup-compatibility/2006">
          <mc:Choice xmlns:p14="http://schemas.microsoft.com/office/powerpoint/2010/main" Requires="p14">
            <p:contentPart p14:bwMode="auto" r:id="rId329">
              <p14:nvContentPartPr>
                <p14:cNvPr id="63" name="Ink 62">
                  <a:extLst>
                    <a:ext uri="{FF2B5EF4-FFF2-40B4-BE49-F238E27FC236}">
                      <a16:creationId xmlns:a16="http://schemas.microsoft.com/office/drawing/2014/main" id="{56558FFB-6361-F9E8-6146-E2402F62B1B5}"/>
                    </a:ext>
                  </a:extLst>
                </p14:cNvPr>
                <p14:cNvContentPartPr/>
                <p14:nvPr/>
              </p14:nvContentPartPr>
              <p14:xfrm>
                <a:off x="1417820" y="2964707"/>
                <a:ext cx="34560" cy="163440"/>
              </p14:xfrm>
            </p:contentPart>
          </mc:Choice>
          <mc:Fallback>
            <p:pic>
              <p:nvPicPr>
                <p:cNvPr id="63" name="Ink 62">
                  <a:extLst>
                    <a:ext uri="{FF2B5EF4-FFF2-40B4-BE49-F238E27FC236}">
                      <a16:creationId xmlns:a16="http://schemas.microsoft.com/office/drawing/2014/main" id="{56558FFB-6361-F9E8-6146-E2402F62B1B5}"/>
                    </a:ext>
                  </a:extLst>
                </p:cNvPr>
                <p:cNvPicPr/>
                <p:nvPr/>
              </p:nvPicPr>
              <p:blipFill>
                <a:blip r:embed="rId330"/>
                <a:stretch>
                  <a:fillRect/>
                </a:stretch>
              </p:blipFill>
              <p:spPr>
                <a:xfrm>
                  <a:off x="1408820" y="2956067"/>
                  <a:ext cx="52200" cy="181080"/>
                </a:xfrm>
                <a:prstGeom prst="rect">
                  <a:avLst/>
                </a:prstGeom>
              </p:spPr>
            </p:pic>
          </mc:Fallback>
        </mc:AlternateContent>
        <mc:AlternateContent xmlns:mc="http://schemas.openxmlformats.org/markup-compatibility/2006">
          <mc:Choice xmlns:p14="http://schemas.microsoft.com/office/powerpoint/2010/main" Requires="p14">
            <p:contentPart p14:bwMode="auto" r:id="rId331">
              <p14:nvContentPartPr>
                <p14:cNvPr id="64" name="Ink 63">
                  <a:extLst>
                    <a:ext uri="{FF2B5EF4-FFF2-40B4-BE49-F238E27FC236}">
                      <a16:creationId xmlns:a16="http://schemas.microsoft.com/office/drawing/2014/main" id="{F659B087-E9F8-E030-2A41-C04453990CE3}"/>
                    </a:ext>
                  </a:extLst>
                </p14:cNvPr>
                <p14:cNvContentPartPr/>
                <p14:nvPr/>
              </p14:nvContentPartPr>
              <p14:xfrm>
                <a:off x="1370300" y="3032027"/>
                <a:ext cx="252000" cy="97920"/>
              </p14:xfrm>
            </p:contentPart>
          </mc:Choice>
          <mc:Fallback>
            <p:pic>
              <p:nvPicPr>
                <p:cNvPr id="64" name="Ink 63">
                  <a:extLst>
                    <a:ext uri="{FF2B5EF4-FFF2-40B4-BE49-F238E27FC236}">
                      <a16:creationId xmlns:a16="http://schemas.microsoft.com/office/drawing/2014/main" id="{F659B087-E9F8-E030-2A41-C04453990CE3}"/>
                    </a:ext>
                  </a:extLst>
                </p:cNvPr>
                <p:cNvPicPr/>
                <p:nvPr/>
              </p:nvPicPr>
              <p:blipFill>
                <a:blip r:embed="rId332"/>
                <a:stretch>
                  <a:fillRect/>
                </a:stretch>
              </p:blipFill>
              <p:spPr>
                <a:xfrm>
                  <a:off x="1361300" y="3023387"/>
                  <a:ext cx="269640" cy="115560"/>
                </a:xfrm>
                <a:prstGeom prst="rect">
                  <a:avLst/>
                </a:prstGeom>
              </p:spPr>
            </p:pic>
          </mc:Fallback>
        </mc:AlternateContent>
        <mc:AlternateContent xmlns:mc="http://schemas.openxmlformats.org/markup-compatibility/2006">
          <mc:Choice xmlns:p14="http://schemas.microsoft.com/office/powerpoint/2010/main" Requires="p14">
            <p:contentPart p14:bwMode="auto" r:id="rId333">
              <p14:nvContentPartPr>
                <p14:cNvPr id="65" name="Ink 64">
                  <a:extLst>
                    <a:ext uri="{FF2B5EF4-FFF2-40B4-BE49-F238E27FC236}">
                      <a16:creationId xmlns:a16="http://schemas.microsoft.com/office/drawing/2014/main" id="{212216AD-2D3C-876C-6418-08F432D1508A}"/>
                    </a:ext>
                  </a:extLst>
                </p14:cNvPr>
                <p14:cNvContentPartPr/>
                <p14:nvPr/>
              </p14:nvContentPartPr>
              <p14:xfrm>
                <a:off x="1664420" y="3003227"/>
                <a:ext cx="114120" cy="129600"/>
              </p14:xfrm>
            </p:contentPart>
          </mc:Choice>
          <mc:Fallback>
            <p:pic>
              <p:nvPicPr>
                <p:cNvPr id="65" name="Ink 64">
                  <a:extLst>
                    <a:ext uri="{FF2B5EF4-FFF2-40B4-BE49-F238E27FC236}">
                      <a16:creationId xmlns:a16="http://schemas.microsoft.com/office/drawing/2014/main" id="{212216AD-2D3C-876C-6418-08F432D1508A}"/>
                    </a:ext>
                  </a:extLst>
                </p:cNvPr>
                <p:cNvPicPr/>
                <p:nvPr/>
              </p:nvPicPr>
              <p:blipFill>
                <a:blip r:embed="rId334"/>
                <a:stretch>
                  <a:fillRect/>
                </a:stretch>
              </p:blipFill>
              <p:spPr>
                <a:xfrm>
                  <a:off x="1655780" y="2994587"/>
                  <a:ext cx="131760" cy="147240"/>
                </a:xfrm>
                <a:prstGeom prst="rect">
                  <a:avLst/>
                </a:prstGeom>
              </p:spPr>
            </p:pic>
          </mc:Fallback>
        </mc:AlternateContent>
        <mc:AlternateContent xmlns:mc="http://schemas.openxmlformats.org/markup-compatibility/2006">
          <mc:Choice xmlns:p14="http://schemas.microsoft.com/office/powerpoint/2010/main" Requires="p14">
            <p:contentPart p14:bwMode="auto" r:id="rId335">
              <p14:nvContentPartPr>
                <p14:cNvPr id="66" name="Ink 65">
                  <a:extLst>
                    <a:ext uri="{FF2B5EF4-FFF2-40B4-BE49-F238E27FC236}">
                      <a16:creationId xmlns:a16="http://schemas.microsoft.com/office/drawing/2014/main" id="{5ED848B2-20F4-3DE1-26AC-34C635A607C9}"/>
                    </a:ext>
                  </a:extLst>
                </p14:cNvPr>
                <p14:cNvContentPartPr/>
                <p14:nvPr/>
              </p14:nvContentPartPr>
              <p14:xfrm>
                <a:off x="1806980" y="3047867"/>
                <a:ext cx="74520" cy="92160"/>
              </p14:xfrm>
            </p:contentPart>
          </mc:Choice>
          <mc:Fallback>
            <p:pic>
              <p:nvPicPr>
                <p:cNvPr id="66" name="Ink 65">
                  <a:extLst>
                    <a:ext uri="{FF2B5EF4-FFF2-40B4-BE49-F238E27FC236}">
                      <a16:creationId xmlns:a16="http://schemas.microsoft.com/office/drawing/2014/main" id="{5ED848B2-20F4-3DE1-26AC-34C635A607C9}"/>
                    </a:ext>
                  </a:extLst>
                </p:cNvPr>
                <p:cNvPicPr/>
                <p:nvPr/>
              </p:nvPicPr>
              <p:blipFill>
                <a:blip r:embed="rId336"/>
                <a:stretch>
                  <a:fillRect/>
                </a:stretch>
              </p:blipFill>
              <p:spPr>
                <a:xfrm>
                  <a:off x="1797980" y="3039227"/>
                  <a:ext cx="92160" cy="109800"/>
                </a:xfrm>
                <a:prstGeom prst="rect">
                  <a:avLst/>
                </a:prstGeom>
              </p:spPr>
            </p:pic>
          </mc:Fallback>
        </mc:AlternateContent>
        <mc:AlternateContent xmlns:mc="http://schemas.openxmlformats.org/markup-compatibility/2006">
          <mc:Choice xmlns:p14="http://schemas.microsoft.com/office/powerpoint/2010/main" Requires="p14">
            <p:contentPart p14:bwMode="auto" r:id="rId337">
              <p14:nvContentPartPr>
                <p14:cNvPr id="79" name="Ink 78">
                  <a:extLst>
                    <a:ext uri="{FF2B5EF4-FFF2-40B4-BE49-F238E27FC236}">
                      <a16:creationId xmlns:a16="http://schemas.microsoft.com/office/drawing/2014/main" id="{A10D1A8F-A08A-8297-6DD4-994A902A8F05}"/>
                    </a:ext>
                  </a:extLst>
                </p14:cNvPr>
                <p14:cNvContentPartPr/>
                <p14:nvPr/>
              </p14:nvContentPartPr>
              <p14:xfrm>
                <a:off x="1363100" y="3365747"/>
                <a:ext cx="63720" cy="105120"/>
              </p14:xfrm>
            </p:contentPart>
          </mc:Choice>
          <mc:Fallback>
            <p:pic>
              <p:nvPicPr>
                <p:cNvPr id="79" name="Ink 78">
                  <a:extLst>
                    <a:ext uri="{FF2B5EF4-FFF2-40B4-BE49-F238E27FC236}">
                      <a16:creationId xmlns:a16="http://schemas.microsoft.com/office/drawing/2014/main" id="{A10D1A8F-A08A-8297-6DD4-994A902A8F05}"/>
                    </a:ext>
                  </a:extLst>
                </p:cNvPr>
                <p:cNvPicPr/>
                <p:nvPr/>
              </p:nvPicPr>
              <p:blipFill>
                <a:blip r:embed="rId338"/>
                <a:stretch>
                  <a:fillRect/>
                </a:stretch>
              </p:blipFill>
              <p:spPr>
                <a:xfrm>
                  <a:off x="1354100" y="3357107"/>
                  <a:ext cx="81360" cy="122760"/>
                </a:xfrm>
                <a:prstGeom prst="rect">
                  <a:avLst/>
                </a:prstGeom>
              </p:spPr>
            </p:pic>
          </mc:Fallback>
        </mc:AlternateContent>
        <mc:AlternateContent xmlns:mc="http://schemas.openxmlformats.org/markup-compatibility/2006">
          <mc:Choice xmlns:p14="http://schemas.microsoft.com/office/powerpoint/2010/main" Requires="p14">
            <p:contentPart p14:bwMode="auto" r:id="rId339">
              <p14:nvContentPartPr>
                <p14:cNvPr id="80" name="Ink 79">
                  <a:extLst>
                    <a:ext uri="{FF2B5EF4-FFF2-40B4-BE49-F238E27FC236}">
                      <a16:creationId xmlns:a16="http://schemas.microsoft.com/office/drawing/2014/main" id="{06B9B3D2-342A-C6B5-5BD8-DB405E86D026}"/>
                    </a:ext>
                  </a:extLst>
                </p14:cNvPr>
                <p14:cNvContentPartPr/>
                <p14:nvPr/>
              </p14:nvContentPartPr>
              <p14:xfrm>
                <a:off x="1389740" y="3293027"/>
                <a:ext cx="24120" cy="21960"/>
              </p14:xfrm>
            </p:contentPart>
          </mc:Choice>
          <mc:Fallback>
            <p:pic>
              <p:nvPicPr>
                <p:cNvPr id="80" name="Ink 79">
                  <a:extLst>
                    <a:ext uri="{FF2B5EF4-FFF2-40B4-BE49-F238E27FC236}">
                      <a16:creationId xmlns:a16="http://schemas.microsoft.com/office/drawing/2014/main" id="{06B9B3D2-342A-C6B5-5BD8-DB405E86D026}"/>
                    </a:ext>
                  </a:extLst>
                </p:cNvPr>
                <p:cNvPicPr/>
                <p:nvPr/>
              </p:nvPicPr>
              <p:blipFill>
                <a:blip r:embed="rId340"/>
                <a:stretch>
                  <a:fillRect/>
                </a:stretch>
              </p:blipFill>
              <p:spPr>
                <a:xfrm>
                  <a:off x="1381100" y="3284387"/>
                  <a:ext cx="41760" cy="39600"/>
                </a:xfrm>
                <a:prstGeom prst="rect">
                  <a:avLst/>
                </a:prstGeom>
              </p:spPr>
            </p:pic>
          </mc:Fallback>
        </mc:AlternateContent>
        <mc:AlternateContent xmlns:mc="http://schemas.openxmlformats.org/markup-compatibility/2006">
          <mc:Choice xmlns:p14="http://schemas.microsoft.com/office/powerpoint/2010/main" Requires="p14">
            <p:contentPart p14:bwMode="auto" r:id="rId341">
              <p14:nvContentPartPr>
                <p14:cNvPr id="81" name="Ink 80">
                  <a:extLst>
                    <a:ext uri="{FF2B5EF4-FFF2-40B4-BE49-F238E27FC236}">
                      <a16:creationId xmlns:a16="http://schemas.microsoft.com/office/drawing/2014/main" id="{7307B203-CFB3-0CB8-F714-7C6FEEE5267C}"/>
                    </a:ext>
                  </a:extLst>
                </p14:cNvPr>
                <p14:cNvContentPartPr/>
                <p14:nvPr/>
              </p14:nvContentPartPr>
              <p14:xfrm>
                <a:off x="1490180" y="3334787"/>
                <a:ext cx="5760" cy="109440"/>
              </p14:xfrm>
            </p:contentPart>
          </mc:Choice>
          <mc:Fallback>
            <p:pic>
              <p:nvPicPr>
                <p:cNvPr id="81" name="Ink 80">
                  <a:extLst>
                    <a:ext uri="{FF2B5EF4-FFF2-40B4-BE49-F238E27FC236}">
                      <a16:creationId xmlns:a16="http://schemas.microsoft.com/office/drawing/2014/main" id="{7307B203-CFB3-0CB8-F714-7C6FEEE5267C}"/>
                    </a:ext>
                  </a:extLst>
                </p:cNvPr>
                <p:cNvPicPr/>
                <p:nvPr/>
              </p:nvPicPr>
              <p:blipFill>
                <a:blip r:embed="rId342"/>
                <a:stretch>
                  <a:fillRect/>
                </a:stretch>
              </p:blipFill>
              <p:spPr>
                <a:xfrm>
                  <a:off x="1481180" y="3325787"/>
                  <a:ext cx="23400" cy="127080"/>
                </a:xfrm>
                <a:prstGeom prst="rect">
                  <a:avLst/>
                </a:prstGeom>
              </p:spPr>
            </p:pic>
          </mc:Fallback>
        </mc:AlternateContent>
        <mc:AlternateContent xmlns:mc="http://schemas.openxmlformats.org/markup-compatibility/2006">
          <mc:Choice xmlns:p14="http://schemas.microsoft.com/office/powerpoint/2010/main" Requires="p14">
            <p:contentPart p14:bwMode="auto" r:id="rId343">
              <p14:nvContentPartPr>
                <p14:cNvPr id="82" name="Ink 81">
                  <a:extLst>
                    <a:ext uri="{FF2B5EF4-FFF2-40B4-BE49-F238E27FC236}">
                      <a16:creationId xmlns:a16="http://schemas.microsoft.com/office/drawing/2014/main" id="{8FD32B04-4D2D-8972-546F-82BAA2DA612D}"/>
                    </a:ext>
                  </a:extLst>
                </p14:cNvPr>
                <p14:cNvContentPartPr/>
                <p14:nvPr/>
              </p14:nvContentPartPr>
              <p14:xfrm>
                <a:off x="1487300" y="3367547"/>
                <a:ext cx="105120" cy="80280"/>
              </p14:xfrm>
            </p:contentPart>
          </mc:Choice>
          <mc:Fallback>
            <p:pic>
              <p:nvPicPr>
                <p:cNvPr id="82" name="Ink 81">
                  <a:extLst>
                    <a:ext uri="{FF2B5EF4-FFF2-40B4-BE49-F238E27FC236}">
                      <a16:creationId xmlns:a16="http://schemas.microsoft.com/office/drawing/2014/main" id="{8FD32B04-4D2D-8972-546F-82BAA2DA612D}"/>
                    </a:ext>
                  </a:extLst>
                </p:cNvPr>
                <p:cNvPicPr/>
                <p:nvPr/>
              </p:nvPicPr>
              <p:blipFill>
                <a:blip r:embed="rId344"/>
                <a:stretch>
                  <a:fillRect/>
                </a:stretch>
              </p:blipFill>
              <p:spPr>
                <a:xfrm>
                  <a:off x="1478300" y="3358907"/>
                  <a:ext cx="122760" cy="97920"/>
                </a:xfrm>
                <a:prstGeom prst="rect">
                  <a:avLst/>
                </a:prstGeom>
              </p:spPr>
            </p:pic>
          </mc:Fallback>
        </mc:AlternateContent>
        <mc:AlternateContent xmlns:mc="http://schemas.openxmlformats.org/markup-compatibility/2006">
          <mc:Choice xmlns:p14="http://schemas.microsoft.com/office/powerpoint/2010/main" Requires="p14">
            <p:contentPart p14:bwMode="auto" r:id="rId345">
              <p14:nvContentPartPr>
                <p14:cNvPr id="83" name="Ink 82">
                  <a:extLst>
                    <a:ext uri="{FF2B5EF4-FFF2-40B4-BE49-F238E27FC236}">
                      <a16:creationId xmlns:a16="http://schemas.microsoft.com/office/drawing/2014/main" id="{B2C4514C-B673-7C0F-3926-3AFF1C5E1AEC}"/>
                    </a:ext>
                  </a:extLst>
                </p14:cNvPr>
                <p14:cNvContentPartPr/>
                <p14:nvPr/>
              </p14:nvContentPartPr>
              <p14:xfrm>
                <a:off x="1626980" y="3381587"/>
                <a:ext cx="158760" cy="86760"/>
              </p14:xfrm>
            </p:contentPart>
          </mc:Choice>
          <mc:Fallback>
            <p:pic>
              <p:nvPicPr>
                <p:cNvPr id="83" name="Ink 82">
                  <a:extLst>
                    <a:ext uri="{FF2B5EF4-FFF2-40B4-BE49-F238E27FC236}">
                      <a16:creationId xmlns:a16="http://schemas.microsoft.com/office/drawing/2014/main" id="{B2C4514C-B673-7C0F-3926-3AFF1C5E1AEC}"/>
                    </a:ext>
                  </a:extLst>
                </p:cNvPr>
                <p:cNvPicPr/>
                <p:nvPr/>
              </p:nvPicPr>
              <p:blipFill>
                <a:blip r:embed="rId346"/>
                <a:stretch>
                  <a:fillRect/>
                </a:stretch>
              </p:blipFill>
              <p:spPr>
                <a:xfrm>
                  <a:off x="1618340" y="3372587"/>
                  <a:ext cx="176400" cy="104400"/>
                </a:xfrm>
                <a:prstGeom prst="rect">
                  <a:avLst/>
                </a:prstGeom>
              </p:spPr>
            </p:pic>
          </mc:Fallback>
        </mc:AlternateContent>
        <mc:AlternateContent xmlns:mc="http://schemas.openxmlformats.org/markup-compatibility/2006">
          <mc:Choice xmlns:p14="http://schemas.microsoft.com/office/powerpoint/2010/main" Requires="p14">
            <p:contentPart p14:bwMode="auto" r:id="rId347">
              <p14:nvContentPartPr>
                <p14:cNvPr id="84" name="Ink 83">
                  <a:extLst>
                    <a:ext uri="{FF2B5EF4-FFF2-40B4-BE49-F238E27FC236}">
                      <a16:creationId xmlns:a16="http://schemas.microsoft.com/office/drawing/2014/main" id="{14906FBA-3B1C-76C8-02F2-1605A6BDAFB7}"/>
                    </a:ext>
                  </a:extLst>
                </p14:cNvPr>
                <p14:cNvContentPartPr/>
                <p14:nvPr/>
              </p14:nvContentPartPr>
              <p14:xfrm>
                <a:off x="1884740" y="3302027"/>
                <a:ext cx="114120" cy="192240"/>
              </p14:xfrm>
            </p:contentPart>
          </mc:Choice>
          <mc:Fallback>
            <p:pic>
              <p:nvPicPr>
                <p:cNvPr id="84" name="Ink 83">
                  <a:extLst>
                    <a:ext uri="{FF2B5EF4-FFF2-40B4-BE49-F238E27FC236}">
                      <a16:creationId xmlns:a16="http://schemas.microsoft.com/office/drawing/2014/main" id="{14906FBA-3B1C-76C8-02F2-1605A6BDAFB7}"/>
                    </a:ext>
                  </a:extLst>
                </p:cNvPr>
                <p:cNvPicPr/>
                <p:nvPr/>
              </p:nvPicPr>
              <p:blipFill>
                <a:blip r:embed="rId348"/>
                <a:stretch>
                  <a:fillRect/>
                </a:stretch>
              </p:blipFill>
              <p:spPr>
                <a:xfrm>
                  <a:off x="1876100" y="3293027"/>
                  <a:ext cx="131760" cy="209880"/>
                </a:xfrm>
                <a:prstGeom prst="rect">
                  <a:avLst/>
                </a:prstGeom>
              </p:spPr>
            </p:pic>
          </mc:Fallback>
        </mc:AlternateContent>
        <mc:AlternateContent xmlns:mc="http://schemas.openxmlformats.org/markup-compatibility/2006">
          <mc:Choice xmlns:p14="http://schemas.microsoft.com/office/powerpoint/2010/main" Requires="p14">
            <p:contentPart p14:bwMode="auto" r:id="rId349">
              <p14:nvContentPartPr>
                <p14:cNvPr id="85" name="Ink 84">
                  <a:extLst>
                    <a:ext uri="{FF2B5EF4-FFF2-40B4-BE49-F238E27FC236}">
                      <a16:creationId xmlns:a16="http://schemas.microsoft.com/office/drawing/2014/main" id="{C82E5D12-EDA5-3F69-6503-422BC79D667A}"/>
                    </a:ext>
                  </a:extLst>
                </p14:cNvPr>
                <p14:cNvContentPartPr/>
                <p14:nvPr/>
              </p14:nvContentPartPr>
              <p14:xfrm>
                <a:off x="2061500" y="3391667"/>
                <a:ext cx="4680" cy="61200"/>
              </p14:xfrm>
            </p:contentPart>
          </mc:Choice>
          <mc:Fallback>
            <p:pic>
              <p:nvPicPr>
                <p:cNvPr id="85" name="Ink 84">
                  <a:extLst>
                    <a:ext uri="{FF2B5EF4-FFF2-40B4-BE49-F238E27FC236}">
                      <a16:creationId xmlns:a16="http://schemas.microsoft.com/office/drawing/2014/main" id="{C82E5D12-EDA5-3F69-6503-422BC79D667A}"/>
                    </a:ext>
                  </a:extLst>
                </p:cNvPr>
                <p:cNvPicPr/>
                <p:nvPr/>
              </p:nvPicPr>
              <p:blipFill>
                <a:blip r:embed="rId350"/>
                <a:stretch>
                  <a:fillRect/>
                </a:stretch>
              </p:blipFill>
              <p:spPr>
                <a:xfrm>
                  <a:off x="2052860" y="3383027"/>
                  <a:ext cx="22320" cy="78840"/>
                </a:xfrm>
                <a:prstGeom prst="rect">
                  <a:avLst/>
                </a:prstGeom>
              </p:spPr>
            </p:pic>
          </mc:Fallback>
        </mc:AlternateContent>
        <mc:AlternateContent xmlns:mc="http://schemas.openxmlformats.org/markup-compatibility/2006">
          <mc:Choice xmlns:p14="http://schemas.microsoft.com/office/powerpoint/2010/main" Requires="p14">
            <p:contentPart p14:bwMode="auto" r:id="rId351">
              <p14:nvContentPartPr>
                <p14:cNvPr id="86" name="Ink 85">
                  <a:extLst>
                    <a:ext uri="{FF2B5EF4-FFF2-40B4-BE49-F238E27FC236}">
                      <a16:creationId xmlns:a16="http://schemas.microsoft.com/office/drawing/2014/main" id="{9F5B1E26-2A9E-6872-EFE1-0D845C9CA381}"/>
                    </a:ext>
                  </a:extLst>
                </p14:cNvPr>
                <p14:cNvContentPartPr/>
                <p14:nvPr/>
              </p14:nvContentPartPr>
              <p14:xfrm>
                <a:off x="2072660" y="3317867"/>
                <a:ext cx="6120" cy="14040"/>
              </p14:xfrm>
            </p:contentPart>
          </mc:Choice>
          <mc:Fallback>
            <p:pic>
              <p:nvPicPr>
                <p:cNvPr id="86" name="Ink 85">
                  <a:extLst>
                    <a:ext uri="{FF2B5EF4-FFF2-40B4-BE49-F238E27FC236}">
                      <a16:creationId xmlns:a16="http://schemas.microsoft.com/office/drawing/2014/main" id="{9F5B1E26-2A9E-6872-EFE1-0D845C9CA381}"/>
                    </a:ext>
                  </a:extLst>
                </p:cNvPr>
                <p:cNvPicPr/>
                <p:nvPr/>
              </p:nvPicPr>
              <p:blipFill>
                <a:blip r:embed="rId352"/>
                <a:stretch>
                  <a:fillRect/>
                </a:stretch>
              </p:blipFill>
              <p:spPr>
                <a:xfrm>
                  <a:off x="2064020" y="3309227"/>
                  <a:ext cx="23760" cy="31680"/>
                </a:xfrm>
                <a:prstGeom prst="rect">
                  <a:avLst/>
                </a:prstGeom>
              </p:spPr>
            </p:pic>
          </mc:Fallback>
        </mc:AlternateContent>
        <mc:AlternateContent xmlns:mc="http://schemas.openxmlformats.org/markup-compatibility/2006">
          <mc:Choice xmlns:p14="http://schemas.microsoft.com/office/powerpoint/2010/main" Requires="p14">
            <p:contentPart p14:bwMode="auto" r:id="rId353">
              <p14:nvContentPartPr>
                <p14:cNvPr id="87" name="Ink 86">
                  <a:extLst>
                    <a:ext uri="{FF2B5EF4-FFF2-40B4-BE49-F238E27FC236}">
                      <a16:creationId xmlns:a16="http://schemas.microsoft.com/office/drawing/2014/main" id="{01AD1347-2FAE-7C1D-E8A1-51A757DF8B8E}"/>
                    </a:ext>
                  </a:extLst>
                </p14:cNvPr>
                <p14:cNvContentPartPr/>
                <p14:nvPr/>
              </p14:nvContentPartPr>
              <p14:xfrm>
                <a:off x="2116580" y="3365387"/>
                <a:ext cx="73800" cy="83520"/>
              </p14:xfrm>
            </p:contentPart>
          </mc:Choice>
          <mc:Fallback>
            <p:pic>
              <p:nvPicPr>
                <p:cNvPr id="87" name="Ink 86">
                  <a:extLst>
                    <a:ext uri="{FF2B5EF4-FFF2-40B4-BE49-F238E27FC236}">
                      <a16:creationId xmlns:a16="http://schemas.microsoft.com/office/drawing/2014/main" id="{01AD1347-2FAE-7C1D-E8A1-51A757DF8B8E}"/>
                    </a:ext>
                  </a:extLst>
                </p:cNvPr>
                <p:cNvPicPr/>
                <p:nvPr/>
              </p:nvPicPr>
              <p:blipFill>
                <a:blip r:embed="rId354"/>
                <a:stretch>
                  <a:fillRect/>
                </a:stretch>
              </p:blipFill>
              <p:spPr>
                <a:xfrm>
                  <a:off x="2107580" y="3356387"/>
                  <a:ext cx="91440" cy="101160"/>
                </a:xfrm>
                <a:prstGeom prst="rect">
                  <a:avLst/>
                </a:prstGeom>
              </p:spPr>
            </p:pic>
          </mc:Fallback>
        </mc:AlternateContent>
        <mc:AlternateContent xmlns:mc="http://schemas.openxmlformats.org/markup-compatibility/2006">
          <mc:Choice xmlns:p14="http://schemas.microsoft.com/office/powerpoint/2010/main" Requires="p14">
            <p:contentPart p14:bwMode="auto" r:id="rId355">
              <p14:nvContentPartPr>
                <p14:cNvPr id="88" name="Ink 87">
                  <a:extLst>
                    <a:ext uri="{FF2B5EF4-FFF2-40B4-BE49-F238E27FC236}">
                      <a16:creationId xmlns:a16="http://schemas.microsoft.com/office/drawing/2014/main" id="{8D6B763C-2959-BFE0-DD11-FD60CC232210}"/>
                    </a:ext>
                  </a:extLst>
                </p14:cNvPr>
                <p14:cNvContentPartPr/>
                <p14:nvPr/>
              </p14:nvContentPartPr>
              <p14:xfrm>
                <a:off x="2248700" y="3313547"/>
                <a:ext cx="74880" cy="122040"/>
              </p14:xfrm>
            </p:contentPart>
          </mc:Choice>
          <mc:Fallback>
            <p:pic>
              <p:nvPicPr>
                <p:cNvPr id="88" name="Ink 87">
                  <a:extLst>
                    <a:ext uri="{FF2B5EF4-FFF2-40B4-BE49-F238E27FC236}">
                      <a16:creationId xmlns:a16="http://schemas.microsoft.com/office/drawing/2014/main" id="{8D6B763C-2959-BFE0-DD11-FD60CC232210}"/>
                    </a:ext>
                  </a:extLst>
                </p:cNvPr>
                <p:cNvPicPr/>
                <p:nvPr/>
              </p:nvPicPr>
              <p:blipFill>
                <a:blip r:embed="rId356"/>
                <a:stretch>
                  <a:fillRect/>
                </a:stretch>
              </p:blipFill>
              <p:spPr>
                <a:xfrm>
                  <a:off x="2239700" y="3304547"/>
                  <a:ext cx="92520" cy="139680"/>
                </a:xfrm>
                <a:prstGeom prst="rect">
                  <a:avLst/>
                </a:prstGeom>
              </p:spPr>
            </p:pic>
          </mc:Fallback>
        </mc:AlternateContent>
        <mc:AlternateContent xmlns:mc="http://schemas.openxmlformats.org/markup-compatibility/2006">
          <mc:Choice xmlns:p14="http://schemas.microsoft.com/office/powerpoint/2010/main" Requires="p14">
            <p:contentPart p14:bwMode="auto" r:id="rId357">
              <p14:nvContentPartPr>
                <p14:cNvPr id="89" name="Ink 88">
                  <a:extLst>
                    <a:ext uri="{FF2B5EF4-FFF2-40B4-BE49-F238E27FC236}">
                      <a16:creationId xmlns:a16="http://schemas.microsoft.com/office/drawing/2014/main" id="{40F39E64-67A0-3741-86AB-ED7774539683}"/>
                    </a:ext>
                  </a:extLst>
                </p14:cNvPr>
                <p14:cNvContentPartPr/>
                <p14:nvPr/>
              </p14:nvContentPartPr>
              <p14:xfrm>
                <a:off x="2383340" y="3376907"/>
                <a:ext cx="55080" cy="64440"/>
              </p14:xfrm>
            </p:contentPart>
          </mc:Choice>
          <mc:Fallback>
            <p:pic>
              <p:nvPicPr>
                <p:cNvPr id="89" name="Ink 88">
                  <a:extLst>
                    <a:ext uri="{FF2B5EF4-FFF2-40B4-BE49-F238E27FC236}">
                      <a16:creationId xmlns:a16="http://schemas.microsoft.com/office/drawing/2014/main" id="{40F39E64-67A0-3741-86AB-ED7774539683}"/>
                    </a:ext>
                  </a:extLst>
                </p:cNvPr>
                <p:cNvPicPr/>
                <p:nvPr/>
              </p:nvPicPr>
              <p:blipFill>
                <a:blip r:embed="rId358"/>
                <a:stretch>
                  <a:fillRect/>
                </a:stretch>
              </p:blipFill>
              <p:spPr>
                <a:xfrm>
                  <a:off x="2374340" y="3368267"/>
                  <a:ext cx="72720" cy="82080"/>
                </a:xfrm>
                <a:prstGeom prst="rect">
                  <a:avLst/>
                </a:prstGeom>
              </p:spPr>
            </p:pic>
          </mc:Fallback>
        </mc:AlternateContent>
        <mc:AlternateContent xmlns:mc="http://schemas.openxmlformats.org/markup-compatibility/2006">
          <mc:Choice xmlns:p14="http://schemas.microsoft.com/office/powerpoint/2010/main" Requires="p14">
            <p:contentPart p14:bwMode="auto" r:id="rId359">
              <p14:nvContentPartPr>
                <p14:cNvPr id="90" name="Ink 89">
                  <a:extLst>
                    <a:ext uri="{FF2B5EF4-FFF2-40B4-BE49-F238E27FC236}">
                      <a16:creationId xmlns:a16="http://schemas.microsoft.com/office/drawing/2014/main" id="{6C8D5749-8DC6-7F52-9DFE-33E7F3FDA8F4}"/>
                    </a:ext>
                  </a:extLst>
                </p14:cNvPr>
                <p14:cNvContentPartPr/>
                <p14:nvPr/>
              </p14:nvContentPartPr>
              <p14:xfrm>
                <a:off x="2377220" y="3378707"/>
                <a:ext cx="61200" cy="91440"/>
              </p14:xfrm>
            </p:contentPart>
          </mc:Choice>
          <mc:Fallback>
            <p:pic>
              <p:nvPicPr>
                <p:cNvPr id="90" name="Ink 89">
                  <a:extLst>
                    <a:ext uri="{FF2B5EF4-FFF2-40B4-BE49-F238E27FC236}">
                      <a16:creationId xmlns:a16="http://schemas.microsoft.com/office/drawing/2014/main" id="{6C8D5749-8DC6-7F52-9DFE-33E7F3FDA8F4}"/>
                    </a:ext>
                  </a:extLst>
                </p:cNvPr>
                <p:cNvPicPr/>
                <p:nvPr/>
              </p:nvPicPr>
              <p:blipFill>
                <a:blip r:embed="rId360"/>
                <a:stretch>
                  <a:fillRect/>
                </a:stretch>
              </p:blipFill>
              <p:spPr>
                <a:xfrm>
                  <a:off x="2368580" y="3370067"/>
                  <a:ext cx="78840" cy="109080"/>
                </a:xfrm>
                <a:prstGeom prst="rect">
                  <a:avLst/>
                </a:prstGeom>
              </p:spPr>
            </p:pic>
          </mc:Fallback>
        </mc:AlternateContent>
        <mc:AlternateContent xmlns:mc="http://schemas.openxmlformats.org/markup-compatibility/2006">
          <mc:Choice xmlns:p14="http://schemas.microsoft.com/office/powerpoint/2010/main" Requires="p14">
            <p:contentPart p14:bwMode="auto" r:id="rId361">
              <p14:nvContentPartPr>
                <p14:cNvPr id="93" name="Ink 92">
                  <a:extLst>
                    <a:ext uri="{FF2B5EF4-FFF2-40B4-BE49-F238E27FC236}">
                      <a16:creationId xmlns:a16="http://schemas.microsoft.com/office/drawing/2014/main" id="{09898830-6121-445A-52D8-57D69E48AF33}"/>
                    </a:ext>
                  </a:extLst>
                </p14:cNvPr>
                <p14:cNvContentPartPr/>
                <p14:nvPr/>
              </p14:nvContentPartPr>
              <p14:xfrm>
                <a:off x="2500340" y="3263507"/>
                <a:ext cx="127440" cy="241560"/>
              </p14:xfrm>
            </p:contentPart>
          </mc:Choice>
          <mc:Fallback>
            <p:pic>
              <p:nvPicPr>
                <p:cNvPr id="93" name="Ink 92">
                  <a:extLst>
                    <a:ext uri="{FF2B5EF4-FFF2-40B4-BE49-F238E27FC236}">
                      <a16:creationId xmlns:a16="http://schemas.microsoft.com/office/drawing/2014/main" id="{09898830-6121-445A-52D8-57D69E48AF33}"/>
                    </a:ext>
                  </a:extLst>
                </p:cNvPr>
                <p:cNvPicPr/>
                <p:nvPr/>
              </p:nvPicPr>
              <p:blipFill>
                <a:blip r:embed="rId362"/>
                <a:stretch>
                  <a:fillRect/>
                </a:stretch>
              </p:blipFill>
              <p:spPr>
                <a:xfrm>
                  <a:off x="2491700" y="3254867"/>
                  <a:ext cx="145080" cy="259200"/>
                </a:xfrm>
                <a:prstGeom prst="rect">
                  <a:avLst/>
                </a:prstGeom>
              </p:spPr>
            </p:pic>
          </mc:Fallback>
        </mc:AlternateContent>
        <mc:AlternateContent xmlns:mc="http://schemas.openxmlformats.org/markup-compatibility/2006">
          <mc:Choice xmlns:p14="http://schemas.microsoft.com/office/powerpoint/2010/main" Requires="p14">
            <p:contentPart p14:bwMode="auto" r:id="rId363">
              <p14:nvContentPartPr>
                <p14:cNvPr id="129" name="Ink 128">
                  <a:extLst>
                    <a:ext uri="{FF2B5EF4-FFF2-40B4-BE49-F238E27FC236}">
                      <a16:creationId xmlns:a16="http://schemas.microsoft.com/office/drawing/2014/main" id="{B801F49F-5200-1CF0-4B18-C4945AEDC4B2}"/>
                    </a:ext>
                  </a:extLst>
                </p14:cNvPr>
                <p14:cNvContentPartPr/>
                <p14:nvPr/>
              </p14:nvContentPartPr>
              <p14:xfrm>
                <a:off x="1197860" y="3373667"/>
                <a:ext cx="15120" cy="9000"/>
              </p14:xfrm>
            </p:contentPart>
          </mc:Choice>
          <mc:Fallback>
            <p:pic>
              <p:nvPicPr>
                <p:cNvPr id="129" name="Ink 128">
                  <a:extLst>
                    <a:ext uri="{FF2B5EF4-FFF2-40B4-BE49-F238E27FC236}">
                      <a16:creationId xmlns:a16="http://schemas.microsoft.com/office/drawing/2014/main" id="{B801F49F-5200-1CF0-4B18-C4945AEDC4B2}"/>
                    </a:ext>
                  </a:extLst>
                </p:cNvPr>
                <p:cNvPicPr/>
                <p:nvPr/>
              </p:nvPicPr>
              <p:blipFill>
                <a:blip r:embed="rId364"/>
                <a:stretch>
                  <a:fillRect/>
                </a:stretch>
              </p:blipFill>
              <p:spPr>
                <a:xfrm>
                  <a:off x="1189220" y="3365027"/>
                  <a:ext cx="32760" cy="26640"/>
                </a:xfrm>
                <a:prstGeom prst="rect">
                  <a:avLst/>
                </a:prstGeom>
              </p:spPr>
            </p:pic>
          </mc:Fallback>
        </mc:AlternateContent>
        <mc:AlternateContent xmlns:mc="http://schemas.openxmlformats.org/markup-compatibility/2006">
          <mc:Choice xmlns:p14="http://schemas.microsoft.com/office/powerpoint/2010/main" Requires="p14">
            <p:contentPart p14:bwMode="auto" r:id="rId365">
              <p14:nvContentPartPr>
                <p14:cNvPr id="130" name="Ink 129">
                  <a:extLst>
                    <a:ext uri="{FF2B5EF4-FFF2-40B4-BE49-F238E27FC236}">
                      <a16:creationId xmlns:a16="http://schemas.microsoft.com/office/drawing/2014/main" id="{3BAD56D8-1BDC-9C9D-78CF-3A0C9E512129}"/>
                    </a:ext>
                  </a:extLst>
                </p14:cNvPr>
                <p14:cNvContentPartPr/>
                <p14:nvPr/>
              </p14:nvContentPartPr>
              <p14:xfrm>
                <a:off x="1205420" y="3436307"/>
                <a:ext cx="46080" cy="16200"/>
              </p14:xfrm>
            </p:contentPart>
          </mc:Choice>
          <mc:Fallback>
            <p:pic>
              <p:nvPicPr>
                <p:cNvPr id="130" name="Ink 129">
                  <a:extLst>
                    <a:ext uri="{FF2B5EF4-FFF2-40B4-BE49-F238E27FC236}">
                      <a16:creationId xmlns:a16="http://schemas.microsoft.com/office/drawing/2014/main" id="{3BAD56D8-1BDC-9C9D-78CF-3A0C9E512129}"/>
                    </a:ext>
                  </a:extLst>
                </p:cNvPr>
                <p:cNvPicPr/>
                <p:nvPr/>
              </p:nvPicPr>
              <p:blipFill>
                <a:blip r:embed="rId366"/>
                <a:stretch>
                  <a:fillRect/>
                </a:stretch>
              </p:blipFill>
              <p:spPr>
                <a:xfrm>
                  <a:off x="1196420" y="3427667"/>
                  <a:ext cx="63720" cy="33840"/>
                </a:xfrm>
                <a:prstGeom prst="rect">
                  <a:avLst/>
                </a:prstGeom>
              </p:spPr>
            </p:pic>
          </mc:Fallback>
        </mc:AlternateContent>
        <mc:AlternateContent xmlns:mc="http://schemas.openxmlformats.org/markup-compatibility/2006">
          <mc:Choice xmlns:p14="http://schemas.microsoft.com/office/powerpoint/2010/main" Requires="p14">
            <p:contentPart p14:bwMode="auto" r:id="rId367">
              <p14:nvContentPartPr>
                <p14:cNvPr id="132" name="Ink 131">
                  <a:extLst>
                    <a:ext uri="{FF2B5EF4-FFF2-40B4-BE49-F238E27FC236}">
                      <a16:creationId xmlns:a16="http://schemas.microsoft.com/office/drawing/2014/main" id="{8B513C75-9FCA-7722-653C-7B82F6CE9E06}"/>
                    </a:ext>
                  </a:extLst>
                </p14:cNvPr>
                <p14:cNvContentPartPr/>
                <p14:nvPr/>
              </p14:nvContentPartPr>
              <p14:xfrm>
                <a:off x="825260" y="3308147"/>
                <a:ext cx="57600" cy="206280"/>
              </p14:xfrm>
            </p:contentPart>
          </mc:Choice>
          <mc:Fallback>
            <p:pic>
              <p:nvPicPr>
                <p:cNvPr id="132" name="Ink 131">
                  <a:extLst>
                    <a:ext uri="{FF2B5EF4-FFF2-40B4-BE49-F238E27FC236}">
                      <a16:creationId xmlns:a16="http://schemas.microsoft.com/office/drawing/2014/main" id="{8B513C75-9FCA-7722-653C-7B82F6CE9E06}"/>
                    </a:ext>
                  </a:extLst>
                </p:cNvPr>
                <p:cNvPicPr/>
                <p:nvPr/>
              </p:nvPicPr>
              <p:blipFill>
                <a:blip r:embed="rId368"/>
                <a:stretch>
                  <a:fillRect/>
                </a:stretch>
              </p:blipFill>
              <p:spPr>
                <a:xfrm>
                  <a:off x="816260" y="3299147"/>
                  <a:ext cx="75240" cy="223920"/>
                </a:xfrm>
                <a:prstGeom prst="rect">
                  <a:avLst/>
                </a:prstGeom>
              </p:spPr>
            </p:pic>
          </mc:Fallback>
        </mc:AlternateContent>
        <mc:AlternateContent xmlns:mc="http://schemas.openxmlformats.org/markup-compatibility/2006">
          <mc:Choice xmlns:p14="http://schemas.microsoft.com/office/powerpoint/2010/main" Requires="p14">
            <p:contentPart p14:bwMode="auto" r:id="rId369">
              <p14:nvContentPartPr>
                <p14:cNvPr id="133" name="Ink 132">
                  <a:extLst>
                    <a:ext uri="{FF2B5EF4-FFF2-40B4-BE49-F238E27FC236}">
                      <a16:creationId xmlns:a16="http://schemas.microsoft.com/office/drawing/2014/main" id="{27BF6C08-3EB2-FFD4-05EC-729217101200}"/>
                    </a:ext>
                  </a:extLst>
                </p14:cNvPr>
                <p14:cNvContentPartPr/>
                <p14:nvPr/>
              </p14:nvContentPartPr>
              <p14:xfrm>
                <a:off x="815900" y="3398507"/>
                <a:ext cx="100800" cy="26640"/>
              </p14:xfrm>
            </p:contentPart>
          </mc:Choice>
          <mc:Fallback>
            <p:pic>
              <p:nvPicPr>
                <p:cNvPr id="133" name="Ink 132">
                  <a:extLst>
                    <a:ext uri="{FF2B5EF4-FFF2-40B4-BE49-F238E27FC236}">
                      <a16:creationId xmlns:a16="http://schemas.microsoft.com/office/drawing/2014/main" id="{27BF6C08-3EB2-FFD4-05EC-729217101200}"/>
                    </a:ext>
                  </a:extLst>
                </p:cNvPr>
                <p:cNvPicPr/>
                <p:nvPr/>
              </p:nvPicPr>
              <p:blipFill>
                <a:blip r:embed="rId370"/>
                <a:stretch>
                  <a:fillRect/>
                </a:stretch>
              </p:blipFill>
              <p:spPr>
                <a:xfrm>
                  <a:off x="806900" y="3389507"/>
                  <a:ext cx="118440" cy="44280"/>
                </a:xfrm>
                <a:prstGeom prst="rect">
                  <a:avLst/>
                </a:prstGeom>
              </p:spPr>
            </p:pic>
          </mc:Fallback>
        </mc:AlternateContent>
        <mc:AlternateContent xmlns:mc="http://schemas.openxmlformats.org/markup-compatibility/2006">
          <mc:Choice xmlns:p14="http://schemas.microsoft.com/office/powerpoint/2010/main" Requires="p14">
            <p:contentPart p14:bwMode="auto" r:id="rId371">
              <p14:nvContentPartPr>
                <p14:cNvPr id="135" name="Ink 134">
                  <a:extLst>
                    <a:ext uri="{FF2B5EF4-FFF2-40B4-BE49-F238E27FC236}">
                      <a16:creationId xmlns:a16="http://schemas.microsoft.com/office/drawing/2014/main" id="{2F8BE35E-F1AC-3AE2-5464-2D413F9C4B63}"/>
                    </a:ext>
                  </a:extLst>
                </p14:cNvPr>
                <p14:cNvContentPartPr/>
                <p14:nvPr/>
              </p14:nvContentPartPr>
              <p14:xfrm>
                <a:off x="865580" y="3723227"/>
                <a:ext cx="59760" cy="208440"/>
              </p14:xfrm>
            </p:contentPart>
          </mc:Choice>
          <mc:Fallback>
            <p:pic>
              <p:nvPicPr>
                <p:cNvPr id="135" name="Ink 134">
                  <a:extLst>
                    <a:ext uri="{FF2B5EF4-FFF2-40B4-BE49-F238E27FC236}">
                      <a16:creationId xmlns:a16="http://schemas.microsoft.com/office/drawing/2014/main" id="{2F8BE35E-F1AC-3AE2-5464-2D413F9C4B63}"/>
                    </a:ext>
                  </a:extLst>
                </p:cNvPr>
                <p:cNvPicPr/>
                <p:nvPr/>
              </p:nvPicPr>
              <p:blipFill>
                <a:blip r:embed="rId372"/>
                <a:stretch>
                  <a:fillRect/>
                </a:stretch>
              </p:blipFill>
              <p:spPr>
                <a:xfrm>
                  <a:off x="856580" y="3714587"/>
                  <a:ext cx="77400" cy="226080"/>
                </a:xfrm>
                <a:prstGeom prst="rect">
                  <a:avLst/>
                </a:prstGeom>
              </p:spPr>
            </p:pic>
          </mc:Fallback>
        </mc:AlternateContent>
        <mc:AlternateContent xmlns:mc="http://schemas.openxmlformats.org/markup-compatibility/2006">
          <mc:Choice xmlns:p14="http://schemas.microsoft.com/office/powerpoint/2010/main" Requires="p14">
            <p:contentPart p14:bwMode="auto" r:id="rId373">
              <p14:nvContentPartPr>
                <p14:cNvPr id="136" name="Ink 135">
                  <a:extLst>
                    <a:ext uri="{FF2B5EF4-FFF2-40B4-BE49-F238E27FC236}">
                      <a16:creationId xmlns:a16="http://schemas.microsoft.com/office/drawing/2014/main" id="{6C5207A8-5F43-39B3-7A0C-3A8DAA38D244}"/>
                    </a:ext>
                  </a:extLst>
                </p14:cNvPr>
                <p14:cNvContentPartPr/>
                <p14:nvPr/>
              </p14:nvContentPartPr>
              <p14:xfrm>
                <a:off x="863420" y="3818267"/>
                <a:ext cx="190440" cy="96840"/>
              </p14:xfrm>
            </p:contentPart>
          </mc:Choice>
          <mc:Fallback>
            <p:pic>
              <p:nvPicPr>
                <p:cNvPr id="136" name="Ink 135">
                  <a:extLst>
                    <a:ext uri="{FF2B5EF4-FFF2-40B4-BE49-F238E27FC236}">
                      <a16:creationId xmlns:a16="http://schemas.microsoft.com/office/drawing/2014/main" id="{6C5207A8-5F43-39B3-7A0C-3A8DAA38D244}"/>
                    </a:ext>
                  </a:extLst>
                </p:cNvPr>
                <p:cNvPicPr/>
                <p:nvPr/>
              </p:nvPicPr>
              <p:blipFill>
                <a:blip r:embed="rId374"/>
                <a:stretch>
                  <a:fillRect/>
                </a:stretch>
              </p:blipFill>
              <p:spPr>
                <a:xfrm>
                  <a:off x="854780" y="3809267"/>
                  <a:ext cx="208080" cy="114480"/>
                </a:xfrm>
                <a:prstGeom prst="rect">
                  <a:avLst/>
                </a:prstGeom>
              </p:spPr>
            </p:pic>
          </mc:Fallback>
        </mc:AlternateContent>
        <mc:AlternateContent xmlns:mc="http://schemas.openxmlformats.org/markup-compatibility/2006">
          <mc:Choice xmlns:p14="http://schemas.microsoft.com/office/powerpoint/2010/main" Requires="p14">
            <p:contentPart p14:bwMode="auto" r:id="rId375">
              <p14:nvContentPartPr>
                <p14:cNvPr id="137" name="Ink 136">
                  <a:extLst>
                    <a:ext uri="{FF2B5EF4-FFF2-40B4-BE49-F238E27FC236}">
                      <a16:creationId xmlns:a16="http://schemas.microsoft.com/office/drawing/2014/main" id="{8D42B862-53EA-E3E9-83C9-2D1BD7AA18C4}"/>
                    </a:ext>
                  </a:extLst>
                </p14:cNvPr>
                <p14:cNvContentPartPr/>
                <p14:nvPr/>
              </p14:nvContentPartPr>
              <p14:xfrm>
                <a:off x="1126220" y="3752387"/>
                <a:ext cx="46800" cy="165240"/>
              </p14:xfrm>
            </p:contentPart>
          </mc:Choice>
          <mc:Fallback>
            <p:pic>
              <p:nvPicPr>
                <p:cNvPr id="137" name="Ink 136">
                  <a:extLst>
                    <a:ext uri="{FF2B5EF4-FFF2-40B4-BE49-F238E27FC236}">
                      <a16:creationId xmlns:a16="http://schemas.microsoft.com/office/drawing/2014/main" id="{8D42B862-53EA-E3E9-83C9-2D1BD7AA18C4}"/>
                    </a:ext>
                  </a:extLst>
                </p:cNvPr>
                <p:cNvPicPr/>
                <p:nvPr/>
              </p:nvPicPr>
              <p:blipFill>
                <a:blip r:embed="rId376"/>
                <a:stretch>
                  <a:fillRect/>
                </a:stretch>
              </p:blipFill>
              <p:spPr>
                <a:xfrm>
                  <a:off x="1117580" y="3743747"/>
                  <a:ext cx="64440" cy="182880"/>
                </a:xfrm>
                <a:prstGeom prst="rect">
                  <a:avLst/>
                </a:prstGeom>
              </p:spPr>
            </p:pic>
          </mc:Fallback>
        </mc:AlternateContent>
        <mc:AlternateContent xmlns:mc="http://schemas.openxmlformats.org/markup-compatibility/2006">
          <mc:Choice xmlns:p14="http://schemas.microsoft.com/office/powerpoint/2010/main" Requires="p14">
            <p:contentPart p14:bwMode="auto" r:id="rId377">
              <p14:nvContentPartPr>
                <p14:cNvPr id="138" name="Ink 137">
                  <a:extLst>
                    <a:ext uri="{FF2B5EF4-FFF2-40B4-BE49-F238E27FC236}">
                      <a16:creationId xmlns:a16="http://schemas.microsoft.com/office/drawing/2014/main" id="{108F1F0A-A773-0EF6-BE7F-913381FC1D8A}"/>
                    </a:ext>
                  </a:extLst>
                </p14:cNvPr>
                <p14:cNvContentPartPr/>
                <p14:nvPr/>
              </p14:nvContentPartPr>
              <p14:xfrm>
                <a:off x="1131620" y="3822947"/>
                <a:ext cx="71640" cy="25200"/>
              </p14:xfrm>
            </p:contentPart>
          </mc:Choice>
          <mc:Fallback>
            <p:pic>
              <p:nvPicPr>
                <p:cNvPr id="138" name="Ink 137">
                  <a:extLst>
                    <a:ext uri="{FF2B5EF4-FFF2-40B4-BE49-F238E27FC236}">
                      <a16:creationId xmlns:a16="http://schemas.microsoft.com/office/drawing/2014/main" id="{108F1F0A-A773-0EF6-BE7F-913381FC1D8A}"/>
                    </a:ext>
                  </a:extLst>
                </p:cNvPr>
                <p:cNvPicPr/>
                <p:nvPr/>
              </p:nvPicPr>
              <p:blipFill>
                <a:blip r:embed="rId378"/>
                <a:stretch>
                  <a:fillRect/>
                </a:stretch>
              </p:blipFill>
              <p:spPr>
                <a:xfrm>
                  <a:off x="1122620" y="3814307"/>
                  <a:ext cx="89280" cy="42840"/>
                </a:xfrm>
                <a:prstGeom prst="rect">
                  <a:avLst/>
                </a:prstGeom>
              </p:spPr>
            </p:pic>
          </mc:Fallback>
        </mc:AlternateContent>
        <mc:AlternateContent xmlns:mc="http://schemas.openxmlformats.org/markup-compatibility/2006">
          <mc:Choice xmlns:p14="http://schemas.microsoft.com/office/powerpoint/2010/main" Requires="p14">
            <p:contentPart p14:bwMode="auto" r:id="rId379">
              <p14:nvContentPartPr>
                <p14:cNvPr id="139" name="Ink 138">
                  <a:extLst>
                    <a:ext uri="{FF2B5EF4-FFF2-40B4-BE49-F238E27FC236}">
                      <a16:creationId xmlns:a16="http://schemas.microsoft.com/office/drawing/2014/main" id="{1E580F07-1DCF-1C24-04F2-39AD2D3FE79E}"/>
                    </a:ext>
                  </a:extLst>
                </p14:cNvPr>
                <p14:cNvContentPartPr/>
                <p14:nvPr/>
              </p14:nvContentPartPr>
              <p14:xfrm>
                <a:off x="1341140" y="3779747"/>
                <a:ext cx="43560" cy="17640"/>
              </p14:xfrm>
            </p:contentPart>
          </mc:Choice>
          <mc:Fallback>
            <p:pic>
              <p:nvPicPr>
                <p:cNvPr id="139" name="Ink 138">
                  <a:extLst>
                    <a:ext uri="{FF2B5EF4-FFF2-40B4-BE49-F238E27FC236}">
                      <a16:creationId xmlns:a16="http://schemas.microsoft.com/office/drawing/2014/main" id="{1E580F07-1DCF-1C24-04F2-39AD2D3FE79E}"/>
                    </a:ext>
                  </a:extLst>
                </p:cNvPr>
                <p:cNvPicPr/>
                <p:nvPr/>
              </p:nvPicPr>
              <p:blipFill>
                <a:blip r:embed="rId380"/>
                <a:stretch>
                  <a:fillRect/>
                </a:stretch>
              </p:blipFill>
              <p:spPr>
                <a:xfrm>
                  <a:off x="1332500" y="3770747"/>
                  <a:ext cx="61200" cy="35280"/>
                </a:xfrm>
                <a:prstGeom prst="rect">
                  <a:avLst/>
                </a:prstGeom>
              </p:spPr>
            </p:pic>
          </mc:Fallback>
        </mc:AlternateContent>
        <mc:AlternateContent xmlns:mc="http://schemas.openxmlformats.org/markup-compatibility/2006">
          <mc:Choice xmlns:p14="http://schemas.microsoft.com/office/powerpoint/2010/main" Requires="p14">
            <p:contentPart p14:bwMode="auto" r:id="rId381">
              <p14:nvContentPartPr>
                <p14:cNvPr id="140" name="Ink 139">
                  <a:extLst>
                    <a:ext uri="{FF2B5EF4-FFF2-40B4-BE49-F238E27FC236}">
                      <a16:creationId xmlns:a16="http://schemas.microsoft.com/office/drawing/2014/main" id="{22E58B75-D222-73D9-F7C3-8A4270BC04C1}"/>
                    </a:ext>
                  </a:extLst>
                </p14:cNvPr>
                <p14:cNvContentPartPr/>
                <p14:nvPr/>
              </p14:nvContentPartPr>
              <p14:xfrm>
                <a:off x="1313780" y="3839507"/>
                <a:ext cx="65520" cy="30600"/>
              </p14:xfrm>
            </p:contentPart>
          </mc:Choice>
          <mc:Fallback>
            <p:pic>
              <p:nvPicPr>
                <p:cNvPr id="140" name="Ink 139">
                  <a:extLst>
                    <a:ext uri="{FF2B5EF4-FFF2-40B4-BE49-F238E27FC236}">
                      <a16:creationId xmlns:a16="http://schemas.microsoft.com/office/drawing/2014/main" id="{22E58B75-D222-73D9-F7C3-8A4270BC04C1}"/>
                    </a:ext>
                  </a:extLst>
                </p:cNvPr>
                <p:cNvPicPr/>
                <p:nvPr/>
              </p:nvPicPr>
              <p:blipFill>
                <a:blip r:embed="rId382"/>
                <a:stretch>
                  <a:fillRect/>
                </a:stretch>
              </p:blipFill>
              <p:spPr>
                <a:xfrm>
                  <a:off x="1304780" y="3830507"/>
                  <a:ext cx="83160" cy="48240"/>
                </a:xfrm>
                <a:prstGeom prst="rect">
                  <a:avLst/>
                </a:prstGeom>
              </p:spPr>
            </p:pic>
          </mc:Fallback>
        </mc:AlternateContent>
        <mc:AlternateContent xmlns:mc="http://schemas.openxmlformats.org/markup-compatibility/2006">
          <mc:Choice xmlns:p14="http://schemas.microsoft.com/office/powerpoint/2010/main" Requires="p14">
            <p:contentPart p14:bwMode="auto" r:id="rId383">
              <p14:nvContentPartPr>
                <p14:cNvPr id="141" name="Ink 140">
                  <a:extLst>
                    <a:ext uri="{FF2B5EF4-FFF2-40B4-BE49-F238E27FC236}">
                      <a16:creationId xmlns:a16="http://schemas.microsoft.com/office/drawing/2014/main" id="{0D109306-83F5-A192-3A4D-DD7F94C849EF}"/>
                    </a:ext>
                  </a:extLst>
                </p14:cNvPr>
                <p14:cNvContentPartPr/>
                <p14:nvPr/>
              </p14:nvContentPartPr>
              <p14:xfrm>
                <a:off x="1651100" y="3741947"/>
                <a:ext cx="31680" cy="158760"/>
              </p14:xfrm>
            </p:contentPart>
          </mc:Choice>
          <mc:Fallback>
            <p:pic>
              <p:nvPicPr>
                <p:cNvPr id="141" name="Ink 140">
                  <a:extLst>
                    <a:ext uri="{FF2B5EF4-FFF2-40B4-BE49-F238E27FC236}">
                      <a16:creationId xmlns:a16="http://schemas.microsoft.com/office/drawing/2014/main" id="{0D109306-83F5-A192-3A4D-DD7F94C849EF}"/>
                    </a:ext>
                  </a:extLst>
                </p:cNvPr>
                <p:cNvPicPr/>
                <p:nvPr/>
              </p:nvPicPr>
              <p:blipFill>
                <a:blip r:embed="rId384"/>
                <a:stretch>
                  <a:fillRect/>
                </a:stretch>
              </p:blipFill>
              <p:spPr>
                <a:xfrm>
                  <a:off x="1642460" y="3732947"/>
                  <a:ext cx="49320" cy="176400"/>
                </a:xfrm>
                <a:prstGeom prst="rect">
                  <a:avLst/>
                </a:prstGeom>
              </p:spPr>
            </p:pic>
          </mc:Fallback>
        </mc:AlternateContent>
        <mc:AlternateContent xmlns:mc="http://schemas.openxmlformats.org/markup-compatibility/2006">
          <mc:Choice xmlns:p14="http://schemas.microsoft.com/office/powerpoint/2010/main" Requires="p14">
            <p:contentPart p14:bwMode="auto" r:id="rId385">
              <p14:nvContentPartPr>
                <p14:cNvPr id="142" name="Ink 141">
                  <a:extLst>
                    <a:ext uri="{FF2B5EF4-FFF2-40B4-BE49-F238E27FC236}">
                      <a16:creationId xmlns:a16="http://schemas.microsoft.com/office/drawing/2014/main" id="{68140839-98B3-4FB3-0199-4823743EFA8E}"/>
                    </a:ext>
                  </a:extLst>
                </p14:cNvPr>
                <p14:cNvContentPartPr/>
                <p14:nvPr/>
              </p14:nvContentPartPr>
              <p14:xfrm>
                <a:off x="1626980" y="3814307"/>
                <a:ext cx="206640" cy="78120"/>
              </p14:xfrm>
            </p:contentPart>
          </mc:Choice>
          <mc:Fallback>
            <p:pic>
              <p:nvPicPr>
                <p:cNvPr id="142" name="Ink 141">
                  <a:extLst>
                    <a:ext uri="{FF2B5EF4-FFF2-40B4-BE49-F238E27FC236}">
                      <a16:creationId xmlns:a16="http://schemas.microsoft.com/office/drawing/2014/main" id="{68140839-98B3-4FB3-0199-4823743EFA8E}"/>
                    </a:ext>
                  </a:extLst>
                </p:cNvPr>
                <p:cNvPicPr/>
                <p:nvPr/>
              </p:nvPicPr>
              <p:blipFill>
                <a:blip r:embed="rId386"/>
                <a:stretch>
                  <a:fillRect/>
                </a:stretch>
              </p:blipFill>
              <p:spPr>
                <a:xfrm>
                  <a:off x="1618340" y="3805307"/>
                  <a:ext cx="224280" cy="95760"/>
                </a:xfrm>
                <a:prstGeom prst="rect">
                  <a:avLst/>
                </a:prstGeom>
              </p:spPr>
            </p:pic>
          </mc:Fallback>
        </mc:AlternateContent>
        <mc:AlternateContent xmlns:mc="http://schemas.openxmlformats.org/markup-compatibility/2006">
          <mc:Choice xmlns:p14="http://schemas.microsoft.com/office/powerpoint/2010/main" Requires="p14">
            <p:contentPart p14:bwMode="auto" r:id="rId387">
              <p14:nvContentPartPr>
                <p14:cNvPr id="143" name="Ink 142">
                  <a:extLst>
                    <a:ext uri="{FF2B5EF4-FFF2-40B4-BE49-F238E27FC236}">
                      <a16:creationId xmlns:a16="http://schemas.microsoft.com/office/drawing/2014/main" id="{D70A7CE9-3005-8F83-61EC-B51D5AED4035}"/>
                    </a:ext>
                  </a:extLst>
                </p14:cNvPr>
                <p14:cNvContentPartPr/>
                <p14:nvPr/>
              </p14:nvContentPartPr>
              <p14:xfrm>
                <a:off x="1879340" y="3732947"/>
                <a:ext cx="23040" cy="132840"/>
              </p14:xfrm>
            </p:contentPart>
          </mc:Choice>
          <mc:Fallback>
            <p:pic>
              <p:nvPicPr>
                <p:cNvPr id="143" name="Ink 142">
                  <a:extLst>
                    <a:ext uri="{FF2B5EF4-FFF2-40B4-BE49-F238E27FC236}">
                      <a16:creationId xmlns:a16="http://schemas.microsoft.com/office/drawing/2014/main" id="{D70A7CE9-3005-8F83-61EC-B51D5AED4035}"/>
                    </a:ext>
                  </a:extLst>
                </p:cNvPr>
                <p:cNvPicPr/>
                <p:nvPr/>
              </p:nvPicPr>
              <p:blipFill>
                <a:blip r:embed="rId388"/>
                <a:stretch>
                  <a:fillRect/>
                </a:stretch>
              </p:blipFill>
              <p:spPr>
                <a:xfrm>
                  <a:off x="1870700" y="3724307"/>
                  <a:ext cx="40680" cy="150480"/>
                </a:xfrm>
                <a:prstGeom prst="rect">
                  <a:avLst/>
                </a:prstGeom>
              </p:spPr>
            </p:pic>
          </mc:Fallback>
        </mc:AlternateContent>
        <mc:AlternateContent xmlns:mc="http://schemas.openxmlformats.org/markup-compatibility/2006">
          <mc:Choice xmlns:p14="http://schemas.microsoft.com/office/powerpoint/2010/main" Requires="p14">
            <p:contentPart p14:bwMode="auto" r:id="rId389">
              <p14:nvContentPartPr>
                <p14:cNvPr id="144" name="Ink 143">
                  <a:extLst>
                    <a:ext uri="{FF2B5EF4-FFF2-40B4-BE49-F238E27FC236}">
                      <a16:creationId xmlns:a16="http://schemas.microsoft.com/office/drawing/2014/main" id="{523586E1-D0F9-821D-A392-BA687D71BC25}"/>
                    </a:ext>
                  </a:extLst>
                </p14:cNvPr>
                <p14:cNvContentPartPr/>
                <p14:nvPr/>
              </p14:nvContentPartPr>
              <p14:xfrm>
                <a:off x="1867820" y="3803147"/>
                <a:ext cx="62280" cy="45360"/>
              </p14:xfrm>
            </p:contentPart>
          </mc:Choice>
          <mc:Fallback>
            <p:pic>
              <p:nvPicPr>
                <p:cNvPr id="144" name="Ink 143">
                  <a:extLst>
                    <a:ext uri="{FF2B5EF4-FFF2-40B4-BE49-F238E27FC236}">
                      <a16:creationId xmlns:a16="http://schemas.microsoft.com/office/drawing/2014/main" id="{523586E1-D0F9-821D-A392-BA687D71BC25}"/>
                    </a:ext>
                  </a:extLst>
                </p:cNvPr>
                <p:cNvPicPr/>
                <p:nvPr/>
              </p:nvPicPr>
              <p:blipFill>
                <a:blip r:embed="rId390"/>
                <a:stretch>
                  <a:fillRect/>
                </a:stretch>
              </p:blipFill>
              <p:spPr>
                <a:xfrm>
                  <a:off x="1859180" y="3794147"/>
                  <a:ext cx="79920" cy="63000"/>
                </a:xfrm>
                <a:prstGeom prst="rect">
                  <a:avLst/>
                </a:prstGeom>
              </p:spPr>
            </p:pic>
          </mc:Fallback>
        </mc:AlternateContent>
        <mc:AlternateContent xmlns:mc="http://schemas.openxmlformats.org/markup-compatibility/2006">
          <mc:Choice xmlns:p14="http://schemas.microsoft.com/office/powerpoint/2010/main" Requires="p14">
            <p:contentPart p14:bwMode="auto" r:id="rId391">
              <p14:nvContentPartPr>
                <p14:cNvPr id="147" name="Ink 146">
                  <a:extLst>
                    <a:ext uri="{FF2B5EF4-FFF2-40B4-BE49-F238E27FC236}">
                      <a16:creationId xmlns:a16="http://schemas.microsoft.com/office/drawing/2014/main" id="{4C2549ED-37FD-7DA8-6B96-CE205863AF5D}"/>
                    </a:ext>
                  </a:extLst>
                </p14:cNvPr>
                <p14:cNvContentPartPr/>
                <p14:nvPr/>
              </p14:nvContentPartPr>
              <p14:xfrm>
                <a:off x="2080220" y="3805307"/>
                <a:ext cx="96840" cy="13680"/>
              </p14:xfrm>
            </p:contentPart>
          </mc:Choice>
          <mc:Fallback>
            <p:pic>
              <p:nvPicPr>
                <p:cNvPr id="147" name="Ink 146">
                  <a:extLst>
                    <a:ext uri="{FF2B5EF4-FFF2-40B4-BE49-F238E27FC236}">
                      <a16:creationId xmlns:a16="http://schemas.microsoft.com/office/drawing/2014/main" id="{4C2549ED-37FD-7DA8-6B96-CE205863AF5D}"/>
                    </a:ext>
                  </a:extLst>
                </p:cNvPr>
                <p:cNvPicPr/>
                <p:nvPr/>
              </p:nvPicPr>
              <p:blipFill>
                <a:blip r:embed="rId392"/>
                <a:stretch>
                  <a:fillRect/>
                </a:stretch>
              </p:blipFill>
              <p:spPr>
                <a:xfrm>
                  <a:off x="2071580" y="3796307"/>
                  <a:ext cx="114480" cy="31320"/>
                </a:xfrm>
                <a:prstGeom prst="rect">
                  <a:avLst/>
                </a:prstGeom>
              </p:spPr>
            </p:pic>
          </mc:Fallback>
        </mc:AlternateContent>
        <mc:AlternateContent xmlns:mc="http://schemas.openxmlformats.org/markup-compatibility/2006">
          <mc:Choice xmlns:p14="http://schemas.microsoft.com/office/powerpoint/2010/main" Requires="p14">
            <p:contentPart p14:bwMode="auto" r:id="rId393">
              <p14:nvContentPartPr>
                <p14:cNvPr id="148" name="Ink 147">
                  <a:extLst>
                    <a:ext uri="{FF2B5EF4-FFF2-40B4-BE49-F238E27FC236}">
                      <a16:creationId xmlns:a16="http://schemas.microsoft.com/office/drawing/2014/main" id="{7F37602E-5E4F-E479-292E-0AEBDA9AD6DA}"/>
                    </a:ext>
                  </a:extLst>
                </p14:cNvPr>
                <p14:cNvContentPartPr/>
                <p14:nvPr/>
              </p14:nvContentPartPr>
              <p14:xfrm>
                <a:off x="2120900" y="3752747"/>
                <a:ext cx="24840" cy="135000"/>
              </p14:xfrm>
            </p:contentPart>
          </mc:Choice>
          <mc:Fallback>
            <p:pic>
              <p:nvPicPr>
                <p:cNvPr id="148" name="Ink 147">
                  <a:extLst>
                    <a:ext uri="{FF2B5EF4-FFF2-40B4-BE49-F238E27FC236}">
                      <a16:creationId xmlns:a16="http://schemas.microsoft.com/office/drawing/2014/main" id="{7F37602E-5E4F-E479-292E-0AEBDA9AD6DA}"/>
                    </a:ext>
                  </a:extLst>
                </p:cNvPr>
                <p:cNvPicPr/>
                <p:nvPr/>
              </p:nvPicPr>
              <p:blipFill>
                <a:blip r:embed="rId394"/>
                <a:stretch>
                  <a:fillRect/>
                </a:stretch>
              </p:blipFill>
              <p:spPr>
                <a:xfrm>
                  <a:off x="2111900" y="3744107"/>
                  <a:ext cx="42480" cy="152640"/>
                </a:xfrm>
                <a:prstGeom prst="rect">
                  <a:avLst/>
                </a:prstGeom>
              </p:spPr>
            </p:pic>
          </mc:Fallback>
        </mc:AlternateContent>
        <mc:AlternateContent xmlns:mc="http://schemas.openxmlformats.org/markup-compatibility/2006">
          <mc:Choice xmlns:p14="http://schemas.microsoft.com/office/powerpoint/2010/main" Requires="p14">
            <p:contentPart p14:bwMode="auto" r:id="rId395">
              <p14:nvContentPartPr>
                <p14:cNvPr id="149" name="Ink 148">
                  <a:extLst>
                    <a:ext uri="{FF2B5EF4-FFF2-40B4-BE49-F238E27FC236}">
                      <a16:creationId xmlns:a16="http://schemas.microsoft.com/office/drawing/2014/main" id="{9F551A82-58DE-3F5F-E758-20965C891AB0}"/>
                    </a:ext>
                  </a:extLst>
                </p14:cNvPr>
                <p14:cNvContentPartPr/>
                <p14:nvPr/>
              </p14:nvContentPartPr>
              <p14:xfrm>
                <a:off x="2300900" y="3734027"/>
                <a:ext cx="45720" cy="192240"/>
              </p14:xfrm>
            </p:contentPart>
          </mc:Choice>
          <mc:Fallback>
            <p:pic>
              <p:nvPicPr>
                <p:cNvPr id="149" name="Ink 148">
                  <a:extLst>
                    <a:ext uri="{FF2B5EF4-FFF2-40B4-BE49-F238E27FC236}">
                      <a16:creationId xmlns:a16="http://schemas.microsoft.com/office/drawing/2014/main" id="{9F551A82-58DE-3F5F-E758-20965C891AB0}"/>
                    </a:ext>
                  </a:extLst>
                </p:cNvPr>
                <p:cNvPicPr/>
                <p:nvPr/>
              </p:nvPicPr>
              <p:blipFill>
                <a:blip r:embed="rId396"/>
                <a:stretch>
                  <a:fillRect/>
                </a:stretch>
              </p:blipFill>
              <p:spPr>
                <a:xfrm>
                  <a:off x="2292260" y="3725027"/>
                  <a:ext cx="63360" cy="209880"/>
                </a:xfrm>
                <a:prstGeom prst="rect">
                  <a:avLst/>
                </a:prstGeom>
              </p:spPr>
            </p:pic>
          </mc:Fallback>
        </mc:AlternateContent>
        <mc:AlternateContent xmlns:mc="http://schemas.openxmlformats.org/markup-compatibility/2006">
          <mc:Choice xmlns:p14="http://schemas.microsoft.com/office/powerpoint/2010/main" Requires="p14">
            <p:contentPart p14:bwMode="auto" r:id="rId397">
              <p14:nvContentPartPr>
                <p14:cNvPr id="150" name="Ink 149">
                  <a:extLst>
                    <a:ext uri="{FF2B5EF4-FFF2-40B4-BE49-F238E27FC236}">
                      <a16:creationId xmlns:a16="http://schemas.microsoft.com/office/drawing/2014/main" id="{C5873037-52F8-5E74-D157-C3FB56402A73}"/>
                    </a:ext>
                  </a:extLst>
                </p14:cNvPr>
                <p14:cNvContentPartPr/>
                <p14:nvPr/>
              </p14:nvContentPartPr>
              <p14:xfrm>
                <a:off x="2321060" y="3826547"/>
                <a:ext cx="67680" cy="5040"/>
              </p14:xfrm>
            </p:contentPart>
          </mc:Choice>
          <mc:Fallback>
            <p:pic>
              <p:nvPicPr>
                <p:cNvPr id="150" name="Ink 149">
                  <a:extLst>
                    <a:ext uri="{FF2B5EF4-FFF2-40B4-BE49-F238E27FC236}">
                      <a16:creationId xmlns:a16="http://schemas.microsoft.com/office/drawing/2014/main" id="{C5873037-52F8-5E74-D157-C3FB56402A73}"/>
                    </a:ext>
                  </a:extLst>
                </p:cNvPr>
                <p:cNvPicPr/>
                <p:nvPr/>
              </p:nvPicPr>
              <p:blipFill>
                <a:blip r:embed="rId398"/>
                <a:stretch>
                  <a:fillRect/>
                </a:stretch>
              </p:blipFill>
              <p:spPr>
                <a:xfrm>
                  <a:off x="2312060" y="3817907"/>
                  <a:ext cx="85320" cy="22680"/>
                </a:xfrm>
                <a:prstGeom prst="rect">
                  <a:avLst/>
                </a:prstGeom>
              </p:spPr>
            </p:pic>
          </mc:Fallback>
        </mc:AlternateContent>
        <mc:AlternateContent xmlns:mc="http://schemas.openxmlformats.org/markup-compatibility/2006">
          <mc:Choice xmlns:p14="http://schemas.microsoft.com/office/powerpoint/2010/main" Requires="p14">
            <p:contentPart p14:bwMode="auto" r:id="rId399">
              <p14:nvContentPartPr>
                <p14:cNvPr id="152" name="Ink 151">
                  <a:extLst>
                    <a:ext uri="{FF2B5EF4-FFF2-40B4-BE49-F238E27FC236}">
                      <a16:creationId xmlns:a16="http://schemas.microsoft.com/office/drawing/2014/main" id="{899933A4-0E99-97ED-CC86-82D93C6E18F2}"/>
                    </a:ext>
                  </a:extLst>
                </p14:cNvPr>
                <p14:cNvContentPartPr/>
                <p14:nvPr/>
              </p14:nvContentPartPr>
              <p14:xfrm>
                <a:off x="575060" y="4128227"/>
                <a:ext cx="81720" cy="137160"/>
              </p14:xfrm>
            </p:contentPart>
          </mc:Choice>
          <mc:Fallback>
            <p:pic>
              <p:nvPicPr>
                <p:cNvPr id="152" name="Ink 151">
                  <a:extLst>
                    <a:ext uri="{FF2B5EF4-FFF2-40B4-BE49-F238E27FC236}">
                      <a16:creationId xmlns:a16="http://schemas.microsoft.com/office/drawing/2014/main" id="{899933A4-0E99-97ED-CC86-82D93C6E18F2}"/>
                    </a:ext>
                  </a:extLst>
                </p:cNvPr>
                <p:cNvPicPr/>
                <p:nvPr/>
              </p:nvPicPr>
              <p:blipFill>
                <a:blip r:embed="rId400"/>
                <a:stretch>
                  <a:fillRect/>
                </a:stretch>
              </p:blipFill>
              <p:spPr>
                <a:xfrm>
                  <a:off x="566060" y="4119227"/>
                  <a:ext cx="99360" cy="154800"/>
                </a:xfrm>
                <a:prstGeom prst="rect">
                  <a:avLst/>
                </a:prstGeom>
              </p:spPr>
            </p:pic>
          </mc:Fallback>
        </mc:AlternateContent>
        <mc:AlternateContent xmlns:mc="http://schemas.openxmlformats.org/markup-compatibility/2006">
          <mc:Choice xmlns:p14="http://schemas.microsoft.com/office/powerpoint/2010/main" Requires="p14">
            <p:contentPart p14:bwMode="auto" r:id="rId401">
              <p14:nvContentPartPr>
                <p14:cNvPr id="153" name="Ink 152">
                  <a:extLst>
                    <a:ext uri="{FF2B5EF4-FFF2-40B4-BE49-F238E27FC236}">
                      <a16:creationId xmlns:a16="http://schemas.microsoft.com/office/drawing/2014/main" id="{21D20DCB-7BE2-2469-9CC0-2D3BB3448EC9}"/>
                    </a:ext>
                  </a:extLst>
                </p14:cNvPr>
                <p14:cNvContentPartPr/>
                <p14:nvPr/>
              </p14:nvContentPartPr>
              <p14:xfrm>
                <a:off x="730220" y="4133627"/>
                <a:ext cx="129240" cy="104760"/>
              </p14:xfrm>
            </p:contentPart>
          </mc:Choice>
          <mc:Fallback>
            <p:pic>
              <p:nvPicPr>
                <p:cNvPr id="153" name="Ink 152">
                  <a:extLst>
                    <a:ext uri="{FF2B5EF4-FFF2-40B4-BE49-F238E27FC236}">
                      <a16:creationId xmlns:a16="http://schemas.microsoft.com/office/drawing/2014/main" id="{21D20DCB-7BE2-2469-9CC0-2D3BB3448EC9}"/>
                    </a:ext>
                  </a:extLst>
                </p:cNvPr>
                <p:cNvPicPr/>
                <p:nvPr/>
              </p:nvPicPr>
              <p:blipFill>
                <a:blip r:embed="rId402"/>
                <a:stretch>
                  <a:fillRect/>
                </a:stretch>
              </p:blipFill>
              <p:spPr>
                <a:xfrm>
                  <a:off x="721580" y="4124987"/>
                  <a:ext cx="146880" cy="122400"/>
                </a:xfrm>
                <a:prstGeom prst="rect">
                  <a:avLst/>
                </a:prstGeom>
              </p:spPr>
            </p:pic>
          </mc:Fallback>
        </mc:AlternateContent>
        <mc:AlternateContent xmlns:mc="http://schemas.openxmlformats.org/markup-compatibility/2006">
          <mc:Choice xmlns:p14="http://schemas.microsoft.com/office/powerpoint/2010/main" Requires="p14">
            <p:contentPart p14:bwMode="auto" r:id="rId403">
              <p14:nvContentPartPr>
                <p14:cNvPr id="154" name="Ink 153">
                  <a:extLst>
                    <a:ext uri="{FF2B5EF4-FFF2-40B4-BE49-F238E27FC236}">
                      <a16:creationId xmlns:a16="http://schemas.microsoft.com/office/drawing/2014/main" id="{61BB3E69-DDDD-7FC2-1C5B-E728AC21DFB3}"/>
                    </a:ext>
                  </a:extLst>
                </p14:cNvPr>
                <p14:cNvContentPartPr/>
                <p14:nvPr/>
              </p14:nvContentPartPr>
              <p14:xfrm>
                <a:off x="914180" y="4079267"/>
                <a:ext cx="109440" cy="163800"/>
              </p14:xfrm>
            </p:contentPart>
          </mc:Choice>
          <mc:Fallback>
            <p:pic>
              <p:nvPicPr>
                <p:cNvPr id="154" name="Ink 153">
                  <a:extLst>
                    <a:ext uri="{FF2B5EF4-FFF2-40B4-BE49-F238E27FC236}">
                      <a16:creationId xmlns:a16="http://schemas.microsoft.com/office/drawing/2014/main" id="{61BB3E69-DDDD-7FC2-1C5B-E728AC21DFB3}"/>
                    </a:ext>
                  </a:extLst>
                </p:cNvPr>
                <p:cNvPicPr/>
                <p:nvPr/>
              </p:nvPicPr>
              <p:blipFill>
                <a:blip r:embed="rId404"/>
                <a:stretch>
                  <a:fillRect/>
                </a:stretch>
              </p:blipFill>
              <p:spPr>
                <a:xfrm>
                  <a:off x="905540" y="4070267"/>
                  <a:ext cx="127080" cy="181440"/>
                </a:xfrm>
                <a:prstGeom prst="rect">
                  <a:avLst/>
                </a:prstGeom>
              </p:spPr>
            </p:pic>
          </mc:Fallback>
        </mc:AlternateContent>
        <mc:AlternateContent xmlns:mc="http://schemas.openxmlformats.org/markup-compatibility/2006">
          <mc:Choice xmlns:p14="http://schemas.microsoft.com/office/powerpoint/2010/main" Requires="p14">
            <p:contentPart p14:bwMode="auto" r:id="rId405">
              <p14:nvContentPartPr>
                <p14:cNvPr id="155" name="Ink 154">
                  <a:extLst>
                    <a:ext uri="{FF2B5EF4-FFF2-40B4-BE49-F238E27FC236}">
                      <a16:creationId xmlns:a16="http://schemas.microsoft.com/office/drawing/2014/main" id="{1F847D8F-1603-5C86-47AC-839DA99E476B}"/>
                    </a:ext>
                  </a:extLst>
                </p14:cNvPr>
                <p14:cNvContentPartPr/>
                <p14:nvPr/>
              </p14:nvContentPartPr>
              <p14:xfrm>
                <a:off x="1117220" y="4128947"/>
                <a:ext cx="9000" cy="120960"/>
              </p14:xfrm>
            </p:contentPart>
          </mc:Choice>
          <mc:Fallback>
            <p:pic>
              <p:nvPicPr>
                <p:cNvPr id="155" name="Ink 154">
                  <a:extLst>
                    <a:ext uri="{FF2B5EF4-FFF2-40B4-BE49-F238E27FC236}">
                      <a16:creationId xmlns:a16="http://schemas.microsoft.com/office/drawing/2014/main" id="{1F847D8F-1603-5C86-47AC-839DA99E476B}"/>
                    </a:ext>
                  </a:extLst>
                </p:cNvPr>
                <p:cNvPicPr/>
                <p:nvPr/>
              </p:nvPicPr>
              <p:blipFill>
                <a:blip r:embed="rId406"/>
                <a:stretch>
                  <a:fillRect/>
                </a:stretch>
              </p:blipFill>
              <p:spPr>
                <a:xfrm>
                  <a:off x="1108220" y="4119947"/>
                  <a:ext cx="26640" cy="138600"/>
                </a:xfrm>
                <a:prstGeom prst="rect">
                  <a:avLst/>
                </a:prstGeom>
              </p:spPr>
            </p:pic>
          </mc:Fallback>
        </mc:AlternateContent>
        <mc:AlternateContent xmlns:mc="http://schemas.openxmlformats.org/markup-compatibility/2006">
          <mc:Choice xmlns:p14="http://schemas.microsoft.com/office/powerpoint/2010/main" Requires="p14">
            <p:contentPart p14:bwMode="auto" r:id="rId407">
              <p14:nvContentPartPr>
                <p14:cNvPr id="156" name="Ink 155">
                  <a:extLst>
                    <a:ext uri="{FF2B5EF4-FFF2-40B4-BE49-F238E27FC236}">
                      <a16:creationId xmlns:a16="http://schemas.microsoft.com/office/drawing/2014/main" id="{25ECA50E-9093-B7B4-1168-4BE38F6B796F}"/>
                    </a:ext>
                  </a:extLst>
                </p14:cNvPr>
                <p14:cNvContentPartPr/>
                <p14:nvPr/>
              </p14:nvContentPartPr>
              <p14:xfrm>
                <a:off x="1198220" y="4161347"/>
                <a:ext cx="221400" cy="101160"/>
              </p14:xfrm>
            </p:contentPart>
          </mc:Choice>
          <mc:Fallback>
            <p:pic>
              <p:nvPicPr>
                <p:cNvPr id="156" name="Ink 155">
                  <a:extLst>
                    <a:ext uri="{FF2B5EF4-FFF2-40B4-BE49-F238E27FC236}">
                      <a16:creationId xmlns:a16="http://schemas.microsoft.com/office/drawing/2014/main" id="{25ECA50E-9093-B7B4-1168-4BE38F6B796F}"/>
                    </a:ext>
                  </a:extLst>
                </p:cNvPr>
                <p:cNvPicPr/>
                <p:nvPr/>
              </p:nvPicPr>
              <p:blipFill>
                <a:blip r:embed="rId408"/>
                <a:stretch>
                  <a:fillRect/>
                </a:stretch>
              </p:blipFill>
              <p:spPr>
                <a:xfrm>
                  <a:off x="1189220" y="4152347"/>
                  <a:ext cx="239040" cy="118800"/>
                </a:xfrm>
                <a:prstGeom prst="rect">
                  <a:avLst/>
                </a:prstGeom>
              </p:spPr>
            </p:pic>
          </mc:Fallback>
        </mc:AlternateContent>
        <mc:AlternateContent xmlns:mc="http://schemas.openxmlformats.org/markup-compatibility/2006">
          <mc:Choice xmlns:p14="http://schemas.microsoft.com/office/powerpoint/2010/main" Requires="p14">
            <p:contentPart p14:bwMode="auto" r:id="rId409">
              <p14:nvContentPartPr>
                <p14:cNvPr id="157" name="Ink 156">
                  <a:extLst>
                    <a:ext uri="{FF2B5EF4-FFF2-40B4-BE49-F238E27FC236}">
                      <a16:creationId xmlns:a16="http://schemas.microsoft.com/office/drawing/2014/main" id="{E53048D1-0BA8-F215-E2DC-55BCE353DE17}"/>
                    </a:ext>
                  </a:extLst>
                </p14:cNvPr>
                <p14:cNvContentPartPr/>
                <p14:nvPr/>
              </p14:nvContentPartPr>
              <p14:xfrm>
                <a:off x="1426460" y="4144427"/>
                <a:ext cx="87840" cy="210600"/>
              </p14:xfrm>
            </p:contentPart>
          </mc:Choice>
          <mc:Fallback>
            <p:pic>
              <p:nvPicPr>
                <p:cNvPr id="157" name="Ink 156">
                  <a:extLst>
                    <a:ext uri="{FF2B5EF4-FFF2-40B4-BE49-F238E27FC236}">
                      <a16:creationId xmlns:a16="http://schemas.microsoft.com/office/drawing/2014/main" id="{E53048D1-0BA8-F215-E2DC-55BCE353DE17}"/>
                    </a:ext>
                  </a:extLst>
                </p:cNvPr>
                <p:cNvPicPr/>
                <p:nvPr/>
              </p:nvPicPr>
              <p:blipFill>
                <a:blip r:embed="rId410"/>
                <a:stretch>
                  <a:fillRect/>
                </a:stretch>
              </p:blipFill>
              <p:spPr>
                <a:xfrm>
                  <a:off x="1417460" y="4135787"/>
                  <a:ext cx="105480" cy="228240"/>
                </a:xfrm>
                <a:prstGeom prst="rect">
                  <a:avLst/>
                </a:prstGeom>
              </p:spPr>
            </p:pic>
          </mc:Fallback>
        </mc:AlternateContent>
        <mc:AlternateContent xmlns:mc="http://schemas.openxmlformats.org/markup-compatibility/2006">
          <mc:Choice xmlns:p14="http://schemas.microsoft.com/office/powerpoint/2010/main" Requires="p14">
            <p:contentPart p14:bwMode="auto" r:id="rId411">
              <p14:nvContentPartPr>
                <p14:cNvPr id="273" name="Ink 272">
                  <a:extLst>
                    <a:ext uri="{FF2B5EF4-FFF2-40B4-BE49-F238E27FC236}">
                      <a16:creationId xmlns:a16="http://schemas.microsoft.com/office/drawing/2014/main" id="{0F8670F7-AF68-07B9-A161-C59AECED59FC}"/>
                    </a:ext>
                  </a:extLst>
                </p14:cNvPr>
                <p14:cNvContentPartPr/>
                <p14:nvPr/>
              </p14:nvContentPartPr>
              <p14:xfrm>
                <a:off x="832460" y="3548627"/>
                <a:ext cx="1876680" cy="514080"/>
              </p14:xfrm>
            </p:contentPart>
          </mc:Choice>
          <mc:Fallback>
            <p:pic>
              <p:nvPicPr>
                <p:cNvPr id="273" name="Ink 272">
                  <a:extLst>
                    <a:ext uri="{FF2B5EF4-FFF2-40B4-BE49-F238E27FC236}">
                      <a16:creationId xmlns:a16="http://schemas.microsoft.com/office/drawing/2014/main" id="{0F8670F7-AF68-07B9-A161-C59AECED59FC}"/>
                    </a:ext>
                  </a:extLst>
                </p:cNvPr>
                <p:cNvPicPr/>
                <p:nvPr/>
              </p:nvPicPr>
              <p:blipFill>
                <a:blip r:embed="rId412"/>
                <a:stretch>
                  <a:fillRect/>
                </a:stretch>
              </p:blipFill>
              <p:spPr>
                <a:xfrm>
                  <a:off x="823820" y="3539987"/>
                  <a:ext cx="1894320" cy="531720"/>
                </a:xfrm>
                <a:prstGeom prst="rect">
                  <a:avLst/>
                </a:prstGeom>
              </p:spPr>
            </p:pic>
          </mc:Fallback>
        </mc:AlternateContent>
        <mc:AlternateContent xmlns:mc="http://schemas.openxmlformats.org/markup-compatibility/2006">
          <mc:Choice xmlns:p14="http://schemas.microsoft.com/office/powerpoint/2010/main" Requires="p14">
            <p:contentPart p14:bwMode="auto" r:id="rId413">
              <p14:nvContentPartPr>
                <p14:cNvPr id="275" name="Ink 274">
                  <a:extLst>
                    <a:ext uri="{FF2B5EF4-FFF2-40B4-BE49-F238E27FC236}">
                      <a16:creationId xmlns:a16="http://schemas.microsoft.com/office/drawing/2014/main" id="{D33AF668-6944-ED82-14E4-DE7BABEC9335}"/>
                    </a:ext>
                  </a:extLst>
                </p14:cNvPr>
                <p14:cNvContentPartPr/>
                <p14:nvPr/>
              </p14:nvContentPartPr>
              <p14:xfrm>
                <a:off x="2645780" y="3740147"/>
                <a:ext cx="3096000" cy="261720"/>
              </p14:xfrm>
            </p:contentPart>
          </mc:Choice>
          <mc:Fallback>
            <p:pic>
              <p:nvPicPr>
                <p:cNvPr id="275" name="Ink 274">
                  <a:extLst>
                    <a:ext uri="{FF2B5EF4-FFF2-40B4-BE49-F238E27FC236}">
                      <a16:creationId xmlns:a16="http://schemas.microsoft.com/office/drawing/2014/main" id="{D33AF668-6944-ED82-14E4-DE7BABEC9335}"/>
                    </a:ext>
                  </a:extLst>
                </p:cNvPr>
                <p:cNvPicPr/>
                <p:nvPr/>
              </p:nvPicPr>
              <p:blipFill>
                <a:blip r:embed="rId414"/>
                <a:stretch>
                  <a:fillRect/>
                </a:stretch>
              </p:blipFill>
              <p:spPr>
                <a:xfrm>
                  <a:off x="2636780" y="3731147"/>
                  <a:ext cx="3113640" cy="279360"/>
                </a:xfrm>
                <a:prstGeom prst="rect">
                  <a:avLst/>
                </a:prstGeom>
              </p:spPr>
            </p:pic>
          </mc:Fallback>
        </mc:AlternateContent>
        <mc:AlternateContent xmlns:mc="http://schemas.openxmlformats.org/markup-compatibility/2006">
          <mc:Choice xmlns:p14="http://schemas.microsoft.com/office/powerpoint/2010/main" Requires="p14">
            <p:contentPart p14:bwMode="auto" r:id="rId415">
              <p14:nvContentPartPr>
                <p14:cNvPr id="276" name="Ink 275">
                  <a:extLst>
                    <a:ext uri="{FF2B5EF4-FFF2-40B4-BE49-F238E27FC236}">
                      <a16:creationId xmlns:a16="http://schemas.microsoft.com/office/drawing/2014/main" id="{EB12D51C-3B9A-6FE2-BCCC-0B561EFB00EC}"/>
                    </a:ext>
                  </a:extLst>
                </p14:cNvPr>
                <p14:cNvContentPartPr/>
                <p14:nvPr/>
              </p14:nvContentPartPr>
              <p14:xfrm>
                <a:off x="5624420" y="3668147"/>
                <a:ext cx="56520" cy="136440"/>
              </p14:xfrm>
            </p:contentPart>
          </mc:Choice>
          <mc:Fallback>
            <p:pic>
              <p:nvPicPr>
                <p:cNvPr id="276" name="Ink 275">
                  <a:extLst>
                    <a:ext uri="{FF2B5EF4-FFF2-40B4-BE49-F238E27FC236}">
                      <a16:creationId xmlns:a16="http://schemas.microsoft.com/office/drawing/2014/main" id="{EB12D51C-3B9A-6FE2-BCCC-0B561EFB00EC}"/>
                    </a:ext>
                  </a:extLst>
                </p:cNvPr>
                <p:cNvPicPr/>
                <p:nvPr/>
              </p:nvPicPr>
              <p:blipFill>
                <a:blip r:embed="rId416"/>
                <a:stretch>
                  <a:fillRect/>
                </a:stretch>
              </p:blipFill>
              <p:spPr>
                <a:xfrm>
                  <a:off x="5615420" y="3659507"/>
                  <a:ext cx="74160" cy="154080"/>
                </a:xfrm>
                <a:prstGeom prst="rect">
                  <a:avLst/>
                </a:prstGeom>
              </p:spPr>
            </p:pic>
          </mc:Fallback>
        </mc:AlternateContent>
        <mc:AlternateContent xmlns:mc="http://schemas.openxmlformats.org/markup-compatibility/2006">
          <mc:Choice xmlns:p14="http://schemas.microsoft.com/office/powerpoint/2010/main" Requires="p14">
            <p:contentPart p14:bwMode="auto" r:id="rId417">
              <p14:nvContentPartPr>
                <p14:cNvPr id="277" name="Ink 276">
                  <a:extLst>
                    <a:ext uri="{FF2B5EF4-FFF2-40B4-BE49-F238E27FC236}">
                      <a16:creationId xmlns:a16="http://schemas.microsoft.com/office/drawing/2014/main" id="{F508415E-89BE-C20B-C257-0063590B5376}"/>
                    </a:ext>
                  </a:extLst>
                </p14:cNvPr>
                <p14:cNvContentPartPr/>
                <p14:nvPr/>
              </p14:nvContentPartPr>
              <p14:xfrm>
                <a:off x="5971460" y="3611267"/>
                <a:ext cx="186120" cy="232920"/>
              </p14:xfrm>
            </p:contentPart>
          </mc:Choice>
          <mc:Fallback>
            <p:pic>
              <p:nvPicPr>
                <p:cNvPr id="277" name="Ink 276">
                  <a:extLst>
                    <a:ext uri="{FF2B5EF4-FFF2-40B4-BE49-F238E27FC236}">
                      <a16:creationId xmlns:a16="http://schemas.microsoft.com/office/drawing/2014/main" id="{F508415E-89BE-C20B-C257-0063590B5376}"/>
                    </a:ext>
                  </a:extLst>
                </p:cNvPr>
                <p:cNvPicPr/>
                <p:nvPr/>
              </p:nvPicPr>
              <p:blipFill>
                <a:blip r:embed="rId418"/>
                <a:stretch>
                  <a:fillRect/>
                </a:stretch>
              </p:blipFill>
              <p:spPr>
                <a:xfrm>
                  <a:off x="5962460" y="3602267"/>
                  <a:ext cx="203760" cy="250560"/>
                </a:xfrm>
                <a:prstGeom prst="rect">
                  <a:avLst/>
                </a:prstGeom>
              </p:spPr>
            </p:pic>
          </mc:Fallback>
        </mc:AlternateContent>
        <mc:AlternateContent xmlns:mc="http://schemas.openxmlformats.org/markup-compatibility/2006">
          <mc:Choice xmlns:p14="http://schemas.microsoft.com/office/powerpoint/2010/main" Requires="p14">
            <p:contentPart p14:bwMode="auto" r:id="rId419">
              <p14:nvContentPartPr>
                <p14:cNvPr id="278" name="Ink 277">
                  <a:extLst>
                    <a:ext uri="{FF2B5EF4-FFF2-40B4-BE49-F238E27FC236}">
                      <a16:creationId xmlns:a16="http://schemas.microsoft.com/office/drawing/2014/main" id="{C15D1261-EDC1-9A8F-05E3-1288CA0E40A4}"/>
                    </a:ext>
                  </a:extLst>
                </p14:cNvPr>
                <p14:cNvContentPartPr/>
                <p14:nvPr/>
              </p14:nvContentPartPr>
              <p14:xfrm>
                <a:off x="6205820" y="3644027"/>
                <a:ext cx="92520" cy="195120"/>
              </p14:xfrm>
            </p:contentPart>
          </mc:Choice>
          <mc:Fallback>
            <p:pic>
              <p:nvPicPr>
                <p:cNvPr id="278" name="Ink 277">
                  <a:extLst>
                    <a:ext uri="{FF2B5EF4-FFF2-40B4-BE49-F238E27FC236}">
                      <a16:creationId xmlns:a16="http://schemas.microsoft.com/office/drawing/2014/main" id="{C15D1261-EDC1-9A8F-05E3-1288CA0E40A4}"/>
                    </a:ext>
                  </a:extLst>
                </p:cNvPr>
                <p:cNvPicPr/>
                <p:nvPr/>
              </p:nvPicPr>
              <p:blipFill>
                <a:blip r:embed="rId420"/>
                <a:stretch>
                  <a:fillRect/>
                </a:stretch>
              </p:blipFill>
              <p:spPr>
                <a:xfrm>
                  <a:off x="6197180" y="3635387"/>
                  <a:ext cx="110160" cy="212760"/>
                </a:xfrm>
                <a:prstGeom prst="rect">
                  <a:avLst/>
                </a:prstGeom>
              </p:spPr>
            </p:pic>
          </mc:Fallback>
        </mc:AlternateContent>
        <mc:AlternateContent xmlns:mc="http://schemas.openxmlformats.org/markup-compatibility/2006">
          <mc:Choice xmlns:p14="http://schemas.microsoft.com/office/powerpoint/2010/main" Requires="p14">
            <p:contentPart p14:bwMode="auto" r:id="rId421">
              <p14:nvContentPartPr>
                <p14:cNvPr id="279" name="Ink 278">
                  <a:extLst>
                    <a:ext uri="{FF2B5EF4-FFF2-40B4-BE49-F238E27FC236}">
                      <a16:creationId xmlns:a16="http://schemas.microsoft.com/office/drawing/2014/main" id="{51C93C36-5A95-FDD8-418D-6D47D4976426}"/>
                    </a:ext>
                  </a:extLst>
                </p14:cNvPr>
                <p14:cNvContentPartPr/>
                <p14:nvPr/>
              </p14:nvContentPartPr>
              <p14:xfrm>
                <a:off x="6384020" y="3648707"/>
                <a:ext cx="209520" cy="177480"/>
              </p14:xfrm>
            </p:contentPart>
          </mc:Choice>
          <mc:Fallback>
            <p:pic>
              <p:nvPicPr>
                <p:cNvPr id="279" name="Ink 278">
                  <a:extLst>
                    <a:ext uri="{FF2B5EF4-FFF2-40B4-BE49-F238E27FC236}">
                      <a16:creationId xmlns:a16="http://schemas.microsoft.com/office/drawing/2014/main" id="{51C93C36-5A95-FDD8-418D-6D47D4976426}"/>
                    </a:ext>
                  </a:extLst>
                </p:cNvPr>
                <p:cNvPicPr/>
                <p:nvPr/>
              </p:nvPicPr>
              <p:blipFill>
                <a:blip r:embed="rId422"/>
                <a:stretch>
                  <a:fillRect/>
                </a:stretch>
              </p:blipFill>
              <p:spPr>
                <a:xfrm>
                  <a:off x="6375380" y="3639707"/>
                  <a:ext cx="227160" cy="195120"/>
                </a:xfrm>
                <a:prstGeom prst="rect">
                  <a:avLst/>
                </a:prstGeom>
              </p:spPr>
            </p:pic>
          </mc:Fallback>
        </mc:AlternateContent>
      </p:grpSp>
      <mc:AlternateContent xmlns:mc="http://schemas.openxmlformats.org/markup-compatibility/2006">
        <mc:Choice xmlns:p14="http://schemas.microsoft.com/office/powerpoint/2010/main" Requires="p14">
          <p:contentPart p14:bwMode="auto" r:id="rId423">
            <p14:nvContentPartPr>
              <p14:cNvPr id="282" name="Ink 281">
                <a:extLst>
                  <a:ext uri="{FF2B5EF4-FFF2-40B4-BE49-F238E27FC236}">
                    <a16:creationId xmlns:a16="http://schemas.microsoft.com/office/drawing/2014/main" id="{B34C5D35-48EE-01B9-129F-5C2B380A8EF0}"/>
                  </a:ext>
                </a:extLst>
              </p14:cNvPr>
              <p14:cNvContentPartPr/>
              <p14:nvPr/>
            </p14:nvContentPartPr>
            <p14:xfrm>
              <a:off x="6786500" y="3572027"/>
              <a:ext cx="83520" cy="242280"/>
            </p14:xfrm>
          </p:contentPart>
        </mc:Choice>
        <mc:Fallback>
          <p:pic>
            <p:nvPicPr>
              <p:cNvPr id="282" name="Ink 281">
                <a:extLst>
                  <a:ext uri="{FF2B5EF4-FFF2-40B4-BE49-F238E27FC236}">
                    <a16:creationId xmlns:a16="http://schemas.microsoft.com/office/drawing/2014/main" id="{B34C5D35-48EE-01B9-129F-5C2B380A8EF0}"/>
                  </a:ext>
                </a:extLst>
              </p:cNvPr>
              <p:cNvPicPr/>
              <p:nvPr/>
            </p:nvPicPr>
            <p:blipFill>
              <a:blip r:embed="rId424"/>
              <a:stretch>
                <a:fillRect/>
              </a:stretch>
            </p:blipFill>
            <p:spPr>
              <a:xfrm>
                <a:off x="6777500" y="3563027"/>
                <a:ext cx="101160" cy="259920"/>
              </a:xfrm>
              <a:prstGeom prst="rect">
                <a:avLst/>
              </a:prstGeom>
            </p:spPr>
          </p:pic>
        </mc:Fallback>
      </mc:AlternateContent>
      <p:grpSp>
        <p:nvGrpSpPr>
          <p:cNvPr id="298" name="Group 297">
            <a:extLst>
              <a:ext uri="{FF2B5EF4-FFF2-40B4-BE49-F238E27FC236}">
                <a16:creationId xmlns:a16="http://schemas.microsoft.com/office/drawing/2014/main" id="{2E5FC764-4151-36D9-A7ED-136E263E69CF}"/>
              </a:ext>
            </a:extLst>
          </p:cNvPr>
          <p:cNvGrpSpPr/>
          <p:nvPr/>
        </p:nvGrpSpPr>
        <p:grpSpPr>
          <a:xfrm>
            <a:off x="7043540" y="3519107"/>
            <a:ext cx="1961640" cy="280080"/>
            <a:chOff x="7043540" y="3519107"/>
            <a:chExt cx="1961640" cy="280080"/>
          </a:xfrm>
        </p:grpSpPr>
        <mc:AlternateContent xmlns:mc="http://schemas.openxmlformats.org/markup-compatibility/2006">
          <mc:Choice xmlns:p14="http://schemas.microsoft.com/office/powerpoint/2010/main" Requires="p14">
            <p:contentPart p14:bwMode="auto" r:id="rId425">
              <p14:nvContentPartPr>
                <p14:cNvPr id="283" name="Ink 282">
                  <a:extLst>
                    <a:ext uri="{FF2B5EF4-FFF2-40B4-BE49-F238E27FC236}">
                      <a16:creationId xmlns:a16="http://schemas.microsoft.com/office/drawing/2014/main" id="{8596FAA1-402E-A153-C8F1-8EF20E5E2682}"/>
                    </a:ext>
                  </a:extLst>
                </p14:cNvPr>
                <p14:cNvContentPartPr/>
                <p14:nvPr/>
              </p14:nvContentPartPr>
              <p14:xfrm>
                <a:off x="7043540" y="3563387"/>
                <a:ext cx="85680" cy="213120"/>
              </p14:xfrm>
            </p:contentPart>
          </mc:Choice>
          <mc:Fallback>
            <p:pic>
              <p:nvPicPr>
                <p:cNvPr id="283" name="Ink 282">
                  <a:extLst>
                    <a:ext uri="{FF2B5EF4-FFF2-40B4-BE49-F238E27FC236}">
                      <a16:creationId xmlns:a16="http://schemas.microsoft.com/office/drawing/2014/main" id="{8596FAA1-402E-A153-C8F1-8EF20E5E2682}"/>
                    </a:ext>
                  </a:extLst>
                </p:cNvPr>
                <p:cNvPicPr/>
                <p:nvPr/>
              </p:nvPicPr>
              <p:blipFill>
                <a:blip r:embed="rId426"/>
                <a:stretch>
                  <a:fillRect/>
                </a:stretch>
              </p:blipFill>
              <p:spPr>
                <a:xfrm>
                  <a:off x="7034900" y="3554747"/>
                  <a:ext cx="103320" cy="230760"/>
                </a:xfrm>
                <a:prstGeom prst="rect">
                  <a:avLst/>
                </a:prstGeom>
              </p:spPr>
            </p:pic>
          </mc:Fallback>
        </mc:AlternateContent>
        <mc:AlternateContent xmlns:mc="http://schemas.openxmlformats.org/markup-compatibility/2006">
          <mc:Choice xmlns:p14="http://schemas.microsoft.com/office/powerpoint/2010/main" Requires="p14">
            <p:contentPart p14:bwMode="auto" r:id="rId427">
              <p14:nvContentPartPr>
                <p14:cNvPr id="284" name="Ink 283">
                  <a:extLst>
                    <a:ext uri="{FF2B5EF4-FFF2-40B4-BE49-F238E27FC236}">
                      <a16:creationId xmlns:a16="http://schemas.microsoft.com/office/drawing/2014/main" id="{AA870AA7-9099-0524-ECC2-4D2E0A08C295}"/>
                    </a:ext>
                  </a:extLst>
                </p14:cNvPr>
                <p14:cNvContentPartPr/>
                <p14:nvPr/>
              </p14:nvContentPartPr>
              <p14:xfrm>
                <a:off x="7188260" y="3580667"/>
                <a:ext cx="98280" cy="147600"/>
              </p14:xfrm>
            </p:contentPart>
          </mc:Choice>
          <mc:Fallback>
            <p:pic>
              <p:nvPicPr>
                <p:cNvPr id="284" name="Ink 283">
                  <a:extLst>
                    <a:ext uri="{FF2B5EF4-FFF2-40B4-BE49-F238E27FC236}">
                      <a16:creationId xmlns:a16="http://schemas.microsoft.com/office/drawing/2014/main" id="{AA870AA7-9099-0524-ECC2-4D2E0A08C295}"/>
                    </a:ext>
                  </a:extLst>
                </p:cNvPr>
                <p:cNvPicPr/>
                <p:nvPr/>
              </p:nvPicPr>
              <p:blipFill>
                <a:blip r:embed="rId428"/>
                <a:stretch>
                  <a:fillRect/>
                </a:stretch>
              </p:blipFill>
              <p:spPr>
                <a:xfrm>
                  <a:off x="7179620" y="3571667"/>
                  <a:ext cx="115920" cy="165240"/>
                </a:xfrm>
                <a:prstGeom prst="rect">
                  <a:avLst/>
                </a:prstGeom>
              </p:spPr>
            </p:pic>
          </mc:Fallback>
        </mc:AlternateContent>
        <mc:AlternateContent xmlns:mc="http://schemas.openxmlformats.org/markup-compatibility/2006">
          <mc:Choice xmlns:p14="http://schemas.microsoft.com/office/powerpoint/2010/main" Requires="p14">
            <p:contentPart p14:bwMode="auto" r:id="rId429">
              <p14:nvContentPartPr>
                <p14:cNvPr id="285" name="Ink 284">
                  <a:extLst>
                    <a:ext uri="{FF2B5EF4-FFF2-40B4-BE49-F238E27FC236}">
                      <a16:creationId xmlns:a16="http://schemas.microsoft.com/office/drawing/2014/main" id="{08C33F92-B19B-59FD-DB77-B93AA1B0E38D}"/>
                    </a:ext>
                  </a:extLst>
                </p14:cNvPr>
                <p14:cNvContentPartPr/>
                <p14:nvPr/>
              </p14:nvContentPartPr>
              <p14:xfrm>
                <a:off x="7362140" y="3607667"/>
                <a:ext cx="69840" cy="83520"/>
              </p14:xfrm>
            </p:contentPart>
          </mc:Choice>
          <mc:Fallback>
            <p:pic>
              <p:nvPicPr>
                <p:cNvPr id="285" name="Ink 284">
                  <a:extLst>
                    <a:ext uri="{FF2B5EF4-FFF2-40B4-BE49-F238E27FC236}">
                      <a16:creationId xmlns:a16="http://schemas.microsoft.com/office/drawing/2014/main" id="{08C33F92-B19B-59FD-DB77-B93AA1B0E38D}"/>
                    </a:ext>
                  </a:extLst>
                </p:cNvPr>
                <p:cNvPicPr/>
                <p:nvPr/>
              </p:nvPicPr>
              <p:blipFill>
                <a:blip r:embed="rId430"/>
                <a:stretch>
                  <a:fillRect/>
                </a:stretch>
              </p:blipFill>
              <p:spPr>
                <a:xfrm>
                  <a:off x="7353500" y="3598667"/>
                  <a:ext cx="87480" cy="101160"/>
                </a:xfrm>
                <a:prstGeom prst="rect">
                  <a:avLst/>
                </a:prstGeom>
              </p:spPr>
            </p:pic>
          </mc:Fallback>
        </mc:AlternateContent>
        <mc:AlternateContent xmlns:mc="http://schemas.openxmlformats.org/markup-compatibility/2006">
          <mc:Choice xmlns:p14="http://schemas.microsoft.com/office/powerpoint/2010/main" Requires="p14">
            <p:contentPart p14:bwMode="auto" r:id="rId431">
              <p14:nvContentPartPr>
                <p14:cNvPr id="286" name="Ink 285">
                  <a:extLst>
                    <a:ext uri="{FF2B5EF4-FFF2-40B4-BE49-F238E27FC236}">
                      <a16:creationId xmlns:a16="http://schemas.microsoft.com/office/drawing/2014/main" id="{DECB6DBB-F617-A7EF-03E0-5C6E240D5615}"/>
                    </a:ext>
                  </a:extLst>
                </p14:cNvPr>
                <p14:cNvContentPartPr/>
                <p14:nvPr/>
              </p14:nvContentPartPr>
              <p14:xfrm>
                <a:off x="7486340" y="3665987"/>
                <a:ext cx="19440" cy="83160"/>
              </p14:xfrm>
            </p:contentPart>
          </mc:Choice>
          <mc:Fallback>
            <p:pic>
              <p:nvPicPr>
                <p:cNvPr id="286" name="Ink 285">
                  <a:extLst>
                    <a:ext uri="{FF2B5EF4-FFF2-40B4-BE49-F238E27FC236}">
                      <a16:creationId xmlns:a16="http://schemas.microsoft.com/office/drawing/2014/main" id="{DECB6DBB-F617-A7EF-03E0-5C6E240D5615}"/>
                    </a:ext>
                  </a:extLst>
                </p:cNvPr>
                <p:cNvPicPr/>
                <p:nvPr/>
              </p:nvPicPr>
              <p:blipFill>
                <a:blip r:embed="rId432"/>
                <a:stretch>
                  <a:fillRect/>
                </a:stretch>
              </p:blipFill>
              <p:spPr>
                <a:xfrm>
                  <a:off x="7477340" y="3656987"/>
                  <a:ext cx="37080" cy="100800"/>
                </a:xfrm>
                <a:prstGeom prst="rect">
                  <a:avLst/>
                </a:prstGeom>
              </p:spPr>
            </p:pic>
          </mc:Fallback>
        </mc:AlternateContent>
        <mc:AlternateContent xmlns:mc="http://schemas.openxmlformats.org/markup-compatibility/2006">
          <mc:Choice xmlns:p14="http://schemas.microsoft.com/office/powerpoint/2010/main" Requires="p14">
            <p:contentPart p14:bwMode="auto" r:id="rId433">
              <p14:nvContentPartPr>
                <p14:cNvPr id="287" name="Ink 286">
                  <a:extLst>
                    <a:ext uri="{FF2B5EF4-FFF2-40B4-BE49-F238E27FC236}">
                      <a16:creationId xmlns:a16="http://schemas.microsoft.com/office/drawing/2014/main" id="{A5905C75-9D4B-3B08-7B3D-505CE0612B1A}"/>
                    </a:ext>
                  </a:extLst>
                </p14:cNvPr>
                <p14:cNvContentPartPr/>
                <p14:nvPr/>
              </p14:nvContentPartPr>
              <p14:xfrm>
                <a:off x="7606580" y="3601907"/>
                <a:ext cx="104760" cy="121680"/>
              </p14:xfrm>
            </p:contentPart>
          </mc:Choice>
          <mc:Fallback>
            <p:pic>
              <p:nvPicPr>
                <p:cNvPr id="287" name="Ink 286">
                  <a:extLst>
                    <a:ext uri="{FF2B5EF4-FFF2-40B4-BE49-F238E27FC236}">
                      <a16:creationId xmlns:a16="http://schemas.microsoft.com/office/drawing/2014/main" id="{A5905C75-9D4B-3B08-7B3D-505CE0612B1A}"/>
                    </a:ext>
                  </a:extLst>
                </p:cNvPr>
                <p:cNvPicPr/>
                <p:nvPr/>
              </p:nvPicPr>
              <p:blipFill>
                <a:blip r:embed="rId434"/>
                <a:stretch>
                  <a:fillRect/>
                </a:stretch>
              </p:blipFill>
              <p:spPr>
                <a:xfrm>
                  <a:off x="7597580" y="3592907"/>
                  <a:ext cx="122400" cy="139320"/>
                </a:xfrm>
                <a:prstGeom prst="rect">
                  <a:avLst/>
                </a:prstGeom>
              </p:spPr>
            </p:pic>
          </mc:Fallback>
        </mc:AlternateContent>
        <mc:AlternateContent xmlns:mc="http://schemas.openxmlformats.org/markup-compatibility/2006">
          <mc:Choice xmlns:p14="http://schemas.microsoft.com/office/powerpoint/2010/main" Requires="p14">
            <p:contentPart p14:bwMode="auto" r:id="rId435">
              <p14:nvContentPartPr>
                <p14:cNvPr id="288" name="Ink 287">
                  <a:extLst>
                    <a:ext uri="{FF2B5EF4-FFF2-40B4-BE49-F238E27FC236}">
                      <a16:creationId xmlns:a16="http://schemas.microsoft.com/office/drawing/2014/main" id="{6A6B720B-F64A-F3E4-13CB-2AEEDB4E211E}"/>
                    </a:ext>
                  </a:extLst>
                </p14:cNvPr>
                <p14:cNvContentPartPr/>
                <p14:nvPr/>
              </p14:nvContentPartPr>
              <p14:xfrm>
                <a:off x="7784780" y="3595067"/>
                <a:ext cx="25920" cy="110520"/>
              </p14:xfrm>
            </p:contentPart>
          </mc:Choice>
          <mc:Fallback>
            <p:pic>
              <p:nvPicPr>
                <p:cNvPr id="288" name="Ink 287">
                  <a:extLst>
                    <a:ext uri="{FF2B5EF4-FFF2-40B4-BE49-F238E27FC236}">
                      <a16:creationId xmlns:a16="http://schemas.microsoft.com/office/drawing/2014/main" id="{6A6B720B-F64A-F3E4-13CB-2AEEDB4E211E}"/>
                    </a:ext>
                  </a:extLst>
                </p:cNvPr>
                <p:cNvPicPr/>
                <p:nvPr/>
              </p:nvPicPr>
              <p:blipFill>
                <a:blip r:embed="rId436"/>
                <a:stretch>
                  <a:fillRect/>
                </a:stretch>
              </p:blipFill>
              <p:spPr>
                <a:xfrm>
                  <a:off x="7775780" y="3586067"/>
                  <a:ext cx="43560" cy="128160"/>
                </a:xfrm>
                <a:prstGeom prst="rect">
                  <a:avLst/>
                </a:prstGeom>
              </p:spPr>
            </p:pic>
          </mc:Fallback>
        </mc:AlternateContent>
        <mc:AlternateContent xmlns:mc="http://schemas.openxmlformats.org/markup-compatibility/2006">
          <mc:Choice xmlns:p14="http://schemas.microsoft.com/office/powerpoint/2010/main" Requires="p14">
            <p:contentPart p14:bwMode="auto" r:id="rId437">
              <p14:nvContentPartPr>
                <p14:cNvPr id="289" name="Ink 288">
                  <a:extLst>
                    <a:ext uri="{FF2B5EF4-FFF2-40B4-BE49-F238E27FC236}">
                      <a16:creationId xmlns:a16="http://schemas.microsoft.com/office/drawing/2014/main" id="{44F76CD7-27B0-92B7-D54D-3567F3F9E727}"/>
                    </a:ext>
                  </a:extLst>
                </p14:cNvPr>
                <p14:cNvContentPartPr/>
                <p14:nvPr/>
              </p14:nvContentPartPr>
              <p14:xfrm>
                <a:off x="7793420" y="3582467"/>
                <a:ext cx="64080" cy="28800"/>
              </p14:xfrm>
            </p:contentPart>
          </mc:Choice>
          <mc:Fallback>
            <p:pic>
              <p:nvPicPr>
                <p:cNvPr id="289" name="Ink 288">
                  <a:extLst>
                    <a:ext uri="{FF2B5EF4-FFF2-40B4-BE49-F238E27FC236}">
                      <a16:creationId xmlns:a16="http://schemas.microsoft.com/office/drawing/2014/main" id="{44F76CD7-27B0-92B7-D54D-3567F3F9E727}"/>
                    </a:ext>
                  </a:extLst>
                </p:cNvPr>
                <p:cNvPicPr/>
                <p:nvPr/>
              </p:nvPicPr>
              <p:blipFill>
                <a:blip r:embed="rId438"/>
                <a:stretch>
                  <a:fillRect/>
                </a:stretch>
              </p:blipFill>
              <p:spPr>
                <a:xfrm>
                  <a:off x="7784780" y="3573467"/>
                  <a:ext cx="81720" cy="46440"/>
                </a:xfrm>
                <a:prstGeom prst="rect">
                  <a:avLst/>
                </a:prstGeom>
              </p:spPr>
            </p:pic>
          </mc:Fallback>
        </mc:AlternateContent>
        <mc:AlternateContent xmlns:mc="http://schemas.openxmlformats.org/markup-compatibility/2006">
          <mc:Choice xmlns:p14="http://schemas.microsoft.com/office/powerpoint/2010/main" Requires="p14">
            <p:contentPart p14:bwMode="auto" r:id="rId439">
              <p14:nvContentPartPr>
                <p14:cNvPr id="290" name="Ink 289">
                  <a:extLst>
                    <a:ext uri="{FF2B5EF4-FFF2-40B4-BE49-F238E27FC236}">
                      <a16:creationId xmlns:a16="http://schemas.microsoft.com/office/drawing/2014/main" id="{ACE22C33-EF94-DC36-4270-30225A1A62DB}"/>
                    </a:ext>
                  </a:extLst>
                </p14:cNvPr>
                <p14:cNvContentPartPr/>
                <p14:nvPr/>
              </p14:nvContentPartPr>
              <p14:xfrm>
                <a:off x="7915820" y="3682907"/>
                <a:ext cx="16200" cy="73080"/>
              </p14:xfrm>
            </p:contentPart>
          </mc:Choice>
          <mc:Fallback>
            <p:pic>
              <p:nvPicPr>
                <p:cNvPr id="290" name="Ink 289">
                  <a:extLst>
                    <a:ext uri="{FF2B5EF4-FFF2-40B4-BE49-F238E27FC236}">
                      <a16:creationId xmlns:a16="http://schemas.microsoft.com/office/drawing/2014/main" id="{ACE22C33-EF94-DC36-4270-30225A1A62DB}"/>
                    </a:ext>
                  </a:extLst>
                </p:cNvPr>
                <p:cNvPicPr/>
                <p:nvPr/>
              </p:nvPicPr>
              <p:blipFill>
                <a:blip r:embed="rId440"/>
                <a:stretch>
                  <a:fillRect/>
                </a:stretch>
              </p:blipFill>
              <p:spPr>
                <a:xfrm>
                  <a:off x="7906820" y="3673907"/>
                  <a:ext cx="33840" cy="90720"/>
                </a:xfrm>
                <a:prstGeom prst="rect">
                  <a:avLst/>
                </a:prstGeom>
              </p:spPr>
            </p:pic>
          </mc:Fallback>
        </mc:AlternateContent>
        <mc:AlternateContent xmlns:mc="http://schemas.openxmlformats.org/markup-compatibility/2006">
          <mc:Choice xmlns:p14="http://schemas.microsoft.com/office/powerpoint/2010/main" Requires="p14">
            <p:contentPart p14:bwMode="auto" r:id="rId441">
              <p14:nvContentPartPr>
                <p14:cNvPr id="291" name="Ink 290">
                  <a:extLst>
                    <a:ext uri="{FF2B5EF4-FFF2-40B4-BE49-F238E27FC236}">
                      <a16:creationId xmlns:a16="http://schemas.microsoft.com/office/drawing/2014/main" id="{DC8323D2-35F2-6D56-8276-4E4230518118}"/>
                    </a:ext>
                  </a:extLst>
                </p14:cNvPr>
                <p14:cNvContentPartPr/>
                <p14:nvPr/>
              </p14:nvContentPartPr>
              <p14:xfrm>
                <a:off x="8050460" y="3585707"/>
                <a:ext cx="60120" cy="140760"/>
              </p14:xfrm>
            </p:contentPart>
          </mc:Choice>
          <mc:Fallback>
            <p:pic>
              <p:nvPicPr>
                <p:cNvPr id="291" name="Ink 290">
                  <a:extLst>
                    <a:ext uri="{FF2B5EF4-FFF2-40B4-BE49-F238E27FC236}">
                      <a16:creationId xmlns:a16="http://schemas.microsoft.com/office/drawing/2014/main" id="{DC8323D2-35F2-6D56-8276-4E4230518118}"/>
                    </a:ext>
                  </a:extLst>
                </p:cNvPr>
                <p:cNvPicPr/>
                <p:nvPr/>
              </p:nvPicPr>
              <p:blipFill>
                <a:blip r:embed="rId442"/>
                <a:stretch>
                  <a:fillRect/>
                </a:stretch>
              </p:blipFill>
              <p:spPr>
                <a:xfrm>
                  <a:off x="8041820" y="3576707"/>
                  <a:ext cx="77760" cy="158400"/>
                </a:xfrm>
                <a:prstGeom prst="rect">
                  <a:avLst/>
                </a:prstGeom>
              </p:spPr>
            </p:pic>
          </mc:Fallback>
        </mc:AlternateContent>
        <mc:AlternateContent xmlns:mc="http://schemas.openxmlformats.org/markup-compatibility/2006">
          <mc:Choice xmlns:p14="http://schemas.microsoft.com/office/powerpoint/2010/main" Requires="p14">
            <p:contentPart p14:bwMode="auto" r:id="rId443">
              <p14:nvContentPartPr>
                <p14:cNvPr id="292" name="Ink 291">
                  <a:extLst>
                    <a:ext uri="{FF2B5EF4-FFF2-40B4-BE49-F238E27FC236}">
                      <a16:creationId xmlns:a16="http://schemas.microsoft.com/office/drawing/2014/main" id="{654A3B3A-0115-0FA8-4443-1F3EF383834F}"/>
                    </a:ext>
                  </a:extLst>
                </p14:cNvPr>
                <p14:cNvContentPartPr/>
                <p14:nvPr/>
              </p14:nvContentPartPr>
              <p14:xfrm>
                <a:off x="8094020" y="3597587"/>
                <a:ext cx="204480" cy="122400"/>
              </p14:xfrm>
            </p:contentPart>
          </mc:Choice>
          <mc:Fallback>
            <p:pic>
              <p:nvPicPr>
                <p:cNvPr id="292" name="Ink 291">
                  <a:extLst>
                    <a:ext uri="{FF2B5EF4-FFF2-40B4-BE49-F238E27FC236}">
                      <a16:creationId xmlns:a16="http://schemas.microsoft.com/office/drawing/2014/main" id="{654A3B3A-0115-0FA8-4443-1F3EF383834F}"/>
                    </a:ext>
                  </a:extLst>
                </p:cNvPr>
                <p:cNvPicPr/>
                <p:nvPr/>
              </p:nvPicPr>
              <p:blipFill>
                <a:blip r:embed="rId444"/>
                <a:stretch>
                  <a:fillRect/>
                </a:stretch>
              </p:blipFill>
              <p:spPr>
                <a:xfrm>
                  <a:off x="8085020" y="3588587"/>
                  <a:ext cx="222120" cy="140040"/>
                </a:xfrm>
                <a:prstGeom prst="rect">
                  <a:avLst/>
                </a:prstGeom>
              </p:spPr>
            </p:pic>
          </mc:Fallback>
        </mc:AlternateContent>
        <mc:AlternateContent xmlns:mc="http://schemas.openxmlformats.org/markup-compatibility/2006">
          <mc:Choice xmlns:p14="http://schemas.microsoft.com/office/powerpoint/2010/main" Requires="p14">
            <p:contentPart p14:bwMode="auto" r:id="rId445">
              <p14:nvContentPartPr>
                <p14:cNvPr id="293" name="Ink 292">
                  <a:extLst>
                    <a:ext uri="{FF2B5EF4-FFF2-40B4-BE49-F238E27FC236}">
                      <a16:creationId xmlns:a16="http://schemas.microsoft.com/office/drawing/2014/main" id="{5200FB90-ED11-FD71-7542-A52CBF795BB7}"/>
                    </a:ext>
                  </a:extLst>
                </p14:cNvPr>
                <p14:cNvContentPartPr/>
                <p14:nvPr/>
              </p14:nvContentPartPr>
              <p14:xfrm>
                <a:off x="8383100" y="3708107"/>
                <a:ext cx="15840" cy="74880"/>
              </p14:xfrm>
            </p:contentPart>
          </mc:Choice>
          <mc:Fallback>
            <p:pic>
              <p:nvPicPr>
                <p:cNvPr id="293" name="Ink 292">
                  <a:extLst>
                    <a:ext uri="{FF2B5EF4-FFF2-40B4-BE49-F238E27FC236}">
                      <a16:creationId xmlns:a16="http://schemas.microsoft.com/office/drawing/2014/main" id="{5200FB90-ED11-FD71-7542-A52CBF795BB7}"/>
                    </a:ext>
                  </a:extLst>
                </p:cNvPr>
                <p:cNvPicPr/>
                <p:nvPr/>
              </p:nvPicPr>
              <p:blipFill>
                <a:blip r:embed="rId446"/>
                <a:stretch>
                  <a:fillRect/>
                </a:stretch>
              </p:blipFill>
              <p:spPr>
                <a:xfrm>
                  <a:off x="8374460" y="3699467"/>
                  <a:ext cx="33480" cy="92520"/>
                </a:xfrm>
                <a:prstGeom prst="rect">
                  <a:avLst/>
                </a:prstGeom>
              </p:spPr>
            </p:pic>
          </mc:Fallback>
        </mc:AlternateContent>
        <mc:AlternateContent xmlns:mc="http://schemas.openxmlformats.org/markup-compatibility/2006">
          <mc:Choice xmlns:p14="http://schemas.microsoft.com/office/powerpoint/2010/main" Requires="p14">
            <p:contentPart p14:bwMode="auto" r:id="rId447">
              <p14:nvContentPartPr>
                <p14:cNvPr id="294" name="Ink 293">
                  <a:extLst>
                    <a:ext uri="{FF2B5EF4-FFF2-40B4-BE49-F238E27FC236}">
                      <a16:creationId xmlns:a16="http://schemas.microsoft.com/office/drawing/2014/main" id="{0F5ADD9E-B30A-6D3C-1ECD-55AA699055ED}"/>
                    </a:ext>
                  </a:extLst>
                </p14:cNvPr>
                <p14:cNvContentPartPr/>
                <p14:nvPr/>
              </p14:nvContentPartPr>
              <p14:xfrm>
                <a:off x="8452580" y="3602987"/>
                <a:ext cx="86040" cy="115200"/>
              </p14:xfrm>
            </p:contentPart>
          </mc:Choice>
          <mc:Fallback>
            <p:pic>
              <p:nvPicPr>
                <p:cNvPr id="294" name="Ink 293">
                  <a:extLst>
                    <a:ext uri="{FF2B5EF4-FFF2-40B4-BE49-F238E27FC236}">
                      <a16:creationId xmlns:a16="http://schemas.microsoft.com/office/drawing/2014/main" id="{0F5ADD9E-B30A-6D3C-1ECD-55AA699055ED}"/>
                    </a:ext>
                  </a:extLst>
                </p:cNvPr>
                <p:cNvPicPr/>
                <p:nvPr/>
              </p:nvPicPr>
              <p:blipFill>
                <a:blip r:embed="rId448"/>
                <a:stretch>
                  <a:fillRect/>
                </a:stretch>
              </p:blipFill>
              <p:spPr>
                <a:xfrm>
                  <a:off x="8443580" y="3594347"/>
                  <a:ext cx="103680" cy="132840"/>
                </a:xfrm>
                <a:prstGeom prst="rect">
                  <a:avLst/>
                </a:prstGeom>
              </p:spPr>
            </p:pic>
          </mc:Fallback>
        </mc:AlternateContent>
        <mc:AlternateContent xmlns:mc="http://schemas.openxmlformats.org/markup-compatibility/2006">
          <mc:Choice xmlns:p14="http://schemas.microsoft.com/office/powerpoint/2010/main" Requires="p14">
            <p:contentPart p14:bwMode="auto" r:id="rId449">
              <p14:nvContentPartPr>
                <p14:cNvPr id="295" name="Ink 294">
                  <a:extLst>
                    <a:ext uri="{FF2B5EF4-FFF2-40B4-BE49-F238E27FC236}">
                      <a16:creationId xmlns:a16="http://schemas.microsoft.com/office/drawing/2014/main" id="{9795F49B-6118-C73C-ECA1-53FCE93C8938}"/>
                    </a:ext>
                  </a:extLst>
                </p14:cNvPr>
                <p14:cNvContentPartPr/>
                <p14:nvPr/>
              </p14:nvContentPartPr>
              <p14:xfrm>
                <a:off x="8578220" y="3637187"/>
                <a:ext cx="111960" cy="91800"/>
              </p14:xfrm>
            </p:contentPart>
          </mc:Choice>
          <mc:Fallback>
            <p:pic>
              <p:nvPicPr>
                <p:cNvPr id="295" name="Ink 294">
                  <a:extLst>
                    <a:ext uri="{FF2B5EF4-FFF2-40B4-BE49-F238E27FC236}">
                      <a16:creationId xmlns:a16="http://schemas.microsoft.com/office/drawing/2014/main" id="{9795F49B-6118-C73C-ECA1-53FCE93C8938}"/>
                    </a:ext>
                  </a:extLst>
                </p:cNvPr>
                <p:cNvPicPr/>
                <p:nvPr/>
              </p:nvPicPr>
              <p:blipFill>
                <a:blip r:embed="rId450"/>
                <a:stretch>
                  <a:fillRect/>
                </a:stretch>
              </p:blipFill>
              <p:spPr>
                <a:xfrm>
                  <a:off x="8569220" y="3628547"/>
                  <a:ext cx="129600" cy="109440"/>
                </a:xfrm>
                <a:prstGeom prst="rect">
                  <a:avLst/>
                </a:prstGeom>
              </p:spPr>
            </p:pic>
          </mc:Fallback>
        </mc:AlternateContent>
        <mc:AlternateContent xmlns:mc="http://schemas.openxmlformats.org/markup-compatibility/2006">
          <mc:Choice xmlns:p14="http://schemas.microsoft.com/office/powerpoint/2010/main" Requires="p14">
            <p:contentPart p14:bwMode="auto" r:id="rId451">
              <p14:nvContentPartPr>
                <p14:cNvPr id="296" name="Ink 295">
                  <a:extLst>
                    <a:ext uri="{FF2B5EF4-FFF2-40B4-BE49-F238E27FC236}">
                      <a16:creationId xmlns:a16="http://schemas.microsoft.com/office/drawing/2014/main" id="{D60EA126-EAB0-4A19-B642-BC256E187008}"/>
                    </a:ext>
                  </a:extLst>
                </p14:cNvPr>
                <p14:cNvContentPartPr/>
                <p14:nvPr/>
              </p14:nvContentPartPr>
              <p14:xfrm>
                <a:off x="8766140" y="3551507"/>
                <a:ext cx="90720" cy="228960"/>
              </p14:xfrm>
            </p:contentPart>
          </mc:Choice>
          <mc:Fallback>
            <p:pic>
              <p:nvPicPr>
                <p:cNvPr id="296" name="Ink 295">
                  <a:extLst>
                    <a:ext uri="{FF2B5EF4-FFF2-40B4-BE49-F238E27FC236}">
                      <a16:creationId xmlns:a16="http://schemas.microsoft.com/office/drawing/2014/main" id="{D60EA126-EAB0-4A19-B642-BC256E187008}"/>
                    </a:ext>
                  </a:extLst>
                </p:cNvPr>
                <p:cNvPicPr/>
                <p:nvPr/>
              </p:nvPicPr>
              <p:blipFill>
                <a:blip r:embed="rId452"/>
                <a:stretch>
                  <a:fillRect/>
                </a:stretch>
              </p:blipFill>
              <p:spPr>
                <a:xfrm>
                  <a:off x="8757500" y="3542867"/>
                  <a:ext cx="108360" cy="246600"/>
                </a:xfrm>
                <a:prstGeom prst="rect">
                  <a:avLst/>
                </a:prstGeom>
              </p:spPr>
            </p:pic>
          </mc:Fallback>
        </mc:AlternateContent>
        <mc:AlternateContent xmlns:mc="http://schemas.openxmlformats.org/markup-compatibility/2006">
          <mc:Choice xmlns:p14="http://schemas.microsoft.com/office/powerpoint/2010/main" Requires="p14">
            <p:contentPart p14:bwMode="auto" r:id="rId453">
              <p14:nvContentPartPr>
                <p14:cNvPr id="297" name="Ink 296">
                  <a:extLst>
                    <a:ext uri="{FF2B5EF4-FFF2-40B4-BE49-F238E27FC236}">
                      <a16:creationId xmlns:a16="http://schemas.microsoft.com/office/drawing/2014/main" id="{BD45137A-4B85-3B79-D04B-30CE4A6925BF}"/>
                    </a:ext>
                  </a:extLst>
                </p14:cNvPr>
                <p14:cNvContentPartPr/>
                <p14:nvPr/>
              </p14:nvContentPartPr>
              <p14:xfrm>
                <a:off x="8919860" y="3519107"/>
                <a:ext cx="85320" cy="280080"/>
              </p14:xfrm>
            </p:contentPart>
          </mc:Choice>
          <mc:Fallback>
            <p:pic>
              <p:nvPicPr>
                <p:cNvPr id="297" name="Ink 296">
                  <a:extLst>
                    <a:ext uri="{FF2B5EF4-FFF2-40B4-BE49-F238E27FC236}">
                      <a16:creationId xmlns:a16="http://schemas.microsoft.com/office/drawing/2014/main" id="{BD45137A-4B85-3B79-D04B-30CE4A6925BF}"/>
                    </a:ext>
                  </a:extLst>
                </p:cNvPr>
                <p:cNvPicPr/>
                <p:nvPr/>
              </p:nvPicPr>
              <p:blipFill>
                <a:blip r:embed="rId454"/>
                <a:stretch>
                  <a:fillRect/>
                </a:stretch>
              </p:blipFill>
              <p:spPr>
                <a:xfrm>
                  <a:off x="8910860" y="3510467"/>
                  <a:ext cx="102960" cy="297720"/>
                </a:xfrm>
                <a:prstGeom prst="rect">
                  <a:avLst/>
                </a:prstGeom>
              </p:spPr>
            </p:pic>
          </mc:Fallback>
        </mc:AlternateContent>
      </p:grpSp>
      <p:grpSp>
        <p:nvGrpSpPr>
          <p:cNvPr id="304" name="Group 303">
            <a:extLst>
              <a:ext uri="{FF2B5EF4-FFF2-40B4-BE49-F238E27FC236}">
                <a16:creationId xmlns:a16="http://schemas.microsoft.com/office/drawing/2014/main" id="{802460D4-11F1-7D62-C703-4AC829E98C9C}"/>
              </a:ext>
            </a:extLst>
          </p:cNvPr>
          <p:cNvGrpSpPr/>
          <p:nvPr/>
        </p:nvGrpSpPr>
        <p:grpSpPr>
          <a:xfrm>
            <a:off x="6326060" y="3939587"/>
            <a:ext cx="1494360" cy="424080"/>
            <a:chOff x="6326060" y="3939587"/>
            <a:chExt cx="1494360" cy="424080"/>
          </a:xfrm>
        </p:grpSpPr>
        <mc:AlternateContent xmlns:mc="http://schemas.openxmlformats.org/markup-compatibility/2006">
          <mc:Choice xmlns:p14="http://schemas.microsoft.com/office/powerpoint/2010/main" Requires="p14">
            <p:contentPart p14:bwMode="auto" r:id="rId455">
              <p14:nvContentPartPr>
                <p14:cNvPr id="299" name="Ink 298">
                  <a:extLst>
                    <a:ext uri="{FF2B5EF4-FFF2-40B4-BE49-F238E27FC236}">
                      <a16:creationId xmlns:a16="http://schemas.microsoft.com/office/drawing/2014/main" id="{0CA3EC5C-2E15-7FE2-858E-1AAF4E11F11D}"/>
                    </a:ext>
                  </a:extLst>
                </p14:cNvPr>
                <p14:cNvContentPartPr/>
                <p14:nvPr/>
              </p14:nvContentPartPr>
              <p14:xfrm>
                <a:off x="6620540" y="4024907"/>
                <a:ext cx="26280" cy="177480"/>
              </p14:xfrm>
            </p:contentPart>
          </mc:Choice>
          <mc:Fallback>
            <p:pic>
              <p:nvPicPr>
                <p:cNvPr id="299" name="Ink 298">
                  <a:extLst>
                    <a:ext uri="{FF2B5EF4-FFF2-40B4-BE49-F238E27FC236}">
                      <a16:creationId xmlns:a16="http://schemas.microsoft.com/office/drawing/2014/main" id="{0CA3EC5C-2E15-7FE2-858E-1AAF4E11F11D}"/>
                    </a:ext>
                  </a:extLst>
                </p:cNvPr>
                <p:cNvPicPr/>
                <p:nvPr/>
              </p:nvPicPr>
              <p:blipFill>
                <a:blip r:embed="rId456"/>
                <a:stretch>
                  <a:fillRect/>
                </a:stretch>
              </p:blipFill>
              <p:spPr>
                <a:xfrm>
                  <a:off x="6611540" y="4015907"/>
                  <a:ext cx="43920" cy="195120"/>
                </a:xfrm>
                <a:prstGeom prst="rect">
                  <a:avLst/>
                </a:prstGeom>
              </p:spPr>
            </p:pic>
          </mc:Fallback>
        </mc:AlternateContent>
        <mc:AlternateContent xmlns:mc="http://schemas.openxmlformats.org/markup-compatibility/2006">
          <mc:Choice xmlns:p14="http://schemas.microsoft.com/office/powerpoint/2010/main" Requires="p14">
            <p:contentPart p14:bwMode="auto" r:id="rId457">
              <p14:nvContentPartPr>
                <p14:cNvPr id="300" name="Ink 299">
                  <a:extLst>
                    <a:ext uri="{FF2B5EF4-FFF2-40B4-BE49-F238E27FC236}">
                      <a16:creationId xmlns:a16="http://schemas.microsoft.com/office/drawing/2014/main" id="{A80E06A4-33A0-F998-DB69-31BB47DA874F}"/>
                    </a:ext>
                  </a:extLst>
                </p14:cNvPr>
                <p14:cNvContentPartPr/>
                <p14:nvPr/>
              </p14:nvContentPartPr>
              <p14:xfrm>
                <a:off x="6709460" y="4035707"/>
                <a:ext cx="113040" cy="146880"/>
              </p14:xfrm>
            </p:contentPart>
          </mc:Choice>
          <mc:Fallback>
            <p:pic>
              <p:nvPicPr>
                <p:cNvPr id="300" name="Ink 299">
                  <a:extLst>
                    <a:ext uri="{FF2B5EF4-FFF2-40B4-BE49-F238E27FC236}">
                      <a16:creationId xmlns:a16="http://schemas.microsoft.com/office/drawing/2014/main" id="{A80E06A4-33A0-F998-DB69-31BB47DA874F}"/>
                    </a:ext>
                  </a:extLst>
                </p:cNvPr>
                <p:cNvPicPr/>
                <p:nvPr/>
              </p:nvPicPr>
              <p:blipFill>
                <a:blip r:embed="rId458"/>
                <a:stretch>
                  <a:fillRect/>
                </a:stretch>
              </p:blipFill>
              <p:spPr>
                <a:xfrm>
                  <a:off x="6700460" y="4026707"/>
                  <a:ext cx="130680" cy="164520"/>
                </a:xfrm>
                <a:prstGeom prst="rect">
                  <a:avLst/>
                </a:prstGeom>
              </p:spPr>
            </p:pic>
          </mc:Fallback>
        </mc:AlternateContent>
        <mc:AlternateContent xmlns:mc="http://schemas.openxmlformats.org/markup-compatibility/2006">
          <mc:Choice xmlns:p14="http://schemas.microsoft.com/office/powerpoint/2010/main" Requires="p14">
            <p:contentPart p14:bwMode="auto" r:id="rId459">
              <p14:nvContentPartPr>
                <p14:cNvPr id="301" name="Ink 300">
                  <a:extLst>
                    <a:ext uri="{FF2B5EF4-FFF2-40B4-BE49-F238E27FC236}">
                      <a16:creationId xmlns:a16="http://schemas.microsoft.com/office/drawing/2014/main" id="{A7D02FFA-6C29-4F8D-DCE9-4C8144708285}"/>
                    </a:ext>
                  </a:extLst>
                </p14:cNvPr>
                <p14:cNvContentPartPr/>
                <p14:nvPr/>
              </p14:nvContentPartPr>
              <p14:xfrm>
                <a:off x="6925820" y="4045427"/>
                <a:ext cx="155880" cy="138600"/>
              </p14:xfrm>
            </p:contentPart>
          </mc:Choice>
          <mc:Fallback>
            <p:pic>
              <p:nvPicPr>
                <p:cNvPr id="301" name="Ink 300">
                  <a:extLst>
                    <a:ext uri="{FF2B5EF4-FFF2-40B4-BE49-F238E27FC236}">
                      <a16:creationId xmlns:a16="http://schemas.microsoft.com/office/drawing/2014/main" id="{A7D02FFA-6C29-4F8D-DCE9-4C8144708285}"/>
                    </a:ext>
                  </a:extLst>
                </p:cNvPr>
                <p:cNvPicPr/>
                <p:nvPr/>
              </p:nvPicPr>
              <p:blipFill>
                <a:blip r:embed="rId460"/>
                <a:stretch>
                  <a:fillRect/>
                </a:stretch>
              </p:blipFill>
              <p:spPr>
                <a:xfrm>
                  <a:off x="6916820" y="4036427"/>
                  <a:ext cx="173520" cy="156240"/>
                </a:xfrm>
                <a:prstGeom prst="rect">
                  <a:avLst/>
                </a:prstGeom>
              </p:spPr>
            </p:pic>
          </mc:Fallback>
        </mc:AlternateContent>
        <mc:AlternateContent xmlns:mc="http://schemas.openxmlformats.org/markup-compatibility/2006">
          <mc:Choice xmlns:p14="http://schemas.microsoft.com/office/powerpoint/2010/main" Requires="p14">
            <p:contentPart p14:bwMode="auto" r:id="rId461">
              <p14:nvContentPartPr>
                <p14:cNvPr id="302" name="Ink 301">
                  <a:extLst>
                    <a:ext uri="{FF2B5EF4-FFF2-40B4-BE49-F238E27FC236}">
                      <a16:creationId xmlns:a16="http://schemas.microsoft.com/office/drawing/2014/main" id="{64E00B2E-810D-4FD7-0A50-160EB297025D}"/>
                    </a:ext>
                  </a:extLst>
                </p14:cNvPr>
                <p14:cNvContentPartPr/>
                <p14:nvPr/>
              </p14:nvContentPartPr>
              <p14:xfrm>
                <a:off x="6326060" y="3939587"/>
                <a:ext cx="1010160" cy="424080"/>
              </p14:xfrm>
            </p:contentPart>
          </mc:Choice>
          <mc:Fallback>
            <p:pic>
              <p:nvPicPr>
                <p:cNvPr id="302" name="Ink 301">
                  <a:extLst>
                    <a:ext uri="{FF2B5EF4-FFF2-40B4-BE49-F238E27FC236}">
                      <a16:creationId xmlns:a16="http://schemas.microsoft.com/office/drawing/2014/main" id="{64E00B2E-810D-4FD7-0A50-160EB297025D}"/>
                    </a:ext>
                  </a:extLst>
                </p:cNvPr>
                <p:cNvPicPr/>
                <p:nvPr/>
              </p:nvPicPr>
              <p:blipFill>
                <a:blip r:embed="rId462"/>
                <a:stretch>
                  <a:fillRect/>
                </a:stretch>
              </p:blipFill>
              <p:spPr>
                <a:xfrm>
                  <a:off x="6317420" y="3930947"/>
                  <a:ext cx="1027800" cy="441720"/>
                </a:xfrm>
                <a:prstGeom prst="rect">
                  <a:avLst/>
                </a:prstGeom>
              </p:spPr>
            </p:pic>
          </mc:Fallback>
        </mc:AlternateContent>
        <mc:AlternateContent xmlns:mc="http://schemas.openxmlformats.org/markup-compatibility/2006">
          <mc:Choice xmlns:p14="http://schemas.microsoft.com/office/powerpoint/2010/main" Requires="p14">
            <p:contentPart p14:bwMode="auto" r:id="rId463">
              <p14:nvContentPartPr>
                <p14:cNvPr id="303" name="Ink 302">
                  <a:extLst>
                    <a:ext uri="{FF2B5EF4-FFF2-40B4-BE49-F238E27FC236}">
                      <a16:creationId xmlns:a16="http://schemas.microsoft.com/office/drawing/2014/main" id="{DF6E168F-5BFD-ACA8-886A-0DEF5AB27CA7}"/>
                    </a:ext>
                  </a:extLst>
                </p14:cNvPr>
                <p14:cNvContentPartPr/>
                <p14:nvPr/>
              </p14:nvContentPartPr>
              <p14:xfrm>
                <a:off x="7302380" y="4039307"/>
                <a:ext cx="518040" cy="217800"/>
              </p14:xfrm>
            </p:contentPart>
          </mc:Choice>
          <mc:Fallback>
            <p:pic>
              <p:nvPicPr>
                <p:cNvPr id="303" name="Ink 302">
                  <a:extLst>
                    <a:ext uri="{FF2B5EF4-FFF2-40B4-BE49-F238E27FC236}">
                      <a16:creationId xmlns:a16="http://schemas.microsoft.com/office/drawing/2014/main" id="{DF6E168F-5BFD-ACA8-886A-0DEF5AB27CA7}"/>
                    </a:ext>
                  </a:extLst>
                </p:cNvPr>
                <p:cNvPicPr/>
                <p:nvPr/>
              </p:nvPicPr>
              <p:blipFill>
                <a:blip r:embed="rId464"/>
                <a:stretch>
                  <a:fillRect/>
                </a:stretch>
              </p:blipFill>
              <p:spPr>
                <a:xfrm>
                  <a:off x="7293740" y="4030307"/>
                  <a:ext cx="535680" cy="235440"/>
                </a:xfrm>
                <a:prstGeom prst="rect">
                  <a:avLst/>
                </a:prstGeom>
              </p:spPr>
            </p:pic>
          </mc:Fallback>
        </mc:AlternateContent>
      </p:grpSp>
      <p:grpSp>
        <p:nvGrpSpPr>
          <p:cNvPr id="312" name="Group 311">
            <a:extLst>
              <a:ext uri="{FF2B5EF4-FFF2-40B4-BE49-F238E27FC236}">
                <a16:creationId xmlns:a16="http://schemas.microsoft.com/office/drawing/2014/main" id="{321FFDE0-1C45-3ED8-9B2A-5326AB7FBEBF}"/>
              </a:ext>
            </a:extLst>
          </p:cNvPr>
          <p:cNvGrpSpPr/>
          <p:nvPr/>
        </p:nvGrpSpPr>
        <p:grpSpPr>
          <a:xfrm>
            <a:off x="6522980" y="4503707"/>
            <a:ext cx="1101240" cy="254520"/>
            <a:chOff x="6522980" y="4503707"/>
            <a:chExt cx="1101240" cy="254520"/>
          </a:xfrm>
        </p:grpSpPr>
        <mc:AlternateContent xmlns:mc="http://schemas.openxmlformats.org/markup-compatibility/2006">
          <mc:Choice xmlns:p14="http://schemas.microsoft.com/office/powerpoint/2010/main" Requires="p14">
            <p:contentPart p14:bwMode="auto" r:id="rId465">
              <p14:nvContentPartPr>
                <p14:cNvPr id="305" name="Ink 304">
                  <a:extLst>
                    <a:ext uri="{FF2B5EF4-FFF2-40B4-BE49-F238E27FC236}">
                      <a16:creationId xmlns:a16="http://schemas.microsoft.com/office/drawing/2014/main" id="{D6B931AA-9A59-9164-8279-3FD0D83534C6}"/>
                    </a:ext>
                  </a:extLst>
                </p14:cNvPr>
                <p14:cNvContentPartPr/>
                <p14:nvPr/>
              </p14:nvContentPartPr>
              <p14:xfrm>
                <a:off x="6522980" y="4519907"/>
                <a:ext cx="15480" cy="180360"/>
              </p14:xfrm>
            </p:contentPart>
          </mc:Choice>
          <mc:Fallback>
            <p:pic>
              <p:nvPicPr>
                <p:cNvPr id="305" name="Ink 304">
                  <a:extLst>
                    <a:ext uri="{FF2B5EF4-FFF2-40B4-BE49-F238E27FC236}">
                      <a16:creationId xmlns:a16="http://schemas.microsoft.com/office/drawing/2014/main" id="{D6B931AA-9A59-9164-8279-3FD0D83534C6}"/>
                    </a:ext>
                  </a:extLst>
                </p:cNvPr>
                <p:cNvPicPr/>
                <p:nvPr/>
              </p:nvPicPr>
              <p:blipFill>
                <a:blip r:embed="rId466"/>
                <a:stretch>
                  <a:fillRect/>
                </a:stretch>
              </p:blipFill>
              <p:spPr>
                <a:xfrm>
                  <a:off x="6514340" y="4511267"/>
                  <a:ext cx="33120" cy="198000"/>
                </a:xfrm>
                <a:prstGeom prst="rect">
                  <a:avLst/>
                </a:prstGeom>
              </p:spPr>
            </p:pic>
          </mc:Fallback>
        </mc:AlternateContent>
        <mc:AlternateContent xmlns:mc="http://schemas.openxmlformats.org/markup-compatibility/2006">
          <mc:Choice xmlns:p14="http://schemas.microsoft.com/office/powerpoint/2010/main" Requires="p14">
            <p:contentPart p14:bwMode="auto" r:id="rId467">
              <p14:nvContentPartPr>
                <p14:cNvPr id="306" name="Ink 305">
                  <a:extLst>
                    <a:ext uri="{FF2B5EF4-FFF2-40B4-BE49-F238E27FC236}">
                      <a16:creationId xmlns:a16="http://schemas.microsoft.com/office/drawing/2014/main" id="{F3FFCAC3-1826-B703-854A-47BC9B35F45E}"/>
                    </a:ext>
                  </a:extLst>
                </p14:cNvPr>
                <p14:cNvContentPartPr/>
                <p14:nvPr/>
              </p14:nvContentPartPr>
              <p14:xfrm>
                <a:off x="6663380" y="4514867"/>
                <a:ext cx="93240" cy="243360"/>
              </p14:xfrm>
            </p:contentPart>
          </mc:Choice>
          <mc:Fallback>
            <p:pic>
              <p:nvPicPr>
                <p:cNvPr id="306" name="Ink 305">
                  <a:extLst>
                    <a:ext uri="{FF2B5EF4-FFF2-40B4-BE49-F238E27FC236}">
                      <a16:creationId xmlns:a16="http://schemas.microsoft.com/office/drawing/2014/main" id="{F3FFCAC3-1826-B703-854A-47BC9B35F45E}"/>
                    </a:ext>
                  </a:extLst>
                </p:cNvPr>
                <p:cNvPicPr/>
                <p:nvPr/>
              </p:nvPicPr>
              <p:blipFill>
                <a:blip r:embed="rId468"/>
                <a:stretch>
                  <a:fillRect/>
                </a:stretch>
              </p:blipFill>
              <p:spPr>
                <a:xfrm>
                  <a:off x="6654380" y="4505867"/>
                  <a:ext cx="110880" cy="261000"/>
                </a:xfrm>
                <a:prstGeom prst="rect">
                  <a:avLst/>
                </a:prstGeom>
              </p:spPr>
            </p:pic>
          </mc:Fallback>
        </mc:AlternateContent>
        <mc:AlternateContent xmlns:mc="http://schemas.openxmlformats.org/markup-compatibility/2006">
          <mc:Choice xmlns:p14="http://schemas.microsoft.com/office/powerpoint/2010/main" Requires="p14">
            <p:contentPart p14:bwMode="auto" r:id="rId469">
              <p14:nvContentPartPr>
                <p14:cNvPr id="307" name="Ink 306">
                  <a:extLst>
                    <a:ext uri="{FF2B5EF4-FFF2-40B4-BE49-F238E27FC236}">
                      <a16:creationId xmlns:a16="http://schemas.microsoft.com/office/drawing/2014/main" id="{2F0B8705-A64D-737A-943F-725D3D711A11}"/>
                    </a:ext>
                  </a:extLst>
                </p14:cNvPr>
                <p14:cNvContentPartPr/>
                <p14:nvPr/>
              </p14:nvContentPartPr>
              <p14:xfrm>
                <a:off x="6870740" y="4546187"/>
                <a:ext cx="93960" cy="167400"/>
              </p14:xfrm>
            </p:contentPart>
          </mc:Choice>
          <mc:Fallback>
            <p:pic>
              <p:nvPicPr>
                <p:cNvPr id="307" name="Ink 306">
                  <a:extLst>
                    <a:ext uri="{FF2B5EF4-FFF2-40B4-BE49-F238E27FC236}">
                      <a16:creationId xmlns:a16="http://schemas.microsoft.com/office/drawing/2014/main" id="{2F0B8705-A64D-737A-943F-725D3D711A11}"/>
                    </a:ext>
                  </a:extLst>
                </p:cNvPr>
                <p:cNvPicPr/>
                <p:nvPr/>
              </p:nvPicPr>
              <p:blipFill>
                <a:blip r:embed="rId470"/>
                <a:stretch>
                  <a:fillRect/>
                </a:stretch>
              </p:blipFill>
              <p:spPr>
                <a:xfrm>
                  <a:off x="6862100" y="4537187"/>
                  <a:ext cx="111600" cy="185040"/>
                </a:xfrm>
                <a:prstGeom prst="rect">
                  <a:avLst/>
                </a:prstGeom>
              </p:spPr>
            </p:pic>
          </mc:Fallback>
        </mc:AlternateContent>
        <mc:AlternateContent xmlns:mc="http://schemas.openxmlformats.org/markup-compatibility/2006">
          <mc:Choice xmlns:p14="http://schemas.microsoft.com/office/powerpoint/2010/main" Requires="p14">
            <p:contentPart p14:bwMode="auto" r:id="rId471">
              <p14:nvContentPartPr>
                <p14:cNvPr id="308" name="Ink 307">
                  <a:extLst>
                    <a:ext uri="{FF2B5EF4-FFF2-40B4-BE49-F238E27FC236}">
                      <a16:creationId xmlns:a16="http://schemas.microsoft.com/office/drawing/2014/main" id="{4FB5BCDC-5C49-C648-6BC9-F21D5D81D3B9}"/>
                    </a:ext>
                  </a:extLst>
                </p14:cNvPr>
                <p14:cNvContentPartPr/>
                <p14:nvPr/>
              </p14:nvContentPartPr>
              <p14:xfrm>
                <a:off x="6976220" y="4503707"/>
                <a:ext cx="62280" cy="9000"/>
              </p14:xfrm>
            </p:contentPart>
          </mc:Choice>
          <mc:Fallback>
            <p:pic>
              <p:nvPicPr>
                <p:cNvPr id="308" name="Ink 307">
                  <a:extLst>
                    <a:ext uri="{FF2B5EF4-FFF2-40B4-BE49-F238E27FC236}">
                      <a16:creationId xmlns:a16="http://schemas.microsoft.com/office/drawing/2014/main" id="{4FB5BCDC-5C49-C648-6BC9-F21D5D81D3B9}"/>
                    </a:ext>
                  </a:extLst>
                </p:cNvPr>
                <p:cNvPicPr/>
                <p:nvPr/>
              </p:nvPicPr>
              <p:blipFill>
                <a:blip r:embed="rId472"/>
                <a:stretch>
                  <a:fillRect/>
                </a:stretch>
              </p:blipFill>
              <p:spPr>
                <a:xfrm>
                  <a:off x="6967580" y="4495067"/>
                  <a:ext cx="79920" cy="26640"/>
                </a:xfrm>
                <a:prstGeom prst="rect">
                  <a:avLst/>
                </a:prstGeom>
              </p:spPr>
            </p:pic>
          </mc:Fallback>
        </mc:AlternateContent>
        <mc:AlternateContent xmlns:mc="http://schemas.openxmlformats.org/markup-compatibility/2006">
          <mc:Choice xmlns:p14="http://schemas.microsoft.com/office/powerpoint/2010/main" Requires="p14">
            <p:contentPart p14:bwMode="auto" r:id="rId473">
              <p14:nvContentPartPr>
                <p14:cNvPr id="309" name="Ink 308">
                  <a:extLst>
                    <a:ext uri="{FF2B5EF4-FFF2-40B4-BE49-F238E27FC236}">
                      <a16:creationId xmlns:a16="http://schemas.microsoft.com/office/drawing/2014/main" id="{D7D881B6-99BE-4E86-2C24-536C14DC440F}"/>
                    </a:ext>
                  </a:extLst>
                </p14:cNvPr>
                <p14:cNvContentPartPr/>
                <p14:nvPr/>
              </p14:nvContentPartPr>
              <p14:xfrm>
                <a:off x="7084580" y="4648067"/>
                <a:ext cx="44640" cy="22320"/>
              </p14:xfrm>
            </p:contentPart>
          </mc:Choice>
          <mc:Fallback>
            <p:pic>
              <p:nvPicPr>
                <p:cNvPr id="309" name="Ink 308">
                  <a:extLst>
                    <a:ext uri="{FF2B5EF4-FFF2-40B4-BE49-F238E27FC236}">
                      <a16:creationId xmlns:a16="http://schemas.microsoft.com/office/drawing/2014/main" id="{D7D881B6-99BE-4E86-2C24-536C14DC440F}"/>
                    </a:ext>
                  </a:extLst>
                </p:cNvPr>
                <p:cNvPicPr/>
                <p:nvPr/>
              </p:nvPicPr>
              <p:blipFill>
                <a:blip r:embed="rId474"/>
                <a:stretch>
                  <a:fillRect/>
                </a:stretch>
              </p:blipFill>
              <p:spPr>
                <a:xfrm>
                  <a:off x="7075940" y="4639067"/>
                  <a:ext cx="62280" cy="39960"/>
                </a:xfrm>
                <a:prstGeom prst="rect">
                  <a:avLst/>
                </a:prstGeom>
              </p:spPr>
            </p:pic>
          </mc:Fallback>
        </mc:AlternateContent>
        <mc:AlternateContent xmlns:mc="http://schemas.openxmlformats.org/markup-compatibility/2006">
          <mc:Choice xmlns:p14="http://schemas.microsoft.com/office/powerpoint/2010/main" Requires="p14">
            <p:contentPart p14:bwMode="auto" r:id="rId475">
              <p14:nvContentPartPr>
                <p14:cNvPr id="310" name="Ink 309">
                  <a:extLst>
                    <a:ext uri="{FF2B5EF4-FFF2-40B4-BE49-F238E27FC236}">
                      <a16:creationId xmlns:a16="http://schemas.microsoft.com/office/drawing/2014/main" id="{6057F173-4C1C-E1AA-0C85-CCBCF2E4BC02}"/>
                    </a:ext>
                  </a:extLst>
                </p14:cNvPr>
                <p14:cNvContentPartPr/>
                <p14:nvPr/>
              </p14:nvContentPartPr>
              <p14:xfrm>
                <a:off x="7267100" y="4582907"/>
                <a:ext cx="135360" cy="120960"/>
              </p14:xfrm>
            </p:contentPart>
          </mc:Choice>
          <mc:Fallback>
            <p:pic>
              <p:nvPicPr>
                <p:cNvPr id="310" name="Ink 309">
                  <a:extLst>
                    <a:ext uri="{FF2B5EF4-FFF2-40B4-BE49-F238E27FC236}">
                      <a16:creationId xmlns:a16="http://schemas.microsoft.com/office/drawing/2014/main" id="{6057F173-4C1C-E1AA-0C85-CCBCF2E4BC02}"/>
                    </a:ext>
                  </a:extLst>
                </p:cNvPr>
                <p:cNvPicPr/>
                <p:nvPr/>
              </p:nvPicPr>
              <p:blipFill>
                <a:blip r:embed="rId476"/>
                <a:stretch>
                  <a:fillRect/>
                </a:stretch>
              </p:blipFill>
              <p:spPr>
                <a:xfrm>
                  <a:off x="7258100" y="4574267"/>
                  <a:ext cx="153000" cy="138600"/>
                </a:xfrm>
                <a:prstGeom prst="rect">
                  <a:avLst/>
                </a:prstGeom>
              </p:spPr>
            </p:pic>
          </mc:Fallback>
        </mc:AlternateContent>
        <mc:AlternateContent xmlns:mc="http://schemas.openxmlformats.org/markup-compatibility/2006">
          <mc:Choice xmlns:p14="http://schemas.microsoft.com/office/powerpoint/2010/main" Requires="p14">
            <p:contentPart p14:bwMode="auto" r:id="rId477">
              <p14:nvContentPartPr>
                <p14:cNvPr id="311" name="Ink 310">
                  <a:extLst>
                    <a:ext uri="{FF2B5EF4-FFF2-40B4-BE49-F238E27FC236}">
                      <a16:creationId xmlns:a16="http://schemas.microsoft.com/office/drawing/2014/main" id="{451C4784-A945-11BA-C6E3-BCC571D9A72C}"/>
                    </a:ext>
                  </a:extLst>
                </p14:cNvPr>
                <p14:cNvContentPartPr/>
                <p14:nvPr/>
              </p14:nvContentPartPr>
              <p14:xfrm>
                <a:off x="7505420" y="4571387"/>
                <a:ext cx="118800" cy="141120"/>
              </p14:xfrm>
            </p:contentPart>
          </mc:Choice>
          <mc:Fallback>
            <p:pic>
              <p:nvPicPr>
                <p:cNvPr id="311" name="Ink 310">
                  <a:extLst>
                    <a:ext uri="{FF2B5EF4-FFF2-40B4-BE49-F238E27FC236}">
                      <a16:creationId xmlns:a16="http://schemas.microsoft.com/office/drawing/2014/main" id="{451C4784-A945-11BA-C6E3-BCC571D9A72C}"/>
                    </a:ext>
                  </a:extLst>
                </p:cNvPr>
                <p:cNvPicPr/>
                <p:nvPr/>
              </p:nvPicPr>
              <p:blipFill>
                <a:blip r:embed="rId478"/>
                <a:stretch>
                  <a:fillRect/>
                </a:stretch>
              </p:blipFill>
              <p:spPr>
                <a:xfrm>
                  <a:off x="7496780" y="4562747"/>
                  <a:ext cx="136440" cy="158760"/>
                </a:xfrm>
                <a:prstGeom prst="rect">
                  <a:avLst/>
                </a:prstGeom>
              </p:spPr>
            </p:pic>
          </mc:Fallback>
        </mc:AlternateContent>
      </p:grpSp>
    </p:spTree>
    <p:extLst>
      <p:ext uri="{BB962C8B-B14F-4D97-AF65-F5344CB8AC3E}">
        <p14:creationId xmlns:p14="http://schemas.microsoft.com/office/powerpoint/2010/main" val="136735956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35942810-6591-948C-6380-A2DBA5DEE0FD}"/>
              </a:ext>
            </a:extLst>
          </p:cNvPr>
          <p:cNvSpPr>
            <a:spLocks noGrp="1"/>
          </p:cNvSpPr>
          <p:nvPr>
            <p:ph type="ftr" sz="quarter" idx="11"/>
          </p:nvPr>
        </p:nvSpPr>
        <p:spPr/>
        <p:txBody>
          <a:bodyPr/>
          <a:lstStyle/>
          <a:p>
            <a:r>
              <a:rPr lang="en-US"/>
              <a:t>www.anubhavtrainings.com</a:t>
            </a:r>
            <a:endParaRPr lang="en-US" dirty="0"/>
          </a:p>
        </p:txBody>
      </p:sp>
      <p:sp>
        <p:nvSpPr>
          <p:cNvPr id="3" name="Slide Number Placeholder 2">
            <a:extLst>
              <a:ext uri="{FF2B5EF4-FFF2-40B4-BE49-F238E27FC236}">
                <a16:creationId xmlns:a16="http://schemas.microsoft.com/office/drawing/2014/main" id="{8E306CDE-70A8-47C8-83E0-A0596D5577C9}"/>
              </a:ext>
            </a:extLst>
          </p:cNvPr>
          <p:cNvSpPr>
            <a:spLocks noGrp="1"/>
          </p:cNvSpPr>
          <p:nvPr>
            <p:ph type="sldNum" sz="quarter" idx="12"/>
          </p:nvPr>
        </p:nvSpPr>
        <p:spPr/>
        <p:txBody>
          <a:bodyPr/>
          <a:lstStyle/>
          <a:p>
            <a:fld id="{B6F15528-21DE-4FAA-801E-634DDDAF4B2B}" type="slidenum">
              <a:rPr lang="en-US" smtClean="0"/>
              <a:pPr/>
              <a:t>5</a:t>
            </a:fld>
            <a:endParaRPr lang="en-US"/>
          </a:p>
        </p:txBody>
      </p:sp>
      <p:sp>
        <p:nvSpPr>
          <p:cNvPr id="4" name="Title 3">
            <a:extLst>
              <a:ext uri="{FF2B5EF4-FFF2-40B4-BE49-F238E27FC236}">
                <a16:creationId xmlns:a16="http://schemas.microsoft.com/office/drawing/2014/main" id="{D819D3ED-3DB5-FA97-AAEF-36B137402459}"/>
              </a:ext>
            </a:extLst>
          </p:cNvPr>
          <p:cNvSpPr>
            <a:spLocks noGrp="1"/>
          </p:cNvSpPr>
          <p:nvPr>
            <p:ph type="title"/>
          </p:nvPr>
        </p:nvSpPr>
        <p:spPr/>
        <p:txBody>
          <a:bodyPr/>
          <a:lstStyle/>
          <a:p>
            <a:r>
              <a:rPr lang="en-IN" dirty="0"/>
              <a:t>Add a new Cart Screen to view cart</a:t>
            </a:r>
          </a:p>
        </p:txBody>
      </p:sp>
      <p:pic>
        <p:nvPicPr>
          <p:cNvPr id="6" name="Picture 5">
            <a:extLst>
              <a:ext uri="{FF2B5EF4-FFF2-40B4-BE49-F238E27FC236}">
                <a16:creationId xmlns:a16="http://schemas.microsoft.com/office/drawing/2014/main" id="{7A723AB3-CDBF-E694-DE53-0018C23CAEED}"/>
              </a:ext>
            </a:extLst>
          </p:cNvPr>
          <p:cNvPicPr>
            <a:picLocks noChangeAspect="1"/>
          </p:cNvPicPr>
          <p:nvPr/>
        </p:nvPicPr>
        <p:blipFill>
          <a:blip r:embed="rId2"/>
          <a:stretch>
            <a:fillRect/>
          </a:stretch>
        </p:blipFill>
        <p:spPr>
          <a:xfrm>
            <a:off x="228600" y="819150"/>
            <a:ext cx="5603690" cy="2897196"/>
          </a:xfrm>
          <a:prstGeom prst="rect">
            <a:avLst/>
          </a:prstGeom>
        </p:spPr>
      </p:pic>
      <p:pic>
        <p:nvPicPr>
          <p:cNvPr id="8" name="Picture 7">
            <a:extLst>
              <a:ext uri="{FF2B5EF4-FFF2-40B4-BE49-F238E27FC236}">
                <a16:creationId xmlns:a16="http://schemas.microsoft.com/office/drawing/2014/main" id="{CB97B48A-7CF0-31CD-DD19-29104AEADBE4}"/>
              </a:ext>
            </a:extLst>
          </p:cNvPr>
          <p:cNvPicPr>
            <a:picLocks noChangeAspect="1"/>
          </p:cNvPicPr>
          <p:nvPr/>
        </p:nvPicPr>
        <p:blipFill>
          <a:blip r:embed="rId3"/>
          <a:stretch>
            <a:fillRect/>
          </a:stretch>
        </p:blipFill>
        <p:spPr>
          <a:xfrm>
            <a:off x="3921452" y="3105150"/>
            <a:ext cx="4797315" cy="1543798"/>
          </a:xfrm>
          <a:prstGeom prst="rect">
            <a:avLst/>
          </a:prstGeom>
        </p:spPr>
      </p:pic>
    </p:spTree>
    <p:extLst>
      <p:ext uri="{BB962C8B-B14F-4D97-AF65-F5344CB8AC3E}">
        <p14:creationId xmlns:p14="http://schemas.microsoft.com/office/powerpoint/2010/main" val="21275776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449A91-9CCE-D194-2F1E-488EA18BAFD3}"/>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FBCFD143-0DF2-50BD-4070-A161621645E5}"/>
              </a:ext>
            </a:extLst>
          </p:cNvPr>
          <p:cNvSpPr>
            <a:spLocks noGrp="1"/>
          </p:cNvSpPr>
          <p:nvPr>
            <p:ph type="ftr" sz="quarter" idx="11"/>
          </p:nvPr>
        </p:nvSpPr>
        <p:spPr/>
        <p:txBody>
          <a:bodyPr/>
          <a:lstStyle/>
          <a:p>
            <a:r>
              <a:rPr lang="en-US" dirty="0"/>
              <a:t>www.anubhavtrainings.com</a:t>
            </a:r>
          </a:p>
        </p:txBody>
      </p:sp>
      <p:sp>
        <p:nvSpPr>
          <p:cNvPr id="4" name="Slide Number Placeholder 3">
            <a:extLst>
              <a:ext uri="{FF2B5EF4-FFF2-40B4-BE49-F238E27FC236}">
                <a16:creationId xmlns:a16="http://schemas.microsoft.com/office/drawing/2014/main" id="{140BDB00-DC60-80E6-04F5-6B41F4B87208}"/>
              </a:ext>
            </a:extLst>
          </p:cNvPr>
          <p:cNvSpPr>
            <a:spLocks noGrp="1"/>
          </p:cNvSpPr>
          <p:nvPr>
            <p:ph type="sldNum" sz="quarter" idx="12"/>
          </p:nvPr>
        </p:nvSpPr>
        <p:spPr>
          <a:xfrm>
            <a:off x="152400" y="4781550"/>
            <a:ext cx="457200" cy="273844"/>
          </a:xfrm>
        </p:spPr>
        <p:txBody>
          <a:bodyPr/>
          <a:lstStyle/>
          <a:p>
            <a:fld id="{B6F15528-21DE-4FAA-801E-634DDDAF4B2B}" type="slidenum">
              <a:rPr lang="en-US" smtClean="0"/>
              <a:pPr/>
              <a:t>6</a:t>
            </a:fld>
            <a:endParaRPr lang="en-US" dirty="0"/>
          </a:p>
        </p:txBody>
      </p:sp>
      <p:sp>
        <p:nvSpPr>
          <p:cNvPr id="5" name="Title 4">
            <a:extLst>
              <a:ext uri="{FF2B5EF4-FFF2-40B4-BE49-F238E27FC236}">
                <a16:creationId xmlns:a16="http://schemas.microsoft.com/office/drawing/2014/main" id="{69B825DE-D275-21D9-5079-6B46978EEF82}"/>
              </a:ext>
            </a:extLst>
          </p:cNvPr>
          <p:cNvSpPr>
            <a:spLocks noGrp="1"/>
          </p:cNvSpPr>
          <p:nvPr>
            <p:ph type="title"/>
          </p:nvPr>
        </p:nvSpPr>
        <p:spPr>
          <a:xfrm>
            <a:off x="76200" y="133350"/>
            <a:ext cx="8229600" cy="533401"/>
          </a:xfrm>
        </p:spPr>
        <p:txBody>
          <a:bodyPr/>
          <a:lstStyle/>
          <a:p>
            <a:r>
              <a:rPr lang="en-IN" sz="2500" dirty="0">
                <a:latin typeface="Cooper Black" panose="0208090404030B020404" pitchFamily="18" charset="0"/>
              </a:rPr>
              <a:t>Scenario</a:t>
            </a:r>
          </a:p>
        </p:txBody>
      </p:sp>
      <p:pic>
        <p:nvPicPr>
          <p:cNvPr id="6" name="Picture 5" descr="A person pointing at a computer&#10;&#10;Description automatically generated">
            <a:extLst>
              <a:ext uri="{FF2B5EF4-FFF2-40B4-BE49-F238E27FC236}">
                <a16:creationId xmlns:a16="http://schemas.microsoft.com/office/drawing/2014/main" id="{6E25B006-F379-0963-9334-A18A5839D0AD}"/>
              </a:ext>
            </a:extLst>
          </p:cNvPr>
          <p:cNvPicPr>
            <a:picLocks noChangeAspect="1"/>
          </p:cNvPicPr>
          <p:nvPr/>
        </p:nvPicPr>
        <p:blipFill>
          <a:blip r:embed="rId2" cstate="print">
            <a:extLst>
              <a:ext uri="{28A0092B-C50C-407E-A947-70E740481C1C}">
                <a14:useLocalDpi xmlns:a14="http://schemas.microsoft.com/office/drawing/2010/main" val="0"/>
              </a:ext>
              <a:ext uri="{837473B0-CC2E-450A-ABE3-18F120FF3D39}">
                <a1611:picAttrSrcUrl xmlns:a1611="http://schemas.microsoft.com/office/drawing/2016/11/main" r:id="rId3"/>
              </a:ext>
            </a:extLst>
          </a:blip>
          <a:stretch>
            <a:fillRect/>
          </a:stretch>
        </p:blipFill>
        <p:spPr>
          <a:xfrm>
            <a:off x="236075" y="971550"/>
            <a:ext cx="2126125" cy="1450219"/>
          </a:xfrm>
          <a:prstGeom prst="rect">
            <a:avLst/>
          </a:prstGeom>
        </p:spPr>
      </p:pic>
      <p:pic>
        <p:nvPicPr>
          <p:cNvPr id="8" name="Picture 7" descr="A person wearing a headset and looking at a computer&#10;&#10;Description automatically generated">
            <a:extLst>
              <a:ext uri="{FF2B5EF4-FFF2-40B4-BE49-F238E27FC236}">
                <a16:creationId xmlns:a16="http://schemas.microsoft.com/office/drawing/2014/main" id="{CB379A3E-C337-0EF8-8937-7E680FAEC84F}"/>
              </a:ext>
            </a:extLst>
          </p:cNvPr>
          <p:cNvPicPr>
            <a:picLocks noChangeAspect="1"/>
          </p:cNvPicPr>
          <p:nvPr/>
        </p:nvPicPr>
        <p:blipFill>
          <a:blip r:embed="rId4" cstate="print">
            <a:extLst>
              <a:ext uri="{28A0092B-C50C-407E-A947-70E740481C1C}">
                <a14:useLocalDpi xmlns:a14="http://schemas.microsoft.com/office/drawing/2010/main" val="0"/>
              </a:ext>
              <a:ext uri="{837473B0-CC2E-450A-ABE3-18F120FF3D39}">
                <a1611:picAttrSrcUrl xmlns:a1611="http://schemas.microsoft.com/office/drawing/2016/11/main" r:id="rId5"/>
              </a:ext>
            </a:extLst>
          </a:blip>
          <a:stretch>
            <a:fillRect/>
          </a:stretch>
        </p:blipFill>
        <p:spPr>
          <a:xfrm>
            <a:off x="7507864" y="715798"/>
            <a:ext cx="1309939" cy="1480602"/>
          </a:xfrm>
          <a:prstGeom prst="rect">
            <a:avLst/>
          </a:prstGeom>
        </p:spPr>
      </p:pic>
      <p:sp>
        <p:nvSpPr>
          <p:cNvPr id="9" name="TextBox 8">
            <a:extLst>
              <a:ext uri="{FF2B5EF4-FFF2-40B4-BE49-F238E27FC236}">
                <a16:creationId xmlns:a16="http://schemas.microsoft.com/office/drawing/2014/main" id="{5A0B23B1-780E-AEA9-725D-C38C97CD7437}"/>
              </a:ext>
            </a:extLst>
          </p:cNvPr>
          <p:cNvSpPr txBox="1"/>
          <p:nvPr/>
        </p:nvSpPr>
        <p:spPr>
          <a:xfrm>
            <a:off x="236075" y="2495550"/>
            <a:ext cx="2126125" cy="307777"/>
          </a:xfrm>
          <a:prstGeom prst="rect">
            <a:avLst/>
          </a:prstGeom>
          <a:noFill/>
        </p:spPr>
        <p:txBody>
          <a:bodyPr wrap="square" rtlCol="0">
            <a:spAutoFit/>
          </a:bodyPr>
          <a:lstStyle/>
          <a:p>
            <a:r>
              <a:rPr lang="en-IN" sz="1400" b="1" dirty="0"/>
              <a:t>Sales Representative</a:t>
            </a:r>
          </a:p>
        </p:txBody>
      </p:sp>
      <p:sp>
        <p:nvSpPr>
          <p:cNvPr id="10" name="Rectangle: Rounded Corners 9">
            <a:extLst>
              <a:ext uri="{FF2B5EF4-FFF2-40B4-BE49-F238E27FC236}">
                <a16:creationId xmlns:a16="http://schemas.microsoft.com/office/drawing/2014/main" id="{DC4F5F70-E8AA-D171-1092-2DDD578A9EA1}"/>
              </a:ext>
            </a:extLst>
          </p:cNvPr>
          <p:cNvSpPr/>
          <p:nvPr/>
        </p:nvSpPr>
        <p:spPr>
          <a:xfrm>
            <a:off x="2895600" y="959497"/>
            <a:ext cx="990600" cy="14478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t>Sales Order</a:t>
            </a:r>
          </a:p>
          <a:p>
            <a:pPr algn="ctr"/>
            <a:r>
              <a:rPr lang="en-IN" dirty="0"/>
              <a:t>(Build Apps)</a:t>
            </a:r>
          </a:p>
        </p:txBody>
      </p:sp>
      <p:sp>
        <p:nvSpPr>
          <p:cNvPr id="11" name="Rectangle 10">
            <a:extLst>
              <a:ext uri="{FF2B5EF4-FFF2-40B4-BE49-F238E27FC236}">
                <a16:creationId xmlns:a16="http://schemas.microsoft.com/office/drawing/2014/main" id="{D660C656-96C5-CE72-3EDC-1CC0227806E4}"/>
              </a:ext>
            </a:extLst>
          </p:cNvPr>
          <p:cNvSpPr/>
          <p:nvPr/>
        </p:nvSpPr>
        <p:spPr>
          <a:xfrm>
            <a:off x="2061137" y="3368119"/>
            <a:ext cx="2126125" cy="6858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t>S/4HANA</a:t>
            </a:r>
          </a:p>
        </p:txBody>
      </p:sp>
      <p:sp>
        <p:nvSpPr>
          <p:cNvPr id="12" name="Arrow: Right 11">
            <a:extLst>
              <a:ext uri="{FF2B5EF4-FFF2-40B4-BE49-F238E27FC236}">
                <a16:creationId xmlns:a16="http://schemas.microsoft.com/office/drawing/2014/main" id="{5B757AC3-0308-30BC-D283-5E6B2149DF90}"/>
              </a:ext>
            </a:extLst>
          </p:cNvPr>
          <p:cNvSpPr/>
          <p:nvPr/>
        </p:nvSpPr>
        <p:spPr>
          <a:xfrm>
            <a:off x="2362200" y="1428750"/>
            <a:ext cx="533400" cy="52322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cxnSp>
        <p:nvCxnSpPr>
          <p:cNvPr id="14" name="Connector: Elbow 13">
            <a:extLst>
              <a:ext uri="{FF2B5EF4-FFF2-40B4-BE49-F238E27FC236}">
                <a16:creationId xmlns:a16="http://schemas.microsoft.com/office/drawing/2014/main" id="{91E64308-056C-8A45-3AEB-755540EBA7AE}"/>
              </a:ext>
            </a:extLst>
          </p:cNvPr>
          <p:cNvCxnSpPr>
            <a:stCxn id="10" idx="2"/>
            <a:endCxn id="11" idx="0"/>
          </p:cNvCxnSpPr>
          <p:nvPr/>
        </p:nvCxnSpPr>
        <p:spPr>
          <a:xfrm rot="5400000">
            <a:off x="2777139" y="2754358"/>
            <a:ext cx="960822" cy="266700"/>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sp>
        <p:nvSpPr>
          <p:cNvPr id="15" name="Rectangle 14">
            <a:extLst>
              <a:ext uri="{FF2B5EF4-FFF2-40B4-BE49-F238E27FC236}">
                <a16:creationId xmlns:a16="http://schemas.microsoft.com/office/drawing/2014/main" id="{BA555106-A687-82CC-4F6D-60C560D2878C}"/>
              </a:ext>
            </a:extLst>
          </p:cNvPr>
          <p:cNvSpPr/>
          <p:nvPr/>
        </p:nvSpPr>
        <p:spPr>
          <a:xfrm>
            <a:off x="4876800" y="590550"/>
            <a:ext cx="2478665" cy="38862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p>
          <a:p>
            <a:pPr algn="ctr"/>
            <a:endParaRPr lang="en-IN" dirty="0"/>
          </a:p>
          <a:p>
            <a:pPr algn="ctr"/>
            <a:endParaRPr lang="en-IN" dirty="0"/>
          </a:p>
          <a:p>
            <a:pPr algn="ctr"/>
            <a:endParaRPr lang="en-IN" dirty="0"/>
          </a:p>
          <a:p>
            <a:pPr algn="ctr"/>
            <a:endParaRPr lang="en-IN" dirty="0"/>
          </a:p>
          <a:p>
            <a:pPr algn="ctr"/>
            <a:endParaRPr lang="en-IN" dirty="0"/>
          </a:p>
          <a:p>
            <a:pPr algn="ctr"/>
            <a:endParaRPr lang="en-IN" dirty="0"/>
          </a:p>
          <a:p>
            <a:pPr algn="ctr"/>
            <a:endParaRPr lang="en-IN" dirty="0"/>
          </a:p>
          <a:p>
            <a:pPr algn="ctr"/>
            <a:endParaRPr lang="en-IN" dirty="0"/>
          </a:p>
          <a:p>
            <a:pPr algn="ctr"/>
            <a:endParaRPr lang="en-IN" dirty="0"/>
          </a:p>
          <a:p>
            <a:pPr algn="ctr"/>
            <a:r>
              <a:rPr lang="en-IN" dirty="0"/>
              <a:t>Build Process Automation</a:t>
            </a:r>
          </a:p>
          <a:p>
            <a:pPr algn="ctr"/>
            <a:r>
              <a:rPr lang="en-IN" dirty="0"/>
              <a:t>BTP</a:t>
            </a:r>
          </a:p>
        </p:txBody>
      </p:sp>
      <p:sp>
        <p:nvSpPr>
          <p:cNvPr id="16" name="Rectangle 15">
            <a:extLst>
              <a:ext uri="{FF2B5EF4-FFF2-40B4-BE49-F238E27FC236}">
                <a16:creationId xmlns:a16="http://schemas.microsoft.com/office/drawing/2014/main" id="{B67E1720-8547-A044-6E7F-012864CA47ED}"/>
              </a:ext>
            </a:extLst>
          </p:cNvPr>
          <p:cNvSpPr/>
          <p:nvPr/>
        </p:nvSpPr>
        <p:spPr>
          <a:xfrm>
            <a:off x="5811332" y="1151300"/>
            <a:ext cx="609600" cy="3048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sz="900" dirty="0"/>
              <a:t>approval</a:t>
            </a:r>
          </a:p>
        </p:txBody>
      </p:sp>
      <p:sp>
        <p:nvSpPr>
          <p:cNvPr id="17" name="Oval 16">
            <a:extLst>
              <a:ext uri="{FF2B5EF4-FFF2-40B4-BE49-F238E27FC236}">
                <a16:creationId xmlns:a16="http://schemas.microsoft.com/office/drawing/2014/main" id="{580BC323-2446-FCDE-0A01-2D53BF1587D0}"/>
              </a:ext>
            </a:extLst>
          </p:cNvPr>
          <p:cNvSpPr/>
          <p:nvPr/>
        </p:nvSpPr>
        <p:spPr>
          <a:xfrm>
            <a:off x="5963732" y="710148"/>
            <a:ext cx="304800" cy="247116"/>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8" name="Rectangle 17">
            <a:extLst>
              <a:ext uri="{FF2B5EF4-FFF2-40B4-BE49-F238E27FC236}">
                <a16:creationId xmlns:a16="http://schemas.microsoft.com/office/drawing/2014/main" id="{3D46BD2C-AAF6-0157-E21E-E70F9BA07118}"/>
              </a:ext>
            </a:extLst>
          </p:cNvPr>
          <p:cNvSpPr/>
          <p:nvPr/>
        </p:nvSpPr>
        <p:spPr>
          <a:xfrm>
            <a:off x="5177872" y="1712635"/>
            <a:ext cx="609600" cy="3048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sz="1200" dirty="0"/>
              <a:t>app</a:t>
            </a:r>
          </a:p>
        </p:txBody>
      </p:sp>
      <p:sp>
        <p:nvSpPr>
          <p:cNvPr id="19" name="Rectangle 18">
            <a:extLst>
              <a:ext uri="{FF2B5EF4-FFF2-40B4-BE49-F238E27FC236}">
                <a16:creationId xmlns:a16="http://schemas.microsoft.com/office/drawing/2014/main" id="{501E0D3B-5331-316A-F69D-5422BF9C3919}"/>
              </a:ext>
            </a:extLst>
          </p:cNvPr>
          <p:cNvSpPr/>
          <p:nvPr/>
        </p:nvSpPr>
        <p:spPr>
          <a:xfrm>
            <a:off x="6473272" y="1706883"/>
            <a:ext cx="609600" cy="3048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err="1"/>
              <a:t>rej</a:t>
            </a:r>
            <a:endParaRPr lang="en-IN" dirty="0"/>
          </a:p>
        </p:txBody>
      </p:sp>
      <p:sp>
        <p:nvSpPr>
          <p:cNvPr id="20" name="Oval 19">
            <a:extLst>
              <a:ext uri="{FF2B5EF4-FFF2-40B4-BE49-F238E27FC236}">
                <a16:creationId xmlns:a16="http://schemas.microsoft.com/office/drawing/2014/main" id="{1E1B94AD-D938-4137-CC3B-99DA10F556CF}"/>
              </a:ext>
            </a:extLst>
          </p:cNvPr>
          <p:cNvSpPr/>
          <p:nvPr/>
        </p:nvSpPr>
        <p:spPr>
          <a:xfrm>
            <a:off x="6019800" y="2564607"/>
            <a:ext cx="248732" cy="23574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cxnSp>
        <p:nvCxnSpPr>
          <p:cNvPr id="22" name="Connector: Elbow 21">
            <a:extLst>
              <a:ext uri="{FF2B5EF4-FFF2-40B4-BE49-F238E27FC236}">
                <a16:creationId xmlns:a16="http://schemas.microsoft.com/office/drawing/2014/main" id="{D5996196-E1BE-078D-5F96-3F59DC91C490}"/>
              </a:ext>
            </a:extLst>
          </p:cNvPr>
          <p:cNvCxnSpPr>
            <a:stCxn id="11" idx="3"/>
            <a:endCxn id="15" idx="1"/>
          </p:cNvCxnSpPr>
          <p:nvPr/>
        </p:nvCxnSpPr>
        <p:spPr>
          <a:xfrm flipV="1">
            <a:off x="4187262" y="2533650"/>
            <a:ext cx="689538" cy="1177369"/>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F1EA5F03-E228-AA1C-C8FC-18F680677EAB}"/>
              </a:ext>
            </a:extLst>
          </p:cNvPr>
          <p:cNvCxnSpPr>
            <a:stCxn id="10" idx="3"/>
          </p:cNvCxnSpPr>
          <p:nvPr/>
        </p:nvCxnSpPr>
        <p:spPr>
          <a:xfrm>
            <a:off x="3886200" y="1683397"/>
            <a:ext cx="1020631" cy="2348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6B04F91E-5EE1-3BA7-4F20-44FE53A88135}"/>
              </a:ext>
            </a:extLst>
          </p:cNvPr>
          <p:cNvCxnSpPr>
            <a:cxnSpLocks/>
            <a:stCxn id="17" idx="4"/>
            <a:endCxn id="16" idx="0"/>
          </p:cNvCxnSpPr>
          <p:nvPr/>
        </p:nvCxnSpPr>
        <p:spPr>
          <a:xfrm>
            <a:off x="6116132" y="957264"/>
            <a:ext cx="0" cy="194036"/>
          </a:xfrm>
          <a:prstGeom prst="straightConnector1">
            <a:avLst/>
          </a:prstGeom>
          <a:ln>
            <a:tailEnd type="triangle"/>
          </a:ln>
        </p:spPr>
        <p:style>
          <a:lnRef idx="1">
            <a:schemeClr val="accent6"/>
          </a:lnRef>
          <a:fillRef idx="0">
            <a:schemeClr val="accent6"/>
          </a:fillRef>
          <a:effectRef idx="0">
            <a:schemeClr val="accent6"/>
          </a:effectRef>
          <a:fontRef idx="minor">
            <a:schemeClr val="tx1"/>
          </a:fontRef>
        </p:style>
      </p:cxnSp>
      <p:cxnSp>
        <p:nvCxnSpPr>
          <p:cNvPr id="29" name="Connector: Elbow 28">
            <a:extLst>
              <a:ext uri="{FF2B5EF4-FFF2-40B4-BE49-F238E27FC236}">
                <a16:creationId xmlns:a16="http://schemas.microsoft.com/office/drawing/2014/main" id="{CA563B2D-746A-9D23-D5DC-C1435D02EC5F}"/>
              </a:ext>
            </a:extLst>
          </p:cNvPr>
          <p:cNvCxnSpPr>
            <a:stCxn id="16" idx="2"/>
            <a:endCxn id="18" idx="0"/>
          </p:cNvCxnSpPr>
          <p:nvPr/>
        </p:nvCxnSpPr>
        <p:spPr>
          <a:xfrm rot="5400000">
            <a:off x="5671135" y="1267637"/>
            <a:ext cx="256535" cy="633460"/>
          </a:xfrm>
          <a:prstGeom prst="bentConnector3">
            <a:avLst/>
          </a:prstGeom>
          <a:ln>
            <a:solidFill>
              <a:srgbClr val="92D050"/>
            </a:solidFill>
            <a:tailEnd type="triangle"/>
          </a:ln>
        </p:spPr>
        <p:style>
          <a:lnRef idx="1">
            <a:schemeClr val="accent2"/>
          </a:lnRef>
          <a:fillRef idx="0">
            <a:schemeClr val="accent2"/>
          </a:fillRef>
          <a:effectRef idx="0">
            <a:schemeClr val="accent2"/>
          </a:effectRef>
          <a:fontRef idx="minor">
            <a:schemeClr val="tx1"/>
          </a:fontRef>
        </p:style>
      </p:cxnSp>
      <p:cxnSp>
        <p:nvCxnSpPr>
          <p:cNvPr id="30" name="Connector: Elbow 29">
            <a:extLst>
              <a:ext uri="{FF2B5EF4-FFF2-40B4-BE49-F238E27FC236}">
                <a16:creationId xmlns:a16="http://schemas.microsoft.com/office/drawing/2014/main" id="{0A87D117-BA17-069E-3F18-06FFA0282869}"/>
              </a:ext>
            </a:extLst>
          </p:cNvPr>
          <p:cNvCxnSpPr>
            <a:cxnSpLocks/>
            <a:stCxn id="16" idx="2"/>
            <a:endCxn id="19" idx="0"/>
          </p:cNvCxnSpPr>
          <p:nvPr/>
        </p:nvCxnSpPr>
        <p:spPr>
          <a:xfrm rot="16200000" flipH="1">
            <a:off x="6321711" y="1250521"/>
            <a:ext cx="250783" cy="661940"/>
          </a:xfrm>
          <a:prstGeom prst="bentConnector3">
            <a:avLst>
              <a:gd name="adj1" fmla="val 50000"/>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34" name="Connector: Elbow 33">
            <a:extLst>
              <a:ext uri="{FF2B5EF4-FFF2-40B4-BE49-F238E27FC236}">
                <a16:creationId xmlns:a16="http://schemas.microsoft.com/office/drawing/2014/main" id="{B4980469-6E05-7BC4-7D0D-3A22DF25AE8B}"/>
              </a:ext>
            </a:extLst>
          </p:cNvPr>
          <p:cNvCxnSpPr>
            <a:stCxn id="18" idx="2"/>
            <a:endCxn id="20" idx="0"/>
          </p:cNvCxnSpPr>
          <p:nvPr/>
        </p:nvCxnSpPr>
        <p:spPr>
          <a:xfrm rot="16200000" flipH="1">
            <a:off x="5539833" y="1960274"/>
            <a:ext cx="547172" cy="661494"/>
          </a:xfrm>
          <a:prstGeom prst="bentConnector3">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35" name="Connector: Elbow 34">
            <a:extLst>
              <a:ext uri="{FF2B5EF4-FFF2-40B4-BE49-F238E27FC236}">
                <a16:creationId xmlns:a16="http://schemas.microsoft.com/office/drawing/2014/main" id="{96177CBC-1AF7-4F6D-159F-83A1D15F3CD5}"/>
              </a:ext>
            </a:extLst>
          </p:cNvPr>
          <p:cNvCxnSpPr>
            <a:cxnSpLocks/>
            <a:stCxn id="19" idx="2"/>
            <a:endCxn id="20" idx="0"/>
          </p:cNvCxnSpPr>
          <p:nvPr/>
        </p:nvCxnSpPr>
        <p:spPr>
          <a:xfrm rot="5400000">
            <a:off x="6184657" y="1971192"/>
            <a:ext cx="552924" cy="633906"/>
          </a:xfrm>
          <a:prstGeom prst="bentConnector3">
            <a:avLst/>
          </a:prstGeom>
          <a:ln>
            <a:tailEnd type="triangle"/>
          </a:ln>
        </p:spPr>
        <p:style>
          <a:lnRef idx="1">
            <a:schemeClr val="accent2"/>
          </a:lnRef>
          <a:fillRef idx="0">
            <a:schemeClr val="accent2"/>
          </a:fillRef>
          <a:effectRef idx="0">
            <a:schemeClr val="accent2"/>
          </a:effectRef>
          <a:fontRef idx="minor">
            <a:schemeClr val="tx1"/>
          </a:fontRef>
        </p:style>
      </p:cxnSp>
      <p:sp>
        <p:nvSpPr>
          <p:cNvPr id="38" name="TextBox 37">
            <a:extLst>
              <a:ext uri="{FF2B5EF4-FFF2-40B4-BE49-F238E27FC236}">
                <a16:creationId xmlns:a16="http://schemas.microsoft.com/office/drawing/2014/main" id="{98FB7C25-1FE6-1EB8-C456-F0EB8B3C060F}"/>
              </a:ext>
            </a:extLst>
          </p:cNvPr>
          <p:cNvSpPr txBox="1"/>
          <p:nvPr/>
        </p:nvSpPr>
        <p:spPr>
          <a:xfrm>
            <a:off x="7712159" y="2225873"/>
            <a:ext cx="990600" cy="307777"/>
          </a:xfrm>
          <a:prstGeom prst="rect">
            <a:avLst/>
          </a:prstGeom>
          <a:noFill/>
        </p:spPr>
        <p:txBody>
          <a:bodyPr wrap="square" rtlCol="0">
            <a:spAutoFit/>
          </a:bodyPr>
          <a:lstStyle/>
          <a:p>
            <a:r>
              <a:rPr lang="en-IN" sz="1400" b="1" dirty="0"/>
              <a:t>Manager</a:t>
            </a:r>
          </a:p>
        </p:txBody>
      </p:sp>
      <p:sp>
        <p:nvSpPr>
          <p:cNvPr id="41" name="TextBox 40">
            <a:extLst>
              <a:ext uri="{FF2B5EF4-FFF2-40B4-BE49-F238E27FC236}">
                <a16:creationId xmlns:a16="http://schemas.microsoft.com/office/drawing/2014/main" id="{66E6C033-B265-371B-F138-560681CD348C}"/>
              </a:ext>
            </a:extLst>
          </p:cNvPr>
          <p:cNvSpPr txBox="1"/>
          <p:nvPr/>
        </p:nvSpPr>
        <p:spPr>
          <a:xfrm>
            <a:off x="4038600" y="1456099"/>
            <a:ext cx="782131" cy="276999"/>
          </a:xfrm>
          <a:prstGeom prst="rect">
            <a:avLst/>
          </a:prstGeom>
          <a:noFill/>
        </p:spPr>
        <p:txBody>
          <a:bodyPr wrap="square" rtlCol="0">
            <a:spAutoFit/>
          </a:bodyPr>
          <a:lstStyle/>
          <a:p>
            <a:r>
              <a:rPr lang="en-IN" sz="1200" b="1" dirty="0"/>
              <a:t>&lt;data&gt;</a:t>
            </a:r>
          </a:p>
        </p:txBody>
      </p:sp>
      <p:sp>
        <p:nvSpPr>
          <p:cNvPr id="42" name="TextBox 41">
            <a:extLst>
              <a:ext uri="{FF2B5EF4-FFF2-40B4-BE49-F238E27FC236}">
                <a16:creationId xmlns:a16="http://schemas.microsoft.com/office/drawing/2014/main" id="{303E11A3-A380-7F42-2D6A-966159D8F8B9}"/>
              </a:ext>
            </a:extLst>
          </p:cNvPr>
          <p:cNvSpPr txBox="1"/>
          <p:nvPr/>
        </p:nvSpPr>
        <p:spPr>
          <a:xfrm>
            <a:off x="4114600" y="2349403"/>
            <a:ext cx="782131" cy="276999"/>
          </a:xfrm>
          <a:prstGeom prst="rect">
            <a:avLst/>
          </a:prstGeom>
          <a:noFill/>
        </p:spPr>
        <p:txBody>
          <a:bodyPr wrap="square" rtlCol="0">
            <a:spAutoFit/>
          </a:bodyPr>
          <a:lstStyle/>
          <a:p>
            <a:r>
              <a:rPr lang="en-IN" sz="1200" b="1" dirty="0"/>
              <a:t>&lt;data&gt;</a:t>
            </a:r>
          </a:p>
        </p:txBody>
      </p:sp>
      <p:sp>
        <p:nvSpPr>
          <p:cNvPr id="2" name="Rectangle 1">
            <a:extLst>
              <a:ext uri="{FF2B5EF4-FFF2-40B4-BE49-F238E27FC236}">
                <a16:creationId xmlns:a16="http://schemas.microsoft.com/office/drawing/2014/main" id="{C40F370C-B5D8-27DE-1196-039DDEAEF283}"/>
              </a:ext>
            </a:extLst>
          </p:cNvPr>
          <p:cNvSpPr/>
          <p:nvPr/>
        </p:nvSpPr>
        <p:spPr>
          <a:xfrm>
            <a:off x="7620000" y="2800350"/>
            <a:ext cx="1219200" cy="9906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t>Build </a:t>
            </a:r>
            <a:r>
              <a:rPr lang="en-IN" dirty="0" err="1"/>
              <a:t>workzone</a:t>
            </a:r>
            <a:endParaRPr lang="en-IN" dirty="0"/>
          </a:p>
          <a:p>
            <a:pPr algn="ctr"/>
            <a:r>
              <a:rPr lang="en-IN" dirty="0"/>
              <a:t>My Inbox</a:t>
            </a:r>
          </a:p>
        </p:txBody>
      </p:sp>
      <p:cxnSp>
        <p:nvCxnSpPr>
          <p:cNvPr id="13" name="Connector: Elbow 12">
            <a:extLst>
              <a:ext uri="{FF2B5EF4-FFF2-40B4-BE49-F238E27FC236}">
                <a16:creationId xmlns:a16="http://schemas.microsoft.com/office/drawing/2014/main" id="{8D1C4534-5D93-6752-6081-B2FD57165929}"/>
              </a:ext>
            </a:extLst>
          </p:cNvPr>
          <p:cNvCxnSpPr>
            <a:stCxn id="2" idx="2"/>
          </p:cNvCxnSpPr>
          <p:nvPr/>
        </p:nvCxnSpPr>
        <p:spPr>
          <a:xfrm rot="5400000">
            <a:off x="7661049" y="3485367"/>
            <a:ext cx="262969" cy="874135"/>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526045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B28174-CDFA-8C93-44DE-9D26D488127F}"/>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BB0293B4-D16C-6B44-34A2-5791214A3189}"/>
              </a:ext>
            </a:extLst>
          </p:cNvPr>
          <p:cNvSpPr>
            <a:spLocks noGrp="1"/>
          </p:cNvSpPr>
          <p:nvPr>
            <p:ph type="ftr" sz="quarter" idx="11"/>
          </p:nvPr>
        </p:nvSpPr>
        <p:spPr/>
        <p:txBody>
          <a:bodyPr/>
          <a:lstStyle/>
          <a:p>
            <a:r>
              <a:rPr lang="en-US" dirty="0"/>
              <a:t>www.anubhavtrainings.com</a:t>
            </a:r>
          </a:p>
        </p:txBody>
      </p:sp>
      <p:sp>
        <p:nvSpPr>
          <p:cNvPr id="4" name="Slide Number Placeholder 3">
            <a:extLst>
              <a:ext uri="{FF2B5EF4-FFF2-40B4-BE49-F238E27FC236}">
                <a16:creationId xmlns:a16="http://schemas.microsoft.com/office/drawing/2014/main" id="{B2BA628F-50F7-5410-6868-C9F572B7B1D9}"/>
              </a:ext>
            </a:extLst>
          </p:cNvPr>
          <p:cNvSpPr>
            <a:spLocks noGrp="1"/>
          </p:cNvSpPr>
          <p:nvPr>
            <p:ph type="sldNum" sz="quarter" idx="12"/>
          </p:nvPr>
        </p:nvSpPr>
        <p:spPr>
          <a:xfrm>
            <a:off x="152400" y="4781550"/>
            <a:ext cx="457200" cy="273844"/>
          </a:xfrm>
        </p:spPr>
        <p:txBody>
          <a:bodyPr/>
          <a:lstStyle/>
          <a:p>
            <a:fld id="{B6F15528-21DE-4FAA-801E-634DDDAF4B2B}" type="slidenum">
              <a:rPr lang="en-US" smtClean="0"/>
              <a:pPr/>
              <a:t>7</a:t>
            </a:fld>
            <a:endParaRPr lang="en-US" dirty="0"/>
          </a:p>
        </p:txBody>
      </p:sp>
      <p:sp>
        <p:nvSpPr>
          <p:cNvPr id="5" name="Title 4">
            <a:extLst>
              <a:ext uri="{FF2B5EF4-FFF2-40B4-BE49-F238E27FC236}">
                <a16:creationId xmlns:a16="http://schemas.microsoft.com/office/drawing/2014/main" id="{A24F3A64-CE1A-D036-09F0-4A36790CCB77}"/>
              </a:ext>
            </a:extLst>
          </p:cNvPr>
          <p:cNvSpPr>
            <a:spLocks noGrp="1"/>
          </p:cNvSpPr>
          <p:nvPr>
            <p:ph type="title"/>
          </p:nvPr>
        </p:nvSpPr>
        <p:spPr>
          <a:xfrm>
            <a:off x="76200" y="133350"/>
            <a:ext cx="8229600" cy="533401"/>
          </a:xfrm>
        </p:spPr>
        <p:txBody>
          <a:bodyPr/>
          <a:lstStyle/>
          <a:p>
            <a:r>
              <a:rPr lang="en-IN" sz="2500" dirty="0">
                <a:latin typeface="Cooper Black" panose="0208090404030B020404" pitchFamily="18" charset="0"/>
              </a:rPr>
              <a:t>Scenario</a:t>
            </a:r>
          </a:p>
        </p:txBody>
      </p:sp>
      <p:sp>
        <p:nvSpPr>
          <p:cNvPr id="2" name="TextBox 1">
            <a:extLst>
              <a:ext uri="{FF2B5EF4-FFF2-40B4-BE49-F238E27FC236}">
                <a16:creationId xmlns:a16="http://schemas.microsoft.com/office/drawing/2014/main" id="{35568780-1AAC-B5C6-5A6B-0A098D05DC10}"/>
              </a:ext>
            </a:extLst>
          </p:cNvPr>
          <p:cNvSpPr txBox="1"/>
          <p:nvPr/>
        </p:nvSpPr>
        <p:spPr>
          <a:xfrm>
            <a:off x="152400" y="971549"/>
            <a:ext cx="8839200" cy="4069557"/>
          </a:xfrm>
          <a:prstGeom prst="rect">
            <a:avLst/>
          </a:prstGeom>
        </p:spPr>
        <p:txBody>
          <a:bodyPr vert="horz" lIns="91440" tIns="45720" rIns="91440" bIns="45720" rtlCol="0">
            <a:normAutofit/>
          </a:bodyPr>
          <a:lstStyle/>
          <a:p>
            <a:pPr>
              <a:spcBef>
                <a:spcPct val="20000"/>
              </a:spcBef>
              <a:buFont typeface="Arial" pitchFamily="34" charset="0"/>
            </a:pPr>
            <a:r>
              <a:rPr lang="en-US" sz="1400" b="0" i="0" dirty="0">
                <a:effectLst/>
                <a:hlinkClick r:id="rId2"/>
              </a:rPr>
              <a:t>https://help.sap.com/docs/build-process-automation/sap-build-process-automation/configure-sap-build-process-automation-destinations</a:t>
            </a:r>
            <a:endParaRPr lang="en-US" sz="1400" b="0" i="0" dirty="0">
              <a:effectLst/>
            </a:endParaRPr>
          </a:p>
          <a:p>
            <a:pPr>
              <a:spcBef>
                <a:spcPct val="20000"/>
              </a:spcBef>
              <a:buFont typeface="Arial" pitchFamily="34" charset="0"/>
            </a:pPr>
            <a:endParaRPr lang="en-US" sz="1400" dirty="0"/>
          </a:p>
        </p:txBody>
      </p:sp>
      <p:grpSp>
        <p:nvGrpSpPr>
          <p:cNvPr id="75" name="Group 74">
            <a:extLst>
              <a:ext uri="{FF2B5EF4-FFF2-40B4-BE49-F238E27FC236}">
                <a16:creationId xmlns:a16="http://schemas.microsoft.com/office/drawing/2014/main" id="{B88A4E25-CA4D-62AD-5076-D01CE59E0A37}"/>
              </a:ext>
            </a:extLst>
          </p:cNvPr>
          <p:cNvGrpSpPr/>
          <p:nvPr/>
        </p:nvGrpSpPr>
        <p:grpSpPr>
          <a:xfrm>
            <a:off x="736800" y="1594040"/>
            <a:ext cx="8489520" cy="3083760"/>
            <a:chOff x="736800" y="1594040"/>
            <a:chExt cx="8489520" cy="3083760"/>
          </a:xfrm>
        </p:grpSpPr>
        <mc:AlternateContent xmlns:mc="http://schemas.openxmlformats.org/markup-compatibility/2006">
          <mc:Choice xmlns:p14="http://schemas.microsoft.com/office/powerpoint/2010/main" Requires="p14">
            <p:contentPart p14:bwMode="auto" r:id="rId3">
              <p14:nvContentPartPr>
                <p14:cNvPr id="6" name="Ink 5">
                  <a:extLst>
                    <a:ext uri="{FF2B5EF4-FFF2-40B4-BE49-F238E27FC236}">
                      <a16:creationId xmlns:a16="http://schemas.microsoft.com/office/drawing/2014/main" id="{8375B523-74D3-E210-3D90-A7AEF55D79DA}"/>
                    </a:ext>
                  </a:extLst>
                </p14:cNvPr>
                <p14:cNvContentPartPr/>
                <p14:nvPr/>
              </p14:nvContentPartPr>
              <p14:xfrm>
                <a:off x="5620560" y="1662080"/>
                <a:ext cx="3605760" cy="3015720"/>
              </p14:xfrm>
            </p:contentPart>
          </mc:Choice>
          <mc:Fallback>
            <p:pic>
              <p:nvPicPr>
                <p:cNvPr id="6" name="Ink 5">
                  <a:extLst>
                    <a:ext uri="{FF2B5EF4-FFF2-40B4-BE49-F238E27FC236}">
                      <a16:creationId xmlns:a16="http://schemas.microsoft.com/office/drawing/2014/main" id="{8375B523-74D3-E210-3D90-A7AEF55D79DA}"/>
                    </a:ext>
                  </a:extLst>
                </p:cNvPr>
                <p:cNvPicPr/>
                <p:nvPr/>
              </p:nvPicPr>
              <p:blipFill>
                <a:blip r:embed="rId4"/>
                <a:stretch>
                  <a:fillRect/>
                </a:stretch>
              </p:blipFill>
              <p:spPr>
                <a:xfrm>
                  <a:off x="5611560" y="1653080"/>
                  <a:ext cx="3623400" cy="3033360"/>
                </a:xfrm>
                <a:prstGeom prst="rect">
                  <a:avLst/>
                </a:prstGeom>
              </p:spPr>
            </p:pic>
          </mc:Fallback>
        </mc:AlternateContent>
        <mc:AlternateContent xmlns:mc="http://schemas.openxmlformats.org/markup-compatibility/2006">
          <mc:Choice xmlns:p14="http://schemas.microsoft.com/office/powerpoint/2010/main" Requires="p14">
            <p:contentPart p14:bwMode="auto" r:id="rId5">
              <p14:nvContentPartPr>
                <p14:cNvPr id="7" name="Ink 6">
                  <a:extLst>
                    <a:ext uri="{FF2B5EF4-FFF2-40B4-BE49-F238E27FC236}">
                      <a16:creationId xmlns:a16="http://schemas.microsoft.com/office/drawing/2014/main" id="{BC169630-546E-16A6-4A42-53161280A2F3}"/>
                    </a:ext>
                  </a:extLst>
                </p14:cNvPr>
                <p14:cNvContentPartPr/>
                <p14:nvPr/>
              </p14:nvContentPartPr>
              <p14:xfrm>
                <a:off x="8203560" y="1596920"/>
                <a:ext cx="187560" cy="226080"/>
              </p14:xfrm>
            </p:contentPart>
          </mc:Choice>
          <mc:Fallback>
            <p:pic>
              <p:nvPicPr>
                <p:cNvPr id="7" name="Ink 6">
                  <a:extLst>
                    <a:ext uri="{FF2B5EF4-FFF2-40B4-BE49-F238E27FC236}">
                      <a16:creationId xmlns:a16="http://schemas.microsoft.com/office/drawing/2014/main" id="{BC169630-546E-16A6-4A42-53161280A2F3}"/>
                    </a:ext>
                  </a:extLst>
                </p:cNvPr>
                <p:cNvPicPr/>
                <p:nvPr/>
              </p:nvPicPr>
              <p:blipFill>
                <a:blip r:embed="rId6"/>
                <a:stretch>
                  <a:fillRect/>
                </a:stretch>
              </p:blipFill>
              <p:spPr>
                <a:xfrm>
                  <a:off x="8194560" y="1588280"/>
                  <a:ext cx="205200" cy="243720"/>
                </a:xfrm>
                <a:prstGeom prst="rect">
                  <a:avLst/>
                </a:prstGeom>
              </p:spPr>
            </p:pic>
          </mc:Fallback>
        </mc:AlternateContent>
        <mc:AlternateContent xmlns:mc="http://schemas.openxmlformats.org/markup-compatibility/2006">
          <mc:Choice xmlns:p14="http://schemas.microsoft.com/office/powerpoint/2010/main" Requires="p14">
            <p:contentPart p14:bwMode="auto" r:id="rId7">
              <p14:nvContentPartPr>
                <p14:cNvPr id="8" name="Ink 7">
                  <a:extLst>
                    <a:ext uri="{FF2B5EF4-FFF2-40B4-BE49-F238E27FC236}">
                      <a16:creationId xmlns:a16="http://schemas.microsoft.com/office/drawing/2014/main" id="{F4D5E174-501A-ADD0-4AEE-35FABC89238D}"/>
                    </a:ext>
                  </a:extLst>
                </p14:cNvPr>
                <p14:cNvContentPartPr/>
                <p14:nvPr/>
              </p14:nvContentPartPr>
              <p14:xfrm>
                <a:off x="8427840" y="1620320"/>
                <a:ext cx="138600" cy="154080"/>
              </p14:xfrm>
            </p:contentPart>
          </mc:Choice>
          <mc:Fallback>
            <p:pic>
              <p:nvPicPr>
                <p:cNvPr id="8" name="Ink 7">
                  <a:extLst>
                    <a:ext uri="{FF2B5EF4-FFF2-40B4-BE49-F238E27FC236}">
                      <a16:creationId xmlns:a16="http://schemas.microsoft.com/office/drawing/2014/main" id="{F4D5E174-501A-ADD0-4AEE-35FABC89238D}"/>
                    </a:ext>
                  </a:extLst>
                </p:cNvPr>
                <p:cNvPicPr/>
                <p:nvPr/>
              </p:nvPicPr>
              <p:blipFill>
                <a:blip r:embed="rId8"/>
                <a:stretch>
                  <a:fillRect/>
                </a:stretch>
              </p:blipFill>
              <p:spPr>
                <a:xfrm>
                  <a:off x="8418840" y="1611320"/>
                  <a:ext cx="156240" cy="171720"/>
                </a:xfrm>
                <a:prstGeom prst="rect">
                  <a:avLst/>
                </a:prstGeom>
              </p:spPr>
            </p:pic>
          </mc:Fallback>
        </mc:AlternateContent>
        <mc:AlternateContent xmlns:mc="http://schemas.openxmlformats.org/markup-compatibility/2006">
          <mc:Choice xmlns:p14="http://schemas.microsoft.com/office/powerpoint/2010/main" Requires="p14">
            <p:contentPart p14:bwMode="auto" r:id="rId9">
              <p14:nvContentPartPr>
                <p14:cNvPr id="9" name="Ink 8">
                  <a:extLst>
                    <a:ext uri="{FF2B5EF4-FFF2-40B4-BE49-F238E27FC236}">
                      <a16:creationId xmlns:a16="http://schemas.microsoft.com/office/drawing/2014/main" id="{26CA1D58-5720-0A35-0229-AE183884FC2C}"/>
                    </a:ext>
                  </a:extLst>
                </p14:cNvPr>
                <p14:cNvContentPartPr/>
                <p14:nvPr/>
              </p14:nvContentPartPr>
              <p14:xfrm>
                <a:off x="8646000" y="1594040"/>
                <a:ext cx="104760" cy="208080"/>
              </p14:xfrm>
            </p:contentPart>
          </mc:Choice>
          <mc:Fallback>
            <p:pic>
              <p:nvPicPr>
                <p:cNvPr id="9" name="Ink 8">
                  <a:extLst>
                    <a:ext uri="{FF2B5EF4-FFF2-40B4-BE49-F238E27FC236}">
                      <a16:creationId xmlns:a16="http://schemas.microsoft.com/office/drawing/2014/main" id="{26CA1D58-5720-0A35-0229-AE183884FC2C}"/>
                    </a:ext>
                  </a:extLst>
                </p:cNvPr>
                <p:cNvPicPr/>
                <p:nvPr/>
              </p:nvPicPr>
              <p:blipFill>
                <a:blip r:embed="rId10"/>
                <a:stretch>
                  <a:fillRect/>
                </a:stretch>
              </p:blipFill>
              <p:spPr>
                <a:xfrm>
                  <a:off x="8637360" y="1585040"/>
                  <a:ext cx="122400" cy="225720"/>
                </a:xfrm>
                <a:prstGeom prst="rect">
                  <a:avLst/>
                </a:prstGeom>
              </p:spPr>
            </p:pic>
          </mc:Fallback>
        </mc:AlternateContent>
        <mc:AlternateContent xmlns:mc="http://schemas.openxmlformats.org/markup-compatibility/2006">
          <mc:Choice xmlns:p14="http://schemas.microsoft.com/office/powerpoint/2010/main" Requires="p14">
            <p:contentPart p14:bwMode="auto" r:id="rId11">
              <p14:nvContentPartPr>
                <p14:cNvPr id="11" name="Ink 10">
                  <a:extLst>
                    <a:ext uri="{FF2B5EF4-FFF2-40B4-BE49-F238E27FC236}">
                      <a16:creationId xmlns:a16="http://schemas.microsoft.com/office/drawing/2014/main" id="{8570CF76-87C6-34A6-E015-2F0768DD07B5}"/>
                    </a:ext>
                  </a:extLst>
                </p14:cNvPr>
                <p14:cNvContentPartPr/>
                <p14:nvPr/>
              </p14:nvContentPartPr>
              <p14:xfrm>
                <a:off x="7355040" y="3021440"/>
                <a:ext cx="1458720" cy="68040"/>
              </p14:xfrm>
            </p:contentPart>
          </mc:Choice>
          <mc:Fallback>
            <p:pic>
              <p:nvPicPr>
                <p:cNvPr id="11" name="Ink 10">
                  <a:extLst>
                    <a:ext uri="{FF2B5EF4-FFF2-40B4-BE49-F238E27FC236}">
                      <a16:creationId xmlns:a16="http://schemas.microsoft.com/office/drawing/2014/main" id="{8570CF76-87C6-34A6-E015-2F0768DD07B5}"/>
                    </a:ext>
                  </a:extLst>
                </p:cNvPr>
                <p:cNvPicPr/>
                <p:nvPr/>
              </p:nvPicPr>
              <p:blipFill>
                <a:blip r:embed="rId12"/>
                <a:stretch>
                  <a:fillRect/>
                </a:stretch>
              </p:blipFill>
              <p:spPr>
                <a:xfrm>
                  <a:off x="7346400" y="3012800"/>
                  <a:ext cx="1476360" cy="85680"/>
                </a:xfrm>
                <a:prstGeom prst="rect">
                  <a:avLst/>
                </a:prstGeom>
              </p:spPr>
            </p:pic>
          </mc:Fallback>
        </mc:AlternateContent>
        <mc:AlternateContent xmlns:mc="http://schemas.openxmlformats.org/markup-compatibility/2006">
          <mc:Choice xmlns:p14="http://schemas.microsoft.com/office/powerpoint/2010/main" Requires="p14">
            <p:contentPart p14:bwMode="auto" r:id="rId13">
              <p14:nvContentPartPr>
                <p14:cNvPr id="12" name="Ink 11">
                  <a:extLst>
                    <a:ext uri="{FF2B5EF4-FFF2-40B4-BE49-F238E27FC236}">
                      <a16:creationId xmlns:a16="http://schemas.microsoft.com/office/drawing/2014/main" id="{986CFE76-4113-EEF0-F958-FFDB4F957E84}"/>
                    </a:ext>
                  </a:extLst>
                </p14:cNvPr>
                <p14:cNvContentPartPr/>
                <p14:nvPr/>
              </p14:nvContentPartPr>
              <p14:xfrm>
                <a:off x="7164240" y="3021800"/>
                <a:ext cx="1639080" cy="1164960"/>
              </p14:xfrm>
            </p:contentPart>
          </mc:Choice>
          <mc:Fallback>
            <p:pic>
              <p:nvPicPr>
                <p:cNvPr id="12" name="Ink 11">
                  <a:extLst>
                    <a:ext uri="{FF2B5EF4-FFF2-40B4-BE49-F238E27FC236}">
                      <a16:creationId xmlns:a16="http://schemas.microsoft.com/office/drawing/2014/main" id="{986CFE76-4113-EEF0-F958-FFDB4F957E84}"/>
                    </a:ext>
                  </a:extLst>
                </p:cNvPr>
                <p:cNvPicPr/>
                <p:nvPr/>
              </p:nvPicPr>
              <p:blipFill>
                <a:blip r:embed="rId14"/>
                <a:stretch>
                  <a:fillRect/>
                </a:stretch>
              </p:blipFill>
              <p:spPr>
                <a:xfrm>
                  <a:off x="7155600" y="3012800"/>
                  <a:ext cx="1656720" cy="1182600"/>
                </a:xfrm>
                <a:prstGeom prst="rect">
                  <a:avLst/>
                </a:prstGeom>
              </p:spPr>
            </p:pic>
          </mc:Fallback>
        </mc:AlternateContent>
        <mc:AlternateContent xmlns:mc="http://schemas.openxmlformats.org/markup-compatibility/2006">
          <mc:Choice xmlns:p14="http://schemas.microsoft.com/office/powerpoint/2010/main" Requires="p14">
            <p:contentPart p14:bwMode="auto" r:id="rId15">
              <p14:nvContentPartPr>
                <p14:cNvPr id="13" name="Ink 12">
                  <a:extLst>
                    <a:ext uri="{FF2B5EF4-FFF2-40B4-BE49-F238E27FC236}">
                      <a16:creationId xmlns:a16="http://schemas.microsoft.com/office/drawing/2014/main" id="{E725B92A-67E7-BB68-F84B-94C3B1E7D96A}"/>
                    </a:ext>
                  </a:extLst>
                </p14:cNvPr>
                <p14:cNvContentPartPr/>
                <p14:nvPr/>
              </p14:nvContentPartPr>
              <p14:xfrm>
                <a:off x="8757600" y="3076880"/>
                <a:ext cx="97920" cy="1119600"/>
              </p14:xfrm>
            </p:contentPart>
          </mc:Choice>
          <mc:Fallback>
            <p:pic>
              <p:nvPicPr>
                <p:cNvPr id="13" name="Ink 12">
                  <a:extLst>
                    <a:ext uri="{FF2B5EF4-FFF2-40B4-BE49-F238E27FC236}">
                      <a16:creationId xmlns:a16="http://schemas.microsoft.com/office/drawing/2014/main" id="{E725B92A-67E7-BB68-F84B-94C3B1E7D96A}"/>
                    </a:ext>
                  </a:extLst>
                </p:cNvPr>
                <p:cNvPicPr/>
                <p:nvPr/>
              </p:nvPicPr>
              <p:blipFill>
                <a:blip r:embed="rId16"/>
                <a:stretch>
                  <a:fillRect/>
                </a:stretch>
              </p:blipFill>
              <p:spPr>
                <a:xfrm>
                  <a:off x="8748600" y="3067880"/>
                  <a:ext cx="115560" cy="1137240"/>
                </a:xfrm>
                <a:prstGeom prst="rect">
                  <a:avLst/>
                </a:prstGeom>
              </p:spPr>
            </p:pic>
          </mc:Fallback>
        </mc:AlternateContent>
        <mc:AlternateContent xmlns:mc="http://schemas.openxmlformats.org/markup-compatibility/2006">
          <mc:Choice xmlns:p14="http://schemas.microsoft.com/office/powerpoint/2010/main" Requires="p14">
            <p:contentPart p14:bwMode="auto" r:id="rId17">
              <p14:nvContentPartPr>
                <p14:cNvPr id="15" name="Ink 14">
                  <a:extLst>
                    <a:ext uri="{FF2B5EF4-FFF2-40B4-BE49-F238E27FC236}">
                      <a16:creationId xmlns:a16="http://schemas.microsoft.com/office/drawing/2014/main" id="{53F08943-95F4-5B3B-181A-3C364F64E25C}"/>
                    </a:ext>
                  </a:extLst>
                </p14:cNvPr>
                <p14:cNvContentPartPr/>
                <p14:nvPr/>
              </p14:nvContentPartPr>
              <p14:xfrm>
                <a:off x="7477440" y="3211160"/>
                <a:ext cx="25920" cy="173880"/>
              </p14:xfrm>
            </p:contentPart>
          </mc:Choice>
          <mc:Fallback>
            <p:pic>
              <p:nvPicPr>
                <p:cNvPr id="15" name="Ink 14">
                  <a:extLst>
                    <a:ext uri="{FF2B5EF4-FFF2-40B4-BE49-F238E27FC236}">
                      <a16:creationId xmlns:a16="http://schemas.microsoft.com/office/drawing/2014/main" id="{53F08943-95F4-5B3B-181A-3C364F64E25C}"/>
                    </a:ext>
                  </a:extLst>
                </p:cNvPr>
                <p:cNvPicPr/>
                <p:nvPr/>
              </p:nvPicPr>
              <p:blipFill>
                <a:blip r:embed="rId18"/>
                <a:stretch>
                  <a:fillRect/>
                </a:stretch>
              </p:blipFill>
              <p:spPr>
                <a:xfrm>
                  <a:off x="7468800" y="3202520"/>
                  <a:ext cx="43560" cy="191520"/>
                </a:xfrm>
                <a:prstGeom prst="rect">
                  <a:avLst/>
                </a:prstGeom>
              </p:spPr>
            </p:pic>
          </mc:Fallback>
        </mc:AlternateContent>
        <mc:AlternateContent xmlns:mc="http://schemas.openxmlformats.org/markup-compatibility/2006">
          <mc:Choice xmlns:p14="http://schemas.microsoft.com/office/powerpoint/2010/main" Requires="p14">
            <p:contentPart p14:bwMode="auto" r:id="rId19">
              <p14:nvContentPartPr>
                <p14:cNvPr id="16" name="Ink 15">
                  <a:extLst>
                    <a:ext uri="{FF2B5EF4-FFF2-40B4-BE49-F238E27FC236}">
                      <a16:creationId xmlns:a16="http://schemas.microsoft.com/office/drawing/2014/main" id="{4DAD7618-FA74-9EDA-BF17-AB4CA86ABFD8}"/>
                    </a:ext>
                  </a:extLst>
                </p14:cNvPr>
                <p14:cNvContentPartPr/>
                <p14:nvPr/>
              </p14:nvContentPartPr>
              <p14:xfrm>
                <a:off x="7482840" y="3183800"/>
                <a:ext cx="159480" cy="222120"/>
              </p14:xfrm>
            </p:contentPart>
          </mc:Choice>
          <mc:Fallback>
            <p:pic>
              <p:nvPicPr>
                <p:cNvPr id="16" name="Ink 15">
                  <a:extLst>
                    <a:ext uri="{FF2B5EF4-FFF2-40B4-BE49-F238E27FC236}">
                      <a16:creationId xmlns:a16="http://schemas.microsoft.com/office/drawing/2014/main" id="{4DAD7618-FA74-9EDA-BF17-AB4CA86ABFD8}"/>
                    </a:ext>
                  </a:extLst>
                </p:cNvPr>
                <p:cNvPicPr/>
                <p:nvPr/>
              </p:nvPicPr>
              <p:blipFill>
                <a:blip r:embed="rId20"/>
                <a:stretch>
                  <a:fillRect/>
                </a:stretch>
              </p:blipFill>
              <p:spPr>
                <a:xfrm>
                  <a:off x="7473840" y="3175160"/>
                  <a:ext cx="177120" cy="239760"/>
                </a:xfrm>
                <a:prstGeom prst="rect">
                  <a:avLst/>
                </a:prstGeom>
              </p:spPr>
            </p:pic>
          </mc:Fallback>
        </mc:AlternateContent>
        <mc:AlternateContent xmlns:mc="http://schemas.openxmlformats.org/markup-compatibility/2006">
          <mc:Choice xmlns:p14="http://schemas.microsoft.com/office/powerpoint/2010/main" Requires="p14">
            <p:contentPart p14:bwMode="auto" r:id="rId21">
              <p14:nvContentPartPr>
                <p14:cNvPr id="17" name="Ink 16">
                  <a:extLst>
                    <a:ext uri="{FF2B5EF4-FFF2-40B4-BE49-F238E27FC236}">
                      <a16:creationId xmlns:a16="http://schemas.microsoft.com/office/drawing/2014/main" id="{0FF65888-F319-1531-D238-E69C9CB0A58E}"/>
                    </a:ext>
                  </a:extLst>
                </p14:cNvPr>
                <p14:cNvContentPartPr/>
                <p14:nvPr/>
              </p14:nvContentPartPr>
              <p14:xfrm>
                <a:off x="7710360" y="3204320"/>
                <a:ext cx="124920" cy="196560"/>
              </p14:xfrm>
            </p:contentPart>
          </mc:Choice>
          <mc:Fallback>
            <p:pic>
              <p:nvPicPr>
                <p:cNvPr id="17" name="Ink 16">
                  <a:extLst>
                    <a:ext uri="{FF2B5EF4-FFF2-40B4-BE49-F238E27FC236}">
                      <a16:creationId xmlns:a16="http://schemas.microsoft.com/office/drawing/2014/main" id="{0FF65888-F319-1531-D238-E69C9CB0A58E}"/>
                    </a:ext>
                  </a:extLst>
                </p:cNvPr>
                <p:cNvPicPr/>
                <p:nvPr/>
              </p:nvPicPr>
              <p:blipFill>
                <a:blip r:embed="rId22"/>
                <a:stretch>
                  <a:fillRect/>
                </a:stretch>
              </p:blipFill>
              <p:spPr>
                <a:xfrm>
                  <a:off x="7701720" y="3195680"/>
                  <a:ext cx="142560" cy="214200"/>
                </a:xfrm>
                <a:prstGeom prst="rect">
                  <a:avLst/>
                </a:prstGeom>
              </p:spPr>
            </p:pic>
          </mc:Fallback>
        </mc:AlternateContent>
        <mc:AlternateContent xmlns:mc="http://schemas.openxmlformats.org/markup-compatibility/2006">
          <mc:Choice xmlns:p14="http://schemas.microsoft.com/office/powerpoint/2010/main" Requires="p14">
            <p:contentPart p14:bwMode="auto" r:id="rId23">
              <p14:nvContentPartPr>
                <p14:cNvPr id="18" name="Ink 17">
                  <a:extLst>
                    <a:ext uri="{FF2B5EF4-FFF2-40B4-BE49-F238E27FC236}">
                      <a16:creationId xmlns:a16="http://schemas.microsoft.com/office/drawing/2014/main" id="{F2970183-B256-FBFD-4249-ECD69D5B8FDE}"/>
                    </a:ext>
                  </a:extLst>
                </p14:cNvPr>
                <p14:cNvContentPartPr/>
                <p14:nvPr/>
              </p14:nvContentPartPr>
              <p14:xfrm>
                <a:off x="7851120" y="3252200"/>
                <a:ext cx="181440" cy="141120"/>
              </p14:xfrm>
            </p:contentPart>
          </mc:Choice>
          <mc:Fallback>
            <p:pic>
              <p:nvPicPr>
                <p:cNvPr id="18" name="Ink 17">
                  <a:extLst>
                    <a:ext uri="{FF2B5EF4-FFF2-40B4-BE49-F238E27FC236}">
                      <a16:creationId xmlns:a16="http://schemas.microsoft.com/office/drawing/2014/main" id="{F2970183-B256-FBFD-4249-ECD69D5B8FDE}"/>
                    </a:ext>
                  </a:extLst>
                </p:cNvPr>
                <p:cNvPicPr/>
                <p:nvPr/>
              </p:nvPicPr>
              <p:blipFill>
                <a:blip r:embed="rId24"/>
                <a:stretch>
                  <a:fillRect/>
                </a:stretch>
              </p:blipFill>
              <p:spPr>
                <a:xfrm>
                  <a:off x="7842120" y="3243200"/>
                  <a:ext cx="199080" cy="158760"/>
                </a:xfrm>
                <a:prstGeom prst="rect">
                  <a:avLst/>
                </a:prstGeom>
              </p:spPr>
            </p:pic>
          </mc:Fallback>
        </mc:AlternateContent>
        <mc:AlternateContent xmlns:mc="http://schemas.openxmlformats.org/markup-compatibility/2006">
          <mc:Choice xmlns:p14="http://schemas.microsoft.com/office/powerpoint/2010/main" Requires="p14">
            <p:contentPart p14:bwMode="auto" r:id="rId25">
              <p14:nvContentPartPr>
                <p14:cNvPr id="19" name="Ink 18">
                  <a:extLst>
                    <a:ext uri="{FF2B5EF4-FFF2-40B4-BE49-F238E27FC236}">
                      <a16:creationId xmlns:a16="http://schemas.microsoft.com/office/drawing/2014/main" id="{5606AD35-052E-895C-91AC-E1B40477455C}"/>
                    </a:ext>
                  </a:extLst>
                </p14:cNvPr>
                <p14:cNvContentPartPr/>
                <p14:nvPr/>
              </p14:nvContentPartPr>
              <p14:xfrm>
                <a:off x="8119320" y="3233840"/>
                <a:ext cx="84600" cy="183960"/>
              </p14:xfrm>
            </p:contentPart>
          </mc:Choice>
          <mc:Fallback>
            <p:pic>
              <p:nvPicPr>
                <p:cNvPr id="19" name="Ink 18">
                  <a:extLst>
                    <a:ext uri="{FF2B5EF4-FFF2-40B4-BE49-F238E27FC236}">
                      <a16:creationId xmlns:a16="http://schemas.microsoft.com/office/drawing/2014/main" id="{5606AD35-052E-895C-91AC-E1B40477455C}"/>
                    </a:ext>
                  </a:extLst>
                </p:cNvPr>
                <p:cNvPicPr/>
                <p:nvPr/>
              </p:nvPicPr>
              <p:blipFill>
                <a:blip r:embed="rId26"/>
                <a:stretch>
                  <a:fillRect/>
                </a:stretch>
              </p:blipFill>
              <p:spPr>
                <a:xfrm>
                  <a:off x="8110320" y="3225200"/>
                  <a:ext cx="102240" cy="201600"/>
                </a:xfrm>
                <a:prstGeom prst="rect">
                  <a:avLst/>
                </a:prstGeom>
              </p:spPr>
            </p:pic>
          </mc:Fallback>
        </mc:AlternateContent>
        <mc:AlternateContent xmlns:mc="http://schemas.openxmlformats.org/markup-compatibility/2006">
          <mc:Choice xmlns:p14="http://schemas.microsoft.com/office/powerpoint/2010/main" Requires="p14">
            <p:contentPart p14:bwMode="auto" r:id="rId27">
              <p14:nvContentPartPr>
                <p14:cNvPr id="20" name="Ink 19">
                  <a:extLst>
                    <a:ext uri="{FF2B5EF4-FFF2-40B4-BE49-F238E27FC236}">
                      <a16:creationId xmlns:a16="http://schemas.microsoft.com/office/drawing/2014/main" id="{7DDC5BD6-B6E3-2A6D-CEA7-3E7430A6893A}"/>
                    </a:ext>
                  </a:extLst>
                </p14:cNvPr>
                <p14:cNvContentPartPr/>
                <p14:nvPr/>
              </p14:nvContentPartPr>
              <p14:xfrm>
                <a:off x="8163240" y="3224840"/>
                <a:ext cx="120240" cy="16200"/>
              </p14:xfrm>
            </p:contentPart>
          </mc:Choice>
          <mc:Fallback>
            <p:pic>
              <p:nvPicPr>
                <p:cNvPr id="20" name="Ink 19">
                  <a:extLst>
                    <a:ext uri="{FF2B5EF4-FFF2-40B4-BE49-F238E27FC236}">
                      <a16:creationId xmlns:a16="http://schemas.microsoft.com/office/drawing/2014/main" id="{7DDC5BD6-B6E3-2A6D-CEA7-3E7430A6893A}"/>
                    </a:ext>
                  </a:extLst>
                </p:cNvPr>
                <p:cNvPicPr/>
                <p:nvPr/>
              </p:nvPicPr>
              <p:blipFill>
                <a:blip r:embed="rId28"/>
                <a:stretch>
                  <a:fillRect/>
                </a:stretch>
              </p:blipFill>
              <p:spPr>
                <a:xfrm>
                  <a:off x="8154600" y="3216200"/>
                  <a:ext cx="137880" cy="33840"/>
                </a:xfrm>
                <a:prstGeom prst="rect">
                  <a:avLst/>
                </a:prstGeom>
              </p:spPr>
            </p:pic>
          </mc:Fallback>
        </mc:AlternateContent>
        <mc:AlternateContent xmlns:mc="http://schemas.openxmlformats.org/markup-compatibility/2006">
          <mc:Choice xmlns:p14="http://schemas.microsoft.com/office/powerpoint/2010/main" Requires="p14">
            <p:contentPart p14:bwMode="auto" r:id="rId29">
              <p14:nvContentPartPr>
                <p14:cNvPr id="21" name="Ink 20">
                  <a:extLst>
                    <a:ext uri="{FF2B5EF4-FFF2-40B4-BE49-F238E27FC236}">
                      <a16:creationId xmlns:a16="http://schemas.microsoft.com/office/drawing/2014/main" id="{4BB84E5E-58EB-F937-83D3-D466C2E4638E}"/>
                    </a:ext>
                  </a:extLst>
                </p14:cNvPr>
                <p14:cNvContentPartPr/>
                <p14:nvPr/>
              </p14:nvContentPartPr>
              <p14:xfrm>
                <a:off x="7884240" y="3476480"/>
                <a:ext cx="161280" cy="320400"/>
              </p14:xfrm>
            </p:contentPart>
          </mc:Choice>
          <mc:Fallback>
            <p:pic>
              <p:nvPicPr>
                <p:cNvPr id="21" name="Ink 20">
                  <a:extLst>
                    <a:ext uri="{FF2B5EF4-FFF2-40B4-BE49-F238E27FC236}">
                      <a16:creationId xmlns:a16="http://schemas.microsoft.com/office/drawing/2014/main" id="{4BB84E5E-58EB-F937-83D3-D466C2E4638E}"/>
                    </a:ext>
                  </a:extLst>
                </p:cNvPr>
                <p:cNvPicPr/>
                <p:nvPr/>
              </p:nvPicPr>
              <p:blipFill>
                <a:blip r:embed="rId30"/>
                <a:stretch>
                  <a:fillRect/>
                </a:stretch>
              </p:blipFill>
              <p:spPr>
                <a:xfrm>
                  <a:off x="7875240" y="3467480"/>
                  <a:ext cx="178920" cy="338040"/>
                </a:xfrm>
                <a:prstGeom prst="rect">
                  <a:avLst/>
                </a:prstGeom>
              </p:spPr>
            </p:pic>
          </mc:Fallback>
        </mc:AlternateContent>
        <mc:AlternateContent xmlns:mc="http://schemas.openxmlformats.org/markup-compatibility/2006">
          <mc:Choice xmlns:p14="http://schemas.microsoft.com/office/powerpoint/2010/main" Requires="p14">
            <p:contentPart p14:bwMode="auto" r:id="rId31">
              <p14:nvContentPartPr>
                <p14:cNvPr id="22" name="Ink 21">
                  <a:extLst>
                    <a:ext uri="{FF2B5EF4-FFF2-40B4-BE49-F238E27FC236}">
                      <a16:creationId xmlns:a16="http://schemas.microsoft.com/office/drawing/2014/main" id="{DF85E370-3F71-C367-D7CD-E6E8A38A9335}"/>
                    </a:ext>
                  </a:extLst>
                </p14:cNvPr>
                <p14:cNvContentPartPr/>
                <p14:nvPr/>
              </p14:nvContentPartPr>
              <p14:xfrm>
                <a:off x="8057760" y="3623720"/>
                <a:ext cx="111960" cy="176040"/>
              </p14:xfrm>
            </p:contentPart>
          </mc:Choice>
          <mc:Fallback>
            <p:pic>
              <p:nvPicPr>
                <p:cNvPr id="22" name="Ink 21">
                  <a:extLst>
                    <a:ext uri="{FF2B5EF4-FFF2-40B4-BE49-F238E27FC236}">
                      <a16:creationId xmlns:a16="http://schemas.microsoft.com/office/drawing/2014/main" id="{DF85E370-3F71-C367-D7CD-E6E8A38A9335}"/>
                    </a:ext>
                  </a:extLst>
                </p:cNvPr>
                <p:cNvPicPr/>
                <p:nvPr/>
              </p:nvPicPr>
              <p:blipFill>
                <a:blip r:embed="rId32"/>
                <a:stretch>
                  <a:fillRect/>
                </a:stretch>
              </p:blipFill>
              <p:spPr>
                <a:xfrm>
                  <a:off x="8049120" y="3614720"/>
                  <a:ext cx="129600" cy="193680"/>
                </a:xfrm>
                <a:prstGeom prst="rect">
                  <a:avLst/>
                </a:prstGeom>
              </p:spPr>
            </p:pic>
          </mc:Fallback>
        </mc:AlternateContent>
        <mc:AlternateContent xmlns:mc="http://schemas.openxmlformats.org/markup-compatibility/2006">
          <mc:Choice xmlns:p14="http://schemas.microsoft.com/office/powerpoint/2010/main" Requires="p14">
            <p:contentPart p14:bwMode="auto" r:id="rId33">
              <p14:nvContentPartPr>
                <p14:cNvPr id="23" name="Ink 22">
                  <a:extLst>
                    <a:ext uri="{FF2B5EF4-FFF2-40B4-BE49-F238E27FC236}">
                      <a16:creationId xmlns:a16="http://schemas.microsoft.com/office/drawing/2014/main" id="{A6F8FF9B-4A1D-C01E-FC3D-B755B6E4B509}"/>
                    </a:ext>
                  </a:extLst>
                </p14:cNvPr>
                <p14:cNvContentPartPr/>
                <p14:nvPr/>
              </p14:nvContentPartPr>
              <p14:xfrm>
                <a:off x="8188080" y="3634880"/>
                <a:ext cx="101160" cy="238320"/>
              </p14:xfrm>
            </p:contentPart>
          </mc:Choice>
          <mc:Fallback>
            <p:pic>
              <p:nvPicPr>
                <p:cNvPr id="23" name="Ink 22">
                  <a:extLst>
                    <a:ext uri="{FF2B5EF4-FFF2-40B4-BE49-F238E27FC236}">
                      <a16:creationId xmlns:a16="http://schemas.microsoft.com/office/drawing/2014/main" id="{A6F8FF9B-4A1D-C01E-FC3D-B755B6E4B509}"/>
                    </a:ext>
                  </a:extLst>
                </p:cNvPr>
                <p:cNvPicPr/>
                <p:nvPr/>
              </p:nvPicPr>
              <p:blipFill>
                <a:blip r:embed="rId34"/>
                <a:stretch>
                  <a:fillRect/>
                </a:stretch>
              </p:blipFill>
              <p:spPr>
                <a:xfrm>
                  <a:off x="8179440" y="3626240"/>
                  <a:ext cx="118800" cy="255960"/>
                </a:xfrm>
                <a:prstGeom prst="rect">
                  <a:avLst/>
                </a:prstGeom>
              </p:spPr>
            </p:pic>
          </mc:Fallback>
        </mc:AlternateContent>
        <mc:AlternateContent xmlns:mc="http://schemas.openxmlformats.org/markup-compatibility/2006">
          <mc:Choice xmlns:p14="http://schemas.microsoft.com/office/powerpoint/2010/main" Requires="p14">
            <p:contentPart p14:bwMode="auto" r:id="rId35">
              <p14:nvContentPartPr>
                <p14:cNvPr id="24" name="Ink 23">
                  <a:extLst>
                    <a:ext uri="{FF2B5EF4-FFF2-40B4-BE49-F238E27FC236}">
                      <a16:creationId xmlns:a16="http://schemas.microsoft.com/office/drawing/2014/main" id="{B5A66909-F35F-4EF1-4503-BFB50D6EA98D}"/>
                    </a:ext>
                  </a:extLst>
                </p14:cNvPr>
                <p14:cNvContentPartPr/>
                <p14:nvPr/>
              </p14:nvContentPartPr>
              <p14:xfrm>
                <a:off x="8336040" y="3656120"/>
                <a:ext cx="108000" cy="119160"/>
              </p14:xfrm>
            </p:contentPart>
          </mc:Choice>
          <mc:Fallback>
            <p:pic>
              <p:nvPicPr>
                <p:cNvPr id="24" name="Ink 23">
                  <a:extLst>
                    <a:ext uri="{FF2B5EF4-FFF2-40B4-BE49-F238E27FC236}">
                      <a16:creationId xmlns:a16="http://schemas.microsoft.com/office/drawing/2014/main" id="{B5A66909-F35F-4EF1-4503-BFB50D6EA98D}"/>
                    </a:ext>
                  </a:extLst>
                </p:cNvPr>
                <p:cNvPicPr/>
                <p:nvPr/>
              </p:nvPicPr>
              <p:blipFill>
                <a:blip r:embed="rId36"/>
                <a:stretch>
                  <a:fillRect/>
                </a:stretch>
              </p:blipFill>
              <p:spPr>
                <a:xfrm>
                  <a:off x="8327040" y="3647480"/>
                  <a:ext cx="125640" cy="136800"/>
                </a:xfrm>
                <a:prstGeom prst="rect">
                  <a:avLst/>
                </a:prstGeom>
              </p:spPr>
            </p:pic>
          </mc:Fallback>
        </mc:AlternateContent>
        <mc:AlternateContent xmlns:mc="http://schemas.openxmlformats.org/markup-compatibility/2006">
          <mc:Choice xmlns:p14="http://schemas.microsoft.com/office/powerpoint/2010/main" Requires="p14">
            <p:contentPart p14:bwMode="auto" r:id="rId37">
              <p14:nvContentPartPr>
                <p14:cNvPr id="25" name="Ink 24">
                  <a:extLst>
                    <a:ext uri="{FF2B5EF4-FFF2-40B4-BE49-F238E27FC236}">
                      <a16:creationId xmlns:a16="http://schemas.microsoft.com/office/drawing/2014/main" id="{180A7FFB-8D24-721C-DB64-B4F8F248B2F7}"/>
                    </a:ext>
                  </a:extLst>
                </p14:cNvPr>
                <p14:cNvContentPartPr/>
                <p14:nvPr/>
              </p14:nvContentPartPr>
              <p14:xfrm>
                <a:off x="8509920" y="3643520"/>
                <a:ext cx="51480" cy="120960"/>
              </p14:xfrm>
            </p:contentPart>
          </mc:Choice>
          <mc:Fallback>
            <p:pic>
              <p:nvPicPr>
                <p:cNvPr id="25" name="Ink 24">
                  <a:extLst>
                    <a:ext uri="{FF2B5EF4-FFF2-40B4-BE49-F238E27FC236}">
                      <a16:creationId xmlns:a16="http://schemas.microsoft.com/office/drawing/2014/main" id="{180A7FFB-8D24-721C-DB64-B4F8F248B2F7}"/>
                    </a:ext>
                  </a:extLst>
                </p:cNvPr>
                <p:cNvPicPr/>
                <p:nvPr/>
              </p:nvPicPr>
              <p:blipFill>
                <a:blip r:embed="rId38"/>
                <a:stretch>
                  <a:fillRect/>
                </a:stretch>
              </p:blipFill>
              <p:spPr>
                <a:xfrm>
                  <a:off x="8500920" y="3634880"/>
                  <a:ext cx="69120" cy="138600"/>
                </a:xfrm>
                <a:prstGeom prst="rect">
                  <a:avLst/>
                </a:prstGeom>
              </p:spPr>
            </p:pic>
          </mc:Fallback>
        </mc:AlternateContent>
        <mc:AlternateContent xmlns:mc="http://schemas.openxmlformats.org/markup-compatibility/2006">
          <mc:Choice xmlns:p14="http://schemas.microsoft.com/office/powerpoint/2010/main" Requires="p14">
            <p:contentPart p14:bwMode="auto" r:id="rId39">
              <p14:nvContentPartPr>
                <p14:cNvPr id="26" name="Ink 25">
                  <a:extLst>
                    <a:ext uri="{FF2B5EF4-FFF2-40B4-BE49-F238E27FC236}">
                      <a16:creationId xmlns:a16="http://schemas.microsoft.com/office/drawing/2014/main" id="{77210C5B-1A1C-FB4C-3AB2-5A2801567821}"/>
                    </a:ext>
                  </a:extLst>
                </p14:cNvPr>
                <p14:cNvContentPartPr/>
                <p14:nvPr/>
              </p14:nvContentPartPr>
              <p14:xfrm>
                <a:off x="8632320" y="3701120"/>
                <a:ext cx="15120" cy="2520"/>
              </p14:xfrm>
            </p:contentPart>
          </mc:Choice>
          <mc:Fallback>
            <p:pic>
              <p:nvPicPr>
                <p:cNvPr id="26" name="Ink 25">
                  <a:extLst>
                    <a:ext uri="{FF2B5EF4-FFF2-40B4-BE49-F238E27FC236}">
                      <a16:creationId xmlns:a16="http://schemas.microsoft.com/office/drawing/2014/main" id="{77210C5B-1A1C-FB4C-3AB2-5A2801567821}"/>
                    </a:ext>
                  </a:extLst>
                </p:cNvPr>
                <p:cNvPicPr/>
                <p:nvPr/>
              </p:nvPicPr>
              <p:blipFill>
                <a:blip r:embed="rId40"/>
                <a:stretch>
                  <a:fillRect/>
                </a:stretch>
              </p:blipFill>
              <p:spPr>
                <a:xfrm>
                  <a:off x="8623680" y="3692120"/>
                  <a:ext cx="32760" cy="20160"/>
                </a:xfrm>
                <a:prstGeom prst="rect">
                  <a:avLst/>
                </a:prstGeom>
              </p:spPr>
            </p:pic>
          </mc:Fallback>
        </mc:AlternateContent>
        <mc:AlternateContent xmlns:mc="http://schemas.openxmlformats.org/markup-compatibility/2006">
          <mc:Choice xmlns:p14="http://schemas.microsoft.com/office/powerpoint/2010/main" Requires="p14">
            <p:contentPart p14:bwMode="auto" r:id="rId41">
              <p14:nvContentPartPr>
                <p14:cNvPr id="28" name="Ink 27">
                  <a:extLst>
                    <a:ext uri="{FF2B5EF4-FFF2-40B4-BE49-F238E27FC236}">
                      <a16:creationId xmlns:a16="http://schemas.microsoft.com/office/drawing/2014/main" id="{F015A2C8-98FA-2B5F-7C09-11848A6F821B}"/>
                    </a:ext>
                  </a:extLst>
                </p14:cNvPr>
                <p14:cNvContentPartPr/>
                <p14:nvPr/>
              </p14:nvContentPartPr>
              <p14:xfrm>
                <a:off x="7343520" y="3714800"/>
                <a:ext cx="152640" cy="435240"/>
              </p14:xfrm>
            </p:contentPart>
          </mc:Choice>
          <mc:Fallback>
            <p:pic>
              <p:nvPicPr>
                <p:cNvPr id="28" name="Ink 27">
                  <a:extLst>
                    <a:ext uri="{FF2B5EF4-FFF2-40B4-BE49-F238E27FC236}">
                      <a16:creationId xmlns:a16="http://schemas.microsoft.com/office/drawing/2014/main" id="{F015A2C8-98FA-2B5F-7C09-11848A6F821B}"/>
                    </a:ext>
                  </a:extLst>
                </p:cNvPr>
                <p:cNvPicPr/>
                <p:nvPr/>
              </p:nvPicPr>
              <p:blipFill>
                <a:blip r:embed="rId42"/>
                <a:stretch>
                  <a:fillRect/>
                </a:stretch>
              </p:blipFill>
              <p:spPr>
                <a:xfrm>
                  <a:off x="7334880" y="3705800"/>
                  <a:ext cx="170280" cy="452880"/>
                </a:xfrm>
                <a:prstGeom prst="rect">
                  <a:avLst/>
                </a:prstGeom>
              </p:spPr>
            </p:pic>
          </mc:Fallback>
        </mc:AlternateContent>
        <mc:AlternateContent xmlns:mc="http://schemas.openxmlformats.org/markup-compatibility/2006">
          <mc:Choice xmlns:p14="http://schemas.microsoft.com/office/powerpoint/2010/main" Requires="p14">
            <p:contentPart p14:bwMode="auto" r:id="rId43">
              <p14:nvContentPartPr>
                <p14:cNvPr id="29" name="Ink 28">
                  <a:extLst>
                    <a:ext uri="{FF2B5EF4-FFF2-40B4-BE49-F238E27FC236}">
                      <a16:creationId xmlns:a16="http://schemas.microsoft.com/office/drawing/2014/main" id="{78319A83-5F36-1AD9-2633-F665D28193E0}"/>
                    </a:ext>
                  </a:extLst>
                </p14:cNvPr>
                <p14:cNvContentPartPr/>
                <p14:nvPr/>
              </p14:nvContentPartPr>
              <p14:xfrm>
                <a:off x="7340640" y="3943040"/>
                <a:ext cx="118800" cy="97920"/>
              </p14:xfrm>
            </p:contentPart>
          </mc:Choice>
          <mc:Fallback>
            <p:pic>
              <p:nvPicPr>
                <p:cNvPr id="29" name="Ink 28">
                  <a:extLst>
                    <a:ext uri="{FF2B5EF4-FFF2-40B4-BE49-F238E27FC236}">
                      <a16:creationId xmlns:a16="http://schemas.microsoft.com/office/drawing/2014/main" id="{78319A83-5F36-1AD9-2633-F665D28193E0}"/>
                    </a:ext>
                  </a:extLst>
                </p:cNvPr>
                <p:cNvPicPr/>
                <p:nvPr/>
              </p:nvPicPr>
              <p:blipFill>
                <a:blip r:embed="rId44"/>
                <a:stretch>
                  <a:fillRect/>
                </a:stretch>
              </p:blipFill>
              <p:spPr>
                <a:xfrm>
                  <a:off x="7331640" y="3934040"/>
                  <a:ext cx="136440" cy="115560"/>
                </a:xfrm>
                <a:prstGeom prst="rect">
                  <a:avLst/>
                </a:prstGeom>
              </p:spPr>
            </p:pic>
          </mc:Fallback>
        </mc:AlternateContent>
        <mc:AlternateContent xmlns:mc="http://schemas.openxmlformats.org/markup-compatibility/2006">
          <mc:Choice xmlns:p14="http://schemas.microsoft.com/office/powerpoint/2010/main" Requires="p14">
            <p:contentPart p14:bwMode="auto" r:id="rId45">
              <p14:nvContentPartPr>
                <p14:cNvPr id="30" name="Ink 29">
                  <a:extLst>
                    <a:ext uri="{FF2B5EF4-FFF2-40B4-BE49-F238E27FC236}">
                      <a16:creationId xmlns:a16="http://schemas.microsoft.com/office/drawing/2014/main" id="{D385C954-97B9-E085-E932-1C172F9CC85B}"/>
                    </a:ext>
                  </a:extLst>
                </p14:cNvPr>
                <p14:cNvContentPartPr/>
                <p14:nvPr/>
              </p14:nvContentPartPr>
              <p14:xfrm>
                <a:off x="7499040" y="3897320"/>
                <a:ext cx="9360" cy="4320"/>
              </p14:xfrm>
            </p:contentPart>
          </mc:Choice>
          <mc:Fallback>
            <p:pic>
              <p:nvPicPr>
                <p:cNvPr id="30" name="Ink 29">
                  <a:extLst>
                    <a:ext uri="{FF2B5EF4-FFF2-40B4-BE49-F238E27FC236}">
                      <a16:creationId xmlns:a16="http://schemas.microsoft.com/office/drawing/2014/main" id="{D385C954-97B9-E085-E932-1C172F9CC85B}"/>
                    </a:ext>
                  </a:extLst>
                </p:cNvPr>
                <p:cNvPicPr/>
                <p:nvPr/>
              </p:nvPicPr>
              <p:blipFill>
                <a:blip r:embed="rId46"/>
                <a:stretch>
                  <a:fillRect/>
                </a:stretch>
              </p:blipFill>
              <p:spPr>
                <a:xfrm>
                  <a:off x="7490040" y="3888320"/>
                  <a:ext cx="27000" cy="21960"/>
                </a:xfrm>
                <a:prstGeom prst="rect">
                  <a:avLst/>
                </a:prstGeom>
              </p:spPr>
            </p:pic>
          </mc:Fallback>
        </mc:AlternateContent>
        <mc:AlternateContent xmlns:mc="http://schemas.openxmlformats.org/markup-compatibility/2006">
          <mc:Choice xmlns:p14="http://schemas.microsoft.com/office/powerpoint/2010/main" Requires="p14">
            <p:contentPart p14:bwMode="auto" r:id="rId47">
              <p14:nvContentPartPr>
                <p14:cNvPr id="31" name="Ink 30">
                  <a:extLst>
                    <a:ext uri="{FF2B5EF4-FFF2-40B4-BE49-F238E27FC236}">
                      <a16:creationId xmlns:a16="http://schemas.microsoft.com/office/drawing/2014/main" id="{F599692F-03CF-3C65-CFB0-DC05AF01F543}"/>
                    </a:ext>
                  </a:extLst>
                </p14:cNvPr>
                <p14:cNvContentPartPr/>
                <p14:nvPr/>
              </p14:nvContentPartPr>
              <p14:xfrm>
                <a:off x="7507320" y="3955640"/>
                <a:ext cx="72000" cy="104040"/>
              </p14:xfrm>
            </p:contentPart>
          </mc:Choice>
          <mc:Fallback>
            <p:pic>
              <p:nvPicPr>
                <p:cNvPr id="31" name="Ink 30">
                  <a:extLst>
                    <a:ext uri="{FF2B5EF4-FFF2-40B4-BE49-F238E27FC236}">
                      <a16:creationId xmlns:a16="http://schemas.microsoft.com/office/drawing/2014/main" id="{F599692F-03CF-3C65-CFB0-DC05AF01F543}"/>
                    </a:ext>
                  </a:extLst>
                </p:cNvPr>
                <p:cNvPicPr/>
                <p:nvPr/>
              </p:nvPicPr>
              <p:blipFill>
                <a:blip r:embed="rId48"/>
                <a:stretch>
                  <a:fillRect/>
                </a:stretch>
              </p:blipFill>
              <p:spPr>
                <a:xfrm>
                  <a:off x="7498320" y="3946640"/>
                  <a:ext cx="89640" cy="121680"/>
                </a:xfrm>
                <a:prstGeom prst="rect">
                  <a:avLst/>
                </a:prstGeom>
              </p:spPr>
            </p:pic>
          </mc:Fallback>
        </mc:AlternateContent>
        <mc:AlternateContent xmlns:mc="http://schemas.openxmlformats.org/markup-compatibility/2006">
          <mc:Choice xmlns:p14="http://schemas.microsoft.com/office/powerpoint/2010/main" Requires="p14">
            <p:contentPart p14:bwMode="auto" r:id="rId49">
              <p14:nvContentPartPr>
                <p14:cNvPr id="32" name="Ink 31">
                  <a:extLst>
                    <a:ext uri="{FF2B5EF4-FFF2-40B4-BE49-F238E27FC236}">
                      <a16:creationId xmlns:a16="http://schemas.microsoft.com/office/drawing/2014/main" id="{F2B7A9B8-4BC9-4481-E73A-6F0E38412EE5}"/>
                    </a:ext>
                  </a:extLst>
                </p14:cNvPr>
                <p14:cNvContentPartPr/>
                <p14:nvPr/>
              </p14:nvContentPartPr>
              <p14:xfrm>
                <a:off x="7584000" y="3967160"/>
                <a:ext cx="103680" cy="114480"/>
              </p14:xfrm>
            </p:contentPart>
          </mc:Choice>
          <mc:Fallback>
            <p:pic>
              <p:nvPicPr>
                <p:cNvPr id="32" name="Ink 31">
                  <a:extLst>
                    <a:ext uri="{FF2B5EF4-FFF2-40B4-BE49-F238E27FC236}">
                      <a16:creationId xmlns:a16="http://schemas.microsoft.com/office/drawing/2014/main" id="{F2B7A9B8-4BC9-4481-E73A-6F0E38412EE5}"/>
                    </a:ext>
                  </a:extLst>
                </p:cNvPr>
                <p:cNvPicPr/>
                <p:nvPr/>
              </p:nvPicPr>
              <p:blipFill>
                <a:blip r:embed="rId50"/>
                <a:stretch>
                  <a:fillRect/>
                </a:stretch>
              </p:blipFill>
              <p:spPr>
                <a:xfrm>
                  <a:off x="7575360" y="3958160"/>
                  <a:ext cx="121320" cy="132120"/>
                </a:xfrm>
                <a:prstGeom prst="rect">
                  <a:avLst/>
                </a:prstGeom>
              </p:spPr>
            </p:pic>
          </mc:Fallback>
        </mc:AlternateContent>
        <mc:AlternateContent xmlns:mc="http://schemas.openxmlformats.org/markup-compatibility/2006">
          <mc:Choice xmlns:p14="http://schemas.microsoft.com/office/powerpoint/2010/main" Requires="p14">
            <p:contentPart p14:bwMode="auto" r:id="rId51">
              <p14:nvContentPartPr>
                <p14:cNvPr id="33" name="Ink 32">
                  <a:extLst>
                    <a:ext uri="{FF2B5EF4-FFF2-40B4-BE49-F238E27FC236}">
                      <a16:creationId xmlns:a16="http://schemas.microsoft.com/office/drawing/2014/main" id="{0931EC50-3BDF-D30A-795F-7D8B5E6A09EA}"/>
                    </a:ext>
                  </a:extLst>
                </p14:cNvPr>
                <p14:cNvContentPartPr/>
                <p14:nvPr/>
              </p14:nvContentPartPr>
              <p14:xfrm>
                <a:off x="7707120" y="3876440"/>
                <a:ext cx="34920" cy="13320"/>
              </p14:xfrm>
            </p:contentPart>
          </mc:Choice>
          <mc:Fallback>
            <p:pic>
              <p:nvPicPr>
                <p:cNvPr id="33" name="Ink 32">
                  <a:extLst>
                    <a:ext uri="{FF2B5EF4-FFF2-40B4-BE49-F238E27FC236}">
                      <a16:creationId xmlns:a16="http://schemas.microsoft.com/office/drawing/2014/main" id="{0931EC50-3BDF-D30A-795F-7D8B5E6A09EA}"/>
                    </a:ext>
                  </a:extLst>
                </p:cNvPr>
                <p:cNvPicPr/>
                <p:nvPr/>
              </p:nvPicPr>
              <p:blipFill>
                <a:blip r:embed="rId52"/>
                <a:stretch>
                  <a:fillRect/>
                </a:stretch>
              </p:blipFill>
              <p:spPr>
                <a:xfrm>
                  <a:off x="7698120" y="3867440"/>
                  <a:ext cx="52560" cy="30960"/>
                </a:xfrm>
                <a:prstGeom prst="rect">
                  <a:avLst/>
                </a:prstGeom>
              </p:spPr>
            </p:pic>
          </mc:Fallback>
        </mc:AlternateContent>
        <mc:AlternateContent xmlns:mc="http://schemas.openxmlformats.org/markup-compatibility/2006">
          <mc:Choice xmlns:p14="http://schemas.microsoft.com/office/powerpoint/2010/main" Requires="p14">
            <p:contentPart p14:bwMode="auto" r:id="rId53">
              <p14:nvContentPartPr>
                <p14:cNvPr id="34" name="Ink 33">
                  <a:extLst>
                    <a:ext uri="{FF2B5EF4-FFF2-40B4-BE49-F238E27FC236}">
                      <a16:creationId xmlns:a16="http://schemas.microsoft.com/office/drawing/2014/main" id="{60316A9B-90E1-7C55-EC1F-7C4CEB475BE3}"/>
                    </a:ext>
                  </a:extLst>
                </p14:cNvPr>
                <p14:cNvContentPartPr/>
                <p14:nvPr/>
              </p14:nvContentPartPr>
              <p14:xfrm>
                <a:off x="7807200" y="3886160"/>
                <a:ext cx="31320" cy="296280"/>
              </p14:xfrm>
            </p:contentPart>
          </mc:Choice>
          <mc:Fallback>
            <p:pic>
              <p:nvPicPr>
                <p:cNvPr id="34" name="Ink 33">
                  <a:extLst>
                    <a:ext uri="{FF2B5EF4-FFF2-40B4-BE49-F238E27FC236}">
                      <a16:creationId xmlns:a16="http://schemas.microsoft.com/office/drawing/2014/main" id="{60316A9B-90E1-7C55-EC1F-7C4CEB475BE3}"/>
                    </a:ext>
                  </a:extLst>
                </p:cNvPr>
                <p:cNvPicPr/>
                <p:nvPr/>
              </p:nvPicPr>
              <p:blipFill>
                <a:blip r:embed="rId54"/>
                <a:stretch>
                  <a:fillRect/>
                </a:stretch>
              </p:blipFill>
              <p:spPr>
                <a:xfrm>
                  <a:off x="7798200" y="3877520"/>
                  <a:ext cx="48960" cy="313920"/>
                </a:xfrm>
                <a:prstGeom prst="rect">
                  <a:avLst/>
                </a:prstGeom>
              </p:spPr>
            </p:pic>
          </mc:Fallback>
        </mc:AlternateContent>
        <mc:AlternateContent xmlns:mc="http://schemas.openxmlformats.org/markup-compatibility/2006">
          <mc:Choice xmlns:p14="http://schemas.microsoft.com/office/powerpoint/2010/main" Requires="p14">
            <p:contentPart p14:bwMode="auto" r:id="rId55">
              <p14:nvContentPartPr>
                <p14:cNvPr id="35" name="Ink 34">
                  <a:extLst>
                    <a:ext uri="{FF2B5EF4-FFF2-40B4-BE49-F238E27FC236}">
                      <a16:creationId xmlns:a16="http://schemas.microsoft.com/office/drawing/2014/main" id="{4A7E00ED-0580-FE43-C2A5-4069F8FCBDFE}"/>
                    </a:ext>
                  </a:extLst>
                </p14:cNvPr>
                <p14:cNvContentPartPr/>
                <p14:nvPr/>
              </p14:nvContentPartPr>
              <p14:xfrm>
                <a:off x="7990800" y="3899480"/>
                <a:ext cx="99360" cy="207000"/>
              </p14:xfrm>
            </p:contentPart>
          </mc:Choice>
          <mc:Fallback>
            <p:pic>
              <p:nvPicPr>
                <p:cNvPr id="35" name="Ink 34">
                  <a:extLst>
                    <a:ext uri="{FF2B5EF4-FFF2-40B4-BE49-F238E27FC236}">
                      <a16:creationId xmlns:a16="http://schemas.microsoft.com/office/drawing/2014/main" id="{4A7E00ED-0580-FE43-C2A5-4069F8FCBDFE}"/>
                    </a:ext>
                  </a:extLst>
                </p:cNvPr>
                <p:cNvPicPr/>
                <p:nvPr/>
              </p:nvPicPr>
              <p:blipFill>
                <a:blip r:embed="rId56"/>
                <a:stretch>
                  <a:fillRect/>
                </a:stretch>
              </p:blipFill>
              <p:spPr>
                <a:xfrm>
                  <a:off x="7981800" y="3890480"/>
                  <a:ext cx="117000" cy="224640"/>
                </a:xfrm>
                <a:prstGeom prst="rect">
                  <a:avLst/>
                </a:prstGeom>
              </p:spPr>
            </p:pic>
          </mc:Fallback>
        </mc:AlternateContent>
        <mc:AlternateContent xmlns:mc="http://schemas.openxmlformats.org/markup-compatibility/2006">
          <mc:Choice xmlns:p14="http://schemas.microsoft.com/office/powerpoint/2010/main" Requires="p14">
            <p:contentPart p14:bwMode="auto" r:id="rId57">
              <p14:nvContentPartPr>
                <p14:cNvPr id="36" name="Ink 35">
                  <a:extLst>
                    <a:ext uri="{FF2B5EF4-FFF2-40B4-BE49-F238E27FC236}">
                      <a16:creationId xmlns:a16="http://schemas.microsoft.com/office/drawing/2014/main" id="{D516C539-841E-241F-54B2-891FE27F0FEC}"/>
                    </a:ext>
                  </a:extLst>
                </p14:cNvPr>
                <p14:cNvContentPartPr/>
                <p14:nvPr/>
              </p14:nvContentPartPr>
              <p14:xfrm>
                <a:off x="8118240" y="3997760"/>
                <a:ext cx="72360" cy="93600"/>
              </p14:xfrm>
            </p:contentPart>
          </mc:Choice>
          <mc:Fallback>
            <p:pic>
              <p:nvPicPr>
                <p:cNvPr id="36" name="Ink 35">
                  <a:extLst>
                    <a:ext uri="{FF2B5EF4-FFF2-40B4-BE49-F238E27FC236}">
                      <a16:creationId xmlns:a16="http://schemas.microsoft.com/office/drawing/2014/main" id="{D516C539-841E-241F-54B2-891FE27F0FEC}"/>
                    </a:ext>
                  </a:extLst>
                </p:cNvPr>
                <p:cNvPicPr/>
                <p:nvPr/>
              </p:nvPicPr>
              <p:blipFill>
                <a:blip r:embed="rId58"/>
                <a:stretch>
                  <a:fillRect/>
                </a:stretch>
              </p:blipFill>
              <p:spPr>
                <a:xfrm>
                  <a:off x="8109600" y="3989120"/>
                  <a:ext cx="90000" cy="111240"/>
                </a:xfrm>
                <a:prstGeom prst="rect">
                  <a:avLst/>
                </a:prstGeom>
              </p:spPr>
            </p:pic>
          </mc:Fallback>
        </mc:AlternateContent>
        <mc:AlternateContent xmlns:mc="http://schemas.openxmlformats.org/markup-compatibility/2006">
          <mc:Choice xmlns:p14="http://schemas.microsoft.com/office/powerpoint/2010/main" Requires="p14">
            <p:contentPart p14:bwMode="auto" r:id="rId59">
              <p14:nvContentPartPr>
                <p14:cNvPr id="37" name="Ink 36">
                  <a:extLst>
                    <a:ext uri="{FF2B5EF4-FFF2-40B4-BE49-F238E27FC236}">
                      <a16:creationId xmlns:a16="http://schemas.microsoft.com/office/drawing/2014/main" id="{1EEDAFCE-E72E-C5E9-A5E4-EA03249F170A}"/>
                    </a:ext>
                  </a:extLst>
                </p14:cNvPr>
                <p14:cNvContentPartPr/>
                <p14:nvPr/>
              </p14:nvContentPartPr>
              <p14:xfrm>
                <a:off x="8218680" y="4006760"/>
                <a:ext cx="14040" cy="87480"/>
              </p14:xfrm>
            </p:contentPart>
          </mc:Choice>
          <mc:Fallback>
            <p:pic>
              <p:nvPicPr>
                <p:cNvPr id="37" name="Ink 36">
                  <a:extLst>
                    <a:ext uri="{FF2B5EF4-FFF2-40B4-BE49-F238E27FC236}">
                      <a16:creationId xmlns:a16="http://schemas.microsoft.com/office/drawing/2014/main" id="{1EEDAFCE-E72E-C5E9-A5E4-EA03249F170A}"/>
                    </a:ext>
                  </a:extLst>
                </p:cNvPr>
                <p:cNvPicPr/>
                <p:nvPr/>
              </p:nvPicPr>
              <p:blipFill>
                <a:blip r:embed="rId60"/>
                <a:stretch>
                  <a:fillRect/>
                </a:stretch>
              </p:blipFill>
              <p:spPr>
                <a:xfrm>
                  <a:off x="8210040" y="3997760"/>
                  <a:ext cx="31680" cy="105120"/>
                </a:xfrm>
                <a:prstGeom prst="rect">
                  <a:avLst/>
                </a:prstGeom>
              </p:spPr>
            </p:pic>
          </mc:Fallback>
        </mc:AlternateContent>
        <mc:AlternateContent xmlns:mc="http://schemas.openxmlformats.org/markup-compatibility/2006">
          <mc:Choice xmlns:p14="http://schemas.microsoft.com/office/powerpoint/2010/main" Requires="p14">
            <p:contentPart p14:bwMode="auto" r:id="rId61">
              <p14:nvContentPartPr>
                <p14:cNvPr id="38" name="Ink 37">
                  <a:extLst>
                    <a:ext uri="{FF2B5EF4-FFF2-40B4-BE49-F238E27FC236}">
                      <a16:creationId xmlns:a16="http://schemas.microsoft.com/office/drawing/2014/main" id="{91CDB9DE-2A56-E995-39AF-B40FB565AAA0}"/>
                    </a:ext>
                  </a:extLst>
                </p14:cNvPr>
                <p14:cNvContentPartPr/>
                <p14:nvPr/>
              </p14:nvContentPartPr>
              <p14:xfrm>
                <a:off x="8275200" y="3919640"/>
                <a:ext cx="5400" cy="28080"/>
              </p14:xfrm>
            </p:contentPart>
          </mc:Choice>
          <mc:Fallback>
            <p:pic>
              <p:nvPicPr>
                <p:cNvPr id="38" name="Ink 37">
                  <a:extLst>
                    <a:ext uri="{FF2B5EF4-FFF2-40B4-BE49-F238E27FC236}">
                      <a16:creationId xmlns:a16="http://schemas.microsoft.com/office/drawing/2014/main" id="{91CDB9DE-2A56-E995-39AF-B40FB565AAA0}"/>
                    </a:ext>
                  </a:extLst>
                </p:cNvPr>
                <p:cNvPicPr/>
                <p:nvPr/>
              </p:nvPicPr>
              <p:blipFill>
                <a:blip r:embed="rId62"/>
                <a:stretch>
                  <a:fillRect/>
                </a:stretch>
              </p:blipFill>
              <p:spPr>
                <a:xfrm>
                  <a:off x="8266200" y="3910640"/>
                  <a:ext cx="23040" cy="45720"/>
                </a:xfrm>
                <a:prstGeom prst="rect">
                  <a:avLst/>
                </a:prstGeom>
              </p:spPr>
            </p:pic>
          </mc:Fallback>
        </mc:AlternateContent>
        <mc:AlternateContent xmlns:mc="http://schemas.openxmlformats.org/markup-compatibility/2006">
          <mc:Choice xmlns:p14="http://schemas.microsoft.com/office/powerpoint/2010/main" Requires="p14">
            <p:contentPart p14:bwMode="auto" r:id="rId63">
              <p14:nvContentPartPr>
                <p14:cNvPr id="39" name="Ink 38">
                  <a:extLst>
                    <a:ext uri="{FF2B5EF4-FFF2-40B4-BE49-F238E27FC236}">
                      <a16:creationId xmlns:a16="http://schemas.microsoft.com/office/drawing/2014/main" id="{E2CA0DAA-462A-D858-D1F6-905BC61B99B9}"/>
                    </a:ext>
                  </a:extLst>
                </p14:cNvPr>
                <p14:cNvContentPartPr/>
                <p14:nvPr/>
              </p14:nvContentPartPr>
              <p14:xfrm>
                <a:off x="8270160" y="3931880"/>
                <a:ext cx="25560" cy="162360"/>
              </p14:xfrm>
            </p:contentPart>
          </mc:Choice>
          <mc:Fallback>
            <p:pic>
              <p:nvPicPr>
                <p:cNvPr id="39" name="Ink 38">
                  <a:extLst>
                    <a:ext uri="{FF2B5EF4-FFF2-40B4-BE49-F238E27FC236}">
                      <a16:creationId xmlns:a16="http://schemas.microsoft.com/office/drawing/2014/main" id="{E2CA0DAA-462A-D858-D1F6-905BC61B99B9}"/>
                    </a:ext>
                  </a:extLst>
                </p:cNvPr>
                <p:cNvPicPr/>
                <p:nvPr/>
              </p:nvPicPr>
              <p:blipFill>
                <a:blip r:embed="rId64"/>
                <a:stretch>
                  <a:fillRect/>
                </a:stretch>
              </p:blipFill>
              <p:spPr>
                <a:xfrm>
                  <a:off x="8261520" y="3922880"/>
                  <a:ext cx="43200" cy="180000"/>
                </a:xfrm>
                <a:prstGeom prst="rect">
                  <a:avLst/>
                </a:prstGeom>
              </p:spPr>
            </p:pic>
          </mc:Fallback>
        </mc:AlternateContent>
        <mc:AlternateContent xmlns:mc="http://schemas.openxmlformats.org/markup-compatibility/2006">
          <mc:Choice xmlns:p14="http://schemas.microsoft.com/office/powerpoint/2010/main" Requires="p14">
            <p:contentPart p14:bwMode="auto" r:id="rId65">
              <p14:nvContentPartPr>
                <p14:cNvPr id="40" name="Ink 39">
                  <a:extLst>
                    <a:ext uri="{FF2B5EF4-FFF2-40B4-BE49-F238E27FC236}">
                      <a16:creationId xmlns:a16="http://schemas.microsoft.com/office/drawing/2014/main" id="{EDCF953B-7AC7-6898-4698-D4999E8AA910}"/>
                    </a:ext>
                  </a:extLst>
                </p14:cNvPr>
                <p14:cNvContentPartPr/>
                <p14:nvPr/>
              </p14:nvContentPartPr>
              <p14:xfrm>
                <a:off x="8310120" y="3914960"/>
                <a:ext cx="111960" cy="177840"/>
              </p14:xfrm>
            </p:contentPart>
          </mc:Choice>
          <mc:Fallback>
            <p:pic>
              <p:nvPicPr>
                <p:cNvPr id="40" name="Ink 39">
                  <a:extLst>
                    <a:ext uri="{FF2B5EF4-FFF2-40B4-BE49-F238E27FC236}">
                      <a16:creationId xmlns:a16="http://schemas.microsoft.com/office/drawing/2014/main" id="{EDCF953B-7AC7-6898-4698-D4999E8AA910}"/>
                    </a:ext>
                  </a:extLst>
                </p:cNvPr>
                <p:cNvPicPr/>
                <p:nvPr/>
              </p:nvPicPr>
              <p:blipFill>
                <a:blip r:embed="rId66"/>
                <a:stretch>
                  <a:fillRect/>
                </a:stretch>
              </p:blipFill>
              <p:spPr>
                <a:xfrm>
                  <a:off x="8301480" y="3905960"/>
                  <a:ext cx="129600" cy="195480"/>
                </a:xfrm>
                <a:prstGeom prst="rect">
                  <a:avLst/>
                </a:prstGeom>
              </p:spPr>
            </p:pic>
          </mc:Fallback>
        </mc:AlternateContent>
        <mc:AlternateContent xmlns:mc="http://schemas.openxmlformats.org/markup-compatibility/2006">
          <mc:Choice xmlns:p14="http://schemas.microsoft.com/office/powerpoint/2010/main" Requires="p14">
            <p:contentPart p14:bwMode="auto" r:id="rId67">
              <p14:nvContentPartPr>
                <p14:cNvPr id="41" name="Ink 40">
                  <a:extLst>
                    <a:ext uri="{FF2B5EF4-FFF2-40B4-BE49-F238E27FC236}">
                      <a16:creationId xmlns:a16="http://schemas.microsoft.com/office/drawing/2014/main" id="{EEFF21C8-7009-453C-9856-0C0B20C155F9}"/>
                    </a:ext>
                  </a:extLst>
                </p14:cNvPr>
                <p14:cNvContentPartPr/>
                <p14:nvPr/>
              </p14:nvContentPartPr>
              <p14:xfrm>
                <a:off x="8443680" y="3988760"/>
                <a:ext cx="160200" cy="174600"/>
              </p14:xfrm>
            </p:contentPart>
          </mc:Choice>
          <mc:Fallback>
            <p:pic>
              <p:nvPicPr>
                <p:cNvPr id="41" name="Ink 40">
                  <a:extLst>
                    <a:ext uri="{FF2B5EF4-FFF2-40B4-BE49-F238E27FC236}">
                      <a16:creationId xmlns:a16="http://schemas.microsoft.com/office/drawing/2014/main" id="{EEFF21C8-7009-453C-9856-0C0B20C155F9}"/>
                    </a:ext>
                  </a:extLst>
                </p:cNvPr>
                <p:cNvPicPr/>
                <p:nvPr/>
              </p:nvPicPr>
              <p:blipFill>
                <a:blip r:embed="rId68"/>
                <a:stretch>
                  <a:fillRect/>
                </a:stretch>
              </p:blipFill>
              <p:spPr>
                <a:xfrm>
                  <a:off x="8434680" y="3979760"/>
                  <a:ext cx="177840" cy="192240"/>
                </a:xfrm>
                <a:prstGeom prst="rect">
                  <a:avLst/>
                </a:prstGeom>
              </p:spPr>
            </p:pic>
          </mc:Fallback>
        </mc:AlternateContent>
        <mc:AlternateContent xmlns:mc="http://schemas.openxmlformats.org/markup-compatibility/2006">
          <mc:Choice xmlns:p14="http://schemas.microsoft.com/office/powerpoint/2010/main" Requires="p14">
            <p:contentPart p14:bwMode="auto" r:id="rId69">
              <p14:nvContentPartPr>
                <p14:cNvPr id="42" name="Ink 41">
                  <a:extLst>
                    <a:ext uri="{FF2B5EF4-FFF2-40B4-BE49-F238E27FC236}">
                      <a16:creationId xmlns:a16="http://schemas.microsoft.com/office/drawing/2014/main" id="{4EAF962B-48F1-F4F8-B258-F2758A578D3B}"/>
                    </a:ext>
                  </a:extLst>
                </p14:cNvPr>
                <p14:cNvContentPartPr/>
                <p14:nvPr/>
              </p14:nvContentPartPr>
              <p14:xfrm>
                <a:off x="8630880" y="4009640"/>
                <a:ext cx="55440" cy="155160"/>
              </p14:xfrm>
            </p:contentPart>
          </mc:Choice>
          <mc:Fallback>
            <p:pic>
              <p:nvPicPr>
                <p:cNvPr id="42" name="Ink 41">
                  <a:extLst>
                    <a:ext uri="{FF2B5EF4-FFF2-40B4-BE49-F238E27FC236}">
                      <a16:creationId xmlns:a16="http://schemas.microsoft.com/office/drawing/2014/main" id="{4EAF962B-48F1-F4F8-B258-F2758A578D3B}"/>
                    </a:ext>
                  </a:extLst>
                </p:cNvPr>
                <p:cNvPicPr/>
                <p:nvPr/>
              </p:nvPicPr>
              <p:blipFill>
                <a:blip r:embed="rId70"/>
                <a:stretch>
                  <a:fillRect/>
                </a:stretch>
              </p:blipFill>
              <p:spPr>
                <a:xfrm>
                  <a:off x="8621880" y="4001000"/>
                  <a:ext cx="73080" cy="172800"/>
                </a:xfrm>
                <a:prstGeom prst="rect">
                  <a:avLst/>
                </a:prstGeom>
              </p:spPr>
            </p:pic>
          </mc:Fallback>
        </mc:AlternateContent>
        <mc:AlternateContent xmlns:mc="http://schemas.openxmlformats.org/markup-compatibility/2006">
          <mc:Choice xmlns:p14="http://schemas.microsoft.com/office/powerpoint/2010/main" Requires="p14">
            <p:contentPart p14:bwMode="auto" r:id="rId71">
              <p14:nvContentPartPr>
                <p14:cNvPr id="43" name="Ink 42">
                  <a:extLst>
                    <a:ext uri="{FF2B5EF4-FFF2-40B4-BE49-F238E27FC236}">
                      <a16:creationId xmlns:a16="http://schemas.microsoft.com/office/drawing/2014/main" id="{8D919E4C-6B80-1E8D-EAFE-0C9590EA6BCE}"/>
                    </a:ext>
                  </a:extLst>
                </p14:cNvPr>
                <p14:cNvContentPartPr/>
                <p14:nvPr/>
              </p14:nvContentPartPr>
              <p14:xfrm>
                <a:off x="8687040" y="4042760"/>
                <a:ext cx="46800" cy="101880"/>
              </p14:xfrm>
            </p:contentPart>
          </mc:Choice>
          <mc:Fallback>
            <p:pic>
              <p:nvPicPr>
                <p:cNvPr id="43" name="Ink 42">
                  <a:extLst>
                    <a:ext uri="{FF2B5EF4-FFF2-40B4-BE49-F238E27FC236}">
                      <a16:creationId xmlns:a16="http://schemas.microsoft.com/office/drawing/2014/main" id="{8D919E4C-6B80-1E8D-EAFE-0C9590EA6BCE}"/>
                    </a:ext>
                  </a:extLst>
                </p:cNvPr>
                <p:cNvPicPr/>
                <p:nvPr/>
              </p:nvPicPr>
              <p:blipFill>
                <a:blip r:embed="rId72"/>
                <a:stretch>
                  <a:fillRect/>
                </a:stretch>
              </p:blipFill>
              <p:spPr>
                <a:xfrm>
                  <a:off x="8678040" y="4033760"/>
                  <a:ext cx="64440" cy="119520"/>
                </a:xfrm>
                <a:prstGeom prst="rect">
                  <a:avLst/>
                </a:prstGeom>
              </p:spPr>
            </p:pic>
          </mc:Fallback>
        </mc:AlternateContent>
        <mc:AlternateContent xmlns:mc="http://schemas.openxmlformats.org/markup-compatibility/2006">
          <mc:Choice xmlns:p14="http://schemas.microsoft.com/office/powerpoint/2010/main" Requires="p14">
            <p:contentPart p14:bwMode="auto" r:id="rId73">
              <p14:nvContentPartPr>
                <p14:cNvPr id="45" name="Ink 44">
                  <a:extLst>
                    <a:ext uri="{FF2B5EF4-FFF2-40B4-BE49-F238E27FC236}">
                      <a16:creationId xmlns:a16="http://schemas.microsoft.com/office/drawing/2014/main" id="{A30608B8-7D01-50AD-8234-57297FD5A939}"/>
                    </a:ext>
                  </a:extLst>
                </p14:cNvPr>
                <p14:cNvContentPartPr/>
                <p14:nvPr/>
              </p14:nvContentPartPr>
              <p14:xfrm>
                <a:off x="2340600" y="1970240"/>
                <a:ext cx="180720" cy="295560"/>
              </p14:xfrm>
            </p:contentPart>
          </mc:Choice>
          <mc:Fallback>
            <p:pic>
              <p:nvPicPr>
                <p:cNvPr id="45" name="Ink 44">
                  <a:extLst>
                    <a:ext uri="{FF2B5EF4-FFF2-40B4-BE49-F238E27FC236}">
                      <a16:creationId xmlns:a16="http://schemas.microsoft.com/office/drawing/2014/main" id="{A30608B8-7D01-50AD-8234-57297FD5A939}"/>
                    </a:ext>
                  </a:extLst>
                </p:cNvPr>
                <p:cNvPicPr/>
                <p:nvPr/>
              </p:nvPicPr>
              <p:blipFill>
                <a:blip r:embed="rId74"/>
                <a:stretch>
                  <a:fillRect/>
                </a:stretch>
              </p:blipFill>
              <p:spPr>
                <a:xfrm>
                  <a:off x="2331960" y="1961240"/>
                  <a:ext cx="198360" cy="313200"/>
                </a:xfrm>
                <a:prstGeom prst="rect">
                  <a:avLst/>
                </a:prstGeom>
              </p:spPr>
            </p:pic>
          </mc:Fallback>
        </mc:AlternateContent>
        <mc:AlternateContent xmlns:mc="http://schemas.openxmlformats.org/markup-compatibility/2006">
          <mc:Choice xmlns:p14="http://schemas.microsoft.com/office/powerpoint/2010/main" Requires="p14">
            <p:contentPart p14:bwMode="auto" r:id="rId75">
              <p14:nvContentPartPr>
                <p14:cNvPr id="46" name="Ink 45">
                  <a:extLst>
                    <a:ext uri="{FF2B5EF4-FFF2-40B4-BE49-F238E27FC236}">
                      <a16:creationId xmlns:a16="http://schemas.microsoft.com/office/drawing/2014/main" id="{E706081A-FF68-0F3F-1B4B-63547FAF35CF}"/>
                    </a:ext>
                  </a:extLst>
                </p14:cNvPr>
                <p14:cNvContentPartPr/>
                <p14:nvPr/>
              </p14:nvContentPartPr>
              <p14:xfrm>
                <a:off x="2555520" y="2021720"/>
                <a:ext cx="244080" cy="257040"/>
              </p14:xfrm>
            </p:contentPart>
          </mc:Choice>
          <mc:Fallback>
            <p:pic>
              <p:nvPicPr>
                <p:cNvPr id="46" name="Ink 45">
                  <a:extLst>
                    <a:ext uri="{FF2B5EF4-FFF2-40B4-BE49-F238E27FC236}">
                      <a16:creationId xmlns:a16="http://schemas.microsoft.com/office/drawing/2014/main" id="{E706081A-FF68-0F3F-1B4B-63547FAF35CF}"/>
                    </a:ext>
                  </a:extLst>
                </p:cNvPr>
                <p:cNvPicPr/>
                <p:nvPr/>
              </p:nvPicPr>
              <p:blipFill>
                <a:blip r:embed="rId76"/>
                <a:stretch>
                  <a:fillRect/>
                </a:stretch>
              </p:blipFill>
              <p:spPr>
                <a:xfrm>
                  <a:off x="2546520" y="2013080"/>
                  <a:ext cx="261720" cy="274680"/>
                </a:xfrm>
                <a:prstGeom prst="rect">
                  <a:avLst/>
                </a:prstGeom>
              </p:spPr>
            </p:pic>
          </mc:Fallback>
        </mc:AlternateContent>
        <mc:AlternateContent xmlns:mc="http://schemas.openxmlformats.org/markup-compatibility/2006">
          <mc:Choice xmlns:p14="http://schemas.microsoft.com/office/powerpoint/2010/main" Requires="p14">
            <p:contentPart p14:bwMode="auto" r:id="rId77">
              <p14:nvContentPartPr>
                <p14:cNvPr id="47" name="Ink 46">
                  <a:extLst>
                    <a:ext uri="{FF2B5EF4-FFF2-40B4-BE49-F238E27FC236}">
                      <a16:creationId xmlns:a16="http://schemas.microsoft.com/office/drawing/2014/main" id="{3FB6CB3B-A0A2-8E62-093E-50A2B4F707D0}"/>
                    </a:ext>
                  </a:extLst>
                </p14:cNvPr>
                <p14:cNvContentPartPr/>
                <p14:nvPr/>
              </p14:nvContentPartPr>
              <p14:xfrm>
                <a:off x="2824440" y="1984640"/>
                <a:ext cx="38880" cy="161280"/>
              </p14:xfrm>
            </p:contentPart>
          </mc:Choice>
          <mc:Fallback>
            <p:pic>
              <p:nvPicPr>
                <p:cNvPr id="47" name="Ink 46">
                  <a:extLst>
                    <a:ext uri="{FF2B5EF4-FFF2-40B4-BE49-F238E27FC236}">
                      <a16:creationId xmlns:a16="http://schemas.microsoft.com/office/drawing/2014/main" id="{3FB6CB3B-A0A2-8E62-093E-50A2B4F707D0}"/>
                    </a:ext>
                  </a:extLst>
                </p:cNvPr>
                <p:cNvPicPr/>
                <p:nvPr/>
              </p:nvPicPr>
              <p:blipFill>
                <a:blip r:embed="rId78"/>
                <a:stretch>
                  <a:fillRect/>
                </a:stretch>
              </p:blipFill>
              <p:spPr>
                <a:xfrm>
                  <a:off x="2815440" y="1975640"/>
                  <a:ext cx="56520" cy="178920"/>
                </a:xfrm>
                <a:prstGeom prst="rect">
                  <a:avLst/>
                </a:prstGeom>
              </p:spPr>
            </p:pic>
          </mc:Fallback>
        </mc:AlternateContent>
        <mc:AlternateContent xmlns:mc="http://schemas.openxmlformats.org/markup-compatibility/2006">
          <mc:Choice xmlns:p14="http://schemas.microsoft.com/office/powerpoint/2010/main" Requires="p14">
            <p:contentPart p14:bwMode="auto" r:id="rId79">
              <p14:nvContentPartPr>
                <p14:cNvPr id="48" name="Ink 47">
                  <a:extLst>
                    <a:ext uri="{FF2B5EF4-FFF2-40B4-BE49-F238E27FC236}">
                      <a16:creationId xmlns:a16="http://schemas.microsoft.com/office/drawing/2014/main" id="{19A6BCF5-89C9-DF2F-1DC6-5CCC0F02418F}"/>
                    </a:ext>
                  </a:extLst>
                </p14:cNvPr>
                <p14:cNvContentPartPr/>
                <p14:nvPr/>
              </p14:nvContentPartPr>
              <p14:xfrm>
                <a:off x="2904720" y="2047640"/>
                <a:ext cx="310680" cy="319320"/>
              </p14:xfrm>
            </p:contentPart>
          </mc:Choice>
          <mc:Fallback>
            <p:pic>
              <p:nvPicPr>
                <p:cNvPr id="48" name="Ink 47">
                  <a:extLst>
                    <a:ext uri="{FF2B5EF4-FFF2-40B4-BE49-F238E27FC236}">
                      <a16:creationId xmlns:a16="http://schemas.microsoft.com/office/drawing/2014/main" id="{19A6BCF5-89C9-DF2F-1DC6-5CCC0F02418F}"/>
                    </a:ext>
                  </a:extLst>
                </p:cNvPr>
                <p:cNvPicPr/>
                <p:nvPr/>
              </p:nvPicPr>
              <p:blipFill>
                <a:blip r:embed="rId80"/>
                <a:stretch>
                  <a:fillRect/>
                </a:stretch>
              </p:blipFill>
              <p:spPr>
                <a:xfrm>
                  <a:off x="2895720" y="2038640"/>
                  <a:ext cx="328320" cy="336960"/>
                </a:xfrm>
                <a:prstGeom prst="rect">
                  <a:avLst/>
                </a:prstGeom>
              </p:spPr>
            </p:pic>
          </mc:Fallback>
        </mc:AlternateContent>
        <mc:AlternateContent xmlns:mc="http://schemas.openxmlformats.org/markup-compatibility/2006">
          <mc:Choice xmlns:p14="http://schemas.microsoft.com/office/powerpoint/2010/main" Requires="p14">
            <p:contentPart p14:bwMode="auto" r:id="rId81">
              <p14:nvContentPartPr>
                <p14:cNvPr id="49" name="Ink 48">
                  <a:extLst>
                    <a:ext uri="{FF2B5EF4-FFF2-40B4-BE49-F238E27FC236}">
                      <a16:creationId xmlns:a16="http://schemas.microsoft.com/office/drawing/2014/main" id="{EE85F1DB-24A7-652C-B38C-FA5D8F120272}"/>
                    </a:ext>
                  </a:extLst>
                </p14:cNvPr>
                <p14:cNvContentPartPr/>
                <p14:nvPr/>
              </p14:nvContentPartPr>
              <p14:xfrm>
                <a:off x="1982400" y="1785200"/>
                <a:ext cx="1612080" cy="965880"/>
              </p14:xfrm>
            </p:contentPart>
          </mc:Choice>
          <mc:Fallback>
            <p:pic>
              <p:nvPicPr>
                <p:cNvPr id="49" name="Ink 48">
                  <a:extLst>
                    <a:ext uri="{FF2B5EF4-FFF2-40B4-BE49-F238E27FC236}">
                      <a16:creationId xmlns:a16="http://schemas.microsoft.com/office/drawing/2014/main" id="{EE85F1DB-24A7-652C-B38C-FA5D8F120272}"/>
                    </a:ext>
                  </a:extLst>
                </p:cNvPr>
                <p:cNvPicPr/>
                <p:nvPr/>
              </p:nvPicPr>
              <p:blipFill>
                <a:blip r:embed="rId82"/>
                <a:stretch>
                  <a:fillRect/>
                </a:stretch>
              </p:blipFill>
              <p:spPr>
                <a:xfrm>
                  <a:off x="1973760" y="1776560"/>
                  <a:ext cx="1629720" cy="983520"/>
                </a:xfrm>
                <a:prstGeom prst="rect">
                  <a:avLst/>
                </a:prstGeom>
              </p:spPr>
            </p:pic>
          </mc:Fallback>
        </mc:AlternateContent>
        <mc:AlternateContent xmlns:mc="http://schemas.openxmlformats.org/markup-compatibility/2006">
          <mc:Choice xmlns:p14="http://schemas.microsoft.com/office/powerpoint/2010/main" Requires="p14">
            <p:contentPart p14:bwMode="auto" r:id="rId83">
              <p14:nvContentPartPr>
                <p14:cNvPr id="51" name="Ink 50">
                  <a:extLst>
                    <a:ext uri="{FF2B5EF4-FFF2-40B4-BE49-F238E27FC236}">
                      <a16:creationId xmlns:a16="http://schemas.microsoft.com/office/drawing/2014/main" id="{AD09522A-35F8-C34B-36F2-9C0C054ADBC9}"/>
                    </a:ext>
                  </a:extLst>
                </p14:cNvPr>
                <p14:cNvContentPartPr/>
                <p14:nvPr/>
              </p14:nvContentPartPr>
              <p14:xfrm>
                <a:off x="843720" y="2222600"/>
                <a:ext cx="176400" cy="303480"/>
              </p14:xfrm>
            </p:contentPart>
          </mc:Choice>
          <mc:Fallback>
            <p:pic>
              <p:nvPicPr>
                <p:cNvPr id="51" name="Ink 50">
                  <a:extLst>
                    <a:ext uri="{FF2B5EF4-FFF2-40B4-BE49-F238E27FC236}">
                      <a16:creationId xmlns:a16="http://schemas.microsoft.com/office/drawing/2014/main" id="{AD09522A-35F8-C34B-36F2-9C0C054ADBC9}"/>
                    </a:ext>
                  </a:extLst>
                </p:cNvPr>
                <p:cNvPicPr/>
                <p:nvPr/>
              </p:nvPicPr>
              <p:blipFill>
                <a:blip r:embed="rId84"/>
                <a:stretch>
                  <a:fillRect/>
                </a:stretch>
              </p:blipFill>
              <p:spPr>
                <a:xfrm>
                  <a:off x="835080" y="2213960"/>
                  <a:ext cx="194040" cy="321120"/>
                </a:xfrm>
                <a:prstGeom prst="rect">
                  <a:avLst/>
                </a:prstGeom>
              </p:spPr>
            </p:pic>
          </mc:Fallback>
        </mc:AlternateContent>
        <mc:AlternateContent xmlns:mc="http://schemas.openxmlformats.org/markup-compatibility/2006">
          <mc:Choice xmlns:p14="http://schemas.microsoft.com/office/powerpoint/2010/main" Requires="p14">
            <p:contentPart p14:bwMode="auto" r:id="rId85">
              <p14:nvContentPartPr>
                <p14:cNvPr id="52" name="Ink 51">
                  <a:extLst>
                    <a:ext uri="{FF2B5EF4-FFF2-40B4-BE49-F238E27FC236}">
                      <a16:creationId xmlns:a16="http://schemas.microsoft.com/office/drawing/2014/main" id="{2295743D-9173-EC6F-F4B9-0F08243F3FF5}"/>
                    </a:ext>
                  </a:extLst>
                </p14:cNvPr>
                <p14:cNvContentPartPr/>
                <p14:nvPr/>
              </p14:nvContentPartPr>
              <p14:xfrm>
                <a:off x="1076640" y="2294960"/>
                <a:ext cx="2520" cy="1080"/>
              </p14:xfrm>
            </p:contentPart>
          </mc:Choice>
          <mc:Fallback>
            <p:pic>
              <p:nvPicPr>
                <p:cNvPr id="52" name="Ink 51">
                  <a:extLst>
                    <a:ext uri="{FF2B5EF4-FFF2-40B4-BE49-F238E27FC236}">
                      <a16:creationId xmlns:a16="http://schemas.microsoft.com/office/drawing/2014/main" id="{2295743D-9173-EC6F-F4B9-0F08243F3FF5}"/>
                    </a:ext>
                  </a:extLst>
                </p:cNvPr>
                <p:cNvPicPr/>
                <p:nvPr/>
              </p:nvPicPr>
              <p:blipFill>
                <a:blip r:embed="rId86"/>
                <a:stretch>
                  <a:fillRect/>
                </a:stretch>
              </p:blipFill>
              <p:spPr>
                <a:xfrm>
                  <a:off x="1068000" y="2286320"/>
                  <a:ext cx="20160" cy="18720"/>
                </a:xfrm>
                <a:prstGeom prst="rect">
                  <a:avLst/>
                </a:prstGeom>
              </p:spPr>
            </p:pic>
          </mc:Fallback>
        </mc:AlternateContent>
        <mc:AlternateContent xmlns:mc="http://schemas.openxmlformats.org/markup-compatibility/2006">
          <mc:Choice xmlns:p14="http://schemas.microsoft.com/office/powerpoint/2010/main" Requires="p14">
            <p:contentPart p14:bwMode="auto" r:id="rId87">
              <p14:nvContentPartPr>
                <p14:cNvPr id="53" name="Ink 52">
                  <a:extLst>
                    <a:ext uri="{FF2B5EF4-FFF2-40B4-BE49-F238E27FC236}">
                      <a16:creationId xmlns:a16="http://schemas.microsoft.com/office/drawing/2014/main" id="{B4717578-2917-A563-2537-9280238D8412}"/>
                    </a:ext>
                  </a:extLst>
                </p14:cNvPr>
                <p14:cNvContentPartPr/>
                <p14:nvPr/>
              </p14:nvContentPartPr>
              <p14:xfrm>
                <a:off x="1072320" y="2351480"/>
                <a:ext cx="241560" cy="167040"/>
              </p14:xfrm>
            </p:contentPart>
          </mc:Choice>
          <mc:Fallback>
            <p:pic>
              <p:nvPicPr>
                <p:cNvPr id="53" name="Ink 52">
                  <a:extLst>
                    <a:ext uri="{FF2B5EF4-FFF2-40B4-BE49-F238E27FC236}">
                      <a16:creationId xmlns:a16="http://schemas.microsoft.com/office/drawing/2014/main" id="{B4717578-2917-A563-2537-9280238D8412}"/>
                    </a:ext>
                  </a:extLst>
                </p:cNvPr>
                <p:cNvPicPr/>
                <p:nvPr/>
              </p:nvPicPr>
              <p:blipFill>
                <a:blip r:embed="rId88"/>
                <a:stretch>
                  <a:fillRect/>
                </a:stretch>
              </p:blipFill>
              <p:spPr>
                <a:xfrm>
                  <a:off x="1063320" y="2342840"/>
                  <a:ext cx="259200" cy="184680"/>
                </a:xfrm>
                <a:prstGeom prst="rect">
                  <a:avLst/>
                </a:prstGeom>
              </p:spPr>
            </p:pic>
          </mc:Fallback>
        </mc:AlternateContent>
        <mc:AlternateContent xmlns:mc="http://schemas.openxmlformats.org/markup-compatibility/2006">
          <mc:Choice xmlns:p14="http://schemas.microsoft.com/office/powerpoint/2010/main" Requires="p14">
            <p:contentPart p14:bwMode="auto" r:id="rId89">
              <p14:nvContentPartPr>
                <p14:cNvPr id="54" name="Ink 53">
                  <a:extLst>
                    <a:ext uri="{FF2B5EF4-FFF2-40B4-BE49-F238E27FC236}">
                      <a16:creationId xmlns:a16="http://schemas.microsoft.com/office/drawing/2014/main" id="{29147FDE-61EF-43D1-B5DB-6B6D08A20007}"/>
                    </a:ext>
                  </a:extLst>
                </p14:cNvPr>
                <p14:cNvContentPartPr/>
                <p14:nvPr/>
              </p14:nvContentPartPr>
              <p14:xfrm>
                <a:off x="1268520" y="2216120"/>
                <a:ext cx="42120" cy="22680"/>
              </p14:xfrm>
            </p:contentPart>
          </mc:Choice>
          <mc:Fallback>
            <p:pic>
              <p:nvPicPr>
                <p:cNvPr id="54" name="Ink 53">
                  <a:extLst>
                    <a:ext uri="{FF2B5EF4-FFF2-40B4-BE49-F238E27FC236}">
                      <a16:creationId xmlns:a16="http://schemas.microsoft.com/office/drawing/2014/main" id="{29147FDE-61EF-43D1-B5DB-6B6D08A20007}"/>
                    </a:ext>
                  </a:extLst>
                </p:cNvPr>
                <p:cNvPicPr/>
                <p:nvPr/>
              </p:nvPicPr>
              <p:blipFill>
                <a:blip r:embed="rId90"/>
                <a:stretch>
                  <a:fillRect/>
                </a:stretch>
              </p:blipFill>
              <p:spPr>
                <a:xfrm>
                  <a:off x="1259880" y="2207480"/>
                  <a:ext cx="59760" cy="40320"/>
                </a:xfrm>
                <a:prstGeom prst="rect">
                  <a:avLst/>
                </a:prstGeom>
              </p:spPr>
            </p:pic>
          </mc:Fallback>
        </mc:AlternateContent>
        <mc:AlternateContent xmlns:mc="http://schemas.openxmlformats.org/markup-compatibility/2006">
          <mc:Choice xmlns:p14="http://schemas.microsoft.com/office/powerpoint/2010/main" Requires="p14">
            <p:contentPart p14:bwMode="auto" r:id="rId91">
              <p14:nvContentPartPr>
                <p14:cNvPr id="55" name="Ink 54">
                  <a:extLst>
                    <a:ext uri="{FF2B5EF4-FFF2-40B4-BE49-F238E27FC236}">
                      <a16:creationId xmlns:a16="http://schemas.microsoft.com/office/drawing/2014/main" id="{D9C256D1-8FC2-1659-4F68-CEB4A61EC303}"/>
                    </a:ext>
                  </a:extLst>
                </p14:cNvPr>
                <p14:cNvContentPartPr/>
                <p14:nvPr/>
              </p14:nvContentPartPr>
              <p14:xfrm>
                <a:off x="1350960" y="2230160"/>
                <a:ext cx="34920" cy="238320"/>
              </p14:xfrm>
            </p:contentPart>
          </mc:Choice>
          <mc:Fallback>
            <p:pic>
              <p:nvPicPr>
                <p:cNvPr id="55" name="Ink 54">
                  <a:extLst>
                    <a:ext uri="{FF2B5EF4-FFF2-40B4-BE49-F238E27FC236}">
                      <a16:creationId xmlns:a16="http://schemas.microsoft.com/office/drawing/2014/main" id="{D9C256D1-8FC2-1659-4F68-CEB4A61EC303}"/>
                    </a:ext>
                  </a:extLst>
                </p:cNvPr>
                <p:cNvPicPr/>
                <p:nvPr/>
              </p:nvPicPr>
              <p:blipFill>
                <a:blip r:embed="rId92"/>
                <a:stretch>
                  <a:fillRect/>
                </a:stretch>
              </p:blipFill>
              <p:spPr>
                <a:xfrm>
                  <a:off x="1341960" y="2221160"/>
                  <a:ext cx="52560" cy="255960"/>
                </a:xfrm>
                <a:prstGeom prst="rect">
                  <a:avLst/>
                </a:prstGeom>
              </p:spPr>
            </p:pic>
          </mc:Fallback>
        </mc:AlternateContent>
        <mc:AlternateContent xmlns:mc="http://schemas.openxmlformats.org/markup-compatibility/2006">
          <mc:Choice xmlns:p14="http://schemas.microsoft.com/office/powerpoint/2010/main" Requires="p14">
            <p:contentPart p14:bwMode="auto" r:id="rId93">
              <p14:nvContentPartPr>
                <p14:cNvPr id="56" name="Ink 55">
                  <a:extLst>
                    <a:ext uri="{FF2B5EF4-FFF2-40B4-BE49-F238E27FC236}">
                      <a16:creationId xmlns:a16="http://schemas.microsoft.com/office/drawing/2014/main" id="{AD967A84-E798-DC97-73E8-67CD79C8734B}"/>
                    </a:ext>
                  </a:extLst>
                </p14:cNvPr>
                <p14:cNvContentPartPr/>
                <p14:nvPr/>
              </p14:nvContentPartPr>
              <p14:xfrm>
                <a:off x="1471560" y="2184800"/>
                <a:ext cx="155880" cy="248040"/>
              </p14:xfrm>
            </p:contentPart>
          </mc:Choice>
          <mc:Fallback>
            <p:pic>
              <p:nvPicPr>
                <p:cNvPr id="56" name="Ink 55">
                  <a:extLst>
                    <a:ext uri="{FF2B5EF4-FFF2-40B4-BE49-F238E27FC236}">
                      <a16:creationId xmlns:a16="http://schemas.microsoft.com/office/drawing/2014/main" id="{AD967A84-E798-DC97-73E8-67CD79C8734B}"/>
                    </a:ext>
                  </a:extLst>
                </p:cNvPr>
                <p:cNvPicPr/>
                <p:nvPr/>
              </p:nvPicPr>
              <p:blipFill>
                <a:blip r:embed="rId94"/>
                <a:stretch>
                  <a:fillRect/>
                </a:stretch>
              </p:blipFill>
              <p:spPr>
                <a:xfrm>
                  <a:off x="1462920" y="2175800"/>
                  <a:ext cx="173520" cy="265680"/>
                </a:xfrm>
                <a:prstGeom prst="rect">
                  <a:avLst/>
                </a:prstGeom>
              </p:spPr>
            </p:pic>
          </mc:Fallback>
        </mc:AlternateContent>
        <mc:AlternateContent xmlns:mc="http://schemas.openxmlformats.org/markup-compatibility/2006">
          <mc:Choice xmlns:p14="http://schemas.microsoft.com/office/powerpoint/2010/main" Requires="p14">
            <p:contentPart p14:bwMode="auto" r:id="rId95">
              <p14:nvContentPartPr>
                <p14:cNvPr id="57" name="Ink 56">
                  <a:extLst>
                    <a:ext uri="{FF2B5EF4-FFF2-40B4-BE49-F238E27FC236}">
                      <a16:creationId xmlns:a16="http://schemas.microsoft.com/office/drawing/2014/main" id="{BD97C72C-C4C4-C98F-A86B-3EA06E9E6F03}"/>
                    </a:ext>
                  </a:extLst>
                </p14:cNvPr>
                <p14:cNvContentPartPr/>
                <p14:nvPr/>
              </p14:nvContentPartPr>
              <p14:xfrm>
                <a:off x="736800" y="1928120"/>
                <a:ext cx="1027440" cy="820440"/>
              </p14:xfrm>
            </p:contentPart>
          </mc:Choice>
          <mc:Fallback>
            <p:pic>
              <p:nvPicPr>
                <p:cNvPr id="57" name="Ink 56">
                  <a:extLst>
                    <a:ext uri="{FF2B5EF4-FFF2-40B4-BE49-F238E27FC236}">
                      <a16:creationId xmlns:a16="http://schemas.microsoft.com/office/drawing/2014/main" id="{BD97C72C-C4C4-C98F-A86B-3EA06E9E6F03}"/>
                    </a:ext>
                  </a:extLst>
                </p:cNvPr>
                <p:cNvPicPr/>
                <p:nvPr/>
              </p:nvPicPr>
              <p:blipFill>
                <a:blip r:embed="rId96"/>
                <a:stretch>
                  <a:fillRect/>
                </a:stretch>
              </p:blipFill>
              <p:spPr>
                <a:xfrm>
                  <a:off x="728160" y="1919480"/>
                  <a:ext cx="1045080" cy="838080"/>
                </a:xfrm>
                <a:prstGeom prst="rect">
                  <a:avLst/>
                </a:prstGeom>
              </p:spPr>
            </p:pic>
          </mc:Fallback>
        </mc:AlternateContent>
        <mc:AlternateContent xmlns:mc="http://schemas.openxmlformats.org/markup-compatibility/2006">
          <mc:Choice xmlns:p14="http://schemas.microsoft.com/office/powerpoint/2010/main" Requires="p14">
            <p:contentPart p14:bwMode="auto" r:id="rId97">
              <p14:nvContentPartPr>
                <p14:cNvPr id="58" name="Ink 57">
                  <a:extLst>
                    <a:ext uri="{FF2B5EF4-FFF2-40B4-BE49-F238E27FC236}">
                      <a16:creationId xmlns:a16="http://schemas.microsoft.com/office/drawing/2014/main" id="{05998EF3-C6A3-949C-BF16-3E7AA7FA8E61}"/>
                    </a:ext>
                  </a:extLst>
                </p14:cNvPr>
                <p14:cNvContentPartPr/>
                <p14:nvPr/>
              </p14:nvContentPartPr>
              <p14:xfrm>
                <a:off x="1687200" y="2242040"/>
                <a:ext cx="162720" cy="33840"/>
              </p14:xfrm>
            </p:contentPart>
          </mc:Choice>
          <mc:Fallback>
            <p:pic>
              <p:nvPicPr>
                <p:cNvPr id="58" name="Ink 57">
                  <a:extLst>
                    <a:ext uri="{FF2B5EF4-FFF2-40B4-BE49-F238E27FC236}">
                      <a16:creationId xmlns:a16="http://schemas.microsoft.com/office/drawing/2014/main" id="{05998EF3-C6A3-949C-BF16-3E7AA7FA8E61}"/>
                    </a:ext>
                  </a:extLst>
                </p:cNvPr>
                <p:cNvPicPr/>
                <p:nvPr/>
              </p:nvPicPr>
              <p:blipFill>
                <a:blip r:embed="rId98"/>
                <a:stretch>
                  <a:fillRect/>
                </a:stretch>
              </p:blipFill>
              <p:spPr>
                <a:xfrm>
                  <a:off x="1678560" y="2233040"/>
                  <a:ext cx="180360" cy="51480"/>
                </a:xfrm>
                <a:prstGeom prst="rect">
                  <a:avLst/>
                </a:prstGeom>
              </p:spPr>
            </p:pic>
          </mc:Fallback>
        </mc:AlternateContent>
        <mc:AlternateContent xmlns:mc="http://schemas.openxmlformats.org/markup-compatibility/2006">
          <mc:Choice xmlns:p14="http://schemas.microsoft.com/office/powerpoint/2010/main" Requires="p14">
            <p:contentPart p14:bwMode="auto" r:id="rId99">
              <p14:nvContentPartPr>
                <p14:cNvPr id="59" name="Ink 58">
                  <a:extLst>
                    <a:ext uri="{FF2B5EF4-FFF2-40B4-BE49-F238E27FC236}">
                      <a16:creationId xmlns:a16="http://schemas.microsoft.com/office/drawing/2014/main" id="{22606637-91FC-67B1-F4AF-3C9B140DDC0A}"/>
                    </a:ext>
                  </a:extLst>
                </p14:cNvPr>
                <p14:cNvContentPartPr/>
                <p14:nvPr/>
              </p14:nvContentPartPr>
              <p14:xfrm>
                <a:off x="1836600" y="2186960"/>
                <a:ext cx="80280" cy="145440"/>
              </p14:xfrm>
            </p:contentPart>
          </mc:Choice>
          <mc:Fallback>
            <p:pic>
              <p:nvPicPr>
                <p:cNvPr id="59" name="Ink 58">
                  <a:extLst>
                    <a:ext uri="{FF2B5EF4-FFF2-40B4-BE49-F238E27FC236}">
                      <a16:creationId xmlns:a16="http://schemas.microsoft.com/office/drawing/2014/main" id="{22606637-91FC-67B1-F4AF-3C9B140DDC0A}"/>
                    </a:ext>
                  </a:extLst>
                </p:cNvPr>
                <p:cNvPicPr/>
                <p:nvPr/>
              </p:nvPicPr>
              <p:blipFill>
                <a:blip r:embed="rId100"/>
                <a:stretch>
                  <a:fillRect/>
                </a:stretch>
              </p:blipFill>
              <p:spPr>
                <a:xfrm>
                  <a:off x="1827960" y="2177960"/>
                  <a:ext cx="97920" cy="163080"/>
                </a:xfrm>
                <a:prstGeom prst="rect">
                  <a:avLst/>
                </a:prstGeom>
              </p:spPr>
            </p:pic>
          </mc:Fallback>
        </mc:AlternateContent>
        <mc:AlternateContent xmlns:mc="http://schemas.openxmlformats.org/markup-compatibility/2006">
          <mc:Choice xmlns:p14="http://schemas.microsoft.com/office/powerpoint/2010/main" Requires="p14">
            <p:contentPart p14:bwMode="auto" r:id="rId101">
              <p14:nvContentPartPr>
                <p14:cNvPr id="61" name="Ink 60">
                  <a:extLst>
                    <a:ext uri="{FF2B5EF4-FFF2-40B4-BE49-F238E27FC236}">
                      <a16:creationId xmlns:a16="http://schemas.microsoft.com/office/drawing/2014/main" id="{4A337537-C187-BF37-64F8-45AF585E7406}"/>
                    </a:ext>
                  </a:extLst>
                </p14:cNvPr>
                <p14:cNvContentPartPr/>
                <p14:nvPr/>
              </p14:nvContentPartPr>
              <p14:xfrm>
                <a:off x="3509880" y="2041880"/>
                <a:ext cx="3602520" cy="1409040"/>
              </p14:xfrm>
            </p:contentPart>
          </mc:Choice>
          <mc:Fallback>
            <p:pic>
              <p:nvPicPr>
                <p:cNvPr id="61" name="Ink 60">
                  <a:extLst>
                    <a:ext uri="{FF2B5EF4-FFF2-40B4-BE49-F238E27FC236}">
                      <a16:creationId xmlns:a16="http://schemas.microsoft.com/office/drawing/2014/main" id="{4A337537-C187-BF37-64F8-45AF585E7406}"/>
                    </a:ext>
                  </a:extLst>
                </p:cNvPr>
                <p:cNvPicPr/>
                <p:nvPr/>
              </p:nvPicPr>
              <p:blipFill>
                <a:blip r:embed="rId102"/>
                <a:stretch>
                  <a:fillRect/>
                </a:stretch>
              </p:blipFill>
              <p:spPr>
                <a:xfrm>
                  <a:off x="3501240" y="2033240"/>
                  <a:ext cx="3620160" cy="1426680"/>
                </a:xfrm>
                <a:prstGeom prst="rect">
                  <a:avLst/>
                </a:prstGeom>
              </p:spPr>
            </p:pic>
          </mc:Fallback>
        </mc:AlternateContent>
        <mc:AlternateContent xmlns:mc="http://schemas.openxmlformats.org/markup-compatibility/2006">
          <mc:Choice xmlns:p14="http://schemas.microsoft.com/office/powerpoint/2010/main" Requires="p14">
            <p:contentPart p14:bwMode="auto" r:id="rId103">
              <p14:nvContentPartPr>
                <p14:cNvPr id="62" name="Ink 61">
                  <a:extLst>
                    <a:ext uri="{FF2B5EF4-FFF2-40B4-BE49-F238E27FC236}">
                      <a16:creationId xmlns:a16="http://schemas.microsoft.com/office/drawing/2014/main" id="{2C985B6A-6433-5FFB-FFE3-5F74001D4FBF}"/>
                    </a:ext>
                  </a:extLst>
                </p14:cNvPr>
                <p14:cNvContentPartPr/>
                <p14:nvPr/>
              </p14:nvContentPartPr>
              <p14:xfrm>
                <a:off x="7050480" y="3241400"/>
                <a:ext cx="208440" cy="294480"/>
              </p14:xfrm>
            </p:contentPart>
          </mc:Choice>
          <mc:Fallback>
            <p:pic>
              <p:nvPicPr>
                <p:cNvPr id="62" name="Ink 61">
                  <a:extLst>
                    <a:ext uri="{FF2B5EF4-FFF2-40B4-BE49-F238E27FC236}">
                      <a16:creationId xmlns:a16="http://schemas.microsoft.com/office/drawing/2014/main" id="{2C985B6A-6433-5FFB-FFE3-5F74001D4FBF}"/>
                    </a:ext>
                  </a:extLst>
                </p:cNvPr>
                <p:cNvPicPr/>
                <p:nvPr/>
              </p:nvPicPr>
              <p:blipFill>
                <a:blip r:embed="rId104"/>
                <a:stretch>
                  <a:fillRect/>
                </a:stretch>
              </p:blipFill>
              <p:spPr>
                <a:xfrm>
                  <a:off x="7041480" y="3232760"/>
                  <a:ext cx="226080" cy="312120"/>
                </a:xfrm>
                <a:prstGeom prst="rect">
                  <a:avLst/>
                </a:prstGeom>
              </p:spPr>
            </p:pic>
          </mc:Fallback>
        </mc:AlternateContent>
        <mc:AlternateContent xmlns:mc="http://schemas.openxmlformats.org/markup-compatibility/2006">
          <mc:Choice xmlns:p14="http://schemas.microsoft.com/office/powerpoint/2010/main" Requires="p14">
            <p:contentPart p14:bwMode="auto" r:id="rId105">
              <p14:nvContentPartPr>
                <p14:cNvPr id="64" name="Ink 63">
                  <a:extLst>
                    <a:ext uri="{FF2B5EF4-FFF2-40B4-BE49-F238E27FC236}">
                      <a16:creationId xmlns:a16="http://schemas.microsoft.com/office/drawing/2014/main" id="{63E958A5-C644-EF31-1D9D-649F56875D2F}"/>
                    </a:ext>
                  </a:extLst>
                </p14:cNvPr>
                <p14:cNvContentPartPr/>
                <p14:nvPr/>
              </p14:nvContentPartPr>
              <p14:xfrm>
                <a:off x="1352760" y="3354080"/>
                <a:ext cx="2631960" cy="1257120"/>
              </p14:xfrm>
            </p:contentPart>
          </mc:Choice>
          <mc:Fallback>
            <p:pic>
              <p:nvPicPr>
                <p:cNvPr id="64" name="Ink 63">
                  <a:extLst>
                    <a:ext uri="{FF2B5EF4-FFF2-40B4-BE49-F238E27FC236}">
                      <a16:creationId xmlns:a16="http://schemas.microsoft.com/office/drawing/2014/main" id="{63E958A5-C644-EF31-1D9D-649F56875D2F}"/>
                    </a:ext>
                  </a:extLst>
                </p:cNvPr>
                <p:cNvPicPr/>
                <p:nvPr/>
              </p:nvPicPr>
              <p:blipFill>
                <a:blip r:embed="rId106"/>
                <a:stretch>
                  <a:fillRect/>
                </a:stretch>
              </p:blipFill>
              <p:spPr>
                <a:xfrm>
                  <a:off x="1344120" y="3345080"/>
                  <a:ext cx="2649600" cy="1274760"/>
                </a:xfrm>
                <a:prstGeom prst="rect">
                  <a:avLst/>
                </a:prstGeom>
              </p:spPr>
            </p:pic>
          </mc:Fallback>
        </mc:AlternateContent>
        <mc:AlternateContent xmlns:mc="http://schemas.openxmlformats.org/markup-compatibility/2006">
          <mc:Choice xmlns:p14="http://schemas.microsoft.com/office/powerpoint/2010/main" Requires="p14">
            <p:contentPart p14:bwMode="auto" r:id="rId107">
              <p14:nvContentPartPr>
                <p14:cNvPr id="65" name="Ink 64">
                  <a:extLst>
                    <a:ext uri="{FF2B5EF4-FFF2-40B4-BE49-F238E27FC236}">
                      <a16:creationId xmlns:a16="http://schemas.microsoft.com/office/drawing/2014/main" id="{E1A39C7A-1518-7FBD-1A27-3358E4AF76EF}"/>
                    </a:ext>
                  </a:extLst>
                </p14:cNvPr>
                <p14:cNvContentPartPr/>
                <p14:nvPr/>
              </p14:nvContentPartPr>
              <p14:xfrm>
                <a:off x="1891320" y="3169040"/>
                <a:ext cx="191160" cy="314280"/>
              </p14:xfrm>
            </p:contentPart>
          </mc:Choice>
          <mc:Fallback>
            <p:pic>
              <p:nvPicPr>
                <p:cNvPr id="65" name="Ink 64">
                  <a:extLst>
                    <a:ext uri="{FF2B5EF4-FFF2-40B4-BE49-F238E27FC236}">
                      <a16:creationId xmlns:a16="http://schemas.microsoft.com/office/drawing/2014/main" id="{E1A39C7A-1518-7FBD-1A27-3358E4AF76EF}"/>
                    </a:ext>
                  </a:extLst>
                </p:cNvPr>
                <p:cNvPicPr/>
                <p:nvPr/>
              </p:nvPicPr>
              <p:blipFill>
                <a:blip r:embed="rId108"/>
                <a:stretch>
                  <a:fillRect/>
                </a:stretch>
              </p:blipFill>
              <p:spPr>
                <a:xfrm>
                  <a:off x="1882680" y="3160400"/>
                  <a:ext cx="208800" cy="331920"/>
                </a:xfrm>
                <a:prstGeom prst="rect">
                  <a:avLst/>
                </a:prstGeom>
              </p:spPr>
            </p:pic>
          </mc:Fallback>
        </mc:AlternateContent>
        <mc:AlternateContent xmlns:mc="http://schemas.openxmlformats.org/markup-compatibility/2006">
          <mc:Choice xmlns:p14="http://schemas.microsoft.com/office/powerpoint/2010/main" Requires="p14">
            <p:contentPart p14:bwMode="auto" r:id="rId109">
              <p14:nvContentPartPr>
                <p14:cNvPr id="66" name="Ink 65">
                  <a:extLst>
                    <a:ext uri="{FF2B5EF4-FFF2-40B4-BE49-F238E27FC236}">
                      <a16:creationId xmlns:a16="http://schemas.microsoft.com/office/drawing/2014/main" id="{B6D615A4-ADA2-9907-A063-36FA1919B8DB}"/>
                    </a:ext>
                  </a:extLst>
                </p14:cNvPr>
                <p14:cNvContentPartPr/>
                <p14:nvPr/>
              </p14:nvContentPartPr>
              <p14:xfrm>
                <a:off x="2133240" y="3174080"/>
                <a:ext cx="260280" cy="235080"/>
              </p14:xfrm>
            </p:contentPart>
          </mc:Choice>
          <mc:Fallback>
            <p:pic>
              <p:nvPicPr>
                <p:cNvPr id="66" name="Ink 65">
                  <a:extLst>
                    <a:ext uri="{FF2B5EF4-FFF2-40B4-BE49-F238E27FC236}">
                      <a16:creationId xmlns:a16="http://schemas.microsoft.com/office/drawing/2014/main" id="{B6D615A4-ADA2-9907-A063-36FA1919B8DB}"/>
                    </a:ext>
                  </a:extLst>
                </p:cNvPr>
                <p:cNvPicPr/>
                <p:nvPr/>
              </p:nvPicPr>
              <p:blipFill>
                <a:blip r:embed="rId110"/>
                <a:stretch>
                  <a:fillRect/>
                </a:stretch>
              </p:blipFill>
              <p:spPr>
                <a:xfrm>
                  <a:off x="2124600" y="3165080"/>
                  <a:ext cx="277920" cy="252720"/>
                </a:xfrm>
                <a:prstGeom prst="rect">
                  <a:avLst/>
                </a:prstGeom>
              </p:spPr>
            </p:pic>
          </mc:Fallback>
        </mc:AlternateContent>
        <mc:AlternateContent xmlns:mc="http://schemas.openxmlformats.org/markup-compatibility/2006">
          <mc:Choice xmlns:p14="http://schemas.microsoft.com/office/powerpoint/2010/main" Requires="p14">
            <p:contentPart p14:bwMode="auto" r:id="rId111">
              <p14:nvContentPartPr>
                <p14:cNvPr id="67" name="Ink 66">
                  <a:extLst>
                    <a:ext uri="{FF2B5EF4-FFF2-40B4-BE49-F238E27FC236}">
                      <a16:creationId xmlns:a16="http://schemas.microsoft.com/office/drawing/2014/main" id="{C9C4D2D0-DE21-4353-A566-2B82EA6D7994}"/>
                    </a:ext>
                  </a:extLst>
                </p14:cNvPr>
                <p14:cNvContentPartPr/>
                <p14:nvPr/>
              </p14:nvContentPartPr>
              <p14:xfrm>
                <a:off x="2470560" y="3123320"/>
                <a:ext cx="188280" cy="223560"/>
              </p14:xfrm>
            </p:contentPart>
          </mc:Choice>
          <mc:Fallback>
            <p:pic>
              <p:nvPicPr>
                <p:cNvPr id="67" name="Ink 66">
                  <a:extLst>
                    <a:ext uri="{FF2B5EF4-FFF2-40B4-BE49-F238E27FC236}">
                      <a16:creationId xmlns:a16="http://schemas.microsoft.com/office/drawing/2014/main" id="{C9C4D2D0-DE21-4353-A566-2B82EA6D7994}"/>
                    </a:ext>
                  </a:extLst>
                </p:cNvPr>
                <p:cNvPicPr/>
                <p:nvPr/>
              </p:nvPicPr>
              <p:blipFill>
                <a:blip r:embed="rId112"/>
                <a:stretch>
                  <a:fillRect/>
                </a:stretch>
              </p:blipFill>
              <p:spPr>
                <a:xfrm>
                  <a:off x="2461920" y="3114320"/>
                  <a:ext cx="205920" cy="241200"/>
                </a:xfrm>
                <a:prstGeom prst="rect">
                  <a:avLst/>
                </a:prstGeom>
              </p:spPr>
            </p:pic>
          </mc:Fallback>
        </mc:AlternateContent>
        <mc:AlternateContent xmlns:mc="http://schemas.openxmlformats.org/markup-compatibility/2006">
          <mc:Choice xmlns:p14="http://schemas.microsoft.com/office/powerpoint/2010/main" Requires="p14">
            <p:contentPart p14:bwMode="auto" r:id="rId113">
              <p14:nvContentPartPr>
                <p14:cNvPr id="68" name="Ink 67">
                  <a:extLst>
                    <a:ext uri="{FF2B5EF4-FFF2-40B4-BE49-F238E27FC236}">
                      <a16:creationId xmlns:a16="http://schemas.microsoft.com/office/drawing/2014/main" id="{B68AF994-3D4A-F671-C289-ED83FB5ACE69}"/>
                    </a:ext>
                  </a:extLst>
                </p14:cNvPr>
                <p14:cNvContentPartPr/>
                <p14:nvPr/>
              </p14:nvContentPartPr>
              <p14:xfrm>
                <a:off x="2535360" y="3215120"/>
                <a:ext cx="211680" cy="41400"/>
              </p14:xfrm>
            </p:contentPart>
          </mc:Choice>
          <mc:Fallback>
            <p:pic>
              <p:nvPicPr>
                <p:cNvPr id="68" name="Ink 67">
                  <a:extLst>
                    <a:ext uri="{FF2B5EF4-FFF2-40B4-BE49-F238E27FC236}">
                      <a16:creationId xmlns:a16="http://schemas.microsoft.com/office/drawing/2014/main" id="{B68AF994-3D4A-F671-C289-ED83FB5ACE69}"/>
                    </a:ext>
                  </a:extLst>
                </p:cNvPr>
                <p:cNvPicPr/>
                <p:nvPr/>
              </p:nvPicPr>
              <p:blipFill>
                <a:blip r:embed="rId114"/>
                <a:stretch>
                  <a:fillRect/>
                </a:stretch>
              </p:blipFill>
              <p:spPr>
                <a:xfrm>
                  <a:off x="2526720" y="3206120"/>
                  <a:ext cx="229320" cy="59040"/>
                </a:xfrm>
                <a:prstGeom prst="rect">
                  <a:avLst/>
                </a:prstGeom>
              </p:spPr>
            </p:pic>
          </mc:Fallback>
        </mc:AlternateContent>
        <mc:AlternateContent xmlns:mc="http://schemas.openxmlformats.org/markup-compatibility/2006">
          <mc:Choice xmlns:p14="http://schemas.microsoft.com/office/powerpoint/2010/main" Requires="p14">
            <p:contentPart p14:bwMode="auto" r:id="rId115">
              <p14:nvContentPartPr>
                <p14:cNvPr id="70" name="Ink 69">
                  <a:extLst>
                    <a:ext uri="{FF2B5EF4-FFF2-40B4-BE49-F238E27FC236}">
                      <a16:creationId xmlns:a16="http://schemas.microsoft.com/office/drawing/2014/main" id="{42674481-414A-FE0A-DCF4-E7314390FC2B}"/>
                    </a:ext>
                  </a:extLst>
                </p14:cNvPr>
                <p14:cNvContentPartPr/>
                <p14:nvPr/>
              </p14:nvContentPartPr>
              <p14:xfrm>
                <a:off x="3814080" y="3788960"/>
                <a:ext cx="866880" cy="163440"/>
              </p14:xfrm>
            </p:contentPart>
          </mc:Choice>
          <mc:Fallback>
            <p:pic>
              <p:nvPicPr>
                <p:cNvPr id="70" name="Ink 69">
                  <a:extLst>
                    <a:ext uri="{FF2B5EF4-FFF2-40B4-BE49-F238E27FC236}">
                      <a16:creationId xmlns:a16="http://schemas.microsoft.com/office/drawing/2014/main" id="{42674481-414A-FE0A-DCF4-E7314390FC2B}"/>
                    </a:ext>
                  </a:extLst>
                </p:cNvPr>
                <p:cNvPicPr/>
                <p:nvPr/>
              </p:nvPicPr>
              <p:blipFill>
                <a:blip r:embed="rId116"/>
                <a:stretch>
                  <a:fillRect/>
                </a:stretch>
              </p:blipFill>
              <p:spPr>
                <a:xfrm>
                  <a:off x="3805080" y="3779960"/>
                  <a:ext cx="884520" cy="181080"/>
                </a:xfrm>
                <a:prstGeom prst="rect">
                  <a:avLst/>
                </a:prstGeom>
              </p:spPr>
            </p:pic>
          </mc:Fallback>
        </mc:AlternateContent>
        <mc:AlternateContent xmlns:mc="http://schemas.openxmlformats.org/markup-compatibility/2006">
          <mc:Choice xmlns:p14="http://schemas.microsoft.com/office/powerpoint/2010/main" Requires="p14">
            <p:contentPart p14:bwMode="auto" r:id="rId117">
              <p14:nvContentPartPr>
                <p14:cNvPr id="71" name="Ink 70">
                  <a:extLst>
                    <a:ext uri="{FF2B5EF4-FFF2-40B4-BE49-F238E27FC236}">
                      <a16:creationId xmlns:a16="http://schemas.microsoft.com/office/drawing/2014/main" id="{4424B345-6C27-4A83-1889-C27AB7EE92D3}"/>
                    </a:ext>
                  </a:extLst>
                </p14:cNvPr>
                <p14:cNvContentPartPr/>
                <p14:nvPr/>
              </p14:nvContentPartPr>
              <p14:xfrm>
                <a:off x="4672680" y="3732440"/>
                <a:ext cx="121320" cy="281880"/>
              </p14:xfrm>
            </p:contentPart>
          </mc:Choice>
          <mc:Fallback>
            <p:pic>
              <p:nvPicPr>
                <p:cNvPr id="71" name="Ink 70">
                  <a:extLst>
                    <a:ext uri="{FF2B5EF4-FFF2-40B4-BE49-F238E27FC236}">
                      <a16:creationId xmlns:a16="http://schemas.microsoft.com/office/drawing/2014/main" id="{4424B345-6C27-4A83-1889-C27AB7EE92D3}"/>
                    </a:ext>
                  </a:extLst>
                </p:cNvPr>
                <p:cNvPicPr/>
                <p:nvPr/>
              </p:nvPicPr>
              <p:blipFill>
                <a:blip r:embed="rId118"/>
                <a:stretch>
                  <a:fillRect/>
                </a:stretch>
              </p:blipFill>
              <p:spPr>
                <a:xfrm>
                  <a:off x="4663680" y="3723440"/>
                  <a:ext cx="138960" cy="299520"/>
                </a:xfrm>
                <a:prstGeom prst="rect">
                  <a:avLst/>
                </a:prstGeom>
              </p:spPr>
            </p:pic>
          </mc:Fallback>
        </mc:AlternateContent>
        <mc:AlternateContent xmlns:mc="http://schemas.openxmlformats.org/markup-compatibility/2006">
          <mc:Choice xmlns:p14="http://schemas.microsoft.com/office/powerpoint/2010/main" Requires="p14">
            <p:contentPart p14:bwMode="auto" r:id="rId119">
              <p14:nvContentPartPr>
                <p14:cNvPr id="72" name="Ink 71">
                  <a:extLst>
                    <a:ext uri="{FF2B5EF4-FFF2-40B4-BE49-F238E27FC236}">
                      <a16:creationId xmlns:a16="http://schemas.microsoft.com/office/drawing/2014/main" id="{95B30BAD-D429-EECE-8D39-AEBABC5C2BDC}"/>
                    </a:ext>
                  </a:extLst>
                </p14:cNvPr>
                <p14:cNvContentPartPr/>
                <p14:nvPr/>
              </p14:nvContentPartPr>
              <p14:xfrm>
                <a:off x="4795800" y="3751160"/>
                <a:ext cx="2344680" cy="109800"/>
              </p14:xfrm>
            </p:contentPart>
          </mc:Choice>
          <mc:Fallback>
            <p:pic>
              <p:nvPicPr>
                <p:cNvPr id="72" name="Ink 71">
                  <a:extLst>
                    <a:ext uri="{FF2B5EF4-FFF2-40B4-BE49-F238E27FC236}">
                      <a16:creationId xmlns:a16="http://schemas.microsoft.com/office/drawing/2014/main" id="{95B30BAD-D429-EECE-8D39-AEBABC5C2BDC}"/>
                    </a:ext>
                  </a:extLst>
                </p:cNvPr>
                <p:cNvPicPr/>
                <p:nvPr/>
              </p:nvPicPr>
              <p:blipFill>
                <a:blip r:embed="rId120"/>
                <a:stretch>
                  <a:fillRect/>
                </a:stretch>
              </p:blipFill>
              <p:spPr>
                <a:xfrm>
                  <a:off x="4787160" y="3742520"/>
                  <a:ext cx="2362320" cy="127440"/>
                </a:xfrm>
                <a:prstGeom prst="rect">
                  <a:avLst/>
                </a:prstGeom>
              </p:spPr>
            </p:pic>
          </mc:Fallback>
        </mc:AlternateContent>
        <mc:AlternateContent xmlns:mc="http://schemas.openxmlformats.org/markup-compatibility/2006">
          <mc:Choice xmlns:p14="http://schemas.microsoft.com/office/powerpoint/2010/main" Requires="p14">
            <p:contentPart p14:bwMode="auto" r:id="rId121">
              <p14:nvContentPartPr>
                <p14:cNvPr id="74" name="Ink 73">
                  <a:extLst>
                    <a:ext uri="{FF2B5EF4-FFF2-40B4-BE49-F238E27FC236}">
                      <a16:creationId xmlns:a16="http://schemas.microsoft.com/office/drawing/2014/main" id="{E1C3652D-B6D1-7233-2AD0-C8C3893F39AB}"/>
                    </a:ext>
                  </a:extLst>
                </p14:cNvPr>
                <p14:cNvContentPartPr/>
                <p14:nvPr/>
              </p14:nvContentPartPr>
              <p14:xfrm>
                <a:off x="1519800" y="3557120"/>
                <a:ext cx="172440" cy="142560"/>
              </p14:xfrm>
            </p:contentPart>
          </mc:Choice>
          <mc:Fallback>
            <p:pic>
              <p:nvPicPr>
                <p:cNvPr id="74" name="Ink 73">
                  <a:extLst>
                    <a:ext uri="{FF2B5EF4-FFF2-40B4-BE49-F238E27FC236}">
                      <a16:creationId xmlns:a16="http://schemas.microsoft.com/office/drawing/2014/main" id="{E1C3652D-B6D1-7233-2AD0-C8C3893F39AB}"/>
                    </a:ext>
                  </a:extLst>
                </p:cNvPr>
                <p:cNvPicPr/>
                <p:nvPr/>
              </p:nvPicPr>
              <p:blipFill>
                <a:blip r:embed="rId122"/>
                <a:stretch>
                  <a:fillRect/>
                </a:stretch>
              </p:blipFill>
              <p:spPr>
                <a:xfrm>
                  <a:off x="1510800" y="3548480"/>
                  <a:ext cx="190080" cy="160200"/>
                </a:xfrm>
                <a:prstGeom prst="rect">
                  <a:avLst/>
                </a:prstGeom>
              </p:spPr>
            </p:pic>
          </mc:Fallback>
        </mc:AlternateContent>
      </p:grpSp>
    </p:spTree>
    <p:extLst>
      <p:ext uri="{BB962C8B-B14F-4D97-AF65-F5344CB8AC3E}">
        <p14:creationId xmlns:p14="http://schemas.microsoft.com/office/powerpoint/2010/main" val="296151910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646DC3-BFE9-444C-3330-990A32910D4F}"/>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547A6D2E-59C9-BA98-EE2F-F9D26A0D7C60}"/>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Calibri"/>
                <a:ea typeface="+mn-ea"/>
                <a:cs typeface="+mn-cs"/>
              </a:rPr>
              <a:t>www.anubhavtrainings.com</a:t>
            </a:r>
          </a:p>
        </p:txBody>
      </p:sp>
      <p:sp>
        <p:nvSpPr>
          <p:cNvPr id="4" name="Slide Number Placeholder 3">
            <a:extLst>
              <a:ext uri="{FF2B5EF4-FFF2-40B4-BE49-F238E27FC236}">
                <a16:creationId xmlns:a16="http://schemas.microsoft.com/office/drawing/2014/main" id="{AA82B10C-3EDB-259A-2A2E-865E52FAF74E}"/>
              </a:ext>
            </a:extLst>
          </p:cNvPr>
          <p:cNvSpPr>
            <a:spLocks noGrp="1"/>
          </p:cNvSpPr>
          <p:nvPr>
            <p:ph type="sldNum" sz="quarter" idx="12"/>
          </p:nvPr>
        </p:nvSpPr>
        <p:spPr>
          <a:xfrm>
            <a:off x="152400" y="4781550"/>
            <a:ext cx="457200" cy="273844"/>
          </a:xfrm>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B6F15528-21DE-4FAA-801E-634DDDAF4B2B}"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8</a:t>
            </a:fld>
            <a:endParaRPr kumimoji="0" lang="en-US" sz="1200" b="0" i="0" u="none" strike="noStrike" kern="1200" cap="none" spc="0" normalizeH="0" baseline="0" noProof="0" dirty="0">
              <a:ln>
                <a:noFill/>
              </a:ln>
              <a:solidFill>
                <a:prstClr val="black">
                  <a:tint val="75000"/>
                </a:prstClr>
              </a:solidFill>
              <a:effectLst/>
              <a:uLnTx/>
              <a:uFillTx/>
              <a:latin typeface="Calibri"/>
              <a:ea typeface="+mn-ea"/>
              <a:cs typeface="+mn-cs"/>
            </a:endParaRPr>
          </a:p>
        </p:txBody>
      </p:sp>
      <p:sp>
        <p:nvSpPr>
          <p:cNvPr id="5" name="Title 4">
            <a:extLst>
              <a:ext uri="{FF2B5EF4-FFF2-40B4-BE49-F238E27FC236}">
                <a16:creationId xmlns:a16="http://schemas.microsoft.com/office/drawing/2014/main" id="{6888A3F7-AF8A-8880-F9F2-7668BA086D12}"/>
              </a:ext>
            </a:extLst>
          </p:cNvPr>
          <p:cNvSpPr>
            <a:spLocks noGrp="1"/>
          </p:cNvSpPr>
          <p:nvPr>
            <p:ph type="title"/>
          </p:nvPr>
        </p:nvSpPr>
        <p:spPr>
          <a:xfrm>
            <a:off x="76200" y="133350"/>
            <a:ext cx="8229600" cy="533401"/>
          </a:xfrm>
        </p:spPr>
        <p:txBody>
          <a:bodyPr/>
          <a:lstStyle/>
          <a:p>
            <a:r>
              <a:rPr lang="en-IN" sz="2500" dirty="0">
                <a:latin typeface="Cooper Black" panose="0208090404030B020404" pitchFamily="18" charset="0"/>
              </a:rPr>
              <a:t>SAP Mobile Service</a:t>
            </a:r>
          </a:p>
        </p:txBody>
      </p:sp>
      <p:sp>
        <p:nvSpPr>
          <p:cNvPr id="2" name="TextBox 1">
            <a:extLst>
              <a:ext uri="{FF2B5EF4-FFF2-40B4-BE49-F238E27FC236}">
                <a16:creationId xmlns:a16="http://schemas.microsoft.com/office/drawing/2014/main" id="{CB709613-4DB6-B3DE-A60F-D4E43E217E02}"/>
              </a:ext>
            </a:extLst>
          </p:cNvPr>
          <p:cNvSpPr txBox="1"/>
          <p:nvPr/>
        </p:nvSpPr>
        <p:spPr>
          <a:xfrm>
            <a:off x="76200" y="834628"/>
            <a:ext cx="8839200" cy="4069557"/>
          </a:xfrm>
          <a:prstGeom prst="rect">
            <a:avLst/>
          </a:prstGeom>
        </p:spPr>
        <p:txBody>
          <a:bodyPr vert="horz" lIns="91440" tIns="45720" rIns="91440" bIns="45720" rtlCol="0">
            <a:normAutofit lnSpcReduction="10000"/>
          </a:bodyPr>
          <a:lstStyle/>
          <a:p>
            <a:pPr marL="0" marR="0" lvl="0" indent="0" algn="l" defTabSz="914400" rtl="0" eaLnBrk="1" fontAlgn="auto" latinLnBrk="0" hangingPunct="1">
              <a:lnSpc>
                <a:spcPct val="100000"/>
              </a:lnSpc>
              <a:spcBef>
                <a:spcPct val="20000"/>
              </a:spcBef>
              <a:spcAft>
                <a:spcPts val="0"/>
              </a:spcAft>
              <a:buClrTx/>
              <a:buSzTx/>
              <a:buFont typeface="Arial" pitchFamily="34" charset="0"/>
              <a:buNone/>
              <a:tabLst/>
              <a:defRPr/>
            </a:pPr>
            <a:r>
              <a:rPr kumimoji="0" lang="en-US" sz="1400" b="0" i="0" u="none" strike="noStrike" kern="1200" cap="none" spc="0" normalizeH="0" baseline="0" noProof="0" dirty="0">
                <a:ln>
                  <a:noFill/>
                </a:ln>
                <a:solidFill>
                  <a:prstClr val="black"/>
                </a:solidFill>
                <a:effectLst/>
                <a:uLnTx/>
                <a:uFillTx/>
                <a:latin typeface="Calibri"/>
                <a:ea typeface="+mn-ea"/>
                <a:cs typeface="+mn-cs"/>
              </a:rPr>
              <a:t>SAP BTP Mobile Services is a key component of SAP Business Technology Platform (BTP) that provides tools and capabilities to build, manage, and run mobile applications securely and efficiently. It acts as a bridge between backend systems (like SAP S/4HANA, SAP BTP services, or other data sources) and mobile front-end apps, enabling developers to focus more on the user experience and business logic rather than infrastructure.</a:t>
            </a:r>
          </a:p>
          <a:p>
            <a:pPr marL="0" marR="0" lvl="0" indent="0" algn="l" defTabSz="914400" rtl="0" eaLnBrk="1" fontAlgn="auto" latinLnBrk="0" hangingPunct="1">
              <a:lnSpc>
                <a:spcPct val="100000"/>
              </a:lnSpc>
              <a:spcBef>
                <a:spcPct val="20000"/>
              </a:spcBef>
              <a:spcAft>
                <a:spcPts val="0"/>
              </a:spcAft>
              <a:buClrTx/>
              <a:buSzTx/>
              <a:buFont typeface="Arial" pitchFamily="34" charset="0"/>
              <a:buNone/>
              <a:tabLst/>
              <a:defRPr/>
            </a:pPr>
            <a:endParaRPr kumimoji="0" lang="en-US" sz="1400" b="0" i="0" u="none" strike="noStrike" kern="1200" cap="none" spc="0" normalizeH="0" baseline="0" noProof="0" dirty="0">
              <a:ln>
                <a:noFill/>
              </a:ln>
              <a:solidFill>
                <a:srgbClr val="333333"/>
              </a:solidFill>
              <a:effectLst/>
              <a:uLnTx/>
              <a:uFillTx/>
              <a:latin typeface="72" panose="020B0503030000000003"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Calibri"/>
                <a:ea typeface="+mn-ea"/>
                <a:cs typeface="+mn-cs"/>
              </a:rPr>
              <a:t>SAP BTP Mobile Services provides a </a:t>
            </a:r>
            <a:r>
              <a:rPr kumimoji="0" lang="en-IN" sz="1400" b="1" i="0" u="none" strike="noStrike" kern="1200" cap="none" spc="0" normalizeH="0" baseline="0" noProof="0" dirty="0">
                <a:ln>
                  <a:noFill/>
                </a:ln>
                <a:solidFill>
                  <a:prstClr val="black"/>
                </a:solidFill>
                <a:effectLst/>
                <a:uLnTx/>
                <a:uFillTx/>
                <a:latin typeface="Calibri"/>
                <a:ea typeface="+mn-ea"/>
                <a:cs typeface="+mn-cs"/>
              </a:rPr>
              <a:t>mobile backend-as-a-service (</a:t>
            </a:r>
            <a:r>
              <a:rPr kumimoji="0" lang="en-IN" sz="1400" b="1" i="0" u="none" strike="noStrike" kern="1200" cap="none" spc="0" normalizeH="0" baseline="0" noProof="0" dirty="0" err="1">
                <a:ln>
                  <a:noFill/>
                </a:ln>
                <a:solidFill>
                  <a:prstClr val="black"/>
                </a:solidFill>
                <a:effectLst/>
                <a:uLnTx/>
                <a:uFillTx/>
                <a:latin typeface="Calibri"/>
                <a:ea typeface="+mn-ea"/>
                <a:cs typeface="+mn-cs"/>
              </a:rPr>
              <a:t>mBaaS</a:t>
            </a:r>
            <a:r>
              <a:rPr kumimoji="0" lang="en-IN" sz="1400" b="1" i="0" u="none" strike="noStrike" kern="1200" cap="none" spc="0" normalizeH="0" baseline="0" noProof="0" dirty="0">
                <a:ln>
                  <a:noFill/>
                </a:ln>
                <a:solidFill>
                  <a:prstClr val="black"/>
                </a:solidFill>
                <a:effectLst/>
                <a:uLnTx/>
                <a:uFillTx/>
                <a:latin typeface="Calibri"/>
                <a:ea typeface="+mn-ea"/>
                <a:cs typeface="+mn-cs"/>
              </a:rPr>
              <a:t>)</a:t>
            </a:r>
            <a:r>
              <a:rPr kumimoji="0" lang="en-IN" sz="1400" b="0" i="0" u="none" strike="noStrike" kern="1200" cap="none" spc="0" normalizeH="0" baseline="0" noProof="0" dirty="0">
                <a:ln>
                  <a:noFill/>
                </a:ln>
                <a:solidFill>
                  <a:prstClr val="black"/>
                </a:solidFill>
                <a:effectLst/>
                <a:uLnTx/>
                <a:uFillTx/>
                <a:latin typeface="Calibri"/>
                <a:ea typeface="+mn-ea"/>
                <a:cs typeface="+mn-cs"/>
              </a:rPr>
              <a:t> that includes:</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400" b="1" i="0" u="none" strike="noStrike" kern="1200" cap="none" spc="0" normalizeH="0" baseline="0" noProof="0" dirty="0">
                <a:ln>
                  <a:noFill/>
                </a:ln>
                <a:solidFill>
                  <a:prstClr val="black"/>
                </a:solidFill>
                <a:effectLst/>
                <a:uLnTx/>
                <a:uFillTx/>
                <a:latin typeface="Calibri"/>
                <a:ea typeface="+mn-ea"/>
                <a:cs typeface="+mn-cs"/>
              </a:rPr>
              <a:t>Connectivity</a:t>
            </a:r>
            <a:r>
              <a:rPr kumimoji="0" lang="en-IN" sz="1400" b="0" i="0" u="none" strike="noStrike" kern="1200" cap="none" spc="0" normalizeH="0" baseline="0" noProof="0" dirty="0">
                <a:ln>
                  <a:noFill/>
                </a:ln>
                <a:solidFill>
                  <a:prstClr val="black"/>
                </a:solidFill>
                <a:effectLst/>
                <a:uLnTx/>
                <a:uFillTx/>
                <a:latin typeface="Calibri"/>
                <a:ea typeface="+mn-ea"/>
                <a:cs typeface="+mn-cs"/>
              </a:rPr>
              <a:t> to backend systems (on-premise or cloud)</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400" b="1" i="0" u="none" strike="noStrike" kern="1200" cap="none" spc="0" normalizeH="0" baseline="0" noProof="0" dirty="0">
                <a:ln>
                  <a:noFill/>
                </a:ln>
                <a:solidFill>
                  <a:prstClr val="black"/>
                </a:solidFill>
                <a:effectLst/>
                <a:uLnTx/>
                <a:uFillTx/>
                <a:latin typeface="Calibri"/>
                <a:ea typeface="+mn-ea"/>
                <a:cs typeface="+mn-cs"/>
              </a:rPr>
              <a:t>Data synchronization</a:t>
            </a:r>
            <a:r>
              <a:rPr kumimoji="0" lang="en-IN" sz="1400" b="0" i="0" u="none" strike="noStrike" kern="1200" cap="none" spc="0" normalizeH="0" baseline="0" noProof="0" dirty="0">
                <a:ln>
                  <a:noFill/>
                </a:ln>
                <a:solidFill>
                  <a:prstClr val="black"/>
                </a:solidFill>
                <a:effectLst/>
                <a:uLnTx/>
                <a:uFillTx/>
                <a:latin typeface="Calibri"/>
                <a:ea typeface="+mn-ea"/>
                <a:cs typeface="+mn-cs"/>
              </a:rPr>
              <a:t> (online/offline)</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400" b="1" i="0" u="none" strike="noStrike" kern="1200" cap="none" spc="0" normalizeH="0" baseline="0" noProof="0" dirty="0">
                <a:ln>
                  <a:noFill/>
                </a:ln>
                <a:solidFill>
                  <a:prstClr val="black"/>
                </a:solidFill>
                <a:effectLst/>
                <a:uLnTx/>
                <a:uFillTx/>
                <a:latin typeface="Calibri"/>
                <a:ea typeface="+mn-ea"/>
                <a:cs typeface="+mn-cs"/>
              </a:rPr>
              <a:t>Push notifications</a:t>
            </a:r>
            <a:endParaRPr kumimoji="0" lang="en-IN" sz="1400" b="0" i="0" u="none" strike="noStrike" kern="1200" cap="none" spc="0" normalizeH="0" baseline="0" noProof="0" dirty="0">
              <a:ln>
                <a:noFill/>
              </a:ln>
              <a:solidFill>
                <a:prstClr val="black"/>
              </a:solidFill>
              <a:effectLst/>
              <a:uLnTx/>
              <a:uFillTx/>
              <a:latin typeface="Calibri"/>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400" b="1" i="0" u="none" strike="noStrike" kern="1200" cap="none" spc="0" normalizeH="0" baseline="0" noProof="0" dirty="0">
                <a:ln>
                  <a:noFill/>
                </a:ln>
                <a:solidFill>
                  <a:prstClr val="black"/>
                </a:solidFill>
                <a:effectLst/>
                <a:uLnTx/>
                <a:uFillTx/>
                <a:latin typeface="Calibri"/>
                <a:ea typeface="+mn-ea"/>
                <a:cs typeface="+mn-cs"/>
              </a:rPr>
              <a:t>Mobile app lifecycle management</a:t>
            </a:r>
            <a:endParaRPr kumimoji="0" lang="en-IN" sz="1400" b="0" i="0" u="none" strike="noStrike" kern="1200" cap="none" spc="0" normalizeH="0" baseline="0" noProof="0" dirty="0">
              <a:ln>
                <a:noFill/>
              </a:ln>
              <a:solidFill>
                <a:prstClr val="black"/>
              </a:solidFill>
              <a:effectLst/>
              <a:uLnTx/>
              <a:uFillTx/>
              <a:latin typeface="Calibri"/>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400" b="1" i="0" u="none" strike="noStrike" kern="1200" cap="none" spc="0" normalizeH="0" baseline="0" noProof="0" dirty="0">
                <a:ln>
                  <a:noFill/>
                </a:ln>
                <a:solidFill>
                  <a:prstClr val="black"/>
                </a:solidFill>
                <a:effectLst/>
                <a:uLnTx/>
                <a:uFillTx/>
                <a:latin typeface="Calibri"/>
                <a:ea typeface="+mn-ea"/>
                <a:cs typeface="+mn-cs"/>
              </a:rPr>
              <a:t>Security</a:t>
            </a:r>
            <a:r>
              <a:rPr kumimoji="0" lang="en-IN" sz="1400" b="0" i="0" u="none" strike="noStrike" kern="1200" cap="none" spc="0" normalizeH="0" baseline="0" noProof="0" dirty="0">
                <a:ln>
                  <a:noFill/>
                </a:ln>
                <a:solidFill>
                  <a:prstClr val="black"/>
                </a:solidFill>
                <a:effectLst/>
                <a:uLnTx/>
                <a:uFillTx/>
                <a:latin typeface="Calibri"/>
                <a:ea typeface="+mn-ea"/>
                <a:cs typeface="+mn-cs"/>
              </a:rPr>
              <a:t> features (authentication, SSO, secure storage)</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400" b="1" i="0" u="none" strike="noStrike" kern="1200" cap="none" spc="0" normalizeH="0" baseline="0" noProof="0" dirty="0">
                <a:ln>
                  <a:noFill/>
                </a:ln>
                <a:solidFill>
                  <a:prstClr val="black"/>
                </a:solidFill>
                <a:effectLst/>
                <a:uLnTx/>
                <a:uFillTx/>
                <a:latin typeface="Calibri"/>
                <a:ea typeface="+mn-ea"/>
                <a:cs typeface="+mn-cs"/>
              </a:rPr>
              <a:t>Analytics and monitoring</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400" b="0" i="0" u="none" strike="noStrike" kern="1200" cap="none" spc="0" normalizeH="0" baseline="0" noProof="0" dirty="0">
              <a:ln>
                <a:noFill/>
              </a:ln>
              <a:solidFill>
                <a:prstClr val="black"/>
              </a:solidFill>
              <a:effectLst/>
              <a:uLnTx/>
              <a:uFillTx/>
              <a:latin typeface="Calibri"/>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Calibri"/>
                <a:ea typeface="+mn-ea"/>
                <a:cs typeface="+mn-cs"/>
              </a:rPr>
              <a:t>It supports different types of apps:</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400" b="0" i="0" u="none" strike="noStrike" kern="1200" cap="none" spc="0" normalizeH="0" baseline="0" noProof="0" dirty="0">
                <a:ln>
                  <a:noFill/>
                </a:ln>
                <a:solidFill>
                  <a:prstClr val="black"/>
                </a:solidFill>
                <a:effectLst/>
                <a:uLnTx/>
                <a:uFillTx/>
                <a:latin typeface="Calibri"/>
                <a:ea typeface="+mn-ea"/>
                <a:cs typeface="+mn-cs"/>
              </a:rPr>
              <a:t>Native (iOS/Android)</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400" b="0" i="0" u="none" strike="noStrike" kern="1200" cap="none" spc="0" normalizeH="0" baseline="0" noProof="0" dirty="0">
                <a:ln>
                  <a:noFill/>
                </a:ln>
                <a:solidFill>
                  <a:prstClr val="black"/>
                </a:solidFill>
                <a:effectLst/>
                <a:uLnTx/>
                <a:uFillTx/>
                <a:latin typeface="Calibri"/>
                <a:ea typeface="+mn-ea"/>
                <a:cs typeface="+mn-cs"/>
              </a:rPr>
              <a:t>Hybrid (using MDK – Mobile Development Kit)</a:t>
            </a:r>
          </a:p>
          <a:p>
            <a:pPr marL="0" marR="0" lvl="0" indent="0" algn="l" defTabSz="914400" rtl="0" eaLnBrk="1" fontAlgn="auto" latinLnBrk="0" hangingPunct="1">
              <a:lnSpc>
                <a:spcPct val="100000"/>
              </a:lnSpc>
              <a:spcBef>
                <a:spcPct val="20000"/>
              </a:spcBef>
              <a:spcAft>
                <a:spcPts val="0"/>
              </a:spcAft>
              <a:buClrTx/>
              <a:buSzTx/>
              <a:buFont typeface="Arial" pitchFamily="34" charset="0"/>
              <a:buNone/>
              <a:tabLst/>
              <a:defRPr/>
            </a:pPr>
            <a:endParaRPr kumimoji="0" lang="en-US" sz="1400" b="0" i="0" u="none" strike="noStrike" kern="1200" cap="none" spc="0" normalizeH="0" baseline="0" noProof="0" dirty="0">
              <a:ln>
                <a:noFill/>
              </a:ln>
              <a:solidFill>
                <a:srgbClr val="333333"/>
              </a:solidFill>
              <a:effectLst/>
              <a:uLnTx/>
              <a:uFillTx/>
              <a:latin typeface="72" panose="020B0503030000000003" pitchFamily="34" charset="0"/>
              <a:ea typeface="+mn-ea"/>
              <a:cs typeface="+mn-cs"/>
            </a:endParaRPr>
          </a:p>
          <a:p>
            <a:pPr marL="0" marR="0" lvl="0" indent="0" algn="l" defTabSz="914400" rtl="0" eaLnBrk="1" fontAlgn="auto" latinLnBrk="0" hangingPunct="1">
              <a:lnSpc>
                <a:spcPct val="100000"/>
              </a:lnSpc>
              <a:spcBef>
                <a:spcPct val="20000"/>
              </a:spcBef>
              <a:spcAft>
                <a:spcPts val="0"/>
              </a:spcAft>
              <a:buClrTx/>
              <a:buSzTx/>
              <a:buFont typeface="Arial" pitchFamily="34" charset="0"/>
              <a:buNone/>
              <a:tabLst/>
              <a:defRPr/>
            </a:pPr>
            <a:r>
              <a:rPr kumimoji="0" lang="en-US" sz="1400" b="0" i="0" u="none" strike="noStrike" kern="1200" cap="none" spc="0" normalizeH="0" baseline="0" noProof="0" dirty="0">
                <a:ln>
                  <a:noFill/>
                </a:ln>
                <a:solidFill>
                  <a:prstClr val="black"/>
                </a:solidFill>
                <a:effectLst/>
                <a:uLnTx/>
                <a:uFillTx/>
                <a:latin typeface="Calibri"/>
                <a:ea typeface="+mn-ea"/>
                <a:cs typeface="+mn-cs"/>
              </a:rPr>
              <a:t>SAP Mobile Services authenticates your mobile users with Cloud Identity Services and provides access to Integrations and SAP BTP services in your built mobile applications.</a:t>
            </a:r>
          </a:p>
        </p:txBody>
      </p:sp>
    </p:spTree>
    <p:extLst>
      <p:ext uri="{BB962C8B-B14F-4D97-AF65-F5344CB8AC3E}">
        <p14:creationId xmlns:p14="http://schemas.microsoft.com/office/powerpoint/2010/main" val="244947653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431B13-C953-86E7-3FBE-06459E531B5C}"/>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D529E294-0CE9-A7EA-A255-81CE5872A497}"/>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Calibri"/>
                <a:ea typeface="+mn-ea"/>
                <a:cs typeface="+mn-cs"/>
              </a:rPr>
              <a:t>www.anubhavtrainings.com</a:t>
            </a:r>
          </a:p>
        </p:txBody>
      </p:sp>
      <p:sp>
        <p:nvSpPr>
          <p:cNvPr id="4" name="Slide Number Placeholder 3">
            <a:extLst>
              <a:ext uri="{FF2B5EF4-FFF2-40B4-BE49-F238E27FC236}">
                <a16:creationId xmlns:a16="http://schemas.microsoft.com/office/drawing/2014/main" id="{379A817F-FD5A-C211-B691-4222B5020FDD}"/>
              </a:ext>
            </a:extLst>
          </p:cNvPr>
          <p:cNvSpPr>
            <a:spLocks noGrp="1"/>
          </p:cNvSpPr>
          <p:nvPr>
            <p:ph type="sldNum" sz="quarter" idx="12"/>
          </p:nvPr>
        </p:nvSpPr>
        <p:spPr>
          <a:xfrm>
            <a:off x="152400" y="4781550"/>
            <a:ext cx="457200" cy="273844"/>
          </a:xfrm>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B6F15528-21DE-4FAA-801E-634DDDAF4B2B}"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a:t>
            </a:fld>
            <a:endParaRPr kumimoji="0" lang="en-US" sz="1200" b="0" i="0" u="none" strike="noStrike" kern="1200" cap="none" spc="0" normalizeH="0" baseline="0" noProof="0" dirty="0">
              <a:ln>
                <a:noFill/>
              </a:ln>
              <a:solidFill>
                <a:prstClr val="black">
                  <a:tint val="75000"/>
                </a:prstClr>
              </a:solidFill>
              <a:effectLst/>
              <a:uLnTx/>
              <a:uFillTx/>
              <a:latin typeface="Calibri"/>
              <a:ea typeface="+mn-ea"/>
              <a:cs typeface="+mn-cs"/>
            </a:endParaRPr>
          </a:p>
        </p:txBody>
      </p:sp>
      <p:sp>
        <p:nvSpPr>
          <p:cNvPr id="5" name="Title 4">
            <a:extLst>
              <a:ext uri="{FF2B5EF4-FFF2-40B4-BE49-F238E27FC236}">
                <a16:creationId xmlns:a16="http://schemas.microsoft.com/office/drawing/2014/main" id="{B80A81A6-6E51-1CBD-1C7D-311DE64AD8A9}"/>
              </a:ext>
            </a:extLst>
          </p:cNvPr>
          <p:cNvSpPr>
            <a:spLocks noGrp="1"/>
          </p:cNvSpPr>
          <p:nvPr>
            <p:ph type="title"/>
          </p:nvPr>
        </p:nvSpPr>
        <p:spPr>
          <a:xfrm>
            <a:off x="76200" y="133350"/>
            <a:ext cx="8229600" cy="533401"/>
          </a:xfrm>
        </p:spPr>
        <p:txBody>
          <a:bodyPr/>
          <a:lstStyle/>
          <a:p>
            <a:r>
              <a:rPr lang="en-IN" sz="2500" dirty="0">
                <a:latin typeface="Cooper Black" panose="0208090404030B020404" pitchFamily="18" charset="0"/>
              </a:rPr>
              <a:t>Usage in context of mobile service</a:t>
            </a:r>
          </a:p>
        </p:txBody>
      </p:sp>
      <p:graphicFrame>
        <p:nvGraphicFramePr>
          <p:cNvPr id="6" name="Table 5">
            <a:extLst>
              <a:ext uri="{FF2B5EF4-FFF2-40B4-BE49-F238E27FC236}">
                <a16:creationId xmlns:a16="http://schemas.microsoft.com/office/drawing/2014/main" id="{B51D4E29-0185-1E3C-46EF-32DCBA38DB4E}"/>
              </a:ext>
            </a:extLst>
          </p:cNvPr>
          <p:cNvGraphicFramePr>
            <a:graphicFrameLocks noGrp="1"/>
          </p:cNvGraphicFramePr>
          <p:nvPr/>
        </p:nvGraphicFramePr>
        <p:xfrm>
          <a:off x="457200" y="1091247"/>
          <a:ext cx="8229600" cy="3383280"/>
        </p:xfrm>
        <a:graphic>
          <a:graphicData uri="http://schemas.openxmlformats.org/drawingml/2006/table">
            <a:tbl>
              <a:tblPr>
                <a:tableStyleId>{69C7853C-536D-4A76-A0AE-DD22124D55A5}</a:tableStyleId>
              </a:tblPr>
              <a:tblGrid>
                <a:gridCol w="2743200">
                  <a:extLst>
                    <a:ext uri="{9D8B030D-6E8A-4147-A177-3AD203B41FA5}">
                      <a16:colId xmlns:a16="http://schemas.microsoft.com/office/drawing/2014/main" val="1463148184"/>
                    </a:ext>
                  </a:extLst>
                </a:gridCol>
                <a:gridCol w="2743200">
                  <a:extLst>
                    <a:ext uri="{9D8B030D-6E8A-4147-A177-3AD203B41FA5}">
                      <a16:colId xmlns:a16="http://schemas.microsoft.com/office/drawing/2014/main" val="3343654819"/>
                    </a:ext>
                  </a:extLst>
                </a:gridCol>
                <a:gridCol w="2743200">
                  <a:extLst>
                    <a:ext uri="{9D8B030D-6E8A-4147-A177-3AD203B41FA5}">
                      <a16:colId xmlns:a16="http://schemas.microsoft.com/office/drawing/2014/main" val="3306547928"/>
                    </a:ext>
                  </a:extLst>
                </a:gridCol>
              </a:tblGrid>
              <a:tr h="0">
                <a:tc>
                  <a:txBody>
                    <a:bodyPr/>
                    <a:lstStyle/>
                    <a:p>
                      <a:r>
                        <a:rPr lang="en-IN"/>
                        <a:t>Feature</a:t>
                      </a:r>
                    </a:p>
                  </a:txBody>
                  <a:tcPr anchor="ctr"/>
                </a:tc>
                <a:tc>
                  <a:txBody>
                    <a:bodyPr/>
                    <a:lstStyle/>
                    <a:p>
                      <a:r>
                        <a:rPr lang="en-IN"/>
                        <a:t>SAP Build Apps Alone</a:t>
                      </a:r>
                    </a:p>
                  </a:txBody>
                  <a:tcPr anchor="ctr"/>
                </a:tc>
                <a:tc>
                  <a:txBody>
                    <a:bodyPr/>
                    <a:lstStyle/>
                    <a:p>
                      <a:r>
                        <a:rPr lang="en-US"/>
                        <a:t>With SAP BTP Mobile Services</a:t>
                      </a:r>
                    </a:p>
                  </a:txBody>
                  <a:tcPr anchor="ctr"/>
                </a:tc>
                <a:extLst>
                  <a:ext uri="{0D108BD9-81ED-4DB2-BD59-A6C34878D82A}">
                    <a16:rowId xmlns:a16="http://schemas.microsoft.com/office/drawing/2014/main" val="1694189623"/>
                  </a:ext>
                </a:extLst>
              </a:tr>
              <a:tr h="0">
                <a:tc>
                  <a:txBody>
                    <a:bodyPr/>
                    <a:lstStyle/>
                    <a:p>
                      <a:r>
                        <a:rPr lang="en-IN"/>
                        <a:t>App Development</a:t>
                      </a:r>
                    </a:p>
                  </a:txBody>
                  <a:tcPr anchor="ctr"/>
                </a:tc>
                <a:tc>
                  <a:txBody>
                    <a:bodyPr/>
                    <a:lstStyle/>
                    <a:p>
                      <a:r>
                        <a:rPr lang="en-IN"/>
                        <a:t>✅</a:t>
                      </a:r>
                    </a:p>
                  </a:txBody>
                  <a:tcPr anchor="ctr"/>
                </a:tc>
                <a:tc>
                  <a:txBody>
                    <a:bodyPr/>
                    <a:lstStyle/>
                    <a:p>
                      <a:r>
                        <a:rPr lang="en-IN"/>
                        <a:t>✅</a:t>
                      </a:r>
                    </a:p>
                  </a:txBody>
                  <a:tcPr anchor="ctr"/>
                </a:tc>
                <a:extLst>
                  <a:ext uri="{0D108BD9-81ED-4DB2-BD59-A6C34878D82A}">
                    <a16:rowId xmlns:a16="http://schemas.microsoft.com/office/drawing/2014/main" val="1292155801"/>
                  </a:ext>
                </a:extLst>
              </a:tr>
              <a:tr h="0">
                <a:tc>
                  <a:txBody>
                    <a:bodyPr/>
                    <a:lstStyle/>
                    <a:p>
                      <a:r>
                        <a:rPr lang="en-IN"/>
                        <a:t>Push Notifications</a:t>
                      </a:r>
                    </a:p>
                  </a:txBody>
                  <a:tcPr anchor="ctr"/>
                </a:tc>
                <a:tc>
                  <a:txBody>
                    <a:bodyPr/>
                    <a:lstStyle/>
                    <a:p>
                      <a:r>
                        <a:rPr lang="en-IN"/>
                        <a:t>❌</a:t>
                      </a:r>
                    </a:p>
                  </a:txBody>
                  <a:tcPr anchor="ctr"/>
                </a:tc>
                <a:tc>
                  <a:txBody>
                    <a:bodyPr/>
                    <a:lstStyle/>
                    <a:p>
                      <a:r>
                        <a:rPr lang="en-IN"/>
                        <a:t>✅ (via Mobile Services)</a:t>
                      </a:r>
                    </a:p>
                  </a:txBody>
                  <a:tcPr anchor="ctr"/>
                </a:tc>
                <a:extLst>
                  <a:ext uri="{0D108BD9-81ED-4DB2-BD59-A6C34878D82A}">
                    <a16:rowId xmlns:a16="http://schemas.microsoft.com/office/drawing/2014/main" val="1521886190"/>
                  </a:ext>
                </a:extLst>
              </a:tr>
              <a:tr h="0">
                <a:tc>
                  <a:txBody>
                    <a:bodyPr/>
                    <a:lstStyle/>
                    <a:p>
                      <a:r>
                        <a:rPr lang="en-IN"/>
                        <a:t>Offline Data Sync</a:t>
                      </a:r>
                    </a:p>
                  </a:txBody>
                  <a:tcPr anchor="ctr"/>
                </a:tc>
                <a:tc>
                  <a:txBody>
                    <a:bodyPr/>
                    <a:lstStyle/>
                    <a:p>
                      <a:r>
                        <a:rPr lang="en-IN"/>
                        <a:t>❌ (Limited)</a:t>
                      </a:r>
                    </a:p>
                  </a:txBody>
                  <a:tcPr anchor="ctr"/>
                </a:tc>
                <a:tc>
                  <a:txBody>
                    <a:bodyPr/>
                    <a:lstStyle/>
                    <a:p>
                      <a:r>
                        <a:rPr lang="en-IN" dirty="0"/>
                        <a:t>✅</a:t>
                      </a:r>
                    </a:p>
                  </a:txBody>
                  <a:tcPr anchor="ctr"/>
                </a:tc>
                <a:extLst>
                  <a:ext uri="{0D108BD9-81ED-4DB2-BD59-A6C34878D82A}">
                    <a16:rowId xmlns:a16="http://schemas.microsoft.com/office/drawing/2014/main" val="168748862"/>
                  </a:ext>
                </a:extLst>
              </a:tr>
              <a:tr h="0">
                <a:tc>
                  <a:txBody>
                    <a:bodyPr/>
                    <a:lstStyle/>
                    <a:p>
                      <a:r>
                        <a:rPr lang="en-IN"/>
                        <a:t>Enterprise Auth Integration</a:t>
                      </a:r>
                    </a:p>
                  </a:txBody>
                  <a:tcPr anchor="ctr"/>
                </a:tc>
                <a:tc>
                  <a:txBody>
                    <a:bodyPr/>
                    <a:lstStyle/>
                    <a:p>
                      <a:r>
                        <a:rPr lang="en-IN"/>
                        <a:t>⚠️ (manual setup)</a:t>
                      </a:r>
                    </a:p>
                  </a:txBody>
                  <a:tcPr anchor="ctr"/>
                </a:tc>
                <a:tc>
                  <a:txBody>
                    <a:bodyPr/>
                    <a:lstStyle/>
                    <a:p>
                      <a:r>
                        <a:rPr lang="en-IN"/>
                        <a:t>✅ (pre-built options)</a:t>
                      </a:r>
                    </a:p>
                  </a:txBody>
                  <a:tcPr anchor="ctr"/>
                </a:tc>
                <a:extLst>
                  <a:ext uri="{0D108BD9-81ED-4DB2-BD59-A6C34878D82A}">
                    <a16:rowId xmlns:a16="http://schemas.microsoft.com/office/drawing/2014/main" val="74831517"/>
                  </a:ext>
                </a:extLst>
              </a:tr>
              <a:tr h="0">
                <a:tc>
                  <a:txBody>
                    <a:bodyPr/>
                    <a:lstStyle/>
                    <a:p>
                      <a:r>
                        <a:rPr lang="en-IN"/>
                        <a:t>Backend Connectivity</a:t>
                      </a:r>
                    </a:p>
                  </a:txBody>
                  <a:tcPr anchor="ctr"/>
                </a:tc>
                <a:tc>
                  <a:txBody>
                    <a:bodyPr/>
                    <a:lstStyle/>
                    <a:p>
                      <a:r>
                        <a:rPr lang="en-IN"/>
                        <a:t>✅</a:t>
                      </a:r>
                    </a:p>
                  </a:txBody>
                  <a:tcPr anchor="ctr"/>
                </a:tc>
                <a:tc>
                  <a:txBody>
                    <a:bodyPr/>
                    <a:lstStyle/>
                    <a:p>
                      <a:r>
                        <a:rPr lang="en-IN"/>
                        <a:t>✅ (enhanced with Mobile Services)</a:t>
                      </a:r>
                    </a:p>
                  </a:txBody>
                  <a:tcPr anchor="ctr"/>
                </a:tc>
                <a:extLst>
                  <a:ext uri="{0D108BD9-81ED-4DB2-BD59-A6C34878D82A}">
                    <a16:rowId xmlns:a16="http://schemas.microsoft.com/office/drawing/2014/main" val="690715823"/>
                  </a:ext>
                </a:extLst>
              </a:tr>
              <a:tr h="0">
                <a:tc>
                  <a:txBody>
                    <a:bodyPr/>
                    <a:lstStyle/>
                    <a:p>
                      <a:r>
                        <a:rPr lang="en-IN"/>
                        <a:t>Monitoring &amp; Lifecycle Mgmt</a:t>
                      </a:r>
                    </a:p>
                  </a:txBody>
                  <a:tcPr anchor="ctr"/>
                </a:tc>
                <a:tc>
                  <a:txBody>
                    <a:bodyPr/>
                    <a:lstStyle/>
                    <a:p>
                      <a:r>
                        <a:rPr lang="en-IN"/>
                        <a:t>❌</a:t>
                      </a:r>
                    </a:p>
                  </a:txBody>
                  <a:tcPr anchor="ctr"/>
                </a:tc>
                <a:tc>
                  <a:txBody>
                    <a:bodyPr/>
                    <a:lstStyle/>
                    <a:p>
                      <a:r>
                        <a:rPr lang="en-IN" dirty="0"/>
                        <a:t>✅</a:t>
                      </a:r>
                    </a:p>
                  </a:txBody>
                  <a:tcPr anchor="ctr"/>
                </a:tc>
                <a:extLst>
                  <a:ext uri="{0D108BD9-81ED-4DB2-BD59-A6C34878D82A}">
                    <a16:rowId xmlns:a16="http://schemas.microsoft.com/office/drawing/2014/main" val="501420791"/>
                  </a:ext>
                </a:extLst>
              </a:tr>
            </a:tbl>
          </a:graphicData>
        </a:graphic>
      </p:graphicFrame>
    </p:spTree>
    <p:extLst>
      <p:ext uri="{BB962C8B-B14F-4D97-AF65-F5344CB8AC3E}">
        <p14:creationId xmlns:p14="http://schemas.microsoft.com/office/powerpoint/2010/main" val="177035297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BA4E21-5341-4AD3-9602-01340A204C7B}"/>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032AE2BD-559D-4636-EAB1-C6C2F5A93521}"/>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Calibri"/>
                <a:ea typeface="+mn-ea"/>
                <a:cs typeface="+mn-cs"/>
              </a:rPr>
              <a:t>www.anubhavtrainings.com</a:t>
            </a:r>
          </a:p>
        </p:txBody>
      </p:sp>
      <p:sp>
        <p:nvSpPr>
          <p:cNvPr id="4" name="Slide Number Placeholder 3">
            <a:extLst>
              <a:ext uri="{FF2B5EF4-FFF2-40B4-BE49-F238E27FC236}">
                <a16:creationId xmlns:a16="http://schemas.microsoft.com/office/drawing/2014/main" id="{13F8914C-3C01-42DE-770C-C0343D7F975D}"/>
              </a:ext>
            </a:extLst>
          </p:cNvPr>
          <p:cNvSpPr>
            <a:spLocks noGrp="1"/>
          </p:cNvSpPr>
          <p:nvPr>
            <p:ph type="sldNum" sz="quarter" idx="12"/>
          </p:nvPr>
        </p:nvSpPr>
        <p:spPr>
          <a:xfrm>
            <a:off x="152400" y="4781550"/>
            <a:ext cx="457200" cy="273844"/>
          </a:xfrm>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B6F15528-21DE-4FAA-801E-634DDDAF4B2B}"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dirty="0">
              <a:ln>
                <a:noFill/>
              </a:ln>
              <a:solidFill>
                <a:prstClr val="black">
                  <a:tint val="75000"/>
                </a:prstClr>
              </a:solidFill>
              <a:effectLst/>
              <a:uLnTx/>
              <a:uFillTx/>
              <a:latin typeface="Calibri"/>
              <a:ea typeface="+mn-ea"/>
              <a:cs typeface="+mn-cs"/>
            </a:endParaRPr>
          </a:p>
        </p:txBody>
      </p:sp>
      <p:sp>
        <p:nvSpPr>
          <p:cNvPr id="5" name="Title 4">
            <a:extLst>
              <a:ext uri="{FF2B5EF4-FFF2-40B4-BE49-F238E27FC236}">
                <a16:creationId xmlns:a16="http://schemas.microsoft.com/office/drawing/2014/main" id="{29CBD67A-5F76-FC0D-258E-1FC4BC377825}"/>
              </a:ext>
            </a:extLst>
          </p:cNvPr>
          <p:cNvSpPr>
            <a:spLocks noGrp="1"/>
          </p:cNvSpPr>
          <p:nvPr>
            <p:ph type="title"/>
          </p:nvPr>
        </p:nvSpPr>
        <p:spPr>
          <a:xfrm>
            <a:off x="76200" y="133350"/>
            <a:ext cx="8229600" cy="533401"/>
          </a:xfrm>
        </p:spPr>
        <p:txBody>
          <a:bodyPr/>
          <a:lstStyle/>
          <a:p>
            <a:r>
              <a:rPr lang="en-IN" sz="2500" dirty="0">
                <a:latin typeface="Cooper Black" panose="0208090404030B020404" pitchFamily="18" charset="0"/>
              </a:rPr>
              <a:t>Enabling SAP Mobile Service for Build Apps</a:t>
            </a:r>
          </a:p>
        </p:txBody>
      </p:sp>
      <p:sp>
        <p:nvSpPr>
          <p:cNvPr id="2" name="TextBox 1">
            <a:extLst>
              <a:ext uri="{FF2B5EF4-FFF2-40B4-BE49-F238E27FC236}">
                <a16:creationId xmlns:a16="http://schemas.microsoft.com/office/drawing/2014/main" id="{F4FEF4F1-2A84-40D0-5545-E805ADCA0C14}"/>
              </a:ext>
            </a:extLst>
          </p:cNvPr>
          <p:cNvSpPr txBox="1"/>
          <p:nvPr/>
        </p:nvSpPr>
        <p:spPr>
          <a:xfrm>
            <a:off x="152400" y="971549"/>
            <a:ext cx="8839200" cy="4069557"/>
          </a:xfrm>
          <a:prstGeom prst="rect">
            <a:avLst/>
          </a:prstGeom>
        </p:spPr>
        <p:txBody>
          <a:bodyPr vert="horz" lIns="91440" tIns="45720" rIns="91440" bIns="45720" rtlCol="0">
            <a:normAutofit/>
          </a:bodyPr>
          <a:lstStyle/>
          <a:p>
            <a:pPr marL="0" marR="0" lvl="0" indent="0" algn="l" defTabSz="914400" rtl="0" eaLnBrk="1" fontAlgn="auto" latinLnBrk="0" hangingPunct="1">
              <a:lnSpc>
                <a:spcPct val="100000"/>
              </a:lnSpc>
              <a:spcBef>
                <a:spcPct val="20000"/>
              </a:spcBef>
              <a:spcAft>
                <a:spcPts val="0"/>
              </a:spcAft>
              <a:buClrTx/>
              <a:buSzTx/>
              <a:buFont typeface="Arial" pitchFamily="34" charset="0"/>
              <a:buNone/>
              <a:tabLst/>
              <a:defRPr/>
            </a:pPr>
            <a:r>
              <a:rPr kumimoji="0" lang="en-US" sz="1400" b="1" i="0" u="none" strike="noStrike" kern="1200" cap="none" spc="0" normalizeH="0" baseline="0" noProof="0" dirty="0">
                <a:ln>
                  <a:noFill/>
                </a:ln>
                <a:solidFill>
                  <a:prstClr val="black"/>
                </a:solidFill>
                <a:effectLst/>
                <a:uLnTx/>
                <a:uFillTx/>
                <a:latin typeface="Calibri"/>
                <a:ea typeface="+mn-ea"/>
                <a:cs typeface="+mn-cs"/>
              </a:rPr>
              <a:t>Prerequisites</a:t>
            </a:r>
          </a:p>
          <a:p>
            <a:pPr marL="285750" marR="0" lvl="0" indent="-285750" algn="l" defTabSz="914400" rtl="0" eaLnBrk="1" fontAlgn="auto" latinLnBrk="0" hangingPunct="1">
              <a:lnSpc>
                <a:spcPct val="100000"/>
              </a:lnSpc>
              <a:spcBef>
                <a:spcPct val="20000"/>
              </a:spcBef>
              <a:spcAft>
                <a:spcPts val="0"/>
              </a:spcAft>
              <a:buClrTx/>
              <a:buSzTx/>
              <a:buFont typeface="Arial" panose="020B0604020202020204" pitchFamily="34" charset="0"/>
              <a:buChar char="•"/>
              <a:tabLst/>
              <a:defRPr/>
            </a:pPr>
            <a:r>
              <a:rPr kumimoji="0" lang="en-US" sz="1400" b="0" i="0" u="none" strike="noStrike" kern="1200" cap="none" spc="0" normalizeH="0" baseline="0" noProof="0" dirty="0">
                <a:ln>
                  <a:noFill/>
                </a:ln>
                <a:solidFill>
                  <a:prstClr val="black"/>
                </a:solidFill>
                <a:effectLst/>
                <a:uLnTx/>
                <a:uFillTx/>
                <a:latin typeface="Calibri"/>
                <a:ea typeface="+mn-ea"/>
                <a:cs typeface="+mn-cs"/>
              </a:rPr>
              <a:t>To be able to use SAP Mobile Services, verify that you have Subaccount entitlements of at least 1 unit for Mobile Services, resources plan.</a:t>
            </a:r>
          </a:p>
          <a:p>
            <a:pPr marL="285750" marR="0" lvl="0" indent="-285750" algn="l" defTabSz="914400" rtl="0" eaLnBrk="1" fontAlgn="auto" latinLnBrk="0" hangingPunct="1">
              <a:lnSpc>
                <a:spcPct val="100000"/>
              </a:lnSpc>
              <a:spcBef>
                <a:spcPct val="20000"/>
              </a:spcBef>
              <a:spcAft>
                <a:spcPts val="0"/>
              </a:spcAft>
              <a:buClrTx/>
              <a:buSzTx/>
              <a:buFont typeface="Arial" panose="020B0604020202020204" pitchFamily="34" charset="0"/>
              <a:buChar char="•"/>
              <a:tabLst/>
              <a:defRPr/>
            </a:pPr>
            <a:r>
              <a:rPr kumimoji="0" lang="en-US" sz="1400" b="0" i="0" u="none" strike="noStrike" kern="1200" cap="none" spc="0" normalizeH="0" baseline="0" noProof="0" dirty="0">
                <a:ln>
                  <a:noFill/>
                </a:ln>
                <a:solidFill>
                  <a:prstClr val="black"/>
                </a:solidFill>
                <a:effectLst/>
                <a:uLnTx/>
                <a:uFillTx/>
                <a:latin typeface="Calibri"/>
                <a:ea typeface="+mn-ea"/>
                <a:cs typeface="+mn-cs"/>
              </a:rPr>
              <a:t>For all SAP BTP destinations (SAP Systems) that you want to use in the built application, you need to add a </a:t>
            </a:r>
            <a:r>
              <a:rPr kumimoji="0" lang="en-US" sz="1400" b="0" i="0" u="none" strike="noStrike" kern="1200" cap="none" spc="0" normalizeH="0" baseline="0" noProof="0" dirty="0" err="1">
                <a:ln>
                  <a:noFill/>
                </a:ln>
                <a:solidFill>
                  <a:prstClr val="black"/>
                </a:solidFill>
                <a:effectLst/>
                <a:uLnTx/>
                <a:uFillTx/>
                <a:latin typeface="Calibri"/>
                <a:ea typeface="+mn-ea"/>
                <a:cs typeface="+mn-cs"/>
              </a:rPr>
              <a:t>MobileEnabled</a:t>
            </a:r>
            <a:r>
              <a:rPr kumimoji="0" lang="en-US" sz="1400" b="0" i="0" u="none" strike="noStrike" kern="1200" cap="none" spc="0" normalizeH="0" baseline="0" noProof="0" dirty="0">
                <a:ln>
                  <a:noFill/>
                </a:ln>
                <a:solidFill>
                  <a:prstClr val="black"/>
                </a:solidFill>
                <a:effectLst/>
                <a:uLnTx/>
                <a:uFillTx/>
                <a:latin typeface="Calibri"/>
                <a:ea typeface="+mn-ea"/>
                <a:cs typeface="+mn-cs"/>
              </a:rPr>
              <a:t> property with a value true to them.</a:t>
            </a:r>
          </a:p>
          <a:p>
            <a:pPr marL="285750" marR="0" lvl="0" indent="-285750" algn="l" defTabSz="914400" rtl="0" eaLnBrk="1" fontAlgn="auto" latinLnBrk="0" hangingPunct="1">
              <a:lnSpc>
                <a:spcPct val="100000"/>
              </a:lnSpc>
              <a:spcBef>
                <a:spcPct val="20000"/>
              </a:spcBef>
              <a:spcAft>
                <a:spcPts val="0"/>
              </a:spcAft>
              <a:buClrTx/>
              <a:buSzTx/>
              <a:buFont typeface="Arial" panose="020B0604020202020204" pitchFamily="34" charset="0"/>
              <a:buChar char="•"/>
              <a:tabLst/>
              <a:defRPr/>
            </a:pPr>
            <a:r>
              <a:rPr kumimoji="0" lang="en-US" sz="1400" b="0" i="0" u="none" strike="noStrike" kern="1200" cap="none" spc="0" normalizeH="0" baseline="0" noProof="0" dirty="0">
                <a:ln>
                  <a:noFill/>
                </a:ln>
                <a:solidFill>
                  <a:prstClr val="black"/>
                </a:solidFill>
                <a:effectLst/>
                <a:uLnTx/>
                <a:uFillTx/>
                <a:latin typeface="Calibri"/>
                <a:ea typeface="+mn-ea"/>
                <a:cs typeface="+mn-cs"/>
              </a:rPr>
              <a:t>Additionally, verify that the SAP-Build-Apps-Runtime destination has the </a:t>
            </a:r>
            <a:r>
              <a:rPr kumimoji="0" lang="en-US" sz="1400" b="0" i="0" u="none" strike="noStrike" kern="1200" cap="none" spc="0" normalizeH="0" baseline="0" noProof="0" dirty="0" err="1">
                <a:ln>
                  <a:noFill/>
                </a:ln>
                <a:solidFill>
                  <a:prstClr val="black"/>
                </a:solidFill>
                <a:effectLst/>
                <a:uLnTx/>
                <a:uFillTx/>
                <a:latin typeface="Calibri"/>
                <a:ea typeface="+mn-ea"/>
                <a:cs typeface="+mn-cs"/>
              </a:rPr>
              <a:t>MobileEnabled</a:t>
            </a:r>
            <a:r>
              <a:rPr kumimoji="0" lang="en-US" sz="1400" b="0" i="0" u="none" strike="noStrike" kern="1200" cap="none" spc="0" normalizeH="0" baseline="0" noProof="0" dirty="0">
                <a:ln>
                  <a:noFill/>
                </a:ln>
                <a:solidFill>
                  <a:prstClr val="black"/>
                </a:solidFill>
                <a:effectLst/>
                <a:uLnTx/>
                <a:uFillTx/>
                <a:latin typeface="Calibri"/>
                <a:ea typeface="+mn-ea"/>
                <a:cs typeface="+mn-cs"/>
              </a:rPr>
              <a:t> property as well.</a:t>
            </a:r>
          </a:p>
          <a:p>
            <a:pPr marL="0" marR="0" lvl="0" indent="0" algn="l" defTabSz="914400" rtl="0" eaLnBrk="1" fontAlgn="auto" latinLnBrk="0" hangingPunct="1">
              <a:lnSpc>
                <a:spcPct val="100000"/>
              </a:lnSpc>
              <a:spcBef>
                <a:spcPct val="20000"/>
              </a:spcBef>
              <a:spcAft>
                <a:spcPts val="0"/>
              </a:spcAft>
              <a:buClrTx/>
              <a:buSzTx/>
              <a:buFontTx/>
              <a:buNone/>
              <a:tabLst/>
              <a:defRPr/>
            </a:pPr>
            <a:endParaRPr kumimoji="0" lang="en-US" sz="1400" b="0" i="0" u="none" strike="noStrike" kern="1200" cap="none" spc="0" normalizeH="0" baseline="0" noProof="0" dirty="0">
              <a:ln>
                <a:noFill/>
              </a:ln>
              <a:solidFill>
                <a:prstClr val="black"/>
              </a:solidFill>
              <a:effectLst/>
              <a:uLnTx/>
              <a:uFillTx/>
              <a:latin typeface="Calibri"/>
              <a:ea typeface="+mn-ea"/>
              <a:cs typeface="+mn-cs"/>
            </a:endParaRPr>
          </a:p>
          <a:p>
            <a:pPr marL="0" marR="0" lvl="0" indent="0" algn="l" defTabSz="914400" rtl="0" eaLnBrk="1" fontAlgn="auto" latinLnBrk="0" hangingPunct="1">
              <a:lnSpc>
                <a:spcPct val="100000"/>
              </a:lnSpc>
              <a:spcBef>
                <a:spcPct val="20000"/>
              </a:spcBef>
              <a:spcAft>
                <a:spcPts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Calibri"/>
                <a:ea typeface="+mn-ea"/>
                <a:cs typeface="+mn-cs"/>
              </a:rPr>
              <a:t>Steps</a:t>
            </a:r>
          </a:p>
          <a:p>
            <a:pPr marL="0" marR="0" lvl="0" indent="0" algn="l" defTabSz="914400" rtl="0" eaLnBrk="1" fontAlgn="auto" latinLnBrk="0" hangingPunct="1">
              <a:lnSpc>
                <a:spcPct val="100000"/>
              </a:lnSpc>
              <a:spcBef>
                <a:spcPct val="20000"/>
              </a:spcBef>
              <a:spcAft>
                <a:spcPts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Calibri"/>
                <a:ea typeface="+mn-ea"/>
                <a:cs typeface="+mn-cs"/>
              </a:rPr>
              <a:t>Enable SAP Mobile Services</a:t>
            </a:r>
          </a:p>
          <a:p>
            <a:pPr marL="0" marR="0" lvl="0" indent="0" algn="l" defTabSz="914400" rtl="0" eaLnBrk="1" fontAlgn="auto" latinLnBrk="0" hangingPunct="1">
              <a:lnSpc>
                <a:spcPct val="100000"/>
              </a:lnSpc>
              <a:spcBef>
                <a:spcPct val="20000"/>
              </a:spcBef>
              <a:spcAft>
                <a:spcPts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Calibri"/>
                <a:ea typeface="+mn-ea"/>
                <a:cs typeface="+mn-cs"/>
              </a:rPr>
              <a:t>Connect Build Apps to Mobile Services</a:t>
            </a:r>
          </a:p>
        </p:txBody>
      </p:sp>
    </p:spTree>
    <p:extLst>
      <p:ext uri="{BB962C8B-B14F-4D97-AF65-F5344CB8AC3E}">
        <p14:creationId xmlns:p14="http://schemas.microsoft.com/office/powerpoint/2010/main" val="99287902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C083C7-3B4A-AD00-2A9C-EFA6B27EE3F0}"/>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2D813469-F9B1-41C7-642A-9CE501479AE9}"/>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Calibri"/>
                <a:ea typeface="+mn-ea"/>
                <a:cs typeface="+mn-cs"/>
              </a:rPr>
              <a:t>www.anubhavtrainings.com</a:t>
            </a:r>
          </a:p>
        </p:txBody>
      </p:sp>
      <p:sp>
        <p:nvSpPr>
          <p:cNvPr id="4" name="Slide Number Placeholder 3">
            <a:extLst>
              <a:ext uri="{FF2B5EF4-FFF2-40B4-BE49-F238E27FC236}">
                <a16:creationId xmlns:a16="http://schemas.microsoft.com/office/drawing/2014/main" id="{4370CD12-34F0-A28E-AB8F-209918308D89}"/>
              </a:ext>
            </a:extLst>
          </p:cNvPr>
          <p:cNvSpPr>
            <a:spLocks noGrp="1"/>
          </p:cNvSpPr>
          <p:nvPr>
            <p:ph type="sldNum" sz="quarter" idx="12"/>
          </p:nvPr>
        </p:nvSpPr>
        <p:spPr>
          <a:xfrm>
            <a:off x="152400" y="4781550"/>
            <a:ext cx="457200" cy="273844"/>
          </a:xfrm>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B6F15528-21DE-4FAA-801E-634DDDAF4B2B}"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11</a:t>
            </a:fld>
            <a:endParaRPr kumimoji="0" lang="en-US" sz="1200" b="0" i="0" u="none" strike="noStrike" kern="1200" cap="none" spc="0" normalizeH="0" baseline="0" noProof="0" dirty="0">
              <a:ln>
                <a:noFill/>
              </a:ln>
              <a:solidFill>
                <a:prstClr val="black">
                  <a:tint val="75000"/>
                </a:prstClr>
              </a:solidFill>
              <a:effectLst/>
              <a:uLnTx/>
              <a:uFillTx/>
              <a:latin typeface="Calibri"/>
              <a:ea typeface="+mn-ea"/>
              <a:cs typeface="+mn-cs"/>
            </a:endParaRPr>
          </a:p>
        </p:txBody>
      </p:sp>
      <p:sp>
        <p:nvSpPr>
          <p:cNvPr id="5" name="Title 4">
            <a:extLst>
              <a:ext uri="{FF2B5EF4-FFF2-40B4-BE49-F238E27FC236}">
                <a16:creationId xmlns:a16="http://schemas.microsoft.com/office/drawing/2014/main" id="{91125DE6-0659-44B4-C501-85517AD20644}"/>
              </a:ext>
            </a:extLst>
          </p:cNvPr>
          <p:cNvSpPr>
            <a:spLocks noGrp="1"/>
          </p:cNvSpPr>
          <p:nvPr>
            <p:ph type="title"/>
          </p:nvPr>
        </p:nvSpPr>
        <p:spPr>
          <a:xfrm>
            <a:off x="76200" y="133350"/>
            <a:ext cx="8229600" cy="533401"/>
          </a:xfrm>
        </p:spPr>
        <p:txBody>
          <a:bodyPr/>
          <a:lstStyle/>
          <a:p>
            <a:r>
              <a:rPr lang="en-IN" sz="2500" dirty="0">
                <a:latin typeface="Cooper Black" panose="0208090404030B020404" pitchFamily="18" charset="0"/>
              </a:rPr>
              <a:t>Dependency between MS and Build Apps</a:t>
            </a:r>
          </a:p>
        </p:txBody>
      </p:sp>
      <p:sp>
        <p:nvSpPr>
          <p:cNvPr id="2" name="TextBox 1">
            <a:extLst>
              <a:ext uri="{FF2B5EF4-FFF2-40B4-BE49-F238E27FC236}">
                <a16:creationId xmlns:a16="http://schemas.microsoft.com/office/drawing/2014/main" id="{86F5671A-2F15-F49C-CD1B-80ACF799915D}"/>
              </a:ext>
            </a:extLst>
          </p:cNvPr>
          <p:cNvSpPr txBox="1"/>
          <p:nvPr/>
        </p:nvSpPr>
        <p:spPr>
          <a:xfrm>
            <a:off x="152400" y="971549"/>
            <a:ext cx="8839200" cy="4069557"/>
          </a:xfrm>
          <a:prstGeom prst="rect">
            <a:avLst/>
          </a:prstGeom>
        </p:spPr>
        <p:txBody>
          <a:bodyPr vert="horz" lIns="91440" tIns="45720" rIns="91440" bIns="45720" rtlCol="0">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333333"/>
                </a:solidFill>
                <a:effectLst/>
                <a:uLnTx/>
                <a:uFillTx/>
                <a:latin typeface="72" panose="020B0503030000000003" pitchFamily="34" charset="0"/>
                <a:ea typeface="+mn-ea"/>
                <a:cs typeface="+mn-cs"/>
              </a:rPr>
              <a:t>Establish a dependency between SAP Build Apps and SAP Mobile Services. Use SAP Cloud Identity Services to link your app to SAP Build Apps API, ensuring seamless integration and access to mobile services.</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srgbClr val="333333"/>
              </a:solidFill>
              <a:effectLst/>
              <a:uLnTx/>
              <a:uFillTx/>
              <a:latin typeface="72" panose="020B0503030000000003"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mj-lt"/>
              <a:buAutoNum type="arabicPeriod"/>
              <a:tabLst/>
              <a:defRPr/>
            </a:pPr>
            <a:r>
              <a:rPr kumimoji="0" lang="en-US" sz="1200" b="0" i="0" u="none" strike="noStrike" kern="1200" cap="none" spc="0" normalizeH="0" baseline="0" noProof="0" dirty="0">
                <a:ln>
                  <a:noFill/>
                </a:ln>
                <a:solidFill>
                  <a:srgbClr val="333333"/>
                </a:solidFill>
                <a:effectLst/>
                <a:uLnTx/>
                <a:uFillTx/>
                <a:latin typeface="72" panose="020B0503030000000003" pitchFamily="34" charset="0"/>
                <a:ea typeface="+mn-ea"/>
                <a:cs typeface="+mn-cs"/>
              </a:rPr>
              <a:t>Navigate to your SAP Cloud Identity Services dashboard and choose the </a:t>
            </a:r>
            <a:r>
              <a:rPr kumimoji="0" lang="en-US" sz="1200" b="1" i="0" u="none" strike="noStrike" kern="1200" cap="none" spc="0" normalizeH="0" baseline="0" noProof="0" dirty="0">
                <a:ln>
                  <a:noFill/>
                </a:ln>
                <a:solidFill>
                  <a:srgbClr val="333333"/>
                </a:solidFill>
                <a:effectLst/>
                <a:uLnTx/>
                <a:uFillTx/>
                <a:latin typeface="72" panose="020B0503030000000003" pitchFamily="34" charset="0"/>
                <a:ea typeface="+mn-ea"/>
                <a:cs typeface="+mn-cs"/>
              </a:rPr>
              <a:t>Applications &amp; Resources</a:t>
            </a:r>
            <a:r>
              <a:rPr kumimoji="0" lang="en-US" sz="1200" b="0" i="0" u="none" strike="noStrike" kern="1200" cap="none" spc="0" normalizeH="0" baseline="0" noProof="0" dirty="0">
                <a:ln>
                  <a:noFill/>
                </a:ln>
                <a:solidFill>
                  <a:srgbClr val="333333"/>
                </a:solidFill>
                <a:effectLst/>
                <a:uLnTx/>
                <a:uFillTx/>
                <a:latin typeface="72" panose="020B0503030000000003" pitchFamily="34" charset="0"/>
                <a:ea typeface="+mn-ea"/>
                <a:cs typeface="+mn-cs"/>
              </a:rPr>
              <a:t> tab. On the left side panel, choose the application with name </a:t>
            </a:r>
            <a:r>
              <a:rPr kumimoji="0" lang="en-US" sz="1200" b="1" i="0" u="none" strike="noStrike" kern="1200" cap="none" spc="0" normalizeH="0" baseline="0" noProof="0" dirty="0">
                <a:ln>
                  <a:noFill/>
                </a:ln>
                <a:solidFill>
                  <a:srgbClr val="333333"/>
                </a:solidFill>
                <a:effectLst/>
                <a:uLnTx/>
                <a:uFillTx/>
                <a:latin typeface="72" panose="020B0503030000000003" pitchFamily="34" charset="0"/>
                <a:ea typeface="+mn-ea"/>
                <a:cs typeface="+mn-cs"/>
              </a:rPr>
              <a:t>{your-app-id}</a:t>
            </a:r>
            <a:r>
              <a:rPr kumimoji="0" lang="en-US" sz="1200" b="0" i="0" u="none" strike="noStrike" kern="1200" cap="none" spc="0" normalizeH="0" baseline="0" noProof="0" dirty="0">
                <a:ln>
                  <a:noFill/>
                </a:ln>
                <a:solidFill>
                  <a:srgbClr val="333333"/>
                </a:solidFill>
                <a:effectLst/>
                <a:uLnTx/>
                <a:uFillTx/>
                <a:latin typeface="72" panose="020B0503030000000003" pitchFamily="34" charset="0"/>
                <a:ea typeface="+mn-ea"/>
                <a:cs typeface="+mn-cs"/>
              </a:rPr>
              <a:t>.</a:t>
            </a:r>
            <a:r>
              <a:rPr kumimoji="0" lang="en-US" sz="1200" b="1" i="0" u="none" strike="noStrike" kern="1200" cap="none" spc="0" normalizeH="0" baseline="0" noProof="0" dirty="0" err="1">
                <a:ln>
                  <a:noFill/>
                </a:ln>
                <a:solidFill>
                  <a:srgbClr val="333333"/>
                </a:solidFill>
                <a:effectLst/>
                <a:uLnTx/>
                <a:uFillTx/>
                <a:latin typeface="72" panose="020B0503030000000003" pitchFamily="34" charset="0"/>
                <a:ea typeface="+mn-ea"/>
                <a:cs typeface="+mn-cs"/>
              </a:rPr>
              <a:t>Tip</a:t>
            </a:r>
            <a:r>
              <a:rPr kumimoji="0" lang="en-US" sz="1200" b="0" i="0" u="none" strike="noStrike" kern="1200" cap="none" spc="0" normalizeH="0" baseline="0" noProof="0" dirty="0" err="1">
                <a:ln>
                  <a:noFill/>
                </a:ln>
                <a:solidFill>
                  <a:srgbClr val="333333"/>
                </a:solidFill>
                <a:effectLst/>
                <a:uLnTx/>
                <a:uFillTx/>
                <a:latin typeface="72" panose="020B0503030000000003" pitchFamily="34" charset="0"/>
                <a:ea typeface="+mn-ea"/>
                <a:cs typeface="+mn-cs"/>
              </a:rPr>
              <a:t>If</a:t>
            </a:r>
            <a:r>
              <a:rPr kumimoji="0" lang="en-US" sz="1200" b="0" i="0" u="none" strike="noStrike" kern="1200" cap="none" spc="0" normalizeH="0" baseline="0" noProof="0" dirty="0">
                <a:ln>
                  <a:noFill/>
                </a:ln>
                <a:solidFill>
                  <a:srgbClr val="333333"/>
                </a:solidFill>
                <a:effectLst/>
                <a:uLnTx/>
                <a:uFillTx/>
                <a:latin typeface="72" panose="020B0503030000000003" pitchFamily="34" charset="0"/>
                <a:ea typeface="+mn-ea"/>
                <a:cs typeface="+mn-cs"/>
              </a:rPr>
              <a:t> you don't know your app ID, go to your project in </a:t>
            </a:r>
            <a:r>
              <a:rPr kumimoji="0" lang="en-US" sz="1200" b="0" i="0" u="none" strike="noStrike" kern="1200" cap="none" spc="0" normalizeH="0" baseline="0" noProof="0" dirty="0" err="1">
                <a:ln>
                  <a:noFill/>
                </a:ln>
                <a:solidFill>
                  <a:srgbClr val="333333"/>
                </a:solidFill>
                <a:effectLst/>
                <a:uLnTx/>
                <a:uFillTx/>
                <a:latin typeface="72" panose="020B0503030000000003" pitchFamily="34" charset="0"/>
                <a:ea typeface="+mn-ea"/>
                <a:cs typeface="+mn-cs"/>
              </a:rPr>
              <a:t>Buildapp</a:t>
            </a:r>
            <a:r>
              <a:rPr kumimoji="0" lang="en-US" sz="1200" b="0" i="0" u="none" strike="noStrike" kern="1200" cap="none" spc="0" normalizeH="0" baseline="0" noProof="0" dirty="0">
                <a:ln>
                  <a:noFill/>
                </a:ln>
                <a:solidFill>
                  <a:srgbClr val="333333"/>
                </a:solidFill>
                <a:effectLst/>
                <a:uLnTx/>
                <a:uFillTx/>
                <a:latin typeface="72" panose="020B0503030000000003" pitchFamily="34" charset="0"/>
                <a:ea typeface="+mn-ea"/>
                <a:cs typeface="+mn-cs"/>
              </a:rPr>
              <a:t> ID from the URL. Take the number and add the prefix </a:t>
            </a:r>
            <a:r>
              <a:rPr kumimoji="0" lang="en-US" sz="1200" b="0" i="0" u="none" strike="noStrike" kern="1200" cap="none" spc="0" normalizeH="0" baseline="0" noProof="0" dirty="0" err="1">
                <a:ln>
                  <a:noFill/>
                </a:ln>
                <a:solidFill>
                  <a:srgbClr val="333333"/>
                </a:solidFill>
                <a:effectLst/>
                <a:uLnTx/>
                <a:uFillTx/>
                <a:latin typeface="72" panose="020B0503030000000003" pitchFamily="34" charset="0"/>
                <a:ea typeface="+mn-ea"/>
                <a:cs typeface="+mn-cs"/>
              </a:rPr>
              <a:t>buildApps</a:t>
            </a:r>
            <a:r>
              <a:rPr kumimoji="0" lang="en-US" sz="1200" b="0" i="0" u="none" strike="noStrike" kern="1200" cap="none" spc="0" normalizeH="0" baseline="0" noProof="0" dirty="0">
                <a:ln>
                  <a:noFill/>
                </a:ln>
                <a:solidFill>
                  <a:srgbClr val="333333"/>
                </a:solidFill>
                <a:effectLst/>
                <a:uLnTx/>
                <a:uFillTx/>
                <a:latin typeface="72" panose="020B0503030000000003" pitchFamily="34" charset="0"/>
                <a:ea typeface="+mn-ea"/>
                <a:cs typeface="+mn-cs"/>
              </a:rPr>
              <a:t>, for example buildApps123</a:t>
            </a:r>
          </a:p>
          <a:p>
            <a:pPr marL="0" marR="0" lvl="0" indent="0" algn="l" defTabSz="914400" rtl="0" eaLnBrk="1" fontAlgn="auto" latinLnBrk="0" hangingPunct="1">
              <a:lnSpc>
                <a:spcPct val="100000"/>
              </a:lnSpc>
              <a:spcBef>
                <a:spcPts val="0"/>
              </a:spcBef>
              <a:spcAft>
                <a:spcPts val="0"/>
              </a:spcAft>
              <a:buClrTx/>
              <a:buSzTx/>
              <a:buFont typeface="+mj-lt"/>
              <a:buAutoNum type="arabicPeriod"/>
              <a:tabLst/>
              <a:defRPr/>
            </a:pPr>
            <a:endParaRPr kumimoji="0" lang="en-US" sz="1200" b="0" i="0" u="none" strike="noStrike" kern="1200" cap="none" spc="0" normalizeH="0" baseline="0" noProof="0" dirty="0">
              <a:ln>
                <a:noFill/>
              </a:ln>
              <a:solidFill>
                <a:srgbClr val="333333"/>
              </a:solidFill>
              <a:effectLst/>
              <a:uLnTx/>
              <a:uFillTx/>
              <a:latin typeface="72" panose="020B0503030000000003"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mj-lt"/>
              <a:buAutoNum type="arabicPeriod"/>
              <a:tabLst/>
              <a:defRPr/>
            </a:pPr>
            <a:r>
              <a:rPr kumimoji="0" lang="en-US" sz="1200" b="0" i="0" u="none" strike="noStrike" kern="1200" cap="none" spc="0" normalizeH="0" baseline="0" noProof="0" dirty="0">
                <a:ln>
                  <a:noFill/>
                </a:ln>
                <a:solidFill>
                  <a:srgbClr val="333333"/>
                </a:solidFill>
                <a:effectLst/>
                <a:uLnTx/>
                <a:uFillTx/>
                <a:latin typeface="72" panose="020B0503030000000003" pitchFamily="34" charset="0"/>
                <a:ea typeface="+mn-ea"/>
                <a:cs typeface="+mn-cs"/>
              </a:rPr>
              <a:t>Scroll down in the newly opened tab and choose </a:t>
            </a:r>
            <a:r>
              <a:rPr kumimoji="0" lang="en-US" sz="1200" b="1" i="0" u="none" strike="noStrike" kern="1200" cap="none" spc="0" normalizeH="0" baseline="0" noProof="0" dirty="0">
                <a:ln>
                  <a:noFill/>
                </a:ln>
                <a:solidFill>
                  <a:srgbClr val="333333"/>
                </a:solidFill>
                <a:effectLst/>
                <a:uLnTx/>
                <a:uFillTx/>
                <a:latin typeface="72" panose="020B0503030000000003" pitchFamily="34" charset="0"/>
                <a:ea typeface="+mn-ea"/>
                <a:cs typeface="+mn-cs"/>
              </a:rPr>
              <a:t>Dependencies</a:t>
            </a:r>
          </a:p>
          <a:p>
            <a:pPr marL="0" marR="0" lvl="0" indent="0" algn="l" defTabSz="914400" rtl="0" eaLnBrk="1" fontAlgn="auto" latinLnBrk="0" hangingPunct="1">
              <a:lnSpc>
                <a:spcPct val="100000"/>
              </a:lnSpc>
              <a:spcBef>
                <a:spcPts val="0"/>
              </a:spcBef>
              <a:spcAft>
                <a:spcPts val="0"/>
              </a:spcAft>
              <a:buClrTx/>
              <a:buSzTx/>
              <a:buFont typeface="+mj-lt"/>
              <a:buAutoNum type="arabicPeriod"/>
              <a:tabLst/>
              <a:defRPr/>
            </a:pPr>
            <a:endParaRPr kumimoji="0" lang="en-US" sz="1200" b="0" i="0" u="none" strike="noStrike" kern="1200" cap="none" spc="0" normalizeH="0" baseline="0" noProof="0" dirty="0">
              <a:ln>
                <a:noFill/>
              </a:ln>
              <a:solidFill>
                <a:srgbClr val="333333"/>
              </a:solidFill>
              <a:effectLst/>
              <a:uLnTx/>
              <a:uFillTx/>
              <a:latin typeface="72" panose="020B0503030000000003"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mj-lt"/>
              <a:buAutoNum type="arabicPeriod"/>
              <a:tabLst/>
              <a:defRPr/>
            </a:pPr>
            <a:r>
              <a:rPr kumimoji="0" lang="en-US" sz="1200" b="0" i="0" u="none" strike="noStrike" kern="1200" cap="none" spc="0" normalizeH="0" baseline="0" noProof="0" dirty="0">
                <a:ln>
                  <a:noFill/>
                </a:ln>
                <a:solidFill>
                  <a:srgbClr val="333333"/>
                </a:solidFill>
                <a:effectLst/>
                <a:uLnTx/>
                <a:uFillTx/>
                <a:latin typeface="72" panose="020B0503030000000003" pitchFamily="34" charset="0"/>
                <a:ea typeface="+mn-ea"/>
                <a:cs typeface="+mn-cs"/>
              </a:rPr>
              <a:t>Choose </a:t>
            </a:r>
            <a:r>
              <a:rPr kumimoji="0" lang="en-US" sz="1200" b="1" i="0" u="none" strike="noStrike" kern="1200" cap="none" spc="0" normalizeH="0" baseline="0" noProof="0" dirty="0">
                <a:ln>
                  <a:noFill/>
                </a:ln>
                <a:solidFill>
                  <a:srgbClr val="333333"/>
                </a:solidFill>
                <a:effectLst/>
                <a:uLnTx/>
                <a:uFillTx/>
                <a:latin typeface="72" panose="020B0503030000000003" pitchFamily="34" charset="0"/>
                <a:ea typeface="+mn-ea"/>
                <a:cs typeface="+mn-cs"/>
              </a:rPr>
              <a:t>Add</a:t>
            </a:r>
            <a:r>
              <a:rPr kumimoji="0" lang="en-US" sz="1200" b="0" i="0" u="none" strike="noStrike" kern="1200" cap="none" spc="0" normalizeH="0" baseline="0" noProof="0" dirty="0">
                <a:ln>
                  <a:noFill/>
                </a:ln>
                <a:solidFill>
                  <a:srgbClr val="333333"/>
                </a:solidFill>
                <a:effectLst/>
                <a:uLnTx/>
                <a:uFillTx/>
                <a:latin typeface="72" panose="020B0503030000000003" pitchFamily="34" charset="0"/>
                <a:ea typeface="+mn-ea"/>
                <a:cs typeface="+mn-cs"/>
              </a:rPr>
              <a:t> to establish new dependency.</a:t>
            </a:r>
          </a:p>
          <a:p>
            <a:pPr marL="0" marR="0" lvl="0" indent="0" algn="l" defTabSz="914400" rtl="0" eaLnBrk="1" fontAlgn="auto" latinLnBrk="0" hangingPunct="1">
              <a:lnSpc>
                <a:spcPct val="100000"/>
              </a:lnSpc>
              <a:spcBef>
                <a:spcPts val="0"/>
              </a:spcBef>
              <a:spcAft>
                <a:spcPts val="0"/>
              </a:spcAft>
              <a:buClrTx/>
              <a:buSzTx/>
              <a:buFont typeface="+mj-lt"/>
              <a:buAutoNum type="arabicPeriod"/>
              <a:tabLst/>
              <a:defRPr/>
            </a:pPr>
            <a:endParaRPr kumimoji="0" lang="en-US" sz="1200" b="0" i="0" u="none" strike="noStrike" kern="1200" cap="none" spc="0" normalizeH="0" baseline="0" noProof="0" dirty="0">
              <a:ln>
                <a:noFill/>
              </a:ln>
              <a:solidFill>
                <a:srgbClr val="333333"/>
              </a:solidFill>
              <a:effectLst/>
              <a:uLnTx/>
              <a:uFillTx/>
              <a:latin typeface="72" panose="020B0503030000000003"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mj-lt"/>
              <a:buAutoNum type="arabicPeriod"/>
              <a:tabLst/>
              <a:defRPr/>
            </a:pPr>
            <a:r>
              <a:rPr kumimoji="0" lang="en-US" sz="1200" b="0" i="0" u="none" strike="noStrike" kern="1200" cap="none" spc="0" normalizeH="0" baseline="0" noProof="0" dirty="0">
                <a:ln>
                  <a:noFill/>
                </a:ln>
                <a:solidFill>
                  <a:srgbClr val="333333"/>
                </a:solidFill>
                <a:effectLst/>
                <a:uLnTx/>
                <a:uFillTx/>
                <a:latin typeface="72" panose="020B0503030000000003" pitchFamily="34" charset="0"/>
                <a:ea typeface="+mn-ea"/>
                <a:cs typeface="+mn-cs"/>
              </a:rPr>
              <a:t>In the Add API tab enter the following details:</a:t>
            </a:r>
          </a:p>
          <a:p>
            <a:pPr marL="0" marR="0" lvl="0" indent="0" algn="l" defTabSz="914400" rtl="0" eaLnBrk="1" fontAlgn="auto" latinLnBrk="0" hangingPunct="1">
              <a:lnSpc>
                <a:spcPct val="100000"/>
              </a:lnSpc>
              <a:spcBef>
                <a:spcPts val="0"/>
              </a:spcBef>
              <a:spcAft>
                <a:spcPts val="0"/>
              </a:spcAft>
              <a:buClrTx/>
              <a:buSzTx/>
              <a:buFont typeface="+mj-lt"/>
              <a:buAutoNum type="arabicPeriod"/>
              <a:tabLst/>
              <a:defRPr/>
            </a:pPr>
            <a:endParaRPr kumimoji="0" lang="en-US" sz="1200" b="0" i="0" u="none" strike="noStrike" kern="1200" cap="none" spc="0" normalizeH="0" baseline="0" noProof="0" dirty="0">
              <a:ln>
                <a:noFill/>
              </a:ln>
              <a:solidFill>
                <a:srgbClr val="333333"/>
              </a:solidFill>
              <a:effectLst/>
              <a:uLnTx/>
              <a:uFillTx/>
              <a:latin typeface="72" panose="020B0503030000000003" pitchFamily="34" charset="0"/>
              <a:ea typeface="+mn-ea"/>
              <a:cs typeface="+mn-cs"/>
            </a:endParaRPr>
          </a:p>
          <a:p>
            <a:pPr marL="742950" marR="0" lvl="1" indent="-285750" algn="l" defTabSz="914400" rtl="0" eaLnBrk="1" fontAlgn="auto" latinLnBrk="0" hangingPunct="1">
              <a:lnSpc>
                <a:spcPct val="100000"/>
              </a:lnSpc>
              <a:spcBef>
                <a:spcPts val="0"/>
              </a:spcBef>
              <a:spcAft>
                <a:spcPts val="0"/>
              </a:spcAft>
              <a:buClrTx/>
              <a:buSzTx/>
              <a:buFont typeface="+mj-lt"/>
              <a:buAutoNum type="arabicPeriod"/>
              <a:tabLst/>
              <a:defRPr/>
            </a:pPr>
            <a:r>
              <a:rPr kumimoji="0" lang="en-US" sz="1200" b="0" i="0" u="none" strike="noStrike" kern="1200" cap="none" spc="0" normalizeH="0" baseline="0" noProof="0" dirty="0">
                <a:ln>
                  <a:noFill/>
                </a:ln>
                <a:solidFill>
                  <a:srgbClr val="333333"/>
                </a:solidFill>
                <a:effectLst/>
                <a:uLnTx/>
                <a:uFillTx/>
                <a:latin typeface="72" panose="020B0503030000000003" pitchFamily="34" charset="0"/>
                <a:ea typeface="+mn-ea"/>
                <a:cs typeface="+mn-cs"/>
              </a:rPr>
              <a:t>In the </a:t>
            </a:r>
            <a:r>
              <a:rPr kumimoji="0" lang="en-US" sz="1200" b="1" i="0" u="none" strike="noStrike" kern="1200" cap="none" spc="0" normalizeH="0" baseline="0" noProof="0" dirty="0">
                <a:ln>
                  <a:noFill/>
                </a:ln>
                <a:solidFill>
                  <a:srgbClr val="333333"/>
                </a:solidFill>
                <a:effectLst/>
                <a:uLnTx/>
                <a:uFillTx/>
                <a:latin typeface="72" panose="020B0503030000000003" pitchFamily="34" charset="0"/>
                <a:ea typeface="+mn-ea"/>
                <a:cs typeface="+mn-cs"/>
              </a:rPr>
              <a:t>Dependency Name</a:t>
            </a:r>
            <a:r>
              <a:rPr kumimoji="0" lang="en-US" sz="1200" b="0" i="0" u="none" strike="noStrike" kern="1200" cap="none" spc="0" normalizeH="0" baseline="0" noProof="0" dirty="0">
                <a:ln>
                  <a:noFill/>
                </a:ln>
                <a:solidFill>
                  <a:srgbClr val="333333"/>
                </a:solidFill>
                <a:effectLst/>
                <a:uLnTx/>
                <a:uFillTx/>
                <a:latin typeface="72" panose="020B0503030000000003" pitchFamily="34" charset="0"/>
                <a:ea typeface="+mn-ea"/>
                <a:cs typeface="+mn-cs"/>
              </a:rPr>
              <a:t> field, enter sap-build-apps-</a:t>
            </a:r>
            <a:r>
              <a:rPr kumimoji="0" lang="en-US" sz="1200" b="0" i="0" u="none" strike="noStrike" kern="1200" cap="none" spc="0" normalizeH="0" baseline="0" noProof="0" dirty="0" err="1">
                <a:ln>
                  <a:noFill/>
                </a:ln>
                <a:solidFill>
                  <a:srgbClr val="333333"/>
                </a:solidFill>
                <a:effectLst/>
                <a:uLnTx/>
                <a:uFillTx/>
                <a:latin typeface="72" panose="020B0503030000000003" pitchFamily="34" charset="0"/>
                <a:ea typeface="+mn-ea"/>
                <a:cs typeface="+mn-cs"/>
              </a:rPr>
              <a:t>api</a:t>
            </a:r>
            <a:r>
              <a:rPr kumimoji="0" lang="en-US" sz="1200" b="0" i="0" u="none" strike="noStrike" kern="1200" cap="none" spc="0" normalizeH="0" baseline="0" noProof="0" dirty="0">
                <a:ln>
                  <a:noFill/>
                </a:ln>
                <a:solidFill>
                  <a:srgbClr val="333333"/>
                </a:solidFill>
                <a:effectLst/>
                <a:uLnTx/>
                <a:uFillTx/>
                <a:latin typeface="72" panose="020B0503030000000003" pitchFamily="34" charset="0"/>
                <a:ea typeface="+mn-ea"/>
                <a:cs typeface="+mn-cs"/>
              </a:rPr>
              <a:t>.</a:t>
            </a:r>
          </a:p>
          <a:p>
            <a:pPr marL="742950" marR="0" lvl="1" indent="-285750" algn="l" defTabSz="914400" rtl="0" eaLnBrk="1" fontAlgn="auto" latinLnBrk="0" hangingPunct="1">
              <a:lnSpc>
                <a:spcPct val="100000"/>
              </a:lnSpc>
              <a:spcBef>
                <a:spcPts val="0"/>
              </a:spcBef>
              <a:spcAft>
                <a:spcPts val="0"/>
              </a:spcAft>
              <a:buClrTx/>
              <a:buSzTx/>
              <a:buFont typeface="+mj-lt"/>
              <a:buAutoNum type="arabicPeriod"/>
              <a:tabLst/>
              <a:defRPr/>
            </a:pPr>
            <a:r>
              <a:rPr kumimoji="0" lang="en-US" sz="1200" b="0" i="0" u="none" strike="noStrike" kern="1200" cap="none" spc="0" normalizeH="0" baseline="0" noProof="0" dirty="0">
                <a:ln>
                  <a:noFill/>
                </a:ln>
                <a:solidFill>
                  <a:srgbClr val="333333"/>
                </a:solidFill>
                <a:effectLst/>
                <a:uLnTx/>
                <a:uFillTx/>
                <a:latin typeface="72" panose="020B0503030000000003" pitchFamily="34" charset="0"/>
                <a:ea typeface="+mn-ea"/>
                <a:cs typeface="+mn-cs"/>
              </a:rPr>
              <a:t>In the </a:t>
            </a:r>
            <a:r>
              <a:rPr kumimoji="0" lang="en-US" sz="1200" b="1" i="0" u="none" strike="noStrike" kern="1200" cap="none" spc="0" normalizeH="0" baseline="0" noProof="0" dirty="0">
                <a:ln>
                  <a:noFill/>
                </a:ln>
                <a:solidFill>
                  <a:srgbClr val="333333"/>
                </a:solidFill>
                <a:effectLst/>
                <a:uLnTx/>
                <a:uFillTx/>
                <a:latin typeface="72" panose="020B0503030000000003" pitchFamily="34" charset="0"/>
                <a:ea typeface="+mn-ea"/>
                <a:cs typeface="+mn-cs"/>
              </a:rPr>
              <a:t>Application</a:t>
            </a:r>
            <a:r>
              <a:rPr kumimoji="0" lang="en-US" sz="1200" b="0" i="0" u="none" strike="noStrike" kern="1200" cap="none" spc="0" normalizeH="0" baseline="0" noProof="0" dirty="0">
                <a:ln>
                  <a:noFill/>
                </a:ln>
                <a:solidFill>
                  <a:srgbClr val="333333"/>
                </a:solidFill>
                <a:effectLst/>
                <a:uLnTx/>
                <a:uFillTx/>
                <a:latin typeface="72" panose="020B0503030000000003" pitchFamily="34" charset="0"/>
                <a:ea typeface="+mn-ea"/>
                <a:cs typeface="+mn-cs"/>
              </a:rPr>
              <a:t> dropdown, choose </a:t>
            </a:r>
            <a:r>
              <a:rPr kumimoji="0" lang="en-US" sz="1200" b="1" i="0" u="none" strike="noStrike" kern="1200" cap="none" spc="0" normalizeH="0" baseline="0" noProof="0" dirty="0">
                <a:ln>
                  <a:noFill/>
                </a:ln>
                <a:solidFill>
                  <a:srgbClr val="333333"/>
                </a:solidFill>
                <a:effectLst/>
                <a:uLnTx/>
                <a:uFillTx/>
                <a:latin typeface="72" panose="020B0503030000000003" pitchFamily="34" charset="0"/>
                <a:ea typeface="+mn-ea"/>
                <a:cs typeface="+mn-cs"/>
              </a:rPr>
              <a:t>SAP Build Apps</a:t>
            </a:r>
            <a:r>
              <a:rPr kumimoji="0" lang="en-US" sz="1200" b="0" i="0" u="none" strike="noStrike" kern="1200" cap="none" spc="0" normalizeH="0" baseline="0" noProof="0" dirty="0">
                <a:ln>
                  <a:noFill/>
                </a:ln>
                <a:solidFill>
                  <a:srgbClr val="333333"/>
                </a:solidFill>
                <a:effectLst/>
                <a:uLnTx/>
                <a:uFillTx/>
                <a:latin typeface="72" panose="020B0503030000000003" pitchFamily="34" charset="0"/>
                <a:ea typeface="+mn-ea"/>
                <a:cs typeface="+mn-cs"/>
              </a:rPr>
              <a:t> followed by your subaccount name. For example, </a:t>
            </a:r>
            <a:r>
              <a:rPr kumimoji="0" lang="en-US" sz="1200" b="1" i="0" u="none" strike="noStrike" kern="1200" cap="none" spc="0" normalizeH="0" baseline="0" noProof="0" dirty="0">
                <a:ln>
                  <a:noFill/>
                </a:ln>
                <a:solidFill>
                  <a:srgbClr val="333333"/>
                </a:solidFill>
                <a:effectLst/>
                <a:uLnTx/>
                <a:uFillTx/>
                <a:latin typeface="72" panose="020B0503030000000003" pitchFamily="34" charset="0"/>
                <a:ea typeface="+mn-ea"/>
                <a:cs typeface="+mn-cs"/>
              </a:rPr>
              <a:t>SAP Build Apps (</a:t>
            </a:r>
            <a:r>
              <a:rPr kumimoji="0" lang="en-US" sz="1200" b="1" i="0" u="none" strike="noStrike" kern="1200" cap="none" spc="0" normalizeH="0" baseline="0" noProof="0" dirty="0" err="1">
                <a:ln>
                  <a:noFill/>
                </a:ln>
                <a:solidFill>
                  <a:srgbClr val="333333"/>
                </a:solidFill>
                <a:effectLst/>
                <a:uLnTx/>
                <a:uFillTx/>
                <a:latin typeface="72" panose="020B0503030000000003" pitchFamily="34" charset="0"/>
                <a:ea typeface="+mn-ea"/>
                <a:cs typeface="+mn-cs"/>
              </a:rPr>
              <a:t>MySubaccount</a:t>
            </a:r>
            <a:r>
              <a:rPr kumimoji="0" lang="en-US" sz="1200" b="1" i="0" u="none" strike="noStrike" kern="1200" cap="none" spc="0" normalizeH="0" baseline="0" noProof="0" dirty="0">
                <a:ln>
                  <a:noFill/>
                </a:ln>
                <a:solidFill>
                  <a:srgbClr val="333333"/>
                </a:solidFill>
                <a:effectLst/>
                <a:uLnTx/>
                <a:uFillTx/>
                <a:latin typeface="72" panose="020B0503030000000003" pitchFamily="34" charset="0"/>
                <a:ea typeface="+mn-ea"/>
                <a:cs typeface="+mn-cs"/>
              </a:rPr>
              <a:t>)</a:t>
            </a:r>
            <a:r>
              <a:rPr kumimoji="0" lang="en-US" sz="1200" b="0" i="0" u="none" strike="noStrike" kern="1200" cap="none" spc="0" normalizeH="0" baseline="0" noProof="0" dirty="0">
                <a:ln>
                  <a:noFill/>
                </a:ln>
                <a:solidFill>
                  <a:srgbClr val="333333"/>
                </a:solidFill>
                <a:effectLst/>
                <a:uLnTx/>
                <a:uFillTx/>
                <a:latin typeface="72" panose="020B0503030000000003" pitchFamily="34" charset="0"/>
                <a:ea typeface="+mn-ea"/>
                <a:cs typeface="+mn-cs"/>
              </a:rPr>
              <a:t>.</a:t>
            </a:r>
          </a:p>
          <a:p>
            <a:pPr marL="742950" marR="0" lvl="1" indent="-285750" algn="l" defTabSz="914400" rtl="0" eaLnBrk="1" fontAlgn="auto" latinLnBrk="0" hangingPunct="1">
              <a:lnSpc>
                <a:spcPct val="100000"/>
              </a:lnSpc>
              <a:spcBef>
                <a:spcPts val="0"/>
              </a:spcBef>
              <a:spcAft>
                <a:spcPts val="0"/>
              </a:spcAft>
              <a:buClrTx/>
              <a:buSzTx/>
              <a:buFont typeface="+mj-lt"/>
              <a:buAutoNum type="arabicPeriod"/>
              <a:tabLst/>
              <a:defRPr/>
            </a:pPr>
            <a:r>
              <a:rPr kumimoji="0" lang="en-US" sz="1200" b="0" i="0" u="none" strike="noStrike" kern="1200" cap="none" spc="0" normalizeH="0" baseline="0" noProof="0" dirty="0">
                <a:ln>
                  <a:noFill/>
                </a:ln>
                <a:solidFill>
                  <a:srgbClr val="333333"/>
                </a:solidFill>
                <a:effectLst/>
                <a:uLnTx/>
                <a:uFillTx/>
                <a:latin typeface="72" panose="020B0503030000000003" pitchFamily="34" charset="0"/>
                <a:ea typeface="+mn-ea"/>
                <a:cs typeface="+mn-cs"/>
              </a:rPr>
              <a:t>In </a:t>
            </a:r>
            <a:r>
              <a:rPr kumimoji="0" lang="en-US" sz="1200" b="1" i="0" u="none" strike="noStrike" kern="1200" cap="none" spc="0" normalizeH="0" baseline="0" noProof="0" dirty="0">
                <a:ln>
                  <a:noFill/>
                </a:ln>
                <a:solidFill>
                  <a:srgbClr val="333333"/>
                </a:solidFill>
                <a:effectLst/>
                <a:uLnTx/>
                <a:uFillTx/>
                <a:latin typeface="72" panose="020B0503030000000003" pitchFamily="34" charset="0"/>
                <a:ea typeface="+mn-ea"/>
                <a:cs typeface="+mn-cs"/>
              </a:rPr>
              <a:t>API</a:t>
            </a:r>
            <a:r>
              <a:rPr kumimoji="0" lang="en-US" sz="1200" b="0" i="0" u="none" strike="noStrike" kern="1200" cap="none" spc="0" normalizeH="0" baseline="0" noProof="0" dirty="0">
                <a:ln>
                  <a:noFill/>
                </a:ln>
                <a:solidFill>
                  <a:srgbClr val="333333"/>
                </a:solidFill>
                <a:effectLst/>
                <a:uLnTx/>
                <a:uFillTx/>
                <a:latin typeface="72" panose="020B0503030000000003" pitchFamily="34" charset="0"/>
                <a:ea typeface="+mn-ea"/>
                <a:cs typeface="+mn-cs"/>
              </a:rPr>
              <a:t>, choose </a:t>
            </a:r>
            <a:r>
              <a:rPr kumimoji="0" lang="en-US" sz="1200" b="1" i="0" u="none" strike="noStrike" kern="1200" cap="none" spc="0" normalizeH="0" baseline="0" noProof="0" dirty="0">
                <a:ln>
                  <a:noFill/>
                </a:ln>
                <a:solidFill>
                  <a:srgbClr val="333333"/>
                </a:solidFill>
                <a:effectLst/>
                <a:uLnTx/>
                <a:uFillTx/>
                <a:latin typeface="72" panose="020B0503030000000003" pitchFamily="34" charset="0"/>
                <a:ea typeface="+mn-ea"/>
                <a:cs typeface="+mn-cs"/>
              </a:rPr>
              <a:t>SAP Build Apps backend projects</a:t>
            </a:r>
            <a:r>
              <a:rPr kumimoji="0" lang="en-US" sz="1200" b="0" i="0" u="none" strike="noStrike" kern="1200" cap="none" spc="0" normalizeH="0" baseline="0" noProof="0" dirty="0">
                <a:ln>
                  <a:noFill/>
                </a:ln>
                <a:solidFill>
                  <a:srgbClr val="333333"/>
                </a:solidFill>
                <a:effectLst/>
                <a:uLnTx/>
                <a:uFillTx/>
                <a:latin typeface="72" panose="020B0503030000000003" pitchFamily="34" charset="0"/>
                <a:ea typeface="+mn-ea"/>
                <a:cs typeface="+mn-cs"/>
              </a:rPr>
              <a:t>.</a:t>
            </a:r>
          </a:p>
          <a:p>
            <a:pPr marL="742950" marR="0" lvl="1" indent="-285750" algn="l" defTabSz="914400" rtl="0" eaLnBrk="1" fontAlgn="auto" latinLnBrk="0" hangingPunct="1">
              <a:lnSpc>
                <a:spcPct val="100000"/>
              </a:lnSpc>
              <a:spcBef>
                <a:spcPts val="0"/>
              </a:spcBef>
              <a:spcAft>
                <a:spcPts val="0"/>
              </a:spcAft>
              <a:buClrTx/>
              <a:buSzTx/>
              <a:buFont typeface="+mj-lt"/>
              <a:buAutoNum type="arabicPeriod"/>
              <a:tabLst/>
              <a:defRPr/>
            </a:pPr>
            <a:endParaRPr kumimoji="0" lang="en-US" sz="1200" b="0" i="0" u="none" strike="noStrike" kern="1200" cap="none" spc="0" normalizeH="0" baseline="0" noProof="0" dirty="0">
              <a:ln>
                <a:noFill/>
              </a:ln>
              <a:solidFill>
                <a:srgbClr val="333333"/>
              </a:solidFill>
              <a:effectLst/>
              <a:uLnTx/>
              <a:uFillTx/>
              <a:latin typeface="72" panose="020B0503030000000003"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mj-lt"/>
              <a:buAutoNum type="arabicPeriod"/>
              <a:tabLst/>
              <a:defRPr/>
            </a:pPr>
            <a:r>
              <a:rPr kumimoji="0" lang="en-US" sz="1200" b="0" i="0" u="none" strike="noStrike" kern="1200" cap="none" spc="0" normalizeH="0" baseline="0" noProof="0" dirty="0">
                <a:ln>
                  <a:noFill/>
                </a:ln>
                <a:solidFill>
                  <a:srgbClr val="333333"/>
                </a:solidFill>
                <a:effectLst/>
                <a:uLnTx/>
                <a:uFillTx/>
                <a:latin typeface="72" panose="020B0503030000000003" pitchFamily="34" charset="0"/>
                <a:ea typeface="+mn-ea"/>
                <a:cs typeface="+mn-cs"/>
              </a:rPr>
              <a:t>Select </a:t>
            </a:r>
            <a:r>
              <a:rPr kumimoji="0" lang="en-US" sz="1200" b="1" i="0" u="none" strike="noStrike" kern="1200" cap="none" spc="0" normalizeH="0" baseline="0" noProof="0" dirty="0">
                <a:ln>
                  <a:noFill/>
                </a:ln>
                <a:solidFill>
                  <a:srgbClr val="333333"/>
                </a:solidFill>
                <a:effectLst/>
                <a:uLnTx/>
                <a:uFillTx/>
                <a:latin typeface="72" panose="020B0503030000000003" pitchFamily="34" charset="0"/>
                <a:ea typeface="+mn-ea"/>
                <a:cs typeface="+mn-cs"/>
              </a:rPr>
              <a:t>Save</a:t>
            </a:r>
            <a:r>
              <a:rPr kumimoji="0" lang="en-US" sz="1200" b="0" i="0" u="none" strike="noStrike" kern="1200" cap="none" spc="0" normalizeH="0" baseline="0" noProof="0" dirty="0">
                <a:ln>
                  <a:noFill/>
                </a:ln>
                <a:solidFill>
                  <a:srgbClr val="333333"/>
                </a:solidFill>
                <a:effectLst/>
                <a:uLnTx/>
                <a:uFillTx/>
                <a:latin typeface="72" panose="020B0503030000000003" pitchFamily="34" charset="0"/>
                <a:ea typeface="+mn-ea"/>
                <a:cs typeface="+mn-cs"/>
              </a:rPr>
              <a:t> to confirm.</a:t>
            </a:r>
          </a:p>
        </p:txBody>
      </p:sp>
    </p:spTree>
    <p:extLst>
      <p:ext uri="{BB962C8B-B14F-4D97-AF65-F5344CB8AC3E}">
        <p14:creationId xmlns:p14="http://schemas.microsoft.com/office/powerpoint/2010/main" val="70934014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5513E1-8056-FD98-72DC-DE5B57918D90}"/>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395DF5D9-5B10-B1F7-F788-B3A56A73994B}"/>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Calibri"/>
                <a:ea typeface="+mn-ea"/>
                <a:cs typeface="+mn-cs"/>
              </a:rPr>
              <a:t>www.anubhavtrainings.com</a:t>
            </a:r>
          </a:p>
        </p:txBody>
      </p:sp>
      <p:sp>
        <p:nvSpPr>
          <p:cNvPr id="4" name="Slide Number Placeholder 3">
            <a:extLst>
              <a:ext uri="{FF2B5EF4-FFF2-40B4-BE49-F238E27FC236}">
                <a16:creationId xmlns:a16="http://schemas.microsoft.com/office/drawing/2014/main" id="{5819B095-EE20-F21D-5880-394D2D133609}"/>
              </a:ext>
            </a:extLst>
          </p:cNvPr>
          <p:cNvSpPr>
            <a:spLocks noGrp="1"/>
          </p:cNvSpPr>
          <p:nvPr>
            <p:ph type="sldNum" sz="quarter" idx="12"/>
          </p:nvPr>
        </p:nvSpPr>
        <p:spPr>
          <a:xfrm>
            <a:off x="152400" y="4781550"/>
            <a:ext cx="457200" cy="273844"/>
          </a:xfrm>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B6F15528-21DE-4FAA-801E-634DDDAF4B2B}"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12</a:t>
            </a:fld>
            <a:endParaRPr kumimoji="0" lang="en-US" sz="1200" b="0" i="0" u="none" strike="noStrike" kern="1200" cap="none" spc="0" normalizeH="0" baseline="0" noProof="0" dirty="0">
              <a:ln>
                <a:noFill/>
              </a:ln>
              <a:solidFill>
                <a:prstClr val="black">
                  <a:tint val="75000"/>
                </a:prstClr>
              </a:solidFill>
              <a:effectLst/>
              <a:uLnTx/>
              <a:uFillTx/>
              <a:latin typeface="Calibri"/>
              <a:ea typeface="+mn-ea"/>
              <a:cs typeface="+mn-cs"/>
            </a:endParaRPr>
          </a:p>
        </p:txBody>
      </p:sp>
      <p:sp>
        <p:nvSpPr>
          <p:cNvPr id="5" name="Title 4">
            <a:extLst>
              <a:ext uri="{FF2B5EF4-FFF2-40B4-BE49-F238E27FC236}">
                <a16:creationId xmlns:a16="http://schemas.microsoft.com/office/drawing/2014/main" id="{B292DBC9-B2E2-60A0-52E6-7021CF451654}"/>
              </a:ext>
            </a:extLst>
          </p:cNvPr>
          <p:cNvSpPr>
            <a:spLocks noGrp="1"/>
          </p:cNvSpPr>
          <p:nvPr>
            <p:ph type="title"/>
          </p:nvPr>
        </p:nvSpPr>
        <p:spPr>
          <a:xfrm>
            <a:off x="76200" y="133350"/>
            <a:ext cx="8229600" cy="533401"/>
          </a:xfrm>
        </p:spPr>
        <p:txBody>
          <a:bodyPr/>
          <a:lstStyle/>
          <a:p>
            <a:r>
              <a:rPr lang="en-IN" sz="2500" dirty="0">
                <a:latin typeface="Cooper Black" panose="0208090404030B020404" pitchFamily="18" charset="0"/>
              </a:rPr>
              <a:t>Certification</a:t>
            </a:r>
          </a:p>
        </p:txBody>
      </p:sp>
      <p:sp>
        <p:nvSpPr>
          <p:cNvPr id="2" name="TextBox 1">
            <a:extLst>
              <a:ext uri="{FF2B5EF4-FFF2-40B4-BE49-F238E27FC236}">
                <a16:creationId xmlns:a16="http://schemas.microsoft.com/office/drawing/2014/main" id="{8A783225-F387-854D-6DE4-7CCF2E626694}"/>
              </a:ext>
            </a:extLst>
          </p:cNvPr>
          <p:cNvSpPr txBox="1"/>
          <p:nvPr/>
        </p:nvSpPr>
        <p:spPr>
          <a:xfrm>
            <a:off x="152400" y="971549"/>
            <a:ext cx="8839200" cy="4069557"/>
          </a:xfrm>
          <a:prstGeom prst="rect">
            <a:avLst/>
          </a:prstGeom>
        </p:spPr>
        <p:txBody>
          <a:bodyPr vert="horz" lIns="91440" tIns="45720" rIns="91440" bIns="45720" rtlCol="0">
            <a:normAutofit/>
          </a:bodyPr>
          <a:lstStyle/>
          <a:p>
            <a:pPr marL="0" marR="0" lvl="0" indent="0" algn="l" defTabSz="914400" rtl="0" eaLnBrk="1" fontAlgn="auto" latinLnBrk="0" hangingPunct="1">
              <a:lnSpc>
                <a:spcPct val="100000"/>
              </a:lnSpc>
              <a:spcBef>
                <a:spcPct val="20000"/>
              </a:spcBef>
              <a:spcAft>
                <a:spcPts val="0"/>
              </a:spcAft>
              <a:buClrTx/>
              <a:buSzTx/>
              <a:buFont typeface="Arial" pitchFamily="34" charset="0"/>
              <a:buNone/>
              <a:tabLst/>
              <a:defRPr/>
            </a:pPr>
            <a:r>
              <a:rPr kumimoji="0" lang="en-US" sz="1400" b="0" i="0" u="none" strike="noStrike" kern="1200" cap="none" spc="0" normalizeH="0" baseline="0" noProof="0" dirty="0">
                <a:ln>
                  <a:noFill/>
                </a:ln>
                <a:solidFill>
                  <a:prstClr val="black"/>
                </a:solidFill>
                <a:effectLst/>
                <a:uLnTx/>
                <a:uFillTx/>
                <a:latin typeface="Calibri"/>
                <a:ea typeface="+mn-ea"/>
                <a:cs typeface="+mn-cs"/>
                <a:hlinkClick r:id="rId2"/>
              </a:rPr>
              <a:t>https://www.oracle.com/in/java/technologies/javase/jdk11-archive-downloads.html</a:t>
            </a:r>
            <a:endParaRPr kumimoji="0" lang="en-US" sz="1400" b="0" i="0" u="none" strike="noStrike" kern="1200" cap="none" spc="0" normalizeH="0" baseline="0" noProof="0" dirty="0">
              <a:ln>
                <a:noFill/>
              </a:ln>
              <a:solidFill>
                <a:prstClr val="black"/>
              </a:solidFill>
              <a:effectLst/>
              <a:uLnTx/>
              <a:uFillTx/>
              <a:latin typeface="Calibri"/>
              <a:ea typeface="+mn-ea"/>
              <a:cs typeface="+mn-cs"/>
            </a:endParaRPr>
          </a:p>
          <a:p>
            <a:pPr marL="0" marR="0" lvl="0" indent="0" algn="l" defTabSz="914400" rtl="0" eaLnBrk="1" fontAlgn="auto" latinLnBrk="0" hangingPunct="1">
              <a:lnSpc>
                <a:spcPct val="100000"/>
              </a:lnSpc>
              <a:spcBef>
                <a:spcPct val="20000"/>
              </a:spcBef>
              <a:spcAft>
                <a:spcPts val="0"/>
              </a:spcAft>
              <a:buClrTx/>
              <a:buSzTx/>
              <a:buFont typeface="Arial" pitchFamily="34" charset="0"/>
              <a:buNone/>
              <a:tabLst/>
              <a:defRPr/>
            </a:pPr>
            <a:endParaRPr kumimoji="0" lang="en-US" sz="1400" b="0" i="0" u="none" strike="noStrike" kern="1200" cap="none" spc="0" normalizeH="0" baseline="0" noProof="0" dirty="0">
              <a:ln>
                <a:noFill/>
              </a:ln>
              <a:solidFill>
                <a:prstClr val="black"/>
              </a:solidFill>
              <a:effectLst/>
              <a:uLnTx/>
              <a:uFillTx/>
              <a:latin typeface="Calibri"/>
              <a:ea typeface="+mn-ea"/>
              <a:cs typeface="+mn-cs"/>
            </a:endParaRPr>
          </a:p>
          <a:p>
            <a:pPr marL="0" marR="0" lvl="0" indent="0" algn="l" defTabSz="914400" rtl="0" eaLnBrk="1" fontAlgn="auto" latinLnBrk="0" hangingPunct="1">
              <a:lnSpc>
                <a:spcPct val="100000"/>
              </a:lnSpc>
              <a:spcBef>
                <a:spcPct val="20000"/>
              </a:spcBef>
              <a:spcAft>
                <a:spcPts val="0"/>
              </a:spcAft>
              <a:buClrTx/>
              <a:buSzTx/>
              <a:buFont typeface="Arial" pitchFamily="34" charset="0"/>
              <a:buNone/>
              <a:tabLst/>
              <a:defRPr/>
            </a:pPr>
            <a:r>
              <a:rPr kumimoji="0" lang="en-US" sz="1400" b="0" i="0" u="none" strike="noStrike" kern="1200" cap="none" spc="0" normalizeH="0" baseline="0" noProof="0" dirty="0" err="1">
                <a:ln>
                  <a:noFill/>
                </a:ln>
                <a:solidFill>
                  <a:prstClr val="black"/>
                </a:solidFill>
                <a:effectLst/>
                <a:uLnTx/>
                <a:uFillTx/>
                <a:latin typeface="Calibri"/>
                <a:ea typeface="+mn-ea"/>
                <a:cs typeface="+mn-cs"/>
              </a:rPr>
              <a:t>keytool</a:t>
            </a:r>
            <a:r>
              <a:rPr kumimoji="0" lang="en-US" sz="1400" b="0" i="0" u="none" strike="noStrike" kern="1200" cap="none" spc="0" normalizeH="0" baseline="0" noProof="0" dirty="0">
                <a:ln>
                  <a:noFill/>
                </a:ln>
                <a:solidFill>
                  <a:prstClr val="black"/>
                </a:solidFill>
                <a:effectLst/>
                <a:uLnTx/>
                <a:uFillTx/>
                <a:latin typeface="Calibri"/>
                <a:ea typeface="+mn-ea"/>
                <a:cs typeface="+mn-cs"/>
              </a:rPr>
              <a:t> -</a:t>
            </a:r>
            <a:r>
              <a:rPr kumimoji="0" lang="en-US" sz="1400" b="0" i="0" u="none" strike="noStrike" kern="1200" cap="none" spc="0" normalizeH="0" baseline="0" noProof="0" dirty="0" err="1">
                <a:ln>
                  <a:noFill/>
                </a:ln>
                <a:solidFill>
                  <a:prstClr val="black"/>
                </a:solidFill>
                <a:effectLst/>
                <a:uLnTx/>
                <a:uFillTx/>
                <a:latin typeface="Calibri"/>
                <a:ea typeface="+mn-ea"/>
                <a:cs typeface="+mn-cs"/>
              </a:rPr>
              <a:t>genkey</a:t>
            </a:r>
            <a:r>
              <a:rPr kumimoji="0" lang="en-US" sz="1400" b="0" i="0" u="none" strike="noStrike" kern="1200" cap="none" spc="0" normalizeH="0" baseline="0" noProof="0" dirty="0">
                <a:ln>
                  <a:noFill/>
                </a:ln>
                <a:solidFill>
                  <a:prstClr val="black"/>
                </a:solidFill>
                <a:effectLst/>
                <a:uLnTx/>
                <a:uFillTx/>
                <a:latin typeface="Calibri"/>
                <a:ea typeface="+mn-ea"/>
                <a:cs typeface="+mn-cs"/>
              </a:rPr>
              <a:t> -v -keystore c:\temp\anubuildsc.keystore -alias </a:t>
            </a:r>
            <a:r>
              <a:rPr kumimoji="0" lang="en-US" sz="1400" b="0" i="0" u="none" strike="noStrike" kern="1200" cap="none" spc="0" normalizeH="0" baseline="0" noProof="0" dirty="0" err="1">
                <a:ln>
                  <a:noFill/>
                </a:ln>
                <a:solidFill>
                  <a:prstClr val="black"/>
                </a:solidFill>
                <a:effectLst/>
                <a:uLnTx/>
                <a:uFillTx/>
                <a:latin typeface="Calibri"/>
                <a:ea typeface="+mn-ea"/>
                <a:cs typeface="+mn-cs"/>
              </a:rPr>
              <a:t>anubuildsc</a:t>
            </a:r>
            <a:r>
              <a:rPr kumimoji="0" lang="en-US" sz="1400" b="0" i="0" u="none" strike="noStrike" kern="1200" cap="none" spc="0" normalizeH="0" baseline="0" noProof="0" dirty="0">
                <a:ln>
                  <a:noFill/>
                </a:ln>
                <a:solidFill>
                  <a:prstClr val="black"/>
                </a:solidFill>
                <a:effectLst/>
                <a:uLnTx/>
                <a:uFillTx/>
                <a:latin typeface="Calibri"/>
                <a:ea typeface="+mn-ea"/>
                <a:cs typeface="+mn-cs"/>
              </a:rPr>
              <a:t> -</a:t>
            </a:r>
            <a:r>
              <a:rPr kumimoji="0" lang="en-US" sz="1400" b="0" i="0" u="none" strike="noStrike" kern="1200" cap="none" spc="0" normalizeH="0" baseline="0" noProof="0" dirty="0" err="1">
                <a:ln>
                  <a:noFill/>
                </a:ln>
                <a:solidFill>
                  <a:prstClr val="black"/>
                </a:solidFill>
                <a:effectLst/>
                <a:uLnTx/>
                <a:uFillTx/>
                <a:latin typeface="Calibri"/>
                <a:ea typeface="+mn-ea"/>
                <a:cs typeface="+mn-cs"/>
              </a:rPr>
              <a:t>keyalg</a:t>
            </a:r>
            <a:r>
              <a:rPr kumimoji="0" lang="en-US" sz="1400" b="0" i="0" u="none" strike="noStrike" kern="1200" cap="none" spc="0" normalizeH="0" baseline="0" noProof="0" dirty="0">
                <a:ln>
                  <a:noFill/>
                </a:ln>
                <a:solidFill>
                  <a:prstClr val="black"/>
                </a:solidFill>
                <a:effectLst/>
                <a:uLnTx/>
                <a:uFillTx/>
                <a:latin typeface="Calibri"/>
                <a:ea typeface="+mn-ea"/>
                <a:cs typeface="+mn-cs"/>
              </a:rPr>
              <a:t> RSA -</a:t>
            </a:r>
            <a:r>
              <a:rPr kumimoji="0" lang="en-US" sz="1400" b="0" i="0" u="none" strike="noStrike" kern="1200" cap="none" spc="0" normalizeH="0" baseline="0" noProof="0" dirty="0" err="1">
                <a:ln>
                  <a:noFill/>
                </a:ln>
                <a:solidFill>
                  <a:prstClr val="black"/>
                </a:solidFill>
                <a:effectLst/>
                <a:uLnTx/>
                <a:uFillTx/>
                <a:latin typeface="Calibri"/>
                <a:ea typeface="+mn-ea"/>
                <a:cs typeface="+mn-cs"/>
              </a:rPr>
              <a:t>keysize</a:t>
            </a:r>
            <a:r>
              <a:rPr kumimoji="0" lang="en-US" sz="1400" b="0" i="0" u="none" strike="noStrike" kern="1200" cap="none" spc="0" normalizeH="0" baseline="0" noProof="0" dirty="0">
                <a:ln>
                  <a:noFill/>
                </a:ln>
                <a:solidFill>
                  <a:prstClr val="black"/>
                </a:solidFill>
                <a:effectLst/>
                <a:uLnTx/>
                <a:uFillTx/>
                <a:latin typeface="Calibri"/>
                <a:ea typeface="+mn-ea"/>
                <a:cs typeface="+mn-cs"/>
              </a:rPr>
              <a:t> 2048 -validity 10000</a:t>
            </a:r>
          </a:p>
        </p:txBody>
      </p:sp>
    </p:spTree>
    <p:extLst>
      <p:ext uri="{BB962C8B-B14F-4D97-AF65-F5344CB8AC3E}">
        <p14:creationId xmlns:p14="http://schemas.microsoft.com/office/powerpoint/2010/main" val="242286987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515D2C93-0120-CCFC-9609-5065A85D5191}"/>
              </a:ext>
            </a:extLst>
          </p:cNvPr>
          <p:cNvSpPr>
            <a:spLocks noGrp="1"/>
          </p:cNvSpPr>
          <p:nvPr>
            <p:ph type="ftr" sz="quarter" idx="11"/>
          </p:nvPr>
        </p:nvSpPr>
        <p:spPr/>
        <p:txBody>
          <a:bodyPr/>
          <a:lstStyle/>
          <a:p>
            <a:r>
              <a:rPr lang="en-US"/>
              <a:t>www.anubhavtrainings.com</a:t>
            </a:r>
            <a:endParaRPr lang="en-US" dirty="0"/>
          </a:p>
        </p:txBody>
      </p:sp>
      <p:sp>
        <p:nvSpPr>
          <p:cNvPr id="3" name="Slide Number Placeholder 2">
            <a:extLst>
              <a:ext uri="{FF2B5EF4-FFF2-40B4-BE49-F238E27FC236}">
                <a16:creationId xmlns:a16="http://schemas.microsoft.com/office/drawing/2014/main" id="{8C7B24C2-E0A7-CEBF-F7A8-383001851AF8}"/>
              </a:ext>
            </a:extLst>
          </p:cNvPr>
          <p:cNvSpPr>
            <a:spLocks noGrp="1"/>
          </p:cNvSpPr>
          <p:nvPr>
            <p:ph type="sldNum" sz="quarter" idx="12"/>
          </p:nvPr>
        </p:nvSpPr>
        <p:spPr/>
        <p:txBody>
          <a:bodyPr/>
          <a:lstStyle/>
          <a:p>
            <a:fld id="{B6F15528-21DE-4FAA-801E-634DDDAF4B2B}" type="slidenum">
              <a:rPr lang="en-US" smtClean="0"/>
              <a:pPr/>
              <a:t>13</a:t>
            </a:fld>
            <a:endParaRPr lang="en-US"/>
          </a:p>
        </p:txBody>
      </p:sp>
      <p:sp>
        <p:nvSpPr>
          <p:cNvPr id="4" name="Title 3">
            <a:extLst>
              <a:ext uri="{FF2B5EF4-FFF2-40B4-BE49-F238E27FC236}">
                <a16:creationId xmlns:a16="http://schemas.microsoft.com/office/drawing/2014/main" id="{3926B177-165E-9165-72C4-FD0C520A2E18}"/>
              </a:ext>
            </a:extLst>
          </p:cNvPr>
          <p:cNvSpPr>
            <a:spLocks noGrp="1"/>
          </p:cNvSpPr>
          <p:nvPr>
            <p:ph type="title"/>
          </p:nvPr>
        </p:nvSpPr>
        <p:spPr/>
        <p:txBody>
          <a:bodyPr/>
          <a:lstStyle/>
          <a:p>
            <a:endParaRPr lang="en-IN"/>
          </a:p>
        </p:txBody>
      </p:sp>
      <mc:AlternateContent xmlns:mc="http://schemas.openxmlformats.org/markup-compatibility/2006" xmlns:p14="http://schemas.microsoft.com/office/powerpoint/2010/main">
        <mc:Choice Requires="p14">
          <p:contentPart p14:bwMode="auto" r:id="rId2">
            <p14:nvContentPartPr>
              <p14:cNvPr id="5" name="Ink 4">
                <a:extLst>
                  <a:ext uri="{FF2B5EF4-FFF2-40B4-BE49-F238E27FC236}">
                    <a16:creationId xmlns:a16="http://schemas.microsoft.com/office/drawing/2014/main" id="{AB080056-AF3B-2DD1-1233-CD37BCC6426B}"/>
                  </a:ext>
                </a:extLst>
              </p14:cNvPr>
              <p14:cNvContentPartPr/>
              <p14:nvPr/>
            </p14:nvContentPartPr>
            <p14:xfrm>
              <a:off x="1315357" y="-14658"/>
              <a:ext cx="360" cy="360"/>
            </p14:xfrm>
          </p:contentPart>
        </mc:Choice>
        <mc:Fallback xmlns="">
          <p:pic>
            <p:nvPicPr>
              <p:cNvPr id="5" name="Ink 4">
                <a:extLst>
                  <a:ext uri="{FF2B5EF4-FFF2-40B4-BE49-F238E27FC236}">
                    <a16:creationId xmlns:a16="http://schemas.microsoft.com/office/drawing/2014/main" id="{AB080056-AF3B-2DD1-1233-CD37BCC6426B}"/>
                  </a:ext>
                </a:extLst>
              </p:cNvPr>
              <p:cNvPicPr/>
              <p:nvPr/>
            </p:nvPicPr>
            <p:blipFill>
              <a:blip r:embed="rId3"/>
              <a:stretch>
                <a:fillRect/>
              </a:stretch>
            </p:blipFill>
            <p:spPr>
              <a:xfrm>
                <a:off x="1306357" y="-23658"/>
                <a:ext cx="18000" cy="18000"/>
              </a:xfrm>
              <a:prstGeom prst="rect">
                <a:avLst/>
              </a:prstGeom>
            </p:spPr>
          </p:pic>
        </mc:Fallback>
      </mc:AlternateContent>
    </p:spTree>
    <p:extLst>
      <p:ext uri="{BB962C8B-B14F-4D97-AF65-F5344CB8AC3E}">
        <p14:creationId xmlns:p14="http://schemas.microsoft.com/office/powerpoint/2010/main" val="72087701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lowchart: Connector 4"/>
          <p:cNvSpPr/>
          <p:nvPr/>
        </p:nvSpPr>
        <p:spPr>
          <a:xfrm>
            <a:off x="4355976" y="21622"/>
            <a:ext cx="4168026" cy="4101362"/>
          </a:xfrm>
          <a:prstGeom prst="flowChartConnector">
            <a:avLst/>
          </a:prstGeom>
          <a:gradFill flip="none" rotWithShape="1">
            <a:gsLst>
              <a:gs pos="0">
                <a:srgbClr val="55E96E"/>
              </a:gs>
              <a:gs pos="46000">
                <a:srgbClr val="0AEC25"/>
              </a:gs>
              <a:gs pos="100000">
                <a:srgbClr val="00B050"/>
              </a:gs>
            </a:gsLst>
            <a:path path="circle">
              <a:fillToRect l="50000" t="130000" r="50000" b="-3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pic>
        <p:nvPicPr>
          <p:cNvPr id="6" name="Picture Placeholder 11">
            <a:extLst>
              <a:ext uri="{FF2B5EF4-FFF2-40B4-BE49-F238E27FC236}">
                <a16:creationId xmlns:a16="http://schemas.microsoft.com/office/drawing/2014/main" id="{420F5850-2D59-4C25-ADFF-E9013C5A6AA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649" y="10551"/>
            <a:ext cx="5088657" cy="4690760"/>
          </a:xfrm>
          <a:custGeom>
            <a:avLst/>
            <a:gdLst>
              <a:gd name="connsiteX0" fmla="*/ 0 w 7654699"/>
              <a:gd name="connsiteY0" fmla="*/ 0 h 5678805"/>
              <a:gd name="connsiteX1" fmla="*/ 7654699 w 7654699"/>
              <a:gd name="connsiteY1" fmla="*/ 0 h 5678805"/>
              <a:gd name="connsiteX2" fmla="*/ 7654699 w 7654699"/>
              <a:gd name="connsiteY2" fmla="*/ 0 h 5678805"/>
              <a:gd name="connsiteX3" fmla="*/ 7654699 w 7654699"/>
              <a:gd name="connsiteY3" fmla="*/ 4808982 h 5678805"/>
              <a:gd name="connsiteX4" fmla="*/ 6784876 w 7654699"/>
              <a:gd name="connsiteY4" fmla="*/ 5678805 h 5678805"/>
              <a:gd name="connsiteX5" fmla="*/ 869823 w 7654699"/>
              <a:gd name="connsiteY5" fmla="*/ 5678805 h 5678805"/>
              <a:gd name="connsiteX6" fmla="*/ 0 w 7654699"/>
              <a:gd name="connsiteY6" fmla="*/ 4808982 h 5678805"/>
              <a:gd name="connsiteX7" fmla="*/ 0 w 7654699"/>
              <a:gd name="connsiteY7" fmla="*/ 0 h 5678805"/>
              <a:gd name="connsiteX8" fmla="*/ 0 w 7654699"/>
              <a:gd name="connsiteY8" fmla="*/ 0 h 5678805"/>
              <a:gd name="connsiteX0" fmla="*/ 0 w 7654699"/>
              <a:gd name="connsiteY0" fmla="*/ 6717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8" fmla="*/ 0 w 7654699"/>
              <a:gd name="connsiteY8" fmla="*/ 6717 h 5685522"/>
              <a:gd name="connsiteX9" fmla="*/ 0 w 7654699"/>
              <a:gd name="connsiteY9" fmla="*/ 6717 h 5685522"/>
              <a:gd name="connsiteX0" fmla="*/ 0 w 7654699"/>
              <a:gd name="connsiteY0" fmla="*/ 6717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8" fmla="*/ 0 w 7654699"/>
              <a:gd name="connsiteY8" fmla="*/ 6717 h 5685522"/>
              <a:gd name="connsiteX0" fmla="*/ 0 w 7654699"/>
              <a:gd name="connsiteY0" fmla="*/ 4815699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0" fmla="*/ 776254 w 7561130"/>
              <a:gd name="connsiteY0" fmla="*/ 5685522 h 5685522"/>
              <a:gd name="connsiteX1" fmla="*/ 807946 w 7561130"/>
              <a:gd name="connsiteY1" fmla="*/ 0 h 5685522"/>
              <a:gd name="connsiteX2" fmla="*/ 7561130 w 7561130"/>
              <a:gd name="connsiteY2" fmla="*/ 6717 h 5685522"/>
              <a:gd name="connsiteX3" fmla="*/ 7561130 w 7561130"/>
              <a:gd name="connsiteY3" fmla="*/ 6717 h 5685522"/>
              <a:gd name="connsiteX4" fmla="*/ 7561130 w 7561130"/>
              <a:gd name="connsiteY4" fmla="*/ 4815699 h 5685522"/>
              <a:gd name="connsiteX5" fmla="*/ 6691307 w 7561130"/>
              <a:gd name="connsiteY5" fmla="*/ 5685522 h 5685522"/>
              <a:gd name="connsiteX6" fmla="*/ 776254 w 7561130"/>
              <a:gd name="connsiteY6" fmla="*/ 5685522 h 5685522"/>
              <a:gd name="connsiteX0" fmla="*/ 0 w 6784876"/>
              <a:gd name="connsiteY0" fmla="*/ 5685522 h 5685522"/>
              <a:gd name="connsiteX1" fmla="*/ 31692 w 6784876"/>
              <a:gd name="connsiteY1" fmla="*/ 0 h 5685522"/>
              <a:gd name="connsiteX2" fmla="*/ 6784876 w 6784876"/>
              <a:gd name="connsiteY2" fmla="*/ 6717 h 5685522"/>
              <a:gd name="connsiteX3" fmla="*/ 6784876 w 6784876"/>
              <a:gd name="connsiteY3" fmla="*/ 6717 h 5685522"/>
              <a:gd name="connsiteX4" fmla="*/ 6784876 w 6784876"/>
              <a:gd name="connsiteY4" fmla="*/ 4815699 h 5685522"/>
              <a:gd name="connsiteX5" fmla="*/ 5915053 w 6784876"/>
              <a:gd name="connsiteY5" fmla="*/ 5685522 h 5685522"/>
              <a:gd name="connsiteX6" fmla="*/ 0 w 6784876"/>
              <a:gd name="connsiteY6" fmla="*/ 5685522 h 56855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784876" h="5685522">
                <a:moveTo>
                  <a:pt x="0" y="5685522"/>
                </a:moveTo>
                <a:lnTo>
                  <a:pt x="31692" y="0"/>
                </a:lnTo>
                <a:lnTo>
                  <a:pt x="6784876" y="6717"/>
                </a:lnTo>
                <a:lnTo>
                  <a:pt x="6784876" y="6717"/>
                </a:lnTo>
                <a:lnTo>
                  <a:pt x="6784876" y="4815699"/>
                </a:lnTo>
                <a:cubicBezTo>
                  <a:pt x="6784876" y="5296089"/>
                  <a:pt x="6395443" y="5685522"/>
                  <a:pt x="5915053" y="5685522"/>
                </a:cubicBezTo>
                <a:lnTo>
                  <a:pt x="0" y="5685522"/>
                </a:lnTo>
                <a:close/>
              </a:path>
            </a:pathLst>
          </a:custGeom>
        </p:spPr>
      </p:pic>
      <p:sp>
        <p:nvSpPr>
          <p:cNvPr id="7" name="Rectangle: Rounded Corners 3">
            <a:extLst>
              <a:ext uri="{FF2B5EF4-FFF2-40B4-BE49-F238E27FC236}">
                <a16:creationId xmlns:a16="http://schemas.microsoft.com/office/drawing/2014/main" id="{4DCA9A03-C201-42B6-AF8D-AB31333C8852}"/>
              </a:ext>
            </a:extLst>
          </p:cNvPr>
          <p:cNvSpPr/>
          <p:nvPr/>
        </p:nvSpPr>
        <p:spPr>
          <a:xfrm>
            <a:off x="4550245" y="735546"/>
            <a:ext cx="3973757" cy="2082201"/>
          </a:xfrm>
          <a:prstGeom prst="roundRect">
            <a:avLst>
              <a:gd name="adj" fmla="val 8835"/>
            </a:avLst>
          </a:prstGeom>
          <a:solidFill>
            <a:schemeClr val="bg1"/>
          </a:solidFill>
          <a:ln>
            <a:noFill/>
          </a:ln>
          <a:effectLst>
            <a:outerShdw blurRad="635000" dist="825500" dir="9600000" algn="tr"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1350" dirty="0"/>
          </a:p>
        </p:txBody>
      </p:sp>
      <p:sp>
        <p:nvSpPr>
          <p:cNvPr id="8" name="TextBox 7">
            <a:extLst>
              <a:ext uri="{FF2B5EF4-FFF2-40B4-BE49-F238E27FC236}">
                <a16:creationId xmlns:a16="http://schemas.microsoft.com/office/drawing/2014/main" id="{4B09D3EC-7881-4341-8189-469046CA259E}"/>
              </a:ext>
            </a:extLst>
          </p:cNvPr>
          <p:cNvSpPr txBox="1"/>
          <p:nvPr/>
        </p:nvSpPr>
        <p:spPr>
          <a:xfrm>
            <a:off x="4981951" y="1042138"/>
            <a:ext cx="3179963" cy="461665"/>
          </a:xfrm>
          <a:prstGeom prst="rect">
            <a:avLst/>
          </a:prstGeom>
          <a:noFill/>
        </p:spPr>
        <p:txBody>
          <a:bodyPr wrap="square" lIns="0" tIns="0" rIns="0" bIns="0" rtlCol="0">
            <a:spAutoFit/>
          </a:bodyPr>
          <a:lstStyle/>
          <a:p>
            <a:r>
              <a:rPr lang="en-IN" sz="3000" b="1" dirty="0">
                <a:solidFill>
                  <a:srgbClr val="75C042"/>
                </a:solidFill>
              </a:rPr>
              <a:t>What We </a:t>
            </a:r>
            <a:r>
              <a:rPr lang="en-IN" sz="3000" b="1" dirty="0">
                <a:solidFill>
                  <a:srgbClr val="55E96E"/>
                </a:solidFill>
                <a:latin typeface="Segoe UI Light" panose="020B0502040204020203" pitchFamily="34" charset="0"/>
                <a:cs typeface="Segoe UI Light" panose="020B0502040204020203" pitchFamily="34" charset="0"/>
              </a:rPr>
              <a:t>Did</a:t>
            </a:r>
          </a:p>
        </p:txBody>
      </p:sp>
      <p:sp>
        <p:nvSpPr>
          <p:cNvPr id="9" name="TextBox 8">
            <a:extLst>
              <a:ext uri="{FF2B5EF4-FFF2-40B4-BE49-F238E27FC236}">
                <a16:creationId xmlns:a16="http://schemas.microsoft.com/office/drawing/2014/main" id="{A0CBE2D0-9475-4BE8-AC62-B9A03DC275C3}"/>
              </a:ext>
            </a:extLst>
          </p:cNvPr>
          <p:cNvSpPr txBox="1"/>
          <p:nvPr/>
        </p:nvSpPr>
        <p:spPr>
          <a:xfrm>
            <a:off x="4981951" y="1610639"/>
            <a:ext cx="3179963" cy="461665"/>
          </a:xfrm>
          <a:prstGeom prst="rect">
            <a:avLst/>
          </a:prstGeom>
          <a:noFill/>
        </p:spPr>
        <p:txBody>
          <a:bodyPr wrap="square" lIns="0" tIns="0" rIns="0" bIns="0" rtlCol="0" anchor="t">
            <a:spAutoFit/>
          </a:bodyPr>
          <a:lstStyle/>
          <a:p>
            <a:r>
              <a:rPr lang="en-US" sz="3000" kern="0" dirty="0">
                <a:solidFill>
                  <a:schemeClr val="tx1">
                    <a:lumMod val="75000"/>
                    <a:lumOff val="25000"/>
                  </a:schemeClr>
                </a:solidFill>
                <a:latin typeface="Segoe UI" panose="020B0502040204020203" pitchFamily="34" charset="0"/>
                <a:ea typeface="Calibri Light" charset="0"/>
                <a:cs typeface="Segoe UI" panose="020B0502040204020203" pitchFamily="34" charset="0"/>
              </a:rPr>
              <a:t>Let’s Summarize</a:t>
            </a:r>
            <a:endParaRPr lang="en-US" sz="3000" dirty="0">
              <a:solidFill>
                <a:schemeClr val="tx1">
                  <a:lumMod val="75000"/>
                  <a:lumOff val="25000"/>
                </a:schemeClr>
              </a:solidFill>
              <a:latin typeface="Segoe UI" panose="020B0502040204020203" pitchFamily="34" charset="0"/>
              <a:ea typeface="Calibri Light" charset="0"/>
              <a:cs typeface="Segoe UI" panose="020B0502040204020203" pitchFamily="34" charset="0"/>
            </a:endParaRPr>
          </a:p>
        </p:txBody>
      </p:sp>
      <p:grpSp>
        <p:nvGrpSpPr>
          <p:cNvPr id="10" name="Group 9">
            <a:extLst>
              <a:ext uri="{FF2B5EF4-FFF2-40B4-BE49-F238E27FC236}">
                <a16:creationId xmlns:a16="http://schemas.microsoft.com/office/drawing/2014/main" id="{CBADDFA3-0336-41F5-81AE-B9456B828C2C}"/>
              </a:ext>
            </a:extLst>
          </p:cNvPr>
          <p:cNvGrpSpPr/>
          <p:nvPr/>
        </p:nvGrpSpPr>
        <p:grpSpPr>
          <a:xfrm>
            <a:off x="4999393" y="2370854"/>
            <a:ext cx="463016" cy="82493"/>
            <a:chOff x="6006451" y="5603130"/>
            <a:chExt cx="617354" cy="109990"/>
          </a:xfrm>
        </p:grpSpPr>
        <p:sp>
          <p:nvSpPr>
            <p:cNvPr id="11" name="Rectangle 5">
              <a:extLst>
                <a:ext uri="{FF2B5EF4-FFF2-40B4-BE49-F238E27FC236}">
                  <a16:creationId xmlns:a16="http://schemas.microsoft.com/office/drawing/2014/main" id="{EF42471A-33F9-4E04-8306-66A59FCEE04D}"/>
                </a:ext>
              </a:extLst>
            </p:cNvPr>
            <p:cNvSpPr>
              <a:spLocks noChangeArrowheads="1"/>
            </p:cNvSpPr>
            <p:nvPr/>
          </p:nvSpPr>
          <p:spPr bwMode="auto">
            <a:xfrm>
              <a:off x="6006451" y="5603130"/>
              <a:ext cx="109992" cy="109990"/>
            </a:xfrm>
            <a:prstGeom prst="rect">
              <a:avLst/>
            </a:prstGeom>
            <a:solidFill>
              <a:srgbClr val="00B050"/>
            </a:solidFill>
            <a:ln w="9525">
              <a:noFill/>
              <a:miter lim="800000"/>
              <a:headEnd/>
              <a:tailEnd/>
            </a:ln>
          </p:spPr>
          <p:txBody>
            <a:bodyPr vert="horz" wrap="square" lIns="68580" tIns="34290" rIns="68580" bIns="34290" numCol="1" anchor="t" anchorCtr="0" compatLnSpc="1">
              <a:prstTxWarp prst="textNoShape">
                <a:avLst/>
              </a:prstTxWarp>
            </a:bodyPr>
            <a:lstStyle/>
            <a:p>
              <a:endParaRPr lang="en-IN" sz="1350"/>
            </a:p>
          </p:txBody>
        </p:sp>
        <p:sp>
          <p:nvSpPr>
            <p:cNvPr id="12" name="Rectangle 5">
              <a:extLst>
                <a:ext uri="{FF2B5EF4-FFF2-40B4-BE49-F238E27FC236}">
                  <a16:creationId xmlns:a16="http://schemas.microsoft.com/office/drawing/2014/main" id="{C99CB4F6-0149-49F4-8A24-BEB708A29F1A}"/>
                </a:ext>
              </a:extLst>
            </p:cNvPr>
            <p:cNvSpPr>
              <a:spLocks noChangeArrowheads="1"/>
            </p:cNvSpPr>
            <p:nvPr/>
          </p:nvSpPr>
          <p:spPr bwMode="auto">
            <a:xfrm>
              <a:off x="6260132" y="5603130"/>
              <a:ext cx="109992" cy="109990"/>
            </a:xfrm>
            <a:prstGeom prst="rect">
              <a:avLst/>
            </a:prstGeom>
            <a:solidFill>
              <a:srgbClr val="75C042"/>
            </a:solidFill>
            <a:ln w="9525">
              <a:noFill/>
              <a:miter lim="800000"/>
              <a:headEnd/>
              <a:tailEnd/>
            </a:ln>
          </p:spPr>
          <p:txBody>
            <a:bodyPr vert="horz" wrap="square" lIns="68580" tIns="34290" rIns="68580" bIns="34290" numCol="1" anchor="t" anchorCtr="0" compatLnSpc="1">
              <a:prstTxWarp prst="textNoShape">
                <a:avLst/>
              </a:prstTxWarp>
            </a:bodyPr>
            <a:lstStyle/>
            <a:p>
              <a:endParaRPr lang="en-IN" sz="1350"/>
            </a:p>
          </p:txBody>
        </p:sp>
        <p:sp>
          <p:nvSpPr>
            <p:cNvPr id="13" name="Rectangle 5">
              <a:extLst>
                <a:ext uri="{FF2B5EF4-FFF2-40B4-BE49-F238E27FC236}">
                  <a16:creationId xmlns:a16="http://schemas.microsoft.com/office/drawing/2014/main" id="{8BED369E-8B8A-45FD-8B5A-703CE09C2946}"/>
                </a:ext>
              </a:extLst>
            </p:cNvPr>
            <p:cNvSpPr>
              <a:spLocks noChangeArrowheads="1"/>
            </p:cNvSpPr>
            <p:nvPr/>
          </p:nvSpPr>
          <p:spPr bwMode="auto">
            <a:xfrm>
              <a:off x="6513813" y="5603130"/>
              <a:ext cx="109992" cy="109990"/>
            </a:xfrm>
            <a:prstGeom prst="rect">
              <a:avLst/>
            </a:prstGeom>
            <a:solidFill>
              <a:srgbClr val="0AEC25"/>
            </a:solidFill>
            <a:ln w="9525">
              <a:noFill/>
              <a:miter lim="800000"/>
              <a:headEnd/>
              <a:tailEnd/>
            </a:ln>
          </p:spPr>
          <p:txBody>
            <a:bodyPr vert="horz" wrap="square" lIns="68580" tIns="34290" rIns="68580" bIns="34290" numCol="1" anchor="t" anchorCtr="0" compatLnSpc="1">
              <a:prstTxWarp prst="textNoShape">
                <a:avLst/>
              </a:prstTxWarp>
            </a:bodyPr>
            <a:lstStyle/>
            <a:p>
              <a:endParaRPr lang="en-IN" sz="1350"/>
            </a:p>
          </p:txBody>
        </p:sp>
      </p:grpSp>
      <p:sp>
        <p:nvSpPr>
          <p:cNvPr id="14" name="Google Shape;845;p16"/>
          <p:cNvSpPr/>
          <p:nvPr/>
        </p:nvSpPr>
        <p:spPr>
          <a:xfrm>
            <a:off x="1190" y="0"/>
            <a:ext cx="1494765" cy="736929"/>
          </a:xfrm>
          <a:custGeom>
            <a:avLst/>
            <a:gdLst/>
            <a:ahLst/>
            <a:cxnLst/>
            <a:rect l="l" t="t" r="r" b="b"/>
            <a:pathLst>
              <a:path w="1993020" h="1803466" extrusionOk="0">
                <a:moveTo>
                  <a:pt x="0" y="0"/>
                </a:moveTo>
                <a:lnTo>
                  <a:pt x="1993020" y="0"/>
                </a:lnTo>
                <a:lnTo>
                  <a:pt x="1229306" y="1803466"/>
                </a:lnTo>
                <a:lnTo>
                  <a:pt x="0" y="1803466"/>
                </a:lnTo>
                <a:lnTo>
                  <a:pt x="0" y="0"/>
                </a:lnTo>
                <a:close/>
              </a:path>
            </a:pathLst>
          </a:custGeom>
          <a:solidFill>
            <a:srgbClr val="75C042"/>
          </a:solidFill>
          <a:ln>
            <a:noFill/>
          </a:ln>
        </p:spPr>
        <p:txBody>
          <a:bodyPr spcFirstLastPara="1" wrap="square" lIns="68569" tIns="34275" rIns="68569" bIns="34275" anchor="ctr" anchorCtr="0">
            <a:noAutofit/>
          </a:bodyPr>
          <a:lstStyle/>
          <a:p>
            <a:pPr algn="ctr" defTabSz="685800">
              <a:buClr>
                <a:srgbClr val="000000"/>
              </a:buClr>
              <a:defRPr/>
            </a:pPr>
            <a:endParaRPr sz="1350" kern="0">
              <a:solidFill>
                <a:srgbClr val="75C042"/>
              </a:solidFill>
              <a:latin typeface="Calibri"/>
              <a:ea typeface="Calibri"/>
              <a:cs typeface="Calibri"/>
              <a:sym typeface="Calibri"/>
            </a:endParaRPr>
          </a:p>
        </p:txBody>
      </p:sp>
      <p:sp>
        <p:nvSpPr>
          <p:cNvPr id="16" name="Google Shape;552;p2"/>
          <p:cNvSpPr txBox="1"/>
          <p:nvPr/>
        </p:nvSpPr>
        <p:spPr>
          <a:xfrm>
            <a:off x="7108178" y="4873864"/>
            <a:ext cx="2251926" cy="253885"/>
          </a:xfrm>
          <a:prstGeom prst="rect">
            <a:avLst/>
          </a:prstGeom>
          <a:noFill/>
          <a:ln>
            <a:noFill/>
          </a:ln>
        </p:spPr>
        <p:txBody>
          <a:bodyPr spcFirstLastPara="1" wrap="square" lIns="68569" tIns="34275" rIns="68569" bIns="34275" anchor="t" anchorCtr="0">
            <a:spAutoFit/>
          </a:bodyPr>
          <a:lstStyle/>
          <a:p>
            <a:r>
              <a:rPr lang="en-US" sz="1200" dirty="0">
                <a:solidFill>
                  <a:srgbClr val="75C042"/>
                </a:solidFill>
                <a:latin typeface="Cambria" panose="02040503050406030204" pitchFamily="18" charset="0"/>
                <a:ea typeface="Cambria" panose="02040503050406030204" pitchFamily="18" charset="0"/>
                <a:cs typeface="Corben"/>
                <a:sym typeface="Corben"/>
              </a:rPr>
              <a:t>www.anubhavtrainings.com</a:t>
            </a:r>
            <a:endParaRPr sz="1200" dirty="0">
              <a:solidFill>
                <a:srgbClr val="75C042"/>
              </a:solidFill>
              <a:latin typeface="Cambria" panose="02040503050406030204" pitchFamily="18" charset="0"/>
              <a:ea typeface="Cambria" panose="02040503050406030204" pitchFamily="18" charset="0"/>
              <a:cs typeface="Corben"/>
              <a:sym typeface="Corben"/>
            </a:endParaRPr>
          </a:p>
        </p:txBody>
      </p:sp>
      <p:pic>
        <p:nvPicPr>
          <p:cNvPr id="17"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650243" y="0"/>
            <a:ext cx="491377" cy="48533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761393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barn(inVertical)">
                                      <p:cBhvr>
                                        <p:cTn id="7" dur="500"/>
                                        <p:tgtEl>
                                          <p:spTgt spid="8"/>
                                        </p:tgtEl>
                                      </p:cBhvr>
                                    </p:animEffect>
                                  </p:childTnLst>
                                </p:cTn>
                              </p:par>
                              <p:par>
                                <p:cTn id="8" presetID="16" presetClass="entr" presetSubtype="21" fill="hold" grpId="0"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barn(inVertical)">
                                      <p:cBhvr>
                                        <p:cTn id="10" dur="500"/>
                                        <p:tgtEl>
                                          <p:spTgt spid="9"/>
                                        </p:tgtEl>
                                      </p:cBhvr>
                                    </p:animEffect>
                                  </p:childTnLst>
                                </p:cTn>
                              </p:par>
                              <p:par>
                                <p:cTn id="11" presetID="16" presetClass="entr" presetSubtype="21" fill="hold" nodeType="withEffect">
                                  <p:stCondLst>
                                    <p:cond delay="0"/>
                                  </p:stCondLst>
                                  <p:childTnLst>
                                    <p:set>
                                      <p:cBhvr>
                                        <p:cTn id="12" dur="1" fill="hold">
                                          <p:stCondLst>
                                            <p:cond delay="0"/>
                                          </p:stCondLst>
                                        </p:cTn>
                                        <p:tgtEl>
                                          <p:spTgt spid="10"/>
                                        </p:tgtEl>
                                        <p:attrNameLst>
                                          <p:attrName>style.visibility</p:attrName>
                                        </p:attrNameLst>
                                      </p:cBhvr>
                                      <p:to>
                                        <p:strVal val="visible"/>
                                      </p:to>
                                    </p:set>
                                    <p:animEffect transition="in" filter="barn(inVertical)">
                                      <p:cBhvr>
                                        <p:cTn id="13" dur="500"/>
                                        <p:tgtEl>
                                          <p:spTgt spid="10"/>
                                        </p:tgtEl>
                                      </p:cBhvr>
                                    </p:animEffect>
                                  </p:childTnLst>
                                </p:cTn>
                              </p:par>
                              <p:par>
                                <p:cTn id="14" presetID="16" presetClass="entr" presetSubtype="21" fill="hold" grpId="0" nodeType="with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barn(inVertical)">
                                      <p:cBhvr>
                                        <p:cTn id="16" dur="500"/>
                                        <p:tgtEl>
                                          <p:spTgt spid="7"/>
                                        </p:tgtEl>
                                      </p:cBhvr>
                                    </p:animEffect>
                                  </p:childTnLst>
                                </p:cTn>
                              </p:par>
                              <p:par>
                                <p:cTn id="17" presetID="16" presetClass="entr" presetSubtype="21" fill="hold" grpId="0" nodeType="with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barn(inVertical)">
                                      <p:cBhvr>
                                        <p:cTn id="19"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8" grpId="0"/>
      <p:bldP spid="9"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BBB0BAE-F023-4B67-BE79-3E1A8ACA9361}"/>
              </a:ext>
            </a:extLst>
          </p:cNvPr>
          <p:cNvSpPr txBox="1"/>
          <p:nvPr/>
        </p:nvSpPr>
        <p:spPr>
          <a:xfrm>
            <a:off x="946764" y="2580648"/>
            <a:ext cx="4187536" cy="692497"/>
          </a:xfrm>
          <a:prstGeom prst="rect">
            <a:avLst/>
          </a:prstGeom>
          <a:noFill/>
        </p:spPr>
        <p:txBody>
          <a:bodyPr wrap="square" lIns="0" tIns="0" rIns="0" bIns="0" rtlCol="0">
            <a:spAutoFit/>
          </a:bodyPr>
          <a:lstStyle/>
          <a:p>
            <a:r>
              <a:rPr lang="en-IN" sz="4500" b="1" dirty="0">
                <a:solidFill>
                  <a:srgbClr val="75C042"/>
                </a:solidFill>
              </a:rPr>
              <a:t>Thank</a:t>
            </a:r>
            <a:r>
              <a:rPr lang="en-IN" sz="4500" b="1" dirty="0">
                <a:solidFill>
                  <a:schemeClr val="accent1"/>
                </a:solidFill>
              </a:rPr>
              <a:t> </a:t>
            </a:r>
            <a:r>
              <a:rPr lang="en-IN" sz="4500" b="1" dirty="0">
                <a:solidFill>
                  <a:srgbClr val="75C042"/>
                </a:solidFill>
              </a:rPr>
              <a:t>You</a:t>
            </a:r>
          </a:p>
        </p:txBody>
      </p:sp>
      <p:sp>
        <p:nvSpPr>
          <p:cNvPr id="3" name="TextBox 2">
            <a:extLst>
              <a:ext uri="{FF2B5EF4-FFF2-40B4-BE49-F238E27FC236}">
                <a16:creationId xmlns:a16="http://schemas.microsoft.com/office/drawing/2014/main" id="{CCD57203-1FF5-432E-8E3E-4DFC442AA54C}"/>
              </a:ext>
            </a:extLst>
          </p:cNvPr>
          <p:cNvSpPr txBox="1"/>
          <p:nvPr/>
        </p:nvSpPr>
        <p:spPr>
          <a:xfrm>
            <a:off x="946764" y="3435846"/>
            <a:ext cx="4187536" cy="692497"/>
          </a:xfrm>
          <a:prstGeom prst="rect">
            <a:avLst/>
          </a:prstGeom>
          <a:noFill/>
        </p:spPr>
        <p:txBody>
          <a:bodyPr wrap="square" lIns="0" tIns="0" rIns="0" bIns="0" rtlCol="0" anchor="t">
            <a:spAutoFit/>
          </a:bodyPr>
          <a:lstStyle/>
          <a:p>
            <a:r>
              <a:rPr lang="en-US" sz="4500" b="1" dirty="0">
                <a:solidFill>
                  <a:srgbClr val="75C042"/>
                </a:solidFill>
              </a:rPr>
              <a:t>End of </a:t>
            </a:r>
            <a:r>
              <a:rPr lang="en-US" sz="4050" b="1" kern="0" dirty="0">
                <a:solidFill>
                  <a:srgbClr val="75C042"/>
                </a:solidFill>
                <a:latin typeface="Segoe UI" panose="020B0502040204020203" pitchFamily="34" charset="0"/>
                <a:ea typeface="Calibri Light" charset="0"/>
                <a:cs typeface="Segoe UI" panose="020B0502040204020203" pitchFamily="34" charset="0"/>
              </a:rPr>
              <a:t>Day 25</a:t>
            </a:r>
            <a:endParaRPr lang="en-US" sz="4050" b="1" dirty="0">
              <a:solidFill>
                <a:srgbClr val="75C042"/>
              </a:solidFill>
              <a:latin typeface="Segoe UI" panose="020B0502040204020203" pitchFamily="34" charset="0"/>
              <a:ea typeface="Calibri Light" charset="0"/>
              <a:cs typeface="Segoe UI" panose="020B0502040204020203" pitchFamily="34" charset="0"/>
            </a:endParaRPr>
          </a:p>
        </p:txBody>
      </p:sp>
      <p:grpSp>
        <p:nvGrpSpPr>
          <p:cNvPr id="4" name="Group 3">
            <a:extLst>
              <a:ext uri="{FF2B5EF4-FFF2-40B4-BE49-F238E27FC236}">
                <a16:creationId xmlns:a16="http://schemas.microsoft.com/office/drawing/2014/main" id="{E98CF33A-90E6-4EA2-B3D7-0B26F42FF079}"/>
              </a:ext>
            </a:extLst>
          </p:cNvPr>
          <p:cNvGrpSpPr/>
          <p:nvPr/>
        </p:nvGrpSpPr>
        <p:grpSpPr>
          <a:xfrm>
            <a:off x="946763" y="4247149"/>
            <a:ext cx="983696" cy="278476"/>
            <a:chOff x="1162522" y="5662865"/>
            <a:chExt cx="1311594" cy="371301"/>
          </a:xfrm>
        </p:grpSpPr>
        <p:sp>
          <p:nvSpPr>
            <p:cNvPr id="5" name="Oval 4">
              <a:extLst>
                <a:ext uri="{FF2B5EF4-FFF2-40B4-BE49-F238E27FC236}">
                  <a16:creationId xmlns:a16="http://schemas.microsoft.com/office/drawing/2014/main" id="{C21818D1-4413-4BFC-80DF-9BAF80F237AF}"/>
                </a:ext>
              </a:extLst>
            </p:cNvPr>
            <p:cNvSpPr/>
            <p:nvPr/>
          </p:nvSpPr>
          <p:spPr>
            <a:xfrm>
              <a:off x="1162522" y="5662865"/>
              <a:ext cx="371301" cy="37130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6" name="Shape">
              <a:hlinkClick r:id="rId2"/>
              <a:extLst>
                <a:ext uri="{FF2B5EF4-FFF2-40B4-BE49-F238E27FC236}">
                  <a16:creationId xmlns:a16="http://schemas.microsoft.com/office/drawing/2014/main" id="{EDFC2025-1ECF-4924-AE38-C781400903DF}"/>
                </a:ext>
              </a:extLst>
            </p:cNvPr>
            <p:cNvSpPr/>
            <p:nvPr/>
          </p:nvSpPr>
          <p:spPr>
            <a:xfrm>
              <a:off x="1296648" y="5763560"/>
              <a:ext cx="85868" cy="184254"/>
            </a:xfrm>
            <a:custGeom>
              <a:avLst/>
              <a:gdLst/>
              <a:ahLst/>
              <a:cxnLst>
                <a:cxn ang="0">
                  <a:pos x="wd2" y="hd2"/>
                </a:cxn>
                <a:cxn ang="5400000">
                  <a:pos x="wd2" y="hd2"/>
                </a:cxn>
                <a:cxn ang="10800000">
                  <a:pos x="wd2" y="hd2"/>
                </a:cxn>
                <a:cxn ang="16200000">
                  <a:pos x="wd2" y="hd2"/>
                </a:cxn>
              </a:cxnLst>
              <a:rect l="0" t="0" r="r" b="b"/>
              <a:pathLst>
                <a:path w="21600" h="21600" extrusionOk="0">
                  <a:moveTo>
                    <a:pt x="14372" y="7078"/>
                  </a:moveTo>
                  <a:lnTo>
                    <a:pt x="14372" y="5216"/>
                  </a:lnTo>
                  <a:cubicBezTo>
                    <a:pt x="14372" y="4937"/>
                    <a:pt x="14400" y="4721"/>
                    <a:pt x="14456" y="4568"/>
                  </a:cubicBezTo>
                  <a:cubicBezTo>
                    <a:pt x="14512" y="4415"/>
                    <a:pt x="14639" y="4264"/>
                    <a:pt x="14836" y="4115"/>
                  </a:cubicBezTo>
                  <a:cubicBezTo>
                    <a:pt x="15033" y="3967"/>
                    <a:pt x="15352" y="3864"/>
                    <a:pt x="15793" y="3808"/>
                  </a:cubicBezTo>
                  <a:cubicBezTo>
                    <a:pt x="16233" y="3751"/>
                    <a:pt x="16819" y="3722"/>
                    <a:pt x="17551" y="3722"/>
                  </a:cubicBezTo>
                  <a:lnTo>
                    <a:pt x="21544" y="3722"/>
                  </a:lnTo>
                  <a:lnTo>
                    <a:pt x="21544" y="0"/>
                  </a:lnTo>
                  <a:lnTo>
                    <a:pt x="15160" y="0"/>
                  </a:lnTo>
                  <a:cubicBezTo>
                    <a:pt x="11466" y="0"/>
                    <a:pt x="8813" y="409"/>
                    <a:pt x="7200" y="1225"/>
                  </a:cubicBezTo>
                  <a:cubicBezTo>
                    <a:pt x="5588" y="2042"/>
                    <a:pt x="4782" y="3246"/>
                    <a:pt x="4782" y="4836"/>
                  </a:cubicBezTo>
                  <a:lnTo>
                    <a:pt x="4782" y="7077"/>
                  </a:lnTo>
                  <a:lnTo>
                    <a:pt x="0" y="7077"/>
                  </a:lnTo>
                  <a:lnTo>
                    <a:pt x="0" y="10800"/>
                  </a:lnTo>
                  <a:lnTo>
                    <a:pt x="4781" y="10800"/>
                  </a:lnTo>
                  <a:lnTo>
                    <a:pt x="4781" y="21600"/>
                  </a:lnTo>
                  <a:lnTo>
                    <a:pt x="14372" y="21600"/>
                  </a:lnTo>
                  <a:lnTo>
                    <a:pt x="14372" y="10800"/>
                  </a:lnTo>
                  <a:lnTo>
                    <a:pt x="20756" y="10800"/>
                  </a:lnTo>
                  <a:lnTo>
                    <a:pt x="21600" y="7078"/>
                  </a:lnTo>
                  <a:cubicBezTo>
                    <a:pt x="21600" y="7078"/>
                    <a:pt x="14372" y="7078"/>
                    <a:pt x="14372" y="7078"/>
                  </a:cubicBezTo>
                  <a:close/>
                </a:path>
              </a:pathLst>
            </a:custGeom>
            <a:solidFill>
              <a:schemeClr val="bg1"/>
            </a:solidFill>
            <a:ln w="12700">
              <a:miter lim="400000"/>
            </a:ln>
          </p:spPr>
          <p:txBody>
            <a:bodyPr lIns="28575" tIns="28575" rIns="28575" bIns="28575" anchor="ctr"/>
            <a:lstStyle/>
            <a:p>
              <a:pPr>
                <a:defRPr sz="3000">
                  <a:solidFill>
                    <a:srgbClr val="FFFFFF"/>
                  </a:solidFill>
                  <a:effectLst>
                    <a:outerShdw blurRad="38100" dist="12700" dir="5400000" rotWithShape="0">
                      <a:srgbClr val="000000">
                        <a:alpha val="50000"/>
                      </a:srgbClr>
                    </a:outerShdw>
                  </a:effectLst>
                </a:defRPr>
              </a:pPr>
              <a:endParaRPr sz="2250"/>
            </a:p>
          </p:txBody>
        </p:sp>
        <p:sp>
          <p:nvSpPr>
            <p:cNvPr id="7" name="Oval 6">
              <a:extLst>
                <a:ext uri="{FF2B5EF4-FFF2-40B4-BE49-F238E27FC236}">
                  <a16:creationId xmlns:a16="http://schemas.microsoft.com/office/drawing/2014/main" id="{5C594A17-950B-4231-AA93-6E8DB90F8098}"/>
                </a:ext>
              </a:extLst>
            </p:cNvPr>
            <p:cNvSpPr/>
            <p:nvPr/>
          </p:nvSpPr>
          <p:spPr>
            <a:xfrm>
              <a:off x="1632668" y="5662865"/>
              <a:ext cx="371301" cy="37130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8" name="Shape">
              <a:hlinkClick r:id="rId3"/>
              <a:extLst>
                <a:ext uri="{FF2B5EF4-FFF2-40B4-BE49-F238E27FC236}">
                  <a16:creationId xmlns:a16="http://schemas.microsoft.com/office/drawing/2014/main" id="{C70A3C55-CE25-4C0F-9537-824AEA080D1D}"/>
                </a:ext>
              </a:extLst>
            </p:cNvPr>
            <p:cNvSpPr/>
            <p:nvPr/>
          </p:nvSpPr>
          <p:spPr>
            <a:xfrm>
              <a:off x="1716213" y="5774232"/>
              <a:ext cx="200503" cy="162908"/>
            </a:xfrm>
            <a:custGeom>
              <a:avLst/>
              <a:gdLst/>
              <a:ahLst/>
              <a:cxnLst>
                <a:cxn ang="0">
                  <a:pos x="wd2" y="hd2"/>
                </a:cxn>
                <a:cxn ang="5400000">
                  <a:pos x="wd2" y="hd2"/>
                </a:cxn>
                <a:cxn ang="10800000">
                  <a:pos x="wd2" y="hd2"/>
                </a:cxn>
                <a:cxn ang="16200000">
                  <a:pos x="wd2" y="hd2"/>
                </a:cxn>
              </a:cxnLst>
              <a:rect l="0" t="0" r="r" b="b"/>
              <a:pathLst>
                <a:path w="21600" h="21600" extrusionOk="0">
                  <a:moveTo>
                    <a:pt x="21600" y="2557"/>
                  </a:moveTo>
                  <a:cubicBezTo>
                    <a:pt x="20797" y="2991"/>
                    <a:pt x="19941" y="3278"/>
                    <a:pt x="19048" y="3418"/>
                  </a:cubicBezTo>
                  <a:cubicBezTo>
                    <a:pt x="19966" y="2743"/>
                    <a:pt x="20667" y="1683"/>
                    <a:pt x="20997" y="405"/>
                  </a:cubicBezTo>
                  <a:cubicBezTo>
                    <a:pt x="20141" y="1034"/>
                    <a:pt x="19196" y="1477"/>
                    <a:pt x="18188" y="1725"/>
                  </a:cubicBezTo>
                  <a:cubicBezTo>
                    <a:pt x="17376" y="660"/>
                    <a:pt x="16217" y="0"/>
                    <a:pt x="14954" y="0"/>
                  </a:cubicBezTo>
                  <a:cubicBezTo>
                    <a:pt x="12502" y="0"/>
                    <a:pt x="10529" y="2449"/>
                    <a:pt x="10529" y="5451"/>
                  </a:cubicBezTo>
                  <a:cubicBezTo>
                    <a:pt x="10529" y="5883"/>
                    <a:pt x="10558" y="6299"/>
                    <a:pt x="10631" y="6694"/>
                  </a:cubicBezTo>
                  <a:cubicBezTo>
                    <a:pt x="6950" y="6473"/>
                    <a:pt x="3692" y="4302"/>
                    <a:pt x="1504" y="994"/>
                  </a:cubicBezTo>
                  <a:cubicBezTo>
                    <a:pt x="1122" y="1809"/>
                    <a:pt x="898" y="2743"/>
                    <a:pt x="898" y="3748"/>
                  </a:cubicBezTo>
                  <a:cubicBezTo>
                    <a:pt x="898" y="5636"/>
                    <a:pt x="1687" y="7309"/>
                    <a:pt x="2865" y="8278"/>
                  </a:cubicBezTo>
                  <a:cubicBezTo>
                    <a:pt x="2153" y="8261"/>
                    <a:pt x="1455" y="8007"/>
                    <a:pt x="864" y="7606"/>
                  </a:cubicBezTo>
                  <a:cubicBezTo>
                    <a:pt x="864" y="7623"/>
                    <a:pt x="864" y="7645"/>
                    <a:pt x="864" y="7666"/>
                  </a:cubicBezTo>
                  <a:cubicBezTo>
                    <a:pt x="864" y="10315"/>
                    <a:pt x="2399" y="12515"/>
                    <a:pt x="4412" y="13022"/>
                  </a:cubicBezTo>
                  <a:cubicBezTo>
                    <a:pt x="4051" y="13143"/>
                    <a:pt x="3658" y="13201"/>
                    <a:pt x="3251" y="13201"/>
                  </a:cubicBezTo>
                  <a:cubicBezTo>
                    <a:pt x="2967" y="13201"/>
                    <a:pt x="2681" y="13181"/>
                    <a:pt x="2412" y="13108"/>
                  </a:cubicBezTo>
                  <a:cubicBezTo>
                    <a:pt x="2986" y="15266"/>
                    <a:pt x="4614" y="16853"/>
                    <a:pt x="6550" y="16905"/>
                  </a:cubicBezTo>
                  <a:cubicBezTo>
                    <a:pt x="5044" y="18355"/>
                    <a:pt x="3131" y="19229"/>
                    <a:pt x="1060" y="19229"/>
                  </a:cubicBezTo>
                  <a:cubicBezTo>
                    <a:pt x="697" y="19229"/>
                    <a:pt x="348" y="19209"/>
                    <a:pt x="0" y="19154"/>
                  </a:cubicBezTo>
                  <a:cubicBezTo>
                    <a:pt x="1962" y="20711"/>
                    <a:pt x="4286" y="21600"/>
                    <a:pt x="6793" y="21600"/>
                  </a:cubicBezTo>
                  <a:cubicBezTo>
                    <a:pt x="14942" y="21600"/>
                    <a:pt x="19397" y="13292"/>
                    <a:pt x="19397" y="6091"/>
                  </a:cubicBezTo>
                  <a:cubicBezTo>
                    <a:pt x="19397" y="5850"/>
                    <a:pt x="19390" y="5618"/>
                    <a:pt x="19380" y="5387"/>
                  </a:cubicBezTo>
                  <a:cubicBezTo>
                    <a:pt x="20259" y="4619"/>
                    <a:pt x="20998" y="3660"/>
                    <a:pt x="21600" y="2557"/>
                  </a:cubicBezTo>
                  <a:cubicBezTo>
                    <a:pt x="21600" y="2557"/>
                    <a:pt x="21600" y="2557"/>
                    <a:pt x="21600" y="2557"/>
                  </a:cubicBezTo>
                  <a:close/>
                </a:path>
              </a:pathLst>
            </a:custGeom>
            <a:solidFill>
              <a:schemeClr val="bg1"/>
            </a:solidFill>
            <a:ln w="12700">
              <a:miter lim="400000"/>
            </a:ln>
          </p:spPr>
          <p:txBody>
            <a:bodyPr lIns="28575" tIns="28575" rIns="28575" bIns="28575" anchor="ctr"/>
            <a:lstStyle/>
            <a:p>
              <a:pPr>
                <a:defRPr sz="3000">
                  <a:solidFill>
                    <a:srgbClr val="FFFFFF"/>
                  </a:solidFill>
                  <a:effectLst>
                    <a:outerShdw blurRad="38100" dist="12700" dir="5400000" rotWithShape="0">
                      <a:srgbClr val="000000">
                        <a:alpha val="50000"/>
                      </a:srgbClr>
                    </a:outerShdw>
                  </a:effectLst>
                </a:defRPr>
              </a:pPr>
              <a:endParaRPr sz="2250"/>
            </a:p>
          </p:txBody>
        </p:sp>
        <p:sp>
          <p:nvSpPr>
            <p:cNvPr id="9" name="Oval 8">
              <a:extLst>
                <a:ext uri="{FF2B5EF4-FFF2-40B4-BE49-F238E27FC236}">
                  <a16:creationId xmlns:a16="http://schemas.microsoft.com/office/drawing/2014/main" id="{AF389CA4-9215-4DA8-BFFA-FA4329B49979}"/>
                </a:ext>
              </a:extLst>
            </p:cNvPr>
            <p:cNvSpPr/>
            <p:nvPr/>
          </p:nvSpPr>
          <p:spPr>
            <a:xfrm>
              <a:off x="2102815" y="5662865"/>
              <a:ext cx="371301" cy="37130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10" name="Shape">
              <a:hlinkClick r:id="rId4"/>
              <a:extLst>
                <a:ext uri="{FF2B5EF4-FFF2-40B4-BE49-F238E27FC236}">
                  <a16:creationId xmlns:a16="http://schemas.microsoft.com/office/drawing/2014/main" id="{F0CB12D6-F0DA-4BB6-B2C7-4BE43A29C51F}"/>
                </a:ext>
              </a:extLst>
            </p:cNvPr>
            <p:cNvSpPr/>
            <p:nvPr/>
          </p:nvSpPr>
          <p:spPr>
            <a:xfrm>
              <a:off x="2189003" y="5751342"/>
              <a:ext cx="202748" cy="202749"/>
            </a:xfrm>
            <a:custGeom>
              <a:avLst/>
              <a:gdLst/>
              <a:ahLst/>
              <a:cxnLst>
                <a:cxn ang="0">
                  <a:pos x="wd2" y="hd2"/>
                </a:cxn>
                <a:cxn ang="5400000">
                  <a:pos x="wd2" y="hd2"/>
                </a:cxn>
                <a:cxn ang="10800000">
                  <a:pos x="wd2" y="hd2"/>
                </a:cxn>
                <a:cxn ang="16200000">
                  <a:pos x="wd2" y="hd2"/>
                </a:cxn>
              </a:cxnLst>
              <a:rect l="0" t="0" r="r" b="b"/>
              <a:pathLst>
                <a:path w="21600" h="21600" extrusionOk="0">
                  <a:moveTo>
                    <a:pt x="19427" y="11280"/>
                  </a:moveTo>
                  <a:cubicBezTo>
                    <a:pt x="17712" y="10975"/>
                    <a:pt x="15821" y="11022"/>
                    <a:pt x="13768" y="11419"/>
                  </a:cubicBezTo>
                  <a:cubicBezTo>
                    <a:pt x="13571" y="10725"/>
                    <a:pt x="13362" y="10071"/>
                    <a:pt x="13146" y="9456"/>
                  </a:cubicBezTo>
                  <a:cubicBezTo>
                    <a:pt x="15173" y="8681"/>
                    <a:pt x="16814" y="7539"/>
                    <a:pt x="18018" y="6057"/>
                  </a:cubicBezTo>
                  <a:cubicBezTo>
                    <a:pt x="18916" y="7419"/>
                    <a:pt x="19440" y="9050"/>
                    <a:pt x="19440" y="10800"/>
                  </a:cubicBezTo>
                  <a:cubicBezTo>
                    <a:pt x="19440" y="10961"/>
                    <a:pt x="19435" y="11121"/>
                    <a:pt x="19427" y="11280"/>
                  </a:cubicBezTo>
                  <a:cubicBezTo>
                    <a:pt x="19427" y="11280"/>
                    <a:pt x="19427" y="11280"/>
                    <a:pt x="19427" y="11280"/>
                  </a:cubicBezTo>
                  <a:close/>
                  <a:moveTo>
                    <a:pt x="15025" y="18334"/>
                  </a:moveTo>
                  <a:cubicBezTo>
                    <a:pt x="14873" y="16593"/>
                    <a:pt x="14617" y="14987"/>
                    <a:pt x="14296" y="13522"/>
                  </a:cubicBezTo>
                  <a:cubicBezTo>
                    <a:pt x="15886" y="13225"/>
                    <a:pt x="17507" y="13137"/>
                    <a:pt x="19038" y="13406"/>
                  </a:cubicBezTo>
                  <a:cubicBezTo>
                    <a:pt x="18371" y="15511"/>
                    <a:pt x="16918" y="17268"/>
                    <a:pt x="15025" y="18334"/>
                  </a:cubicBezTo>
                  <a:cubicBezTo>
                    <a:pt x="15025" y="18334"/>
                    <a:pt x="15025" y="18334"/>
                    <a:pt x="15025" y="18334"/>
                  </a:cubicBezTo>
                  <a:close/>
                  <a:moveTo>
                    <a:pt x="10800" y="19440"/>
                  </a:moveTo>
                  <a:cubicBezTo>
                    <a:pt x="8577" y="19440"/>
                    <a:pt x="6548" y="18596"/>
                    <a:pt x="5015" y="17212"/>
                  </a:cubicBezTo>
                  <a:cubicBezTo>
                    <a:pt x="6456" y="16365"/>
                    <a:pt x="9162" y="14922"/>
                    <a:pt x="12199" y="14029"/>
                  </a:cubicBezTo>
                  <a:cubicBezTo>
                    <a:pt x="12538" y="15587"/>
                    <a:pt x="12795" y="17303"/>
                    <a:pt x="12924" y="19176"/>
                  </a:cubicBezTo>
                  <a:cubicBezTo>
                    <a:pt x="12244" y="19348"/>
                    <a:pt x="11533" y="19440"/>
                    <a:pt x="10800" y="19440"/>
                  </a:cubicBezTo>
                  <a:cubicBezTo>
                    <a:pt x="10800" y="19440"/>
                    <a:pt x="10800" y="19440"/>
                    <a:pt x="10800" y="19440"/>
                  </a:cubicBezTo>
                  <a:close/>
                  <a:moveTo>
                    <a:pt x="2160" y="10800"/>
                  </a:moveTo>
                  <a:cubicBezTo>
                    <a:pt x="2160" y="10677"/>
                    <a:pt x="2163" y="10555"/>
                    <a:pt x="2168" y="10434"/>
                  </a:cubicBezTo>
                  <a:cubicBezTo>
                    <a:pt x="3029" y="10541"/>
                    <a:pt x="4305" y="10658"/>
                    <a:pt x="5793" y="10658"/>
                  </a:cubicBezTo>
                  <a:cubicBezTo>
                    <a:pt x="6514" y="10658"/>
                    <a:pt x="7284" y="10631"/>
                    <a:pt x="8081" y="10562"/>
                  </a:cubicBezTo>
                  <a:cubicBezTo>
                    <a:pt x="9142" y="10470"/>
                    <a:pt x="10142" y="10310"/>
                    <a:pt x="11081" y="10088"/>
                  </a:cubicBezTo>
                  <a:cubicBezTo>
                    <a:pt x="11287" y="10669"/>
                    <a:pt x="11485" y="11281"/>
                    <a:pt x="11671" y="11928"/>
                  </a:cubicBezTo>
                  <a:cubicBezTo>
                    <a:pt x="10698" y="12211"/>
                    <a:pt x="9693" y="12565"/>
                    <a:pt x="8656" y="12990"/>
                  </a:cubicBezTo>
                  <a:cubicBezTo>
                    <a:pt x="6423" y="13906"/>
                    <a:pt x="4601" y="14931"/>
                    <a:pt x="3585" y="15547"/>
                  </a:cubicBezTo>
                  <a:cubicBezTo>
                    <a:pt x="2685" y="14184"/>
                    <a:pt x="2160" y="12552"/>
                    <a:pt x="2160" y="10800"/>
                  </a:cubicBezTo>
                  <a:cubicBezTo>
                    <a:pt x="2160" y="10800"/>
                    <a:pt x="2160" y="10800"/>
                    <a:pt x="2160" y="10800"/>
                  </a:cubicBezTo>
                  <a:close/>
                  <a:moveTo>
                    <a:pt x="7253" y="2922"/>
                  </a:moveTo>
                  <a:cubicBezTo>
                    <a:pt x="7897" y="3727"/>
                    <a:pt x="9119" y="5437"/>
                    <a:pt x="10273" y="8054"/>
                  </a:cubicBezTo>
                  <a:cubicBezTo>
                    <a:pt x="7243" y="8704"/>
                    <a:pt x="4136" y="8489"/>
                    <a:pt x="2530" y="8298"/>
                  </a:cubicBezTo>
                  <a:cubicBezTo>
                    <a:pt x="3257" y="5901"/>
                    <a:pt x="4998" y="3941"/>
                    <a:pt x="7253" y="2922"/>
                  </a:cubicBezTo>
                  <a:cubicBezTo>
                    <a:pt x="7253" y="2922"/>
                    <a:pt x="7253" y="2922"/>
                    <a:pt x="7253" y="2922"/>
                  </a:cubicBezTo>
                  <a:close/>
                  <a:moveTo>
                    <a:pt x="10800" y="2160"/>
                  </a:moveTo>
                  <a:cubicBezTo>
                    <a:pt x="13021" y="2160"/>
                    <a:pt x="15049" y="3003"/>
                    <a:pt x="16581" y="4385"/>
                  </a:cubicBezTo>
                  <a:cubicBezTo>
                    <a:pt x="15509" y="5855"/>
                    <a:pt x="14008" y="6822"/>
                    <a:pt x="12365" y="7445"/>
                  </a:cubicBezTo>
                  <a:cubicBezTo>
                    <a:pt x="12091" y="6806"/>
                    <a:pt x="11817" y="6226"/>
                    <a:pt x="11555" y="5709"/>
                  </a:cubicBezTo>
                  <a:cubicBezTo>
                    <a:pt x="10795" y="4211"/>
                    <a:pt x="10048" y="3064"/>
                    <a:pt x="9466" y="2263"/>
                  </a:cubicBezTo>
                  <a:cubicBezTo>
                    <a:pt x="9901" y="2195"/>
                    <a:pt x="10346" y="2160"/>
                    <a:pt x="10800" y="2160"/>
                  </a:cubicBezTo>
                  <a:cubicBezTo>
                    <a:pt x="10800" y="2160"/>
                    <a:pt x="10800" y="2160"/>
                    <a:pt x="10800" y="2160"/>
                  </a:cubicBezTo>
                  <a:close/>
                  <a:moveTo>
                    <a:pt x="18834" y="3590"/>
                  </a:moveTo>
                  <a:lnTo>
                    <a:pt x="18682" y="3425"/>
                  </a:lnTo>
                  <a:cubicBezTo>
                    <a:pt x="16710" y="1318"/>
                    <a:pt x="13906" y="0"/>
                    <a:pt x="10800" y="0"/>
                  </a:cubicBezTo>
                  <a:cubicBezTo>
                    <a:pt x="9564" y="0"/>
                    <a:pt x="8376" y="209"/>
                    <a:pt x="7269" y="593"/>
                  </a:cubicBezTo>
                  <a:lnTo>
                    <a:pt x="7157" y="633"/>
                  </a:lnTo>
                  <a:cubicBezTo>
                    <a:pt x="3542" y="1932"/>
                    <a:pt x="814" y="5108"/>
                    <a:pt x="154" y="8980"/>
                  </a:cubicBezTo>
                  <a:cubicBezTo>
                    <a:pt x="153" y="8984"/>
                    <a:pt x="152" y="8988"/>
                    <a:pt x="152" y="8991"/>
                  </a:cubicBezTo>
                  <a:cubicBezTo>
                    <a:pt x="149" y="9004"/>
                    <a:pt x="148" y="9016"/>
                    <a:pt x="146" y="9028"/>
                  </a:cubicBezTo>
                  <a:cubicBezTo>
                    <a:pt x="51" y="9605"/>
                    <a:pt x="0" y="10197"/>
                    <a:pt x="0" y="10800"/>
                  </a:cubicBezTo>
                  <a:cubicBezTo>
                    <a:pt x="0" y="13375"/>
                    <a:pt x="906" y="15741"/>
                    <a:pt x="2416" y="17599"/>
                  </a:cubicBezTo>
                  <a:cubicBezTo>
                    <a:pt x="2417" y="17600"/>
                    <a:pt x="2541" y="17751"/>
                    <a:pt x="2541" y="17751"/>
                  </a:cubicBezTo>
                  <a:cubicBezTo>
                    <a:pt x="4524" y="20103"/>
                    <a:pt x="7490" y="21600"/>
                    <a:pt x="10800" y="21600"/>
                  </a:cubicBezTo>
                  <a:cubicBezTo>
                    <a:pt x="12051" y="21600"/>
                    <a:pt x="13252" y="21385"/>
                    <a:pt x="14370" y="20993"/>
                  </a:cubicBezTo>
                  <a:cubicBezTo>
                    <a:pt x="14400" y="20983"/>
                    <a:pt x="14429" y="20974"/>
                    <a:pt x="14457" y="20962"/>
                  </a:cubicBezTo>
                  <a:cubicBezTo>
                    <a:pt x="18004" y="19681"/>
                    <a:pt x="20694" y="16594"/>
                    <a:pt x="21411" y="12816"/>
                  </a:cubicBezTo>
                  <a:cubicBezTo>
                    <a:pt x="21412" y="12806"/>
                    <a:pt x="21414" y="12797"/>
                    <a:pt x="21416" y="12788"/>
                  </a:cubicBezTo>
                  <a:cubicBezTo>
                    <a:pt x="21536" y="12143"/>
                    <a:pt x="21600" y="11479"/>
                    <a:pt x="21600" y="10800"/>
                  </a:cubicBezTo>
                  <a:cubicBezTo>
                    <a:pt x="21600" y="8032"/>
                    <a:pt x="20553" y="5503"/>
                    <a:pt x="18834" y="3590"/>
                  </a:cubicBezTo>
                  <a:cubicBezTo>
                    <a:pt x="18834" y="3590"/>
                    <a:pt x="18834" y="3590"/>
                    <a:pt x="18834" y="3590"/>
                  </a:cubicBezTo>
                  <a:close/>
                </a:path>
              </a:pathLst>
            </a:custGeom>
            <a:solidFill>
              <a:schemeClr val="bg1"/>
            </a:solidFill>
            <a:ln w="12700">
              <a:miter lim="400000"/>
            </a:ln>
          </p:spPr>
          <p:txBody>
            <a:bodyPr lIns="28575" tIns="28575" rIns="28575" bIns="28575" anchor="ctr"/>
            <a:lstStyle/>
            <a:p>
              <a:pPr>
                <a:defRPr sz="3000">
                  <a:solidFill>
                    <a:srgbClr val="FFFFFF"/>
                  </a:solidFill>
                  <a:effectLst>
                    <a:outerShdw blurRad="38100" dist="12700" dir="5400000" rotWithShape="0">
                      <a:srgbClr val="000000">
                        <a:alpha val="50000"/>
                      </a:srgbClr>
                    </a:outerShdw>
                  </a:effectLst>
                </a:defRPr>
              </a:pPr>
              <a:endParaRPr sz="2250"/>
            </a:p>
          </p:txBody>
        </p:sp>
      </p:grpSp>
      <p:sp>
        <p:nvSpPr>
          <p:cNvPr id="11" name="Rectangle 10">
            <a:extLst>
              <a:ext uri="{FF2B5EF4-FFF2-40B4-BE49-F238E27FC236}">
                <a16:creationId xmlns:a16="http://schemas.microsoft.com/office/drawing/2014/main" id="{DE739AA3-A794-9F54-6A5A-CA2C7ED598BB}"/>
              </a:ext>
            </a:extLst>
          </p:cNvPr>
          <p:cNvSpPr/>
          <p:nvPr/>
        </p:nvSpPr>
        <p:spPr>
          <a:xfrm>
            <a:off x="976712" y="1704281"/>
            <a:ext cx="3973328" cy="739755"/>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b="1" dirty="0">
                <a:solidFill>
                  <a:schemeClr val="bg1"/>
                </a:solidFill>
              </a:rPr>
              <a:t>www.anubhavtrainings.com</a:t>
            </a:r>
          </a:p>
        </p:txBody>
      </p:sp>
      <p:sp>
        <p:nvSpPr>
          <p:cNvPr id="12" name="Right Triangle 11"/>
          <p:cNvSpPr/>
          <p:nvPr/>
        </p:nvSpPr>
        <p:spPr>
          <a:xfrm rot="19603165">
            <a:off x="296953" y="-1026843"/>
            <a:ext cx="3143465" cy="2053685"/>
          </a:xfrm>
          <a:prstGeom prst="rtTriangl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ln>
                <a:solidFill>
                  <a:srgbClr val="00B050"/>
                </a:solidFill>
              </a:ln>
              <a:solidFill>
                <a:srgbClr val="00B050"/>
              </a:solidFill>
            </a:endParaRPr>
          </a:p>
        </p:txBody>
      </p:sp>
      <p:sp>
        <p:nvSpPr>
          <p:cNvPr id="13" name="Right Triangle 12"/>
          <p:cNvSpPr/>
          <p:nvPr/>
        </p:nvSpPr>
        <p:spPr>
          <a:xfrm rot="16200000">
            <a:off x="5156848" y="1159118"/>
            <a:ext cx="3538845" cy="4433079"/>
          </a:xfrm>
          <a:prstGeom prst="rtTriangl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ln>
                <a:solidFill>
                  <a:srgbClr val="00B050"/>
                </a:solidFill>
              </a:ln>
              <a:solidFill>
                <a:srgbClr val="00B050"/>
              </a:solidFill>
            </a:endParaRPr>
          </a:p>
        </p:txBody>
      </p:sp>
      <p:sp>
        <p:nvSpPr>
          <p:cNvPr id="14" name="Minus 13"/>
          <p:cNvSpPr/>
          <p:nvPr/>
        </p:nvSpPr>
        <p:spPr>
          <a:xfrm rot="19276189">
            <a:off x="3207527" y="3117933"/>
            <a:ext cx="7398364" cy="354149"/>
          </a:xfrm>
          <a:prstGeom prst="mathMinus">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15" name="Google Shape;552;p2"/>
          <p:cNvSpPr txBox="1"/>
          <p:nvPr/>
        </p:nvSpPr>
        <p:spPr>
          <a:xfrm>
            <a:off x="7108178" y="4873864"/>
            <a:ext cx="2251926" cy="253885"/>
          </a:xfrm>
          <a:prstGeom prst="rect">
            <a:avLst/>
          </a:prstGeom>
          <a:noFill/>
          <a:ln>
            <a:noFill/>
          </a:ln>
        </p:spPr>
        <p:txBody>
          <a:bodyPr spcFirstLastPara="1" wrap="square" lIns="68569" tIns="34275" rIns="68569" bIns="34275" anchor="t" anchorCtr="0">
            <a:spAutoFit/>
          </a:bodyPr>
          <a:lstStyle/>
          <a:p>
            <a:r>
              <a:rPr lang="en-US" sz="1200" dirty="0">
                <a:latin typeface="Cambria" panose="02040503050406030204" pitchFamily="18" charset="0"/>
                <a:ea typeface="Cambria" panose="02040503050406030204" pitchFamily="18" charset="0"/>
                <a:cs typeface="Corben"/>
                <a:sym typeface="Corben"/>
              </a:rPr>
              <a:t>www.anubhavtrainings.com</a:t>
            </a:r>
            <a:endParaRPr sz="1200" dirty="0">
              <a:latin typeface="Cambria" panose="02040503050406030204" pitchFamily="18" charset="0"/>
              <a:ea typeface="Cambria" panose="02040503050406030204" pitchFamily="18" charset="0"/>
              <a:cs typeface="Corben"/>
              <a:sym typeface="Corben"/>
            </a:endParaRPr>
          </a:p>
        </p:txBody>
      </p:sp>
      <p:pic>
        <p:nvPicPr>
          <p:cNvPr id="16"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8650243" y="0"/>
            <a:ext cx="491377" cy="48533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539973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barn(inVertical)">
                                      <p:cBhvr>
                                        <p:cTn id="7" dur="500"/>
                                        <p:tgtEl>
                                          <p:spTgt spid="2"/>
                                        </p:tgtEl>
                                      </p:cBhvr>
                                    </p:animEffect>
                                  </p:childTnLst>
                                </p:cTn>
                              </p:par>
                              <p:par>
                                <p:cTn id="8" presetID="16" presetClass="entr" presetSubtype="21" fill="hold" grpId="0" nodeType="with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barn(inVertical)">
                                      <p:cBhvr>
                                        <p:cTn id="10" dur="5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3" presetID="16" presetClass="entr" presetSubtype="21" fill="hold" grpId="0" nodeType="clickEffect">
                                  <p:stCondLst>
                                    <p:cond delay="0"/>
                                  </p:stCondLst>
                                  <p:childTnLst>
                                    <p:set>
                                      <p:cBhvr>
                                        <p:cTn id="14" dur="1" fill="hold">
                                          <p:stCondLst>
                                            <p:cond delay="0"/>
                                          </p:stCondLst>
                                        </p:cTn>
                                        <p:tgtEl>
                                          <p:spTgt spid="3"/>
                                        </p:tgtEl>
                                        <p:attrNameLst>
                                          <p:attrName>style.visibility</p:attrName>
                                        </p:attrNameLst>
                                      </p:cBhvr>
                                      <p:to>
                                        <p:strVal val="visible"/>
                                      </p:to>
                                    </p:set>
                                    <p:animEffect transition="in" filter="barn(inVertical)">
                                      <p:cBhvr>
                                        <p:cTn id="15" dur="500"/>
                                        <p:tgtEl>
                                          <p:spTgt spid="3"/>
                                        </p:tgtEl>
                                      </p:cBhvr>
                                    </p:animEffect>
                                  </p:childTnLst>
                                </p:cTn>
                              </p:par>
                            </p:childTnLst>
                          </p:cTn>
                        </p:par>
                      </p:childTnLst>
                    </p:cTn>
                  </p:par>
                  <p:par>
                    <p:cTn id="16" fill="hold">
                      <p:stCondLst>
                        <p:cond delay="indefinite"/>
                      </p:stCondLst>
                      <p:childTnLst>
                        <p:par>
                          <p:cTn id="17" fill="hold">
                            <p:stCondLst>
                              <p:cond delay="0"/>
                            </p:stCondLst>
                            <p:childTnLst>
                              <p:par>
                                <p:cTn id="18" presetID="16" presetClass="entr" presetSubtype="21" fill="hold" nodeType="clickEffect">
                                  <p:stCondLst>
                                    <p:cond delay="0"/>
                                  </p:stCondLst>
                                  <p:childTnLst>
                                    <p:set>
                                      <p:cBhvr>
                                        <p:cTn id="19" dur="1" fill="hold">
                                          <p:stCondLst>
                                            <p:cond delay="0"/>
                                          </p:stCondLst>
                                        </p:cTn>
                                        <p:tgtEl>
                                          <p:spTgt spid="4"/>
                                        </p:tgtEl>
                                        <p:attrNameLst>
                                          <p:attrName>style.visibility</p:attrName>
                                        </p:attrNameLst>
                                      </p:cBhvr>
                                      <p:to>
                                        <p:strVal val="visible"/>
                                      </p:to>
                                    </p:set>
                                    <p:animEffect transition="in" filter="barn(inVertical)">
                                      <p:cBhvr>
                                        <p:cTn id="20"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11"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ight Triangle 6">
            <a:extLst>
              <a:ext uri="{FF2B5EF4-FFF2-40B4-BE49-F238E27FC236}">
                <a16:creationId xmlns:a16="http://schemas.microsoft.com/office/drawing/2014/main" id="{EAF14BF4-9A45-8B4E-AA65-A815CC72E5A3}"/>
              </a:ext>
            </a:extLst>
          </p:cNvPr>
          <p:cNvSpPr/>
          <p:nvPr/>
        </p:nvSpPr>
        <p:spPr>
          <a:xfrm flipH="1">
            <a:off x="2273307" y="1754585"/>
            <a:ext cx="6869499" cy="3388245"/>
          </a:xfrm>
          <a:prstGeom prst="rtTriangle">
            <a:avLst/>
          </a:prstGeom>
          <a:solidFill>
            <a:srgbClr val="18A7C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595">
              <a:defRPr/>
            </a:pPr>
            <a:endParaRPr lang="en-US" sz="1349">
              <a:solidFill>
                <a:srgbClr val="FFFFFF"/>
              </a:solidFill>
              <a:latin typeface="Arial" panose="020B0604020202020204"/>
            </a:endParaRPr>
          </a:p>
        </p:txBody>
      </p:sp>
      <p:sp>
        <p:nvSpPr>
          <p:cNvPr id="2" name="Picture Placeholder 1">
            <a:extLst>
              <a:ext uri="{FF2B5EF4-FFF2-40B4-BE49-F238E27FC236}">
                <a16:creationId xmlns:a16="http://schemas.microsoft.com/office/drawing/2014/main" id="{5901FB9E-D5D8-0E42-9064-309ADD0ECF57}"/>
              </a:ext>
            </a:extLst>
          </p:cNvPr>
          <p:cNvSpPr>
            <a:spLocks noGrp="1"/>
          </p:cNvSpPr>
          <p:nvPr>
            <p:ph type="pic" sz="quarter" idx="14"/>
          </p:nvPr>
        </p:nvSpPr>
        <p:spPr>
          <a:xfrm>
            <a:off x="1191" y="670"/>
            <a:ext cx="9141619" cy="3657500"/>
          </a:xfrm>
        </p:spPr>
        <p:txBody>
          <a:bodyPr/>
          <a:lstStyle/>
          <a:p>
            <a:endParaRPr lang="en-US"/>
          </a:p>
        </p:txBody>
      </p:sp>
      <p:pic>
        <p:nvPicPr>
          <p:cNvPr id="4" name="Picture 3">
            <a:extLst>
              <a:ext uri="{FF2B5EF4-FFF2-40B4-BE49-F238E27FC236}">
                <a16:creationId xmlns:a16="http://schemas.microsoft.com/office/drawing/2014/main" id="{520F6EAF-BDD9-FA40-9881-470C78C023CA}"/>
              </a:ext>
            </a:extLst>
          </p:cNvPr>
          <p:cNvPicPr>
            <a:picLocks noChangeAspect="1"/>
          </p:cNvPicPr>
          <p:nvPr/>
        </p:nvPicPr>
        <p:blipFill rotWithShape="1">
          <a:blip r:embed="rId3" cstate="email">
            <a:extLst>
              <a:ext uri="{28A0092B-C50C-407E-A947-70E740481C1C}">
                <a14:useLocalDpi xmlns:a14="http://schemas.microsoft.com/office/drawing/2010/main"/>
              </a:ext>
            </a:extLst>
          </a:blip>
          <a:srcRect/>
          <a:stretch/>
        </p:blipFill>
        <p:spPr>
          <a:xfrm>
            <a:off x="2381" y="670"/>
            <a:ext cx="9139239" cy="3657500"/>
          </a:xfrm>
          <a:prstGeom prst="rect">
            <a:avLst/>
          </a:prstGeom>
        </p:spPr>
      </p:pic>
      <p:sp>
        <p:nvSpPr>
          <p:cNvPr id="20" name="Rectangle 19">
            <a:extLst>
              <a:ext uri="{FF2B5EF4-FFF2-40B4-BE49-F238E27FC236}">
                <a16:creationId xmlns:a16="http://schemas.microsoft.com/office/drawing/2014/main" id="{7D8E97E7-E23C-4E4A-A0AF-1C43E32D5148}"/>
              </a:ext>
            </a:extLst>
          </p:cNvPr>
          <p:cNvSpPr/>
          <p:nvPr/>
        </p:nvSpPr>
        <p:spPr>
          <a:xfrm>
            <a:off x="3572" y="-7047"/>
            <a:ext cx="9138048" cy="3665216"/>
          </a:xfrm>
          <a:prstGeom prst="rect">
            <a:avLst/>
          </a:prstGeom>
          <a:gradFill>
            <a:gsLst>
              <a:gs pos="89000">
                <a:schemeClr val="accent4">
                  <a:lumMod val="75000"/>
                  <a:alpha val="96000"/>
                </a:schemeClr>
              </a:gs>
              <a:gs pos="29000">
                <a:schemeClr val="tx2">
                  <a:alpha val="84000"/>
                </a:scheme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457">
              <a:defRPr/>
            </a:pPr>
            <a:endParaRPr lang="en-US" sz="1349">
              <a:solidFill>
                <a:srgbClr val="FFFFFF"/>
              </a:solidFill>
              <a:latin typeface="Arial" panose="020B0604020202020204" pitchFamily="34" charset="0"/>
              <a:cs typeface="Arial" panose="020B0604020202020204" pitchFamily="34" charset="0"/>
            </a:endParaRPr>
          </a:p>
        </p:txBody>
      </p:sp>
      <p:sp>
        <p:nvSpPr>
          <p:cNvPr id="35" name="Rectangle 34">
            <a:extLst>
              <a:ext uri="{FF2B5EF4-FFF2-40B4-BE49-F238E27FC236}">
                <a16:creationId xmlns:a16="http://schemas.microsoft.com/office/drawing/2014/main" id="{F6FFC3F4-1A5C-6446-9CE3-98CE002CFF5F}"/>
              </a:ext>
            </a:extLst>
          </p:cNvPr>
          <p:cNvSpPr/>
          <p:nvPr/>
        </p:nvSpPr>
        <p:spPr>
          <a:xfrm>
            <a:off x="264117" y="4494008"/>
            <a:ext cx="2665023" cy="507575"/>
          </a:xfrm>
          <a:prstGeom prst="rect">
            <a:avLst/>
          </a:prstGeom>
        </p:spPr>
        <p:txBody>
          <a:bodyPr wrap="square">
            <a:spAutoFit/>
          </a:bodyPr>
          <a:lstStyle/>
          <a:p>
            <a:pPr defTabSz="685457">
              <a:defRPr/>
            </a:pPr>
            <a:r>
              <a:rPr lang="en-US" sz="1349" b="1" dirty="0">
                <a:solidFill>
                  <a:srgbClr val="44546A"/>
                </a:solidFill>
                <a:latin typeface="Arial" panose="020B0604020202020204" pitchFamily="34" charset="0"/>
                <a:cs typeface="Arial" panose="020B0604020202020204" pitchFamily="34" charset="0"/>
              </a:rPr>
              <a:t>Contact us today!</a:t>
            </a:r>
          </a:p>
          <a:p>
            <a:pPr defTabSz="685457">
              <a:defRPr/>
            </a:pPr>
            <a:r>
              <a:rPr lang="en-US" sz="1349" dirty="0">
                <a:solidFill>
                  <a:srgbClr val="44546A"/>
                </a:solidFill>
                <a:latin typeface="Arial" panose="020B0604020202020204"/>
              </a:rPr>
              <a:t>https://anubhavtrainings.com</a:t>
            </a:r>
          </a:p>
        </p:txBody>
      </p:sp>
      <p:sp>
        <p:nvSpPr>
          <p:cNvPr id="6" name="Rectangle 5">
            <a:extLst>
              <a:ext uri="{FF2B5EF4-FFF2-40B4-BE49-F238E27FC236}">
                <a16:creationId xmlns:a16="http://schemas.microsoft.com/office/drawing/2014/main" id="{7A91E6F4-0EB3-3446-B962-79A0A253F3F7}"/>
              </a:ext>
            </a:extLst>
          </p:cNvPr>
          <p:cNvSpPr/>
          <p:nvPr/>
        </p:nvSpPr>
        <p:spPr>
          <a:xfrm>
            <a:off x="6134855" y="2194523"/>
            <a:ext cx="2422082" cy="230832"/>
          </a:xfrm>
          <a:prstGeom prst="rect">
            <a:avLst/>
          </a:prstGeom>
        </p:spPr>
        <p:txBody>
          <a:bodyPr wrap="square">
            <a:spAutoFit/>
          </a:bodyPr>
          <a:lstStyle/>
          <a:p>
            <a:pPr algn="ctr" defTabSz="685595">
              <a:defRPr/>
            </a:pPr>
            <a:r>
              <a:rPr lang="en-IN" sz="900" spc="38" dirty="0">
                <a:solidFill>
                  <a:srgbClr val="FFFFFF">
                    <a:lumMod val="95000"/>
                  </a:srgbClr>
                </a:solidFill>
                <a:latin typeface="Arial" panose="020B0604020202020204" pitchFamily="34" charset="0"/>
                <a:cs typeface="Arial" panose="020B0604020202020204" pitchFamily="34" charset="0"/>
              </a:rPr>
              <a:t>We build the workforce of the future.</a:t>
            </a:r>
            <a:endParaRPr lang="en-US" sz="900" spc="38" dirty="0">
              <a:solidFill>
                <a:srgbClr val="FFFFFF">
                  <a:lumMod val="95000"/>
                </a:srgbClr>
              </a:solidFill>
              <a:latin typeface="Arial" panose="020B0604020202020204" pitchFamily="34" charset="0"/>
              <a:cs typeface="Arial" panose="020B0604020202020204" pitchFamily="34" charset="0"/>
            </a:endParaRPr>
          </a:p>
        </p:txBody>
      </p:sp>
      <p:sp>
        <p:nvSpPr>
          <p:cNvPr id="40" name="Rectangle 39">
            <a:extLst>
              <a:ext uri="{FF2B5EF4-FFF2-40B4-BE49-F238E27FC236}">
                <a16:creationId xmlns:a16="http://schemas.microsoft.com/office/drawing/2014/main" id="{89EED0AA-D6A0-854A-9888-8400B6D1FE48}"/>
              </a:ext>
            </a:extLst>
          </p:cNvPr>
          <p:cNvSpPr/>
          <p:nvPr/>
        </p:nvSpPr>
        <p:spPr>
          <a:xfrm>
            <a:off x="917449" y="2335393"/>
            <a:ext cx="1351085" cy="507703"/>
          </a:xfrm>
          <a:prstGeom prst="rect">
            <a:avLst/>
          </a:prstGeom>
        </p:spPr>
        <p:txBody>
          <a:bodyPr wrap="square">
            <a:spAutoFit/>
          </a:bodyPr>
          <a:lstStyle/>
          <a:p>
            <a:pPr algn="ctr" defTabSz="685595">
              <a:defRPr/>
            </a:pPr>
            <a:r>
              <a:rPr lang="en-US" sz="1799" dirty="0">
                <a:solidFill>
                  <a:srgbClr val="FFFFFF"/>
                </a:solidFill>
                <a:latin typeface="Arial" panose="020B0604020202020204"/>
              </a:rPr>
              <a:t>250+ </a:t>
            </a:r>
          </a:p>
          <a:p>
            <a:pPr algn="ctr" defTabSz="685595">
              <a:defRPr/>
            </a:pPr>
            <a:r>
              <a:rPr lang="en-US" sz="900" dirty="0">
                <a:solidFill>
                  <a:srgbClr val="FFFFFF"/>
                </a:solidFill>
                <a:latin typeface="Arial" panose="020B0604020202020204"/>
              </a:rPr>
              <a:t>Corporate Clients</a:t>
            </a:r>
          </a:p>
        </p:txBody>
      </p:sp>
      <p:sp>
        <p:nvSpPr>
          <p:cNvPr id="49" name="Rectangle 48">
            <a:extLst>
              <a:ext uri="{FF2B5EF4-FFF2-40B4-BE49-F238E27FC236}">
                <a16:creationId xmlns:a16="http://schemas.microsoft.com/office/drawing/2014/main" id="{DFBD6F02-53D0-BF4D-BF2A-4BD3E0AC1D30}"/>
              </a:ext>
            </a:extLst>
          </p:cNvPr>
          <p:cNvSpPr/>
          <p:nvPr/>
        </p:nvSpPr>
        <p:spPr>
          <a:xfrm>
            <a:off x="2120049" y="2335393"/>
            <a:ext cx="1351085" cy="507703"/>
          </a:xfrm>
          <a:prstGeom prst="rect">
            <a:avLst/>
          </a:prstGeom>
        </p:spPr>
        <p:txBody>
          <a:bodyPr wrap="square">
            <a:spAutoFit/>
          </a:bodyPr>
          <a:lstStyle/>
          <a:p>
            <a:pPr algn="ctr" defTabSz="685595">
              <a:defRPr/>
            </a:pPr>
            <a:r>
              <a:rPr lang="en-US" sz="1799" dirty="0">
                <a:solidFill>
                  <a:srgbClr val="FFFFFF"/>
                </a:solidFill>
                <a:latin typeface="Arial" panose="020B0604020202020204"/>
              </a:rPr>
              <a:t>30,000+</a:t>
            </a:r>
          </a:p>
          <a:p>
            <a:pPr algn="ctr" defTabSz="685595">
              <a:defRPr/>
            </a:pPr>
            <a:r>
              <a:rPr lang="en-US" sz="900" dirty="0">
                <a:solidFill>
                  <a:srgbClr val="FFFFFF"/>
                </a:solidFill>
                <a:latin typeface="Arial" panose="020B0604020202020204"/>
              </a:rPr>
              <a:t>Learners Trained</a:t>
            </a:r>
          </a:p>
        </p:txBody>
      </p:sp>
      <p:sp>
        <p:nvSpPr>
          <p:cNvPr id="75" name="Rectangle 74">
            <a:extLst>
              <a:ext uri="{FF2B5EF4-FFF2-40B4-BE49-F238E27FC236}">
                <a16:creationId xmlns:a16="http://schemas.microsoft.com/office/drawing/2014/main" id="{B3EFFD71-D9A6-F843-8D97-4553654A0BAE}"/>
              </a:ext>
            </a:extLst>
          </p:cNvPr>
          <p:cNvSpPr/>
          <p:nvPr/>
        </p:nvSpPr>
        <p:spPr>
          <a:xfrm>
            <a:off x="3372763" y="2333623"/>
            <a:ext cx="1351085" cy="507703"/>
          </a:xfrm>
          <a:prstGeom prst="rect">
            <a:avLst/>
          </a:prstGeom>
        </p:spPr>
        <p:txBody>
          <a:bodyPr wrap="square">
            <a:spAutoFit/>
          </a:bodyPr>
          <a:lstStyle/>
          <a:p>
            <a:pPr algn="ctr" defTabSz="685595">
              <a:defRPr/>
            </a:pPr>
            <a:r>
              <a:rPr lang="en-US" sz="1799" dirty="0">
                <a:solidFill>
                  <a:srgbClr val="FFFFFF"/>
                </a:solidFill>
                <a:latin typeface="Arial" panose="020B0604020202020204"/>
              </a:rPr>
              <a:t>25000+ </a:t>
            </a:r>
          </a:p>
          <a:p>
            <a:pPr algn="ctr" defTabSz="685595">
              <a:defRPr/>
            </a:pPr>
            <a:r>
              <a:rPr lang="en-US" sz="900" dirty="0">
                <a:solidFill>
                  <a:srgbClr val="FFFFFF"/>
                </a:solidFill>
                <a:latin typeface="Arial" panose="020B0604020202020204"/>
              </a:rPr>
              <a:t>Learners Placed</a:t>
            </a:r>
          </a:p>
        </p:txBody>
      </p:sp>
      <p:pic>
        <p:nvPicPr>
          <p:cNvPr id="9" name="Picture 8">
            <a:extLst>
              <a:ext uri="{FF2B5EF4-FFF2-40B4-BE49-F238E27FC236}">
                <a16:creationId xmlns:a16="http://schemas.microsoft.com/office/drawing/2014/main" id="{6BBB1580-5754-8F41-9AD0-21D8AE6FD293}"/>
              </a:ext>
            </a:extLst>
          </p:cNvPr>
          <p:cNvPicPr>
            <a:picLocks noChangeAspect="1"/>
          </p:cNvPicPr>
          <p:nvPr/>
        </p:nvPicPr>
        <p:blipFill>
          <a:blip r:embed="rId4" cstate="email">
            <a:lum bright="70000" contrast="-70000"/>
            <a:extLst>
              <a:ext uri="{28A0092B-C50C-407E-A947-70E740481C1C}">
                <a14:useLocalDpi xmlns:a14="http://schemas.microsoft.com/office/drawing/2010/main"/>
              </a:ext>
            </a:extLst>
          </a:blip>
          <a:stretch>
            <a:fillRect/>
          </a:stretch>
        </p:blipFill>
        <p:spPr>
          <a:xfrm>
            <a:off x="1338537" y="1709881"/>
            <a:ext cx="480044" cy="480044"/>
          </a:xfrm>
          <a:prstGeom prst="rect">
            <a:avLst/>
          </a:prstGeom>
        </p:spPr>
      </p:pic>
      <p:pic>
        <p:nvPicPr>
          <p:cNvPr id="11" name="Picture 10">
            <a:extLst>
              <a:ext uri="{FF2B5EF4-FFF2-40B4-BE49-F238E27FC236}">
                <a16:creationId xmlns:a16="http://schemas.microsoft.com/office/drawing/2014/main" id="{465C330F-D3B3-C54E-A760-411AF08F9062}"/>
              </a:ext>
            </a:extLst>
          </p:cNvPr>
          <p:cNvPicPr>
            <a:picLocks noChangeAspect="1"/>
          </p:cNvPicPr>
          <p:nvPr/>
        </p:nvPicPr>
        <p:blipFill>
          <a:blip r:embed="rId5" cstate="email">
            <a:lum bright="70000" contrast="-70000"/>
            <a:extLst>
              <a:ext uri="{28A0092B-C50C-407E-A947-70E740481C1C}">
                <a14:useLocalDpi xmlns:a14="http://schemas.microsoft.com/office/drawing/2010/main"/>
              </a:ext>
            </a:extLst>
          </a:blip>
          <a:stretch>
            <a:fillRect/>
          </a:stretch>
        </p:blipFill>
        <p:spPr>
          <a:xfrm>
            <a:off x="2555339" y="1704574"/>
            <a:ext cx="503946" cy="503946"/>
          </a:xfrm>
          <a:prstGeom prst="rect">
            <a:avLst/>
          </a:prstGeom>
        </p:spPr>
      </p:pic>
      <p:sp>
        <p:nvSpPr>
          <p:cNvPr id="48" name="Rectangle 47"/>
          <p:cNvSpPr/>
          <p:nvPr/>
        </p:nvSpPr>
        <p:spPr>
          <a:xfrm>
            <a:off x="475582" y="519175"/>
            <a:ext cx="4928219" cy="876778"/>
          </a:xfrm>
          <a:prstGeom prst="rect">
            <a:avLst/>
          </a:prstGeom>
        </p:spPr>
        <p:txBody>
          <a:bodyPr wrap="square">
            <a:spAutoFit/>
          </a:bodyPr>
          <a:lstStyle/>
          <a:p>
            <a:pPr algn="ctr" defTabSz="685595">
              <a:defRPr/>
            </a:pPr>
            <a:r>
              <a:rPr lang="en-US" sz="1499" b="1" dirty="0">
                <a:solidFill>
                  <a:srgbClr val="FFFFFF"/>
                </a:solidFill>
                <a:latin typeface="Arial" panose="020B0604020202020204" pitchFamily="34" charset="0"/>
                <a:cs typeface="Arial" panose="020B0604020202020204" pitchFamily="34" charset="0"/>
              </a:rPr>
              <a:t>We’re committed to empower you to be</a:t>
            </a:r>
          </a:p>
          <a:p>
            <a:pPr algn="ctr" defTabSz="685595">
              <a:defRPr/>
            </a:pPr>
            <a:r>
              <a:rPr lang="en-US" sz="1499" b="1" dirty="0">
                <a:solidFill>
                  <a:srgbClr val="FFFFFF"/>
                </a:solidFill>
                <a:latin typeface="Arial" panose="020B0604020202020204" pitchFamily="34" charset="0"/>
                <a:cs typeface="Arial" panose="020B0604020202020204" pitchFamily="34" charset="0"/>
              </a:rPr>
              <a:t> </a:t>
            </a:r>
            <a:r>
              <a:rPr lang="en-US" sz="2099" b="1" dirty="0">
                <a:solidFill>
                  <a:srgbClr val="2AC6D1">
                    <a:lumMod val="40000"/>
                    <a:lumOff val="60000"/>
                  </a:srgbClr>
                </a:solidFill>
                <a:latin typeface="Arial" panose="020B0604020202020204" pitchFamily="34" charset="0"/>
                <a:cs typeface="Arial" panose="020B0604020202020204" pitchFamily="34" charset="0"/>
              </a:rPr>
              <a:t>#FutureReady </a:t>
            </a:r>
          </a:p>
          <a:p>
            <a:pPr algn="ctr" defTabSz="685595">
              <a:defRPr/>
            </a:pPr>
            <a:r>
              <a:rPr lang="en-US" sz="1499" b="1" dirty="0">
                <a:solidFill>
                  <a:srgbClr val="FFFFFF"/>
                </a:solidFill>
                <a:latin typeface="Arial" panose="020B0604020202020204" pitchFamily="34" charset="0"/>
                <a:cs typeface="Arial" panose="020B0604020202020204" pitchFamily="34" charset="0"/>
              </a:rPr>
              <a:t>through powerful training solutions.</a:t>
            </a:r>
          </a:p>
        </p:txBody>
      </p:sp>
      <p:sp>
        <p:nvSpPr>
          <p:cNvPr id="54" name="Rectangle 53">
            <a:extLst>
              <a:ext uri="{FF2B5EF4-FFF2-40B4-BE49-F238E27FC236}">
                <a16:creationId xmlns:a16="http://schemas.microsoft.com/office/drawing/2014/main" id="{29B88429-5E3E-E649-B2EC-6D73DF20380B}"/>
              </a:ext>
            </a:extLst>
          </p:cNvPr>
          <p:cNvSpPr/>
          <p:nvPr/>
        </p:nvSpPr>
        <p:spPr>
          <a:xfrm>
            <a:off x="264118" y="3748874"/>
            <a:ext cx="2925418" cy="692369"/>
          </a:xfrm>
          <a:prstGeom prst="rect">
            <a:avLst/>
          </a:prstGeom>
        </p:spPr>
        <p:txBody>
          <a:bodyPr wrap="square">
            <a:spAutoFit/>
          </a:bodyPr>
          <a:lstStyle/>
          <a:p>
            <a:pPr defTabSz="685595">
              <a:defRPr/>
            </a:pPr>
            <a:r>
              <a:rPr lang="en-US" sz="1499" b="1" spc="75" dirty="0">
                <a:solidFill>
                  <a:srgbClr val="F97700"/>
                </a:solidFill>
                <a:latin typeface="Arial" panose="020B0604020202020204"/>
              </a:rPr>
              <a:t>FREE WEBINARS </a:t>
            </a:r>
          </a:p>
          <a:p>
            <a:pPr defTabSz="685595">
              <a:defRPr/>
            </a:pPr>
            <a:r>
              <a:rPr lang="en-US" sz="1200" i="1" dirty="0">
                <a:solidFill>
                  <a:srgbClr val="F97700"/>
                </a:solidFill>
                <a:latin typeface="Arial" panose="020B0604020202020204"/>
              </a:rPr>
              <a:t>Sign up for free webinars with industry experts every fortnight!</a:t>
            </a:r>
          </a:p>
        </p:txBody>
      </p:sp>
      <p:pic>
        <p:nvPicPr>
          <p:cNvPr id="56" name="Picture 55">
            <a:extLst>
              <a:ext uri="{FF2B5EF4-FFF2-40B4-BE49-F238E27FC236}">
                <a16:creationId xmlns:a16="http://schemas.microsoft.com/office/drawing/2014/main" id="{A2992D5F-5E6B-654B-9458-11A35BA426B5}"/>
              </a:ext>
            </a:extLst>
          </p:cNvPr>
          <p:cNvPicPr>
            <a:picLocks noChangeAspect="1"/>
          </p:cNvPicPr>
          <p:nvPr/>
        </p:nvPicPr>
        <p:blipFill>
          <a:blip r:embed="rId6" cstate="email">
            <a:lum bright="70000" contrast="-70000"/>
            <a:extLst>
              <a:ext uri="{28A0092B-C50C-407E-A947-70E740481C1C}">
                <a14:useLocalDpi xmlns:a14="http://schemas.microsoft.com/office/drawing/2010/main"/>
              </a:ext>
            </a:extLst>
          </a:blip>
          <a:stretch>
            <a:fillRect/>
          </a:stretch>
        </p:blipFill>
        <p:spPr>
          <a:xfrm>
            <a:off x="3714780" y="1646020"/>
            <a:ext cx="638899" cy="638899"/>
          </a:xfrm>
          <a:prstGeom prst="rect">
            <a:avLst/>
          </a:prstGeom>
        </p:spPr>
      </p:pic>
      <p:grpSp>
        <p:nvGrpSpPr>
          <p:cNvPr id="8" name="Group 13">
            <a:extLst>
              <a:ext uri="{FF2B5EF4-FFF2-40B4-BE49-F238E27FC236}">
                <a16:creationId xmlns:a16="http://schemas.microsoft.com/office/drawing/2014/main" id="{C4CE162D-F9BF-9140-A233-D39001B36CFD}"/>
              </a:ext>
            </a:extLst>
          </p:cNvPr>
          <p:cNvGrpSpPr/>
          <p:nvPr/>
        </p:nvGrpSpPr>
        <p:grpSpPr>
          <a:xfrm>
            <a:off x="4889390" y="2526841"/>
            <a:ext cx="4208388" cy="2535645"/>
            <a:chOff x="4482563" y="4980191"/>
            <a:chExt cx="3128574" cy="1841396"/>
          </a:xfrm>
        </p:grpSpPr>
        <p:pic>
          <p:nvPicPr>
            <p:cNvPr id="19" name="Picture 18">
              <a:extLst>
                <a:ext uri="{FF2B5EF4-FFF2-40B4-BE49-F238E27FC236}">
                  <a16:creationId xmlns:a16="http://schemas.microsoft.com/office/drawing/2014/main" id="{62C3C8DA-341B-5A4B-82D2-EE674B9C2DAF}"/>
                </a:ext>
              </a:extLst>
            </p:cNvPr>
            <p:cNvPicPr>
              <a:picLocks noChangeAspect="1"/>
            </p:cNvPicPr>
            <p:nvPr/>
          </p:nvPicPr>
          <p:blipFill>
            <a:blip r:embed="rId7"/>
            <a:stretch>
              <a:fillRect/>
            </a:stretch>
          </p:blipFill>
          <p:spPr>
            <a:xfrm>
              <a:off x="4482563" y="4980191"/>
              <a:ext cx="3128574" cy="1841396"/>
            </a:xfrm>
            <a:prstGeom prst="rect">
              <a:avLst/>
            </a:prstGeom>
          </p:spPr>
        </p:pic>
        <p:pic>
          <p:nvPicPr>
            <p:cNvPr id="13" name="Picture 12">
              <a:extLst>
                <a:ext uri="{FF2B5EF4-FFF2-40B4-BE49-F238E27FC236}">
                  <a16:creationId xmlns:a16="http://schemas.microsoft.com/office/drawing/2014/main" id="{3F68CD41-8EF3-B443-924E-319DE8B16892}"/>
                </a:ext>
              </a:extLst>
            </p:cNvPr>
            <p:cNvPicPr>
              <a:picLocks noChangeAspect="1"/>
            </p:cNvPicPr>
            <p:nvPr/>
          </p:nvPicPr>
          <p:blipFill rotWithShape="1">
            <a:blip r:embed="rId8" cstate="email">
              <a:extLst>
                <a:ext uri="{28A0092B-C50C-407E-A947-70E740481C1C}">
                  <a14:useLocalDpi xmlns:a14="http://schemas.microsoft.com/office/drawing/2010/main"/>
                </a:ext>
              </a:extLst>
            </a:blip>
            <a:srcRect/>
            <a:stretch/>
          </p:blipFill>
          <p:spPr>
            <a:xfrm>
              <a:off x="4906220" y="5127342"/>
              <a:ext cx="2275190" cy="1498325"/>
            </a:xfrm>
            <a:prstGeom prst="rect">
              <a:avLst/>
            </a:prstGeom>
          </p:spPr>
        </p:pic>
      </p:grpSp>
      <p:sp>
        <p:nvSpPr>
          <p:cNvPr id="3" name="Rectangle 2">
            <a:extLst>
              <a:ext uri="{FF2B5EF4-FFF2-40B4-BE49-F238E27FC236}">
                <a16:creationId xmlns:a16="http://schemas.microsoft.com/office/drawing/2014/main" id="{34C82462-A6A9-9F40-B874-C2786492A285}"/>
              </a:ext>
            </a:extLst>
          </p:cNvPr>
          <p:cNvSpPr/>
          <p:nvPr/>
        </p:nvSpPr>
        <p:spPr>
          <a:xfrm>
            <a:off x="3370618" y="4181066"/>
            <a:ext cx="1647176" cy="410513"/>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595">
              <a:defRPr/>
            </a:pPr>
            <a:endParaRPr lang="en-US" sz="1349">
              <a:solidFill>
                <a:srgbClr val="FFFFFF"/>
              </a:solidFill>
              <a:latin typeface="Arial" panose="020B0604020202020204"/>
            </a:endParaRPr>
          </a:p>
        </p:txBody>
      </p:sp>
      <p:sp>
        <p:nvSpPr>
          <p:cNvPr id="23" name="Rectangle 22">
            <a:extLst>
              <a:ext uri="{FF2B5EF4-FFF2-40B4-BE49-F238E27FC236}">
                <a16:creationId xmlns:a16="http://schemas.microsoft.com/office/drawing/2014/main" id="{B7D41E04-1B35-BD4F-8B37-C6CC88C6B995}"/>
              </a:ext>
            </a:extLst>
          </p:cNvPr>
          <p:cNvSpPr/>
          <p:nvPr/>
        </p:nvSpPr>
        <p:spPr>
          <a:xfrm>
            <a:off x="3300992" y="4117750"/>
            <a:ext cx="1647176" cy="410513"/>
          </a:xfrm>
          <a:prstGeom prst="rect">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595">
              <a:defRPr/>
            </a:pPr>
            <a:endParaRPr lang="en-US" sz="1349" dirty="0">
              <a:solidFill>
                <a:srgbClr val="FFFFFF"/>
              </a:solidFill>
              <a:latin typeface="Arial" panose="020B0604020202020204"/>
            </a:endParaRPr>
          </a:p>
        </p:txBody>
      </p:sp>
      <p:sp>
        <p:nvSpPr>
          <p:cNvPr id="5" name="Rectangle 4">
            <a:extLst>
              <a:ext uri="{FF2B5EF4-FFF2-40B4-BE49-F238E27FC236}">
                <a16:creationId xmlns:a16="http://schemas.microsoft.com/office/drawing/2014/main" id="{6AA9D7C5-0368-6645-B73F-D51BF9C01567}"/>
              </a:ext>
            </a:extLst>
          </p:cNvPr>
          <p:cNvSpPr/>
          <p:nvPr/>
        </p:nvSpPr>
        <p:spPr>
          <a:xfrm>
            <a:off x="3603418" y="4192723"/>
            <a:ext cx="1146468" cy="299954"/>
          </a:xfrm>
          <a:prstGeom prst="rect">
            <a:avLst/>
          </a:prstGeom>
        </p:spPr>
        <p:txBody>
          <a:bodyPr wrap="none">
            <a:spAutoFit/>
          </a:bodyPr>
          <a:lstStyle/>
          <a:p>
            <a:pPr defTabSz="685595">
              <a:defRPr/>
            </a:pPr>
            <a:r>
              <a:rPr lang="en-US" sz="1349" b="1" dirty="0">
                <a:solidFill>
                  <a:srgbClr val="44546A"/>
                </a:solidFill>
                <a:latin typeface="Arial" panose="020B0604020202020204"/>
              </a:rPr>
              <a:t>Enroll Now!</a:t>
            </a:r>
            <a:endParaRPr lang="en-US" sz="1349" b="1" dirty="0">
              <a:solidFill>
                <a:srgbClr val="000000"/>
              </a:solidFill>
              <a:latin typeface="Arial" panose="020B0604020202020204"/>
            </a:endParaRPr>
          </a:p>
        </p:txBody>
      </p:sp>
      <p:pic>
        <p:nvPicPr>
          <p:cNvPr id="24" name="Picture 4">
            <a:extLst>
              <a:ext uri="{FF2B5EF4-FFF2-40B4-BE49-F238E27FC236}">
                <a16:creationId xmlns:a16="http://schemas.microsoft.com/office/drawing/2014/main" id="{42A5B84E-0F13-E020-C1B3-A338EB41685E}"/>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6362869" y="333098"/>
            <a:ext cx="1742621" cy="172119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556029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Override1.xml><?xml version="1.0" encoding="utf-8"?>
<a:themeOverride xmlns:a="http://schemas.openxmlformats.org/drawingml/2006/main">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themeOverride>
</file>

<file path=docProps/app.xml><?xml version="1.0" encoding="utf-8"?>
<Properties xmlns="http://schemas.openxmlformats.org/officeDocument/2006/extended-properties" xmlns:vt="http://schemas.openxmlformats.org/officeDocument/2006/docPropsVTypes">
  <TotalTime>2786</TotalTime>
  <Words>829</Words>
  <Application>Microsoft Office PowerPoint</Application>
  <PresentationFormat>On-screen Show (16:9)</PresentationFormat>
  <Paragraphs>151</Paragraphs>
  <Slides>16</Slides>
  <Notes>2</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16</vt:i4>
      </vt:variant>
    </vt:vector>
  </HeadingPairs>
  <TitlesOfParts>
    <vt:vector size="24" baseType="lpstr">
      <vt:lpstr>72</vt:lpstr>
      <vt:lpstr>Arial</vt:lpstr>
      <vt:lpstr>Calibri</vt:lpstr>
      <vt:lpstr>Cambria</vt:lpstr>
      <vt:lpstr>Cooper Black</vt:lpstr>
      <vt:lpstr>Segoe UI</vt:lpstr>
      <vt:lpstr>Segoe UI Light</vt:lpstr>
      <vt:lpstr>Office Theme</vt:lpstr>
      <vt:lpstr>SAP Build Training for Corporate Professionals</vt:lpstr>
      <vt:lpstr>PowerPoint Presentation</vt:lpstr>
      <vt:lpstr>Agenda</vt:lpstr>
      <vt:lpstr>PowerPoint Presentation</vt:lpstr>
      <vt:lpstr>Add a new Cart Screen to view cart</vt:lpstr>
      <vt:lpstr>Scenario</vt:lpstr>
      <vt:lpstr>Scenario</vt:lpstr>
      <vt:lpstr>SAP Mobile Service</vt:lpstr>
      <vt:lpstr>Usage in context of mobile service</vt:lpstr>
      <vt:lpstr>Enabling SAP Mobile Service for Build Apps</vt:lpstr>
      <vt:lpstr>Dependency between MS and Build Apps</vt:lpstr>
      <vt:lpstr>Certification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Anubhav Oberoy</cp:lastModifiedBy>
  <cp:revision>157</cp:revision>
  <dcterms:created xsi:type="dcterms:W3CDTF">2013-12-05T19:37:13Z</dcterms:created>
  <dcterms:modified xsi:type="dcterms:W3CDTF">2025-08-19T06:13:49Z</dcterms:modified>
</cp:coreProperties>
</file>