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handoutMasterIdLst>
    <p:handoutMasterId r:id="rId21"/>
  </p:handoutMasterIdLst>
  <p:sldIdLst>
    <p:sldId id="256" r:id="rId2"/>
    <p:sldId id="494" r:id="rId3"/>
    <p:sldId id="265" r:id="rId4"/>
    <p:sldId id="498" r:id="rId5"/>
    <p:sldId id="492" r:id="rId6"/>
    <p:sldId id="490" r:id="rId7"/>
    <p:sldId id="487" r:id="rId8"/>
    <p:sldId id="488" r:id="rId9"/>
    <p:sldId id="486" r:id="rId10"/>
    <p:sldId id="295" r:id="rId11"/>
    <p:sldId id="296" r:id="rId12"/>
    <p:sldId id="297" r:id="rId13"/>
    <p:sldId id="266" r:id="rId14"/>
    <p:sldId id="422" r:id="rId15"/>
    <p:sldId id="276" r:id="rId16"/>
    <p:sldId id="495" r:id="rId17"/>
    <p:sldId id="496" r:id="rId18"/>
    <p:sldId id="497" r:id="rId1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6753"/>
    <a:srgbClr val="1B4134"/>
    <a:srgbClr val="FFFFFF"/>
    <a:srgbClr val="222222"/>
    <a:srgbClr val="76B8B5"/>
    <a:srgbClr val="90B6DD"/>
    <a:srgbClr val="057CFF"/>
    <a:srgbClr val="4649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6236" autoAdjust="0"/>
  </p:normalViewPr>
  <p:slideViewPr>
    <p:cSldViewPr>
      <p:cViewPr varScale="1">
        <p:scale>
          <a:sx n="130" d="100"/>
          <a:sy n="130" d="100"/>
        </p:scale>
        <p:origin x="736" y="300"/>
      </p:cViewPr>
      <p:guideLst>
        <p:guide orient="horz" pos="1620"/>
        <p:guide pos="2880"/>
      </p:guideLst>
    </p:cSldViewPr>
  </p:slideViewPr>
  <p:notesTextViewPr>
    <p:cViewPr>
      <p:scale>
        <a:sx n="100" d="100"/>
        <a:sy n="100" d="100"/>
      </p:scale>
      <p:origin x="0" y="0"/>
    </p:cViewPr>
  </p:notesTextViewPr>
  <p:notesViewPr>
    <p:cSldViewPr>
      <p:cViewPr varScale="1">
        <p:scale>
          <a:sx n="67" d="100"/>
          <a:sy n="67" d="100"/>
        </p:scale>
        <p:origin x="-318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CD1819-8EAB-4094-BBB1-E11C3AABA846}" type="datetimeFigureOut">
              <a:rPr lang="en-US" smtClean="0"/>
              <a:t>8/7/2025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EA62D1B-AC76-4092-A22E-9E6DF2EB6902}" type="slidenum">
              <a:rPr lang="en-US" smtClean="0"/>
              <a:t>‹#›</a:t>
            </a:fld>
            <a:endParaRPr lang="en-US"/>
          </a:p>
        </p:txBody>
      </p:sp>
    </p:spTree>
    <p:extLst>
      <p:ext uri="{BB962C8B-B14F-4D97-AF65-F5344CB8AC3E}">
        <p14:creationId xmlns:p14="http://schemas.microsoft.com/office/powerpoint/2010/main" val="85153436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01.543"/>
    </inkml:context>
    <inkml:brush xml:id="br0">
      <inkml:brushProperty name="width" value="0.05" units="cm"/>
      <inkml:brushProperty name="height" value="0.05" units="cm"/>
    </inkml:brush>
  </inkml:definitions>
  <inkml:trace contextRef="#ctx0" brushRef="#br0">1 0 24518,'0'3202'0,"5322"-3202"0,-5322-3202 0,-5322 3202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03.876"/>
    </inkml:context>
    <inkml:brush xml:id="br0">
      <inkml:brushProperty name="width" value="0.05" units="cm"/>
      <inkml:brushProperty name="height" value="0.05" units="cm"/>
    </inkml:brush>
  </inkml:definitions>
  <inkml:trace contextRef="#ctx0" brushRef="#br0">65 109 24575,'0'-1'0,"1"1"0,0-1 0,-1 1 0,1-1 0,-1 0 0,1 0 0,-1 1 0,1-1 0,-1 0 0,1 0 0,-1 0 0,0 1 0,0-1 0,1 0 0,-1 0 0,0 0 0,0 0 0,0 0 0,0 0 0,0 1 0,0-1 0,0 0 0,0 0 0,0 0 0,0 0 0,-1-1 0,0 0 0,0 0 0,-1 0 0,1 1 0,0-1 0,-1 1 0,1-1 0,-1 1 0,1-1 0,-1 1 0,0 0 0,-2-1 0,-4-3 0,0 1 0,-1 0 0,-17-5 0,26 9 0,1 0 0,-1 0 0,0 0 0,0 0 0,0 0 0,0 0 0,0 0 0,0 0 0,0 0 0,0 0 0,0 0 0,0 0 0,0 0 0,0 0 0,0 0 0,0 0 0,0 0 0,0 0 0,0 0 0,0 0 0,0-1 0,0 1 0,0 0 0,0 0 0,0 0 0,0 0 0,0 0 0,0 0 0,0 0 0,0 0 0,0 0 0,0 0 0,0 0 0,0 0 0,0 0 0,0 0 0,0 0 0,0 0 0,0-1 0,15 0 0,32-1 0,-15 0 0,43-2 0,-8 1 0,69-12 0,-136 15 0,-1 0 0,1 0 0,0 0 0,0 0 0,0 0 0,0 0 0,0 0 0,0-1 0,0 1 0,0 0 0,0 0 0,0 0 0,0 0 0,0 0 0,0 0 0,0 0 0,0 0 0,0 0 0,0-1 0,0 1 0,0 0 0,0 0 0,0 0 0,0 0 0,0 0 0,0 0 0,0 0 0,0 0 0,0 0 0,0-1 0,0 1 0,1 0 0,-1 0 0,0 0 0,0 0 0,0 0 0,0 0 0,0 0 0,0 0 0,0 0 0,0 0 0,0 0 0,0 0 0,0 0 0,0 0 0,1 0 0,-1 0 0,0 0 0,0 0 0,0 0 0,0 0 0,0 0 0,0 0 0,0 0 0,0 0 0,0 0 0,1 0 0,-1 0 0,0 0 0,0 0 0,0 0 0,0 0 0,0 0 0,-11-4 0,-18-2 0,27 5 0,-8 0 0,0 1 0,1-1 0,-1 1 0,1 1 0,-11 1 0,18-1 0,0-1 0,0 1 0,0-1 0,0 1 0,0 0 0,0 0 0,0 0 0,0 0 0,1 0 0,-1 0 0,0 1 0,1-1 0,-1 0 0,1 1 0,-1-1 0,1 1 0,0 0 0,0-1 0,0 1 0,-1 0 0,2 0 0,-1 0 0,0 0 0,0 0 0,1 0 0,-1 0 0,1 0 0,-1 0 0,1 3 0,-19 282 0,-3-134-355,17-126-655,2-5-5816</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04.329"/>
    </inkml:context>
    <inkml:brush xml:id="br0">
      <inkml:brushProperty name="width" value="0.05" units="cm"/>
      <inkml:brushProperty name="height" value="0.05" units="cm"/>
    </inkml:brush>
  </inkml:definitions>
  <inkml:trace contextRef="#ctx0" brushRef="#br0">83 125 24575,'0'0'0,"-1"0"0,1 0 0,-1 0 0,1 0 0,-1 0 0,1 0 0,-1 0 0,1 0 0,-1 0 0,1 0 0,-1-1 0,1 1 0,-1 0 0,1 0 0,0-1 0,-1 1 0,1 0 0,-1-1 0,1 1 0,0 0 0,-1-1 0,1 1 0,0 0 0,-1-1 0,1 0 0,0 1 0,0 0 0,1-1 0,-1 1 0,0 0 0,0 0 0,0-1 0,1 1 0,-1 0 0,0 0 0,0-1 0,1 1 0,-1 0 0,0 0 0,1 0 0,-1 0 0,0-1 0,0 1 0,1 0 0,-1 0 0,0 0 0,1 0 0,-1 0 0,0 0 0,1 0 0,-1 0 0,0 0 0,1 0 0,-1 0 0,0 0 0,1 0 0,-1 0 0,0 0 0,1 0 0,-1 1 0,0-1 0,1 0 0,-1 0 0,0 0 0,0 0 0,1 1 0,-1-1 0,12 3 0,0-1 0,-1-1 0,1 0 0,0-1 0,19-1 0,-27 1 0,-1-1 0,1 0 0,0 0 0,-1 0 0,1 0 0,0 0 0,-1-1 0,1 0 0,4-3 0,-6 4 0,-1 0 0,1-1 0,-1 1 0,1-1 0,-1 0 0,0 1 0,0-1 0,0 0 0,1 0 0,-2 1 0,1-1 0,0 0 0,0 0 0,-1 0 0,1 0 0,-1 0 0,1 0 0,-1-4 0,0 4 0,0-1 0,0 1 0,0 0 0,0-1 0,0 1 0,-1 0 0,0-1 0,1 1 0,-1 0 0,0 0 0,0-1 0,0 1 0,0 0 0,0 0 0,-1 0 0,1 0 0,0 0 0,-4-2 0,2 1 0,0 1 0,0-1 0,-1 1 0,1 0 0,-1 0 0,0 0 0,1 1 0,-1-1 0,0 1 0,-6-1 0,5 1 0,0 0 0,-1 0 0,1 0 0,-1 1 0,1 0 0,-1 0 0,1 1 0,-1-1 0,1 1 0,0 0 0,-1 1 0,1-1 0,0 1 0,0 0 0,0 0 0,-8 5 0,6 0 0,1 0 0,0 0 0,0 0 0,0 0 0,1 1 0,0 0 0,0 0 0,1 1 0,0-1 0,0 1 0,-3 13 0,5-15 0,0-1 0,1 1 0,0-1 0,0 1 0,0 0 0,1-1 0,0 1 0,0 0 0,1-1 0,-1 1 0,1 0 0,1-1 0,0 1 0,0-1 0,0 0 0,5 11 0,-4-13-80,0-1 0,-1 0-1,1 0 1,0 0 0,0-1-1,1 1 1,-1 0 0,0-1-1,1 0 1,0 0 0,-1 0 0,1-1-1,0 1 1,0-1 0,0 0-1,6 1 1,15 3-6746</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04.697"/>
    </inkml:context>
    <inkml:brush xml:id="br0">
      <inkml:brushProperty name="width" value="0.05" units="cm"/>
      <inkml:brushProperty name="height" value="0.05" units="cm"/>
    </inkml:brush>
  </inkml:definitions>
  <inkml:trace contextRef="#ctx0" brushRef="#br0">148 43 24575,'0'-1'0,"0"-1"0,0 1 0,0-1 0,0 0 0,0 1 0,-1-1 0,1 1 0,0-1 0,-1 1 0,1-1 0,-1 1 0,0-1 0,1 1 0,-1-1 0,0 1 0,0 0 0,0-1 0,0 1 0,0 0 0,0 0 0,-2-2 0,0 1 0,0 1 0,0 0 0,0 0 0,0 0 0,-1 0 0,1 0 0,0 1 0,0-1 0,0 1 0,-5 0 0,1 0 0,-1 0 0,1 0 0,-1 0 0,1 1 0,-1 1 0,1-1 0,-13 5 0,19-6 0,-1 1 0,1 0 0,0 0 0,-1 0 0,1 0 0,0 0 0,-1 0 0,1 0 0,0 0 0,0 0 0,0 0 0,0 1 0,0-1 0,0 0 0,0 1 0,-1 2 0,2-2 0,-1 1 0,1-1 0,0 0 0,0 1 0,0-1 0,0 1 0,0-1 0,0 0 0,1 1 0,-1-1 0,1 0 0,-1 0 0,1 1 0,0-1 0,1 2 0,5 7 0,0 0 0,0-1 0,1 0 0,0-1 0,0 0 0,1 0 0,1-1 0,-1 0 0,18 11 0,30 28 0,-56-46 0,1 0 0,-1 0 0,0 0 0,0 0 0,0 0 0,0 1 0,0-1 0,0 0 0,0 1 0,0-1 0,-1 1 0,1-1 0,0 1 0,-1-1 0,0 1 0,1-1 0,-1 1 0,0 0 0,1-1 0,-1 1 0,0 0 0,0-1 0,-1 3 0,0-3 0,1 0 0,-1 0 0,0 1 0,0-1 0,0 0 0,0 0 0,0 0 0,0 0 0,-1 0 0,1 0 0,0-1 0,0 1 0,-1 0 0,1 0 0,0-1 0,-1 1 0,1-1 0,-1 0 0,1 1 0,-1-1 0,1 0 0,-1 0 0,1 1 0,-1-1 0,-2-1 0,-7 1-227,0-1-1,0 0 1,1-1-1,-1 0 1,-16-6-1,0-1-6598</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04.974"/>
    </inkml:context>
    <inkml:brush xml:id="br0">
      <inkml:brushProperty name="width" value="0.05" units="cm"/>
      <inkml:brushProperty name="height" value="0.05" units="cm"/>
    </inkml:brush>
  </inkml:definitions>
  <inkml:trace contextRef="#ctx0" brushRef="#br0">29 70 24575,'-3'-37'0,"3"35"0,0 0 0,-1-1 0,1 1 0,-1 0 0,0-1 0,0 1 0,0 0 0,0 0 0,0 0 0,0 0 0,0 0 0,-3-3 0,4 5 0,0 0 0,-1-1 0,1 1 0,0 0 0,0 0 0,0 0 0,0 0 0,0 0 0,0 0 0,0 0 0,-1 0 0,1 0 0,0 0 0,0 0 0,0-1 0,0 1 0,0 0 0,-1 0 0,1 0 0,0 0 0,0 0 0,0 0 0,0 0 0,0 0 0,-1 0 0,1 0 0,0 0 0,0 1 0,0-1 0,0 0 0,0 0 0,-1 0 0,1 0 0,0 0 0,0 0 0,0 0 0,0 0 0,0 0 0,0 0 0,0 0 0,-1 1 0,1-1 0,0 0 0,0 0 0,0 0 0,-3 10 0,0 11 0,2 150 0,3-144 0,1 0 0,1 0 0,1 0 0,11 32 0,-15-55-170,1 0-1,-1-1 0,1 1 1,0-1-1,0 1 0,0-1 1,3 4-1,4 1-6655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05.168"/>
    </inkml:context>
    <inkml:brush xml:id="br0">
      <inkml:brushProperty name="width" value="0.05" units="cm"/>
      <inkml:brushProperty name="height" value="0.05" units="cm"/>
    </inkml:brush>
  </inkml:definitions>
  <inkml:trace contextRef="#ctx0" brushRef="#br0">41 7 24575,'-7'-3'0,"-7"0"0,2 2 0,4 2 0,9 0 0,11 3 0,12 0 0,12 0 0,9-1 0,4-2 0,0-2 0,-4-1 0,-6-3 0,-11 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28.046"/>
    </inkml:context>
    <inkml:brush xml:id="br0">
      <inkml:brushProperty name="width" value="0.05" units="cm"/>
      <inkml:brushProperty name="height" value="0.05" units="cm"/>
    </inkml:brush>
  </inkml:definitions>
  <inkml:trace contextRef="#ctx0" brushRef="#br0">0 1 24389,'0'3095'0,"4767"-3095"0,-4767-3095 0,-4767 3095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29.816"/>
    </inkml:context>
    <inkml:brush xml:id="br0">
      <inkml:brushProperty name="width" value="0.05" units="cm"/>
      <inkml:brushProperty name="height" value="0.05" units="cm"/>
    </inkml:brush>
  </inkml:definitions>
  <inkml:trace contextRef="#ctx0" brushRef="#br0">35 18 24575,'0'-1'0,"0"0"0,0 1 0,0-1 0,0 0 0,0 0 0,0 0 0,0 1 0,0-1 0,1 0 0,-1 0 0,0 0 0,0 1 0,1-1 0,-1 0 0,0 0 0,1 1 0,-1-1 0,1 0 0,-1 1 0,1-1 0,-1 1 0,1-2 0,0 3 0,0-1 0,-1 0 0,1 1 0,-1-1 0,0 0 0,1 1 0,-1-1 0,1 1 0,-1-1 0,0 1 0,1-1 0,-1 1 0,0-1 0,1 1 0,-1-1 0,0 1 0,0-1 0,1 1 0,-1-1 0,0 1 0,0 0 0,0-1 0,0 1 0,0-1 0,0 1 0,0 0 0,0-1 0,0 1 0,0-1 0,-1 2 0,2 66-273,-3 0 0,-3 0 0,-3-1 0,-20 81 0,22-125-6553</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0.156"/>
    </inkml:context>
    <inkml:brush xml:id="br0">
      <inkml:brushProperty name="width" value="0.05" units="cm"/>
      <inkml:brushProperty name="height" value="0.05" units="cm"/>
    </inkml:brush>
  </inkml:definitions>
  <inkml:trace contextRef="#ctx0" brushRef="#br0">70 411 24575,'-11'-19'0,"1"0"0,1-1 0,1 0 0,0-1 0,2 0 0,-5-26 0,9 37 0,0 0 0,1-1 0,0 1 0,1 0 0,0-1 0,1 1 0,0 0 0,0 0 0,1 0 0,0 0 0,1 0 0,0 0 0,1 0 0,0 1 0,6-11 0,-5 14 0,0 0 0,1 0 0,-1 1 0,1-1 0,0 1 0,0 1 0,1-1 0,-1 1 0,1 0 0,0 1 0,0-1 0,1 2 0,-1-1 0,0 1 0,1 0 0,0 0 0,-1 1 0,16-1 0,-7 1 0,1 1 0,-1 1 0,0 0 0,0 1 0,0 1 0,0 0 0,0 1 0,18 7 0,-20-4 0,1 0 0,-1 1 0,-1 0 0,1 1 0,-1 1 0,-1 0 0,0 0 0,0 2 0,-1-1 0,-1 1 0,0 1 0,0 0 0,-1 0 0,-1 1 0,0 0 0,-1 1 0,6 19 0,-8-22 0,-1 1 0,-1 0 0,0 0 0,-1 1 0,0-1 0,-1 0 0,-1 1 0,0-1 0,0 1 0,-2-1 0,0 0 0,0 1 0,-1-1 0,-1 0 0,0-1 0,0 1 0,-2-1 0,0 0 0,0 0 0,-1 0 0,-8 11 0,2-9 0,0 0 0,0 0 0,-2-1 0,1-1 0,-1-1 0,-1 0 0,0-1 0,-1 0 0,0-2 0,0 0 0,-1-1 0,0 0 0,0-2 0,0 0 0,-1-1 0,0-1 0,0 0 0,0-2 0,-27-1 0,39 0 57,0-1 0,-1 0 0,1 0 0,0-1 0,-9-3 0,14 4-135,0 0 0,0 0 1,0 0-1,0 0 1,0 0-1,0-1 1,1 1-1,-1 0 0,0-1 1,1 1-1,-1-1 1,1 0-1,0 0 1,-1 1-1,1-1 0,0 0 1,0 0-1,0 0 1,0 0-1,1 0 1,-2-3-1,1-13-6748</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0.594"/>
    </inkml:context>
    <inkml:brush xml:id="br0">
      <inkml:brushProperty name="width" value="0.05" units="cm"/>
      <inkml:brushProperty name="height" value="0.05" units="cm"/>
    </inkml:brush>
  </inkml:definitions>
  <inkml:trace contextRef="#ctx0" brushRef="#br0">94 171 24575,'23'8'0,"-21"-6"0,1-1 0,-1 1 0,1-1 0,-1 0 0,1 0 0,-1 0 0,1 0 0,0-1 0,0 1 0,-1-1 0,1 1 0,0-1 0,0 0 0,0 0 0,-1 0 0,1-1 0,4 0 0,-5 0 0,1 0 0,-1 0 0,0 0 0,0 0 0,0 0 0,0-1 0,-1 1 0,1 0 0,0-1 0,0 0 0,-1 1 0,1-1 0,-1 0 0,0 0 0,1 0 0,-1 0 0,0 0 0,1-3 0,-1 1 0,0 0 0,0 0 0,0 0 0,-1 0 0,0-1 0,0 1 0,0 0 0,0 0 0,0 0 0,-2-4 0,1 1 0,-1 0 0,0 1 0,0-1 0,0 1 0,-1-1 0,0 1 0,-1 0 0,1 0 0,-1 0 0,0 1 0,-1-1 0,-6-6 0,9 10 0,0 0 0,-1 0 0,0 0 0,1 0 0,-1 1 0,0-1 0,0 1 0,0 0 0,0 0 0,0 0 0,0 0 0,0 0 0,0 0 0,0 1 0,-1 0 0,1-1 0,0 1 0,0 0 0,0 1 0,-1-1 0,1 1 0,-5 1 0,4 0 0,0 0 0,0 0 0,0 0 0,0 1 0,1-1 0,-1 1 0,1 0 0,0 0 0,0 1 0,0-1 0,0 1 0,0-1 0,1 1 0,0 0 0,0 0 0,-2 4 0,-2 6 38,1-1 0,1 1 0,0 0 0,1 0 0,0 0 0,1 0 0,1 0 0,0 22 0,1-28-139,0 0 1,1 0-1,0 0 1,1 0 0,0 0-1,0-1 1,0 1-1,1-1 1,0 1 0,1-1-1,-1 0 1,2 0 0,-1-1-1,1 1 1,-1-1-1,11 10 1,4-2-6726</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0.899"/>
    </inkml:context>
    <inkml:brush xml:id="br0">
      <inkml:brushProperty name="width" value="0.05" units="cm"/>
      <inkml:brushProperty name="height" value="0.05" units="cm"/>
    </inkml:brush>
  </inkml:definitions>
  <inkml:trace contextRef="#ctx0" brushRef="#br0">35 112 24575,'-5'-5'0,"-17"-13"0,22 18 0,0 0 0,0-1 0,0 1 0,-1 0 0,1 0 0,0 0 0,0 0 0,0 0 0,-1 0 0,1 0 0,0 0 0,0 0 0,-1 0 0,1 0 0,0 0 0,0 0 0,0 0 0,-1 0 0,1 0 0,0 0 0,0 0 0,0 1 0,-1-1 0,1 0 0,0 0 0,0 0 0,0 0 0,0 0 0,-1 0 0,1 1 0,0-1 0,0 0 0,0 0 0,0 0 0,0 0 0,0 1 0,-1-1 0,1 18 0,5 5 0,1 0 0,2 0 0,0-1 0,1 1 0,17 27 0,-19-37 0,-6-10 0,1 1 0,0-1 0,0 0 0,0 1 0,0-1 0,1 0 0,-1-1 0,5 5 0,-7-7 0,1 0 0,-1 1 0,1-1 0,-1 0 0,1 1 0,-1-1 0,1 0 0,0 0 0,-1 0 0,1 0 0,-1 1 0,1-1 0,0 0 0,-1 0 0,1 0 0,0 0 0,-1 0 0,1-1 0,-1 1 0,1 0 0,1 0 0,-1-1 0,0 0 0,1 0 0,-1 0 0,0 0 0,0 0 0,0 0 0,0 0 0,0 0 0,0 0 0,0-1 0,0 1 0,0 0 0,0-2 0,7-15 0,-1-1 0,-1 1 0,-1-1 0,0 0 0,3-37 0,-1 10 0,18-62 0,-29 125-1365,-2 0-5461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1.845"/>
    </inkml:context>
    <inkml:brush xml:id="br0">
      <inkml:brushProperty name="width" value="0.05" units="cm"/>
      <inkml:brushProperty name="height" value="0.05" units="cm"/>
    </inkml:brush>
  </inkml:definitions>
  <inkml:trace contextRef="#ctx0" brushRef="#br0">406 97 24575,'-18'-20'0,"16"16"0,-1 1 0,0-1 0,0 1 0,-1 0 0,1 0 0,-1 0 0,1 0 0,-1 1 0,0-1 0,0 1 0,-8-3 0,5 2 0,-1 1 0,0 0 0,1 1 0,-1 0 0,0 0 0,0 0 0,0 1 0,0 0 0,0 1 0,0 0 0,0 0 0,-10 3 0,7 0 0,0 0 0,0 1 0,1 0 0,-1 0 0,1 1 0,0 1 0,-16 13 0,14-9 0,0 0 0,1 1 0,1 0 0,0 0 0,0 1 0,1 1 0,1 0 0,0 0 0,1 0 0,1 1 0,0 0 0,-5 22 0,9-27 0,0 1 0,1 0 0,0 0 0,0 0 0,2 0 0,-1 0 0,1 0 0,1 0 0,0-1 0,0 1 0,1 0 0,1-1 0,-1 0 0,2 1 0,-1-2 0,2 1 0,-1 0 0,13 15 0,-8-14 0,1 0 0,0 0 0,0-2 0,1 1 0,0-1 0,1-1 0,-1 0 0,2-1 0,-1-1 0,1 0 0,0 0 0,26 6 0,-24-9 0,-1 0 0,1-1 0,0 0 0,0-1 0,0-1 0,0 0 0,0-1 0,0-1 0,0-1 0,-1 0 0,1-1 0,16-6 0,-22 5 0,1 0 0,-1 0 0,0-1 0,-1 0 0,1 0 0,-1-1 0,0-1 0,-1 0 0,0 0 0,0 0 0,-1-1 0,0 0 0,0 0 0,-1-1 0,0 0 0,-1 0 0,8-22 0,-7 14 0,-2 0 0,0 0 0,-1-1 0,-1 0 0,0 1 0,-2-1 0,0 0 0,-1 0 0,-5-26 0,3 30 0,0 1 0,0 0 0,-2 0 0,0 0 0,0 0 0,-1 0 0,-1 1 0,0 0 0,-1 1 0,0 0 0,-1 0 0,-15-16 0,19 24-47,0 0 0,0 0 0,0 1 0,-1-1 0,1 1 0,-1 0 0,1 0 0,-1 1 0,0 0-1,0 0 1,0 0 0,0 1 0,-1 0 0,1 0 0,0 1 0,-1-1 0,1 1 0,0 1 0,-1-1 0,1 1 0,0 0 0,0 0-1,0 1 1,0 0 0,0 0 0,0 1 0,0-1 0,-9 7 0,-8 6-6779</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2.513"/>
    </inkml:context>
    <inkml:brush xml:id="br0">
      <inkml:brushProperty name="width" value="0.05" units="cm"/>
      <inkml:brushProperty name="height" value="0.05" units="cm"/>
    </inkml:brush>
  </inkml:definitions>
  <inkml:trace contextRef="#ctx0" brushRef="#br0">149 75 24575,'1'-9'0,"0"1"0,1-1 0,0 1 0,0 0 0,1-1 0,0 1 0,4-7 0,-17 49 0,-109 249 0,111-266 0,0 0 0,2 1 0,0 0 0,1 0 0,-3 25 0,8-41 0,0-1 0,0 1 0,0-1 0,0 0 0,0 1 0,1-1 0,-1 1 0,0-1 0,1 1 0,-1-1 0,1 0 0,-1 1 0,1-1 0,0 0 0,-1 1 0,1-1 0,0 0 0,0 0 0,0 0 0,0 0 0,0 0 0,0 0 0,0 0 0,1 0 0,-1 0 0,0 0 0,0-1 0,1 1 0,-1 0 0,0-1 0,1 1 0,-1-1 0,1 0 0,-1 1 0,1-1 0,-1 0 0,2 0 0,8 1 0,-1-1 0,1 0 0,0-1 0,12-2 0,-13 2 0,58-8 0,7-1 0,96 0 0,-151 11 0,-10-1 0,-1 0 0,1 0 0,12-2 0,-19 1 0,0 0 0,1 0 0,-1 0 0,0 0 0,0 0 0,0-1 0,0 1 0,0-1 0,-1 0 0,1 0 0,0 0 0,-1 0 0,4-4 0,-1 1 0,-1 0 0,0 0 0,0 0 0,-1-1 0,0 0 0,1 1 0,-2-1 0,1-1 0,-1 1 0,0 0 0,0 0 0,-1-1 0,1 1 0,-1-8 0,-1 8 0,0 0 0,-1 0 0,0 0 0,0 0 0,-1 0 0,1 0 0,-1 0 0,-1 0 0,1 0 0,-1 1 0,0 0 0,0-1 0,0 1 0,-1 0 0,-5-6 0,6 7 0,-39-44 0,-48-44 0,89 91 12,0 0 1,0 1-1,0-1 0,0 0 0,0 0 0,0 1 1,0-1-1,0 1 0,0-1 0,0 1 0,0-1 1,-1 1-1,-1-1 0,2 1-6,1 0 1,-1 0 0,1 0-1,0 0 1,-1 1-1,1-1 1,-1 0-1,1 0 1,0 0 0,-1 1-1,1-1 1,-1 0-1,1 0 1,0 1-1,-1-1 1,1 0 0,0 0-1,0 1 1,-1-1-1,1 1 1,0-1-1,0 0 1,-1 1-1,1-1 1,0 1 0,-1 3-251,0 0 0,0 0 0,0 0 0,1 1 1,0-1-1,0 6 0,0 2-6582</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3.048"/>
    </inkml:context>
    <inkml:brush xml:id="br0">
      <inkml:brushProperty name="width" value="0.05" units="cm"/>
      <inkml:brushProperty name="height" value="0.05" units="cm"/>
    </inkml:brush>
  </inkml:definitions>
  <inkml:trace contextRef="#ctx0" brushRef="#br0">1 19 24575,'1'8'0,"1"1"0,1-1 0,-1 0 0,1 0 0,1 0 0,-1 0 0,1 0 0,6 7 0,-6-9 0,-1-1 0,1 1 0,0-1 0,1 0 0,-1-1 0,1 1 0,0-1 0,0 0 0,0 0 0,1-1 0,-1 1 0,1-1 0,12 5 0,-14-7 0,-1 0 0,1 0 0,0-1 0,0 1 0,0-1 0,0 0 0,0 0 0,0 0 0,0 0 0,0-1 0,-1 1 0,1-1 0,0 0 0,0 0 0,-1-1 0,1 1 0,0-1 0,-1 0 0,1 0 0,-1 0 0,0 0 0,0 0 0,0-1 0,4-4 0,-3 3 29,0 0-1,-1 0 1,1 0-1,-1-1 0,0 1 1,-1-1-1,1 0 1,-1 0-1,0 0 1,0 0-1,2-9 1,-4 11-107,1 0 0,-1 0 1,0 0-1,0-1 1,0 1-1,0 0 1,-1 0-1,1 0 0,-1 0 1,0 0-1,0 0 1,0 0-1,0 0 1,0 0-1,-1 1 0,1-1 1,-1 0-1,0 1 1,0-1-1,0 1 1,-3-3-1,-6-5-6748</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3.282"/>
    </inkml:context>
    <inkml:brush xml:id="br0">
      <inkml:brushProperty name="width" value="0.05" units="cm"/>
      <inkml:brushProperty name="height" value="0.05" units="cm"/>
    </inkml:brush>
  </inkml:definitions>
  <inkml:trace contextRef="#ctx0" brushRef="#br0">23 11 24575,'-2'-2'0,"-4"-1"0,-2 0 0,2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3.474"/>
    </inkml:context>
    <inkml:brush xml:id="br0">
      <inkml:brushProperty name="width" value="0.05" units="cm"/>
      <inkml:brushProperty name="height" value="0.05" units="cm"/>
    </inkml:brush>
  </inkml:definitions>
  <inkml:trace contextRef="#ctx0" brushRef="#br0">0 0 24575,'3'0'0,"2"0"0,3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4.305"/>
    </inkml:context>
    <inkml:brush xml:id="br0">
      <inkml:brushProperty name="width" value="0.05" units="cm"/>
      <inkml:brushProperty name="height" value="0.05" units="cm"/>
    </inkml:brush>
  </inkml:definitions>
  <inkml:trace contextRef="#ctx0" brushRef="#br0">293 276 24575,'1'0'0,"1"-1"0,-1 1 0,0 0 0,0-1 0,0 1 0,0 0 0,0-1 0,0 0 0,0 1 0,0-1 0,0 0 0,0 1 0,0-1 0,0 0 0,0 0 0,0 0 0,-1 0 0,1 0 0,0 0 0,-1 0 0,1 0 0,-1 0 0,1 0 0,-1 0 0,1 0 0,-1 0 0,0 0 0,1-1 0,-1 1 0,0 0 0,0 0 0,0 0 0,0-2 0,0 0 0,0-1 0,0 1 0,0 0 0,0-1 0,0 1 0,-1-1 0,0 1 0,1 0 0,-1 0 0,-3-6 0,2 6 0,-1 0 0,1 1 0,-1-1 0,0 0 0,1 1 0,-1 0 0,-1 0 0,1 0 0,0 0 0,0 0 0,-1 1 0,1-1 0,-1 1 0,1 0 0,-1 0 0,0 0 0,1 1 0,-6-1 0,-2 0 0,0 1 0,0 0 0,0 0 0,0 1 0,-11 3 0,10-1 0,0 1 0,1 0 0,0 0 0,0 2 0,0-1 0,0 1 0,1 1 0,0 0 0,-15 13 0,20-15 0,1-1 0,0 1 0,0 0 0,0 0 0,0 0 0,1 1 0,0-1 0,0 1 0,-2 6 0,4-8 0,0-1 0,0 1 0,0 0 0,1-1 0,-1 1 0,1 0 0,0 0 0,0-1 0,1 1 0,-1 0 0,1 0 0,0-1 0,-1 1 0,2-1 0,-1 1 0,2 4 0,0-4 0,0 1 0,1-1 0,-1 0 0,1 1 0,0-2 0,0 1 0,0 0 0,0-1 0,1 0 0,-1 0 0,1 0 0,0 0 0,0-1 0,0 0 0,0 0 0,0 0 0,0-1 0,1 0 0,-1 0 0,7 1 0,3 0 0,1-1 0,-1-1 0,0 0 0,0-1 0,0 0 0,18-5 0,-25 5 0,0-1 0,0-1 0,0 1 0,-1-1 0,1-1 0,-1 1 0,0-1 0,0-1 0,0 1 0,0-1 0,-1 0 0,0-1 0,0 0 0,0 1 0,-1-2 0,0 1 0,0-1 0,0 0 0,-1 0 0,0 0 0,-1 0 0,1-1 0,-1 1 0,-1-1 0,1 0 0,-2 0 0,1 0 0,-1 0 0,0-1 0,0-7 0,-2-7 0,0 1 0,-1-1 0,-1 1 0,-1 0 0,-1 0 0,-1 0 0,-1 1 0,-11-22 0,18 42 0,0 0 0,-1 0 0,1 0 0,-1 0 0,1 0 0,-1 0 0,0 0 0,1 1 0,-1-1 0,0 0 0,1 0 0,-1 1 0,0-1 0,0 0 0,-1 0 0,2 1 0,-1 0 0,1 0 0,0 0 0,-1 0 0,1 0 0,0 0 0,-1 1 0,1-1 0,0 0 0,-1 0 0,1 0 0,0 0 0,0 1 0,-1-1 0,1 0 0,0 0 0,0 1 0,-1-1 0,1 0 0,0 0 0,0 1 0,0-1 0,-1 0 0,1 1 0,0-1 0,0 0 0,0 0 0,0 1 0,0-1 0,0 1 0,-6 37 0,5-31 0,-3 23-195,2 0 0,1 1 0,1-1 0,2 0 0,1 1 0,10 43 0,-6-49-6631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4.656"/>
    </inkml:context>
    <inkml:brush xml:id="br0">
      <inkml:brushProperty name="width" value="0.05" units="cm"/>
      <inkml:brushProperty name="height" value="0.05" units="cm"/>
    </inkml:brush>
  </inkml:definitions>
  <inkml:trace contextRef="#ctx0" brushRef="#br0">90 133 24575,'-28'0'0,"25"0"0,18 0 0,-7 0 0,1-1 0,-1 1 0,0-2 0,0 1 0,0-1 0,-1 0 0,1-1 0,0 0 0,8-4 0,-14 6 0,0 0 0,-1 0 0,1 0 0,0-1 0,-1 1 0,1-1 0,-1 1 0,1-1 0,-1 1 0,0-1 0,0 0 0,0 1 0,0-1 0,0 0 0,0 0 0,1-3 0,-2 2 0,0 1 0,0 0 0,0-1 0,0 1 0,0-1 0,0 1 0,-1 0 0,1-1 0,-1 1 0,0 0 0,0-1 0,0 1 0,0 0 0,0 0 0,0 0 0,0 0 0,-4-4 0,3 3 0,0 0 0,0 1 0,-1-1 0,1 0 0,-1 1 0,0-1 0,0 1 0,0 0 0,0 0 0,0 0 0,0 0 0,-1 1 0,1-1 0,0 1 0,-1 0 0,1 0 0,-1 0 0,0 0 0,1 1 0,-1 0 0,0-1 0,-6 2 0,6-1 0,0 1 0,-1 0 0,1 1 0,0-1 0,0 1 0,0-1 0,1 1 0,-1 0 0,0 1 0,1-1 0,-1 1 0,1-1 0,0 1 0,0 0 0,0 0 0,0 1 0,1-1 0,-1 0 0,-2 6 0,2-3-40,-1 0 0,2 0 0,-1 1 0,1-1-1,0 1 1,0-1 0,1 1 0,0 0 0,0 0 0,1 0 0,-1-1-1,2 1 1,-1 0 0,1 0 0,0 0 0,0-1 0,1 1-1,0 0 1,0-1 0,0 1 0,1-1 0,0 0 0,0 0 0,1 0-1,0 0 1,0-1 0,0 1 0,0-1 0,1 0 0,0 0-1,0-1 1,1 0 0,9 7 0,10 1-6786</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4.936"/>
    </inkml:context>
    <inkml:brush xml:id="br0">
      <inkml:brushProperty name="width" value="0.05" units="cm"/>
      <inkml:brushProperty name="height" value="0.05" units="cm"/>
    </inkml:brush>
  </inkml:definitions>
  <inkml:trace contextRef="#ctx0" brushRef="#br0">53 68 24575,'0'-3'0,"-1"-1"0,0 1 0,0 0 0,0 0 0,0-1 0,0 1 0,-1 0 0,0 0 0,-2-4 0,3 6 0,0 0 0,1-1 0,-1 1 0,0 0 0,0 0 0,0 0 0,0 0 0,0 0 0,0 0 0,0 0 0,0 0 0,0 0 0,0 1 0,-1-1 0,1 0 0,0 1 0,0-1 0,-1 1 0,1-1 0,-1 1 0,1-1 0,0 1 0,-1 0 0,-1 0 0,2 0 0,0 1 0,1 0 0,-1-1 0,1 1 0,-1 0 0,0-1 0,1 1 0,-1 0 0,1-1 0,0 1 0,-1 0 0,1 0 0,0 0 0,-1 0 0,1-1 0,0 1 0,0 0 0,0 0 0,0 0 0,-1 0 0,1 0 0,0 0 0,1-1 0,-1 1 0,0 0 0,0 0 0,0 0 0,0 0 0,1 0 0,-1-1 0,0 1 0,1 1 0,11 30 0,-11-31 0,7 16 0,0 0 0,2 0 0,15 20 0,-21-32 0,-1 0 0,1-1 0,0 1 0,0-1 0,1 0 0,-1 0 0,1 0 0,0-1 0,0 0 0,0 0 0,0 0 0,1-1 0,-1 1 0,1-1 0,6 1 0,-10-3 0,0 0 0,-1 0 0,1 0 0,0 0 0,0 0 0,0 0 0,0-1 0,0 1 0,-1-1 0,1 1 0,0-1 0,0 0 0,-1 1 0,1-1 0,0 0 0,-1 0 0,1-1 0,-1 1 0,1 0 0,-1 0 0,0-1 0,1 1 0,-1 0 0,0-1 0,0 0 0,0 1 0,0-1 0,0 0 0,-1 1 0,1-1 0,0 0 0,-1 0 0,1 1 0,-1-4 0,3-7 0,-1-1 0,0 1 0,-1-25 0,-1 32 0,0-12 0,1 8 0,-1 1 0,0-1 0,0 0 0,-1 1 0,0-1 0,0 0 0,-4-9 0,2 13-1365</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5.322"/>
    </inkml:context>
    <inkml:brush xml:id="br0">
      <inkml:brushProperty name="width" value="0.05" units="cm"/>
      <inkml:brushProperty name="height" value="0.05" units="cm"/>
    </inkml:brush>
  </inkml:definitions>
  <inkml:trace contextRef="#ctx0" brushRef="#br0">245 98 24575,'4'-4'0,"0"1"0,-1-1 0,0-1 0,0 1 0,0 0 0,-1-1 0,1 1 0,-1-1 0,0 0 0,-1 0 0,1 0 0,-1 0 0,0 0 0,1-10 0,-2 14 0,-1 0 0,1 0 0,-1 0 0,1 0 0,-1 0 0,1 0 0,-1 0 0,0 0 0,1 0 0,-1 0 0,0 1 0,0-1 0,0 0 0,0 0 0,0 1 0,0-1 0,0 0 0,0 1 0,0-1 0,0 1 0,0 0 0,0-1 0,0 1 0,0 0 0,0 0 0,-1-1 0,-1 1 0,-35-1 0,37 1 0,-10 1 0,0 1 0,1-1 0,-1 2 0,1 0 0,0 0 0,0 0 0,-12 7 0,17-8 0,1 0 0,-1 1 0,1-1 0,0 1 0,0 0 0,0 0 0,0 1 0,1-1 0,-1 1 0,1 0 0,0 0 0,0 0 0,1 0 0,-1 0 0,1 1 0,-1-1 0,-1 9 0,3-11 0,1 0 0,-1 1 0,1-1 0,0 0 0,0 1 0,0-1 0,1 1 0,-1-1 0,0 0 0,1 1 0,0-1 0,-1 0 0,1 1 0,0-1 0,0 0 0,2 3 0,0 0 0,0-1 0,1 0 0,-1 0 0,1 0 0,0 0 0,0-1 0,5 4 0,6 3 0,0-1 0,1-1 0,24 9 0,-13-7 0,-17-7 0,0 1 0,-1 0 0,1 0 0,-1 1 0,16 11 0,-24-16 0,-1 0 0,1 1 0,-1-1 0,1 1 0,-1-1 0,1 1 0,-1-1 0,1 1 0,-1-1 0,1 1 0,-1-1 0,0 1 0,1 0 0,-1-1 0,0 1 0,0 0 0,1-1 0,-1 1 0,0 0 0,0-1 0,0 1 0,0 0 0,0-1 0,0 1 0,0 0 0,0 0 0,0-1 0,0 2 0,-1-1 0,0 0 0,0 1 0,1-1 0,-1 0 0,0 0 0,0 0 0,0 0 0,-1 0 0,1 0 0,0 0 0,0 0 0,-3 1 0,-4 2 0,-1 0 0,0-1 0,-11 4 0,20-7 0,-36 8-455,-1-1 0,-73 4 0,63-9-6371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6.185"/>
    </inkml:context>
    <inkml:brush xml:id="br0">
      <inkml:brushProperty name="width" value="0.05" units="cm"/>
      <inkml:brushProperty name="height" value="0.05" units="cm"/>
    </inkml:brush>
  </inkml:definitions>
  <inkml:trace contextRef="#ctx0" brushRef="#br0">16 59 24575,'4'-2'0,"0"-1"0,-1 0 0,1 0 0,0 0 0,-1-1 0,5-6 0,-6 7 0,0 0 0,1 1 0,-1-1 0,0 1 0,1-1 0,0 1 0,-1 0 0,1 0 0,0 0 0,0 0 0,0 1 0,6-3 0,-9 4 0,1 0 0,-1 0 0,1 0 0,0 0 0,-1 0 0,1 1 0,-1-1 0,1 0 0,-1 0 0,1 0 0,-1 1 0,1-1 0,-1 0 0,0 1 0,1-1 0,-1 0 0,1 1 0,-1-1 0,0 0 0,1 1 0,-1-1 0,0 1 0,1-1 0,-1 1 0,0-1 0,0 1 0,1-1 0,-1 1 0,0-1 0,0 1 0,0-1 0,0 1 0,0-1 0,0 1 0,0-1 0,0 2 0,1 23 0,-1-22 0,-1 93 0,-26 169 0,9-159 0,-6 142 0,25-222 0,5 39 0,-3-48 0,-1 0 0,-1 0 0,0 1 0,-1-1 0,-5 30 0,2-21 0,-5 17 0,8-41 0,-1 0 0,0 1 0,0-1 0,0 0 0,0 1 0,0-1 0,0 0 0,-1 0 0,1 0 0,-1 0 0,0 0 0,1 0 0,-5 2 0,0-1-1365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6.557"/>
    </inkml:context>
    <inkml:brush xml:id="br0">
      <inkml:brushProperty name="width" value="0.05" units="cm"/>
      <inkml:brushProperty name="height" value="0.05" units="cm"/>
    </inkml:brush>
  </inkml:definitions>
  <inkml:trace contextRef="#ctx0" brushRef="#br0">11 0 24575,'-1'2'0,"0"-1"0,0 1 0,0-1 0,0 1 0,0 0 0,0 0 0,0-1 0,1 1 0,-1 0 0,1 0 0,-1 0 0,1 0 0,0 0 0,0 0 0,0 0 0,0 0 0,0-1 0,0 1 0,0 0 0,1 0 0,-1 0 0,1 0 0,-1 0 0,1 0 0,0-1 0,-1 1 0,1 0 0,0-1 0,2 3 0,0 2 0,1 0 0,0-1 0,0 1 0,1-1 0,-1 0 0,1 0 0,6 4 0,-7-6 0,1 0 0,0-1 0,0 1 0,0-1 0,0 0 0,0 0 0,0-1 0,1 1 0,-1-1 0,1 0 0,-1-1 0,1 1 0,-1-1 0,1 0 0,-1-1 0,1 1 0,-1-1 0,0 0 0,1 0 0,-1-1 0,0 0 0,0 0 0,8-4 0,5-3 0,-1-1 0,-1-1 0,0 0 0,0-1 0,16-17 0,-13 15 0,-19 14 0,0 0 0,0 0 0,0 0 0,0 0 0,0 0 0,0 0 0,0 0 0,0 0 0,0 0 0,0 0 0,0 0 0,0 0 0,0 0 0,0 0 0,0 0 0,0 0 0,0 1 0,0-1 0,0 0 0,0 0 0,0 0 0,1 0 0,-1 0 0,0 0 0,0 0 0,0 0 0,0 0 0,0 0 0,0 0 0,0 0 0,0 0 0,0 0 0,0 0 0,0 0 0,0 0 0,0 0 0,0 0 0,0 0 0,0 0 0,0 0 0,0 0 0,0 0 0,0 0 0,0 0 0,0 0 0,1 0 0,-11 9 0,-19 15-682,-47 32-1,52-42-6143</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9.180"/>
    </inkml:context>
    <inkml:brush xml:id="br0">
      <inkml:brushProperty name="width" value="0.05" units="cm"/>
      <inkml:brushProperty name="height" value="0.05" units="cm"/>
    </inkml:brush>
  </inkml:definitions>
  <inkml:trace contextRef="#ctx0" brushRef="#br0">258 11 24575,'0'0'0,"0"-1"0,0 1 0,-1-1 0,1 1 0,0-1 0,0 1 0,0-1 0,-1 1 0,1-1 0,0 1 0,0-1 0,-1 1 0,1 0 0,0-1 0,-1 1 0,1 0 0,0-1 0,-1 1 0,1 0 0,-1-1 0,1 1 0,-1 0 0,1-1 0,-1 1 0,1 0 0,-1 0 0,1 0 0,-1 0 0,1 0 0,-1-1 0,1 1 0,-1 0 0,1 0 0,-1 0 0,1 0 0,-1 0 0,1 1 0,-1-1 0,1 0 0,-2 0 0,-21 7 0,10 3 0,1-1 0,0 2 0,0-1 0,1 2 0,0-1 0,-9 15 0,-2 5 0,-25 46 0,36-58 0,2 1 0,0 0 0,-12 40 0,19-54 0,1 1 0,-1-1 0,1 1 0,0 0 0,1-1 0,0 1 0,0 0 0,0-1 0,1 1 0,0 0 0,0-1 0,0 1 0,1-1 0,0 1 0,0-1 0,7 12 0,-6-14 0,1 0 0,0 0 0,-1-1 0,1 1 0,0-1 0,1 0 0,-1 0 0,0-1 0,1 1 0,0-1 0,0 0 0,-1 0 0,1 0 0,0-1 0,0 0 0,1 0 0,-1 0 0,0-1 0,0 1 0,10-2 0,-1 1 0,1-2 0,-1 0 0,1 0 0,-1-1 0,0-1 0,18-7 0,-21 7 0,0-1 0,0-1 0,0 0 0,-1-1 0,0 0 0,0 0 0,-1-1 0,0 0 0,0-1 0,-1 0 0,8-11 0,-11 13 0,0-1 0,-1 1 0,0-1 0,0 0 0,-1-1 0,0 1 0,0 0 0,-1-1 0,0 0 0,-1 1 0,0-1 0,0 0 0,-1 0 0,0 0 0,0 0 0,-3-9 0,1 6 0,0 1 0,-2-1 0,1 1 0,-1-1 0,-1 1 0,0 1 0,-1-1 0,-11-17 0,13 22 0,-1 1 0,1 0 0,-1 0 0,0 0 0,0 0 0,-1 1 0,1 0 0,-1 0 0,0 0 0,0 1 0,0-1 0,-1 2 0,1-1 0,-1 1 0,0 0 0,-9-2 0,14 4-65,-1 0 0,0-1 0,0 1 0,0 0 0,1 1 0,-1-1 0,0 0 0,0 1 0,1-1 0,-1 1 0,0 0 0,1 0 0,-1 0 0,1 0 0,-1 1 0,1-1 0,-1 1 0,1-1 0,0 1 0,-3 3 0,-6 8-6761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9.538"/>
    </inkml:context>
    <inkml:brush xml:id="br0">
      <inkml:brushProperty name="width" value="0.05" units="cm"/>
      <inkml:brushProperty name="height" value="0.05" units="cm"/>
    </inkml:brush>
  </inkml:definitions>
  <inkml:trace contextRef="#ctx0" brushRef="#br0">93 79 24575,'-1'-1'0,"0"-1"0,0 1 0,0 0 0,0 0 0,0 0 0,-1 1 0,1-1 0,0 0 0,-1 0 0,1 1 0,0-1 0,-1 1 0,1-1 0,-1 1 0,1-1 0,-1 1 0,1 0 0,-1 0 0,1 0 0,-1 0 0,1 0 0,-1 0 0,1 0 0,-1 1 0,1-1 0,-1 0 0,1 1 0,-1-1 0,1 1 0,0-1 0,-1 1 0,1 0 0,-2 1 0,0 1 0,0-1 0,1 1 0,-1 0 0,1-1 0,0 1 0,0 0 0,0 0 0,1 0 0,-1 1 0,1-1 0,-1 0 0,1 1 0,-1 3 0,-3 17 0,0 1 0,2 0 0,-1 39 0,4-55 0,0-1 0,1 1 0,0 0 0,1-1 0,-1 1 0,2-1 0,-1 0 0,1 1 0,0-1 0,1 0 0,0-1 0,0 1 0,10 12 0,-11-17 0,-1 0 0,1 0 0,0 0 0,0-1 0,0 0 0,0 1 0,0-1 0,0 0 0,1-1 0,-1 1 0,1 0 0,-1-1 0,1 0 0,0 0 0,-1 0 0,1 0 0,0-1 0,0 1 0,0-1 0,0 0 0,-1 0 0,1-1 0,0 1 0,0-1 0,0 0 0,-1 0 0,1 0 0,0 0 0,-1 0 0,1-1 0,-1 0 0,1 0 0,4-3 0,1-2 0,1 0 0,-1 0 0,-1-1 0,1 0 0,-2 0 0,1-1 0,-1 0 0,0 0 0,-1-1 0,6-11 0,-4 4 0,-1-1 0,0 0 0,-2-1 0,0 1 0,-1-1 0,-1 0 0,0 0 0,-2 0 0,0 0 0,-1-1 0,-2 1 0,-3-22 0,0 22-1365,-1 5-5461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39.886"/>
    </inkml:context>
    <inkml:brush xml:id="br0">
      <inkml:brushProperty name="width" value="0.05" units="cm"/>
      <inkml:brushProperty name="height" value="0.05" units="cm"/>
    </inkml:brush>
  </inkml:definitions>
  <inkml:trace contextRef="#ctx0" brushRef="#br0">34 166 24575,'-27'-32'0,"26"30"0,0 1 0,0 0 0,1-1 0,-1 1 0,0-1 0,1 1 0,-1-1 0,1 0 0,0 1 0,-1-4 0,1 5 0,0-1 0,0 1 0,0-1 0,1 1 0,-1-1 0,0 1 0,0-1 0,0 1 0,1-1 0,-1 1 0,0-1 0,0 1 0,1 0 0,-1-1 0,0 1 0,1-1 0,-1 1 0,1 0 0,-1-1 0,1 1 0,-1 0 0,0 0 0,1-1 0,-1 1 0,1 0 0,-1 0 0,1 0 0,-1-1 0,1 1 0,-1 0 0,1 0 0,0 0 0,3 0 0,0 0 0,0 0 0,0 1 0,0-1 0,-1 1 0,1 0 0,0 0 0,0 0 0,-1 0 0,1 1 0,-1-1 0,1 1 0,-1 0 0,0 0 0,4 3 0,6 5 0,0 0 0,13 14 0,-15-13 0,-1 1 0,0 0 0,0 1 0,-1 0 0,8 15 0,-14-23 0,-1 1 0,1-1 0,-1 1 0,0 0 0,0 0 0,0 0 0,-1 0 0,0 0 0,-1 0 0,1 0 0,-1 0 0,0 0 0,0 0 0,-1 0 0,0 1 0,-2 5 0,3-10 0,-1 0 0,1 0 0,-1-1 0,0 1 0,1 0 0,-1-1 0,0 1 0,0-1 0,0 1 0,-1-1 0,1 1 0,0-1 0,0 1 0,-1-1 0,1 0 0,-1 0 0,1 0 0,-1 0 0,0 0 0,1 0 0,-1 0 0,0-1 0,1 1 0,-1-1 0,0 1 0,0-1 0,0 1 0,0-1 0,-2 0 0,2 0 0,0-1 0,0 1 0,0-1 0,0 1 0,1-1 0,-1 0 0,0 0 0,0 1 0,0-1 0,1-1 0,-1 1 0,0 0 0,1 0 0,-1-1 0,1 1 0,-1-1 0,1 1 0,0-1 0,0 1 0,0-1 0,0 0 0,0 0 0,0 0 0,0 1 0,0-1 0,0-4 0,0 0 0,-1-1 0,2 0 0,-1 1 0,1-1 0,0 0 0,1 0 0,-1 0 0,1 1 0,1-1 0,-1 0 0,1 1 0,0-1 0,1 1 0,0 0 0,3-7 0,5-5 0,0 0 0,0 1 0,24-26 0,-21 27-136,0 0-1,2 1 1,0 0-1,1 1 1,0 1-1,1 1 1,0 1-1,1 0 0,21-8 1,-12 10-6690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0.397"/>
    </inkml:context>
    <inkml:brush xml:id="br0">
      <inkml:brushProperty name="width" value="0.05" units="cm"/>
      <inkml:brushProperty name="height" value="0.05" units="cm"/>
    </inkml:brush>
  </inkml:definitions>
  <inkml:trace contextRef="#ctx0" brushRef="#br0">286 97 24575,'2'-1'0,"-1"-1"0,1 0 0,-1 1 0,0-1 0,0 0 0,0 0 0,0 1 0,0-1 0,0 0 0,-1 0 0,1 0 0,0 0 0,-1 0 0,0 0 0,1-1 0,-1 1 0,0 0 0,0 0 0,0 0 0,-1 0 0,1 0 0,0 0 0,-1 0 0,1 0 0,-1 0 0,-1-3 0,1 2 0,0 1 0,-1-1 0,1 1 0,-1 0 0,0-1 0,0 1 0,1 0 0,-1 0 0,0 0 0,-1 0 0,1 0 0,0 1 0,-1-1 0,1 1 0,-1-1 0,1 1 0,-1 0 0,-4-2 0,1 2 0,0 0 0,0 0 0,-1 1 0,1-1 0,0 1 0,0 1 0,-1-1 0,1 1 0,0 0 0,0 0 0,-1 1 0,1 0 0,0 0 0,1 1 0,-1-1 0,0 1 0,-6 5 0,9-6 0,0 1 0,-1-1 0,1 1 0,1 0 0,-1 0 0,0 0 0,1 0 0,-1 1 0,1-1 0,0 1 0,0 0 0,1-1 0,-1 1 0,1 0 0,0 0 0,0 0 0,0 0 0,0 0 0,1 0 0,-1 0 0,1 0 0,0 0 0,0 1 0,1-1 0,-1 0 0,1 0 0,2 5 0,-1 0 0,2 0 0,-1-1 0,1 1 0,1-1 0,0 0 0,0 0 0,0 0 0,1-1 0,0 0 0,0 0 0,12 10 0,8 3 0,0-2 0,29 17 0,-22-15 0,-30-18 0,0 0 0,0 0 0,0 0 0,0 1 0,-1-1 0,1 1 0,0-1 0,-1 1 0,4 6 0,-6-8 0,1 0 0,-1-1 0,0 1 0,1 0 0,-1 0 0,0 0 0,0-1 0,0 1 0,0 0 0,0 0 0,0 0 0,0-1 0,0 1 0,0 0 0,0 0 0,0-1 0,-1 1 0,1 0 0,-1 1 0,0-1 0,0 1 0,0-1 0,0 0 0,0 0 0,0 0 0,0 0 0,0 0 0,-1 0 0,1 0 0,0 0 0,-1 0 0,1-1 0,-3 2 0,-13 3 0,0 0 0,-1-2 0,1 0 0,-1 0 0,1-2 0,-1 0 0,0-1 0,1-1 0,-1-1 0,-22-4 0,29 3 86,0 1-1,-1-2 0,-17-7 1,26 10-172,1 0 1,-1 0 0,0-1-1,1 1 1,-1-1 0,1 0-1,0 0 1,-1 0 0,1 0-1,0 0 1,0 0 0,0-1-1,1 1 1,-1-1 0,0 1-1,1-1 1,0 0 0,0 0-1,-2-4 1,2-8-6741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0.818"/>
    </inkml:context>
    <inkml:brush xml:id="br0">
      <inkml:brushProperty name="width" value="0.05" units="cm"/>
      <inkml:brushProperty name="height" value="0.05" units="cm"/>
    </inkml:brush>
  </inkml:definitions>
  <inkml:trace contextRef="#ctx0" brushRef="#br0">84 254 24575,'-1'-5'0,"0"0"0,-1 0 0,0-1 0,0 1 0,0 0 0,0 0 0,-1 1 0,0-1 0,0 0 0,-5-5 0,8 10 0,-1-1 0,1 1 0,-1 0 0,1 0 0,0 0 0,-1 0 0,1 0 0,-1 0 0,1 0 0,-1 0 0,1 0 0,0 0 0,-1 0 0,1 0 0,-1 0 0,1 0 0,0 0 0,-1 1 0,1-1 0,-1 0 0,1 0 0,0 0 0,-1 1 0,1-1 0,0 0 0,-1 0 0,1 1 0,0-1 0,-1 0 0,1 1 0,0-1 0,0 0 0,-1 1 0,1-1 0,0 0 0,0 1 0,0-1 0,0 1 0,-1-1 0,1 0 0,0 1 0,0-1 0,0 1 0,0-1 0,0 0 0,0 1 0,-7 23 0,7-22 0,-34 140 0,56-201 0,2 2 0,2 1 0,34-53 0,-50 94 0,20-25 0,-28 37 0,1 0 0,0 0 0,0 0 0,0 0 0,0 1 0,0-1 0,1 1 0,-1 0 0,1 0 0,-1 0 0,1 0 0,0 1 0,0-1 0,4 0 0,-6 2 0,0 0 0,0 0 0,0 1 0,0-1 0,-1 0 0,1 1 0,0-1 0,0 1 0,0 0 0,-1 0 0,1 0 0,0 0 0,-1 0 0,1 0 0,0 0 0,-1 0 0,0 0 0,1 1 0,-1-1 0,0 1 0,0-1 0,1 1 0,-1-1 0,1 4 0,3 4 0,0 1 0,-1 0 0,4 11 0,-6-16 0,15 52 171,12 72-1,15 48-1876,-36-152-5120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0.963"/>
    </inkml:context>
    <inkml:brush xml:id="br0">
      <inkml:brushProperty name="width" value="0.05" units="cm"/>
      <inkml:brushProperty name="height" value="0.05" units="cm"/>
    </inkml:brush>
  </inkml:definitions>
  <inkml:trace contextRef="#ctx0" brushRef="#br0">17 71 24575,'-5'-7'0,"-1"-4"0,0-3 0,6 1 0,8 2 0,6 4 0,9 3 0,7 2 0,7 1 0,5 1 0,2 0 0,-2 1 0,-8 0-8191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1.193"/>
    </inkml:context>
    <inkml:brush xml:id="br0">
      <inkml:brushProperty name="width" value="0.05" units="cm"/>
      <inkml:brushProperty name="height" value="0.05" units="cm"/>
    </inkml:brush>
  </inkml:definitions>
  <inkml:trace contextRef="#ctx0" brushRef="#br0">396 18 24575,'3'-5'0,"0"-4"0,0 5 0,-3 9 0,-4 12 0,-8 11 0,-6 13 0,-8 13 0,-6 11 0,-6 11 0,-5 7 0,-3 0 0,-2 0 0,-1-2 0,1-7 0,8-14-8191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7.564"/>
    </inkml:context>
    <inkml:brush xml:id="br0">
      <inkml:brushProperty name="width" value="0.05" units="cm"/>
      <inkml:brushProperty name="height" value="0.05" units="cm"/>
    </inkml:brush>
  </inkml:definitions>
  <inkml:trace contextRef="#ctx0" brushRef="#br0">78 193 24575,'-2'28'0,"-1"1"0,-1 0 0,-14 47 0,-4 28 0,20-92 0,1-5 0,0 0 0,0 0 0,-1 0 0,-2 7 0,4-14 0,0 0 0,0 1 0,0-1 0,0 0 0,0 0 0,0 0 0,0 0 0,0 0 0,0 0 0,0 0 0,0 0 0,0 0 0,0 0 0,0 1 0,0-1 0,0 0 0,0 0 0,0 0 0,0 0 0,0 0 0,0 0 0,0 0 0,0 0 0,0 0 0,0 0 0,0 0 0,0 0 0,0 1 0,-1-1 0,1 0 0,0 0 0,0 0 0,0 0 0,0 0 0,0 0 0,0 0 0,0 0 0,0 0 0,0 0 0,0 0 0,0 0 0,0 0 0,-1 0 0,1 0 0,0 0 0,0 0 0,0 0 0,0 0 0,0 0 0,0 0 0,0 0 0,0 0 0,0 0 0,0 0 0,-1 0 0,1 0 0,0 0 0,0 0 0,0 0 0,0 0 0,0-1 0,0 1 0,0 0 0,0 0 0,0 0 0,0 0 0,-3-9 0,1-13 0,0-47 0,10-88 0,-6 137 0,1 0 0,1 0 0,0 1 0,2 0 0,0 0 0,1 0 0,1 1 0,1 0 0,14-21 0,-21 35 0,0 1 0,0 0 0,1-1 0,-1 1 0,1 1 0,0-1 0,0 0 0,0 1 0,0-1 0,0 1 0,1 0 0,-1 0 0,1 0 0,0 1 0,-1-1 0,1 1 0,0 0 0,0 0 0,0 0 0,0 0 0,-1 1 0,1 0 0,0-1 0,0 1 0,0 1 0,0-1 0,0 1 0,0-1 0,0 1 0,0 1 0,0-1 0,-1 0 0,1 1 0,0 0 0,-1-1 0,1 1 0,-1 1 0,0-1 0,0 0 0,0 1 0,0 0 0,5 5 0,-4-3 0,0 0 0,0 0 0,0 0 0,-1 1 0,1-1 0,-1 1 0,0 0 0,-1 0 0,0 0 0,0 0 0,0 0 0,-1 0 0,1 1 0,-1-1 0,-1 1 0,0-1 0,1 1 0,-2-1 0,1 0 0,-1 1 0,0-1 0,0 1 0,-5 10 0,3-9 0,0 0 0,-1-1 0,0 1 0,0-1 0,0 0 0,-1 0 0,0 0 0,-1-1 0,0 0 0,0 0 0,0 0 0,0-1 0,-1 0 0,0 0 0,0-1 0,0 0 0,-1 0 0,-8 3 0,24-8 0,0-1 0,-1 2 0,1-1 0,0 1 0,-1 0 0,1 1 0,0 0 0,-1 0 0,1 1 0,-1 0 0,1 0 0,-1 1 0,0 0 0,8 4 0,-10-5 0,-1 0 0,0 1 0,1 0 0,-1 0 0,0 0 0,0 1 0,-1-1 0,1 1 0,-1 0 0,1 0 0,1 5 0,-3-6 0,0 0 0,-1 0 0,0 0 0,0 0 0,0 1 0,0-1 0,0 0 0,-1 1 0,0-1 0,1 1 0,-1-1 0,0 1 0,-1-1 0,1 1 0,-1-1 0,1 0 0,-1 1 0,-2 3 0,2-3 0,-2 1 0,1-1 0,0 0 0,-1 0 0,0 0 0,0-1 0,0 1 0,0-1 0,-1 1 0,1-1 0,-1 0 0,0-1 0,0 1 0,0 0 0,0-1 0,0 0 0,-1 0 0,-6 2 0,-6 1 0,1-1 0,-1 0 0,-30 3 0,29-5 0,-1-2 0,-26-1 0,40 1 0,0 0 0,1-1 0,-1 0 0,0 0 0,0 0 0,0-1 0,1 1 0,-1-1 0,1 0 0,0-1 0,-1 1 0,1-1 0,0 1 0,-5-6 0,8 7-59,0 0 0,0 0-1,1 0 1,-1-1-1,0 1 1,0 0 0,1-1-1,-1 1 1,1-1 0,-1 1-1,1-1 1,-1 1 0,1-1-1,0 1 1,0-1-1,0 1 1,0-1 0,0 1-1,0-1 1,0 1 0,1-1-1,-1-1 1,7-15-6767</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8.009"/>
    </inkml:context>
    <inkml:brush xml:id="br0">
      <inkml:brushProperty name="width" value="0.05" units="cm"/>
      <inkml:brushProperty name="height" value="0.05" units="cm"/>
    </inkml:brush>
  </inkml:definitions>
  <inkml:trace contextRef="#ctx0" brushRef="#br0">1 270 24575,'3'0'0,"-2"0"0,0 0 0,0 0 0,0 0 0,0 0 0,0 0 0,0 0 0,0 0 0,0 0 0,0 0 0,-1 0 0,1 0 0,0 1 0,0-1 0,0 0 0,0 1 0,0-1 0,0 1 0,0-1 0,-1 1 0,1-1 0,0 1 0,0 0 0,-1-1 0,1 1 0,0 0 0,-1-1 0,1 1 0,-1 0 0,1 0 0,-1 0 0,1 0 0,-1 0 0,1-1 0,-1 1 0,1 2 0,2 7 0,0 1 0,0 0 0,-1 0 0,-1 0 0,0 0 0,0 15 0,-7 66 0,5-82 0,-3 21 0,3-30 0,1 1 0,0-1 0,0 1 0,-1-1 0,1 1 0,-1-1 0,0 0 0,1 1 0,-1-1 0,0 0 0,0 1 0,0-1 0,1 0 0,-3 2 0,2-3 0,1-1 0,0 1 0,-1 0 0,1 0 0,-1-1 0,1 1 0,0 0 0,-1-1 0,1 1 0,0 0 0,-1-1 0,1 1 0,0 0 0,0-1 0,-1 1 0,1-1 0,0 1 0,0-1 0,0 1 0,0-1 0,-1 1 0,1 0 0,0-1 0,0 1 0,0-1 0,0 1 0,0-1 0,0 1 0,0-2 0,-2-16 0,0-21 0,2-1 0,2 1 0,1 0 0,10-41 0,-7 51 0,1 1 0,2-1 0,1 2 0,1-1 0,2 1 0,15-25 0,-26 48 0,1 0 0,0 0 0,-1 0 0,1 1 0,0-1 0,1 1 0,-1 0 0,1 0 0,-1 0 0,8-5 0,-9 8 0,0-1 0,-1 1 0,1-1 0,0 1 0,-1 0 0,1 0 0,0 0 0,0 0 0,-1 0 0,1 0 0,0 0 0,0 0 0,-1 1 0,1-1 0,0 1 0,-1-1 0,1 1 0,-1 0 0,1-1 0,0 1 0,-1 0 0,0 0 0,1 0 0,-1 0 0,0 0 0,1 1 0,-1-1 0,0 0 0,0 1 0,0-1 0,1 3 0,3 2 0,0 1 0,-1 0 0,0 0 0,-1 0 0,0 1 0,0 0 0,0-1 0,-1 1 0,0 0 0,0 0 0,-1 0 0,0 0 0,-1 0 0,0 0 0,0 1 0,-1-1 0,0 0 0,0 0 0,-1 0 0,1 0 0,-2-1 0,1 1 0,-1 0 0,-1-1 0,1 0 0,-1 1 0,-1-2 0,1 1 0,-1 0 0,0-1 0,-1 0 0,1 0 0,-1 0 0,0-1 0,-1 0 0,1 0 0,-1-1 0,-12 7 0,9-7 86,1 0-1,0-1 0,-18 5 1,22-8-242,1 1 1,0 0 0,-1-1 0,1 0 0,-1 0 0,1 0 0,0-1-1,-1 1 1,1-1 0,-9-3 0,-3-4-6671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8.494"/>
    </inkml:context>
    <inkml:brush xml:id="br0">
      <inkml:brushProperty name="width" value="0.05" units="cm"/>
      <inkml:brushProperty name="height" value="0.05" units="cm"/>
    </inkml:brush>
  </inkml:definitions>
  <inkml:trace contextRef="#ctx0" brushRef="#br0">94 260 24575,'-20'-2'0,"17"1"0,-1 0 0,1 1 0,-1 0 0,1 0 0,0-1 0,-7 2 0,9 0 0,0-1 0,0 0 0,0 1 0,0-1 0,0 1 0,0-1 0,0 1 0,1-1 0,-1 1 0,0 0 0,1-1 0,-1 1 0,0 0 0,1-1 0,-1 1 0,1 0 0,-1 0 0,1 0 0,-1 0 0,1 0 0,-1 0 0,1-1 0,0 1 0,0 0 0,-1 0 0,1 0 0,0 0 0,0 0 0,0 1 0,0 15 0,0-1 0,1 0 0,4 22 0,1 15 0,-6-43 0,1 29 0,-1-38 0,0 1 0,0-1 0,0 1 0,0-1 0,0 1 0,-1-1 0,1 1 0,-1-1 0,1 0 0,-1 1 0,1-1 0,-1 0 0,0 1 0,0-1 0,0 0 0,0 0 0,0 1 0,0-1 0,0 0 0,-1 1 0,1-2 0,1 0 0,0 0 0,-1 0 0,1 0 0,-1 0 0,1 0 0,-1 0 0,1 0 0,0 0 0,-1 0 0,1 0 0,-1-1 0,1 1 0,0 0 0,-1 0 0,1 0 0,0 0 0,-1-1 0,1 1 0,0 0 0,-1-1 0,1 1 0,0 0 0,-1 0 0,1-1 0,0 1 0,0 0 0,-1-1 0,1 1 0,0-1 0,0 1 0,0 0 0,-1-1 0,1 1 0,0-1 0,-6-15 0,3 1 0,1-1 0,0 1 0,1 0 0,0-1 0,1 1 0,1-1 0,1 1 0,3-17 0,2 0 0,2 0 0,21-54 0,-20 63 0,0 1 0,19-29 0,-26 45 0,1 0 0,1 0 0,-1 0 0,1 1 0,0 0 0,0 0 0,0 0 0,1 1 0,-1 0 0,1 0 0,0 0 0,1 1 0,6-3 0,-11 5 0,0 1 0,0-1 0,1 1 0,-1-1 0,0 1 0,0 0 0,0 0 0,0 0 0,0 1 0,1-1 0,-1 0 0,0 1 0,0-1 0,0 1 0,0 0 0,0 0 0,0-1 0,0 1 0,-1 1 0,1-1 0,0 0 0,0 0 0,-1 1 0,1-1 0,-1 1 0,1-1 0,-1 1 0,1 0 0,-1-1 0,0 1 0,0 0 0,0 0 0,1 2 0,2 6 0,0 0 0,0 0 0,-1 0 0,-1 0 0,3 15 0,-1 21 48,-2 0 0,-1 0 1,-9 62-1,0 12-1606,8-102-5268</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8.675"/>
    </inkml:context>
    <inkml:brush xml:id="br0">
      <inkml:brushProperty name="width" value="0.05" units="cm"/>
      <inkml:brushProperty name="height" value="0.05" units="cm"/>
    </inkml:brush>
  </inkml:definitions>
  <inkml:trace contextRef="#ctx0" brushRef="#br0">30 42 24575,'-3'0'0,"-2"-2"0,-3-1 0,-1-3 0,5 1 0,4-2 0,7 1 0,8 1 0,5 1 0,6 2 0,6 1 0,2 0 0,2 1 0,-1 0 0,-5 1-8191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8.923"/>
    </inkml:context>
    <inkml:brush xml:id="br0">
      <inkml:brushProperty name="width" value="0.05" units="cm"/>
      <inkml:brushProperty name="height" value="0.05" units="cm"/>
    </inkml:brush>
  </inkml:definitions>
  <inkml:trace contextRef="#ctx0" brushRef="#br0">70 42 24575,'-4'0'0,"-5"-2"0,-5-3 0,-2-1 0,2-2 0,5 1 0,6 1 0,9 2 0,7 2 0,7 0 0,5 4 0,1 1 0,3 1 0,-1-2 0,-1 0 0,-6 0-8191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9.653"/>
    </inkml:context>
    <inkml:brush xml:id="br0">
      <inkml:brushProperty name="width" value="0.05" units="cm"/>
      <inkml:brushProperty name="height" value="0.05" units="cm"/>
    </inkml:brush>
  </inkml:definitions>
  <inkml:trace contextRef="#ctx0" brushRef="#br0">0 4 24575,'2'-3'0,"2"3"0,1 4 0,0 8 0,0 5 0,-2 7 0,-1 7 0,-1 4 0,0 4 0,-1 2 0,0 3 0,-3-1 0,0-4 0,-2-3 0,-1-6 0,2-5 0,0-8-8191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49.924"/>
    </inkml:context>
    <inkml:brush xml:id="br0">
      <inkml:brushProperty name="width" value="0.05" units="cm"/>
      <inkml:brushProperty name="height" value="0.05" units="cm"/>
    </inkml:brush>
  </inkml:definitions>
  <inkml:trace contextRef="#ctx0" brushRef="#br0">0 236 24575,'1'-36'0,"1"0"0,13-70 0,-14 104 0,-1-1 0,1 0 0,0 0 0,0 0 0,0 0 0,1 1 0,-1-1 0,0 1 0,1-1 0,0 1 0,0-1 0,0 1 0,0 0 0,0 0 0,0 0 0,0 0 0,1 0 0,-1 1 0,6-4 0,-4 4 0,0-1 0,0 1 0,1 0 0,-1 0 0,1 1 0,-1-1 0,1 1 0,-1 0 0,1 0 0,-1 0 0,1 1 0,4 1 0,0 0 0,1 0 0,-1 1 0,0 1 0,-1-1 0,1 1 0,0 1 0,-1 0 0,0 0 0,0 0 0,-1 1 0,0 1 0,8 6 0,-13-10 0,1 0 0,-1 0 0,0 0 0,0 1 0,0-1 0,-1 0 0,1 1 0,-1-1 0,0 1 0,0-1 0,0 1 0,0 0 0,-1-1 0,1 1 0,-1 0 0,0 0 0,0-1 0,-1 5 0,0-2 0,-1-1 0,1 1 0,-1-1 0,0 1 0,-1-1 0,0 0 0,1 0 0,-2 0 0,1 0 0,-7 7 0,-1 0 0,-1-1 0,0-1 0,0 0 0,-1 0 0,0-2 0,-1 1 0,-23 9 0,-12 1-1365,31-13-5461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50.262"/>
    </inkml:context>
    <inkml:brush xml:id="br0">
      <inkml:brushProperty name="width" value="0.05" units="cm"/>
      <inkml:brushProperty name="height" value="0.05" units="cm"/>
    </inkml:brush>
  </inkml:definitions>
  <inkml:trace contextRef="#ctx0" brushRef="#br0">8 63 24575,'-4'-14'0,"4"14"0,-1-1 0,1 1 0,0-1 0,-1 0 0,1 1 0,0-1 0,-1 0 0,1 1 0,0-1 0,0 0 0,0 1 0,0-1 0,0 0 0,0 0 0,0 1 0,0-1 0,0 0 0,0 1 0,0-1 0,0 0 0,0 1 0,0-1 0,1 0 0,-1 0 0,0 1 0,1-1 0,-1 1 0,0-1 0,1 0 0,-1 1 0,1-1 0,-1 1 0,2-2 0,0 1 0,0-1 0,0 0 0,1 1 0,-1-1 0,1 1 0,-1 0 0,1 0 0,-1 0 0,1 0 0,0 0 0,-1 1 0,1-1 0,0 1 0,0 0 0,-1-1 0,1 1 0,0 1 0,0-1 0,0 0 0,-1 1 0,1-1 0,0 1 0,-1 0 0,1 0 0,0 0 0,-1 0 0,1 0 0,2 2 0,2 1 0,0 0 0,-1 0 0,0 1 0,0 0 0,0 0 0,0 0 0,-1 0 0,1 1 0,3 7 0,-5-7 0,-1 0 0,0 1 0,0-1 0,0 1 0,-1 0 0,0 0 0,0 0 0,-1 0 0,0 0 0,0 0 0,-1 1 0,0 6 0,0-12 0,0 1 0,0-1 0,-1 0 0,1 1 0,-1-1 0,1 0 0,-1 1 0,0-1 0,0 0 0,0 0 0,0 0 0,0 0 0,0 0 0,-1 0 0,1 0 0,-1 0 0,1 0 0,-1-1 0,0 1 0,0 0 0,1-1 0,-1 0 0,0 1 0,0-1 0,-1 0 0,1 0 0,0 0 0,0 0 0,0-1 0,-1 1 0,1-1 0,0 1 0,-1-1 0,1 0 0,0 0 0,-1 0 0,1 0 0,0 0 0,-3-1 0,2 1 0,1 0 0,0 0 0,0 0 0,-1 0 0,1-1 0,0 1 0,0-1 0,0 0 0,0 0 0,-1 0 0,1 0 0,0 0 0,1 0 0,-1 0 0,0 0 0,0-1 0,0 1 0,1-1 0,-1 0 0,1 1 0,-1-1 0,1 0 0,0 0 0,-1 0 0,1 0 0,0 0 0,0 0 0,1 0 0,-1 0 0,0 0 0,1 0 0,-1-1 0,1 1 0,0 0 0,0 0 0,-1-1 0,2 1 0,-1 0 0,0-3 0,1-3 0,1 1 0,0 0 0,0-1 0,0 1 0,1 0 0,0 0 0,0 0 0,0 0 0,1 1 0,8-10 0,-5 7-170,1 0-1,0 1 0,1 0 1,0 1-1,1 0 0,-1 1 1,17-9-1,-6 6-6655</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50.639"/>
    </inkml:context>
    <inkml:brush xml:id="br0">
      <inkml:brushProperty name="width" value="0.05" units="cm"/>
      <inkml:brushProperty name="height" value="0.05" units="cm"/>
    </inkml:brush>
  </inkml:definitions>
  <inkml:trace contextRef="#ctx0" brushRef="#br0">42 51 24575,'-13'32'0,"9"-19"0,-2 6 0,1-1 0,1 1 0,0 0 0,-1 36 0,5-54 0,0 1 0,0-1 0,0 0 0,0 0 0,0 1 0,0-1 0,1 0 0,-1 1 0,0-1 0,1 0 0,-1 0 0,1 0 0,-1 1 0,1-1 0,0 0 0,-1 0 0,1 0 0,0 0 0,0 0 0,0 0 0,0 0 0,0-1 0,0 1 0,0 0 0,0 0 0,0-1 0,0 1 0,0-1 0,1 1 0,-1-1 0,0 1 0,0-1 0,0 0 0,1 1 0,-1-1 0,0 0 0,1 0 0,-1 0 0,0 0 0,0 0 0,1 0 0,-1-1 0,0 1 0,1 0 0,1-1 0,3-1 0,-1 0 0,1 1 0,-1-2 0,0 1 0,1-1 0,-1 0 0,0 0 0,0 0 0,4-4 0,-3 0 0,-1 1 0,0-1 0,0 0 0,0 0 0,-1 0 0,0-1 0,0 0 0,-1 1 0,0-1 0,4-17 0,-6 20 0,0-1 0,0 0 0,0 0 0,0 1 0,-1-1 0,0 0 0,0 0 0,-1 0 0,0 0 0,0 1 0,0-1 0,0 0 0,-1 1 0,0-1 0,0 1 0,-6-10 0,7 13 12,-1 1-1,1-1 0,0 0 1,-1 0-1,0 1 1,1-1-1,-1 1 0,0-1 1,0 1-1,0 0 0,0 0 1,0 0-1,0 0 1,0 0-1,0 0 0,0 1 1,0-1-1,-1 1 0,1-1 1,0 1-1,0 0 1,-1 0-1,1 0 0,0 0 1,0 0-1,-1 1 0,1-1 1,0 0-1,-4 2 1,1 0-155,0 1 1,0-1 0,1 1 0,-1 0-1,0 0 1,1 0 0,0 1 0,0-1 0,0 1-1,0 0 1,-3 5 0,-2 4-6684</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50.930"/>
    </inkml:context>
    <inkml:brush xml:id="br0">
      <inkml:brushProperty name="width" value="0.05" units="cm"/>
      <inkml:brushProperty name="height" value="0.05" units="cm"/>
    </inkml:brush>
  </inkml:definitions>
  <inkml:trace contextRef="#ctx0" brushRef="#br0">137 37 24575,'0'0'0,"1"0"0,-1 0 0,1 0 0,-1 0 0,1 0 0,-1-1 0,1 1 0,-1 0 0,1 0 0,-1-1 0,0 1 0,1 0 0,-1-1 0,1 1 0,-1 0 0,0-1 0,1 1 0,-1 0 0,0-1 0,0 1 0,1-1 0,-1 1 0,0-1 0,0 1 0,1-1 0,-1 1 0,0-1 0,0 1 0,0-1 0,0 1 0,0-1 0,0 1 0,0-1 0,0 1 0,0-1 0,0 1 0,0-1 0,0 1 0,0-1 0,-1 0 0,1 0 0,0 0 0,0 0 0,0 0 0,-1 0 0,1 0 0,0 0 0,-1 0 0,1 0 0,-1 0 0,1 0 0,-1 0 0,0 0 0,1 0 0,-1 0 0,0 1 0,0-1 0,1 0 0,-1 0 0,0 1 0,-1-2 0,0 2 0,0 0 0,0 0 0,-1 0 0,1 0 0,0 0 0,0 0 0,0 0 0,0 1 0,0-1 0,0 1 0,0 0 0,0-1 0,0 1 0,0 0 0,0 0 0,0 0 0,1 0 0,-1 1 0,0-1 0,-1 2 0,-32 33 0,32-34 0,-3 6 0,0 0 0,1 0 0,0 0 0,0 0 0,1 1 0,0 0 0,0 0 0,1 0 0,0 0 0,-3 15 0,6-20 0,-1-1 0,1 1 0,0-1 0,0 1 0,0 0 0,0-1 0,0 1 0,1-1 0,-1 1 0,1-1 0,0 1 0,1-1 0,-1 0 0,0 1 0,1-1 0,0 0 0,-1 0 0,1 0 0,1 0 0,-1 0 0,0 0 0,1-1 0,-1 1 0,1-1 0,0 0 0,0 0 0,0 0 0,0 0 0,0 0 0,6 2 0,-1-1-151,-1-1-1,1-1 0,-1 1 0,1-1 1,-1-1-1,1 1 0,0-1 1,10-1-1,6-2-6674</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51.335"/>
    </inkml:context>
    <inkml:brush xml:id="br0">
      <inkml:brushProperty name="width" value="0.05" units="cm"/>
      <inkml:brushProperty name="height" value="0.05" units="cm"/>
    </inkml:brush>
  </inkml:definitions>
  <inkml:trace contextRef="#ctx0" brushRef="#br0">67 167 24575,'1'-1'0,"-1"1"0,0-1 0,1 0 0,-1 1 0,0-1 0,1 1 0,-1-1 0,1 1 0,-1-1 0,1 0 0,-1 1 0,1 0 0,-1-1 0,1 1 0,-1-1 0,1 1 0,0 0 0,-1-1 0,1 1 0,0 0 0,-1 0 0,1-1 0,0 1 0,-1 0 0,1 0 0,1 0 0,25-4 0,-17 2 0,-3 1 0,0-1 0,0-1 0,0 0 0,-1 0 0,1 0 0,-1 0 0,0-1 0,0 0 0,11-10 0,-15 13 0,-1-1 0,1 0 0,0 0 0,0 0 0,-1 0 0,1 0 0,-1 0 0,1 0 0,-1 0 0,0-1 0,0 1 0,0-1 0,0 1 0,0-1 0,-1 1 0,1-1 0,-1 1 0,0-1 0,0 1 0,0-1 0,0 0 0,0 1 0,0-1 0,-1 1 0,1-1 0,-1 0 0,1 1 0,-1 0 0,0-1 0,-2-2 0,2 2 0,-1 1 0,0-1 0,1 1 0,-1 0 0,0 0 0,0 0 0,0 0 0,-1 0 0,1 0 0,0 0 0,-1 1 0,1-1 0,-1 1 0,1 0 0,-1 0 0,0 0 0,0 0 0,1 0 0,-1 0 0,0 1 0,0 0 0,0-1 0,0 1 0,0 0 0,1 0 0,-1 1 0,0-1 0,0 0 0,0 1 0,0 0 0,-4 1 0,0 1 0,-1 0 0,1 0 0,0 1 0,0-1 0,0 2 0,0-1 0,1 1 0,0 0 0,0 0 0,-7 8 0,8-7 0,0 1 0,0-1 0,1 1 0,0 0 0,0 1 0,0-1 0,1 1 0,0-1 0,1 1 0,0 0 0,-2 14 0,3-18 0,1 0 0,0 0 0,0-1 0,1 1 0,-1 0 0,1-1 0,-1 1 0,1 0 0,0-1 0,1 1 0,-1-1 0,0 0 0,1 1 0,0-1 0,0 0 0,0 0 0,0 0 0,0 0 0,1 0 0,0-1 0,-1 1 0,1-1 0,0 1 0,0-1 0,0 0 0,0 0 0,7 3 0,-4-3-195,-1 0 0,1 0 0,0-1 0,-1 0 0,1 1 0,11-1 0,7-1-6631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51.720"/>
    </inkml:context>
    <inkml:brush xml:id="br0">
      <inkml:brushProperty name="width" value="0.05" units="cm"/>
      <inkml:brushProperty name="height" value="0.05" units="cm"/>
    </inkml:brush>
  </inkml:definitions>
  <inkml:trace contextRef="#ctx0" brushRef="#br0">195 69 24575,'15'-13'0,"-12"11"0,0 0 0,-1 0 0,1 0 0,-1 0 0,0-1 0,0 1 0,1-1 0,-2 1 0,1-1 0,0 0 0,0 1 0,-1-1 0,3-6 0,-4 8 0,0 0 0,-1 1 0,1-1 0,0 0 0,0 1 0,0-1 0,-1 0 0,1 1 0,0-1 0,-1 0 0,1 1 0,0-1 0,-1 1 0,1-1 0,-1 0 0,1 1 0,-1-1 0,1 1 0,-1 0 0,1-1 0,-1 1 0,0-1 0,1 1 0,-1 0 0,0-1 0,1 1 0,-1 0 0,0 0 0,1 0 0,-1-1 0,0 1 0,0 0 0,1 0 0,-1 0 0,0 0 0,1 0 0,-1 0 0,-1 1 0,-30 3 0,25-3 0,-1 1 0,1 1 0,0-1 0,0 1 0,0 1 0,0-1 0,0 1 0,1 0 0,-13 11 0,17-14 0,1 1 0,-1 0 0,0 0 0,0 0 0,1 1 0,0-1 0,-1 0 0,1 1 0,0-1 0,0 0 0,0 1 0,0-1 0,1 1 0,-1 0 0,1-1 0,-1 1 0,1 0 0,0-1 0,0 1 0,0 0 0,0-1 0,1 1 0,-1-1 0,1 1 0,-1 0 0,1-1 0,0 1 0,0-1 0,0 1 0,1-1 0,-1 0 0,2 3 0,4 4 0,0-1 0,0 0 0,1 0 0,-1-1 0,2 0 0,-1 0 0,1-1 0,0 0 0,14 6 0,-22-11 0,0-1 0,0 1 0,0-1 0,0 0 0,0 1 0,0 0 0,-1-1 0,1 1 0,0-1 0,0 1 0,-1 0 0,1 0 0,-1-1 0,1 1 0,0 0 0,-1 0 0,1 0 0,-1 0 0,1 1 0,-1-2 0,-1 0 0,1 1 0,0-1 0,0 1 0,-1-1 0,1 1 0,0-1 0,0 0 0,-1 1 0,1-1 0,0 1 0,-1-1 0,1 0 0,-1 0 0,1 1 0,-1-1 0,1 0 0,0 0 0,-1 1 0,1-1 0,-1 0 0,1 0 0,-1 0 0,1 0 0,-1 0 0,-40 5 0,23-5 55,-13 2-765,-60-7 0,75 2-6116</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52.023"/>
    </inkml:context>
    <inkml:brush xml:id="br0">
      <inkml:brushProperty name="width" value="0.05" units="cm"/>
      <inkml:brushProperty name="height" value="0.05" units="cm"/>
    </inkml:brush>
  </inkml:definitions>
  <inkml:trace contextRef="#ctx0" brushRef="#br0">137 84 24575,'4'-8'0,"-1"0"0,0 0 0,0 0 0,2-13 0,-4 20 0,-1 1 0,0-1 0,1 0 0,-1 0 0,0 0 0,0 0 0,0 0 0,0 0 0,0 0 0,0 0 0,0 0 0,0 0 0,0 0 0,0 0 0,-1 1 0,1-1 0,0 0 0,-1 0 0,1 0 0,0 0 0,-1 0 0,1 1 0,-1-1 0,0 0 0,1 0 0,-1 1 0,1-1 0,-1 0 0,0 1 0,0-1 0,1 1 0,-1-1 0,0 1 0,0-1 0,0 1 0,0-1 0,1 1 0,-1 0 0,0 0 0,0-1 0,0 1 0,0 0 0,0 0 0,0 0 0,0 0 0,0 0 0,0 0 0,0 0 0,0 0 0,0 1 0,1-1 0,-1 0 0,0 0 0,-2 2 0,1-2 0,-1 1 0,0-1 0,0 1 0,0 0 0,1 0 0,-1 0 0,0 0 0,1 1 0,-1-1 0,1 1 0,0 0 0,-1 0 0,1-1 0,0 1 0,0 1 0,0-1 0,0 0 0,1 0 0,-1 1 0,1-1 0,-1 1 0,1-1 0,0 1 0,0 0 0,0-1 0,0 1 0,0 0 0,1 0 0,-1 0 0,1 3 0,0 9 0,1-1 0,0 0 0,1 1 0,0-1 0,6 16 0,3 29 0,-10-57 18,-1 1 0,0-1 0,-1 1 0,1-1 0,0 0 0,-1 1 0,1-1 0,-1 1 0,0-1 0,0 0 0,0 1 0,0-1 0,0 0 0,0 0 0,-1 0 0,1 0 0,-1 0 0,-2 2 0,1 0-232,-1-1 1,0 0 0,0 0-1,-1 0 1,1-1 0,-1 0-1,-9 4 1,-19 4-6613</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6:57.987"/>
    </inkml:context>
    <inkml:brush xml:id="br0">
      <inkml:brushProperty name="width" value="0.05" units="cm"/>
      <inkml:brushProperty name="height" value="0.05" units="cm"/>
    </inkml:brush>
  </inkml:definitions>
  <inkml:trace contextRef="#ctx0" brushRef="#br0">0 0 24159,'0'1700'0,"4056"-1700"0,-4056-1700 0,-4056 1700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00.102"/>
    </inkml:context>
    <inkml:brush xml:id="br0">
      <inkml:brushProperty name="width" value="0.05" units="cm"/>
      <inkml:brushProperty name="height" value="0.05" units="cm"/>
    </inkml:brush>
  </inkml:definitions>
  <inkml:trace contextRef="#ctx0" brushRef="#br0">530 41 24575,'0'-2'0,"0"1"0,0-1 0,-1 0 0,1 1 0,-1-1 0,1 0 0,-1 1 0,0-1 0,1 1 0,-1-1 0,0 1 0,0-1 0,0 1 0,0 0 0,0 0 0,-1-1 0,1 1 0,0 0 0,-1 0 0,1 0 0,0 0 0,-1 0 0,1 0 0,-1 1 0,1-1 0,-1 1 0,0-1 0,1 1 0,-1-1 0,0 1 0,-2-1 0,-5 0 0,-1 0 0,1 0 0,-1 1 0,-11 1 0,-10 1 0,0 2 0,0 2 0,1 0 0,-50 19 0,60-17 0,0 0 0,1 1 0,0 1 0,1 1 0,0 1 0,1 0 0,-29 26 0,41-32 0,0-1 0,0 1 0,0 0 0,1 0 0,0 0 0,0 0 0,1 1 0,-1 0 0,1-1 0,1 1 0,-1 1 0,1-1 0,1 0 0,-1 0 0,1 1 0,1-1 0,-1 1 0,1-1 0,0 0 0,1 1 0,0-1 0,0 1 0,0-1 0,1 0 0,0 0 0,1 0 0,0 0 0,0 0 0,0 0 0,1-1 0,0 1 0,0-1 0,0 0 0,9 8 0,-1-3 0,0-1 0,1 0 0,0-1 0,0 0 0,1-1 0,0-1 0,1 0 0,0-1 0,0 0 0,0-1 0,19 3 0,-7-3 0,-1-1 0,1-1 0,1-1 0,-1-1 0,49-6 0,-66 4 86,-1-1-1,0 0 0,12-4 1,-18 5-208,0 0 0,-1 0 0,1-1 0,0 1 0,-1-1 0,1 1 0,-1-1 0,1 0 0,-1 0 1,0 0-1,0-1 0,1 1 0,1-5 0,2-4-6704</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01.478"/>
    </inkml:context>
    <inkml:brush xml:id="br0">
      <inkml:brushProperty name="width" value="0.05" units="cm"/>
      <inkml:brushProperty name="height" value="0.05" units="cm"/>
    </inkml:brush>
  </inkml:definitions>
  <inkml:trace contextRef="#ctx0" brushRef="#br0">25 36 24575,'-2'0'0,"0"0"0,0 0 0,0 0 0,0-1 0,0 1 0,0 0 0,0-1 0,0 0 0,-3-1 0,5 2 0,0 0 0,0 0 0,0 0 0,0 0 0,0 0 0,0 0 0,-1 0 0,1 0 0,0 0 0,0-1 0,0 1 0,0 0 0,0 0 0,0 0 0,0 0 0,0 0 0,0 0 0,0 0 0,0 0 0,0 0 0,0 0 0,0-1 0,0 1 0,0 0 0,0 0 0,0 0 0,0 0 0,0 0 0,0 0 0,0 0 0,0 0 0,0 0 0,0 0 0,0-1 0,0 1 0,0 0 0,0 0 0,0 0 0,0 0 0,0 0 0,0 0 0,0 0 0,0 0 0,0 0 0,0 0 0,1 0 0,-1-1 0,0 1 0,0 0 0,0 0 0,0 0 0,0 0 0,0 0 0,0 0 0,0 0 0,0 0 0,15-3 0,308-11 0,-320 14 0,38 0 0,-19 1 0,0-2 0,22-3 0,-44 4 1,1 0-61,-1 0 1,1 0-1,-1 0 1,1 0 0,0 0-1,-1 0 1,1 0 0,-1 0-1,1-1 1,-1 1-1,1 0 1,-1 0 0,1-1-1,-1 1 1,1 0 0,-1-1-1,1 1 1,-1 0-1,1-1 1,-1 1 0,0-1-1,1 0 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01.694"/>
    </inkml:context>
    <inkml:brush xml:id="br0">
      <inkml:brushProperty name="width" value="0.05" units="cm"/>
      <inkml:brushProperty name="height" value="0.05" units="cm"/>
    </inkml:brush>
  </inkml:definitions>
  <inkml:trace contextRef="#ctx0" brushRef="#br0">1 0 24575,'7'207'0,"0"-8"0,-7-178 72,2 49 173,-2-64-432,1 0 0,0 1 0,0-1 0,1 0 1,0 0-1,0 0 0,0 0 0,4 7 0,1-4-6639</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02.576"/>
    </inkml:context>
    <inkml:brush xml:id="br0">
      <inkml:brushProperty name="width" value="0.05" units="cm"/>
      <inkml:brushProperty name="height" value="0.05" units="cm"/>
    </inkml:brush>
  </inkml:definitions>
  <inkml:trace contextRef="#ctx0" brushRef="#br0">71 245 24575,'0'0'0,"0"0"0,0-1 0,0 1 0,0-1 0,0 1 0,-1 0 0,1-1 0,0 1 0,0 0 0,0-1 0,0 1 0,0 0 0,-1-1 0,1 1 0,0 0 0,0-1 0,0 1 0,-1 0 0,1 0 0,0-1 0,-1 1 0,1 0 0,0 0 0,0-1 0,-1 1 0,1 0 0,0 0 0,-1 0 0,1 0 0,-1-1 0,1 1 0,0 0 0,-1 0 0,1 0 0,0 0 0,-1 0 0,1 0 0,-1 0 0,1 0 0,0 0 0,-1 0 0,1 0 0,0 0 0,-1 1 0,1-1 0,0 0 0,-1 0 0,1 0 0,-1 1 0,-17 9 0,14-3 0,0-1 0,0 1 0,1-1 0,-1 1 0,1 0 0,1 1 0,0-1 0,0 0 0,0 1 0,-1 9 0,0 13 0,2 37 0,1-56 0,-1 13 0,0-12 0,1 0 0,1 0 0,-1 0 0,4 14 0,-4-26 0,0-1 0,0 1 0,1 0 0,-1 0 0,0 0 0,0-1 0,0 1 0,0 0 0,1 0 0,-1 0 0,0-1 0,0 1 0,0 0 0,1 0 0,-1 0 0,0 0 0,0 0 0,1-1 0,-1 1 0,0 0 0,0 0 0,1 0 0,-1 0 0,0 0 0,0 0 0,1 0 0,-1 0 0,0 0 0,0 0 0,1 0 0,-1 0 0,0 0 0,0 0 0,1 0 0,-1 0 0,0 1 0,0-1 0,1 0 0,-1 0 0,0 0 0,0 0 0,1 0 0,-1 1 0,0-1 0,0 0 0,0 0 0,0 0 0,1 1 0,-1-1 0,0 0 0,0 0 0,0 0 0,0 1 0,0-1 0,0 0 0,0 0 0,1 1 0,-1-1 0,8-23 0,6-49 0,6-76 0,-12 75 0,18-75 0,-24 139 0,1 0 0,0 0 0,0 1 0,9-17 0,-11 24 0,-1 0 0,1 0 0,-1 0 0,1 0 0,0 0 0,-1 0 0,1 0 0,0 0 0,0 0 0,0 0 0,0 0 0,0 1 0,0-1 0,0 0 0,0 1 0,0-1 0,0 1 0,0-1 0,0 1 0,0-1 0,1 1 0,-1 0 0,0-1 0,0 1 0,0 0 0,1 0 0,-1 0 0,0 0 0,0 0 0,0 0 0,1 1 0,-1-1 0,0 0 0,0 0 0,0 1 0,1-1 0,-1 1 0,0-1 0,0 1 0,0 0 0,0-1 0,0 1 0,0 0 0,0 0 0,0-1 0,-1 1 0,3 2 0,3 4 0,0 1 0,0-1 0,0 1 0,-1 0 0,8 18 0,16 48 0,-18-41 0,18 53 0,8 24 0,-31-149 0,-1 13 0,1-1 0,1 1 0,1 0 0,16-33 0,-17 44 0,1 0 0,0 0 0,1 1 0,1 1 0,0-1 0,1 1 0,1 1 0,15-14 0,-24 24 0,-1 0 0,1 0 0,-1 0 0,1 1 0,0-1 0,0 1 0,0-1 0,0 1 0,0 0 0,0 0 0,0 0 0,0 1 0,0-1 0,0 1 0,1 0 0,-1 0 0,0 0 0,0 0 0,5 1 0,-4 0 0,-1 1 0,1-1 0,-1 1 0,1 0 0,-1 0 0,1 0 0,-1 0 0,0 0 0,0 1 0,0-1 0,-1 1 0,1 0 0,0 0 0,-1 0 0,3 6 0,6 8 0,-2 2 0,0-1 0,-1 1 0,9 34 0,13 82 0,-8 26-1365,-20-145-5461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03.206"/>
    </inkml:context>
    <inkml:brush xml:id="br0">
      <inkml:brushProperty name="width" value="0.05" units="cm"/>
      <inkml:brushProperty name="height" value="0.05" units="cm"/>
    </inkml:brush>
  </inkml:definitions>
  <inkml:trace contextRef="#ctx0" brushRef="#br0">346 209 24575,'3'-3'0,"0"0"0,-1 0 0,1 0 0,-1 0 0,0 0 0,0-1 0,0 1 0,0-1 0,-1 1 0,0-1 0,1 0 0,-1 1 0,0-1 0,-1 0 0,1 0 0,-1 0 0,1 0 0,-1 0 0,0 1 0,-1-1 0,1 0 0,-1 0 0,1 0 0,-1 0 0,0 1 0,-1-1 0,1 0 0,-1 1 0,0-1 0,1 1 0,-6-7 0,2 3 0,0 1 0,0-1 0,-1 1 0,0 1 0,0-1 0,0 1 0,-1 0 0,0 0 0,0 1 0,0-1 0,0 2 0,-1-1 0,0 1 0,-8-2 0,0 1 0,0 1 0,0 1 0,0 0 0,-1 2 0,-22 1 0,32-1 0,1 1 0,-1 0 0,0 0 0,1 0 0,-1 1 0,1 0 0,0 0 0,0 1 0,0 0 0,0 0 0,0 0 0,0 1 0,1 0 0,0 0 0,-10 9 0,12-9 0,1 0 0,-1 0 0,1 0 0,0 0 0,0 0 0,0 0 0,1 1 0,-1-1 0,1 1 0,0-1 0,0 1 0,1 0 0,-1-1 0,1 1 0,0 0 0,0-1 0,1 1 0,-1 0 0,1-1 0,0 1 0,0 0 0,1-1 0,0 0 0,3 9 0,1-3 0,-1 0 0,1-1 0,1 0 0,-1 0 0,2 0 0,-1-1 0,1 0 0,0 0 0,13 8 0,9 3 0,1-1 0,56 23 0,-53-27 0,-1 2 0,43 28 0,-73-42 0,0 0 0,0 1 0,1-1 0,-1 1 0,-1 0 0,1 0 0,0 0 0,-1 0 0,0 0 0,1 0 0,-1 1 0,0-1 0,-1 1 0,1 0 0,-1 0 0,2 3 0,-3-4 0,0 0 0,0 0 0,0-1 0,0 1 0,-1 0 0,1-1 0,-1 1 0,0 0 0,1-1 0,-1 1 0,0-1 0,0 1 0,-1-1 0,1 0 0,-1 1 0,1-1 0,-1 0 0,1 0 0,-1 0 0,0 0 0,0 0 0,0-1 0,0 1 0,-4 2 0,-3 2 0,-1-1 0,0 1 0,-1-2 0,1 1 0,-1-1 0,0-1 0,0 0 0,0-1 0,-16 2 0,9-2 0,1-1 0,0-1 0,0-1 0,-1 0 0,-26-6 0,35 5-97,0 0-1,0-1 1,0-1-1,0 1 1,1-1-1,-1-1 1,1 0-1,0 0 1,0 0-1,1-1 1,-1 0-1,1-1 0,-7-9 1,2-1-6729</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09.804"/>
    </inkml:context>
    <inkml:brush xml:id="br0">
      <inkml:brushProperty name="width" value="0.05" units="cm"/>
      <inkml:brushProperty name="height" value="0.05" units="cm"/>
    </inkml:brush>
  </inkml:definitions>
  <inkml:trace contextRef="#ctx0" brushRef="#br0">0 1 24586,'1969'94'0,"-2132"-185"0,326 182 0,-334-15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13.657"/>
    </inkml:context>
    <inkml:brush xml:id="br0">
      <inkml:brushProperty name="width" value="0.05" units="cm"/>
      <inkml:brushProperty name="height" value="0.05" units="cm"/>
    </inkml:brush>
  </inkml:definitions>
  <inkml:trace contextRef="#ctx0" brushRef="#br0">1 0 24493,'0'1168'0,"3069"-1168"0,-3069-1168 0,-3069 1168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14.623"/>
    </inkml:context>
    <inkml:brush xml:id="br0">
      <inkml:brushProperty name="width" value="0.05" units="cm"/>
      <inkml:brushProperty name="height" value="0.05" units="cm"/>
    </inkml:brush>
  </inkml:definitions>
  <inkml:trace contextRef="#ctx0" brushRef="#br0">248 79 24575,'7'-2'0,"0"-1"0,-1 1 0,1 1 0,12-2 0,-15 3 0,0 0 0,0-1 0,0 0 0,0 1 0,0-1 0,0 0 0,-1-1 0,1 1 0,0-1 0,-1 0 0,1 0 0,0 0 0,-1 0 0,0 0 0,0-1 0,0 0 0,3-3 0,-5 6 0,-1-1 0,1 0 0,-1 1 0,0-1 0,1 0 0,-1 1 0,0-1 0,1 0 0,-1 1 0,0-1 0,0 0 0,0 0 0,0 0 0,0 1 0,0-1 0,0 0 0,0 0 0,0 1 0,0-1 0,0 0 0,0 0 0,-1 1 0,1-1 0,0 0 0,-1 1 0,1-1 0,0 0 0,-1 1 0,1-1 0,-1 0 0,1 1 0,-1-1 0,1 1 0,-1-1 0,1 1 0,-1-1 0,0 1 0,1-1 0,-1 1 0,0 0 0,1-1 0,-1 1 0,0 0 0,1 0 0,-2-1 0,-3-1 0,0 1 0,0-1 0,0 1 0,0 0 0,-7 0 0,-1 0 0,0 2 0,0 0 0,-1 0 0,1 1 0,1 1 0,-1 0 0,0 0 0,1 2 0,-1 0 0,1 0 0,0 1 0,1 0 0,0 1 0,0 0 0,0 1 0,1 0 0,0 1 0,0 0 0,-12 16 0,15-16 0,0-1 0,0 1 0,1 1 0,0-1 0,1 1 0,0 0 0,1 1 0,0-1 0,0 1 0,1 0 0,1 0 0,0 0 0,0 0 0,1 0 0,0 0 0,1 0 0,1 0 0,-1 0 0,2 1 0,0-1 0,0 0 0,1-1 0,5 14 0,-5-16 19,1-1 0,0 0 0,0 0 0,1 0 0,0-1 0,0 1 0,1-1 0,0 0 0,0-1 0,0 1 0,0-1 0,1-1 0,0 1 0,0-1 0,1 0 0,-1-1 0,14 5 0,-7-4-209,1 0 0,0-1 1,0 0-1,0-2 0,0 0 1,0 0-1,0-1 1,26-4-1,4-4-6636</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15.096"/>
    </inkml:context>
    <inkml:brush xml:id="br0">
      <inkml:brushProperty name="width" value="0.05" units="cm"/>
      <inkml:brushProperty name="height" value="0.05" units="cm"/>
    </inkml:brush>
  </inkml:definitions>
  <inkml:trace contextRef="#ctx0" brushRef="#br0">49 229 24575,'-1'15'0,"-1"-1"0,-1 1 0,0 0 0,-1-1 0,-6 14 0,4-12 0,1-1 0,0 1 0,2 0 0,-4 32 0,10-39 0,3-14 0,5-16 0,43-138 0,-37 102 0,39-88 0,-52 138 0,0-1 0,0 1 0,1 0 0,0 0 0,6-7 0,-11 13 0,1 0 0,0 0 0,0 0 0,0 1 0,0-1 0,-1 0 0,1 0 0,0 1 0,1-1 0,-1 0 0,0 1 0,0-1 0,0 1 0,0-1 0,0 1 0,0 0 0,1-1 0,-1 1 0,0 0 0,0 0 0,1 0 0,-1 0 0,0 0 0,0 0 0,0 0 0,1 1 0,-1-1 0,0 0 0,0 1 0,0-1 0,0 0 0,1 1 0,-1 0 0,0-1 0,0 1 0,0 0 0,0-1 0,0 1 0,0 0 0,-1 0 0,1 0 0,0 0 0,0 0 0,0 1 0,4 5 0,0 1 0,-1 0 0,1 0 0,-2 0 0,1 0 0,-1 1 0,2 10 0,11 68 0,-11-55 0,6 28 0,0-7 0,6 109 0,-18-145-1365,-2-5-5461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15.271"/>
    </inkml:context>
    <inkml:brush xml:id="br0">
      <inkml:brushProperty name="width" value="0.05" units="cm"/>
      <inkml:brushProperty name="height" value="0.05" units="cm"/>
    </inkml:brush>
  </inkml:definitions>
  <inkml:trace contextRef="#ctx0" brushRef="#br0">3 9 24575,'-2'0'0,"1"0"0,6 0 0,4 0 0,5 0 0,7 0 0,5 0 0,3 0 0,2-3 0,2 0 0,-6 1-8191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15.707"/>
    </inkml:context>
    <inkml:brush xml:id="br0">
      <inkml:brushProperty name="width" value="0.05" units="cm"/>
      <inkml:brushProperty name="height" value="0.05" units="cm"/>
    </inkml:brush>
  </inkml:definitions>
  <inkml:trace contextRef="#ctx0" brushRef="#br0">207 151 24575,'9'-17'0,"-1"4"0,-2 0 0,8-19 0,-13 29 0,0 1 0,0-1 0,0 1 0,-1-1 0,1 0 0,-1 1 0,0-1 0,1 0 0,-1 1 0,-1-1 0,1 0 0,0 1 0,-1-1 0,1 0 0,-1 1 0,0-1 0,1 1 0,-1-1 0,-2-3 0,1 4 0,0 0 0,0 0 0,0 1 0,0-1 0,-1 1 0,1-1 0,0 1 0,-1 0 0,1 0 0,-1 0 0,1 0 0,-1 0 0,1 1 0,-1-1 0,0 1 0,1-1 0,-1 1 0,0 0 0,1 0 0,-4 1 0,-6 0 0,-1 0 0,-22 6 0,26-4 0,-1-1 0,1 2 0,0-1 0,0 1 0,0 1 0,0-1 0,1 1 0,0 1 0,-8 6 0,13-10 0,0 1 0,1 0 0,-1-1 0,1 1 0,0 0 0,0 0 0,0 1 0,0-1 0,0 0 0,1 1 0,-1-1 0,1 0 0,0 1 0,0 0 0,0-1 0,1 1 0,-1 0 0,1-1 0,0 1 0,0 0 0,0-1 0,1 1 0,-1 0 0,1-1 0,0 1 0,0 0 0,1 3 0,1-1 0,1 1 0,-1-1 0,1 0 0,0 0 0,0-1 0,0 1 0,1-1 0,0 0 0,0 0 0,0 0 0,1-1 0,6 5 0,13 6 0,44 20 0,-25-14 0,-38-17 0,1-1 0,-1 1 0,1 0 0,-1 1 0,0 0 0,9 10 0,-14-14 0,0 0 0,0 1 0,0-1 0,0 0 0,0 1 0,-1-1 0,1 0 0,-1 1 0,1-1 0,-1 1 0,0-1 0,1 1 0,-1-1 0,0 1 0,0-1 0,0 1 0,0 0 0,0-1 0,0 1 0,-1-1 0,1 1 0,0-1 0,-1 1 0,1-1 0,-1 0 0,0 1 0,1-1 0,-1 1 0,0-1 0,0 0 0,0 0 0,0 1 0,0-1 0,0 0 0,0 0 0,0 0 0,0 0 0,-1 0 0,-1 0 0,-5 5 0,0-1 0,-1 0 0,0 0 0,0-1 0,-1 0 0,1-1 0,-1 0 0,0 0 0,0-1 0,0-1 0,0 1 0,0-2 0,0 1 0,0-1 0,0-1 0,0 0 0,0 0 0,-18-6 0,26 6-124,-1 0 0,0 0 0,1 0 0,-1-1 0,1 1 0,-1-1-1,1 0 1,0 0 0,0 0 0,-2-2 0,-4-7-6702</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30.226"/>
    </inkml:context>
    <inkml:brush xml:id="br0">
      <inkml:brushProperty name="width" value="0.05" units="cm"/>
      <inkml:brushProperty name="height" value="0.05" units="cm"/>
    </inkml:brush>
  </inkml:definitions>
  <inkml:trace contextRef="#ctx0" brushRef="#br0">0 0 24568,'0'965'0,"1838"-965"0,-1838-965 0,-1838 965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24.154"/>
    </inkml:context>
    <inkml:brush xml:id="br0">
      <inkml:brushProperty name="width" value="0.05" units="cm"/>
      <inkml:brushProperty name="height" value="0.05" units="cm"/>
    </inkml:brush>
  </inkml:definitions>
  <inkml:trace contextRef="#ctx0" brushRef="#br0">0 1 24575,'95'-1'0,"398"20"0,-456-13-1365</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24.582"/>
    </inkml:context>
    <inkml:brush xml:id="br0">
      <inkml:brushProperty name="width" value="0.05" units="cm"/>
      <inkml:brushProperty name="height" value="0.05" units="cm"/>
    </inkml:brush>
  </inkml:definitions>
  <inkml:trace contextRef="#ctx0" brushRef="#br0">31 0 24575,'-14'217'0,"1"-51"0,12-156 0,0-7 0,1 0 0,-1 1 0,1-1 0,0 0 0,0 0 0,0 0 0,0 0 0,1 1 0,-1-1 0,1 0 0,0 0 0,0 0 0,2 5 0,-3-8-19,1 0 0,-1 0 0,0 0 0,0 0 0,1 0 0,-1 0 0,0 0 0,1 0 0,-1 0 0,0 0 0,0 0 0,1 0 0,-1-1 0,0 1 0,1 0 0,-1 0 0,0 0 0,0 0 0,1-1 0,-1 1 0,0 0 0,0 0 0,0 0 0,1-1 0,-1 1 0,0 0 0,0 0 0,0-1 0,0 1 0,0 0 0,1-1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25.799"/>
    </inkml:context>
    <inkml:brush xml:id="br0">
      <inkml:brushProperty name="width" value="0.05" units="cm"/>
      <inkml:brushProperty name="height" value="0.05" units="cm"/>
    </inkml:brush>
  </inkml:definitions>
  <inkml:trace contextRef="#ctx0" brushRef="#br0">145 215 24575,'0'1'0,"1"-1"0,0 0 0,-1 0 0,1 0 0,0 0 0,-1 0 0,1-1 0,0 1 0,-1 0 0,1 0 0,0 0 0,-1-1 0,1 1 0,0 0 0,-1 0 0,1-1 0,-1 1 0,1-1 0,0 1 0,-1 0 0,1-1 0,-1 1 0,1-1 0,-1 1 0,0-1 0,1 0 0,-1 1 0,0-1 0,1 1 0,-1-1 0,0 0 0,1 1 0,-1-1 0,0 0 0,0 1 0,0-1 0,0 0 0,0 1 0,0-1 0,0 0 0,0 0 0,0 1 0,0-2 0,0 1 0,-1-1 0,1 1 0,-1-1 0,1 1 0,-1-1 0,1 1 0,-1 0 0,0-1 0,0 1 0,1 0 0,-1-1 0,0 1 0,0 0 0,0 0 0,-1 0 0,1 0 0,0 0 0,-2-1 0,-1 0 0,1 1 0,0-1 0,0 1 0,-1 0 0,1 0 0,-1 1 0,1-1 0,-1 1 0,1-1 0,-1 1 0,1 0 0,-1 0 0,0 1 0,1-1 0,-1 1 0,1 0 0,0 0 0,-1 0 0,1 0 0,0 0 0,-1 1 0,-5 3 0,5-2 0,0 1 0,0-1 0,0 1 0,0 0 0,0 0 0,1 0 0,0 1 0,0-1 0,0 1 0,0-1 0,1 1 0,0 0 0,0 0 0,-2 7 0,1 0 0,0 0 0,1 0 0,0 0 0,1 0 0,0 21 0,1-31 0,0 1 0,1-1 0,-1 0 0,0 1 0,1-1 0,-1 0 0,1 0 0,0 0 0,-1 1 0,1-1 0,0 0 0,1 0 0,-1 0 0,0 0 0,0 0 0,1-1 0,-1 1 0,1 0 0,0-1 0,-1 1 0,1-1 0,0 1 0,0-1 0,0 0 0,0 0 0,0 0 0,0 0 0,0 0 0,1 0 0,-1 0 0,0-1 0,0 1 0,1-1 0,-1 0 0,0 0 0,0 0 0,4 0 0,0-1 0,0 0 0,0 0 0,0-1 0,-1 0 0,1 0 0,0 0 0,-1 0 0,0-1 0,0 0 0,0 0 0,0-1 0,0 1 0,-1-1 0,1 0 0,3-5 0,3-3 0,0-1 0,-1 1 0,-1-2 0,10-18 0,-9 10 0,-1 0 0,-1 0 0,-1-1 0,6-35 0,-7 23 0,2-47 0,-9 418 0,6-286-1365,-2-32-5461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26.177"/>
    </inkml:context>
    <inkml:brush xml:id="br0">
      <inkml:brushProperty name="width" value="0.05" units="cm"/>
      <inkml:brushProperty name="height" value="0.05" units="cm"/>
    </inkml:brush>
  </inkml:definitions>
  <inkml:trace contextRef="#ctx0" brushRef="#br0">52 133 24575,'-5'0'0,"-10"0"0,14-2 0,9-1 0,5-1 0,-1 0 0,0-1 0,21-12 0,-29 14 0,0 1 0,-1-1 0,1 0 0,-1 0 0,1 0 0,-1 0 0,0-1 0,-1 1 0,1-1 0,0 0 0,-1 1 0,0-1 0,0 0 0,3-8 0,-5 10 0,1 1 0,-1 0 0,0 0 0,0 0 0,1 0 0,-1 0 0,0-1 0,0 1 0,0 0 0,0 0 0,0 0 0,0 0 0,0-1 0,-1 1 0,1 0 0,0 0 0,-1 0 0,1 0 0,-1 0 0,1 0 0,-1 0 0,1 0 0,-1 0 0,0 0 0,1 0 0,-1 0 0,0 0 0,0 0 0,0 1 0,0-1 0,0 0 0,0 0 0,0 1 0,0-1 0,0 1 0,0-1 0,0 1 0,0 0 0,0-1 0,0 1 0,-1 0 0,1 0 0,0 0 0,-2-1 0,-1 1 0,0 0 0,-1 0 0,1 0 0,0 1 0,0-1 0,0 1 0,0 0 0,0 0 0,0 0 0,0 1 0,-6 2 0,4 1 25,0-1-1,0 1 0,1 0 1,-1 0-1,1 1 1,0 0-1,1 0 0,-1 0 1,1 0-1,0 1 0,1-1 1,0 1-1,-3 9 1,4-13-82,1 1 0,0-1 0,0 0 0,1 1 0,-1-1 0,1 1 0,0-1 0,0 1 1,0 0-1,0-1 0,0 1 0,1-1 0,-1 1 0,1-1 0,0 0 0,0 1 0,1-1 1,-1 0-1,1 1 0,-1-1 0,1 0 0,0 0 0,0-1 0,0 1 0,1 0 1,-1-1-1,1 1 0,-1-1 0,6 4 0,7 3-6769</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26.523"/>
    </inkml:context>
    <inkml:brush xml:id="br0">
      <inkml:brushProperty name="width" value="0.05" units="cm"/>
      <inkml:brushProperty name="height" value="0.05" units="cm"/>
    </inkml:brush>
  </inkml:definitions>
  <inkml:trace contextRef="#ctx0" brushRef="#br0">106 19 24575,'10'-16'0,"-13"14"0,-7 6 0,3 1 0,0-1 0,0 1 0,1 0 0,0 1 0,0 0 0,0 0 0,1 0 0,-1 0 0,2 1 0,-5 8 0,7-12 0,0 1 0,1-1 0,-1 1 0,1-1 0,0 1 0,1 0 0,-1 0 0,0 0 0,1 0 0,0-1 0,0 1 0,0 0 0,1 0 0,-1 0 0,1 0 0,0-1 0,0 1 0,0 0 0,0-1 0,1 1 0,0-1 0,-1 1 0,4 4 0,4 4 0,-4-5 0,0 0 0,-1 1 0,1-1 0,-1 1 0,-1 0 0,4 11 0,-6-18 0,-1 0 0,0 1 0,0-1 0,0 1 0,0-1 0,0 1 0,0-1 0,0 1 0,0-1 0,-1 0 0,1 1 0,0-1 0,-1 1 0,1-1 0,-1 0 0,1 0 0,-1 1 0,-1 0 0,1 0 0,-1 0 0,0-1 0,0 1 0,0-1 0,0 0 0,0 1 0,0-1 0,0 0 0,0 0 0,0-1 0,-1 1 0,1 0 0,0-1 0,-4 1 0,-23 2-1365,17-3-5461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26.785"/>
    </inkml:context>
    <inkml:brush xml:id="br0">
      <inkml:brushProperty name="width" value="0.05" units="cm"/>
      <inkml:brushProperty name="height" value="0.05" units="cm"/>
    </inkml:brush>
  </inkml:definitions>
  <inkml:trace contextRef="#ctx0" brushRef="#br0">29 2 24575,'0'0'0,"0"-1"0,0 1 0,0 0 0,0 0 0,0 0 0,0 0 0,0 0 0,0 0 0,0 0 0,0 0 0,0 0 0,0 0 0,1 0 0,-1 0 0,0 0 0,0-1 0,0 1 0,0 0 0,0 0 0,0 0 0,0 0 0,0 0 0,0 0 0,0 0 0,0 0 0,1 0 0,-1 0 0,0 0 0,0 0 0,0 0 0,0 0 0,0 0 0,0 0 0,0 0 0,0 0 0,0 0 0,0 0 0,1 0 0,-1 0 0,0 0 0,0 0 0,0 0 0,0 0 0,0 0 0,0 1 0,0-1 0,0 0 0,0 0 0,0 0 0,0 0 0,0 0 0,0 0 0,0 0 0,1 0 0,-1 0 0,0 0 0,0 0 0,0 0 0,0 1 0,0-1 0,0 9 0,-6 15 0,6-20 0,-10 44 0,2 2 0,3-1 0,2 0 0,4 65 0,-1-109-170,0 0-1,1 0 0,0 0 1,0 0-1,0 0 0,0 0 1,4 8-1,1-4-6655</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26.934"/>
    </inkml:context>
    <inkml:brush xml:id="br0">
      <inkml:brushProperty name="width" value="0.05" units="cm"/>
      <inkml:brushProperty name="height" value="0.05" units="cm"/>
    </inkml:brush>
  </inkml:definitions>
  <inkml:trace contextRef="#ctx0" brushRef="#br0">12 103 24575,'-3'-9'0,"0"-5"0,0-3 0,1-1 0,3 3 0,5 4 0,5 3 0,3 4 0,3 3 0,1 0 0,2-1 0,-2 0-8191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31.708"/>
    </inkml:context>
    <inkml:brush xml:id="br0">
      <inkml:brushProperty name="width" value="0.05" units="cm"/>
      <inkml:brushProperty name="height" value="0.05" units="cm"/>
    </inkml:brush>
  </inkml:definitions>
  <inkml:trace contextRef="#ctx0" brushRef="#br0">129 9 24575,'8'-3'0,"6"-2"0,-14 5 0,1 0 0,-1 0 0,0 0 0,1 0 0,-1 0 0,0 0 0,0 0 0,1 1 0,-1-1 0,0 0 0,0 0 0,0 0 0,1 0 0,-1 1 0,0-1 0,0 0 0,0 0 0,0 1 0,1-1 0,-1 0 0,0 0 0,0 1 0,0-1 0,0 0 0,0 0 0,0 1 0,0-1 0,0 0 0,0 0 0,0 1 0,0-1 0,0 0 0,0 0 0,0 1 0,0-1 0,0 0 0,0 1 0,0-1 0,0 0 0,0 0 0,0 1 0,0-1 0,0 0 0,-1 0 0,1 1 0,0-1 0,0 0 0,0 0 0,-1 1 0,-3 8 0,-1-1 0,-1 1 0,1-1 0,-1 0 0,-1 0 0,1-1 0,-1 0 0,-15 12 0,1 0 0,7-6 0,4-3 0,0-1 0,1 2 0,-10 13 0,18-23 0,1-1 0,0 1 0,-1 0 0,1-1 0,0 1 0,0 0 0,0-1 0,0 1 0,-1 0 0,1-1 0,0 1 0,0 0 0,0 0 0,1-1 0,-1 1 0,0 0 0,0-1 0,0 1 0,0 0 0,1-1 0,-1 1 0,0 0 0,1-1 0,-1 1 0,0 0 0,1-1 0,-1 1 0,1-1 0,-1 1 0,1-1 0,-1 1 0,1-1 0,-1 1 0,1-1 0,0 0 0,-1 1 0,2-1 0,28 15 0,-22-11 0,41 16 217,-25-10-744,0 0-1,41 26 1,-52-27-6299</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33.121"/>
    </inkml:context>
    <inkml:brush xml:id="br0">
      <inkml:brushProperty name="width" value="0.05" units="cm"/>
      <inkml:brushProperty name="height" value="0.05" units="cm"/>
    </inkml:brush>
  </inkml:definitions>
  <inkml:trace contextRef="#ctx0" brushRef="#br0">0 9 24575,'222'-8'0,"995"7"0,-1118 4 0,-46-2 0,95 13 0,-146-14 0,0 1 0,-1-1 0,1 1 0,0-1 0,-1 1 0,1 0 0,-1 0 0,1 0 0,-1 0 0,1 0 0,-1 0 0,0 0 0,1 0 0,-1 1 0,0-1 0,0 0 0,0 1 0,0-1 0,0 1 0,0-1 0,0 1 0,-1-1 0,1 1 0,-1 0 0,1-1 0,-1 1 0,1 0 0,-1-1 0,0 3 0,1 6 0,-1 1 0,0-1 0,-1 0 0,-2 11 0,0 8 0,2 11 0,-8 153 0,-4-91 0,-5 75 0,18 111 0,0-282-195,1 0 0,0 0 0,0 1 0,0-1 0,1 0 0,3 9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36.744"/>
    </inkml:context>
    <inkml:brush xml:id="br0">
      <inkml:brushProperty name="width" value="0.05" units="cm"/>
      <inkml:brushProperty name="height" value="0.05" units="cm"/>
    </inkml:brush>
  </inkml:definitions>
  <inkml:trace contextRef="#ctx0" brushRef="#br0">29 1335 24575,'-6'3'0,"9"-10"0,-3 1 0,0 1 0,0 0 0,-1-1 0,0 1 0,0 0 0,0 0 0,-1-1 0,0 1 0,-2-5 0,1 3 0,1 0 0,-1-1 0,2 1 0,-3-11 0,4-6 0,0-1 0,7-39 0,-1 8 0,-1-12 0,13-117 0,-4 102 0,-4 0 0,-1-91 0,-10-165 0,-6 298 0,6 37 0,-1-1 0,1 1 0,0-1 0,0 0 0,1 0 0,0 1 0,-1-1 0,1 0 0,1 0 0,-1 1 0,2-9 0,-1 12 0,0-1 0,0 1 0,0 0 0,-1 0 0,1 0 0,0 0 0,0-1 0,1 1 0,-1 0 0,0 1 0,0-1 0,0 0 0,1 0 0,-1 0 0,0 1 0,1-1 0,-1 1 0,1-1 0,-1 1 0,1-1 0,-1 1 0,0 0 0,1 0 0,-1 0 0,1 0 0,2 0 0,6 0 0,-1 1 0,1 1 0,10 2 0,-5-1 0,312 27 0,2-26 0,-76 11 0,-109-4 0,84 8 0,188 4 0,-253-38 0,211 16 0,-364-3 133,-12-3 55,-15-8-913,12 10-236,-5-3-5865</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39.594"/>
    </inkml:context>
    <inkml:brush xml:id="br0">
      <inkml:brushProperty name="width" value="0.05" units="cm"/>
      <inkml:brushProperty name="height" value="0.05" units="cm"/>
    </inkml:brush>
  </inkml:definitions>
  <inkml:trace contextRef="#ctx0" brushRef="#br0">3 0 24575,'0'0'0,"0"0"0,0 0 0,1 0 0,-1 1 0,0-1 0,0 0 0,0 0 0,0 0 0,0 0 0,0 0 0,0 0 0,0 0 0,0 0 0,0 0 0,0 0 0,0 1 0,0-1 0,-1 0 0,1 0 0,0 0 0,0 0 0,0 0 0,0 0 0,0 0 0,0 0 0,0 0 0,0 0 0,0 0 0,0 0 0,0 0 0,0 1 0,0-1 0,0 0 0,0 0 0,0 0 0,0 0 0,-1 0 0,1 0 0,0 0 0,0 0 0,0 0 0,0 0 0,0 0 0,0 0 0,0 0 0,0 0 0,0 0 0,0 0 0,0 0 0,-1 0 0,1 0 0,0 0 0,0 0 0,0 0 0,0 0 0,0 0 0,0 0 0,0 0 0,11 6 0,28 9 0,-23-9 0,25 10 0,-24-11 0,0 2 0,0 0 0,-1 1 0,0 0 0,27 20 0,-42-28 0,-1 1 0,1 0 0,-1 0 0,1-1 0,-1 1 0,0 0 0,1 0 0,-1-1 0,0 1 0,0 0 0,0 0 0,1 0 0,-1-1 0,0 1 0,0 0 0,0 0 0,0 0 0,-1 0 0,1-1 0,0 1 0,0 0 0,0 0 0,-1 0 0,1-1 0,0 1 0,-1 0 0,1 0 0,-1-1 0,1 1 0,-1 1 0,-21 26 0,15-19 0,-7 11 0,-22 27 0,34-44 0,0-1 0,-1 0 0,1 1 0,-1-1 0,1 0 0,-1 0 0,0-1 0,0 1 0,1-1 0,-1 1 0,0-1 0,-1 0 0,1 0 0,-4 1 0,3-2-1365</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55.444"/>
    </inkml:context>
    <inkml:brush xml:id="br0">
      <inkml:brushProperty name="width" value="0.05" units="cm"/>
      <inkml:brushProperty name="height" value="0.05" units="cm"/>
    </inkml:brush>
  </inkml:definitions>
  <inkml:trace contextRef="#ctx0" brushRef="#br0">15 76 24575,'12'-53'0,"-11"41"0,0 1 0,-1 21 0,-13 185 0,6-123 0,-1 109-1365,8-167-5461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56.341"/>
    </inkml:context>
    <inkml:brush xml:id="br0">
      <inkml:brushProperty name="width" value="0.05" units="cm"/>
      <inkml:brushProperty name="height" value="0.05" units="cm"/>
    </inkml:brush>
  </inkml:definitions>
  <inkml:trace contextRef="#ctx0" brushRef="#br0">94 188 24575,'-13'-6'0,"0"-1"0,-23-17 0,34 22 0,0 1 0,-1-1 0,1 0 0,0 0 0,0 1 0,0-2 0,0 1 0,1 0 0,-1 0 0,0 0 0,1-1 0,0 1 0,-1-1 0,1 1 0,0-1 0,0 0 0,1 1 0,-1-1 0,1 0 0,-1 0 0,1 0 0,0-4 0,0 4 0,1 1 0,0 0 0,0 0 0,0 0 0,0 0 0,0 0 0,1 0 0,-1 1 0,0-1 0,1 0 0,-1 0 0,1 1 0,0-1 0,0 1 0,-1 0 0,1 0 0,0-1 0,0 1 0,0 0 0,0 0 0,0 1 0,1-1 0,-1 0 0,0 1 0,3-1 0,8-1 0,-1 0 0,0 2 0,18 0 0,-19 0 0,57 2 0,-1 2 0,132 28 0,-197-32 0,1 0 0,-1 1 0,0-1 0,1 1 0,-1 0 0,0 0 0,0 0 0,1 0 0,-1 0 0,0 0 0,0 0 0,0 1 0,0-1 0,-1 1 0,1 0 0,0-1 0,-1 1 0,1 0 0,-1 0 0,1 0 0,-1 0 0,0 0 0,0 0 0,0 0 0,1 4 0,-2-4 0,7 4 0,-2 0 0,1-1 0,0 1 0,-1 0 0,0 1 0,0-1 0,-1 1 0,0 0 0,4 10 0,-6-14 0,0 0 0,-1 0 0,0 1 0,0-1 0,0 0 0,0 1 0,-1-1 0,1 1 0,-1-1 0,0 1 0,0 0 0,0-1 0,0 1 0,-1-1 0,1 1 0,-1-1 0,0 0 0,0 1 0,0-1 0,-1 0 0,-1 5 0,3-8 0,-1 1 0,1 0 0,-1-1 0,1 1 0,-1 0 0,1-1 0,-1 1 0,1-1 0,-1 1 0,1-1 0,-1 1 0,0-1 0,1 1 0,-1-1 0,0 0 0,1 1 0,-1-1 0,0 0 0,0 0 0,1 1 0,-1-1 0,0 0 0,0 0 0,0 0 0,1 0 0,-2 0 0,0 0 0,1-1 0,0 0 0,0 1 0,0-1 0,0 0 0,-1 1 0,1-1 0,0 0 0,1 0 0,-1 0 0,0 0 0,0 0 0,0 0 0,-1-2 0,-1-2 0,1 0 0,-1 0 0,1 0 0,0-1 0,0 1 0,-2-9 0,4 6 0,-1 1 0,2-1 0,-1 0 0,1 0 0,0 1 0,0-1 0,1 0 0,0 1 0,1-1 0,0 1 0,0 0 0,0 0 0,1 0 0,0 1 0,0-1 0,1 1 0,7-8 0,-4 4 0,0 1 0,1 0 0,1 1 0,-1 0 0,1 0 0,1 1 0,-1 1 0,1 0 0,0 0 0,14-4 0,-19 8 0,0 0 0,0 1 0,1 0 0,-1 0 0,1 1 0,-1 0 0,1 0 0,9 1 0,-15-1 0,1 0 0,-1 1 0,1-1 0,-1 0 0,1 1 0,-1-1 0,1 1 0,-1-1 0,0 1 0,1 0 0,-1-1 0,0 1 0,1 0 0,-1 0 0,0 0 0,0 0 0,0 0 0,0 0 0,0 0 0,0 1 0,0-1 0,0 0 0,-1 0 0,1 1 0,0-1 0,-1 1 0,1-1 0,-1 1 0,1-1 0,-1 0 0,0 1 0,0-1 0,1 1 0,-1 0 0,0-1 0,0 1 0,-1-1 0,1 1 0,0-1 0,0 1 0,-1 1 0,0-1-91,0 1 0,0-1 0,0 0 0,-1 1 0,1-1 0,0 0 0,-1 0 0,0 0 0,1 0 0,-1 0 0,0 0 0,0 0 0,0-1 0,-3 3 0,-7 3-6735</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7:56.887"/>
    </inkml:context>
    <inkml:brush xml:id="br0">
      <inkml:brushProperty name="width" value="0.05" units="cm"/>
      <inkml:brushProperty name="height" value="0.05" units="cm"/>
    </inkml:brush>
  </inkml:definitions>
  <inkml:trace contextRef="#ctx0" brushRef="#br0">1055 106 24575,'-2'-4'0,"0"1"0,-1-1 0,0 1 0,0 0 0,0 0 0,0 0 0,0 0 0,-1 0 0,1 1 0,-5-3 0,-40-19 0,20 14 0,-1 2 0,0 0 0,0 2 0,0 1 0,-1 1 0,0 1 0,1 2 0,-1 1 0,0 2 0,-35 5 0,29 0 0,0 0 0,1 3 0,0 1 0,0 1 0,1 2 0,0 1 0,-58 38 0,67-36 0,0 1 0,2 2 0,0 0 0,2 1 0,0 2 0,1 0 0,2 1 0,-28 45 0,38-55 0,1 0 0,0 1 0,1 0 0,0 0 0,2 0 0,-1 0 0,2 1 0,0 0 0,1 0 0,1-1 0,0 1 0,1 0 0,1 0 0,0 0 0,1 0 0,1 0 0,1-1 0,6 20 0,-1-14 0,1-1 0,1 0 0,1-1 0,0-1 0,2 1 0,0-2 0,1 0 0,1-1 0,0 0 0,1-2 0,0 0 0,25 15 0,-2-5 0,0-1 0,1-3 0,2-1 0,87 26 0,-91-34 0,0-1 0,1-3 0,1-1 0,-1-2 0,1-2 0,-1-1 0,63-8 0,-82 4 0,1-1 0,-1-2 0,0 0 0,-1-1 0,1-1 0,30-17 0,-35 15 0,-2 1 0,1-2 0,-2 0 0,1-1 0,-2 0 0,1-1 0,-2 0 0,1-1 0,8-16 0,-4 4 0,-2-1 0,-1-1 0,-1 0 0,-1 0 0,-1-2 0,-2 1 0,-1-1 0,4-44 0,-8 48 0,-2 0 0,0 0 0,-2 0 0,-1-1 0,-1 1 0,-1 1 0,-2-1 0,0 0 0,-1 1 0,-13-28 0,11 37 23,0 0 0,0 0 0,-2 1-1,0 0 1,0 1 0,-2 1 0,1 0-1,-2 0 1,0 1 0,0 1 0,-1 0-1,0 1 1,-1 1 0,-19-9 0,-1 3-308,0 2 1,0 1-1,-1 2 1,-1 1-1,-62-5 1,0 5-6542</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17.836"/>
    </inkml:context>
    <inkml:brush xml:id="br0">
      <inkml:brushProperty name="width" value="0.05" units="cm"/>
      <inkml:brushProperty name="height" value="0.05" units="cm"/>
    </inkml:brush>
  </inkml:definitions>
  <inkml:trace contextRef="#ctx0" brushRef="#br0">517 14 24575,'0'-1'0,"0"0"0,-1 1 0,1-1 0,0 0 0,-1 1 0,1-1 0,0 1 0,-1-1 0,1 1 0,-1-1 0,1 1 0,-1-1 0,1 1 0,-1-1 0,1 1 0,-1 0 0,0-1 0,1 1 0,-1 0 0,0 0 0,1-1 0,-1 1 0,0 0 0,1 0 0,-1 0 0,0 0 0,-1 0 0,-23-2 0,21 2 0,-23-1 0,1 2 0,-1 1 0,0 2 0,0 0 0,1 1 0,-31 12 0,36-10 0,0 1 0,0 1 0,0 1 0,1 1 0,1 1 0,0 1 0,-28 23 0,40-29 0,0 0 0,1 0 0,0 1 0,0-1 0,0 1 0,1 1 0,0-1 0,-6 17 0,10-22 0,0 1 0,-1 0 0,1 0 0,1 0 0,-1 0 0,0 1 0,1-1 0,0 0 0,0 0 0,0 0 0,1 0 0,0 0 0,-1 0 0,1 0 0,0 0 0,1 0 0,-1 0 0,1 0 0,0-1 0,0 1 0,0 0 0,5 5 0,0-1 0,1-1 0,0 0 0,0-1 0,1 1 0,0-2 0,0 1 0,0-1 0,1-1 0,0 1 0,0-2 0,20 6 0,-4-3 0,1-2 0,-1 0 0,43-1 0,-51-3-455,0-1 0,24-5 0,-12 0-6371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18.346"/>
    </inkml:context>
    <inkml:brush xml:id="br0">
      <inkml:brushProperty name="width" value="0.05" units="cm"/>
      <inkml:brushProperty name="height" value="0.05" units="cm"/>
    </inkml:brush>
  </inkml:definitions>
  <inkml:trace contextRef="#ctx0" brushRef="#br0">206 163 24575,'7'-8'0,"0"1"0,0-1 0,-1 0 0,-1-1 0,8-12 0,-11 17 0,-1 1 0,1-1 0,-1 0 0,1 0 0,-1 0 0,0 0 0,-1 0 0,1 0 0,-1 0 0,1 0 0,-1 0 0,-1 0 0,1 0 0,0 0 0,-1 0 0,-1-6 0,1 9 0,1-1 0,-1 0 0,0 1 0,1-1 0,-1 1 0,0-1 0,0 1 0,0 0 0,0-1 0,0 1 0,0 0 0,-1 0 0,1-1 0,0 1 0,-1 0 0,1 0 0,0 0 0,-1 1 0,1-1 0,-1 0 0,-2 0 0,1 0 0,0 1 0,1 0 0,-1 0 0,0 0 0,1 0 0,-1 0 0,0 1 0,1-1 0,-1 1 0,0 0 0,1 0 0,-4 1 0,-5 4 0,0 0 0,1 1 0,0 0 0,-16 14 0,11-7 0,0 0 0,2 1 0,0 0 0,-15 23 0,22-29 0,1 0 0,0 1 0,0-1 0,1 1 0,0 0 0,1 0 0,0 0 0,1 0 0,0 1 0,-1 10 0,3-19 0,0 0 0,0-1 0,0 1 0,0-1 0,1 1 0,-1-1 0,0 1 0,1-1 0,-1 1 0,1-1 0,-1 1 0,1-1 0,0 0 0,-1 1 0,1-1 0,0 0 0,0 0 0,0 1 0,0-1 0,0 0 0,0 0 0,0 0 0,1 0 0,-1 0 0,0 0 0,1-1 0,-1 1 0,0 0 0,1-1 0,-1 1 0,1-1 0,-1 1 0,1-1 0,-1 0 0,1 0 0,-1 1 0,1-1 0,-1 0 0,1 0 0,-1-1 0,3 1 0,3-1 0,1 0 0,-1 0 0,0 0 0,1-1 0,-1 0 0,0-1 0,8-3 0,2-3 0,-1-1 0,0-1 0,-1 0 0,16-15 0,52-56 0,-67 65 0,-15 16 0,0 0 0,0 0 0,0 0 0,0 0 0,1 0 0,-1 0 0,0 0 0,1 0 0,-1 0 0,0 0 0,1 1 0,2-2 0,-4 2 0,1 0 0,-1 0 0,0 0 0,1 1 0,-1-1 0,0 0 0,1 0 0,-1 0 0,1 0 0,-1 0 0,0 0 0,1 1 0,-1-1 0,0 0 0,0 0 0,1 1 0,-1-1 0,0 0 0,1 0 0,-1 1 0,0-1 0,0 0 0,0 1 0,1-1 0,-1 0 0,0 1 0,0-1 0,0 0 0,0 1 0,0-1 0,1 1 0,0 5 0,-1 0 0,1 0 0,-1 0 0,0 0 0,-1 6 0,0-2 0,0 13 121,-1 32 53,2-53-278,0 1 1,0 0-1,0-1 0,1 1 0,-1 0 1,1-1-1,0 1 0,0-1 0,0 1 1,0-1-1,0 1 0,1-1 0,-1 0 0,1 1 1,2 2-1,5 1-6722</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18.649"/>
    </inkml:context>
    <inkml:brush xml:id="br0">
      <inkml:brushProperty name="width" value="0.05" units="cm"/>
      <inkml:brushProperty name="height" value="0.05" units="cm"/>
    </inkml:brush>
  </inkml:definitions>
  <inkml:trace contextRef="#ctx0" brushRef="#br0">241 96 24575,'22'-14'0,"-19"12"0,1 1 0,0-2 0,0 1 0,-1 0 0,1-1 0,-1 0 0,0 0 0,0 0 0,0 0 0,0 0 0,0-1 0,-1 1 0,1-1 0,-1 1 0,3-7 0,-5 9 0,0 0 0,0 0 0,0 0 0,0 0 0,0 0 0,0 0 0,-1 0 0,1 0 0,0 0 0,-1 0 0,1 0 0,0 0 0,-1 0 0,1 0 0,-1 0 0,1 0 0,-1 0 0,0 1 0,1-1 0,-1 0 0,0 0 0,0 1 0,1-1 0,-1 0 0,0 1 0,0-1 0,0 1 0,0-1 0,0 1 0,0 0 0,0-1 0,0 1 0,0 0 0,0-1 0,0 1 0,0 0 0,0 0 0,-1 0 0,-5-1 0,1 0 0,-1 1 0,1 0 0,-11 1 0,7 0 0,1 1 0,0 0 0,0 0 0,0 1 0,1 0 0,-16 7 0,22-9 0,0 0 0,0 1 0,0-1 0,0 0 0,0 1 0,0-1 0,1 1 0,-1 0 0,0-1 0,1 1 0,-1 0 0,1 0 0,-1 0 0,1 0 0,0 0 0,0 0 0,0 1 0,0-1 0,1 0 0,-1 1 0,0-1 0,1 0 0,0 1 0,0-1 0,-1 0 0,1 1 0,0-1 0,1 1 0,-1-1 0,1 4 0,3 4 0,0-1 0,0 1 0,1-1 0,0 0 0,1 0 0,0-1 0,1 1 0,8 8 0,-7-9 0,-1 1 0,0 0 0,0 0 0,-1 1 0,0 0 0,6 16 0,-11-25 0,-1 1 0,1 0 0,-1 0 0,1 0 0,-1-1 0,0 1 0,0 0 0,0 0 0,0 0 0,0 0 0,0-1 0,0 1 0,-1 0 0,1 0 0,-1 0 0,1-1 0,-1 1 0,0 0 0,0-1 0,-1 3 0,0-1 0,0-1 0,0 1 0,-1-1 0,1 0 0,-1 0 0,0 0 0,1 0 0,-1 0 0,0-1 0,-5 3 0,-7 1 0,0-1 0,-1 0 0,-28 4 0,35-7 0,-12 1-682,-35 1-1,23-4-6143</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21.044"/>
    </inkml:context>
    <inkml:brush xml:id="br0">
      <inkml:brushProperty name="width" value="0.05" units="cm"/>
      <inkml:brushProperty name="height" value="0.05" units="cm"/>
    </inkml:brush>
  </inkml:definitions>
  <inkml:trace contextRef="#ctx0" brushRef="#br0">1 0 24511,'0'833'0,"1893"-833"0,-1893-833 0,-1893 833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25.194"/>
    </inkml:context>
    <inkml:brush xml:id="br0">
      <inkml:brushProperty name="width" value="0.05" units="cm"/>
      <inkml:brushProperty name="height" value="0.05" units="cm"/>
    </inkml:brush>
  </inkml:definitions>
  <inkml:trace contextRef="#ctx0" brushRef="#br0">228 71 24575,'2'0'0,"0"-1"0,0 1 0,0 0 0,0-1 0,0 1 0,0-1 0,0 0 0,0 0 0,0 0 0,0 0 0,0 0 0,-1 0 0,1 0 0,0 0 0,-1-1 0,1 1 0,-1-1 0,0 1 0,2-3 0,-2 3 0,-1 0 0,1 0 0,-1 0 0,1 1 0,-1-1 0,0 0 0,1 0 0,-1 0 0,0 0 0,0 0 0,1 0 0,-1 0 0,0 0 0,0 0 0,0 0 0,0 0 0,0 0 0,-1 0 0,1 0 0,0 0 0,0 0 0,-1 1 0,1-1 0,0 0 0,-1 0 0,1 0 0,-1 0 0,1 0 0,-1 1 0,0-1 0,1 0 0,-1 0 0,0 1 0,1-1 0,-1 1 0,0-1 0,0 0 0,0 1 0,1-1 0,-1 1 0,-2-1 0,-4-2 0,0 1 0,0-1 0,0 1 0,-1 1 0,1 0 0,-1 0 0,1 0 0,-1 1 0,1 0 0,-15 1 0,5 2 0,0 0 0,0 1 0,-26 9 0,37-11 0,1 0 0,-1 1 0,1-1 0,0 1 0,0 1 0,0-1 0,0 0 0,-6 7 0,10-8 0,-1-1 0,1 0 0,0 1 0,0-1 0,0 1 0,1-1 0,-1 1 0,0-1 0,1 1 0,-1 0 0,1-1 0,-1 1 0,1 0 0,0-1 0,-1 1 0,1 0 0,0 0 0,0-1 0,0 1 0,1 0 0,-1 0 0,0-1 0,1 1 0,-1 0 0,1-1 0,-1 1 0,1-1 0,0 1 0,0-1 0,0 1 0,0-1 0,0 1 0,1 1 0,5 5 0,0 0 0,1-1 0,-1 1 0,2-2 0,-1 1 0,13 7 0,60 30 0,-44-25 0,-25-13 0,-8-5 0,-1 0 0,0 1 0,1 0 0,-1-1 0,0 1 0,0 0 0,0 1 0,-1-1 0,1 1 0,-1-1 0,4 5 0,-6-7 0,0 1 0,1-1 0,-1 1 0,0-1 0,0 1 0,0-1 0,0 1 0,0-1 0,0 1 0,0-1 0,0 1 0,0-1 0,0 1 0,0-1 0,0 1 0,0-1 0,0 1 0,-1-1 0,1 1 0,0-1 0,0 1 0,0-1 0,-1 1 0,1-1 0,0 0 0,-1 1 0,1-1 0,0 1 0,-1-1 0,1 0 0,-1 0 0,1 1 0,0-1 0,-1 0 0,1 1 0,-1-1 0,1 0 0,-1 0 0,1 0 0,-1 0 0,1 1 0,-1-1 0,1 0 0,-1 0 0,1 0 0,-1 0 0,-29 4 0,29-4 0,-36 2-682,-73-7-1,87 2-6143</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39.804"/>
    </inkml:context>
    <inkml:brush xml:id="br0">
      <inkml:brushProperty name="width" value="0.05" units="cm"/>
      <inkml:brushProperty name="height" value="0.05" units="cm"/>
    </inkml:brush>
  </inkml:definitions>
  <inkml:trace contextRef="#ctx0" brushRef="#br0">0 1 24575,'1'14'0,"1"0"0,0 0 0,7 23 0,1 3 0,-2 1 0,1 3 0,6 82 0,-15-114 0,0 0 0,0 0 0,-1 0 0,-1 0 0,0 1 0,0-2 0,-1 1 0,-1 0 0,0 0 0,0-1 0,-11 18 0,4-16 0,11-13 0,0 0 0,0 0 0,0 0 0,0 0 0,0 0 0,0 0 0,-1 0 0,1 0 0,0 0 0,0 0 0,0 0 0,0 0 0,0 0 0,0 0 0,0 0 0,-1 0 0,1 0 0,0 0 0,0 0 0,0 0 0,0-1 0,0 1 0,0 0 0,0 0 0,0 0 0,0 0 0,-1 0 0,1 0 0,0 0 0,0 0 0,0-1 0,0 1 0,0 0 0,0 0 0,0 0 0,0 0 0,0 0 0,0 0 0,0 0 0,0-1 0,0 1 0,0 0 0,0 0 0,0 0 0,0 0 0,0 0 0,0 0 0,0 0 0,0-1 0,0 1 0,0 0 0,0 0 0,1 0 0,-1 0 0,0 0 0,0-4 0,1 0 0,0 0 0,0 0 0,1 0 0,3-7 0,107-164 0,-105 165 0,32-37 0,-125 140 0,84-92 0,1 1 0,-1 0 0,0 0 0,1 0 0,0 0 0,-1 0 0,1 0 0,0 1 0,0-1 0,0 0 0,1 1 0,-1-1 0,0 1 0,1-1 0,0 1 0,-1-1 0,1 1 0,0-1 0,0 1 0,0-1 0,1 1 0,-1-1 0,1 0 0,1 5 0,2 6 0,1-1 0,0 0 0,12 20 0,-1-4 0,15 52-1365,-24-59-5461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05.301"/>
    </inkml:context>
    <inkml:brush xml:id="br0">
      <inkml:brushProperty name="width" value="0.05" units="cm"/>
      <inkml:brushProperty name="height" value="0.05" units="cm"/>
    </inkml:brush>
  </inkml:definitions>
  <inkml:trace contextRef="#ctx0" brushRef="#br0">155 89 24575,'0'-5'0,"0"-13"0,-2 14 0,-4 9 0,0 5 0,1 0 0,0 0 0,0 0 0,1 1 0,-3 15 0,-11 60 0,13-62 0,-21 160 0,18-112 0,-3-1 0,-31 107 0,41-176 0,0 0 0,1 0 0,-1 0 0,1 0 0,-1 0 0,1 0 0,0 0 0,0 0 0,0 3 0,0-4 0,1 0 0,-1-1 0,0 1 0,1-1 0,-1 1 0,1-1 0,-1 1 0,1-1 0,-1 1 0,1-1 0,-1 1 0,1-1 0,0 0 0,-1 1 0,1-1 0,0 0 0,-1 0 0,1 1 0,0-1 0,-1 0 0,1 0 0,0 0 0,-1 0 0,1 0 0,0 0 0,0 0 0,-1 0 0,1 0 0,0 0 0,-1-1 0,2 1 0,442-9 0,-291 10 0,-146-1 0,-3 1 0,0-1 0,0 0 0,-1-1 0,1 1 0,0-1 0,4 0 0,-7 0 0,0 1 0,-1 0 0,1-1 0,-1 1 0,1-1 0,-1 1 0,1 0 0,-1-1 0,1 1 0,-1-1 0,1 1 0,-1-1 0,1 0 0,-1 1 0,0-1 0,1 1 0,-1-1 0,0 0 0,0 1 0,1-1 0,-1 0 0,0 1 0,0-1 0,0 0 0,0 1 0,0-1 0,0 0 0,0 1 0,0-1 0,0 0 0,0 0 0,0 1 0,-1-1 0,1 0 0,0 1 0,0-1 0,-1 1 0,1-1 0,-1-1 0,-4-12 0,1-1 0,1 1 0,0-1 0,0 0 0,2 0 0,0-1 0,1 1 0,2-18 0,4-19 0,13-52 0,-9 54 0,30-126 0,2-10 0,-41 185 0,-1 0 0,1 0 0,-1 0 0,0-1 0,0 1 0,1 0 0,-1 0 0,0 0 0,0-1 0,0 1 0,0 0 0,0 0 0,-1-1 0,1 1 0,0 0 0,-1 0 0,1 0 0,0 0 0,-1-1 0,1 1 0,-1 0 0,0 0 0,1 0 0,-1 0 0,0 0 0,0 0 0,0 0 0,-2 0 0,1 0 0,0 1 0,-1-1 0,1 1 0,-1 0 0,1 0 0,-1 0 0,1 0 0,0 1 0,-1-1 0,1 0 0,-1 1 0,-2 1 0,-102 20 0,-2-5 0,-117 4 0,157-13-1365,54-6-5461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06.496"/>
    </inkml:context>
    <inkml:brush xml:id="br0">
      <inkml:brushProperty name="width" value="0.05" units="cm"/>
      <inkml:brushProperty name="height" value="0.05" units="cm"/>
    </inkml:brush>
  </inkml:definitions>
  <inkml:trace contextRef="#ctx0" brushRef="#br0">179 81 24575,'0'-1'0,"0"0"0,1-1 0,-1 1 0,0 0 0,0-1 0,1 1 0,-1 0 0,0 0 0,1-1 0,-1 1 0,1 0 0,0 0 0,1-2 0,0 4 0,-3 13 0,-63 207 0,5-23 0,39-114 0,-22 88 0,42-172 0,0 1 0,-1 0 0,1 0 0,0 0 0,0-1 0,0 1 0,0 0 0,0 0 0,0 0 0,0-1 0,0 1 0,0 0 0,0 0 0,0 0 0,0-1 0,1 1 0,-1 0 0,0 0 0,1-1 0,-1 1 0,0 0 0,1 0 0,-1-1 0,1 1 0,-1-1 0,1 1 0,0 0 0,-1-1 0,1 1 0,-1-1 0,1 1 0,0-1 0,0 0 0,-1 1 0,1-1 0,0 0 0,-1 1 0,1-1 0,0 0 0,0 0 0,0 0 0,-1 1 0,2-1 0,6 0 0,-1 1 0,1-1 0,-1 0 0,9-2 0,-2 1 0,169 1 0,82-5 0,-253 4 0,1 0 0,-1-1 0,0 0 0,0-1 0,0 0 0,12-5 0,-20 6 0,-1 0 0,1 0 0,0 0 0,0-1 0,-1 0 0,0 1 0,1-1 0,-1 0 0,0 0 0,0-1 0,-1 1 0,1-1 0,-1 1 0,1-1 0,-1 0 0,-1 0 0,1 0 0,0 0 0,-1 0 0,1-5 0,15-63 0,24-115 0,-11 63 0,2-13 0,-31 133 0,0 0 0,-1 1 0,1-1 0,-1 0 0,0 0 0,0 1 0,-1-1 0,1 0 0,-1 0 0,0 1 0,0-1 0,0 0 0,-3-5 0,2 6 0,0 0 0,0 0 0,0 1 0,-1-1 0,1 1 0,-1 0 0,0-1 0,1 1 0,-1 1 0,0-1 0,0 0 0,0 1 0,-1-1 0,1 1 0,-4-1 0,-38-10 0,0 2 0,0 2 0,-74-3 0,60 6 0,-186-16 0,244 21 1,-25 1 339,25-1-411,0 0 0,0 0 0,0 0 0,0 1 0,0-1 0,0 0 0,0 1 0,0-1 0,0 1-1,1-1 1,-1 1 0,0-1 0,0 1 0,1-1 0,-1 1 0,0 0 0,1-1 0,-1 1-1,0 0 1,1 0 0,-1 0 0,1 0 0,-1 1 0,-1 6-6755</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07.526"/>
    </inkml:context>
    <inkml:brush xml:id="br0">
      <inkml:brushProperty name="width" value="0.05" units="cm"/>
      <inkml:brushProperty name="height" value="0.05" units="cm"/>
    </inkml:brush>
  </inkml:definitions>
  <inkml:trace contextRef="#ctx0" brushRef="#br0">127 190 24575,'1'0'0,"-1"0"0,1 1 0,-1-1 0,1 0 0,-1 0 0,1 1 0,-1-1 0,0 0 0,1 0 0,-1 1 0,1-1 0,-1 1 0,1-1 0,-1 0 0,0 1 0,1-1 0,-1 1 0,0-1 0,0 1 0,1-1 0,-1 1 0,0-1 0,0 1 0,0-1 0,1 1 0,-1-1 0,0 1 0,0 0 0,2 19 0,-2-16 0,1 20 0,-1 1 0,-1 0 0,-5 28 0,-20 75 0,18-91 0,5-22 0,-34 137 0,27-118 0,-1-1 0,-23 46 0,34-78 0,-1-1 0,1 1 0,-1 0 0,1 0 0,0-1 0,-1 1 0,1 0 0,0 0 0,0-1 0,-1 1 0,1 0 0,0 0 0,0-1 0,0 1 0,0 0 0,0 0 0,0 0 0,0-1 0,0 1 0,1 0 0,-1 0 0,0 0 0,1 1 0,0-2 0,-1 1 0,1-1 0,0 1 0,-1-1 0,1 1 0,0-1 0,0 0 0,0 1 0,-1-1 0,1 0 0,0 0 0,0 1 0,0-1 0,0 0 0,0 0 0,-1 0 0,1 0 0,1 0 0,8-1 0,0-1 0,0 0 0,12-4 0,-8 3 0,88-14 0,115-3 0,30-3 0,-237 22 0,0-1 0,-1 0 0,1-1 0,0 0 0,-1-1 0,1 0 0,10-6 0,-15 7 0,-1 0 0,0 0 0,0-1 0,0 1 0,-1-1 0,1 0 0,-1 0 0,0 0 0,0 0 0,0 0 0,0-1 0,-1 1 0,0-1 0,0 0 0,3-9 0,38-171 0,-27 101 0,5 2 0,50-131 0,-53 181 0,-14 25 0,0 1 0,0-1 0,-1 0 0,4-9 0,-7 15 0,0 0 0,0 1 0,0-1 0,0 1 0,0-1 0,0 1 0,0-1 0,0 1 0,0-1 0,-1 1 0,1-1 0,0 1 0,0-1 0,0 1 0,-1-1 0,1 1 0,0-1 0,-1 1 0,1-1 0,0 1 0,-1-1 0,1 1 0,-1 0 0,1-1 0,0 1 0,-1 0 0,1-1 0,-1 1 0,1 0 0,-1 0 0,1 0 0,-1-1 0,1 1 0,-1 0 0,1 0 0,-1 0 0,0 0 0,0 0 0,-28-3 0,20 2 0,-336-9 0,95 6 0,201 1 0,-68-1 0,115 3 0,0 1 0,0 0 0,0 0 0,0 0 0,0 1 0,0-1 0,0 0 0,0 1 0,1-1 0,-1 1 0,0 0 0,0-1 0,0 1 0,0 0 0,1 0 0,-1 0 0,0 0 0,1 1 0,-1-1 0,1 0 0,0 1 0,-1-1 0,1 1 0,-2 2 0,2-1 0,1-1 0,-1 0 0,1 1 0,0-1 0,0 1 0,0-1 0,0 1 0,0-1 0,0 1 0,1-1 0,-1 1 0,1-1 0,-1 0 0,1 1 0,0-1 0,0 0 0,0 0 0,0 1 0,3 1 0,2 8-1365,0-2-5461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08.409"/>
    </inkml:context>
    <inkml:brush xml:id="br0">
      <inkml:brushProperty name="width" value="0.05" units="cm"/>
      <inkml:brushProperty name="height" value="0.05" units="cm"/>
    </inkml:brush>
  </inkml:definitions>
  <inkml:trace contextRef="#ctx0" brushRef="#br0">99 1 24575,'-1'6'0,"0"0"0,0 1 0,-1-1 0,0 0 0,0 0 0,0 0 0,-1 0 0,0-1 0,0 1 0,0-1 0,-7 9 0,4-6 0,0 1 0,1 0 0,-7 16 0,4-2-136,0 2-1,2-1 1,1 1-1,1 0 1,1 0-1,1 0 1,2 0-1,0 1 0,7 42 1,-4-53-6690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09.241"/>
    </inkml:context>
    <inkml:brush xml:id="br0">
      <inkml:brushProperty name="width" value="0.05" units="cm"/>
      <inkml:brushProperty name="height" value="0.05" units="cm"/>
    </inkml:brush>
  </inkml:definitions>
  <inkml:trace contextRef="#ctx0" brushRef="#br0">450 78 24575,'-2'-4'0,"1"0"0,-1 0 0,0 0 0,0 1 0,0-1 0,-1 1 0,1-1 0,-1 1 0,0 0 0,0 0 0,0 0 0,0 1 0,-6-5 0,2 3 0,0 1 0,1 0 0,-1 0 0,0 0 0,0 1 0,0 0 0,-10-1 0,1 1 0,0 1 0,0 0 0,0 2 0,0-1 0,0 2 0,-25 5 0,28-3 0,0 0 0,1 0 0,-1 1 0,1 1 0,0 0 0,1 0 0,0 1 0,0 1 0,0 0 0,1 0 0,0 1 0,-16 19 0,21-22 0,0 0 0,1 1 0,0-1 0,0 1 0,1 0 0,0 1 0,0-1 0,0 0 0,1 1 0,0-1 0,1 1 0,-1 0 0,2 0 0,-1-1 0,1 1 0,0 0 0,1 0 0,-1 0 0,2 0 0,-1-1 0,1 1 0,0-1 0,4 8 0,-2-6 0,0 0 0,1 0 0,0-1 0,1 0 0,0 0 0,0 0 0,1-1 0,-1 0 0,2 0 0,-1-1 0,1 0 0,0 0 0,0-1 0,1 0 0,-1 0 0,1-1 0,0 0 0,1 0 0,15 3 0,-18-5 0,0-1 0,0 0 0,-1 0 0,1-1 0,0 0 0,0 0 0,0 0 0,0-1 0,0 0 0,0 0 0,0-1 0,-1 0 0,1 0 0,-1-1 0,1 1 0,-1-1 0,0-1 0,0 1 0,0-1 0,0 0 0,-1-1 0,0 1 0,0-1 0,0 0 0,0 0 0,-1-1 0,0 1 0,5-10 0,-2 3 0,-1-1 0,-1 1 0,0-1 0,-1 0 0,-1 0 0,0 0 0,0-1 0,-1 1 0,0-15 0,-2 18 0,0-1 0,0 1 0,-1 0 0,-1 0 0,0-1 0,0 1 0,-1 0 0,0 1 0,-1-1 0,0 0 0,0 1 0,-9-14 0,10 19 17,-1 0-1,0 1 0,1-1 0,-1 0 1,-1 1-1,1 0 0,0 0 0,-1 1 1,0-1-1,1 1 0,-1 0 0,0 0 1,0 0-1,0 1 0,-1-1 0,1 2 1,0-1-1,0 0 0,-1 1 0,-9 0 1,9 1-103,1-1 1,-1 1 0,1 0-1,-1 0 1,1 0 0,0 1-1,-1 0 1,1 0 0,0 0-1,0 0 1,0 1 0,1 0-1,-1 0 1,1 0 0,-1 1-1,1 0 1,0-1 0,0 2-1,-5 7 1,0 5-6741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09.665"/>
    </inkml:context>
    <inkml:brush xml:id="br0">
      <inkml:brushProperty name="width" value="0.05" units="cm"/>
      <inkml:brushProperty name="height" value="0.05" units="cm"/>
    </inkml:brush>
  </inkml:definitions>
  <inkml:trace contextRef="#ctx0" brushRef="#br0">1 33 24575,'0'-1'0,"0"-1"0,0 1 0,0 0 0,0-1 0,0 1 0,0 0 0,1 0 0,-1-1 0,0 1 0,1 0 0,-1 0 0,1 0 0,0 0 0,-1-1 0,1 1 0,0 0 0,0 0 0,-1 0 0,1 1 0,0-1 0,0 0 0,0 0 0,0 0 0,0 1 0,0-1 0,1 0 0,-1 1 0,0-1 0,0 1 0,0-1 0,1 1 0,1-1 0,0 1 0,0 0 0,-1 0 0,1 0 0,0 0 0,-1 0 0,1 0 0,0 1 0,-1-1 0,1 1 0,-1 0 0,1 0 0,-1 0 0,1 0 0,3 3 0,12 10 0,-1 1 0,-1 1 0,0 1 0,-2 0 0,24 34 0,-4-5 0,-20-27 0,21 25 0,-32-41 0,0 0 0,-1-1 0,1 1 0,1-1 0,-1 1 0,0-1 0,1 0 0,-1 0 0,1-1 0,-1 1 0,6 1 0,-7-3 0,0 0 0,0 0 0,1-1 0,-1 1 0,0 0 0,0-1 0,0 1 0,0-1 0,1 0 0,-1 1 0,0-1 0,0 0 0,0-1 0,-1 1 0,1 0 0,0 0 0,0-1 0,-1 1 0,1-1 0,-1 1 0,1-1 0,-1 0 0,1 0 0,-1 1 0,0-1 0,1-3 0,5-7 0,-1-1 0,9-23 0,-13 31 0,9-31-1365,-9 22-5461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44.193"/>
    </inkml:context>
    <inkml:brush xml:id="br0">
      <inkml:brushProperty name="width" value="0.05" units="cm"/>
      <inkml:brushProperty name="height" value="0.05" units="cm"/>
    </inkml:brush>
  </inkml:definitions>
  <inkml:trace contextRef="#ctx0" brushRef="#br0">88 150 24575,'2'-1'0,"0"1"0,-1-1 0,1 1 0,-1-1 0,1 0 0,0 0 0,-1 0 0,0 0 0,1 0 0,-1 0 0,0 0 0,1-1 0,-1 1 0,0 0 0,0-1 0,0 1 0,1-4 0,15-26 0,-1 3 0,-5 18 0,-10 10 0,-1 0 0,0 0 0,1 1 0,-1-1 0,0 0 0,1 0 0,-1 0 0,0 0 0,1 0 0,-1 1 0,0-1 0,1 0 0,-1 0 0,0 0 0,1 1 0,-1-1 0,0 0 0,0 1 0,1-1 0,-1 0 0,0 0 0,0 1 0,1-1 0,-1 0 0,0 1 0,0-1 0,0 1 0,0-1 0,0 0 0,0 1 0,0-1 0,0 0 0,0 1 0,0-1 0,0 1 0,1 2 0,-1 0 0,0 0 0,0 0 0,0 0 0,0 1 0,0-1 0,-1 0 0,1 0 0,-1 0 0,0 0 0,0 0 0,0 0 0,0-1 0,-1 1 0,1 0 0,-1 0 0,0-1 0,1 1 0,-1-1 0,0 0 0,-1 1 0,1-1 0,-5 3 0,4-2 0,0-1 0,0 1 0,-1-1 0,1 0 0,0-1 0,-1 1 0,0 0 0,1-1 0,-1 0 0,0 0 0,0 0 0,1 0 0,-1-1 0,0 0 0,0 1 0,0-1 0,0-1 0,-6 0 0,6 0 0,1-1 0,-1 0 0,1 0 0,-1 0 0,1 0 0,0 0 0,0-1 0,0 1 0,0-1 0,0 0 0,1 0 0,-1 0 0,1 0 0,0-1 0,0 1 0,0-1 0,0 1 0,0-1 0,1 0 0,0 1 0,-2-8 0,2 8 0,0-1 0,1 1 0,-1 0 0,1 0 0,0 0 0,-1 0 0,1 0 0,1-1 0,-1 1 0,0 0 0,1 0 0,0 0 0,0 0 0,0 0 0,0 0 0,0 0 0,0 0 0,1 0 0,0 0 0,-1 1 0,1-1 0,0 1 0,0-1 0,0 1 0,1 0 0,-1 0 0,5-4 0,-6 5 0,1 1 0,-1-1 0,0 0 0,1 1 0,-1-1 0,1 0 0,-1 1 0,1 0 0,-1-1 0,1 1 0,-1 0 0,1 0 0,-1 0 0,1 0 0,-1 0 0,1 0 0,0 0 0,-1 1 0,1-1 0,-1 0 0,1 1 0,-1-1 0,0 1 0,1 0 0,-1-1 0,2 2 0,-1 0 0,0 0 0,0-1 0,-1 1 0,1 0 0,-1 0 0,1 0 0,-1 1 0,1-1 0,-1 0 0,0 0 0,0 1 0,0-1 0,-1 1 0,2 3 0,-2-4 0,1 0 0,-1 1 0,0-1 0,0 0 0,0 1 0,0-1 0,0 1 0,0-1 0,-1 0 0,1 1 0,-1-1 0,1 0 0,-1 0 0,0 1 0,-1 1 0,1-3 0,0 0 0,0 0 0,0 0 0,0 0 0,0 0 0,0 0 0,0 0 0,0 0 0,0-1 0,-1 1 0,1 0 0,0-1 0,0 1 0,-1-1 0,1 1 0,0-1 0,-1 0 0,1 0 0,0 1 0,-1-1 0,1 0 0,0 0 0,-1 0 0,1 0 0,0-1 0,-1 1 0,1 0 0,-2-1 0,2 1 0,0 0 0,1-1 0,-1 1 0,0 0 0,0-1 0,1 1 0,-1 0 0,0-1 0,0 1 0,1-1 0,-1 1 0,1-1 0,-1 1 0,0-1 0,1 1 0,-1-1 0,1 0 0,-1 1 0,1-1 0,-1 0 0,1 0 0,0 1 0,-1-1 0,1 0 0,0 0 0,0 1 0,0-1 0,-1-1 0,1 0 0,0 0 0,0 0 0,1 0 0,-1 1 0,0-1 0,1 0 0,-1 0 0,1 1 0,-1-1 0,1 0 0,0 1 0,1-4 0,-1 4 0,-1 0 0,1 0 0,0 0 0,-1 0 0,1 0 0,0 1 0,0-1 0,0 0 0,0 0 0,0 0 0,0 1 0,0-1 0,0 0 0,0 1 0,0-1 0,0 1 0,2-1 0,-2 1 0,0 0 0,0 0 0,0 0 0,0 1 0,0-1 0,-1 0 0,1 0 0,0 1 0,0-1 0,0 0 0,-1 1 0,1-1 0,0 1 0,0-1 0,-1 1 0,1 0 0,0-1 0,-1 1 0,1-1 0,-1 1 0,1 0 0,-1 0 0,1-1 0,-1 1 0,1 0 0,-1 0 0,0-1 0,1 3 0,3 8-1365,-2 1-5461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44.821"/>
    </inkml:context>
    <inkml:brush xml:id="br0">
      <inkml:brushProperty name="width" value="0.05" units="cm"/>
      <inkml:brushProperty name="height" value="0.05" units="cm"/>
    </inkml:brush>
  </inkml:definitions>
  <inkml:trace contextRef="#ctx0" brushRef="#br0">0 0 24575,'1'1'0,"-1"-1"0,0 1 0,0 0 0,1-1 0,-1 1 0,0-1 0,1 1 0,-1-1 0,1 1 0,-1-1 0,1 1 0,-1-1 0,1 0 0,-1 1 0,1-1 0,-1 0 0,1 1 0,-1-1 0,1 0 0,0 0 0,-1 1 0,1-1 0,-1 0 0,1 0 0,0 0 0,-1 0 0,2 0 0,21 3 0,-20-3 0,558 16 0,-544-16 0,-8 0 0,0 1 0,0-2 0,-1 1 0,1-1 0,0 0 0,16-6 0,-25 7-27,1 0 0,-1 0-1,0 0 1,1 0 0,-1 0-1,1 0 1,-1 0 0,0 0-1,1 0 1,-1 0 0,0 0 0,1-1-1,-1 1 1,0 0 0,1 0-1,-1 0 1,0-1 0,1 1-1,-1 0 1,0-1 0,0 1 0,1 0-1,-1 0 1,0-1 0,0 1-1,0 0 1,1-1 0,-1 1-1,0-1 1,0 1 0,0 0-1,0-1 1,0 1 0,0 0 0,0-1-1,0 1 1,0-1 0,0 1-1,0 0 1,0-1 0,0 1-1,0 0 1,0-1 0,0 1-1,0-1 1,0 1 0,-1 0 0,1-1-1,0 1 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45.112"/>
    </inkml:context>
    <inkml:brush xml:id="br0">
      <inkml:brushProperty name="width" value="0.05" units="cm"/>
      <inkml:brushProperty name="height" value="0.05" units="cm"/>
    </inkml:brush>
  </inkml:definitions>
  <inkml:trace contextRef="#ctx0" brushRef="#br0">12 7 24575,'-11'-5'0,"10"3"0,8 5 0,9 6 0,5 3 0,35 27 0,-52-36 0,1 1 0,-1-1 0,0 1 0,0 0 0,-1 0 0,1 1 0,-1-1 0,0 1 0,0 0 0,0 0 0,-1 0 0,0 0 0,3 9 0,-4-11 14,-1-1 1,0 1-1,0 0 0,0-1 0,0 1 1,-1 0-1,1-1 0,-1 1 0,1 0 0,-1-1 1,0 1-1,0-1 0,0 1 0,0-1 1,0 0-1,-1 1 0,1-1 0,-1 0 0,0 0 1,1 0-1,-1 0 0,0 0 0,-3 2 1,-3 2-357,0 0 1,-1-1 0,0 0-1,-16 7 1,-20 6-6485</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46.461"/>
    </inkml:context>
    <inkml:brush xml:id="br0">
      <inkml:brushProperty name="width" value="0.05" units="cm"/>
      <inkml:brushProperty name="height" value="0.05" units="cm"/>
    </inkml:brush>
  </inkml:definitions>
  <inkml:trace contextRef="#ctx0" brushRef="#br0">67 50 24575,'32'-5'0,"-26"3"0,0 1 0,-1-1 0,1 2 0,0-1 0,8 1 0,-13 0 0,0 0 0,1 0 0,-1 0 0,1 1 0,-1-1 0,0 1 0,1-1 0,-1 1 0,0-1 0,0 1 0,1 0 0,-1 0 0,0 0 0,0 0 0,0 0 0,0 0 0,0 0 0,0 0 0,0 0 0,0 0 0,0 0 0,-1 0 0,1 1 0,0-1 0,-1 0 0,1 2 0,0-2 0,-1 0 0,0 0 0,1 0 0,-1 0 0,0 0 0,0 0 0,0 0 0,0 0 0,0 0 0,0 0 0,0 0 0,0 0 0,0 0 0,0 0 0,0 0 0,-1 0 0,1 0 0,0 0 0,-1 0 0,1 0 0,-1 0 0,1 0 0,-1 0 0,0 1 0,-1-1 0,1 1 0,-1-1 0,0 0 0,0 0 0,0 0 0,0 0 0,0 0 0,0 0 0,0 0 0,-4 1 0,-4 0 0,0-1 0,-1 0 0,-15 0 0,26-1 0,-8 0 0,0 0 0,0-1 0,1 0 0,-1 0 0,-14-5 0,21 6 0,-1 0 0,1-1 0,0 1 0,-1-1 0,1 0 0,0 1 0,0-1 0,0 0 0,-1 0 0,1 0 0,0 1 0,0-1 0,0-1 0,0 1 0,1 0 0,-1 0 0,0 0 0,0 0 0,1 0 0,-1-1 0,1 1 0,-1 0 0,1-1 0,-1 1 0,1 0 0,0-1 0,-1 1 0,1-1 0,0 1 0,0 0 0,0-1 0,0 1 0,1-1 0,-1 1 0,0 0 0,1-1 0,-1 1 0,0 0 0,2-3 0,0-1 49,1 0 0,-1 0 0,1 0-1,0 0 1,0 1 0,6-7 0,-8 10-89,0 0 0,-1 1 1,1-1-1,-1 0 0,1 0 0,0 1 1,0-1-1,-1 1 0,1-1 1,0 0-1,0 1 0,0 0 1,0-1-1,0 1 0,0-1 1,0 1-1,0 0 0,-1 0 0,1-1 1,0 1-1,0 0 0,0 0 1,0 0-1,0 0 0,0 0 1,0 1-1,0-1 0,0 0 1,0 0-1,0 0 0,0 1 1,0-1-1,0 1 0,0-1 0,0 1 1,0-1-1,-1 1 0,1-1 1,0 1-1,0 0 0,-1-1 1,2 2-1,4 7-6786</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07T04:08:49.154"/>
    </inkml:context>
    <inkml:brush xml:id="br0">
      <inkml:brushProperty name="width" value="0.05" units="cm"/>
      <inkml:brushProperty name="height" value="0.05" units="cm"/>
    </inkml:brush>
  </inkml:definitions>
  <inkml:trace contextRef="#ctx0" brushRef="#br0">1 0 24505,'4238'5827'0,"-4269"-6011"0,62 368 0,-197-270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976A73D-237B-4034-AB8C-962174A8D351}" type="datetimeFigureOut">
              <a:rPr lang="en-US" smtClean="0"/>
              <a:t>8/7/2025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123B04-A11E-4ECA-8C2F-B25EF2142BD0}" type="slidenum">
              <a:rPr lang="en-US" smtClean="0"/>
              <a:t>‹#›</a:t>
            </a:fld>
            <a:endParaRPr lang="en-US"/>
          </a:p>
        </p:txBody>
      </p:sp>
    </p:spTree>
    <p:extLst>
      <p:ext uri="{BB962C8B-B14F-4D97-AF65-F5344CB8AC3E}">
        <p14:creationId xmlns:p14="http://schemas.microsoft.com/office/powerpoint/2010/main" val="146814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1123B04-A11E-4ECA-8C2F-B25EF2142BD0}" type="slidenum">
              <a:rPr lang="en-US" smtClean="0"/>
              <a:t>1</a:t>
            </a:fld>
            <a:endParaRPr lang="en-US"/>
          </a:p>
        </p:txBody>
      </p:sp>
    </p:spTree>
    <p:extLst>
      <p:ext uri="{BB962C8B-B14F-4D97-AF65-F5344CB8AC3E}">
        <p14:creationId xmlns:p14="http://schemas.microsoft.com/office/powerpoint/2010/main" val="1219258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Master" Target="../slideMasters/slideMaster1.xml"/><Relationship Id="rId1" Type="http://schemas.openxmlformats.org/officeDocument/2006/relationships/themeOverride" Target="../theme/themeOverride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76600" y="1123950"/>
            <a:ext cx="5257800" cy="533400"/>
          </a:xfrm>
          <a:prstGeom prst="rect">
            <a:avLst/>
          </a:prstGeom>
        </p:spPr>
        <p:txBody>
          <a:bodyPr vert="horz" lIns="91440" tIns="45720" rIns="91440" bIns="45720" rtlCol="0" anchor="ctr">
            <a:noAutofit/>
          </a:bodyPr>
          <a:lstStyle>
            <a:lvl1pPr algn="r">
              <a:defRPr lang="en-US" sz="3600" dirty="0"/>
            </a:lvl1pPr>
          </a:lstStyle>
          <a:p>
            <a:pPr lvl="0"/>
            <a:r>
              <a:rPr lang="en-US" dirty="0"/>
              <a:t>Click to edit title</a:t>
            </a:r>
          </a:p>
        </p:txBody>
      </p:sp>
      <p:sp>
        <p:nvSpPr>
          <p:cNvPr id="3" name="Subtitle 2"/>
          <p:cNvSpPr>
            <a:spLocks noGrp="1"/>
          </p:cNvSpPr>
          <p:nvPr>
            <p:ph type="subTitle" idx="1"/>
          </p:nvPr>
        </p:nvSpPr>
        <p:spPr>
          <a:xfrm>
            <a:off x="3276600" y="1657350"/>
            <a:ext cx="5257800" cy="914400"/>
          </a:xfrm>
        </p:spPr>
        <p:txBody>
          <a:bodyPr/>
          <a:lstStyle>
            <a:lvl1pPr marL="0" indent="0" algn="r">
              <a:buNone/>
              <a:defRPr>
                <a:solidFill>
                  <a:schemeClr val="bg1">
                    <a:lumMod val="50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642741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457200" y="4767263"/>
            <a:ext cx="2133600" cy="273844"/>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3200" b="1" cap="none"/>
            </a:lvl1pPr>
          </a:lstStyle>
          <a:p>
            <a:r>
              <a:rPr lang="en-US"/>
              <a:t>Click to edit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228600" y="4767263"/>
            <a:ext cx="2133600" cy="273844"/>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57150"/>
            <a:ext cx="8229600" cy="6096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40386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4648200" y="971550"/>
            <a:ext cx="4038600" cy="3657600"/>
          </a:xfrm>
        </p:spPr>
        <p:txBody>
          <a:bodyPr>
            <a:normAutofit/>
          </a:bodyPr>
          <a:lstStyle>
            <a:lvl1pPr marL="0" inden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60198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575675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539502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152400" y="4781550"/>
            <a:ext cx="2133600" cy="273844"/>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166577" y="209550"/>
            <a:ext cx="8229600" cy="533401"/>
          </a:xfrm>
          <a:prstGeom prst="rect">
            <a:avLst/>
          </a:prstGeom>
        </p:spPr>
        <p:txBody>
          <a:bodyPr/>
          <a:lstStyle>
            <a:lvl1pPr>
              <a:defRPr sz="2600">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10600" y="57150"/>
            <a:ext cx="493786" cy="48771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152400" y="4767263"/>
            <a:ext cx="2133600" cy="273844"/>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819150"/>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819150"/>
            <a:ext cx="5111750" cy="3775473"/>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733550"/>
            <a:ext cx="3008313" cy="286107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895349"/>
            <a:ext cx="5486400" cy="265033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1047749"/>
            <a:ext cx="2057400" cy="3546873"/>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457200" y="1047749"/>
            <a:ext cx="6019800" cy="35468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57200" y="1352550"/>
            <a:ext cx="8229600" cy="1295400"/>
          </a:xfrm>
          <a:prstGeom prst="rect">
            <a:avLst/>
          </a:prstGeom>
        </p:spPr>
        <p:txBody>
          <a:bodyPr/>
          <a:lstStyle>
            <a:lvl1pPr algn="l">
              <a:defRPr sz="6000"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457200" y="2647950"/>
            <a:ext cx="8229600" cy="914400"/>
          </a:xfrm>
        </p:spPr>
        <p:txBody>
          <a:bodyPr/>
          <a:lstStyle>
            <a:lvl1pPr marL="0" indent="0" algn="l">
              <a:buNone/>
              <a:defRPr>
                <a:solidFill>
                  <a:schemeClr val="tx1">
                    <a:lumMod val="85000"/>
                    <a:lumOff val="15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33806275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0"/>
            <a:ext cx="9144000" cy="5143499"/>
          </a:xfrm>
          <a:prstGeom prst="rect">
            <a:avLst/>
          </a:prstGeom>
          <a:solidFill>
            <a:schemeClr val="bg1">
              <a:lumMod val="95000"/>
            </a:schemeClr>
          </a:solidFill>
        </p:spPr>
        <p:txBody>
          <a:bodyPr anchor="ctr"/>
          <a:lstStyle>
            <a:lvl1pPr marL="0" indent="0" algn="ctr">
              <a:buNone/>
              <a:defRPr sz="1200" baseline="0">
                <a:solidFill>
                  <a:schemeClr val="tx1">
                    <a:lumMod val="75000"/>
                    <a:lumOff val="25000"/>
                  </a:schemeClr>
                </a:solidFill>
                <a:latin typeface="+mn-lt"/>
                <a:cs typeface="Arial" pitchFamily="34" charset="0"/>
              </a:defRPr>
            </a:lvl1pPr>
            <a:lvl2pPr marL="456949" indent="0">
              <a:buNone/>
              <a:defRPr sz="2799"/>
            </a:lvl2pPr>
            <a:lvl3pPr marL="913897" indent="0">
              <a:buNone/>
              <a:defRPr sz="2399"/>
            </a:lvl3pPr>
            <a:lvl4pPr marL="1370846" indent="0">
              <a:buNone/>
              <a:defRPr sz="1999"/>
            </a:lvl4pPr>
            <a:lvl5pPr marL="1827795" indent="0">
              <a:buNone/>
              <a:defRPr sz="1999"/>
            </a:lvl5pPr>
            <a:lvl6pPr marL="2284743" indent="0">
              <a:buNone/>
              <a:defRPr sz="1999"/>
            </a:lvl6pPr>
            <a:lvl7pPr marL="2741692" indent="0">
              <a:buNone/>
              <a:defRPr sz="1999"/>
            </a:lvl7pPr>
            <a:lvl8pPr marL="3198640" indent="0">
              <a:buNone/>
              <a:defRPr sz="1999"/>
            </a:lvl8pPr>
            <a:lvl9pPr marL="3655589" indent="0">
              <a:buNone/>
              <a:defRPr sz="1999"/>
            </a:lvl9pPr>
          </a:lstStyle>
          <a:p>
            <a:r>
              <a:rPr lang="en-US" altLang="ko-KR" dirty="0"/>
              <a:t>Insert Your Image</a:t>
            </a:r>
            <a:endParaRPr lang="ko-KR" altLang="en-US" dirty="0"/>
          </a:p>
        </p:txBody>
      </p:sp>
    </p:spTree>
    <p:extLst>
      <p:ext uri="{BB962C8B-B14F-4D97-AF65-F5344CB8AC3E}">
        <p14:creationId xmlns:p14="http://schemas.microsoft.com/office/powerpoint/2010/main" val="1563480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9144000" cy="2571751"/>
          </a:xfrm>
          <a:prstGeom prst="rect">
            <a:avLst/>
          </a:prstGeom>
          <a:solidFill>
            <a:schemeClr val="bg1">
              <a:lumMod val="95000"/>
            </a:schemeClr>
          </a:solidFill>
        </p:spPr>
        <p:txBody>
          <a:bodyPr>
            <a:normAutofit/>
          </a:bodyPr>
          <a:lstStyle>
            <a:lvl1pPr>
              <a:defRPr sz="788"/>
            </a:lvl1pPr>
          </a:lstStyle>
          <a:p>
            <a:endParaRPr lang="en-US" dirty="0"/>
          </a:p>
        </p:txBody>
      </p:sp>
    </p:spTree>
    <p:extLst>
      <p:ext uri="{BB962C8B-B14F-4D97-AF65-F5344CB8AC3E}">
        <p14:creationId xmlns:p14="http://schemas.microsoft.com/office/powerpoint/2010/main" val="1695279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971550"/>
            <a:ext cx="8229600" cy="36230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40CB006-912F-44E1-9560-9CBFEBE946EF}" type="datetime4">
              <a:rPr lang="en-US" smtClean="0"/>
              <a:t>August 7, 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6" r:id="rId1"/>
    <p:sldLayoutId id="2147483650" r:id="rId2"/>
    <p:sldLayoutId id="2147483651" r:id="rId3"/>
    <p:sldLayoutId id="2147483652" r:id="rId4"/>
    <p:sldLayoutId id="2147483672" r:id="rId5"/>
    <p:sldLayoutId id="2147483673" r:id="rId6"/>
    <p:sldLayoutId id="2147483654" r:id="rId7"/>
    <p:sldLayoutId id="2147483655" r:id="rId8"/>
    <p:sldLayoutId id="2147483656" r:id="rId9"/>
    <p:sldLayoutId id="2147483657" r:id="rId10"/>
    <p:sldLayoutId id="2147483658" r:id="rId11"/>
    <p:sldLayoutId id="2147483659" r:id="rId12"/>
    <p:sldLayoutId id="2147483675" r:id="rId13"/>
    <p:sldLayoutId id="2147483687" r:id="rId14"/>
    <p:sldLayoutId id="2147483688" r:id="rId15"/>
  </p:sldLayoutIdLst>
  <p:hf hdr="0"/>
  <p:txStyles>
    <p:titleStyle>
      <a:lvl1pPr algn="l" defTabSz="914400" rtl="0" eaLnBrk="1" latinLnBrk="0" hangingPunct="1">
        <a:spcBef>
          <a:spcPct val="0"/>
        </a:spcBef>
        <a:buNone/>
        <a:defRPr lang="en-US" sz="2800"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17" Type="http://schemas.openxmlformats.org/officeDocument/2006/relationships/image" Target="../media/image65.png"/><Relationship Id="rId21" Type="http://schemas.openxmlformats.org/officeDocument/2006/relationships/image" Target="../media/image17.png"/><Relationship Id="rId42" Type="http://schemas.openxmlformats.org/officeDocument/2006/relationships/customXml" Target="../ink/ink21.xml"/><Relationship Id="rId63" Type="http://schemas.openxmlformats.org/officeDocument/2006/relationships/image" Target="../media/image38.png"/><Relationship Id="rId84" Type="http://schemas.openxmlformats.org/officeDocument/2006/relationships/customXml" Target="../ink/ink42.xml"/><Relationship Id="rId138" Type="http://schemas.openxmlformats.org/officeDocument/2006/relationships/customXml" Target="../ink/ink69.xml"/><Relationship Id="rId159" Type="http://schemas.openxmlformats.org/officeDocument/2006/relationships/image" Target="../media/image86.png"/><Relationship Id="rId170" Type="http://schemas.openxmlformats.org/officeDocument/2006/relationships/customXml" Target="../ink/ink85.xml"/><Relationship Id="rId107" Type="http://schemas.openxmlformats.org/officeDocument/2006/relationships/image" Target="../media/image60.png"/><Relationship Id="rId11" Type="http://schemas.openxmlformats.org/officeDocument/2006/relationships/image" Target="../media/image12.png"/><Relationship Id="rId32" Type="http://schemas.openxmlformats.org/officeDocument/2006/relationships/customXml" Target="../ink/ink16.xml"/><Relationship Id="rId53" Type="http://schemas.openxmlformats.org/officeDocument/2006/relationships/image" Target="../media/image33.png"/><Relationship Id="rId74" Type="http://schemas.openxmlformats.org/officeDocument/2006/relationships/customXml" Target="../ink/ink37.xml"/><Relationship Id="rId128" Type="http://schemas.openxmlformats.org/officeDocument/2006/relationships/customXml" Target="../ink/ink64.xml"/><Relationship Id="rId149" Type="http://schemas.openxmlformats.org/officeDocument/2006/relationships/image" Target="../media/image81.png"/><Relationship Id="rId5" Type="http://schemas.openxmlformats.org/officeDocument/2006/relationships/image" Target="../media/image9.png"/><Relationship Id="rId95" Type="http://schemas.openxmlformats.org/officeDocument/2006/relationships/image" Target="../media/image54.png"/><Relationship Id="rId160" Type="http://schemas.openxmlformats.org/officeDocument/2006/relationships/customXml" Target="../ink/ink80.xml"/><Relationship Id="rId22" Type="http://schemas.openxmlformats.org/officeDocument/2006/relationships/customXml" Target="../ink/ink11.xml"/><Relationship Id="rId43" Type="http://schemas.openxmlformats.org/officeDocument/2006/relationships/image" Target="../media/image28.png"/><Relationship Id="rId64" Type="http://schemas.openxmlformats.org/officeDocument/2006/relationships/customXml" Target="../ink/ink32.xml"/><Relationship Id="rId118" Type="http://schemas.openxmlformats.org/officeDocument/2006/relationships/customXml" Target="../ink/ink59.xml"/><Relationship Id="rId139" Type="http://schemas.openxmlformats.org/officeDocument/2006/relationships/image" Target="../media/image76.png"/><Relationship Id="rId85" Type="http://schemas.openxmlformats.org/officeDocument/2006/relationships/image" Target="../media/image49.png"/><Relationship Id="rId150" Type="http://schemas.openxmlformats.org/officeDocument/2006/relationships/customXml" Target="../ink/ink75.xml"/><Relationship Id="rId171" Type="http://schemas.openxmlformats.org/officeDocument/2006/relationships/image" Target="../media/image92.png"/><Relationship Id="rId12" Type="http://schemas.openxmlformats.org/officeDocument/2006/relationships/customXml" Target="../ink/ink6.xml"/><Relationship Id="rId33" Type="http://schemas.openxmlformats.org/officeDocument/2006/relationships/image" Target="../media/image23.png"/><Relationship Id="rId108" Type="http://schemas.openxmlformats.org/officeDocument/2006/relationships/customXml" Target="../ink/ink54.xml"/><Relationship Id="rId129" Type="http://schemas.openxmlformats.org/officeDocument/2006/relationships/image" Target="../media/image71.png"/><Relationship Id="rId54" Type="http://schemas.openxmlformats.org/officeDocument/2006/relationships/customXml" Target="../ink/ink27.xml"/><Relationship Id="rId75" Type="http://schemas.openxmlformats.org/officeDocument/2006/relationships/image" Target="../media/image44.png"/><Relationship Id="rId96" Type="http://schemas.openxmlformats.org/officeDocument/2006/relationships/customXml" Target="../ink/ink48.xml"/><Relationship Id="rId140" Type="http://schemas.openxmlformats.org/officeDocument/2006/relationships/customXml" Target="../ink/ink70.xml"/><Relationship Id="rId161" Type="http://schemas.openxmlformats.org/officeDocument/2006/relationships/image" Target="../media/image87.png"/><Relationship Id="rId1" Type="http://schemas.openxmlformats.org/officeDocument/2006/relationships/slideLayout" Target="../slideLayouts/slideLayout7.xml"/><Relationship Id="rId6" Type="http://schemas.openxmlformats.org/officeDocument/2006/relationships/customXml" Target="../ink/ink3.xml"/><Relationship Id="rId23" Type="http://schemas.openxmlformats.org/officeDocument/2006/relationships/image" Target="../media/image18.png"/><Relationship Id="rId28" Type="http://schemas.openxmlformats.org/officeDocument/2006/relationships/customXml" Target="../ink/ink14.xml"/><Relationship Id="rId49" Type="http://schemas.openxmlformats.org/officeDocument/2006/relationships/image" Target="../media/image31.png"/><Relationship Id="rId114" Type="http://schemas.openxmlformats.org/officeDocument/2006/relationships/customXml" Target="../ink/ink57.xml"/><Relationship Id="rId119" Type="http://schemas.openxmlformats.org/officeDocument/2006/relationships/image" Target="../media/image66.png"/><Relationship Id="rId44" Type="http://schemas.openxmlformats.org/officeDocument/2006/relationships/customXml" Target="../ink/ink22.xml"/><Relationship Id="rId60" Type="http://schemas.openxmlformats.org/officeDocument/2006/relationships/customXml" Target="../ink/ink30.xml"/><Relationship Id="rId65" Type="http://schemas.openxmlformats.org/officeDocument/2006/relationships/image" Target="../media/image39.png"/><Relationship Id="rId81" Type="http://schemas.openxmlformats.org/officeDocument/2006/relationships/image" Target="../media/image47.png"/><Relationship Id="rId86" Type="http://schemas.openxmlformats.org/officeDocument/2006/relationships/customXml" Target="../ink/ink43.xml"/><Relationship Id="rId130" Type="http://schemas.openxmlformats.org/officeDocument/2006/relationships/customXml" Target="../ink/ink65.xml"/><Relationship Id="rId135" Type="http://schemas.openxmlformats.org/officeDocument/2006/relationships/image" Target="../media/image74.png"/><Relationship Id="rId151" Type="http://schemas.openxmlformats.org/officeDocument/2006/relationships/image" Target="../media/image82.png"/><Relationship Id="rId156" Type="http://schemas.openxmlformats.org/officeDocument/2006/relationships/customXml" Target="../ink/ink78.xml"/><Relationship Id="rId172" Type="http://schemas.openxmlformats.org/officeDocument/2006/relationships/customXml" Target="../ink/ink86.xml"/><Relationship Id="rId13" Type="http://schemas.openxmlformats.org/officeDocument/2006/relationships/image" Target="../media/image13.png"/><Relationship Id="rId18" Type="http://schemas.openxmlformats.org/officeDocument/2006/relationships/customXml" Target="../ink/ink9.xml"/><Relationship Id="rId39" Type="http://schemas.openxmlformats.org/officeDocument/2006/relationships/image" Target="../media/image26.png"/><Relationship Id="rId109" Type="http://schemas.openxmlformats.org/officeDocument/2006/relationships/image" Target="../media/image61.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34.png"/><Relationship Id="rId76" Type="http://schemas.openxmlformats.org/officeDocument/2006/relationships/customXml" Target="../ink/ink38.xml"/><Relationship Id="rId97" Type="http://schemas.openxmlformats.org/officeDocument/2006/relationships/image" Target="../media/image55.png"/><Relationship Id="rId104" Type="http://schemas.openxmlformats.org/officeDocument/2006/relationships/customXml" Target="../ink/ink52.xml"/><Relationship Id="rId120" Type="http://schemas.openxmlformats.org/officeDocument/2006/relationships/customXml" Target="../ink/ink60.xml"/><Relationship Id="rId125" Type="http://schemas.openxmlformats.org/officeDocument/2006/relationships/image" Target="../media/image69.png"/><Relationship Id="rId141" Type="http://schemas.openxmlformats.org/officeDocument/2006/relationships/image" Target="../media/image77.png"/><Relationship Id="rId146" Type="http://schemas.openxmlformats.org/officeDocument/2006/relationships/customXml" Target="../ink/ink73.xml"/><Relationship Id="rId167" Type="http://schemas.openxmlformats.org/officeDocument/2006/relationships/image" Target="../media/image90.png"/><Relationship Id="rId7" Type="http://schemas.openxmlformats.org/officeDocument/2006/relationships/image" Target="../media/image10.png"/><Relationship Id="rId71" Type="http://schemas.openxmlformats.org/officeDocument/2006/relationships/image" Target="../media/image42.png"/><Relationship Id="rId92" Type="http://schemas.openxmlformats.org/officeDocument/2006/relationships/customXml" Target="../ink/ink46.xml"/><Relationship Id="rId162" Type="http://schemas.openxmlformats.org/officeDocument/2006/relationships/customXml" Target="../ink/ink81.xml"/><Relationship Id="rId2" Type="http://schemas.openxmlformats.org/officeDocument/2006/relationships/customXml" Target="../ink/ink1.xml"/><Relationship Id="rId29" Type="http://schemas.openxmlformats.org/officeDocument/2006/relationships/image" Target="../media/image21.png"/><Relationship Id="rId24" Type="http://schemas.openxmlformats.org/officeDocument/2006/relationships/customXml" Target="../ink/ink12.xml"/><Relationship Id="rId40" Type="http://schemas.openxmlformats.org/officeDocument/2006/relationships/customXml" Target="../ink/ink20.xml"/><Relationship Id="rId45" Type="http://schemas.openxmlformats.org/officeDocument/2006/relationships/image" Target="../media/image29.png"/><Relationship Id="rId66" Type="http://schemas.openxmlformats.org/officeDocument/2006/relationships/customXml" Target="../ink/ink33.xml"/><Relationship Id="rId87" Type="http://schemas.openxmlformats.org/officeDocument/2006/relationships/image" Target="../media/image50.png"/><Relationship Id="rId110" Type="http://schemas.openxmlformats.org/officeDocument/2006/relationships/customXml" Target="../ink/ink55.xml"/><Relationship Id="rId115" Type="http://schemas.openxmlformats.org/officeDocument/2006/relationships/image" Target="../media/image64.png"/><Relationship Id="rId131" Type="http://schemas.openxmlformats.org/officeDocument/2006/relationships/image" Target="../media/image72.png"/><Relationship Id="rId136" Type="http://schemas.openxmlformats.org/officeDocument/2006/relationships/customXml" Target="../ink/ink68.xml"/><Relationship Id="rId157" Type="http://schemas.openxmlformats.org/officeDocument/2006/relationships/image" Target="../media/image85.png"/><Relationship Id="rId61" Type="http://schemas.openxmlformats.org/officeDocument/2006/relationships/image" Target="../media/image37.png"/><Relationship Id="rId82" Type="http://schemas.openxmlformats.org/officeDocument/2006/relationships/customXml" Target="../ink/ink41.xml"/><Relationship Id="rId152" Type="http://schemas.openxmlformats.org/officeDocument/2006/relationships/customXml" Target="../ink/ink76.xml"/><Relationship Id="rId173" Type="http://schemas.openxmlformats.org/officeDocument/2006/relationships/image" Target="../media/image93.png"/><Relationship Id="rId19" Type="http://schemas.openxmlformats.org/officeDocument/2006/relationships/image" Target="../media/image16.png"/><Relationship Id="rId14" Type="http://schemas.openxmlformats.org/officeDocument/2006/relationships/customXml" Target="../ink/ink7.xml"/><Relationship Id="rId30" Type="http://schemas.openxmlformats.org/officeDocument/2006/relationships/customXml" Target="../ink/ink15.xml"/><Relationship Id="rId35" Type="http://schemas.openxmlformats.org/officeDocument/2006/relationships/image" Target="../media/image24.png"/><Relationship Id="rId56" Type="http://schemas.openxmlformats.org/officeDocument/2006/relationships/customXml" Target="../ink/ink28.xml"/><Relationship Id="rId77" Type="http://schemas.openxmlformats.org/officeDocument/2006/relationships/image" Target="../media/image45.png"/><Relationship Id="rId100" Type="http://schemas.openxmlformats.org/officeDocument/2006/relationships/customXml" Target="../ink/ink50.xml"/><Relationship Id="rId105" Type="http://schemas.openxmlformats.org/officeDocument/2006/relationships/image" Target="../media/image59.png"/><Relationship Id="rId126" Type="http://schemas.openxmlformats.org/officeDocument/2006/relationships/customXml" Target="../ink/ink63.xml"/><Relationship Id="rId147" Type="http://schemas.openxmlformats.org/officeDocument/2006/relationships/image" Target="../media/image80.png"/><Relationship Id="rId168" Type="http://schemas.openxmlformats.org/officeDocument/2006/relationships/customXml" Target="../ink/ink84.xml"/><Relationship Id="rId8" Type="http://schemas.openxmlformats.org/officeDocument/2006/relationships/customXml" Target="../ink/ink4.xml"/><Relationship Id="rId51" Type="http://schemas.openxmlformats.org/officeDocument/2006/relationships/image" Target="../media/image32.png"/><Relationship Id="rId72" Type="http://schemas.openxmlformats.org/officeDocument/2006/relationships/customXml" Target="../ink/ink36.xml"/><Relationship Id="rId93" Type="http://schemas.openxmlformats.org/officeDocument/2006/relationships/image" Target="../media/image53.png"/><Relationship Id="rId98" Type="http://schemas.openxmlformats.org/officeDocument/2006/relationships/customXml" Target="../ink/ink49.xml"/><Relationship Id="rId121" Type="http://schemas.openxmlformats.org/officeDocument/2006/relationships/image" Target="../media/image67.png"/><Relationship Id="rId142" Type="http://schemas.openxmlformats.org/officeDocument/2006/relationships/customXml" Target="../ink/ink71.xml"/><Relationship Id="rId163" Type="http://schemas.openxmlformats.org/officeDocument/2006/relationships/image" Target="../media/image88.png"/><Relationship Id="rId3" Type="http://schemas.openxmlformats.org/officeDocument/2006/relationships/image" Target="../media/image8.png"/><Relationship Id="rId25" Type="http://schemas.openxmlformats.org/officeDocument/2006/relationships/image" Target="../media/image19.png"/><Relationship Id="rId46" Type="http://schemas.openxmlformats.org/officeDocument/2006/relationships/customXml" Target="../ink/ink23.xml"/><Relationship Id="rId67" Type="http://schemas.openxmlformats.org/officeDocument/2006/relationships/image" Target="../media/image40.png"/><Relationship Id="rId116" Type="http://schemas.openxmlformats.org/officeDocument/2006/relationships/customXml" Target="../ink/ink58.xml"/><Relationship Id="rId137" Type="http://schemas.openxmlformats.org/officeDocument/2006/relationships/image" Target="../media/image75.png"/><Relationship Id="rId158" Type="http://schemas.openxmlformats.org/officeDocument/2006/relationships/customXml" Target="../ink/ink79.xml"/><Relationship Id="rId20" Type="http://schemas.openxmlformats.org/officeDocument/2006/relationships/customXml" Target="../ink/ink10.xml"/><Relationship Id="rId41" Type="http://schemas.openxmlformats.org/officeDocument/2006/relationships/image" Target="../media/image27.png"/><Relationship Id="rId62" Type="http://schemas.openxmlformats.org/officeDocument/2006/relationships/customXml" Target="../ink/ink31.xml"/><Relationship Id="rId83" Type="http://schemas.openxmlformats.org/officeDocument/2006/relationships/image" Target="../media/image48.png"/><Relationship Id="rId88" Type="http://schemas.openxmlformats.org/officeDocument/2006/relationships/customXml" Target="../ink/ink44.xml"/><Relationship Id="rId111" Type="http://schemas.openxmlformats.org/officeDocument/2006/relationships/image" Target="../media/image62.png"/><Relationship Id="rId132" Type="http://schemas.openxmlformats.org/officeDocument/2006/relationships/customXml" Target="../ink/ink66.xml"/><Relationship Id="rId153" Type="http://schemas.openxmlformats.org/officeDocument/2006/relationships/image" Target="../media/image83.png"/><Relationship Id="rId174" Type="http://schemas.openxmlformats.org/officeDocument/2006/relationships/image" Target="../media/image94.png"/><Relationship Id="rId15" Type="http://schemas.openxmlformats.org/officeDocument/2006/relationships/image" Target="../media/image14.png"/><Relationship Id="rId36" Type="http://schemas.openxmlformats.org/officeDocument/2006/relationships/customXml" Target="../ink/ink18.xml"/><Relationship Id="rId57" Type="http://schemas.openxmlformats.org/officeDocument/2006/relationships/image" Target="../media/image35.png"/><Relationship Id="rId106" Type="http://schemas.openxmlformats.org/officeDocument/2006/relationships/customXml" Target="../ink/ink53.xml"/><Relationship Id="rId127" Type="http://schemas.openxmlformats.org/officeDocument/2006/relationships/image" Target="../media/image70.png"/><Relationship Id="rId10" Type="http://schemas.openxmlformats.org/officeDocument/2006/relationships/customXml" Target="../ink/ink5.xml"/><Relationship Id="rId31" Type="http://schemas.openxmlformats.org/officeDocument/2006/relationships/image" Target="../media/image22.png"/><Relationship Id="rId52" Type="http://schemas.openxmlformats.org/officeDocument/2006/relationships/customXml" Target="../ink/ink26.xml"/><Relationship Id="rId73" Type="http://schemas.openxmlformats.org/officeDocument/2006/relationships/image" Target="../media/image43.png"/><Relationship Id="rId78" Type="http://schemas.openxmlformats.org/officeDocument/2006/relationships/customXml" Target="../ink/ink39.xml"/><Relationship Id="rId94" Type="http://schemas.openxmlformats.org/officeDocument/2006/relationships/customXml" Target="../ink/ink47.xml"/><Relationship Id="rId99" Type="http://schemas.openxmlformats.org/officeDocument/2006/relationships/image" Target="../media/image56.png"/><Relationship Id="rId101" Type="http://schemas.openxmlformats.org/officeDocument/2006/relationships/image" Target="../media/image57.png"/><Relationship Id="rId122" Type="http://schemas.openxmlformats.org/officeDocument/2006/relationships/customXml" Target="../ink/ink61.xml"/><Relationship Id="rId143" Type="http://schemas.openxmlformats.org/officeDocument/2006/relationships/image" Target="../media/image78.png"/><Relationship Id="rId148" Type="http://schemas.openxmlformats.org/officeDocument/2006/relationships/customXml" Target="../ink/ink74.xml"/><Relationship Id="rId164" Type="http://schemas.openxmlformats.org/officeDocument/2006/relationships/customXml" Target="../ink/ink82.xml"/><Relationship Id="rId169" Type="http://schemas.openxmlformats.org/officeDocument/2006/relationships/image" Target="../media/image91.png"/><Relationship Id="rId4" Type="http://schemas.openxmlformats.org/officeDocument/2006/relationships/customXml" Target="../ink/ink2.xml"/><Relationship Id="rId9" Type="http://schemas.openxmlformats.org/officeDocument/2006/relationships/image" Target="../media/image11.png"/><Relationship Id="rId26" Type="http://schemas.openxmlformats.org/officeDocument/2006/relationships/customXml" Target="../ink/ink13.xml"/><Relationship Id="rId47" Type="http://schemas.openxmlformats.org/officeDocument/2006/relationships/image" Target="../media/image30.png"/><Relationship Id="rId68" Type="http://schemas.openxmlformats.org/officeDocument/2006/relationships/customXml" Target="../ink/ink34.xml"/><Relationship Id="rId89" Type="http://schemas.openxmlformats.org/officeDocument/2006/relationships/image" Target="../media/image51.png"/><Relationship Id="rId112" Type="http://schemas.openxmlformats.org/officeDocument/2006/relationships/customXml" Target="../ink/ink56.xml"/><Relationship Id="rId133" Type="http://schemas.openxmlformats.org/officeDocument/2006/relationships/image" Target="../media/image73.png"/><Relationship Id="rId154" Type="http://schemas.openxmlformats.org/officeDocument/2006/relationships/customXml" Target="../ink/ink77.xml"/><Relationship Id="rId175" Type="http://schemas.openxmlformats.org/officeDocument/2006/relationships/hyperlink" Target="https://openclipart.org/detail/15874" TargetMode="External"/><Relationship Id="rId16" Type="http://schemas.openxmlformats.org/officeDocument/2006/relationships/customXml" Target="../ink/ink8.xml"/><Relationship Id="rId37" Type="http://schemas.openxmlformats.org/officeDocument/2006/relationships/image" Target="../media/image25.png"/><Relationship Id="rId58" Type="http://schemas.openxmlformats.org/officeDocument/2006/relationships/customXml" Target="../ink/ink29.xml"/><Relationship Id="rId79" Type="http://schemas.openxmlformats.org/officeDocument/2006/relationships/image" Target="../media/image46.png"/><Relationship Id="rId102" Type="http://schemas.openxmlformats.org/officeDocument/2006/relationships/customXml" Target="../ink/ink51.xml"/><Relationship Id="rId123" Type="http://schemas.openxmlformats.org/officeDocument/2006/relationships/image" Target="../media/image68.png"/><Relationship Id="rId144" Type="http://schemas.openxmlformats.org/officeDocument/2006/relationships/customXml" Target="../ink/ink72.xml"/><Relationship Id="rId90" Type="http://schemas.openxmlformats.org/officeDocument/2006/relationships/customXml" Target="../ink/ink45.xml"/><Relationship Id="rId165" Type="http://schemas.openxmlformats.org/officeDocument/2006/relationships/image" Target="../media/image89.png"/><Relationship Id="rId27" Type="http://schemas.openxmlformats.org/officeDocument/2006/relationships/image" Target="../media/image20.png"/><Relationship Id="rId48" Type="http://schemas.openxmlformats.org/officeDocument/2006/relationships/customXml" Target="../ink/ink24.xml"/><Relationship Id="rId69" Type="http://schemas.openxmlformats.org/officeDocument/2006/relationships/image" Target="../media/image41.png"/><Relationship Id="rId113" Type="http://schemas.openxmlformats.org/officeDocument/2006/relationships/image" Target="../media/image63.png"/><Relationship Id="rId134" Type="http://schemas.openxmlformats.org/officeDocument/2006/relationships/customXml" Target="../ink/ink67.xml"/><Relationship Id="rId80" Type="http://schemas.openxmlformats.org/officeDocument/2006/relationships/customXml" Target="../ink/ink40.xml"/><Relationship Id="rId155" Type="http://schemas.openxmlformats.org/officeDocument/2006/relationships/image" Target="../media/image84.png"/><Relationship Id="rId17" Type="http://schemas.openxmlformats.org/officeDocument/2006/relationships/image" Target="../media/image15.png"/><Relationship Id="rId38" Type="http://schemas.openxmlformats.org/officeDocument/2006/relationships/customXml" Target="../ink/ink19.xml"/><Relationship Id="rId59" Type="http://schemas.openxmlformats.org/officeDocument/2006/relationships/image" Target="../media/image36.png"/><Relationship Id="rId103" Type="http://schemas.openxmlformats.org/officeDocument/2006/relationships/image" Target="../media/image58.png"/><Relationship Id="rId124" Type="http://schemas.openxmlformats.org/officeDocument/2006/relationships/customXml" Target="../ink/ink62.xml"/><Relationship Id="rId70" Type="http://schemas.openxmlformats.org/officeDocument/2006/relationships/customXml" Target="../ink/ink35.xml"/><Relationship Id="rId91" Type="http://schemas.openxmlformats.org/officeDocument/2006/relationships/image" Target="../media/image52.png"/><Relationship Id="rId145" Type="http://schemas.openxmlformats.org/officeDocument/2006/relationships/image" Target="../media/image79.png"/><Relationship Id="rId166" Type="http://schemas.openxmlformats.org/officeDocument/2006/relationships/customXml" Target="../ink/ink83.xml"/></Relationships>
</file>

<file path=ppt/slides/_rels/slide5.xml.rels><?xml version="1.0" encoding="UTF-8" standalone="yes"?>
<Relationships xmlns="http://schemas.openxmlformats.org/package/2006/relationships"><Relationship Id="rId3" Type="http://schemas.openxmlformats.org/officeDocument/2006/relationships/hyperlink" Target="https://help.sap.com/docs/cloud-transport-management/sap-cloud-transport-management/creating-destinations-using-sap-cloud-deployment-service-with-basic-authentication" TargetMode="External"/><Relationship Id="rId2" Type="http://schemas.openxmlformats.org/officeDocument/2006/relationships/hyperlink" Target="https://api.cf.us10-001.hana.ondemand.com/"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hyperlink" Target="https://help.sap.com/docs/CONTENT_AGENT_SERVICE/ae1a4f2d150d468d9ff56e13f9898e07/15406a06dfac4c1fabd7845c703773ba.html"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hyperlink" Target="https://help.sap.com/docs/CONTENT_AGENT_SERVICE/ae1a4f2d150d468d9ff56e13f9898e07/eed66f35f9d148c8ae5b2d46ff097d8c.html"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2.jp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8.xml"/><Relationship Id="rId5" Type="http://schemas.openxmlformats.org/officeDocument/2006/relationships/image" Target="../media/image7.png"/><Relationship Id="rId4" Type="http://schemas.openxmlformats.org/officeDocument/2006/relationships/hyperlink" Target="http://www.dribbble.com/"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108.jpeg"/><Relationship Id="rId3" Type="http://schemas.openxmlformats.org/officeDocument/2006/relationships/image" Target="../media/image103.jpeg"/><Relationship Id="rId7" Type="http://schemas.openxmlformats.org/officeDocument/2006/relationships/image" Target="../media/image107.tiff"/><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106.tiff"/><Relationship Id="rId5" Type="http://schemas.openxmlformats.org/officeDocument/2006/relationships/image" Target="../media/image105.tiff"/><Relationship Id="rId4" Type="http://schemas.openxmlformats.org/officeDocument/2006/relationships/image" Target="../media/image104.tiff"/><Relationship Id="rId9"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352550"/>
            <a:ext cx="8229600" cy="1295400"/>
          </a:xfrm>
        </p:spPr>
        <p:txBody>
          <a:bodyPr>
            <a:normAutofit/>
          </a:bodyPr>
          <a:lstStyle/>
          <a:p>
            <a:pPr>
              <a:lnSpc>
                <a:spcPct val="90000"/>
              </a:lnSpc>
            </a:pPr>
            <a:r>
              <a:rPr lang="en-PH" sz="3600" dirty="0"/>
              <a:t>SAP Build Training for Corporate Professionals</a:t>
            </a:r>
          </a:p>
        </p:txBody>
      </p:sp>
      <p:sp>
        <p:nvSpPr>
          <p:cNvPr id="3" name="Subtitle 2"/>
          <p:cNvSpPr>
            <a:spLocks noGrp="1"/>
          </p:cNvSpPr>
          <p:nvPr>
            <p:ph type="subTitle" idx="1"/>
          </p:nvPr>
        </p:nvSpPr>
        <p:spPr>
          <a:xfrm>
            <a:off x="457200" y="2495550"/>
            <a:ext cx="8229600" cy="914400"/>
          </a:xfrm>
        </p:spPr>
        <p:txBody>
          <a:bodyPr>
            <a:normAutofit/>
          </a:bodyPr>
          <a:lstStyle/>
          <a:p>
            <a:r>
              <a:rPr lang="en-PH" sz="3600" b="1">
                <a:solidFill>
                  <a:srgbClr val="00B050"/>
                </a:solidFill>
                <a:latin typeface="Cooper Black" panose="0208090404030B020404" pitchFamily="18" charset="0"/>
              </a:rPr>
              <a:t>www.anubhavtrainings.com</a:t>
            </a:r>
            <a:endParaRPr lang="en-PH" sz="3600" b="1" dirty="0">
              <a:solidFill>
                <a:srgbClr val="00B050"/>
              </a:solidFill>
              <a:latin typeface="Cooper Black" panose="0208090404030B020404" pitchFamily="18" charset="0"/>
            </a:endParaRPr>
          </a:p>
        </p:txBody>
      </p:sp>
      <p:sp>
        <p:nvSpPr>
          <p:cNvPr id="4" name="Google Shape;500;p1">
            <a:extLst>
              <a:ext uri="{FF2B5EF4-FFF2-40B4-BE49-F238E27FC236}">
                <a16:creationId xmlns:a16="http://schemas.microsoft.com/office/drawing/2014/main" id="{A035E2B0-75D9-4BCC-1173-8F7FB8C99C8A}"/>
              </a:ext>
            </a:extLst>
          </p:cNvPr>
          <p:cNvSpPr txBox="1"/>
          <p:nvPr/>
        </p:nvSpPr>
        <p:spPr>
          <a:xfrm>
            <a:off x="609600" y="496005"/>
            <a:ext cx="1828800" cy="646290"/>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dirty="0">
                <a:gradFill flip="none" rotWithShape="1">
                  <a:gsLst>
                    <a:gs pos="0">
                      <a:srgbClr val="0070C0"/>
                    </a:gs>
                    <a:gs pos="100000">
                      <a:srgbClr val="00B0F0"/>
                    </a:gs>
                  </a:gsLst>
                  <a:lin ang="16200000" scaled="1"/>
                  <a:tileRect/>
                </a:gradFill>
                <a:latin typeface="Arial" pitchFamily="34" charset="0"/>
                <a:ea typeface="+mj-ea"/>
                <a:cs typeface="Arial" pitchFamily="34" charset="0"/>
                <a:sym typeface="Corben"/>
              </a:rPr>
              <a:t>DAY-20</a:t>
            </a:r>
          </a:p>
        </p:txBody>
      </p:sp>
      <p:pic>
        <p:nvPicPr>
          <p:cNvPr id="6" name="Google Shape;497;p1">
            <a:extLst>
              <a:ext uri="{FF2B5EF4-FFF2-40B4-BE49-F238E27FC236}">
                <a16:creationId xmlns:a16="http://schemas.microsoft.com/office/drawing/2014/main" id="{503397FB-5BCD-D008-7827-9E43E26D9D15}"/>
              </a:ext>
            </a:extLst>
          </p:cNvPr>
          <p:cNvPicPr preferRelativeResize="0"/>
          <p:nvPr/>
        </p:nvPicPr>
        <p:blipFill rotWithShape="1">
          <a:blip r:embed="rId3">
            <a:alphaModFix/>
          </a:blip>
          <a:srcRect/>
          <a:stretch/>
        </p:blipFill>
        <p:spPr>
          <a:xfrm>
            <a:off x="7010400" y="3181350"/>
            <a:ext cx="1733995" cy="1656184"/>
          </a:xfrm>
          <a:prstGeom prst="rect">
            <a:avLst/>
          </a:prstGeom>
          <a:noFill/>
          <a:ln>
            <a:noFill/>
          </a:ln>
        </p:spPr>
      </p:pic>
    </p:spTree>
    <p:extLst>
      <p:ext uri="{BB962C8B-B14F-4D97-AF65-F5344CB8AC3E}">
        <p14:creationId xmlns:p14="http://schemas.microsoft.com/office/powerpoint/2010/main" val="838087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2382" y="-10043"/>
            <a:ext cx="9139238" cy="5691851"/>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a:endParaRPr>
          </a:p>
        </p:txBody>
      </p:sp>
      <p:sp>
        <p:nvSpPr>
          <p:cNvPr id="6" name="Rectangle 5"/>
          <p:cNvSpPr/>
          <p:nvPr/>
        </p:nvSpPr>
        <p:spPr>
          <a:xfrm>
            <a:off x="2382" y="2392863"/>
            <a:ext cx="9139238" cy="188222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7" name="Rectangle 6"/>
          <p:cNvSpPr/>
          <p:nvPr/>
        </p:nvSpPr>
        <p:spPr>
          <a:xfrm>
            <a:off x="2382" y="2522237"/>
            <a:ext cx="9139238" cy="159582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2881727" y="2577435"/>
            <a:ext cx="3380548" cy="507703"/>
          </a:xfrm>
          <a:prstGeom prst="rect">
            <a:avLst/>
          </a:prstGeom>
          <a:noFill/>
          <a:ln>
            <a:noFill/>
          </a:ln>
        </p:spPr>
        <p:txBody>
          <a:bodyPr wrap="square" rtlCol="0">
            <a:spAutoFit/>
          </a:bodyPr>
          <a:lstStyle/>
          <a:p>
            <a:pPr algn="ctr" defTabSz="685457">
              <a:defRPr/>
            </a:pPr>
            <a:r>
              <a:rPr lang="en-IN" sz="26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2474" spc="113"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332706" y="3044889"/>
            <a:ext cx="8478590" cy="922945"/>
          </a:xfrm>
          <a:prstGeom prst="rect">
            <a:avLst/>
          </a:prstGeom>
          <a:noFill/>
          <a:ln>
            <a:noFill/>
          </a:ln>
        </p:spPr>
        <p:txBody>
          <a:bodyPr wrap="square" rtlCol="0">
            <a:spAutoFit/>
          </a:bodyPr>
          <a:lstStyle/>
          <a:p>
            <a:pPr algn="ctr" defTabSz="685457">
              <a:defRPr/>
            </a:pPr>
            <a:r>
              <a:rPr lang="en-IN" sz="17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p:cNvCxnSpPr/>
          <p:nvPr/>
        </p:nvCxnSpPr>
        <p:spPr>
          <a:xfrm>
            <a:off x="609600" y="2190750"/>
            <a:ext cx="7924800" cy="158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9" name="Footer Placeholder 8"/>
          <p:cNvSpPr>
            <a:spLocks noGrp="1"/>
          </p:cNvSpPr>
          <p:nvPr>
            <p:ph type="ftr" sz="quarter" idx="11"/>
          </p:nvPr>
        </p:nvSpPr>
        <p:spPr/>
        <p:txBody>
          <a:bodyPr/>
          <a:lstStyle/>
          <a:p>
            <a:r>
              <a:rPr lang="en-US" dirty="0"/>
              <a:t>www.anubhavtrainings.com</a:t>
            </a:r>
          </a:p>
        </p:txBody>
      </p:sp>
      <p:sp>
        <p:nvSpPr>
          <p:cNvPr id="16" name="Slide Number Placeholder 15"/>
          <p:cNvSpPr>
            <a:spLocks noGrp="1"/>
          </p:cNvSpPr>
          <p:nvPr>
            <p:ph type="sldNum" sz="quarter" idx="12"/>
          </p:nvPr>
        </p:nvSpPr>
        <p:spPr/>
        <p:txBody>
          <a:bodyPr/>
          <a:lstStyle/>
          <a:p>
            <a:fld id="{B6F15528-21DE-4FAA-801E-634DDDAF4B2B}" type="slidenum">
              <a:rPr lang="en-US" smtClean="0"/>
              <a:pPr/>
              <a:t>3</a:t>
            </a:fld>
            <a:endParaRPr lang="en-US"/>
          </a:p>
        </p:txBody>
      </p:sp>
      <p:sp>
        <p:nvSpPr>
          <p:cNvPr id="2" name="Title 1"/>
          <p:cNvSpPr>
            <a:spLocks noGrp="1"/>
          </p:cNvSpPr>
          <p:nvPr>
            <p:ph type="title"/>
          </p:nvPr>
        </p:nvSpPr>
        <p:spPr/>
        <p:txBody>
          <a:bodyPr/>
          <a:lstStyle/>
          <a:p>
            <a:r>
              <a:rPr lang="en-US" dirty="0"/>
              <a:t>Agenda</a:t>
            </a:r>
          </a:p>
        </p:txBody>
      </p:sp>
      <p:grpSp>
        <p:nvGrpSpPr>
          <p:cNvPr id="8" name="Group 7"/>
          <p:cNvGrpSpPr/>
          <p:nvPr/>
        </p:nvGrpSpPr>
        <p:grpSpPr>
          <a:xfrm>
            <a:off x="1219200" y="1733550"/>
            <a:ext cx="6705600" cy="933450"/>
            <a:chOff x="914400" y="2190750"/>
            <a:chExt cx="6705600" cy="933450"/>
          </a:xfrm>
          <a:solidFill>
            <a:srgbClr val="0563B8"/>
          </a:solidFill>
        </p:grpSpPr>
        <p:sp>
          <p:nvSpPr>
            <p:cNvPr id="4" name="Oval 3"/>
            <p:cNvSpPr/>
            <p:nvPr/>
          </p:nvSpPr>
          <p:spPr>
            <a:xfrm>
              <a:off x="9144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28384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47625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6865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p:cNvSpPr txBox="1"/>
          <p:nvPr/>
        </p:nvSpPr>
        <p:spPr>
          <a:xfrm>
            <a:off x="6705600"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Content Transport</a:t>
            </a:r>
            <a:endParaRPr lang="en-US" sz="1050" dirty="0">
              <a:solidFill>
                <a:schemeClr val="bg1">
                  <a:lumMod val="50000"/>
                </a:schemeClr>
              </a:solidFill>
              <a:latin typeface="Arial" pitchFamily="34" charset="0"/>
              <a:cs typeface="Arial" pitchFamily="34" charset="0"/>
            </a:endParaRPr>
          </a:p>
        </p:txBody>
      </p:sp>
      <p:grpSp>
        <p:nvGrpSpPr>
          <p:cNvPr id="28" name="Group 27"/>
          <p:cNvGrpSpPr/>
          <p:nvPr/>
        </p:nvGrpSpPr>
        <p:grpSpPr>
          <a:xfrm>
            <a:off x="1457325" y="1952625"/>
            <a:ext cx="443206" cy="484863"/>
            <a:chOff x="1981201" y="1547809"/>
            <a:chExt cx="443206" cy="484863"/>
          </a:xfrm>
          <a:solidFill>
            <a:schemeClr val="bg1"/>
          </a:solidFill>
        </p:grpSpPr>
        <p:sp>
          <p:nvSpPr>
            <p:cNvPr id="1030" name="Freeform 6"/>
            <p:cNvSpPr>
              <a:spLocks noEditPoints="1"/>
            </p:cNvSpPr>
            <p:nvPr/>
          </p:nvSpPr>
          <p:spPr bwMode="auto">
            <a:xfrm>
              <a:off x="2085003" y="1547809"/>
              <a:ext cx="339404" cy="340770"/>
            </a:xfrm>
            <a:custGeom>
              <a:avLst/>
              <a:gdLst/>
              <a:ahLst/>
              <a:cxnLst>
                <a:cxn ang="0">
                  <a:pos x="219" y="91"/>
                </a:cxn>
                <a:cxn ang="0">
                  <a:pos x="166" y="110"/>
                </a:cxn>
                <a:cxn ang="0">
                  <a:pos x="123" y="147"/>
                </a:cxn>
                <a:cxn ang="0">
                  <a:pos x="96" y="197"/>
                </a:cxn>
                <a:cxn ang="0">
                  <a:pos x="87" y="251"/>
                </a:cxn>
                <a:cxn ang="0">
                  <a:pos x="97" y="306"/>
                </a:cxn>
                <a:cxn ang="0">
                  <a:pos x="126" y="354"/>
                </a:cxn>
                <a:cxn ang="0">
                  <a:pos x="170" y="390"/>
                </a:cxn>
                <a:cxn ang="0">
                  <a:pos x="223" y="410"/>
                </a:cxn>
                <a:cxn ang="0">
                  <a:pos x="279" y="408"/>
                </a:cxn>
                <a:cxn ang="0">
                  <a:pos x="330" y="389"/>
                </a:cxn>
                <a:cxn ang="0">
                  <a:pos x="373" y="352"/>
                </a:cxn>
                <a:cxn ang="0">
                  <a:pos x="401" y="301"/>
                </a:cxn>
                <a:cxn ang="0">
                  <a:pos x="409" y="247"/>
                </a:cxn>
                <a:cxn ang="0">
                  <a:pos x="399" y="193"/>
                </a:cxn>
                <a:cxn ang="0">
                  <a:pos x="370" y="145"/>
                </a:cxn>
                <a:cxn ang="0">
                  <a:pos x="326" y="108"/>
                </a:cxn>
                <a:cxn ang="0">
                  <a:pos x="274" y="90"/>
                </a:cxn>
                <a:cxn ang="0">
                  <a:pos x="241" y="0"/>
                </a:cxn>
                <a:cxn ang="0">
                  <a:pos x="310" y="8"/>
                </a:cxn>
                <a:cxn ang="0">
                  <a:pos x="376" y="35"/>
                </a:cxn>
                <a:cxn ang="0">
                  <a:pos x="433" y="82"/>
                </a:cxn>
                <a:cxn ang="0">
                  <a:pos x="472" y="141"/>
                </a:cxn>
                <a:cxn ang="0">
                  <a:pos x="494" y="207"/>
                </a:cxn>
                <a:cxn ang="0">
                  <a:pos x="495" y="278"/>
                </a:cxn>
                <a:cxn ang="0">
                  <a:pos x="478" y="345"/>
                </a:cxn>
                <a:cxn ang="0">
                  <a:pos x="441" y="407"/>
                </a:cxn>
                <a:cxn ang="0">
                  <a:pos x="387" y="456"/>
                </a:cxn>
                <a:cxn ang="0">
                  <a:pos x="324" y="487"/>
                </a:cxn>
                <a:cxn ang="0">
                  <a:pos x="256" y="499"/>
                </a:cxn>
                <a:cxn ang="0">
                  <a:pos x="187" y="491"/>
                </a:cxn>
                <a:cxn ang="0">
                  <a:pos x="121" y="464"/>
                </a:cxn>
                <a:cxn ang="0">
                  <a:pos x="64" y="418"/>
                </a:cxn>
                <a:cxn ang="0">
                  <a:pos x="25" y="358"/>
                </a:cxn>
                <a:cxn ang="0">
                  <a:pos x="3" y="292"/>
                </a:cxn>
                <a:cxn ang="0">
                  <a:pos x="2" y="222"/>
                </a:cxn>
                <a:cxn ang="0">
                  <a:pos x="19" y="155"/>
                </a:cxn>
                <a:cxn ang="0">
                  <a:pos x="56" y="92"/>
                </a:cxn>
                <a:cxn ang="0">
                  <a:pos x="110" y="43"/>
                </a:cxn>
                <a:cxn ang="0">
                  <a:pos x="173" y="13"/>
                </a:cxn>
                <a:cxn ang="0">
                  <a:pos x="241" y="0"/>
                </a:cxn>
              </a:cxnLst>
              <a:rect l="0" t="0" r="r" b="b"/>
              <a:pathLst>
                <a:path w="497" h="499">
                  <a:moveTo>
                    <a:pt x="246" y="88"/>
                  </a:moveTo>
                  <a:lnTo>
                    <a:pt x="219" y="91"/>
                  </a:lnTo>
                  <a:lnTo>
                    <a:pt x="192" y="98"/>
                  </a:lnTo>
                  <a:lnTo>
                    <a:pt x="166" y="110"/>
                  </a:lnTo>
                  <a:lnTo>
                    <a:pt x="144" y="126"/>
                  </a:lnTo>
                  <a:lnTo>
                    <a:pt x="123" y="147"/>
                  </a:lnTo>
                  <a:lnTo>
                    <a:pt x="107" y="171"/>
                  </a:lnTo>
                  <a:lnTo>
                    <a:pt x="96" y="197"/>
                  </a:lnTo>
                  <a:lnTo>
                    <a:pt x="89" y="224"/>
                  </a:lnTo>
                  <a:lnTo>
                    <a:pt x="87" y="251"/>
                  </a:lnTo>
                  <a:lnTo>
                    <a:pt x="90" y="280"/>
                  </a:lnTo>
                  <a:lnTo>
                    <a:pt x="97" y="306"/>
                  </a:lnTo>
                  <a:lnTo>
                    <a:pt x="110" y="331"/>
                  </a:lnTo>
                  <a:lnTo>
                    <a:pt x="126" y="354"/>
                  </a:lnTo>
                  <a:lnTo>
                    <a:pt x="146" y="374"/>
                  </a:lnTo>
                  <a:lnTo>
                    <a:pt x="170" y="390"/>
                  </a:lnTo>
                  <a:lnTo>
                    <a:pt x="196" y="403"/>
                  </a:lnTo>
                  <a:lnTo>
                    <a:pt x="223" y="410"/>
                  </a:lnTo>
                  <a:lnTo>
                    <a:pt x="250" y="411"/>
                  </a:lnTo>
                  <a:lnTo>
                    <a:pt x="279" y="408"/>
                  </a:lnTo>
                  <a:lnTo>
                    <a:pt x="305" y="400"/>
                  </a:lnTo>
                  <a:lnTo>
                    <a:pt x="330" y="389"/>
                  </a:lnTo>
                  <a:lnTo>
                    <a:pt x="352" y="372"/>
                  </a:lnTo>
                  <a:lnTo>
                    <a:pt x="373" y="352"/>
                  </a:lnTo>
                  <a:lnTo>
                    <a:pt x="388" y="328"/>
                  </a:lnTo>
                  <a:lnTo>
                    <a:pt x="401" y="301"/>
                  </a:lnTo>
                  <a:lnTo>
                    <a:pt x="408" y="275"/>
                  </a:lnTo>
                  <a:lnTo>
                    <a:pt x="409" y="247"/>
                  </a:lnTo>
                  <a:lnTo>
                    <a:pt x="407" y="220"/>
                  </a:lnTo>
                  <a:lnTo>
                    <a:pt x="399" y="193"/>
                  </a:lnTo>
                  <a:lnTo>
                    <a:pt x="387" y="167"/>
                  </a:lnTo>
                  <a:lnTo>
                    <a:pt x="370" y="145"/>
                  </a:lnTo>
                  <a:lnTo>
                    <a:pt x="350" y="124"/>
                  </a:lnTo>
                  <a:lnTo>
                    <a:pt x="326" y="108"/>
                  </a:lnTo>
                  <a:lnTo>
                    <a:pt x="300" y="97"/>
                  </a:lnTo>
                  <a:lnTo>
                    <a:pt x="274" y="90"/>
                  </a:lnTo>
                  <a:lnTo>
                    <a:pt x="246" y="88"/>
                  </a:lnTo>
                  <a:close/>
                  <a:moveTo>
                    <a:pt x="241" y="0"/>
                  </a:moveTo>
                  <a:lnTo>
                    <a:pt x="276" y="2"/>
                  </a:lnTo>
                  <a:lnTo>
                    <a:pt x="310" y="8"/>
                  </a:lnTo>
                  <a:lnTo>
                    <a:pt x="343" y="19"/>
                  </a:lnTo>
                  <a:lnTo>
                    <a:pt x="376" y="35"/>
                  </a:lnTo>
                  <a:lnTo>
                    <a:pt x="405" y="57"/>
                  </a:lnTo>
                  <a:lnTo>
                    <a:pt x="433" y="82"/>
                  </a:lnTo>
                  <a:lnTo>
                    <a:pt x="454" y="110"/>
                  </a:lnTo>
                  <a:lnTo>
                    <a:pt x="472" y="141"/>
                  </a:lnTo>
                  <a:lnTo>
                    <a:pt x="485" y="174"/>
                  </a:lnTo>
                  <a:lnTo>
                    <a:pt x="494" y="207"/>
                  </a:lnTo>
                  <a:lnTo>
                    <a:pt x="497" y="242"/>
                  </a:lnTo>
                  <a:lnTo>
                    <a:pt x="495" y="278"/>
                  </a:lnTo>
                  <a:lnTo>
                    <a:pt x="489" y="312"/>
                  </a:lnTo>
                  <a:lnTo>
                    <a:pt x="478" y="345"/>
                  </a:lnTo>
                  <a:lnTo>
                    <a:pt x="462" y="378"/>
                  </a:lnTo>
                  <a:lnTo>
                    <a:pt x="441" y="407"/>
                  </a:lnTo>
                  <a:lnTo>
                    <a:pt x="416" y="435"/>
                  </a:lnTo>
                  <a:lnTo>
                    <a:pt x="387" y="456"/>
                  </a:lnTo>
                  <a:lnTo>
                    <a:pt x="357" y="474"/>
                  </a:lnTo>
                  <a:lnTo>
                    <a:pt x="324" y="487"/>
                  </a:lnTo>
                  <a:lnTo>
                    <a:pt x="291" y="496"/>
                  </a:lnTo>
                  <a:lnTo>
                    <a:pt x="256" y="499"/>
                  </a:lnTo>
                  <a:lnTo>
                    <a:pt x="221" y="497"/>
                  </a:lnTo>
                  <a:lnTo>
                    <a:pt x="187" y="491"/>
                  </a:lnTo>
                  <a:lnTo>
                    <a:pt x="154" y="480"/>
                  </a:lnTo>
                  <a:lnTo>
                    <a:pt x="121" y="464"/>
                  </a:lnTo>
                  <a:lnTo>
                    <a:pt x="92" y="443"/>
                  </a:lnTo>
                  <a:lnTo>
                    <a:pt x="64" y="418"/>
                  </a:lnTo>
                  <a:lnTo>
                    <a:pt x="43" y="389"/>
                  </a:lnTo>
                  <a:lnTo>
                    <a:pt x="25" y="358"/>
                  </a:lnTo>
                  <a:lnTo>
                    <a:pt x="12" y="325"/>
                  </a:lnTo>
                  <a:lnTo>
                    <a:pt x="3" y="292"/>
                  </a:lnTo>
                  <a:lnTo>
                    <a:pt x="0" y="257"/>
                  </a:lnTo>
                  <a:lnTo>
                    <a:pt x="2" y="222"/>
                  </a:lnTo>
                  <a:lnTo>
                    <a:pt x="8" y="188"/>
                  </a:lnTo>
                  <a:lnTo>
                    <a:pt x="19" y="155"/>
                  </a:lnTo>
                  <a:lnTo>
                    <a:pt x="35" y="122"/>
                  </a:lnTo>
                  <a:lnTo>
                    <a:pt x="56" y="92"/>
                  </a:lnTo>
                  <a:lnTo>
                    <a:pt x="81" y="65"/>
                  </a:lnTo>
                  <a:lnTo>
                    <a:pt x="110" y="43"/>
                  </a:lnTo>
                  <a:lnTo>
                    <a:pt x="140" y="25"/>
                  </a:lnTo>
                  <a:lnTo>
                    <a:pt x="173" y="13"/>
                  </a:lnTo>
                  <a:lnTo>
                    <a:pt x="206" y="3"/>
                  </a:lnTo>
                  <a:lnTo>
                    <a:pt x="24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1" name="Freeform 7"/>
            <p:cNvSpPr>
              <a:spLocks/>
            </p:cNvSpPr>
            <p:nvPr/>
          </p:nvSpPr>
          <p:spPr bwMode="auto">
            <a:xfrm>
              <a:off x="1981201" y="1803216"/>
              <a:ext cx="204872" cy="229456"/>
            </a:xfrm>
            <a:custGeom>
              <a:avLst/>
              <a:gdLst/>
              <a:ahLst/>
              <a:cxnLst>
                <a:cxn ang="0">
                  <a:pos x="221" y="0"/>
                </a:cxn>
                <a:cxn ang="0">
                  <a:pos x="232" y="4"/>
                </a:cxn>
                <a:cxn ang="0">
                  <a:pos x="242" y="11"/>
                </a:cxn>
                <a:cxn ang="0">
                  <a:pos x="287" y="47"/>
                </a:cxn>
                <a:cxn ang="0">
                  <a:pos x="295" y="56"/>
                </a:cxn>
                <a:cxn ang="0">
                  <a:pos x="299" y="66"/>
                </a:cxn>
                <a:cxn ang="0">
                  <a:pos x="300" y="78"/>
                </a:cxn>
                <a:cxn ang="0">
                  <a:pos x="298" y="89"/>
                </a:cxn>
                <a:cxn ang="0">
                  <a:pos x="292" y="99"/>
                </a:cxn>
                <a:cxn ang="0">
                  <a:pos x="111" y="322"/>
                </a:cxn>
                <a:cxn ang="0">
                  <a:pos x="100" y="331"/>
                </a:cxn>
                <a:cxn ang="0">
                  <a:pos x="85" y="336"/>
                </a:cxn>
                <a:cxn ang="0">
                  <a:pos x="71" y="335"/>
                </a:cxn>
                <a:cxn ang="0">
                  <a:pos x="58" y="328"/>
                </a:cxn>
                <a:cxn ang="0">
                  <a:pos x="14" y="292"/>
                </a:cxn>
                <a:cxn ang="0">
                  <a:pos x="5" y="280"/>
                </a:cxn>
                <a:cxn ang="0">
                  <a:pos x="0" y="265"/>
                </a:cxn>
                <a:cxn ang="0">
                  <a:pos x="1" y="252"/>
                </a:cxn>
                <a:cxn ang="0">
                  <a:pos x="8" y="238"/>
                </a:cxn>
                <a:cxn ang="0">
                  <a:pos x="190" y="15"/>
                </a:cxn>
                <a:cxn ang="0">
                  <a:pos x="199" y="7"/>
                </a:cxn>
                <a:cxn ang="0">
                  <a:pos x="210" y="3"/>
                </a:cxn>
                <a:cxn ang="0">
                  <a:pos x="221" y="0"/>
                </a:cxn>
              </a:cxnLst>
              <a:rect l="0" t="0" r="r" b="b"/>
              <a:pathLst>
                <a:path w="300" h="336">
                  <a:moveTo>
                    <a:pt x="221" y="0"/>
                  </a:moveTo>
                  <a:lnTo>
                    <a:pt x="232" y="4"/>
                  </a:lnTo>
                  <a:lnTo>
                    <a:pt x="242" y="11"/>
                  </a:lnTo>
                  <a:lnTo>
                    <a:pt x="287" y="47"/>
                  </a:lnTo>
                  <a:lnTo>
                    <a:pt x="295" y="56"/>
                  </a:lnTo>
                  <a:lnTo>
                    <a:pt x="299" y="66"/>
                  </a:lnTo>
                  <a:lnTo>
                    <a:pt x="300" y="78"/>
                  </a:lnTo>
                  <a:lnTo>
                    <a:pt x="298" y="89"/>
                  </a:lnTo>
                  <a:lnTo>
                    <a:pt x="292" y="99"/>
                  </a:lnTo>
                  <a:lnTo>
                    <a:pt x="111" y="322"/>
                  </a:lnTo>
                  <a:lnTo>
                    <a:pt x="100" y="331"/>
                  </a:lnTo>
                  <a:lnTo>
                    <a:pt x="85" y="336"/>
                  </a:lnTo>
                  <a:lnTo>
                    <a:pt x="71" y="335"/>
                  </a:lnTo>
                  <a:lnTo>
                    <a:pt x="58" y="328"/>
                  </a:lnTo>
                  <a:lnTo>
                    <a:pt x="14" y="292"/>
                  </a:lnTo>
                  <a:lnTo>
                    <a:pt x="5" y="280"/>
                  </a:lnTo>
                  <a:lnTo>
                    <a:pt x="0" y="265"/>
                  </a:lnTo>
                  <a:lnTo>
                    <a:pt x="1" y="252"/>
                  </a:lnTo>
                  <a:lnTo>
                    <a:pt x="8" y="238"/>
                  </a:lnTo>
                  <a:lnTo>
                    <a:pt x="190" y="15"/>
                  </a:lnTo>
                  <a:lnTo>
                    <a:pt x="199" y="7"/>
                  </a:lnTo>
                  <a:lnTo>
                    <a:pt x="210" y="3"/>
                  </a:lnTo>
                  <a:lnTo>
                    <a:pt x="22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9" name="Group 28"/>
          <p:cNvGrpSpPr/>
          <p:nvPr/>
        </p:nvGrpSpPr>
        <p:grpSpPr>
          <a:xfrm>
            <a:off x="3362325" y="1924050"/>
            <a:ext cx="482814" cy="544275"/>
            <a:chOff x="2698251" y="1515030"/>
            <a:chExt cx="482814" cy="544275"/>
          </a:xfrm>
          <a:solidFill>
            <a:schemeClr val="bg1"/>
          </a:solidFill>
        </p:grpSpPr>
        <p:sp>
          <p:nvSpPr>
            <p:cNvPr id="1032" name="Freeform 8"/>
            <p:cNvSpPr>
              <a:spLocks noEditPoints="1"/>
            </p:cNvSpPr>
            <p:nvPr/>
          </p:nvSpPr>
          <p:spPr bwMode="auto">
            <a:xfrm>
              <a:off x="2698251" y="1575125"/>
              <a:ext cx="482814" cy="484180"/>
            </a:xfrm>
            <a:custGeom>
              <a:avLst/>
              <a:gdLst/>
              <a:ahLst/>
              <a:cxnLst>
                <a:cxn ang="0">
                  <a:pos x="79" y="78"/>
                </a:cxn>
                <a:cxn ang="0">
                  <a:pos x="79" y="631"/>
                </a:cxn>
                <a:cxn ang="0">
                  <a:pos x="629" y="631"/>
                </a:cxn>
                <a:cxn ang="0">
                  <a:pos x="629" y="78"/>
                </a:cxn>
                <a:cxn ang="0">
                  <a:pos x="79" y="78"/>
                </a:cxn>
                <a:cxn ang="0">
                  <a:pos x="71" y="0"/>
                </a:cxn>
                <a:cxn ang="0">
                  <a:pos x="637" y="0"/>
                </a:cxn>
                <a:cxn ang="0">
                  <a:pos x="655" y="2"/>
                </a:cxn>
                <a:cxn ang="0">
                  <a:pos x="672" y="10"/>
                </a:cxn>
                <a:cxn ang="0">
                  <a:pos x="687" y="20"/>
                </a:cxn>
                <a:cxn ang="0">
                  <a:pos x="697" y="35"/>
                </a:cxn>
                <a:cxn ang="0">
                  <a:pos x="705" y="52"/>
                </a:cxn>
                <a:cxn ang="0">
                  <a:pos x="707" y="70"/>
                </a:cxn>
                <a:cxn ang="0">
                  <a:pos x="707" y="638"/>
                </a:cxn>
                <a:cxn ang="0">
                  <a:pos x="705" y="657"/>
                </a:cxn>
                <a:cxn ang="0">
                  <a:pos x="697" y="674"/>
                </a:cxn>
                <a:cxn ang="0">
                  <a:pos x="687" y="688"/>
                </a:cxn>
                <a:cxn ang="0">
                  <a:pos x="672" y="699"/>
                </a:cxn>
                <a:cxn ang="0">
                  <a:pos x="655" y="706"/>
                </a:cxn>
                <a:cxn ang="0">
                  <a:pos x="637" y="709"/>
                </a:cxn>
                <a:cxn ang="0">
                  <a:pos x="71" y="709"/>
                </a:cxn>
                <a:cxn ang="0">
                  <a:pos x="53" y="706"/>
                </a:cxn>
                <a:cxn ang="0">
                  <a:pos x="36" y="699"/>
                </a:cxn>
                <a:cxn ang="0">
                  <a:pos x="21" y="688"/>
                </a:cxn>
                <a:cxn ang="0">
                  <a:pos x="11" y="674"/>
                </a:cxn>
                <a:cxn ang="0">
                  <a:pos x="3" y="657"/>
                </a:cxn>
                <a:cxn ang="0">
                  <a:pos x="0" y="638"/>
                </a:cxn>
                <a:cxn ang="0">
                  <a:pos x="0" y="70"/>
                </a:cxn>
                <a:cxn ang="0">
                  <a:pos x="3" y="52"/>
                </a:cxn>
                <a:cxn ang="0">
                  <a:pos x="11" y="35"/>
                </a:cxn>
                <a:cxn ang="0">
                  <a:pos x="21" y="20"/>
                </a:cxn>
                <a:cxn ang="0">
                  <a:pos x="36" y="10"/>
                </a:cxn>
                <a:cxn ang="0">
                  <a:pos x="53" y="2"/>
                </a:cxn>
                <a:cxn ang="0">
                  <a:pos x="71" y="0"/>
                </a:cxn>
              </a:cxnLst>
              <a:rect l="0" t="0" r="r" b="b"/>
              <a:pathLst>
                <a:path w="707" h="709">
                  <a:moveTo>
                    <a:pt x="79" y="78"/>
                  </a:moveTo>
                  <a:lnTo>
                    <a:pt x="79" y="631"/>
                  </a:lnTo>
                  <a:lnTo>
                    <a:pt x="629" y="631"/>
                  </a:lnTo>
                  <a:lnTo>
                    <a:pt x="629" y="78"/>
                  </a:lnTo>
                  <a:lnTo>
                    <a:pt x="79" y="78"/>
                  </a:lnTo>
                  <a:close/>
                  <a:moveTo>
                    <a:pt x="71" y="0"/>
                  </a:moveTo>
                  <a:lnTo>
                    <a:pt x="637" y="0"/>
                  </a:lnTo>
                  <a:lnTo>
                    <a:pt x="655" y="2"/>
                  </a:lnTo>
                  <a:lnTo>
                    <a:pt x="672" y="10"/>
                  </a:lnTo>
                  <a:lnTo>
                    <a:pt x="687" y="20"/>
                  </a:lnTo>
                  <a:lnTo>
                    <a:pt x="697" y="35"/>
                  </a:lnTo>
                  <a:lnTo>
                    <a:pt x="705" y="52"/>
                  </a:lnTo>
                  <a:lnTo>
                    <a:pt x="707" y="70"/>
                  </a:lnTo>
                  <a:lnTo>
                    <a:pt x="707" y="638"/>
                  </a:lnTo>
                  <a:lnTo>
                    <a:pt x="705" y="657"/>
                  </a:lnTo>
                  <a:lnTo>
                    <a:pt x="697" y="674"/>
                  </a:lnTo>
                  <a:lnTo>
                    <a:pt x="687" y="688"/>
                  </a:lnTo>
                  <a:lnTo>
                    <a:pt x="672" y="699"/>
                  </a:lnTo>
                  <a:lnTo>
                    <a:pt x="655" y="706"/>
                  </a:lnTo>
                  <a:lnTo>
                    <a:pt x="637" y="709"/>
                  </a:lnTo>
                  <a:lnTo>
                    <a:pt x="71" y="709"/>
                  </a:lnTo>
                  <a:lnTo>
                    <a:pt x="53" y="706"/>
                  </a:lnTo>
                  <a:lnTo>
                    <a:pt x="36" y="699"/>
                  </a:lnTo>
                  <a:lnTo>
                    <a:pt x="21" y="688"/>
                  </a:lnTo>
                  <a:lnTo>
                    <a:pt x="11" y="674"/>
                  </a:lnTo>
                  <a:lnTo>
                    <a:pt x="3" y="657"/>
                  </a:lnTo>
                  <a:lnTo>
                    <a:pt x="0" y="638"/>
                  </a:lnTo>
                  <a:lnTo>
                    <a:pt x="0" y="70"/>
                  </a:lnTo>
                  <a:lnTo>
                    <a:pt x="3" y="52"/>
                  </a:lnTo>
                  <a:lnTo>
                    <a:pt x="11" y="35"/>
                  </a:lnTo>
                  <a:lnTo>
                    <a:pt x="21" y="20"/>
                  </a:lnTo>
                  <a:lnTo>
                    <a:pt x="36" y="10"/>
                  </a:lnTo>
                  <a:lnTo>
                    <a:pt x="53" y="2"/>
                  </a:lnTo>
                  <a:lnTo>
                    <a:pt x="7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3" name="Freeform 9"/>
            <p:cNvSpPr>
              <a:spLocks/>
            </p:cNvSpPr>
            <p:nvPr/>
          </p:nvSpPr>
          <p:spPr bwMode="auto">
            <a:xfrm>
              <a:off x="2817077" y="1515030"/>
              <a:ext cx="55998" cy="172775"/>
            </a:xfrm>
            <a:custGeom>
              <a:avLst/>
              <a:gdLst/>
              <a:ahLst/>
              <a:cxnLst>
                <a:cxn ang="0">
                  <a:pos x="31" y="0"/>
                </a:cxn>
                <a:cxn ang="0">
                  <a:pos x="51" y="0"/>
                </a:cxn>
                <a:cxn ang="0">
                  <a:pos x="63" y="3"/>
                </a:cxn>
                <a:cxn ang="0">
                  <a:pos x="73" y="9"/>
                </a:cxn>
                <a:cxn ang="0">
                  <a:pos x="80" y="20"/>
                </a:cxn>
                <a:cxn ang="0">
                  <a:pos x="82" y="32"/>
                </a:cxn>
                <a:cxn ang="0">
                  <a:pos x="82" y="222"/>
                </a:cxn>
                <a:cxn ang="0">
                  <a:pos x="80" y="235"/>
                </a:cxn>
                <a:cxn ang="0">
                  <a:pos x="73" y="244"/>
                </a:cxn>
                <a:cxn ang="0">
                  <a:pos x="63" y="251"/>
                </a:cxn>
                <a:cxn ang="0">
                  <a:pos x="51" y="253"/>
                </a:cxn>
                <a:cxn ang="0">
                  <a:pos x="31" y="253"/>
                </a:cxn>
                <a:cxn ang="0">
                  <a:pos x="19" y="251"/>
                </a:cxn>
                <a:cxn ang="0">
                  <a:pos x="9" y="244"/>
                </a:cxn>
                <a:cxn ang="0">
                  <a:pos x="2" y="235"/>
                </a:cxn>
                <a:cxn ang="0">
                  <a:pos x="0" y="222"/>
                </a:cxn>
                <a:cxn ang="0">
                  <a:pos x="0" y="32"/>
                </a:cxn>
                <a:cxn ang="0">
                  <a:pos x="2" y="20"/>
                </a:cxn>
                <a:cxn ang="0">
                  <a:pos x="9" y="9"/>
                </a:cxn>
                <a:cxn ang="0">
                  <a:pos x="19" y="3"/>
                </a:cxn>
                <a:cxn ang="0">
                  <a:pos x="31" y="0"/>
                </a:cxn>
              </a:cxnLst>
              <a:rect l="0" t="0" r="r" b="b"/>
              <a:pathLst>
                <a:path w="82" h="253">
                  <a:moveTo>
                    <a:pt x="31" y="0"/>
                  </a:moveTo>
                  <a:lnTo>
                    <a:pt x="51" y="0"/>
                  </a:lnTo>
                  <a:lnTo>
                    <a:pt x="63" y="3"/>
                  </a:lnTo>
                  <a:lnTo>
                    <a:pt x="73" y="9"/>
                  </a:lnTo>
                  <a:lnTo>
                    <a:pt x="80" y="20"/>
                  </a:lnTo>
                  <a:lnTo>
                    <a:pt x="82" y="32"/>
                  </a:lnTo>
                  <a:lnTo>
                    <a:pt x="82" y="222"/>
                  </a:lnTo>
                  <a:lnTo>
                    <a:pt x="80" y="235"/>
                  </a:lnTo>
                  <a:lnTo>
                    <a:pt x="73" y="244"/>
                  </a:lnTo>
                  <a:lnTo>
                    <a:pt x="63" y="251"/>
                  </a:lnTo>
                  <a:lnTo>
                    <a:pt x="51" y="253"/>
                  </a:lnTo>
                  <a:lnTo>
                    <a:pt x="31" y="253"/>
                  </a:lnTo>
                  <a:lnTo>
                    <a:pt x="19" y="251"/>
                  </a:lnTo>
                  <a:lnTo>
                    <a:pt x="9" y="244"/>
                  </a:lnTo>
                  <a:lnTo>
                    <a:pt x="2" y="235"/>
                  </a:lnTo>
                  <a:lnTo>
                    <a:pt x="0" y="222"/>
                  </a:lnTo>
                  <a:lnTo>
                    <a:pt x="0" y="32"/>
                  </a:lnTo>
                  <a:lnTo>
                    <a:pt x="2" y="20"/>
                  </a:lnTo>
                  <a:lnTo>
                    <a:pt x="9" y="9"/>
                  </a:lnTo>
                  <a:lnTo>
                    <a:pt x="19" y="3"/>
                  </a:lnTo>
                  <a:lnTo>
                    <a:pt x="3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4" name="Freeform 10"/>
            <p:cNvSpPr>
              <a:spLocks/>
            </p:cNvSpPr>
            <p:nvPr/>
          </p:nvSpPr>
          <p:spPr bwMode="auto">
            <a:xfrm>
              <a:off x="3004876" y="1515030"/>
              <a:ext cx="55998" cy="172775"/>
            </a:xfrm>
            <a:custGeom>
              <a:avLst/>
              <a:gdLst/>
              <a:ahLst/>
              <a:cxnLst>
                <a:cxn ang="0">
                  <a:pos x="32" y="0"/>
                </a:cxn>
                <a:cxn ang="0">
                  <a:pos x="51" y="0"/>
                </a:cxn>
                <a:cxn ang="0">
                  <a:pos x="64" y="3"/>
                </a:cxn>
                <a:cxn ang="0">
                  <a:pos x="73" y="9"/>
                </a:cxn>
                <a:cxn ang="0">
                  <a:pos x="79" y="20"/>
                </a:cxn>
                <a:cxn ang="0">
                  <a:pos x="82" y="32"/>
                </a:cxn>
                <a:cxn ang="0">
                  <a:pos x="82" y="222"/>
                </a:cxn>
                <a:cxn ang="0">
                  <a:pos x="79" y="235"/>
                </a:cxn>
                <a:cxn ang="0">
                  <a:pos x="73" y="244"/>
                </a:cxn>
                <a:cxn ang="0">
                  <a:pos x="64" y="251"/>
                </a:cxn>
                <a:cxn ang="0">
                  <a:pos x="51" y="253"/>
                </a:cxn>
                <a:cxn ang="0">
                  <a:pos x="32" y="253"/>
                </a:cxn>
                <a:cxn ang="0">
                  <a:pos x="19" y="251"/>
                </a:cxn>
                <a:cxn ang="0">
                  <a:pos x="9" y="244"/>
                </a:cxn>
                <a:cxn ang="0">
                  <a:pos x="2" y="235"/>
                </a:cxn>
                <a:cxn ang="0">
                  <a:pos x="0" y="222"/>
                </a:cxn>
                <a:cxn ang="0">
                  <a:pos x="0" y="32"/>
                </a:cxn>
                <a:cxn ang="0">
                  <a:pos x="2" y="20"/>
                </a:cxn>
                <a:cxn ang="0">
                  <a:pos x="9" y="9"/>
                </a:cxn>
                <a:cxn ang="0">
                  <a:pos x="19" y="3"/>
                </a:cxn>
                <a:cxn ang="0">
                  <a:pos x="32" y="0"/>
                </a:cxn>
              </a:cxnLst>
              <a:rect l="0" t="0" r="r" b="b"/>
              <a:pathLst>
                <a:path w="82" h="253">
                  <a:moveTo>
                    <a:pt x="32" y="0"/>
                  </a:moveTo>
                  <a:lnTo>
                    <a:pt x="51" y="0"/>
                  </a:lnTo>
                  <a:lnTo>
                    <a:pt x="64" y="3"/>
                  </a:lnTo>
                  <a:lnTo>
                    <a:pt x="73" y="9"/>
                  </a:lnTo>
                  <a:lnTo>
                    <a:pt x="79" y="20"/>
                  </a:lnTo>
                  <a:lnTo>
                    <a:pt x="82" y="32"/>
                  </a:lnTo>
                  <a:lnTo>
                    <a:pt x="82" y="222"/>
                  </a:lnTo>
                  <a:lnTo>
                    <a:pt x="79" y="235"/>
                  </a:lnTo>
                  <a:lnTo>
                    <a:pt x="73" y="244"/>
                  </a:lnTo>
                  <a:lnTo>
                    <a:pt x="64" y="251"/>
                  </a:lnTo>
                  <a:lnTo>
                    <a:pt x="51" y="253"/>
                  </a:lnTo>
                  <a:lnTo>
                    <a:pt x="32" y="253"/>
                  </a:lnTo>
                  <a:lnTo>
                    <a:pt x="19" y="251"/>
                  </a:lnTo>
                  <a:lnTo>
                    <a:pt x="9" y="244"/>
                  </a:lnTo>
                  <a:lnTo>
                    <a:pt x="2" y="235"/>
                  </a:lnTo>
                  <a:lnTo>
                    <a:pt x="0" y="222"/>
                  </a:lnTo>
                  <a:lnTo>
                    <a:pt x="0" y="32"/>
                  </a:lnTo>
                  <a:lnTo>
                    <a:pt x="2" y="20"/>
                  </a:lnTo>
                  <a:lnTo>
                    <a:pt x="9" y="9"/>
                  </a:lnTo>
                  <a:lnTo>
                    <a:pt x="19" y="3"/>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5" name="Freeform 11"/>
            <p:cNvSpPr>
              <a:spLocks/>
            </p:cNvSpPr>
            <p:nvPr/>
          </p:nvSpPr>
          <p:spPr bwMode="auto">
            <a:xfrm>
              <a:off x="2811614" y="1741754"/>
              <a:ext cx="258821" cy="48486"/>
            </a:xfrm>
            <a:custGeom>
              <a:avLst/>
              <a:gdLst/>
              <a:ahLst/>
              <a:cxnLst>
                <a:cxn ang="0">
                  <a:pos x="30" y="0"/>
                </a:cxn>
                <a:cxn ang="0">
                  <a:pos x="348" y="0"/>
                </a:cxn>
                <a:cxn ang="0">
                  <a:pos x="360" y="3"/>
                </a:cxn>
                <a:cxn ang="0">
                  <a:pos x="370" y="10"/>
                </a:cxn>
                <a:cxn ang="0">
                  <a:pos x="377" y="20"/>
                </a:cxn>
                <a:cxn ang="0">
                  <a:pos x="379" y="32"/>
                </a:cxn>
                <a:cxn ang="0">
                  <a:pos x="379" y="39"/>
                </a:cxn>
                <a:cxn ang="0">
                  <a:pos x="377" y="52"/>
                </a:cxn>
                <a:cxn ang="0">
                  <a:pos x="370" y="62"/>
                </a:cxn>
                <a:cxn ang="0">
                  <a:pos x="360" y="69"/>
                </a:cxn>
                <a:cxn ang="0">
                  <a:pos x="348" y="71"/>
                </a:cxn>
                <a:cxn ang="0">
                  <a:pos x="30" y="71"/>
                </a:cxn>
                <a:cxn ang="0">
                  <a:pos x="18" y="69"/>
                </a:cxn>
                <a:cxn ang="0">
                  <a:pos x="9" y="62"/>
                </a:cxn>
                <a:cxn ang="0">
                  <a:pos x="2" y="52"/>
                </a:cxn>
                <a:cxn ang="0">
                  <a:pos x="0" y="39"/>
                </a:cxn>
                <a:cxn ang="0">
                  <a:pos x="0" y="32"/>
                </a:cxn>
                <a:cxn ang="0">
                  <a:pos x="2" y="20"/>
                </a:cxn>
                <a:cxn ang="0">
                  <a:pos x="9" y="10"/>
                </a:cxn>
                <a:cxn ang="0">
                  <a:pos x="18" y="3"/>
                </a:cxn>
                <a:cxn ang="0">
                  <a:pos x="30" y="0"/>
                </a:cxn>
              </a:cxnLst>
              <a:rect l="0" t="0" r="r" b="b"/>
              <a:pathLst>
                <a:path w="379" h="71">
                  <a:moveTo>
                    <a:pt x="30" y="0"/>
                  </a:moveTo>
                  <a:lnTo>
                    <a:pt x="348" y="0"/>
                  </a:lnTo>
                  <a:lnTo>
                    <a:pt x="360" y="3"/>
                  </a:lnTo>
                  <a:lnTo>
                    <a:pt x="370" y="10"/>
                  </a:lnTo>
                  <a:lnTo>
                    <a:pt x="377" y="20"/>
                  </a:lnTo>
                  <a:lnTo>
                    <a:pt x="379" y="32"/>
                  </a:lnTo>
                  <a:lnTo>
                    <a:pt x="379" y="39"/>
                  </a:lnTo>
                  <a:lnTo>
                    <a:pt x="377" y="52"/>
                  </a:lnTo>
                  <a:lnTo>
                    <a:pt x="370" y="62"/>
                  </a:lnTo>
                  <a:lnTo>
                    <a:pt x="360" y="69"/>
                  </a:lnTo>
                  <a:lnTo>
                    <a:pt x="348" y="71"/>
                  </a:lnTo>
                  <a:lnTo>
                    <a:pt x="30" y="71"/>
                  </a:lnTo>
                  <a:lnTo>
                    <a:pt x="18" y="69"/>
                  </a:lnTo>
                  <a:lnTo>
                    <a:pt x="9" y="62"/>
                  </a:lnTo>
                  <a:lnTo>
                    <a:pt x="2" y="52"/>
                  </a:lnTo>
                  <a:lnTo>
                    <a:pt x="0" y="39"/>
                  </a:lnTo>
                  <a:lnTo>
                    <a:pt x="0" y="32"/>
                  </a:lnTo>
                  <a:lnTo>
                    <a:pt x="2" y="20"/>
                  </a:lnTo>
                  <a:lnTo>
                    <a:pt x="9" y="10"/>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6" name="Freeform 12"/>
            <p:cNvSpPr>
              <a:spLocks/>
            </p:cNvSpPr>
            <p:nvPr/>
          </p:nvSpPr>
          <p:spPr bwMode="auto">
            <a:xfrm>
              <a:off x="2811614" y="1814142"/>
              <a:ext cx="258821" cy="48486"/>
            </a:xfrm>
            <a:custGeom>
              <a:avLst/>
              <a:gdLst/>
              <a:ahLst/>
              <a:cxnLst>
                <a:cxn ang="0">
                  <a:pos x="30" y="0"/>
                </a:cxn>
                <a:cxn ang="0">
                  <a:pos x="348" y="0"/>
                </a:cxn>
                <a:cxn ang="0">
                  <a:pos x="360" y="3"/>
                </a:cxn>
                <a:cxn ang="0">
                  <a:pos x="370" y="9"/>
                </a:cxn>
                <a:cxn ang="0">
                  <a:pos x="377" y="20"/>
                </a:cxn>
                <a:cxn ang="0">
                  <a:pos x="379" y="32"/>
                </a:cxn>
                <a:cxn ang="0">
                  <a:pos x="379" y="39"/>
                </a:cxn>
                <a:cxn ang="0">
                  <a:pos x="377" y="51"/>
                </a:cxn>
                <a:cxn ang="0">
                  <a:pos x="370" y="62"/>
                </a:cxn>
                <a:cxn ang="0">
                  <a:pos x="360" y="68"/>
                </a:cxn>
                <a:cxn ang="0">
                  <a:pos x="348" y="71"/>
                </a:cxn>
                <a:cxn ang="0">
                  <a:pos x="30" y="71"/>
                </a:cxn>
                <a:cxn ang="0">
                  <a:pos x="18" y="68"/>
                </a:cxn>
                <a:cxn ang="0">
                  <a:pos x="9" y="62"/>
                </a:cxn>
                <a:cxn ang="0">
                  <a:pos x="2" y="51"/>
                </a:cxn>
                <a:cxn ang="0">
                  <a:pos x="0" y="39"/>
                </a:cxn>
                <a:cxn ang="0">
                  <a:pos x="0" y="32"/>
                </a:cxn>
                <a:cxn ang="0">
                  <a:pos x="2" y="20"/>
                </a:cxn>
                <a:cxn ang="0">
                  <a:pos x="9" y="9"/>
                </a:cxn>
                <a:cxn ang="0">
                  <a:pos x="18" y="3"/>
                </a:cxn>
                <a:cxn ang="0">
                  <a:pos x="30" y="0"/>
                </a:cxn>
              </a:cxnLst>
              <a:rect l="0" t="0" r="r" b="b"/>
              <a:pathLst>
                <a:path w="379" h="71">
                  <a:moveTo>
                    <a:pt x="30" y="0"/>
                  </a:moveTo>
                  <a:lnTo>
                    <a:pt x="348" y="0"/>
                  </a:lnTo>
                  <a:lnTo>
                    <a:pt x="360" y="3"/>
                  </a:lnTo>
                  <a:lnTo>
                    <a:pt x="370" y="9"/>
                  </a:lnTo>
                  <a:lnTo>
                    <a:pt x="377" y="20"/>
                  </a:lnTo>
                  <a:lnTo>
                    <a:pt x="379" y="32"/>
                  </a:lnTo>
                  <a:lnTo>
                    <a:pt x="379" y="39"/>
                  </a:lnTo>
                  <a:lnTo>
                    <a:pt x="377" y="51"/>
                  </a:lnTo>
                  <a:lnTo>
                    <a:pt x="370" y="62"/>
                  </a:lnTo>
                  <a:lnTo>
                    <a:pt x="360" y="68"/>
                  </a:lnTo>
                  <a:lnTo>
                    <a:pt x="348" y="71"/>
                  </a:lnTo>
                  <a:lnTo>
                    <a:pt x="30" y="71"/>
                  </a:lnTo>
                  <a:lnTo>
                    <a:pt x="18" y="68"/>
                  </a:lnTo>
                  <a:lnTo>
                    <a:pt x="9" y="62"/>
                  </a:lnTo>
                  <a:lnTo>
                    <a:pt x="2" y="51"/>
                  </a:lnTo>
                  <a:lnTo>
                    <a:pt x="0" y="39"/>
                  </a:lnTo>
                  <a:lnTo>
                    <a:pt x="0" y="32"/>
                  </a:lnTo>
                  <a:lnTo>
                    <a:pt x="2" y="20"/>
                  </a:lnTo>
                  <a:lnTo>
                    <a:pt x="9" y="9"/>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7" name="Freeform 13"/>
            <p:cNvSpPr>
              <a:spLocks/>
            </p:cNvSpPr>
            <p:nvPr/>
          </p:nvSpPr>
          <p:spPr bwMode="auto">
            <a:xfrm>
              <a:off x="2811614" y="1890628"/>
              <a:ext cx="258821" cy="47803"/>
            </a:xfrm>
            <a:custGeom>
              <a:avLst/>
              <a:gdLst/>
              <a:ahLst/>
              <a:cxnLst>
                <a:cxn ang="0">
                  <a:pos x="30" y="0"/>
                </a:cxn>
                <a:cxn ang="0">
                  <a:pos x="348" y="0"/>
                </a:cxn>
                <a:cxn ang="0">
                  <a:pos x="360" y="2"/>
                </a:cxn>
                <a:cxn ang="0">
                  <a:pos x="370" y="9"/>
                </a:cxn>
                <a:cxn ang="0">
                  <a:pos x="377" y="19"/>
                </a:cxn>
                <a:cxn ang="0">
                  <a:pos x="379" y="32"/>
                </a:cxn>
                <a:cxn ang="0">
                  <a:pos x="379" y="38"/>
                </a:cxn>
                <a:cxn ang="0">
                  <a:pos x="377" y="51"/>
                </a:cxn>
                <a:cxn ang="0">
                  <a:pos x="370" y="61"/>
                </a:cxn>
                <a:cxn ang="0">
                  <a:pos x="360" y="68"/>
                </a:cxn>
                <a:cxn ang="0">
                  <a:pos x="348" y="70"/>
                </a:cxn>
                <a:cxn ang="0">
                  <a:pos x="30" y="70"/>
                </a:cxn>
                <a:cxn ang="0">
                  <a:pos x="18" y="68"/>
                </a:cxn>
                <a:cxn ang="0">
                  <a:pos x="9" y="61"/>
                </a:cxn>
                <a:cxn ang="0">
                  <a:pos x="2" y="51"/>
                </a:cxn>
                <a:cxn ang="0">
                  <a:pos x="0" y="38"/>
                </a:cxn>
                <a:cxn ang="0">
                  <a:pos x="0" y="32"/>
                </a:cxn>
                <a:cxn ang="0">
                  <a:pos x="2" y="19"/>
                </a:cxn>
                <a:cxn ang="0">
                  <a:pos x="9" y="9"/>
                </a:cxn>
                <a:cxn ang="0">
                  <a:pos x="18" y="2"/>
                </a:cxn>
                <a:cxn ang="0">
                  <a:pos x="30" y="0"/>
                </a:cxn>
              </a:cxnLst>
              <a:rect l="0" t="0" r="r" b="b"/>
              <a:pathLst>
                <a:path w="379" h="70">
                  <a:moveTo>
                    <a:pt x="30" y="0"/>
                  </a:moveTo>
                  <a:lnTo>
                    <a:pt x="348" y="0"/>
                  </a:lnTo>
                  <a:lnTo>
                    <a:pt x="360" y="2"/>
                  </a:lnTo>
                  <a:lnTo>
                    <a:pt x="370" y="9"/>
                  </a:lnTo>
                  <a:lnTo>
                    <a:pt x="377" y="19"/>
                  </a:lnTo>
                  <a:lnTo>
                    <a:pt x="379" y="32"/>
                  </a:lnTo>
                  <a:lnTo>
                    <a:pt x="379" y="38"/>
                  </a:lnTo>
                  <a:lnTo>
                    <a:pt x="377" y="51"/>
                  </a:lnTo>
                  <a:lnTo>
                    <a:pt x="370" y="61"/>
                  </a:lnTo>
                  <a:lnTo>
                    <a:pt x="360" y="68"/>
                  </a:lnTo>
                  <a:lnTo>
                    <a:pt x="348" y="70"/>
                  </a:lnTo>
                  <a:lnTo>
                    <a:pt x="30" y="70"/>
                  </a:lnTo>
                  <a:lnTo>
                    <a:pt x="18" y="68"/>
                  </a:lnTo>
                  <a:lnTo>
                    <a:pt x="9" y="61"/>
                  </a:lnTo>
                  <a:lnTo>
                    <a:pt x="2" y="51"/>
                  </a:lnTo>
                  <a:lnTo>
                    <a:pt x="0" y="38"/>
                  </a:lnTo>
                  <a:lnTo>
                    <a:pt x="0" y="32"/>
                  </a:lnTo>
                  <a:lnTo>
                    <a:pt x="2" y="19"/>
                  </a:lnTo>
                  <a:lnTo>
                    <a:pt x="9" y="9"/>
                  </a:lnTo>
                  <a:lnTo>
                    <a:pt x="18" y="2"/>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0" name="Group 29"/>
          <p:cNvGrpSpPr/>
          <p:nvPr/>
        </p:nvGrpSpPr>
        <p:grpSpPr>
          <a:xfrm>
            <a:off x="5276850" y="1990725"/>
            <a:ext cx="515593" cy="493740"/>
            <a:chOff x="3359303" y="1601759"/>
            <a:chExt cx="515593" cy="493740"/>
          </a:xfrm>
          <a:solidFill>
            <a:schemeClr val="bg1"/>
          </a:solidFill>
        </p:grpSpPr>
        <p:sp>
          <p:nvSpPr>
            <p:cNvPr id="1038" name="Freeform 14"/>
            <p:cNvSpPr>
              <a:spLocks noEditPoints="1"/>
            </p:cNvSpPr>
            <p:nvPr/>
          </p:nvSpPr>
          <p:spPr bwMode="auto">
            <a:xfrm>
              <a:off x="3359303" y="1601759"/>
              <a:ext cx="515593" cy="376964"/>
            </a:xfrm>
            <a:custGeom>
              <a:avLst/>
              <a:gdLst/>
              <a:ahLst/>
              <a:cxnLst>
                <a:cxn ang="0">
                  <a:pos x="69" y="72"/>
                </a:cxn>
                <a:cxn ang="0">
                  <a:pos x="69" y="477"/>
                </a:cxn>
                <a:cxn ang="0">
                  <a:pos x="683" y="477"/>
                </a:cxn>
                <a:cxn ang="0">
                  <a:pos x="683" y="72"/>
                </a:cxn>
                <a:cxn ang="0">
                  <a:pos x="69" y="72"/>
                </a:cxn>
                <a:cxn ang="0">
                  <a:pos x="32" y="0"/>
                </a:cxn>
                <a:cxn ang="0">
                  <a:pos x="723" y="0"/>
                </a:cxn>
                <a:cxn ang="0">
                  <a:pos x="735" y="2"/>
                </a:cxn>
                <a:cxn ang="0">
                  <a:pos x="746" y="9"/>
                </a:cxn>
                <a:cxn ang="0">
                  <a:pos x="752" y="19"/>
                </a:cxn>
                <a:cxn ang="0">
                  <a:pos x="755" y="31"/>
                </a:cxn>
                <a:cxn ang="0">
                  <a:pos x="755" y="521"/>
                </a:cxn>
                <a:cxn ang="0">
                  <a:pos x="752" y="533"/>
                </a:cxn>
                <a:cxn ang="0">
                  <a:pos x="746" y="543"/>
                </a:cxn>
                <a:cxn ang="0">
                  <a:pos x="735" y="550"/>
                </a:cxn>
                <a:cxn ang="0">
                  <a:pos x="723" y="552"/>
                </a:cxn>
                <a:cxn ang="0">
                  <a:pos x="32" y="552"/>
                </a:cxn>
                <a:cxn ang="0">
                  <a:pos x="19" y="550"/>
                </a:cxn>
                <a:cxn ang="0">
                  <a:pos x="9" y="543"/>
                </a:cxn>
                <a:cxn ang="0">
                  <a:pos x="2" y="533"/>
                </a:cxn>
                <a:cxn ang="0">
                  <a:pos x="0" y="521"/>
                </a:cxn>
                <a:cxn ang="0">
                  <a:pos x="0" y="31"/>
                </a:cxn>
                <a:cxn ang="0">
                  <a:pos x="2" y="19"/>
                </a:cxn>
                <a:cxn ang="0">
                  <a:pos x="9" y="9"/>
                </a:cxn>
                <a:cxn ang="0">
                  <a:pos x="19" y="2"/>
                </a:cxn>
                <a:cxn ang="0">
                  <a:pos x="32" y="0"/>
                </a:cxn>
              </a:cxnLst>
              <a:rect l="0" t="0" r="r" b="b"/>
              <a:pathLst>
                <a:path w="755" h="552">
                  <a:moveTo>
                    <a:pt x="69" y="72"/>
                  </a:moveTo>
                  <a:lnTo>
                    <a:pt x="69" y="477"/>
                  </a:lnTo>
                  <a:lnTo>
                    <a:pt x="683" y="477"/>
                  </a:lnTo>
                  <a:lnTo>
                    <a:pt x="683" y="72"/>
                  </a:lnTo>
                  <a:lnTo>
                    <a:pt x="69" y="72"/>
                  </a:lnTo>
                  <a:close/>
                  <a:moveTo>
                    <a:pt x="32" y="0"/>
                  </a:moveTo>
                  <a:lnTo>
                    <a:pt x="723" y="0"/>
                  </a:lnTo>
                  <a:lnTo>
                    <a:pt x="735" y="2"/>
                  </a:lnTo>
                  <a:lnTo>
                    <a:pt x="746" y="9"/>
                  </a:lnTo>
                  <a:lnTo>
                    <a:pt x="752" y="19"/>
                  </a:lnTo>
                  <a:lnTo>
                    <a:pt x="755" y="31"/>
                  </a:lnTo>
                  <a:lnTo>
                    <a:pt x="755" y="521"/>
                  </a:lnTo>
                  <a:lnTo>
                    <a:pt x="752" y="533"/>
                  </a:lnTo>
                  <a:lnTo>
                    <a:pt x="746" y="543"/>
                  </a:lnTo>
                  <a:lnTo>
                    <a:pt x="735" y="550"/>
                  </a:lnTo>
                  <a:lnTo>
                    <a:pt x="723" y="552"/>
                  </a:lnTo>
                  <a:lnTo>
                    <a:pt x="32" y="552"/>
                  </a:lnTo>
                  <a:lnTo>
                    <a:pt x="19" y="550"/>
                  </a:lnTo>
                  <a:lnTo>
                    <a:pt x="9" y="543"/>
                  </a:lnTo>
                  <a:lnTo>
                    <a:pt x="2" y="533"/>
                  </a:lnTo>
                  <a:lnTo>
                    <a:pt x="0" y="521"/>
                  </a:lnTo>
                  <a:lnTo>
                    <a:pt x="0" y="31"/>
                  </a:lnTo>
                  <a:lnTo>
                    <a:pt x="2" y="19"/>
                  </a:lnTo>
                  <a:lnTo>
                    <a:pt x="9" y="9"/>
                  </a:lnTo>
                  <a:lnTo>
                    <a:pt x="19" y="2"/>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9" name="Freeform 15"/>
            <p:cNvSpPr>
              <a:spLocks/>
            </p:cNvSpPr>
            <p:nvPr/>
          </p:nvSpPr>
          <p:spPr bwMode="auto">
            <a:xfrm>
              <a:off x="3489055" y="2012185"/>
              <a:ext cx="255406" cy="83314"/>
            </a:xfrm>
            <a:custGeom>
              <a:avLst/>
              <a:gdLst/>
              <a:ahLst/>
              <a:cxnLst>
                <a:cxn ang="0">
                  <a:pos x="0" y="0"/>
                </a:cxn>
                <a:cxn ang="0">
                  <a:pos x="374" y="0"/>
                </a:cxn>
                <a:cxn ang="0">
                  <a:pos x="358" y="30"/>
                </a:cxn>
                <a:cxn ang="0">
                  <a:pos x="338" y="56"/>
                </a:cxn>
                <a:cxn ang="0">
                  <a:pos x="314" y="79"/>
                </a:cxn>
                <a:cxn ang="0">
                  <a:pos x="286" y="97"/>
                </a:cxn>
                <a:cxn ang="0">
                  <a:pos x="255" y="111"/>
                </a:cxn>
                <a:cxn ang="0">
                  <a:pos x="223" y="119"/>
                </a:cxn>
                <a:cxn ang="0">
                  <a:pos x="187" y="122"/>
                </a:cxn>
                <a:cxn ang="0">
                  <a:pos x="152" y="119"/>
                </a:cxn>
                <a:cxn ang="0">
                  <a:pos x="119" y="111"/>
                </a:cxn>
                <a:cxn ang="0">
                  <a:pos x="89" y="97"/>
                </a:cxn>
                <a:cxn ang="0">
                  <a:pos x="60" y="79"/>
                </a:cxn>
                <a:cxn ang="0">
                  <a:pos x="37" y="56"/>
                </a:cxn>
                <a:cxn ang="0">
                  <a:pos x="16" y="30"/>
                </a:cxn>
                <a:cxn ang="0">
                  <a:pos x="0" y="0"/>
                </a:cxn>
              </a:cxnLst>
              <a:rect l="0" t="0" r="r" b="b"/>
              <a:pathLst>
                <a:path w="374" h="122">
                  <a:moveTo>
                    <a:pt x="0" y="0"/>
                  </a:moveTo>
                  <a:lnTo>
                    <a:pt x="374" y="0"/>
                  </a:lnTo>
                  <a:lnTo>
                    <a:pt x="358" y="30"/>
                  </a:lnTo>
                  <a:lnTo>
                    <a:pt x="338" y="56"/>
                  </a:lnTo>
                  <a:lnTo>
                    <a:pt x="314" y="79"/>
                  </a:lnTo>
                  <a:lnTo>
                    <a:pt x="286" y="97"/>
                  </a:lnTo>
                  <a:lnTo>
                    <a:pt x="255" y="111"/>
                  </a:lnTo>
                  <a:lnTo>
                    <a:pt x="223" y="119"/>
                  </a:lnTo>
                  <a:lnTo>
                    <a:pt x="187" y="122"/>
                  </a:lnTo>
                  <a:lnTo>
                    <a:pt x="152" y="119"/>
                  </a:lnTo>
                  <a:lnTo>
                    <a:pt x="119" y="111"/>
                  </a:lnTo>
                  <a:lnTo>
                    <a:pt x="89" y="97"/>
                  </a:lnTo>
                  <a:lnTo>
                    <a:pt x="60" y="79"/>
                  </a:lnTo>
                  <a:lnTo>
                    <a:pt x="37" y="56"/>
                  </a:lnTo>
                  <a:lnTo>
                    <a:pt x="16" y="30"/>
                  </a:ln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40" name="Freeform 16"/>
          <p:cNvSpPr>
            <a:spLocks/>
          </p:cNvSpPr>
          <p:nvPr/>
        </p:nvSpPr>
        <p:spPr bwMode="auto">
          <a:xfrm>
            <a:off x="7229475" y="2066925"/>
            <a:ext cx="463693" cy="288869"/>
          </a:xfrm>
          <a:custGeom>
            <a:avLst/>
            <a:gdLst/>
            <a:ahLst/>
            <a:cxnLst>
              <a:cxn ang="0">
                <a:pos x="418" y="0"/>
              </a:cxn>
              <a:cxn ang="0">
                <a:pos x="679" y="0"/>
              </a:cxn>
              <a:cxn ang="0">
                <a:pos x="679" y="257"/>
              </a:cxn>
              <a:cxn ang="0">
                <a:pos x="614" y="192"/>
              </a:cxn>
              <a:cxn ang="0">
                <a:pos x="387" y="423"/>
              </a:cxn>
              <a:cxn ang="0">
                <a:pos x="257" y="293"/>
              </a:cxn>
              <a:cxn ang="0">
                <a:pos x="127" y="423"/>
              </a:cxn>
              <a:cxn ang="0">
                <a:pos x="0" y="290"/>
              </a:cxn>
              <a:cxn ang="0">
                <a:pos x="257" y="34"/>
              </a:cxn>
              <a:cxn ang="0">
                <a:pos x="387" y="162"/>
              </a:cxn>
              <a:cxn ang="0">
                <a:pos x="482" y="68"/>
              </a:cxn>
              <a:cxn ang="0">
                <a:pos x="418" y="0"/>
              </a:cxn>
            </a:cxnLst>
            <a:rect l="0" t="0" r="r" b="b"/>
            <a:pathLst>
              <a:path w="679" h="423">
                <a:moveTo>
                  <a:pt x="418" y="0"/>
                </a:moveTo>
                <a:lnTo>
                  <a:pt x="679" y="0"/>
                </a:lnTo>
                <a:lnTo>
                  <a:pt x="679" y="257"/>
                </a:lnTo>
                <a:lnTo>
                  <a:pt x="614" y="192"/>
                </a:lnTo>
                <a:lnTo>
                  <a:pt x="387" y="423"/>
                </a:lnTo>
                <a:lnTo>
                  <a:pt x="257" y="293"/>
                </a:lnTo>
                <a:lnTo>
                  <a:pt x="127" y="423"/>
                </a:lnTo>
                <a:lnTo>
                  <a:pt x="0" y="290"/>
                </a:lnTo>
                <a:lnTo>
                  <a:pt x="257" y="34"/>
                </a:lnTo>
                <a:lnTo>
                  <a:pt x="387" y="162"/>
                </a:lnTo>
                <a:lnTo>
                  <a:pt x="482" y="68"/>
                </a:lnTo>
                <a:lnTo>
                  <a:pt x="418"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TextBox 32"/>
          <p:cNvSpPr txBox="1"/>
          <p:nvPr/>
        </p:nvSpPr>
        <p:spPr>
          <a:xfrm>
            <a:off x="47244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TMS Service</a:t>
            </a:r>
            <a:endParaRPr lang="en-US" sz="1100" dirty="0">
              <a:solidFill>
                <a:schemeClr val="bg1">
                  <a:lumMod val="50000"/>
                </a:schemeClr>
              </a:solidFill>
              <a:latin typeface="Arial" pitchFamily="34" charset="0"/>
              <a:cs typeface="Arial" pitchFamily="34" charset="0"/>
            </a:endParaRPr>
          </a:p>
        </p:txBody>
      </p:sp>
      <p:sp>
        <p:nvSpPr>
          <p:cNvPr id="34" name="TextBox 33"/>
          <p:cNvSpPr txBox="1"/>
          <p:nvPr/>
        </p:nvSpPr>
        <p:spPr>
          <a:xfrm>
            <a:off x="2809875" y="2929176"/>
            <a:ext cx="1600200" cy="584775"/>
          </a:xfrm>
          <a:prstGeom prst="rect">
            <a:avLst/>
          </a:prstGeom>
          <a:noFill/>
        </p:spPr>
        <p:txBody>
          <a:bodyPr wrap="square" rtlCol="0">
            <a:spAutoFit/>
          </a:bodyPr>
          <a:lstStyle/>
          <a:p>
            <a:pPr algn="ctr"/>
            <a:r>
              <a:rPr lang="en-US" sz="1600" dirty="0">
                <a:solidFill>
                  <a:srgbClr val="0563B8"/>
                </a:solidFill>
                <a:latin typeface="Arial" pitchFamily="34" charset="0"/>
                <a:cs typeface="Arial" pitchFamily="34" charset="0"/>
              </a:rPr>
              <a:t>SAP CI CD Service</a:t>
            </a:r>
            <a:endParaRPr lang="en-US" sz="1100" dirty="0">
              <a:solidFill>
                <a:schemeClr val="bg1">
                  <a:lumMod val="50000"/>
                </a:schemeClr>
              </a:solidFill>
              <a:latin typeface="Arial" pitchFamily="34" charset="0"/>
              <a:cs typeface="Arial" pitchFamily="34" charset="0"/>
            </a:endParaRPr>
          </a:p>
        </p:txBody>
      </p:sp>
      <p:sp>
        <p:nvSpPr>
          <p:cNvPr id="35" name="TextBox 34"/>
          <p:cNvSpPr txBox="1"/>
          <p:nvPr/>
        </p:nvSpPr>
        <p:spPr>
          <a:xfrm>
            <a:off x="885825"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SAP Build Transport</a:t>
            </a:r>
            <a:endParaRPr lang="en-US" sz="1100" dirty="0">
              <a:solidFill>
                <a:schemeClr val="bg1">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41232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3B4145-75ED-4A7A-C804-60EB1B425094}"/>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579CF47A-F6D4-B293-8C1F-1CE20537B12F}"/>
              </a:ext>
            </a:extLst>
          </p:cNvPr>
          <p:cNvSpPr>
            <a:spLocks noGrp="1"/>
          </p:cNvSpPr>
          <p:nvPr>
            <p:ph type="sldNum" sz="quarter" idx="12"/>
          </p:nvPr>
        </p:nvSpPr>
        <p:spPr/>
        <p:txBody>
          <a:bodyPr/>
          <a:lstStyle/>
          <a:p>
            <a:fld id="{B6F15528-21DE-4FAA-801E-634DDDAF4B2B}" type="slidenum">
              <a:rPr lang="en-US" smtClean="0"/>
              <a:pPr/>
              <a:t>4</a:t>
            </a:fld>
            <a:endParaRPr lang="en-US"/>
          </a:p>
        </p:txBody>
      </p:sp>
      <mc:AlternateContent xmlns:mc="http://schemas.openxmlformats.org/markup-compatibility/2006">
        <mc:Choice xmlns:p14="http://schemas.microsoft.com/office/powerpoint/2010/main" Requires="p14">
          <p:contentPart p14:bwMode="auto" r:id="rId2">
            <p14:nvContentPartPr>
              <p14:cNvPr id="8" name="Ink 7">
                <a:extLst>
                  <a:ext uri="{FF2B5EF4-FFF2-40B4-BE49-F238E27FC236}">
                    <a16:creationId xmlns:a16="http://schemas.microsoft.com/office/drawing/2014/main" id="{30982817-46B8-7AAB-D240-51E6B5972C04}"/>
                  </a:ext>
                </a:extLst>
              </p14:cNvPr>
              <p14:cNvContentPartPr/>
              <p14:nvPr/>
            </p14:nvContentPartPr>
            <p14:xfrm>
              <a:off x="5918670" y="2918982"/>
              <a:ext cx="1916640" cy="1152720"/>
            </p14:xfrm>
          </p:contentPart>
        </mc:Choice>
        <mc:Fallback>
          <p:pic>
            <p:nvPicPr>
              <p:cNvPr id="8" name="Ink 7">
                <a:extLst>
                  <a:ext uri="{FF2B5EF4-FFF2-40B4-BE49-F238E27FC236}">
                    <a16:creationId xmlns:a16="http://schemas.microsoft.com/office/drawing/2014/main" id="{30982817-46B8-7AAB-D240-51E6B5972C04}"/>
                  </a:ext>
                </a:extLst>
              </p:cNvPr>
              <p:cNvPicPr/>
              <p:nvPr/>
            </p:nvPicPr>
            <p:blipFill>
              <a:blip r:embed="rId3"/>
              <a:stretch>
                <a:fillRect/>
              </a:stretch>
            </p:blipFill>
            <p:spPr>
              <a:xfrm>
                <a:off x="5910030" y="2909982"/>
                <a:ext cx="1934280" cy="1170360"/>
              </a:xfrm>
              <a:prstGeom prst="rect">
                <a:avLst/>
              </a:prstGeom>
            </p:spPr>
          </p:pic>
        </mc:Fallback>
      </mc:AlternateContent>
      <p:grpSp>
        <p:nvGrpSpPr>
          <p:cNvPr id="14" name="Group 13">
            <a:extLst>
              <a:ext uri="{FF2B5EF4-FFF2-40B4-BE49-F238E27FC236}">
                <a16:creationId xmlns:a16="http://schemas.microsoft.com/office/drawing/2014/main" id="{D091421B-03C4-8CBE-3B6C-F18D0258BB97}"/>
              </a:ext>
            </a:extLst>
          </p:cNvPr>
          <p:cNvGrpSpPr/>
          <p:nvPr/>
        </p:nvGrpSpPr>
        <p:grpSpPr>
          <a:xfrm>
            <a:off x="6446070" y="2655102"/>
            <a:ext cx="483840" cy="194040"/>
            <a:chOff x="6446070" y="2655102"/>
            <a:chExt cx="483840" cy="194040"/>
          </a:xfrm>
        </p:grpSpPr>
        <mc:AlternateContent xmlns:mc="http://schemas.openxmlformats.org/markup-compatibility/2006">
          <mc:Choice xmlns:p14="http://schemas.microsoft.com/office/powerpoint/2010/main" Requires="p14">
            <p:contentPart p14:bwMode="auto" r:id="rId4">
              <p14:nvContentPartPr>
                <p14:cNvPr id="9" name="Ink 8">
                  <a:extLst>
                    <a:ext uri="{FF2B5EF4-FFF2-40B4-BE49-F238E27FC236}">
                      <a16:creationId xmlns:a16="http://schemas.microsoft.com/office/drawing/2014/main" id="{11BC9E34-0D11-4EA8-80BC-447FB2E90F5E}"/>
                    </a:ext>
                  </a:extLst>
                </p14:cNvPr>
                <p14:cNvContentPartPr/>
                <p14:nvPr/>
              </p14:nvContentPartPr>
              <p14:xfrm>
                <a:off x="6446070" y="2655102"/>
                <a:ext cx="135360" cy="194040"/>
              </p14:xfrm>
            </p:contentPart>
          </mc:Choice>
          <mc:Fallback>
            <p:pic>
              <p:nvPicPr>
                <p:cNvPr id="9" name="Ink 8">
                  <a:extLst>
                    <a:ext uri="{FF2B5EF4-FFF2-40B4-BE49-F238E27FC236}">
                      <a16:creationId xmlns:a16="http://schemas.microsoft.com/office/drawing/2014/main" id="{11BC9E34-0D11-4EA8-80BC-447FB2E90F5E}"/>
                    </a:ext>
                  </a:extLst>
                </p:cNvPr>
                <p:cNvPicPr/>
                <p:nvPr/>
              </p:nvPicPr>
              <p:blipFill>
                <a:blip r:embed="rId5"/>
                <a:stretch>
                  <a:fillRect/>
                </a:stretch>
              </p:blipFill>
              <p:spPr>
                <a:xfrm>
                  <a:off x="6437070" y="2646102"/>
                  <a:ext cx="153000" cy="2116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0" name="Ink 9">
                  <a:extLst>
                    <a:ext uri="{FF2B5EF4-FFF2-40B4-BE49-F238E27FC236}">
                      <a16:creationId xmlns:a16="http://schemas.microsoft.com/office/drawing/2014/main" id="{2BB7B3CC-4224-4AB4-C2C5-D072186E123C}"/>
                    </a:ext>
                  </a:extLst>
                </p14:cNvPr>
                <p14:cNvContentPartPr/>
                <p14:nvPr/>
              </p14:nvContentPartPr>
              <p14:xfrm>
                <a:off x="6566310" y="2727462"/>
                <a:ext cx="84600" cy="105480"/>
              </p14:xfrm>
            </p:contentPart>
          </mc:Choice>
          <mc:Fallback>
            <p:pic>
              <p:nvPicPr>
                <p:cNvPr id="10" name="Ink 9">
                  <a:extLst>
                    <a:ext uri="{FF2B5EF4-FFF2-40B4-BE49-F238E27FC236}">
                      <a16:creationId xmlns:a16="http://schemas.microsoft.com/office/drawing/2014/main" id="{2BB7B3CC-4224-4AB4-C2C5-D072186E123C}"/>
                    </a:ext>
                  </a:extLst>
                </p:cNvPr>
                <p:cNvPicPr/>
                <p:nvPr/>
              </p:nvPicPr>
              <p:blipFill>
                <a:blip r:embed="rId7"/>
                <a:stretch>
                  <a:fillRect/>
                </a:stretch>
              </p:blipFill>
              <p:spPr>
                <a:xfrm>
                  <a:off x="6557670" y="2718822"/>
                  <a:ext cx="10224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1" name="Ink 10">
                  <a:extLst>
                    <a:ext uri="{FF2B5EF4-FFF2-40B4-BE49-F238E27FC236}">
                      <a16:creationId xmlns:a16="http://schemas.microsoft.com/office/drawing/2014/main" id="{D7FD7646-67A8-64C0-7A27-F3EC3D88EAB0}"/>
                    </a:ext>
                  </a:extLst>
                </p14:cNvPr>
                <p14:cNvContentPartPr/>
                <p14:nvPr/>
              </p14:nvContentPartPr>
              <p14:xfrm>
                <a:off x="6689790" y="2732502"/>
                <a:ext cx="64800" cy="99360"/>
              </p14:xfrm>
            </p:contentPart>
          </mc:Choice>
          <mc:Fallback>
            <p:pic>
              <p:nvPicPr>
                <p:cNvPr id="11" name="Ink 10">
                  <a:extLst>
                    <a:ext uri="{FF2B5EF4-FFF2-40B4-BE49-F238E27FC236}">
                      <a16:creationId xmlns:a16="http://schemas.microsoft.com/office/drawing/2014/main" id="{D7FD7646-67A8-64C0-7A27-F3EC3D88EAB0}"/>
                    </a:ext>
                  </a:extLst>
                </p:cNvPr>
                <p:cNvPicPr/>
                <p:nvPr/>
              </p:nvPicPr>
              <p:blipFill>
                <a:blip r:embed="rId9"/>
                <a:stretch>
                  <a:fillRect/>
                </a:stretch>
              </p:blipFill>
              <p:spPr>
                <a:xfrm>
                  <a:off x="6681150" y="2723862"/>
                  <a:ext cx="82440" cy="1170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2" name="Ink 11">
                  <a:extLst>
                    <a:ext uri="{FF2B5EF4-FFF2-40B4-BE49-F238E27FC236}">
                      <a16:creationId xmlns:a16="http://schemas.microsoft.com/office/drawing/2014/main" id="{8E84D2EC-0ED3-F2AD-3770-B033964BB6D7}"/>
                    </a:ext>
                  </a:extLst>
                </p14:cNvPr>
                <p14:cNvContentPartPr/>
                <p14:nvPr/>
              </p14:nvContentPartPr>
              <p14:xfrm>
                <a:off x="6830550" y="2678862"/>
                <a:ext cx="20160" cy="148320"/>
              </p14:xfrm>
            </p:contentPart>
          </mc:Choice>
          <mc:Fallback>
            <p:pic>
              <p:nvPicPr>
                <p:cNvPr id="12" name="Ink 11">
                  <a:extLst>
                    <a:ext uri="{FF2B5EF4-FFF2-40B4-BE49-F238E27FC236}">
                      <a16:creationId xmlns:a16="http://schemas.microsoft.com/office/drawing/2014/main" id="{8E84D2EC-0ED3-F2AD-3770-B033964BB6D7}"/>
                    </a:ext>
                  </a:extLst>
                </p:cNvPr>
                <p:cNvPicPr/>
                <p:nvPr/>
              </p:nvPicPr>
              <p:blipFill>
                <a:blip r:embed="rId11"/>
                <a:stretch>
                  <a:fillRect/>
                </a:stretch>
              </p:blipFill>
              <p:spPr>
                <a:xfrm>
                  <a:off x="6821550" y="2669862"/>
                  <a:ext cx="3780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3" name="Ink 12">
                  <a:extLst>
                    <a:ext uri="{FF2B5EF4-FFF2-40B4-BE49-F238E27FC236}">
                      <a16:creationId xmlns:a16="http://schemas.microsoft.com/office/drawing/2014/main" id="{CF616B59-E1E8-37C9-D041-A925F7B41BA2}"/>
                    </a:ext>
                  </a:extLst>
                </p14:cNvPr>
                <p14:cNvContentPartPr/>
                <p14:nvPr/>
              </p14:nvContentPartPr>
              <p14:xfrm>
                <a:off x="6811470" y="2736102"/>
                <a:ext cx="118440" cy="6840"/>
              </p14:xfrm>
            </p:contentPart>
          </mc:Choice>
          <mc:Fallback>
            <p:pic>
              <p:nvPicPr>
                <p:cNvPr id="13" name="Ink 12">
                  <a:extLst>
                    <a:ext uri="{FF2B5EF4-FFF2-40B4-BE49-F238E27FC236}">
                      <a16:creationId xmlns:a16="http://schemas.microsoft.com/office/drawing/2014/main" id="{CF616B59-E1E8-37C9-D041-A925F7B41BA2}"/>
                    </a:ext>
                  </a:extLst>
                </p:cNvPr>
                <p:cNvPicPr/>
                <p:nvPr/>
              </p:nvPicPr>
              <p:blipFill>
                <a:blip r:embed="rId13"/>
                <a:stretch>
                  <a:fillRect/>
                </a:stretch>
              </p:blipFill>
              <p:spPr>
                <a:xfrm>
                  <a:off x="6802470" y="2727102"/>
                  <a:ext cx="136080" cy="24480"/>
                </a:xfrm>
                <a:prstGeom prst="rect">
                  <a:avLst/>
                </a:prstGeom>
              </p:spPr>
            </p:pic>
          </mc:Fallback>
        </mc:AlternateContent>
      </p:grpSp>
      <p:sp>
        <p:nvSpPr>
          <p:cNvPr id="16" name="TextBox 15">
            <a:extLst>
              <a:ext uri="{FF2B5EF4-FFF2-40B4-BE49-F238E27FC236}">
                <a16:creationId xmlns:a16="http://schemas.microsoft.com/office/drawing/2014/main" id="{48DD8841-7F1F-F055-4EB6-443FB45ABAA0}"/>
              </a:ext>
            </a:extLst>
          </p:cNvPr>
          <p:cNvSpPr txBox="1"/>
          <p:nvPr/>
        </p:nvSpPr>
        <p:spPr>
          <a:xfrm>
            <a:off x="6177450" y="3081810"/>
            <a:ext cx="1524000" cy="461665"/>
          </a:xfrm>
          <a:prstGeom prst="rect">
            <a:avLst/>
          </a:prstGeom>
          <a:noFill/>
        </p:spPr>
        <p:txBody>
          <a:bodyPr wrap="square">
            <a:spAutoFit/>
          </a:bodyPr>
          <a:lstStyle/>
          <a:p>
            <a:pPr algn="ctr"/>
            <a:r>
              <a:rPr lang="en-IN" sz="1200" b="1" i="0" dirty="0">
                <a:solidFill>
                  <a:srgbClr val="FF0000"/>
                </a:solidFill>
                <a:effectLst/>
                <a:latin typeface="Courier New" panose="02070309020205020404" pitchFamily="49" charset="0"/>
              </a:rPr>
              <a:t>e433c0betrial</a:t>
            </a:r>
          </a:p>
          <a:p>
            <a:pPr algn="ctr"/>
            <a:r>
              <a:rPr lang="en-IN" sz="1200" b="1" dirty="0">
                <a:solidFill>
                  <a:srgbClr val="FF0000"/>
                </a:solidFill>
              </a:rPr>
              <a:t>Quality</a:t>
            </a:r>
          </a:p>
        </p:txBody>
      </p:sp>
      <mc:AlternateContent xmlns:mc="http://schemas.openxmlformats.org/markup-compatibility/2006">
        <mc:Choice xmlns:p14="http://schemas.microsoft.com/office/powerpoint/2010/main" Requires="p14">
          <p:contentPart p14:bwMode="auto" r:id="rId14">
            <p14:nvContentPartPr>
              <p14:cNvPr id="18" name="Ink 17">
                <a:extLst>
                  <a:ext uri="{FF2B5EF4-FFF2-40B4-BE49-F238E27FC236}">
                    <a16:creationId xmlns:a16="http://schemas.microsoft.com/office/drawing/2014/main" id="{2F5F9581-BB9C-6D46-63CC-26C316E281DA}"/>
                  </a:ext>
                </a:extLst>
              </p14:cNvPr>
              <p14:cNvContentPartPr/>
              <p14:nvPr/>
            </p14:nvContentPartPr>
            <p14:xfrm>
              <a:off x="453150" y="2036622"/>
              <a:ext cx="1716480" cy="1114560"/>
            </p14:xfrm>
          </p:contentPart>
        </mc:Choice>
        <mc:Fallback>
          <p:pic>
            <p:nvPicPr>
              <p:cNvPr id="18" name="Ink 17">
                <a:extLst>
                  <a:ext uri="{FF2B5EF4-FFF2-40B4-BE49-F238E27FC236}">
                    <a16:creationId xmlns:a16="http://schemas.microsoft.com/office/drawing/2014/main" id="{2F5F9581-BB9C-6D46-63CC-26C316E281DA}"/>
                  </a:ext>
                </a:extLst>
              </p:cNvPr>
              <p:cNvPicPr/>
              <p:nvPr/>
            </p:nvPicPr>
            <p:blipFill>
              <a:blip r:embed="rId15"/>
              <a:stretch>
                <a:fillRect/>
              </a:stretch>
            </p:blipFill>
            <p:spPr>
              <a:xfrm>
                <a:off x="444150" y="2027982"/>
                <a:ext cx="1734120" cy="1132200"/>
              </a:xfrm>
              <a:prstGeom prst="rect">
                <a:avLst/>
              </a:prstGeom>
            </p:spPr>
          </p:pic>
        </mc:Fallback>
      </mc:AlternateContent>
      <p:grpSp>
        <p:nvGrpSpPr>
          <p:cNvPr id="34" name="Group 33">
            <a:extLst>
              <a:ext uri="{FF2B5EF4-FFF2-40B4-BE49-F238E27FC236}">
                <a16:creationId xmlns:a16="http://schemas.microsoft.com/office/drawing/2014/main" id="{F0D6234D-E4C4-8906-2549-1153804AEAB7}"/>
              </a:ext>
            </a:extLst>
          </p:cNvPr>
          <p:cNvGrpSpPr/>
          <p:nvPr/>
        </p:nvGrpSpPr>
        <p:grpSpPr>
          <a:xfrm>
            <a:off x="933390" y="1182702"/>
            <a:ext cx="946800" cy="843480"/>
            <a:chOff x="933390" y="1182702"/>
            <a:chExt cx="946800" cy="843480"/>
          </a:xfrm>
        </p:grpSpPr>
        <mc:AlternateContent xmlns:mc="http://schemas.openxmlformats.org/markup-compatibility/2006">
          <mc:Choice xmlns:p14="http://schemas.microsoft.com/office/powerpoint/2010/main" Requires="p14">
            <p:contentPart p14:bwMode="auto" r:id="rId16">
              <p14:nvContentPartPr>
                <p14:cNvPr id="19" name="Ink 18">
                  <a:extLst>
                    <a:ext uri="{FF2B5EF4-FFF2-40B4-BE49-F238E27FC236}">
                      <a16:creationId xmlns:a16="http://schemas.microsoft.com/office/drawing/2014/main" id="{6D9ABA02-9D8B-CBA9-DA7D-BAF68CF09E51}"/>
                    </a:ext>
                  </a:extLst>
                </p14:cNvPr>
                <p14:cNvContentPartPr/>
                <p14:nvPr/>
              </p14:nvContentPartPr>
              <p14:xfrm>
                <a:off x="1053270" y="1827102"/>
                <a:ext cx="18000" cy="165600"/>
              </p14:xfrm>
            </p:contentPart>
          </mc:Choice>
          <mc:Fallback>
            <p:pic>
              <p:nvPicPr>
                <p:cNvPr id="19" name="Ink 18">
                  <a:extLst>
                    <a:ext uri="{FF2B5EF4-FFF2-40B4-BE49-F238E27FC236}">
                      <a16:creationId xmlns:a16="http://schemas.microsoft.com/office/drawing/2014/main" id="{6D9ABA02-9D8B-CBA9-DA7D-BAF68CF09E51}"/>
                    </a:ext>
                  </a:extLst>
                </p:cNvPr>
                <p:cNvPicPr/>
                <p:nvPr/>
              </p:nvPicPr>
              <p:blipFill>
                <a:blip r:embed="rId17"/>
                <a:stretch>
                  <a:fillRect/>
                </a:stretch>
              </p:blipFill>
              <p:spPr>
                <a:xfrm>
                  <a:off x="1044270" y="1818102"/>
                  <a:ext cx="3564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0" name="Ink 19">
                  <a:extLst>
                    <a:ext uri="{FF2B5EF4-FFF2-40B4-BE49-F238E27FC236}">
                      <a16:creationId xmlns:a16="http://schemas.microsoft.com/office/drawing/2014/main" id="{B6790103-3DF3-BA85-01A3-224F170B8A8A}"/>
                    </a:ext>
                  </a:extLst>
                </p14:cNvPr>
                <p14:cNvContentPartPr/>
                <p14:nvPr/>
              </p14:nvContentPartPr>
              <p14:xfrm>
                <a:off x="933390" y="1768782"/>
                <a:ext cx="202320" cy="252000"/>
              </p14:xfrm>
            </p:contentPart>
          </mc:Choice>
          <mc:Fallback>
            <p:pic>
              <p:nvPicPr>
                <p:cNvPr id="20" name="Ink 19">
                  <a:extLst>
                    <a:ext uri="{FF2B5EF4-FFF2-40B4-BE49-F238E27FC236}">
                      <a16:creationId xmlns:a16="http://schemas.microsoft.com/office/drawing/2014/main" id="{B6790103-3DF3-BA85-01A3-224F170B8A8A}"/>
                    </a:ext>
                  </a:extLst>
                </p:cNvPr>
                <p:cNvPicPr/>
                <p:nvPr/>
              </p:nvPicPr>
              <p:blipFill>
                <a:blip r:embed="rId19"/>
                <a:stretch>
                  <a:fillRect/>
                </a:stretch>
              </p:blipFill>
              <p:spPr>
                <a:xfrm>
                  <a:off x="924750" y="1759782"/>
                  <a:ext cx="219960" cy="26964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21" name="Ink 20">
                  <a:extLst>
                    <a:ext uri="{FF2B5EF4-FFF2-40B4-BE49-F238E27FC236}">
                      <a16:creationId xmlns:a16="http://schemas.microsoft.com/office/drawing/2014/main" id="{118D20C0-316C-EA90-4AE5-71B75FA4E6B0}"/>
                    </a:ext>
                  </a:extLst>
                </p14:cNvPr>
                <p14:cNvContentPartPr/>
                <p14:nvPr/>
              </p14:nvContentPartPr>
              <p14:xfrm>
                <a:off x="1154430" y="1874982"/>
                <a:ext cx="74520" cy="128160"/>
              </p14:xfrm>
            </p:contentPart>
          </mc:Choice>
          <mc:Fallback>
            <p:pic>
              <p:nvPicPr>
                <p:cNvPr id="21" name="Ink 20">
                  <a:extLst>
                    <a:ext uri="{FF2B5EF4-FFF2-40B4-BE49-F238E27FC236}">
                      <a16:creationId xmlns:a16="http://schemas.microsoft.com/office/drawing/2014/main" id="{118D20C0-316C-EA90-4AE5-71B75FA4E6B0}"/>
                    </a:ext>
                  </a:extLst>
                </p:cNvPr>
                <p:cNvPicPr/>
                <p:nvPr/>
              </p:nvPicPr>
              <p:blipFill>
                <a:blip r:embed="rId21"/>
                <a:stretch>
                  <a:fillRect/>
                </a:stretch>
              </p:blipFill>
              <p:spPr>
                <a:xfrm>
                  <a:off x="1145790" y="1865982"/>
                  <a:ext cx="92160" cy="14580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2" name="Ink 21">
                  <a:extLst>
                    <a:ext uri="{FF2B5EF4-FFF2-40B4-BE49-F238E27FC236}">
                      <a16:creationId xmlns:a16="http://schemas.microsoft.com/office/drawing/2014/main" id="{E64912DA-FF3E-B44E-FA22-3C6427AD6944}"/>
                    </a:ext>
                  </a:extLst>
                </p14:cNvPr>
                <p14:cNvContentPartPr/>
                <p14:nvPr/>
              </p14:nvContentPartPr>
              <p14:xfrm>
                <a:off x="1244070" y="1866702"/>
                <a:ext cx="69840" cy="115560"/>
              </p14:xfrm>
            </p:contentPart>
          </mc:Choice>
          <mc:Fallback>
            <p:pic>
              <p:nvPicPr>
                <p:cNvPr id="22" name="Ink 21">
                  <a:extLst>
                    <a:ext uri="{FF2B5EF4-FFF2-40B4-BE49-F238E27FC236}">
                      <a16:creationId xmlns:a16="http://schemas.microsoft.com/office/drawing/2014/main" id="{E64912DA-FF3E-B44E-FA22-3C6427AD6944}"/>
                    </a:ext>
                  </a:extLst>
                </p:cNvPr>
                <p:cNvPicPr/>
                <p:nvPr/>
              </p:nvPicPr>
              <p:blipFill>
                <a:blip r:embed="rId23"/>
                <a:stretch>
                  <a:fillRect/>
                </a:stretch>
              </p:blipFill>
              <p:spPr>
                <a:xfrm>
                  <a:off x="1235430" y="1857702"/>
                  <a:ext cx="87480" cy="13320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23" name="Ink 22">
                  <a:extLst>
                    <a:ext uri="{FF2B5EF4-FFF2-40B4-BE49-F238E27FC236}">
                      <a16:creationId xmlns:a16="http://schemas.microsoft.com/office/drawing/2014/main" id="{E205075A-6CD4-2C74-3455-99858BA4FA89}"/>
                    </a:ext>
                  </a:extLst>
                </p14:cNvPr>
                <p14:cNvContentPartPr/>
                <p14:nvPr/>
              </p14:nvContentPartPr>
              <p14:xfrm>
                <a:off x="1120230" y="1182702"/>
                <a:ext cx="230400" cy="225360"/>
              </p14:xfrm>
            </p:contentPart>
          </mc:Choice>
          <mc:Fallback>
            <p:pic>
              <p:nvPicPr>
                <p:cNvPr id="23" name="Ink 22">
                  <a:extLst>
                    <a:ext uri="{FF2B5EF4-FFF2-40B4-BE49-F238E27FC236}">
                      <a16:creationId xmlns:a16="http://schemas.microsoft.com/office/drawing/2014/main" id="{E205075A-6CD4-2C74-3455-99858BA4FA89}"/>
                    </a:ext>
                  </a:extLst>
                </p:cNvPr>
                <p:cNvPicPr/>
                <p:nvPr/>
              </p:nvPicPr>
              <p:blipFill>
                <a:blip r:embed="rId25"/>
                <a:stretch>
                  <a:fillRect/>
                </a:stretch>
              </p:blipFill>
              <p:spPr>
                <a:xfrm>
                  <a:off x="1111230" y="1173702"/>
                  <a:ext cx="24804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4" name="Ink 23">
                  <a:extLst>
                    <a:ext uri="{FF2B5EF4-FFF2-40B4-BE49-F238E27FC236}">
                      <a16:creationId xmlns:a16="http://schemas.microsoft.com/office/drawing/2014/main" id="{71DE8FB4-0F3E-5125-22EE-29F4024B9593}"/>
                    </a:ext>
                  </a:extLst>
                </p14:cNvPr>
                <p14:cNvContentPartPr/>
                <p14:nvPr/>
              </p14:nvContentPartPr>
              <p14:xfrm>
                <a:off x="1134630" y="1405902"/>
                <a:ext cx="209520" cy="175680"/>
              </p14:xfrm>
            </p:contentPart>
          </mc:Choice>
          <mc:Fallback>
            <p:pic>
              <p:nvPicPr>
                <p:cNvPr id="24" name="Ink 23">
                  <a:extLst>
                    <a:ext uri="{FF2B5EF4-FFF2-40B4-BE49-F238E27FC236}">
                      <a16:creationId xmlns:a16="http://schemas.microsoft.com/office/drawing/2014/main" id="{71DE8FB4-0F3E-5125-22EE-29F4024B9593}"/>
                    </a:ext>
                  </a:extLst>
                </p:cNvPr>
                <p:cNvPicPr/>
                <p:nvPr/>
              </p:nvPicPr>
              <p:blipFill>
                <a:blip r:embed="rId27"/>
                <a:stretch>
                  <a:fillRect/>
                </a:stretch>
              </p:blipFill>
              <p:spPr>
                <a:xfrm>
                  <a:off x="1125630" y="1397262"/>
                  <a:ext cx="227160" cy="1933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25" name="Ink 24">
                  <a:extLst>
                    <a:ext uri="{FF2B5EF4-FFF2-40B4-BE49-F238E27FC236}">
                      <a16:creationId xmlns:a16="http://schemas.microsoft.com/office/drawing/2014/main" id="{87F4D5D8-9941-22B6-9383-85211909241C}"/>
                    </a:ext>
                  </a:extLst>
                </p14:cNvPr>
                <p14:cNvContentPartPr/>
                <p14:nvPr/>
              </p14:nvContentPartPr>
              <p14:xfrm>
                <a:off x="1202670" y="1308702"/>
                <a:ext cx="87840" cy="61200"/>
              </p14:xfrm>
            </p:contentPart>
          </mc:Choice>
          <mc:Fallback>
            <p:pic>
              <p:nvPicPr>
                <p:cNvPr id="25" name="Ink 24">
                  <a:extLst>
                    <a:ext uri="{FF2B5EF4-FFF2-40B4-BE49-F238E27FC236}">
                      <a16:creationId xmlns:a16="http://schemas.microsoft.com/office/drawing/2014/main" id="{87F4D5D8-9941-22B6-9383-85211909241C}"/>
                    </a:ext>
                  </a:extLst>
                </p:cNvPr>
                <p:cNvPicPr/>
                <p:nvPr/>
              </p:nvPicPr>
              <p:blipFill>
                <a:blip r:embed="rId29"/>
                <a:stretch>
                  <a:fillRect/>
                </a:stretch>
              </p:blipFill>
              <p:spPr>
                <a:xfrm>
                  <a:off x="1194030" y="1299702"/>
                  <a:ext cx="105480" cy="788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6" name="Ink 25">
                  <a:extLst>
                    <a:ext uri="{FF2B5EF4-FFF2-40B4-BE49-F238E27FC236}">
                      <a16:creationId xmlns:a16="http://schemas.microsoft.com/office/drawing/2014/main" id="{92C6D05B-75D8-A9A8-CABB-0A9CF12B602B}"/>
                    </a:ext>
                  </a:extLst>
                </p14:cNvPr>
                <p14:cNvContentPartPr/>
                <p14:nvPr/>
              </p14:nvContentPartPr>
              <p14:xfrm>
                <a:off x="1179990" y="1267302"/>
                <a:ext cx="8280" cy="4320"/>
              </p14:xfrm>
            </p:contentPart>
          </mc:Choice>
          <mc:Fallback>
            <p:pic>
              <p:nvPicPr>
                <p:cNvPr id="26" name="Ink 25">
                  <a:extLst>
                    <a:ext uri="{FF2B5EF4-FFF2-40B4-BE49-F238E27FC236}">
                      <a16:creationId xmlns:a16="http://schemas.microsoft.com/office/drawing/2014/main" id="{92C6D05B-75D8-A9A8-CABB-0A9CF12B602B}"/>
                    </a:ext>
                  </a:extLst>
                </p:cNvPr>
                <p:cNvPicPr/>
                <p:nvPr/>
              </p:nvPicPr>
              <p:blipFill>
                <a:blip r:embed="rId31"/>
                <a:stretch>
                  <a:fillRect/>
                </a:stretch>
              </p:blipFill>
              <p:spPr>
                <a:xfrm>
                  <a:off x="1171350" y="1258302"/>
                  <a:ext cx="2592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7" name="Ink 26">
                  <a:extLst>
                    <a:ext uri="{FF2B5EF4-FFF2-40B4-BE49-F238E27FC236}">
                      <a16:creationId xmlns:a16="http://schemas.microsoft.com/office/drawing/2014/main" id="{4532B3E1-AFA5-37F1-DA2C-4C5D7CF5CD3D}"/>
                    </a:ext>
                  </a:extLst>
                </p14:cNvPr>
                <p14:cNvContentPartPr/>
                <p14:nvPr/>
              </p14:nvContentPartPr>
              <p14:xfrm>
                <a:off x="1241910" y="1261542"/>
                <a:ext cx="6120" cy="360"/>
              </p14:xfrm>
            </p:contentPart>
          </mc:Choice>
          <mc:Fallback>
            <p:pic>
              <p:nvPicPr>
                <p:cNvPr id="27" name="Ink 26">
                  <a:extLst>
                    <a:ext uri="{FF2B5EF4-FFF2-40B4-BE49-F238E27FC236}">
                      <a16:creationId xmlns:a16="http://schemas.microsoft.com/office/drawing/2014/main" id="{4532B3E1-AFA5-37F1-DA2C-4C5D7CF5CD3D}"/>
                    </a:ext>
                  </a:extLst>
                </p:cNvPr>
                <p:cNvPicPr/>
                <p:nvPr/>
              </p:nvPicPr>
              <p:blipFill>
                <a:blip r:embed="rId33"/>
                <a:stretch>
                  <a:fillRect/>
                </a:stretch>
              </p:blipFill>
              <p:spPr>
                <a:xfrm>
                  <a:off x="1232910" y="1252542"/>
                  <a:ext cx="2376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8" name="Ink 27">
                  <a:extLst>
                    <a:ext uri="{FF2B5EF4-FFF2-40B4-BE49-F238E27FC236}">
                      <a16:creationId xmlns:a16="http://schemas.microsoft.com/office/drawing/2014/main" id="{064EEC2E-4F1E-F481-197B-0167AEBAECB1}"/>
                    </a:ext>
                  </a:extLst>
                </p14:cNvPr>
                <p14:cNvContentPartPr/>
                <p14:nvPr/>
              </p14:nvContentPartPr>
              <p14:xfrm>
                <a:off x="1420110" y="1387182"/>
                <a:ext cx="140040" cy="154440"/>
              </p14:xfrm>
            </p:contentPart>
          </mc:Choice>
          <mc:Fallback>
            <p:pic>
              <p:nvPicPr>
                <p:cNvPr id="28" name="Ink 27">
                  <a:extLst>
                    <a:ext uri="{FF2B5EF4-FFF2-40B4-BE49-F238E27FC236}">
                      <a16:creationId xmlns:a16="http://schemas.microsoft.com/office/drawing/2014/main" id="{064EEC2E-4F1E-F481-197B-0167AEBAECB1}"/>
                    </a:ext>
                  </a:extLst>
                </p:cNvPr>
                <p:cNvPicPr/>
                <p:nvPr/>
              </p:nvPicPr>
              <p:blipFill>
                <a:blip r:embed="rId35"/>
                <a:stretch>
                  <a:fillRect/>
                </a:stretch>
              </p:blipFill>
              <p:spPr>
                <a:xfrm>
                  <a:off x="1411110" y="1378542"/>
                  <a:ext cx="157680" cy="17208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9" name="Ink 28">
                  <a:extLst>
                    <a:ext uri="{FF2B5EF4-FFF2-40B4-BE49-F238E27FC236}">
                      <a16:creationId xmlns:a16="http://schemas.microsoft.com/office/drawing/2014/main" id="{85725E7A-1316-F95B-CF7C-63F1316443F7}"/>
                    </a:ext>
                  </a:extLst>
                </p14:cNvPr>
                <p14:cNvContentPartPr/>
                <p14:nvPr/>
              </p14:nvContentPartPr>
              <p14:xfrm>
                <a:off x="1581030" y="1438662"/>
                <a:ext cx="67320" cy="100080"/>
              </p14:xfrm>
            </p:contentPart>
          </mc:Choice>
          <mc:Fallback>
            <p:pic>
              <p:nvPicPr>
                <p:cNvPr id="29" name="Ink 28">
                  <a:extLst>
                    <a:ext uri="{FF2B5EF4-FFF2-40B4-BE49-F238E27FC236}">
                      <a16:creationId xmlns:a16="http://schemas.microsoft.com/office/drawing/2014/main" id="{85725E7A-1316-F95B-CF7C-63F1316443F7}"/>
                    </a:ext>
                  </a:extLst>
                </p:cNvPr>
                <p:cNvPicPr/>
                <p:nvPr/>
              </p:nvPicPr>
              <p:blipFill>
                <a:blip r:embed="rId37"/>
                <a:stretch>
                  <a:fillRect/>
                </a:stretch>
              </p:blipFill>
              <p:spPr>
                <a:xfrm>
                  <a:off x="1572030" y="1429662"/>
                  <a:ext cx="8496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30" name="Ink 29">
                  <a:extLst>
                    <a:ext uri="{FF2B5EF4-FFF2-40B4-BE49-F238E27FC236}">
                      <a16:creationId xmlns:a16="http://schemas.microsoft.com/office/drawing/2014/main" id="{D9295B18-5CCB-29CA-8086-6563CF833DEE}"/>
                    </a:ext>
                  </a:extLst>
                </p14:cNvPr>
                <p14:cNvContentPartPr/>
                <p14:nvPr/>
              </p14:nvContentPartPr>
              <p14:xfrm>
                <a:off x="1667790" y="1442262"/>
                <a:ext cx="74520" cy="78840"/>
              </p14:xfrm>
            </p:contentPart>
          </mc:Choice>
          <mc:Fallback>
            <p:pic>
              <p:nvPicPr>
                <p:cNvPr id="30" name="Ink 29">
                  <a:extLst>
                    <a:ext uri="{FF2B5EF4-FFF2-40B4-BE49-F238E27FC236}">
                      <a16:creationId xmlns:a16="http://schemas.microsoft.com/office/drawing/2014/main" id="{D9295B18-5CCB-29CA-8086-6563CF833DEE}"/>
                    </a:ext>
                  </a:extLst>
                </p:cNvPr>
                <p:cNvPicPr/>
                <p:nvPr/>
              </p:nvPicPr>
              <p:blipFill>
                <a:blip r:embed="rId39"/>
                <a:stretch>
                  <a:fillRect/>
                </a:stretch>
              </p:blipFill>
              <p:spPr>
                <a:xfrm>
                  <a:off x="1658790" y="1433262"/>
                  <a:ext cx="9216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31" name="Ink 30">
                  <a:extLst>
                    <a:ext uri="{FF2B5EF4-FFF2-40B4-BE49-F238E27FC236}">
                      <a16:creationId xmlns:a16="http://schemas.microsoft.com/office/drawing/2014/main" id="{D7A40898-2EEF-202F-B36E-D5D45CC73044}"/>
                    </a:ext>
                  </a:extLst>
                </p14:cNvPr>
                <p14:cNvContentPartPr/>
                <p14:nvPr/>
              </p14:nvContentPartPr>
              <p14:xfrm>
                <a:off x="1774710" y="1426782"/>
                <a:ext cx="105480" cy="123840"/>
              </p14:xfrm>
            </p:contentPart>
          </mc:Choice>
          <mc:Fallback>
            <p:pic>
              <p:nvPicPr>
                <p:cNvPr id="31" name="Ink 30">
                  <a:extLst>
                    <a:ext uri="{FF2B5EF4-FFF2-40B4-BE49-F238E27FC236}">
                      <a16:creationId xmlns:a16="http://schemas.microsoft.com/office/drawing/2014/main" id="{D7A40898-2EEF-202F-B36E-D5D45CC73044}"/>
                    </a:ext>
                  </a:extLst>
                </p:cNvPr>
                <p:cNvPicPr/>
                <p:nvPr/>
              </p:nvPicPr>
              <p:blipFill>
                <a:blip r:embed="rId41"/>
                <a:stretch>
                  <a:fillRect/>
                </a:stretch>
              </p:blipFill>
              <p:spPr>
                <a:xfrm>
                  <a:off x="1765710" y="1417782"/>
                  <a:ext cx="12312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32" name="Ink 31">
                  <a:extLst>
                    <a:ext uri="{FF2B5EF4-FFF2-40B4-BE49-F238E27FC236}">
                      <a16:creationId xmlns:a16="http://schemas.microsoft.com/office/drawing/2014/main" id="{328B3521-C2F3-1FBB-A987-775336C67DC7}"/>
                    </a:ext>
                  </a:extLst>
                </p14:cNvPr>
                <p14:cNvContentPartPr/>
                <p14:nvPr/>
              </p14:nvContentPartPr>
              <p14:xfrm>
                <a:off x="1309590" y="1616862"/>
                <a:ext cx="36000" cy="390960"/>
              </p14:xfrm>
            </p:contentPart>
          </mc:Choice>
          <mc:Fallback>
            <p:pic>
              <p:nvPicPr>
                <p:cNvPr id="32" name="Ink 31">
                  <a:extLst>
                    <a:ext uri="{FF2B5EF4-FFF2-40B4-BE49-F238E27FC236}">
                      <a16:creationId xmlns:a16="http://schemas.microsoft.com/office/drawing/2014/main" id="{328B3521-C2F3-1FBB-A987-775336C67DC7}"/>
                    </a:ext>
                  </a:extLst>
                </p:cNvPr>
                <p:cNvPicPr/>
                <p:nvPr/>
              </p:nvPicPr>
              <p:blipFill>
                <a:blip r:embed="rId43"/>
                <a:stretch>
                  <a:fillRect/>
                </a:stretch>
              </p:blipFill>
              <p:spPr>
                <a:xfrm>
                  <a:off x="1300590" y="1607862"/>
                  <a:ext cx="53640" cy="4086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33" name="Ink 32">
                  <a:extLst>
                    <a:ext uri="{FF2B5EF4-FFF2-40B4-BE49-F238E27FC236}">
                      <a16:creationId xmlns:a16="http://schemas.microsoft.com/office/drawing/2014/main" id="{A9A6F1A7-28D4-D6D9-089F-1B70C3423DCD}"/>
                    </a:ext>
                  </a:extLst>
                </p14:cNvPr>
                <p14:cNvContentPartPr/>
                <p14:nvPr/>
              </p14:nvContentPartPr>
              <p14:xfrm>
                <a:off x="1267470" y="1980462"/>
                <a:ext cx="114840" cy="45720"/>
              </p14:xfrm>
            </p:contentPart>
          </mc:Choice>
          <mc:Fallback>
            <p:pic>
              <p:nvPicPr>
                <p:cNvPr id="33" name="Ink 32">
                  <a:extLst>
                    <a:ext uri="{FF2B5EF4-FFF2-40B4-BE49-F238E27FC236}">
                      <a16:creationId xmlns:a16="http://schemas.microsoft.com/office/drawing/2014/main" id="{A9A6F1A7-28D4-D6D9-089F-1B70C3423DCD}"/>
                    </a:ext>
                  </a:extLst>
                </p:cNvPr>
                <p:cNvPicPr/>
                <p:nvPr/>
              </p:nvPicPr>
              <p:blipFill>
                <a:blip r:embed="rId45"/>
                <a:stretch>
                  <a:fillRect/>
                </a:stretch>
              </p:blipFill>
              <p:spPr>
                <a:xfrm>
                  <a:off x="1258830" y="1971462"/>
                  <a:ext cx="132480" cy="63360"/>
                </a:xfrm>
                <a:prstGeom prst="rect">
                  <a:avLst/>
                </a:prstGeom>
              </p:spPr>
            </p:pic>
          </mc:Fallback>
        </mc:AlternateContent>
      </p:grpSp>
      <p:grpSp>
        <p:nvGrpSpPr>
          <p:cNvPr id="42" name="Group 41">
            <a:extLst>
              <a:ext uri="{FF2B5EF4-FFF2-40B4-BE49-F238E27FC236}">
                <a16:creationId xmlns:a16="http://schemas.microsoft.com/office/drawing/2014/main" id="{B6FBEC5D-2DB1-C5A8-9DF9-776F86321C3A}"/>
              </a:ext>
            </a:extLst>
          </p:cNvPr>
          <p:cNvGrpSpPr/>
          <p:nvPr/>
        </p:nvGrpSpPr>
        <p:grpSpPr>
          <a:xfrm>
            <a:off x="694350" y="3245502"/>
            <a:ext cx="882720" cy="270360"/>
            <a:chOff x="694350" y="3245502"/>
            <a:chExt cx="882720" cy="270360"/>
          </a:xfrm>
        </p:grpSpPr>
        <mc:AlternateContent xmlns:mc="http://schemas.openxmlformats.org/markup-compatibility/2006">
          <mc:Choice xmlns:p14="http://schemas.microsoft.com/office/powerpoint/2010/main" Requires="p14">
            <p:contentPart p14:bwMode="auto" r:id="rId46">
              <p14:nvContentPartPr>
                <p14:cNvPr id="35" name="Ink 34">
                  <a:extLst>
                    <a:ext uri="{FF2B5EF4-FFF2-40B4-BE49-F238E27FC236}">
                      <a16:creationId xmlns:a16="http://schemas.microsoft.com/office/drawing/2014/main" id="{39AFC2AA-7324-19B5-25B7-EA39C45EF0C1}"/>
                    </a:ext>
                  </a:extLst>
                </p14:cNvPr>
                <p14:cNvContentPartPr/>
                <p14:nvPr/>
              </p14:nvContentPartPr>
              <p14:xfrm>
                <a:off x="694350" y="3281862"/>
                <a:ext cx="146520" cy="177480"/>
              </p14:xfrm>
            </p:contentPart>
          </mc:Choice>
          <mc:Fallback>
            <p:pic>
              <p:nvPicPr>
                <p:cNvPr id="35" name="Ink 34">
                  <a:extLst>
                    <a:ext uri="{FF2B5EF4-FFF2-40B4-BE49-F238E27FC236}">
                      <a16:creationId xmlns:a16="http://schemas.microsoft.com/office/drawing/2014/main" id="{39AFC2AA-7324-19B5-25B7-EA39C45EF0C1}"/>
                    </a:ext>
                  </a:extLst>
                </p:cNvPr>
                <p:cNvPicPr/>
                <p:nvPr/>
              </p:nvPicPr>
              <p:blipFill>
                <a:blip r:embed="rId47"/>
                <a:stretch>
                  <a:fillRect/>
                </a:stretch>
              </p:blipFill>
              <p:spPr>
                <a:xfrm>
                  <a:off x="685710" y="3272862"/>
                  <a:ext cx="164160" cy="19512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6" name="Ink 35">
                  <a:extLst>
                    <a:ext uri="{FF2B5EF4-FFF2-40B4-BE49-F238E27FC236}">
                      <a16:creationId xmlns:a16="http://schemas.microsoft.com/office/drawing/2014/main" id="{7ED3D335-948B-4BE7-0440-35A81B0FFCA0}"/>
                    </a:ext>
                  </a:extLst>
                </p14:cNvPr>
                <p14:cNvContentPartPr/>
                <p14:nvPr/>
              </p14:nvContentPartPr>
              <p14:xfrm>
                <a:off x="871110" y="3321102"/>
                <a:ext cx="108720" cy="150840"/>
              </p14:xfrm>
            </p:contentPart>
          </mc:Choice>
          <mc:Fallback>
            <p:pic>
              <p:nvPicPr>
                <p:cNvPr id="36" name="Ink 35">
                  <a:extLst>
                    <a:ext uri="{FF2B5EF4-FFF2-40B4-BE49-F238E27FC236}">
                      <a16:creationId xmlns:a16="http://schemas.microsoft.com/office/drawing/2014/main" id="{7ED3D335-948B-4BE7-0440-35A81B0FFCA0}"/>
                    </a:ext>
                  </a:extLst>
                </p:cNvPr>
                <p:cNvPicPr/>
                <p:nvPr/>
              </p:nvPicPr>
              <p:blipFill>
                <a:blip r:embed="rId49"/>
                <a:stretch>
                  <a:fillRect/>
                </a:stretch>
              </p:blipFill>
              <p:spPr>
                <a:xfrm>
                  <a:off x="862110" y="3312102"/>
                  <a:ext cx="12636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7" name="Ink 36">
                  <a:extLst>
                    <a:ext uri="{FF2B5EF4-FFF2-40B4-BE49-F238E27FC236}">
                      <a16:creationId xmlns:a16="http://schemas.microsoft.com/office/drawing/2014/main" id="{CD248A91-E47C-297F-6FC9-CF8E6C0DD099}"/>
                    </a:ext>
                  </a:extLst>
                </p14:cNvPr>
                <p14:cNvContentPartPr/>
                <p14:nvPr/>
              </p14:nvContentPartPr>
              <p14:xfrm>
                <a:off x="994950" y="3309222"/>
                <a:ext cx="154080" cy="142920"/>
              </p14:xfrm>
            </p:contentPart>
          </mc:Choice>
          <mc:Fallback>
            <p:pic>
              <p:nvPicPr>
                <p:cNvPr id="37" name="Ink 36">
                  <a:extLst>
                    <a:ext uri="{FF2B5EF4-FFF2-40B4-BE49-F238E27FC236}">
                      <a16:creationId xmlns:a16="http://schemas.microsoft.com/office/drawing/2014/main" id="{CD248A91-E47C-297F-6FC9-CF8E6C0DD099}"/>
                    </a:ext>
                  </a:extLst>
                </p:cNvPr>
                <p:cNvPicPr/>
                <p:nvPr/>
              </p:nvPicPr>
              <p:blipFill>
                <a:blip r:embed="rId51"/>
                <a:stretch>
                  <a:fillRect/>
                </a:stretch>
              </p:blipFill>
              <p:spPr>
                <a:xfrm>
                  <a:off x="985950" y="3300582"/>
                  <a:ext cx="17172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8" name="Ink 37">
                  <a:extLst>
                    <a:ext uri="{FF2B5EF4-FFF2-40B4-BE49-F238E27FC236}">
                      <a16:creationId xmlns:a16="http://schemas.microsoft.com/office/drawing/2014/main" id="{969DEE28-B2F2-25A3-47A8-7CDBAB0F66F4}"/>
                    </a:ext>
                  </a:extLst>
                </p14:cNvPr>
                <p14:cNvContentPartPr/>
                <p14:nvPr/>
              </p14:nvContentPartPr>
              <p14:xfrm>
                <a:off x="1231830" y="3265662"/>
                <a:ext cx="123840" cy="148680"/>
              </p14:xfrm>
            </p:contentPart>
          </mc:Choice>
          <mc:Fallback>
            <p:pic>
              <p:nvPicPr>
                <p:cNvPr id="38" name="Ink 37">
                  <a:extLst>
                    <a:ext uri="{FF2B5EF4-FFF2-40B4-BE49-F238E27FC236}">
                      <a16:creationId xmlns:a16="http://schemas.microsoft.com/office/drawing/2014/main" id="{969DEE28-B2F2-25A3-47A8-7CDBAB0F66F4}"/>
                    </a:ext>
                  </a:extLst>
                </p:cNvPr>
                <p:cNvPicPr/>
                <p:nvPr/>
              </p:nvPicPr>
              <p:blipFill>
                <a:blip r:embed="rId53"/>
                <a:stretch>
                  <a:fillRect/>
                </a:stretch>
              </p:blipFill>
              <p:spPr>
                <a:xfrm>
                  <a:off x="1223190" y="3256662"/>
                  <a:ext cx="14148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9" name="Ink 38">
                  <a:extLst>
                    <a:ext uri="{FF2B5EF4-FFF2-40B4-BE49-F238E27FC236}">
                      <a16:creationId xmlns:a16="http://schemas.microsoft.com/office/drawing/2014/main" id="{6BED4638-FA06-5565-7D8F-3F7E7FF8EB45}"/>
                    </a:ext>
                  </a:extLst>
                </p14:cNvPr>
                <p14:cNvContentPartPr/>
                <p14:nvPr/>
              </p14:nvContentPartPr>
              <p14:xfrm>
                <a:off x="1436670" y="3267822"/>
                <a:ext cx="140400" cy="168840"/>
              </p14:xfrm>
            </p:contentPart>
          </mc:Choice>
          <mc:Fallback>
            <p:pic>
              <p:nvPicPr>
                <p:cNvPr id="39" name="Ink 38">
                  <a:extLst>
                    <a:ext uri="{FF2B5EF4-FFF2-40B4-BE49-F238E27FC236}">
                      <a16:creationId xmlns:a16="http://schemas.microsoft.com/office/drawing/2014/main" id="{6BED4638-FA06-5565-7D8F-3F7E7FF8EB45}"/>
                    </a:ext>
                  </a:extLst>
                </p:cNvPr>
                <p:cNvPicPr/>
                <p:nvPr/>
              </p:nvPicPr>
              <p:blipFill>
                <a:blip r:embed="rId55"/>
                <a:stretch>
                  <a:fillRect/>
                </a:stretch>
              </p:blipFill>
              <p:spPr>
                <a:xfrm>
                  <a:off x="1427670" y="3258822"/>
                  <a:ext cx="15804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40" name="Ink 39">
                  <a:extLst>
                    <a:ext uri="{FF2B5EF4-FFF2-40B4-BE49-F238E27FC236}">
                      <a16:creationId xmlns:a16="http://schemas.microsoft.com/office/drawing/2014/main" id="{907B867D-FA32-D727-1250-40FA5F846049}"/>
                    </a:ext>
                  </a:extLst>
                </p14:cNvPr>
                <p14:cNvContentPartPr/>
                <p14:nvPr/>
              </p14:nvContentPartPr>
              <p14:xfrm>
                <a:off x="1470510" y="3353142"/>
                <a:ext cx="98640" cy="25560"/>
              </p14:xfrm>
            </p:contentPart>
          </mc:Choice>
          <mc:Fallback>
            <p:pic>
              <p:nvPicPr>
                <p:cNvPr id="40" name="Ink 39">
                  <a:extLst>
                    <a:ext uri="{FF2B5EF4-FFF2-40B4-BE49-F238E27FC236}">
                      <a16:creationId xmlns:a16="http://schemas.microsoft.com/office/drawing/2014/main" id="{907B867D-FA32-D727-1250-40FA5F846049}"/>
                    </a:ext>
                  </a:extLst>
                </p:cNvPr>
                <p:cNvPicPr/>
                <p:nvPr/>
              </p:nvPicPr>
              <p:blipFill>
                <a:blip r:embed="rId57"/>
                <a:stretch>
                  <a:fillRect/>
                </a:stretch>
              </p:blipFill>
              <p:spPr>
                <a:xfrm>
                  <a:off x="1461510" y="3344502"/>
                  <a:ext cx="116280" cy="4320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41" name="Ink 40">
                  <a:extLst>
                    <a:ext uri="{FF2B5EF4-FFF2-40B4-BE49-F238E27FC236}">
                      <a16:creationId xmlns:a16="http://schemas.microsoft.com/office/drawing/2014/main" id="{CE36A968-4E41-5843-2536-8F260B71E00B}"/>
                    </a:ext>
                  </a:extLst>
                </p14:cNvPr>
                <p14:cNvContentPartPr/>
                <p14:nvPr/>
              </p14:nvContentPartPr>
              <p14:xfrm>
                <a:off x="1309590" y="3245502"/>
                <a:ext cx="145800" cy="270360"/>
              </p14:xfrm>
            </p:contentPart>
          </mc:Choice>
          <mc:Fallback>
            <p:pic>
              <p:nvPicPr>
                <p:cNvPr id="41" name="Ink 40">
                  <a:extLst>
                    <a:ext uri="{FF2B5EF4-FFF2-40B4-BE49-F238E27FC236}">
                      <a16:creationId xmlns:a16="http://schemas.microsoft.com/office/drawing/2014/main" id="{CE36A968-4E41-5843-2536-8F260B71E00B}"/>
                    </a:ext>
                  </a:extLst>
                </p:cNvPr>
                <p:cNvPicPr/>
                <p:nvPr/>
              </p:nvPicPr>
              <p:blipFill>
                <a:blip r:embed="rId59"/>
                <a:stretch>
                  <a:fillRect/>
                </a:stretch>
              </p:blipFill>
              <p:spPr>
                <a:xfrm>
                  <a:off x="1300950" y="3236502"/>
                  <a:ext cx="163440" cy="288000"/>
                </a:xfrm>
                <a:prstGeom prst="rect">
                  <a:avLst/>
                </a:prstGeom>
              </p:spPr>
            </p:pic>
          </mc:Fallback>
        </mc:AlternateContent>
      </p:grpSp>
      <p:grpSp>
        <p:nvGrpSpPr>
          <p:cNvPr id="56" name="Group 55">
            <a:extLst>
              <a:ext uri="{FF2B5EF4-FFF2-40B4-BE49-F238E27FC236}">
                <a16:creationId xmlns:a16="http://schemas.microsoft.com/office/drawing/2014/main" id="{1D6BA298-1EAD-5256-B6A0-4B00C20F9878}"/>
              </a:ext>
            </a:extLst>
          </p:cNvPr>
          <p:cNvGrpSpPr/>
          <p:nvPr/>
        </p:nvGrpSpPr>
        <p:grpSpPr>
          <a:xfrm>
            <a:off x="609570" y="2855262"/>
            <a:ext cx="1219320" cy="236880"/>
            <a:chOff x="627030" y="2721702"/>
            <a:chExt cx="1219320" cy="236880"/>
          </a:xfrm>
        </p:grpSpPr>
        <mc:AlternateContent xmlns:mc="http://schemas.openxmlformats.org/markup-compatibility/2006">
          <mc:Choice xmlns:p14="http://schemas.microsoft.com/office/powerpoint/2010/main" Requires="p14">
            <p:contentPart p14:bwMode="auto" r:id="rId60">
              <p14:nvContentPartPr>
                <p14:cNvPr id="43" name="Ink 42">
                  <a:extLst>
                    <a:ext uri="{FF2B5EF4-FFF2-40B4-BE49-F238E27FC236}">
                      <a16:creationId xmlns:a16="http://schemas.microsoft.com/office/drawing/2014/main" id="{011FF26A-4762-D5D9-52E8-982B815FC5DF}"/>
                    </a:ext>
                  </a:extLst>
                </p14:cNvPr>
                <p14:cNvContentPartPr/>
                <p14:nvPr/>
              </p14:nvContentPartPr>
              <p14:xfrm>
                <a:off x="627030" y="2766702"/>
                <a:ext cx="121680" cy="187920"/>
              </p14:xfrm>
            </p:contentPart>
          </mc:Choice>
          <mc:Fallback>
            <p:pic>
              <p:nvPicPr>
                <p:cNvPr id="43" name="Ink 42">
                  <a:extLst>
                    <a:ext uri="{FF2B5EF4-FFF2-40B4-BE49-F238E27FC236}">
                      <a16:creationId xmlns:a16="http://schemas.microsoft.com/office/drawing/2014/main" id="{011FF26A-4762-D5D9-52E8-982B815FC5DF}"/>
                    </a:ext>
                  </a:extLst>
                </p:cNvPr>
                <p:cNvPicPr/>
                <p:nvPr/>
              </p:nvPicPr>
              <p:blipFill>
                <a:blip r:embed="rId61"/>
                <a:stretch>
                  <a:fillRect/>
                </a:stretch>
              </p:blipFill>
              <p:spPr>
                <a:xfrm>
                  <a:off x="618390" y="2757702"/>
                  <a:ext cx="139320" cy="20556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44" name="Ink 43">
                  <a:extLst>
                    <a:ext uri="{FF2B5EF4-FFF2-40B4-BE49-F238E27FC236}">
                      <a16:creationId xmlns:a16="http://schemas.microsoft.com/office/drawing/2014/main" id="{1ED0BF70-748B-E8C1-A1B1-5908BF904D26}"/>
                    </a:ext>
                  </a:extLst>
                </p14:cNvPr>
                <p14:cNvContentPartPr/>
                <p14:nvPr/>
              </p14:nvContentPartPr>
              <p14:xfrm>
                <a:off x="791910" y="2753382"/>
                <a:ext cx="87840" cy="192240"/>
              </p14:xfrm>
            </p:contentPart>
          </mc:Choice>
          <mc:Fallback>
            <p:pic>
              <p:nvPicPr>
                <p:cNvPr id="44" name="Ink 43">
                  <a:extLst>
                    <a:ext uri="{FF2B5EF4-FFF2-40B4-BE49-F238E27FC236}">
                      <a16:creationId xmlns:a16="http://schemas.microsoft.com/office/drawing/2014/main" id="{1ED0BF70-748B-E8C1-A1B1-5908BF904D26}"/>
                    </a:ext>
                  </a:extLst>
                </p:cNvPr>
                <p:cNvPicPr/>
                <p:nvPr/>
              </p:nvPicPr>
              <p:blipFill>
                <a:blip r:embed="rId63"/>
                <a:stretch>
                  <a:fillRect/>
                </a:stretch>
              </p:blipFill>
              <p:spPr>
                <a:xfrm>
                  <a:off x="783270" y="2744742"/>
                  <a:ext cx="105480" cy="20988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5" name="Ink 44">
                  <a:extLst>
                    <a:ext uri="{FF2B5EF4-FFF2-40B4-BE49-F238E27FC236}">
                      <a16:creationId xmlns:a16="http://schemas.microsoft.com/office/drawing/2014/main" id="{C35F0834-CB73-EBD0-ED84-E4171968032B}"/>
                    </a:ext>
                  </a:extLst>
                </p14:cNvPr>
                <p14:cNvContentPartPr/>
                <p14:nvPr/>
              </p14:nvContentPartPr>
              <p14:xfrm>
                <a:off x="948870" y="2752302"/>
                <a:ext cx="98280" cy="179280"/>
              </p14:xfrm>
            </p:contentPart>
          </mc:Choice>
          <mc:Fallback>
            <p:pic>
              <p:nvPicPr>
                <p:cNvPr id="45" name="Ink 44">
                  <a:extLst>
                    <a:ext uri="{FF2B5EF4-FFF2-40B4-BE49-F238E27FC236}">
                      <a16:creationId xmlns:a16="http://schemas.microsoft.com/office/drawing/2014/main" id="{C35F0834-CB73-EBD0-ED84-E4171968032B}"/>
                    </a:ext>
                  </a:extLst>
                </p:cNvPr>
                <p:cNvPicPr/>
                <p:nvPr/>
              </p:nvPicPr>
              <p:blipFill>
                <a:blip r:embed="rId65"/>
                <a:stretch>
                  <a:fillRect/>
                </a:stretch>
              </p:blipFill>
              <p:spPr>
                <a:xfrm>
                  <a:off x="939870" y="2743302"/>
                  <a:ext cx="11592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6" name="Ink 45">
                  <a:extLst>
                    <a:ext uri="{FF2B5EF4-FFF2-40B4-BE49-F238E27FC236}">
                      <a16:creationId xmlns:a16="http://schemas.microsoft.com/office/drawing/2014/main" id="{B22632D1-957C-F92E-44CA-94680B80C754}"/>
                    </a:ext>
                  </a:extLst>
                </p14:cNvPr>
                <p14:cNvContentPartPr/>
                <p14:nvPr/>
              </p14:nvContentPartPr>
              <p14:xfrm>
                <a:off x="942750" y="2850222"/>
                <a:ext cx="84960" cy="15480"/>
              </p14:xfrm>
            </p:contentPart>
          </mc:Choice>
          <mc:Fallback>
            <p:pic>
              <p:nvPicPr>
                <p:cNvPr id="46" name="Ink 45">
                  <a:extLst>
                    <a:ext uri="{FF2B5EF4-FFF2-40B4-BE49-F238E27FC236}">
                      <a16:creationId xmlns:a16="http://schemas.microsoft.com/office/drawing/2014/main" id="{B22632D1-957C-F92E-44CA-94680B80C754}"/>
                    </a:ext>
                  </a:extLst>
                </p:cNvPr>
                <p:cNvPicPr/>
                <p:nvPr/>
              </p:nvPicPr>
              <p:blipFill>
                <a:blip r:embed="rId67"/>
                <a:stretch>
                  <a:fillRect/>
                </a:stretch>
              </p:blipFill>
              <p:spPr>
                <a:xfrm>
                  <a:off x="934110" y="2841222"/>
                  <a:ext cx="10260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7" name="Ink 46">
                  <a:extLst>
                    <a:ext uri="{FF2B5EF4-FFF2-40B4-BE49-F238E27FC236}">
                      <a16:creationId xmlns:a16="http://schemas.microsoft.com/office/drawing/2014/main" id="{EB01D079-EB78-7E43-E5B9-AE9FAF6B9F62}"/>
                    </a:ext>
                  </a:extLst>
                </p14:cNvPr>
                <p14:cNvContentPartPr/>
                <p14:nvPr/>
              </p14:nvContentPartPr>
              <p14:xfrm>
                <a:off x="1138590" y="2859942"/>
                <a:ext cx="70560" cy="15480"/>
              </p14:xfrm>
            </p:contentPart>
          </mc:Choice>
          <mc:Fallback>
            <p:pic>
              <p:nvPicPr>
                <p:cNvPr id="47" name="Ink 46">
                  <a:extLst>
                    <a:ext uri="{FF2B5EF4-FFF2-40B4-BE49-F238E27FC236}">
                      <a16:creationId xmlns:a16="http://schemas.microsoft.com/office/drawing/2014/main" id="{EB01D079-EB78-7E43-E5B9-AE9FAF6B9F62}"/>
                    </a:ext>
                  </a:extLst>
                </p:cNvPr>
                <p:cNvPicPr/>
                <p:nvPr/>
              </p:nvPicPr>
              <p:blipFill>
                <a:blip r:embed="rId69"/>
                <a:stretch>
                  <a:fillRect/>
                </a:stretch>
              </p:blipFill>
              <p:spPr>
                <a:xfrm>
                  <a:off x="1129950" y="2850942"/>
                  <a:ext cx="8820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8" name="Ink 47">
                  <a:extLst>
                    <a:ext uri="{FF2B5EF4-FFF2-40B4-BE49-F238E27FC236}">
                      <a16:creationId xmlns:a16="http://schemas.microsoft.com/office/drawing/2014/main" id="{503056C0-D2D5-1C77-8C49-98C89FB9FCF7}"/>
                    </a:ext>
                  </a:extLst>
                </p14:cNvPr>
                <p14:cNvContentPartPr/>
                <p14:nvPr/>
              </p14:nvContentPartPr>
              <p14:xfrm>
                <a:off x="1281150" y="2800542"/>
                <a:ext cx="10440" cy="158040"/>
              </p14:xfrm>
            </p:contentPart>
          </mc:Choice>
          <mc:Fallback>
            <p:pic>
              <p:nvPicPr>
                <p:cNvPr id="48" name="Ink 47">
                  <a:extLst>
                    <a:ext uri="{FF2B5EF4-FFF2-40B4-BE49-F238E27FC236}">
                      <a16:creationId xmlns:a16="http://schemas.microsoft.com/office/drawing/2014/main" id="{503056C0-D2D5-1C77-8C49-98C89FB9FCF7}"/>
                    </a:ext>
                  </a:extLst>
                </p:cNvPr>
                <p:cNvPicPr/>
                <p:nvPr/>
              </p:nvPicPr>
              <p:blipFill>
                <a:blip r:embed="rId71"/>
                <a:stretch>
                  <a:fillRect/>
                </a:stretch>
              </p:blipFill>
              <p:spPr>
                <a:xfrm>
                  <a:off x="1272150" y="2791902"/>
                  <a:ext cx="28080" cy="17568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9" name="Ink 48">
                  <a:extLst>
                    <a:ext uri="{FF2B5EF4-FFF2-40B4-BE49-F238E27FC236}">
                      <a16:creationId xmlns:a16="http://schemas.microsoft.com/office/drawing/2014/main" id="{2817D548-4FE8-4845-33C5-CAB4BDF0DDC0}"/>
                    </a:ext>
                  </a:extLst>
                </p14:cNvPr>
                <p14:cNvContentPartPr/>
                <p14:nvPr/>
              </p14:nvContentPartPr>
              <p14:xfrm>
                <a:off x="1266390" y="2721702"/>
                <a:ext cx="92520" cy="113760"/>
              </p14:xfrm>
            </p:contentPart>
          </mc:Choice>
          <mc:Fallback>
            <p:pic>
              <p:nvPicPr>
                <p:cNvPr id="49" name="Ink 48">
                  <a:extLst>
                    <a:ext uri="{FF2B5EF4-FFF2-40B4-BE49-F238E27FC236}">
                      <a16:creationId xmlns:a16="http://schemas.microsoft.com/office/drawing/2014/main" id="{2817D548-4FE8-4845-33C5-CAB4BDF0DDC0}"/>
                    </a:ext>
                  </a:extLst>
                </p:cNvPr>
                <p:cNvPicPr/>
                <p:nvPr/>
              </p:nvPicPr>
              <p:blipFill>
                <a:blip r:embed="rId73"/>
                <a:stretch>
                  <a:fillRect/>
                </a:stretch>
              </p:blipFill>
              <p:spPr>
                <a:xfrm>
                  <a:off x="1257390" y="2713062"/>
                  <a:ext cx="110160" cy="13140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50" name="Ink 49">
                  <a:extLst>
                    <a:ext uri="{FF2B5EF4-FFF2-40B4-BE49-F238E27FC236}">
                      <a16:creationId xmlns:a16="http://schemas.microsoft.com/office/drawing/2014/main" id="{80C5C0E5-FCB0-A410-7EFE-BBFDA40E60E1}"/>
                    </a:ext>
                  </a:extLst>
                </p14:cNvPr>
                <p14:cNvContentPartPr/>
                <p14:nvPr/>
              </p14:nvContentPartPr>
              <p14:xfrm>
                <a:off x="1331910" y="2837622"/>
                <a:ext cx="71280" cy="82440"/>
              </p14:xfrm>
            </p:contentPart>
          </mc:Choice>
          <mc:Fallback>
            <p:pic>
              <p:nvPicPr>
                <p:cNvPr id="50" name="Ink 49">
                  <a:extLst>
                    <a:ext uri="{FF2B5EF4-FFF2-40B4-BE49-F238E27FC236}">
                      <a16:creationId xmlns:a16="http://schemas.microsoft.com/office/drawing/2014/main" id="{80C5C0E5-FCB0-A410-7EFE-BBFDA40E60E1}"/>
                    </a:ext>
                  </a:extLst>
                </p:cNvPr>
                <p:cNvPicPr/>
                <p:nvPr/>
              </p:nvPicPr>
              <p:blipFill>
                <a:blip r:embed="rId75"/>
                <a:stretch>
                  <a:fillRect/>
                </a:stretch>
              </p:blipFill>
              <p:spPr>
                <a:xfrm>
                  <a:off x="1323270" y="2828982"/>
                  <a:ext cx="8892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51" name="Ink 50">
                  <a:extLst>
                    <a:ext uri="{FF2B5EF4-FFF2-40B4-BE49-F238E27FC236}">
                      <a16:creationId xmlns:a16="http://schemas.microsoft.com/office/drawing/2014/main" id="{172BF23C-0170-6A24-D5E2-09DAF67F7FC6}"/>
                    </a:ext>
                  </a:extLst>
                </p14:cNvPr>
                <p14:cNvContentPartPr/>
                <p14:nvPr/>
              </p14:nvContentPartPr>
              <p14:xfrm>
                <a:off x="1442070" y="2832222"/>
                <a:ext cx="55800" cy="93240"/>
              </p14:xfrm>
            </p:contentPart>
          </mc:Choice>
          <mc:Fallback>
            <p:pic>
              <p:nvPicPr>
                <p:cNvPr id="51" name="Ink 50">
                  <a:extLst>
                    <a:ext uri="{FF2B5EF4-FFF2-40B4-BE49-F238E27FC236}">
                      <a16:creationId xmlns:a16="http://schemas.microsoft.com/office/drawing/2014/main" id="{172BF23C-0170-6A24-D5E2-09DAF67F7FC6}"/>
                    </a:ext>
                  </a:extLst>
                </p:cNvPr>
                <p:cNvPicPr/>
                <p:nvPr/>
              </p:nvPicPr>
              <p:blipFill>
                <a:blip r:embed="rId77"/>
                <a:stretch>
                  <a:fillRect/>
                </a:stretch>
              </p:blipFill>
              <p:spPr>
                <a:xfrm>
                  <a:off x="1433430" y="2823582"/>
                  <a:ext cx="7344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52" name="Ink 51">
                  <a:extLst>
                    <a:ext uri="{FF2B5EF4-FFF2-40B4-BE49-F238E27FC236}">
                      <a16:creationId xmlns:a16="http://schemas.microsoft.com/office/drawing/2014/main" id="{CC5EEAD3-826D-8085-37D6-0E4AE053EA68}"/>
                    </a:ext>
                  </a:extLst>
                </p14:cNvPr>
                <p14:cNvContentPartPr/>
                <p14:nvPr/>
              </p14:nvContentPartPr>
              <p14:xfrm>
                <a:off x="1520550" y="2842302"/>
                <a:ext cx="56520" cy="96120"/>
              </p14:xfrm>
            </p:contentPart>
          </mc:Choice>
          <mc:Fallback>
            <p:pic>
              <p:nvPicPr>
                <p:cNvPr id="52" name="Ink 51">
                  <a:extLst>
                    <a:ext uri="{FF2B5EF4-FFF2-40B4-BE49-F238E27FC236}">
                      <a16:creationId xmlns:a16="http://schemas.microsoft.com/office/drawing/2014/main" id="{CC5EEAD3-826D-8085-37D6-0E4AE053EA68}"/>
                    </a:ext>
                  </a:extLst>
                </p:cNvPr>
                <p:cNvPicPr/>
                <p:nvPr/>
              </p:nvPicPr>
              <p:blipFill>
                <a:blip r:embed="rId79"/>
                <a:stretch>
                  <a:fillRect/>
                </a:stretch>
              </p:blipFill>
              <p:spPr>
                <a:xfrm>
                  <a:off x="1511910" y="2833662"/>
                  <a:ext cx="7416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3" name="Ink 52">
                  <a:extLst>
                    <a:ext uri="{FF2B5EF4-FFF2-40B4-BE49-F238E27FC236}">
                      <a16:creationId xmlns:a16="http://schemas.microsoft.com/office/drawing/2014/main" id="{0365B88F-A33B-DEB0-400A-DF7E9D940BE9}"/>
                    </a:ext>
                  </a:extLst>
                </p14:cNvPr>
                <p14:cNvContentPartPr/>
                <p14:nvPr/>
              </p14:nvContentPartPr>
              <p14:xfrm>
                <a:off x="1589310" y="2819982"/>
                <a:ext cx="78840" cy="93960"/>
              </p14:xfrm>
            </p:contentPart>
          </mc:Choice>
          <mc:Fallback>
            <p:pic>
              <p:nvPicPr>
                <p:cNvPr id="53" name="Ink 52">
                  <a:extLst>
                    <a:ext uri="{FF2B5EF4-FFF2-40B4-BE49-F238E27FC236}">
                      <a16:creationId xmlns:a16="http://schemas.microsoft.com/office/drawing/2014/main" id="{0365B88F-A33B-DEB0-400A-DF7E9D940BE9}"/>
                    </a:ext>
                  </a:extLst>
                </p:cNvPr>
                <p:cNvPicPr/>
                <p:nvPr/>
              </p:nvPicPr>
              <p:blipFill>
                <a:blip r:embed="rId81"/>
                <a:stretch>
                  <a:fillRect/>
                </a:stretch>
              </p:blipFill>
              <p:spPr>
                <a:xfrm>
                  <a:off x="1580310" y="2810982"/>
                  <a:ext cx="9648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4" name="Ink 53">
                  <a:extLst>
                    <a:ext uri="{FF2B5EF4-FFF2-40B4-BE49-F238E27FC236}">
                      <a16:creationId xmlns:a16="http://schemas.microsoft.com/office/drawing/2014/main" id="{0EBF77E6-6AE4-52BC-8173-0D6E36CA1423}"/>
                    </a:ext>
                  </a:extLst>
                </p14:cNvPr>
                <p14:cNvContentPartPr/>
                <p14:nvPr/>
              </p14:nvContentPartPr>
              <p14:xfrm>
                <a:off x="1660950" y="2821062"/>
                <a:ext cx="87120" cy="84600"/>
              </p14:xfrm>
            </p:contentPart>
          </mc:Choice>
          <mc:Fallback>
            <p:pic>
              <p:nvPicPr>
                <p:cNvPr id="54" name="Ink 53">
                  <a:extLst>
                    <a:ext uri="{FF2B5EF4-FFF2-40B4-BE49-F238E27FC236}">
                      <a16:creationId xmlns:a16="http://schemas.microsoft.com/office/drawing/2014/main" id="{0EBF77E6-6AE4-52BC-8173-0D6E36CA1423}"/>
                    </a:ext>
                  </a:extLst>
                </p:cNvPr>
                <p:cNvPicPr/>
                <p:nvPr/>
              </p:nvPicPr>
              <p:blipFill>
                <a:blip r:embed="rId83"/>
                <a:stretch>
                  <a:fillRect/>
                </a:stretch>
              </p:blipFill>
              <p:spPr>
                <a:xfrm>
                  <a:off x="1652310" y="2812062"/>
                  <a:ext cx="10476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5" name="Ink 54">
                  <a:extLst>
                    <a:ext uri="{FF2B5EF4-FFF2-40B4-BE49-F238E27FC236}">
                      <a16:creationId xmlns:a16="http://schemas.microsoft.com/office/drawing/2014/main" id="{A04FD93A-BF96-D013-601C-45F9DD7475EE}"/>
                    </a:ext>
                  </a:extLst>
                </p14:cNvPr>
                <p14:cNvContentPartPr/>
                <p14:nvPr/>
              </p14:nvContentPartPr>
              <p14:xfrm>
                <a:off x="1789470" y="2810622"/>
                <a:ext cx="56880" cy="111240"/>
              </p14:xfrm>
            </p:contentPart>
          </mc:Choice>
          <mc:Fallback>
            <p:pic>
              <p:nvPicPr>
                <p:cNvPr id="55" name="Ink 54">
                  <a:extLst>
                    <a:ext uri="{FF2B5EF4-FFF2-40B4-BE49-F238E27FC236}">
                      <a16:creationId xmlns:a16="http://schemas.microsoft.com/office/drawing/2014/main" id="{A04FD93A-BF96-D013-601C-45F9DD7475EE}"/>
                    </a:ext>
                  </a:extLst>
                </p:cNvPr>
                <p:cNvPicPr/>
                <p:nvPr/>
              </p:nvPicPr>
              <p:blipFill>
                <a:blip r:embed="rId85"/>
                <a:stretch>
                  <a:fillRect/>
                </a:stretch>
              </p:blipFill>
              <p:spPr>
                <a:xfrm>
                  <a:off x="1780470" y="2801982"/>
                  <a:ext cx="74520" cy="1288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86">
            <p14:nvContentPartPr>
              <p14:cNvPr id="58" name="Ink 57">
                <a:extLst>
                  <a:ext uri="{FF2B5EF4-FFF2-40B4-BE49-F238E27FC236}">
                    <a16:creationId xmlns:a16="http://schemas.microsoft.com/office/drawing/2014/main" id="{C784C74D-6930-C3A6-EAB6-84B3617FE9C9}"/>
                  </a:ext>
                </a:extLst>
              </p14:cNvPr>
              <p14:cNvContentPartPr/>
              <p14:nvPr/>
            </p14:nvContentPartPr>
            <p14:xfrm>
              <a:off x="2752830" y="1135542"/>
              <a:ext cx="1460520" cy="612360"/>
            </p14:xfrm>
          </p:contentPart>
        </mc:Choice>
        <mc:Fallback>
          <p:pic>
            <p:nvPicPr>
              <p:cNvPr id="58" name="Ink 57">
                <a:extLst>
                  <a:ext uri="{FF2B5EF4-FFF2-40B4-BE49-F238E27FC236}">
                    <a16:creationId xmlns:a16="http://schemas.microsoft.com/office/drawing/2014/main" id="{C784C74D-6930-C3A6-EAB6-84B3617FE9C9}"/>
                  </a:ext>
                </a:extLst>
              </p:cNvPr>
              <p:cNvPicPr/>
              <p:nvPr/>
            </p:nvPicPr>
            <p:blipFill>
              <a:blip r:embed="rId87"/>
              <a:stretch>
                <a:fillRect/>
              </a:stretch>
            </p:blipFill>
            <p:spPr>
              <a:xfrm>
                <a:off x="2743830" y="1126542"/>
                <a:ext cx="1478160" cy="630000"/>
              </a:xfrm>
              <a:prstGeom prst="rect">
                <a:avLst/>
              </a:prstGeom>
            </p:spPr>
          </p:pic>
        </mc:Fallback>
      </mc:AlternateContent>
      <p:grpSp>
        <p:nvGrpSpPr>
          <p:cNvPr id="64" name="Group 63">
            <a:extLst>
              <a:ext uri="{FF2B5EF4-FFF2-40B4-BE49-F238E27FC236}">
                <a16:creationId xmlns:a16="http://schemas.microsoft.com/office/drawing/2014/main" id="{C11EE7BF-BACA-E566-157F-6F4A8884D0E3}"/>
              </a:ext>
            </a:extLst>
          </p:cNvPr>
          <p:cNvGrpSpPr/>
          <p:nvPr/>
        </p:nvGrpSpPr>
        <p:grpSpPr>
          <a:xfrm>
            <a:off x="2914110" y="1354422"/>
            <a:ext cx="949320" cy="211320"/>
            <a:chOff x="2914110" y="1354422"/>
            <a:chExt cx="949320" cy="211320"/>
          </a:xfrm>
        </p:grpSpPr>
        <mc:AlternateContent xmlns:mc="http://schemas.openxmlformats.org/markup-compatibility/2006">
          <mc:Choice xmlns:p14="http://schemas.microsoft.com/office/powerpoint/2010/main" Requires="p14">
            <p:contentPart p14:bwMode="auto" r:id="rId88">
              <p14:nvContentPartPr>
                <p14:cNvPr id="59" name="Ink 58">
                  <a:extLst>
                    <a:ext uri="{FF2B5EF4-FFF2-40B4-BE49-F238E27FC236}">
                      <a16:creationId xmlns:a16="http://schemas.microsoft.com/office/drawing/2014/main" id="{144023CE-C7E7-6CF5-6449-375199F7BAAC}"/>
                    </a:ext>
                  </a:extLst>
                </p14:cNvPr>
                <p14:cNvContentPartPr/>
                <p14:nvPr/>
              </p14:nvContentPartPr>
              <p14:xfrm>
                <a:off x="2914110" y="1369182"/>
                <a:ext cx="193680" cy="183240"/>
              </p14:xfrm>
            </p:contentPart>
          </mc:Choice>
          <mc:Fallback>
            <p:pic>
              <p:nvPicPr>
                <p:cNvPr id="59" name="Ink 58">
                  <a:extLst>
                    <a:ext uri="{FF2B5EF4-FFF2-40B4-BE49-F238E27FC236}">
                      <a16:creationId xmlns:a16="http://schemas.microsoft.com/office/drawing/2014/main" id="{144023CE-C7E7-6CF5-6449-375199F7BAAC}"/>
                    </a:ext>
                  </a:extLst>
                </p:cNvPr>
                <p:cNvPicPr/>
                <p:nvPr/>
              </p:nvPicPr>
              <p:blipFill>
                <a:blip r:embed="rId89"/>
                <a:stretch>
                  <a:fillRect/>
                </a:stretch>
              </p:blipFill>
              <p:spPr>
                <a:xfrm>
                  <a:off x="2905110" y="1360542"/>
                  <a:ext cx="21132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0" name="Ink 59">
                  <a:extLst>
                    <a:ext uri="{FF2B5EF4-FFF2-40B4-BE49-F238E27FC236}">
                      <a16:creationId xmlns:a16="http://schemas.microsoft.com/office/drawing/2014/main" id="{7217B1DC-75D2-C4B6-61B2-A2376DD7D342}"/>
                    </a:ext>
                  </a:extLst>
                </p14:cNvPr>
                <p14:cNvContentPartPr/>
                <p14:nvPr/>
              </p14:nvContentPartPr>
              <p14:xfrm>
                <a:off x="3174030" y="1375662"/>
                <a:ext cx="174240" cy="13320"/>
              </p14:xfrm>
            </p:contentPart>
          </mc:Choice>
          <mc:Fallback>
            <p:pic>
              <p:nvPicPr>
                <p:cNvPr id="60" name="Ink 59">
                  <a:extLst>
                    <a:ext uri="{FF2B5EF4-FFF2-40B4-BE49-F238E27FC236}">
                      <a16:creationId xmlns:a16="http://schemas.microsoft.com/office/drawing/2014/main" id="{7217B1DC-75D2-C4B6-61B2-A2376DD7D342}"/>
                    </a:ext>
                  </a:extLst>
                </p:cNvPr>
                <p:cNvPicPr/>
                <p:nvPr/>
              </p:nvPicPr>
              <p:blipFill>
                <a:blip r:embed="rId91"/>
                <a:stretch>
                  <a:fillRect/>
                </a:stretch>
              </p:blipFill>
              <p:spPr>
                <a:xfrm>
                  <a:off x="3165390" y="1366662"/>
                  <a:ext cx="19188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1" name="Ink 60">
                  <a:extLst>
                    <a:ext uri="{FF2B5EF4-FFF2-40B4-BE49-F238E27FC236}">
                      <a16:creationId xmlns:a16="http://schemas.microsoft.com/office/drawing/2014/main" id="{723EEC19-ABF2-6257-6DAB-D36D29274E8C}"/>
                    </a:ext>
                  </a:extLst>
                </p14:cNvPr>
                <p14:cNvContentPartPr/>
                <p14:nvPr/>
              </p14:nvContentPartPr>
              <p14:xfrm>
                <a:off x="3241710" y="1354422"/>
                <a:ext cx="15120" cy="204840"/>
              </p14:xfrm>
            </p:contentPart>
          </mc:Choice>
          <mc:Fallback>
            <p:pic>
              <p:nvPicPr>
                <p:cNvPr id="61" name="Ink 60">
                  <a:extLst>
                    <a:ext uri="{FF2B5EF4-FFF2-40B4-BE49-F238E27FC236}">
                      <a16:creationId xmlns:a16="http://schemas.microsoft.com/office/drawing/2014/main" id="{723EEC19-ABF2-6257-6DAB-D36D29274E8C}"/>
                    </a:ext>
                  </a:extLst>
                </p:cNvPr>
                <p:cNvPicPr/>
                <p:nvPr/>
              </p:nvPicPr>
              <p:blipFill>
                <a:blip r:embed="rId93"/>
                <a:stretch>
                  <a:fillRect/>
                </a:stretch>
              </p:blipFill>
              <p:spPr>
                <a:xfrm>
                  <a:off x="3233070" y="1345422"/>
                  <a:ext cx="32760" cy="2224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2" name="Ink 61">
                  <a:extLst>
                    <a:ext uri="{FF2B5EF4-FFF2-40B4-BE49-F238E27FC236}">
                      <a16:creationId xmlns:a16="http://schemas.microsoft.com/office/drawing/2014/main" id="{1A16FD96-9C33-6005-ED52-46B8364EE1E9}"/>
                    </a:ext>
                  </a:extLst>
                </p14:cNvPr>
                <p14:cNvContentPartPr/>
                <p14:nvPr/>
              </p14:nvContentPartPr>
              <p14:xfrm>
                <a:off x="3402270" y="1359102"/>
                <a:ext cx="250920" cy="195480"/>
              </p14:xfrm>
            </p:contentPart>
          </mc:Choice>
          <mc:Fallback>
            <p:pic>
              <p:nvPicPr>
                <p:cNvPr id="62" name="Ink 61">
                  <a:extLst>
                    <a:ext uri="{FF2B5EF4-FFF2-40B4-BE49-F238E27FC236}">
                      <a16:creationId xmlns:a16="http://schemas.microsoft.com/office/drawing/2014/main" id="{1A16FD96-9C33-6005-ED52-46B8364EE1E9}"/>
                    </a:ext>
                  </a:extLst>
                </p:cNvPr>
                <p:cNvPicPr/>
                <p:nvPr/>
              </p:nvPicPr>
              <p:blipFill>
                <a:blip r:embed="rId95"/>
                <a:stretch>
                  <a:fillRect/>
                </a:stretch>
              </p:blipFill>
              <p:spPr>
                <a:xfrm>
                  <a:off x="3393270" y="1350102"/>
                  <a:ext cx="268560" cy="21312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63" name="Ink 62">
                  <a:extLst>
                    <a:ext uri="{FF2B5EF4-FFF2-40B4-BE49-F238E27FC236}">
                      <a16:creationId xmlns:a16="http://schemas.microsoft.com/office/drawing/2014/main" id="{8E8C704C-3087-C8ED-225B-061F07082297}"/>
                    </a:ext>
                  </a:extLst>
                </p14:cNvPr>
                <p14:cNvContentPartPr/>
                <p14:nvPr/>
              </p14:nvContentPartPr>
              <p14:xfrm>
                <a:off x="3708990" y="1357662"/>
                <a:ext cx="154440" cy="208080"/>
              </p14:xfrm>
            </p:contentPart>
          </mc:Choice>
          <mc:Fallback>
            <p:pic>
              <p:nvPicPr>
                <p:cNvPr id="63" name="Ink 62">
                  <a:extLst>
                    <a:ext uri="{FF2B5EF4-FFF2-40B4-BE49-F238E27FC236}">
                      <a16:creationId xmlns:a16="http://schemas.microsoft.com/office/drawing/2014/main" id="{8E8C704C-3087-C8ED-225B-061F07082297}"/>
                    </a:ext>
                  </a:extLst>
                </p:cNvPr>
                <p:cNvPicPr/>
                <p:nvPr/>
              </p:nvPicPr>
              <p:blipFill>
                <a:blip r:embed="rId97"/>
                <a:stretch>
                  <a:fillRect/>
                </a:stretch>
              </p:blipFill>
              <p:spPr>
                <a:xfrm>
                  <a:off x="3699990" y="1349022"/>
                  <a:ext cx="172080" cy="2257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98">
            <p14:nvContentPartPr>
              <p14:cNvPr id="66" name="Ink 65">
                <a:extLst>
                  <a:ext uri="{FF2B5EF4-FFF2-40B4-BE49-F238E27FC236}">
                    <a16:creationId xmlns:a16="http://schemas.microsoft.com/office/drawing/2014/main" id="{EF9FFE47-E9B0-B799-9B85-3D25C24AAD0D}"/>
                  </a:ext>
                </a:extLst>
              </p14:cNvPr>
              <p14:cNvContentPartPr/>
              <p14:nvPr/>
            </p14:nvContentPartPr>
            <p14:xfrm>
              <a:off x="1984950" y="3007989"/>
              <a:ext cx="709200" cy="61560"/>
            </p14:xfrm>
          </p:contentPart>
        </mc:Choice>
        <mc:Fallback>
          <p:pic>
            <p:nvPicPr>
              <p:cNvPr id="66" name="Ink 65">
                <a:extLst>
                  <a:ext uri="{FF2B5EF4-FFF2-40B4-BE49-F238E27FC236}">
                    <a16:creationId xmlns:a16="http://schemas.microsoft.com/office/drawing/2014/main" id="{EF9FFE47-E9B0-B799-9B85-3D25C24AAD0D}"/>
                  </a:ext>
                </a:extLst>
              </p:cNvPr>
              <p:cNvPicPr/>
              <p:nvPr/>
            </p:nvPicPr>
            <p:blipFill>
              <a:blip r:embed="rId99"/>
              <a:stretch>
                <a:fillRect/>
              </a:stretch>
            </p:blipFill>
            <p:spPr>
              <a:xfrm>
                <a:off x="1975950" y="2999349"/>
                <a:ext cx="72684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8" name="Ink 67">
                <a:extLst>
                  <a:ext uri="{FF2B5EF4-FFF2-40B4-BE49-F238E27FC236}">
                    <a16:creationId xmlns:a16="http://schemas.microsoft.com/office/drawing/2014/main" id="{EE327F2A-F985-9D66-B8B2-08029FDE94AB}"/>
                  </a:ext>
                </a:extLst>
              </p14:cNvPr>
              <p14:cNvContentPartPr/>
              <p14:nvPr/>
            </p14:nvContentPartPr>
            <p14:xfrm>
              <a:off x="2749950" y="2708742"/>
              <a:ext cx="1105200" cy="420840"/>
            </p14:xfrm>
          </p:contentPart>
        </mc:Choice>
        <mc:Fallback>
          <p:pic>
            <p:nvPicPr>
              <p:cNvPr id="68" name="Ink 67">
                <a:extLst>
                  <a:ext uri="{FF2B5EF4-FFF2-40B4-BE49-F238E27FC236}">
                    <a16:creationId xmlns:a16="http://schemas.microsoft.com/office/drawing/2014/main" id="{EE327F2A-F985-9D66-B8B2-08029FDE94AB}"/>
                  </a:ext>
                </a:extLst>
              </p:cNvPr>
              <p:cNvPicPr/>
              <p:nvPr/>
            </p:nvPicPr>
            <p:blipFill>
              <a:blip r:embed="rId101"/>
              <a:stretch>
                <a:fillRect/>
              </a:stretch>
            </p:blipFill>
            <p:spPr>
              <a:xfrm>
                <a:off x="2741310" y="2699742"/>
                <a:ext cx="1122840" cy="438480"/>
              </a:xfrm>
              <a:prstGeom prst="rect">
                <a:avLst/>
              </a:prstGeom>
            </p:spPr>
          </p:pic>
        </mc:Fallback>
      </mc:AlternateContent>
      <p:grpSp>
        <p:nvGrpSpPr>
          <p:cNvPr id="73" name="Group 72">
            <a:extLst>
              <a:ext uri="{FF2B5EF4-FFF2-40B4-BE49-F238E27FC236}">
                <a16:creationId xmlns:a16="http://schemas.microsoft.com/office/drawing/2014/main" id="{FA14494A-9AF4-F073-E685-BF1ECF252B54}"/>
              </a:ext>
            </a:extLst>
          </p:cNvPr>
          <p:cNvGrpSpPr/>
          <p:nvPr/>
        </p:nvGrpSpPr>
        <p:grpSpPr>
          <a:xfrm>
            <a:off x="2854350" y="2822142"/>
            <a:ext cx="542520" cy="190080"/>
            <a:chOff x="2854350" y="2822142"/>
            <a:chExt cx="542520" cy="190080"/>
          </a:xfrm>
        </p:grpSpPr>
        <mc:AlternateContent xmlns:mc="http://schemas.openxmlformats.org/markup-compatibility/2006">
          <mc:Choice xmlns:p14="http://schemas.microsoft.com/office/powerpoint/2010/main" Requires="p14">
            <p:contentPart p14:bwMode="auto" r:id="rId102">
              <p14:nvContentPartPr>
                <p14:cNvPr id="69" name="Ink 68">
                  <a:extLst>
                    <a:ext uri="{FF2B5EF4-FFF2-40B4-BE49-F238E27FC236}">
                      <a16:creationId xmlns:a16="http://schemas.microsoft.com/office/drawing/2014/main" id="{6FF2E233-50F5-D310-A40A-236C77B7BF50}"/>
                    </a:ext>
                  </a:extLst>
                </p14:cNvPr>
                <p14:cNvContentPartPr/>
                <p14:nvPr/>
              </p14:nvContentPartPr>
              <p14:xfrm>
                <a:off x="2854350" y="2831862"/>
                <a:ext cx="132120" cy="180360"/>
              </p14:xfrm>
            </p:contentPart>
          </mc:Choice>
          <mc:Fallback>
            <p:pic>
              <p:nvPicPr>
                <p:cNvPr id="69" name="Ink 68">
                  <a:extLst>
                    <a:ext uri="{FF2B5EF4-FFF2-40B4-BE49-F238E27FC236}">
                      <a16:creationId xmlns:a16="http://schemas.microsoft.com/office/drawing/2014/main" id="{6FF2E233-50F5-D310-A40A-236C77B7BF50}"/>
                    </a:ext>
                  </a:extLst>
                </p:cNvPr>
                <p:cNvPicPr/>
                <p:nvPr/>
              </p:nvPicPr>
              <p:blipFill>
                <a:blip r:embed="rId103"/>
                <a:stretch>
                  <a:fillRect/>
                </a:stretch>
              </p:blipFill>
              <p:spPr>
                <a:xfrm>
                  <a:off x="2845350" y="2822862"/>
                  <a:ext cx="14976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70" name="Ink 69">
                  <a:extLst>
                    <a:ext uri="{FF2B5EF4-FFF2-40B4-BE49-F238E27FC236}">
                      <a16:creationId xmlns:a16="http://schemas.microsoft.com/office/drawing/2014/main" id="{A1F4897F-4645-5C59-352C-E62B8DFA6BA9}"/>
                    </a:ext>
                  </a:extLst>
                </p14:cNvPr>
                <p14:cNvContentPartPr/>
                <p14:nvPr/>
              </p14:nvContentPartPr>
              <p14:xfrm>
                <a:off x="3072510" y="2822142"/>
                <a:ext cx="115920" cy="184680"/>
              </p14:xfrm>
            </p:contentPart>
          </mc:Choice>
          <mc:Fallback>
            <p:pic>
              <p:nvPicPr>
                <p:cNvPr id="70" name="Ink 69">
                  <a:extLst>
                    <a:ext uri="{FF2B5EF4-FFF2-40B4-BE49-F238E27FC236}">
                      <a16:creationId xmlns:a16="http://schemas.microsoft.com/office/drawing/2014/main" id="{A1F4897F-4645-5C59-352C-E62B8DFA6BA9}"/>
                    </a:ext>
                  </a:extLst>
                </p:cNvPr>
                <p:cNvPicPr/>
                <p:nvPr/>
              </p:nvPicPr>
              <p:blipFill>
                <a:blip r:embed="rId105"/>
                <a:stretch>
                  <a:fillRect/>
                </a:stretch>
              </p:blipFill>
              <p:spPr>
                <a:xfrm>
                  <a:off x="3063510" y="2813502"/>
                  <a:ext cx="13356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71" name="Ink 70">
                  <a:extLst>
                    <a:ext uri="{FF2B5EF4-FFF2-40B4-BE49-F238E27FC236}">
                      <a16:creationId xmlns:a16="http://schemas.microsoft.com/office/drawing/2014/main" id="{F5A3BEA0-AC17-8565-6B5F-927539083584}"/>
                    </a:ext>
                  </a:extLst>
                </p14:cNvPr>
                <p14:cNvContentPartPr/>
                <p14:nvPr/>
              </p14:nvContentPartPr>
              <p14:xfrm>
                <a:off x="3108870" y="2925822"/>
                <a:ext cx="70560" cy="3240"/>
              </p14:xfrm>
            </p:contentPart>
          </mc:Choice>
          <mc:Fallback>
            <p:pic>
              <p:nvPicPr>
                <p:cNvPr id="71" name="Ink 70">
                  <a:extLst>
                    <a:ext uri="{FF2B5EF4-FFF2-40B4-BE49-F238E27FC236}">
                      <a16:creationId xmlns:a16="http://schemas.microsoft.com/office/drawing/2014/main" id="{F5A3BEA0-AC17-8565-6B5F-927539083584}"/>
                    </a:ext>
                  </a:extLst>
                </p:cNvPr>
                <p:cNvPicPr/>
                <p:nvPr/>
              </p:nvPicPr>
              <p:blipFill>
                <a:blip r:embed="rId107"/>
                <a:stretch>
                  <a:fillRect/>
                </a:stretch>
              </p:blipFill>
              <p:spPr>
                <a:xfrm>
                  <a:off x="3099870" y="2917182"/>
                  <a:ext cx="8820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72" name="Ink 71">
                  <a:extLst>
                    <a:ext uri="{FF2B5EF4-FFF2-40B4-BE49-F238E27FC236}">
                      <a16:creationId xmlns:a16="http://schemas.microsoft.com/office/drawing/2014/main" id="{CD961212-7803-FCC9-467E-3025D7C6BA7A}"/>
                    </a:ext>
                  </a:extLst>
                </p14:cNvPr>
                <p14:cNvContentPartPr/>
                <p14:nvPr/>
              </p14:nvContentPartPr>
              <p14:xfrm>
                <a:off x="3299310" y="2850222"/>
                <a:ext cx="97560" cy="158400"/>
              </p14:xfrm>
            </p:contentPart>
          </mc:Choice>
          <mc:Fallback>
            <p:pic>
              <p:nvPicPr>
                <p:cNvPr id="72" name="Ink 71">
                  <a:extLst>
                    <a:ext uri="{FF2B5EF4-FFF2-40B4-BE49-F238E27FC236}">
                      <a16:creationId xmlns:a16="http://schemas.microsoft.com/office/drawing/2014/main" id="{CD961212-7803-FCC9-467E-3025D7C6BA7A}"/>
                    </a:ext>
                  </a:extLst>
                </p:cNvPr>
                <p:cNvPicPr/>
                <p:nvPr/>
              </p:nvPicPr>
              <p:blipFill>
                <a:blip r:embed="rId109"/>
                <a:stretch>
                  <a:fillRect/>
                </a:stretch>
              </p:blipFill>
              <p:spPr>
                <a:xfrm>
                  <a:off x="3290670" y="2841222"/>
                  <a:ext cx="115200" cy="1760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10">
            <p14:nvContentPartPr>
              <p14:cNvPr id="83" name="Ink 82">
                <a:extLst>
                  <a:ext uri="{FF2B5EF4-FFF2-40B4-BE49-F238E27FC236}">
                    <a16:creationId xmlns:a16="http://schemas.microsoft.com/office/drawing/2014/main" id="{204A7EFE-B0FF-DB19-6596-E42A9ECD16B0}"/>
                  </a:ext>
                </a:extLst>
              </p14:cNvPr>
              <p14:cNvContentPartPr/>
              <p14:nvPr/>
            </p14:nvContentPartPr>
            <p14:xfrm>
              <a:off x="1457550" y="2119782"/>
              <a:ext cx="662040" cy="347760"/>
            </p14:xfrm>
          </p:contentPart>
        </mc:Choice>
        <mc:Fallback>
          <p:pic>
            <p:nvPicPr>
              <p:cNvPr id="83" name="Ink 82">
                <a:extLst>
                  <a:ext uri="{FF2B5EF4-FFF2-40B4-BE49-F238E27FC236}">
                    <a16:creationId xmlns:a16="http://schemas.microsoft.com/office/drawing/2014/main" id="{204A7EFE-B0FF-DB19-6596-E42A9ECD16B0}"/>
                  </a:ext>
                </a:extLst>
              </p:cNvPr>
              <p:cNvPicPr/>
              <p:nvPr/>
            </p:nvPicPr>
            <p:blipFill>
              <a:blip r:embed="rId111"/>
              <a:stretch>
                <a:fillRect/>
              </a:stretch>
            </p:blipFill>
            <p:spPr>
              <a:xfrm>
                <a:off x="1448550" y="2110782"/>
                <a:ext cx="679680" cy="365400"/>
              </a:xfrm>
              <a:prstGeom prst="rect">
                <a:avLst/>
              </a:prstGeom>
            </p:spPr>
          </p:pic>
        </mc:Fallback>
      </mc:AlternateContent>
      <p:grpSp>
        <p:nvGrpSpPr>
          <p:cNvPr id="86" name="Group 85">
            <a:extLst>
              <a:ext uri="{FF2B5EF4-FFF2-40B4-BE49-F238E27FC236}">
                <a16:creationId xmlns:a16="http://schemas.microsoft.com/office/drawing/2014/main" id="{36FA259E-4174-A330-60FA-850FFA4B2C46}"/>
              </a:ext>
            </a:extLst>
          </p:cNvPr>
          <p:cNvGrpSpPr/>
          <p:nvPr/>
        </p:nvGrpSpPr>
        <p:grpSpPr>
          <a:xfrm>
            <a:off x="1530270" y="2210142"/>
            <a:ext cx="1264680" cy="503640"/>
            <a:chOff x="1530270" y="2210142"/>
            <a:chExt cx="1264680" cy="503640"/>
          </a:xfrm>
        </p:grpSpPr>
        <mc:AlternateContent xmlns:mc="http://schemas.openxmlformats.org/markup-compatibility/2006">
          <mc:Choice xmlns:p14="http://schemas.microsoft.com/office/powerpoint/2010/main" Requires="p14">
            <p:contentPart p14:bwMode="auto" r:id="rId112">
              <p14:nvContentPartPr>
                <p14:cNvPr id="74" name="Ink 73">
                  <a:extLst>
                    <a:ext uri="{FF2B5EF4-FFF2-40B4-BE49-F238E27FC236}">
                      <a16:creationId xmlns:a16="http://schemas.microsoft.com/office/drawing/2014/main" id="{E728A3D6-D21F-5F68-DEE0-A4EC7DF14723}"/>
                    </a:ext>
                  </a:extLst>
                </p14:cNvPr>
                <p14:cNvContentPartPr/>
                <p14:nvPr/>
              </p14:nvContentPartPr>
              <p14:xfrm>
                <a:off x="1530270" y="2210142"/>
                <a:ext cx="225360" cy="9360"/>
              </p14:xfrm>
            </p:contentPart>
          </mc:Choice>
          <mc:Fallback>
            <p:pic>
              <p:nvPicPr>
                <p:cNvPr id="74" name="Ink 73">
                  <a:extLst>
                    <a:ext uri="{FF2B5EF4-FFF2-40B4-BE49-F238E27FC236}">
                      <a16:creationId xmlns:a16="http://schemas.microsoft.com/office/drawing/2014/main" id="{E728A3D6-D21F-5F68-DEE0-A4EC7DF14723}"/>
                    </a:ext>
                  </a:extLst>
                </p:cNvPr>
                <p:cNvPicPr/>
                <p:nvPr/>
              </p:nvPicPr>
              <p:blipFill>
                <a:blip r:embed="rId113"/>
                <a:stretch>
                  <a:fillRect/>
                </a:stretch>
              </p:blipFill>
              <p:spPr>
                <a:xfrm>
                  <a:off x="1521270" y="2201142"/>
                  <a:ext cx="243000" cy="2700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5" name="Ink 74">
                  <a:extLst>
                    <a:ext uri="{FF2B5EF4-FFF2-40B4-BE49-F238E27FC236}">
                      <a16:creationId xmlns:a16="http://schemas.microsoft.com/office/drawing/2014/main" id="{0EB27C3D-D85D-EB6A-FA36-E4AFCD32D30F}"/>
                    </a:ext>
                  </a:extLst>
                </p14:cNvPr>
                <p14:cNvContentPartPr/>
                <p14:nvPr/>
              </p14:nvContentPartPr>
              <p14:xfrm>
                <a:off x="1627110" y="2219862"/>
                <a:ext cx="11160" cy="159480"/>
              </p14:xfrm>
            </p:contentPart>
          </mc:Choice>
          <mc:Fallback>
            <p:pic>
              <p:nvPicPr>
                <p:cNvPr id="75" name="Ink 74">
                  <a:extLst>
                    <a:ext uri="{FF2B5EF4-FFF2-40B4-BE49-F238E27FC236}">
                      <a16:creationId xmlns:a16="http://schemas.microsoft.com/office/drawing/2014/main" id="{0EB27C3D-D85D-EB6A-FA36-E4AFCD32D30F}"/>
                    </a:ext>
                  </a:extLst>
                </p:cNvPr>
                <p:cNvPicPr/>
                <p:nvPr/>
              </p:nvPicPr>
              <p:blipFill>
                <a:blip r:embed="rId115"/>
                <a:stretch>
                  <a:fillRect/>
                </a:stretch>
              </p:blipFill>
              <p:spPr>
                <a:xfrm>
                  <a:off x="1618470" y="2210862"/>
                  <a:ext cx="28800" cy="17712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7" name="Ink 76">
                  <a:extLst>
                    <a:ext uri="{FF2B5EF4-FFF2-40B4-BE49-F238E27FC236}">
                      <a16:creationId xmlns:a16="http://schemas.microsoft.com/office/drawing/2014/main" id="{BDCE7EBC-6602-EC88-116D-471B7B3DA560}"/>
                    </a:ext>
                  </a:extLst>
                </p14:cNvPr>
                <p14:cNvContentPartPr/>
                <p14:nvPr/>
              </p14:nvContentPartPr>
              <p14:xfrm>
                <a:off x="1713150" y="2245062"/>
                <a:ext cx="99360" cy="145800"/>
              </p14:xfrm>
            </p:contentPart>
          </mc:Choice>
          <mc:Fallback>
            <p:pic>
              <p:nvPicPr>
                <p:cNvPr id="77" name="Ink 76">
                  <a:extLst>
                    <a:ext uri="{FF2B5EF4-FFF2-40B4-BE49-F238E27FC236}">
                      <a16:creationId xmlns:a16="http://schemas.microsoft.com/office/drawing/2014/main" id="{BDCE7EBC-6602-EC88-116D-471B7B3DA560}"/>
                    </a:ext>
                  </a:extLst>
                </p:cNvPr>
                <p:cNvPicPr/>
                <p:nvPr/>
              </p:nvPicPr>
              <p:blipFill>
                <a:blip r:embed="rId117"/>
                <a:stretch>
                  <a:fillRect/>
                </a:stretch>
              </p:blipFill>
              <p:spPr>
                <a:xfrm>
                  <a:off x="1704150" y="2236422"/>
                  <a:ext cx="11700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8" name="Ink 77">
                  <a:extLst>
                    <a:ext uri="{FF2B5EF4-FFF2-40B4-BE49-F238E27FC236}">
                      <a16:creationId xmlns:a16="http://schemas.microsoft.com/office/drawing/2014/main" id="{7ABD98E3-6969-A4DC-25FC-008293893447}"/>
                    </a:ext>
                  </a:extLst>
                </p14:cNvPr>
                <p14:cNvContentPartPr/>
                <p14:nvPr/>
              </p14:nvContentPartPr>
              <p14:xfrm>
                <a:off x="1839510" y="2274582"/>
                <a:ext cx="57240" cy="75600"/>
              </p14:xfrm>
            </p:contentPart>
          </mc:Choice>
          <mc:Fallback>
            <p:pic>
              <p:nvPicPr>
                <p:cNvPr id="78" name="Ink 77">
                  <a:extLst>
                    <a:ext uri="{FF2B5EF4-FFF2-40B4-BE49-F238E27FC236}">
                      <a16:creationId xmlns:a16="http://schemas.microsoft.com/office/drawing/2014/main" id="{7ABD98E3-6969-A4DC-25FC-008293893447}"/>
                    </a:ext>
                  </a:extLst>
                </p:cNvPr>
                <p:cNvPicPr/>
                <p:nvPr/>
              </p:nvPicPr>
              <p:blipFill>
                <a:blip r:embed="rId119"/>
                <a:stretch>
                  <a:fillRect/>
                </a:stretch>
              </p:blipFill>
              <p:spPr>
                <a:xfrm>
                  <a:off x="1830870" y="2265942"/>
                  <a:ext cx="7488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9" name="Ink 78">
                  <a:extLst>
                    <a:ext uri="{FF2B5EF4-FFF2-40B4-BE49-F238E27FC236}">
                      <a16:creationId xmlns:a16="http://schemas.microsoft.com/office/drawing/2014/main" id="{E57B9EC1-4144-F13A-8850-366D534AEA8D}"/>
                    </a:ext>
                  </a:extLst>
                </p14:cNvPr>
                <p14:cNvContentPartPr/>
                <p14:nvPr/>
              </p14:nvContentPartPr>
              <p14:xfrm>
                <a:off x="1917630" y="2257302"/>
                <a:ext cx="41760" cy="105120"/>
              </p14:xfrm>
            </p:contentPart>
          </mc:Choice>
          <mc:Fallback>
            <p:pic>
              <p:nvPicPr>
                <p:cNvPr id="79" name="Ink 78">
                  <a:extLst>
                    <a:ext uri="{FF2B5EF4-FFF2-40B4-BE49-F238E27FC236}">
                      <a16:creationId xmlns:a16="http://schemas.microsoft.com/office/drawing/2014/main" id="{E57B9EC1-4144-F13A-8850-366D534AEA8D}"/>
                    </a:ext>
                  </a:extLst>
                </p:cNvPr>
                <p:cNvPicPr/>
                <p:nvPr/>
              </p:nvPicPr>
              <p:blipFill>
                <a:blip r:embed="rId121"/>
                <a:stretch>
                  <a:fillRect/>
                </a:stretch>
              </p:blipFill>
              <p:spPr>
                <a:xfrm>
                  <a:off x="1908990" y="2248662"/>
                  <a:ext cx="5940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80" name="Ink 79">
                  <a:extLst>
                    <a:ext uri="{FF2B5EF4-FFF2-40B4-BE49-F238E27FC236}">
                      <a16:creationId xmlns:a16="http://schemas.microsoft.com/office/drawing/2014/main" id="{3F1AE2E2-5874-814E-B5B4-714776537654}"/>
                    </a:ext>
                  </a:extLst>
                </p14:cNvPr>
                <p14:cNvContentPartPr/>
                <p14:nvPr/>
              </p14:nvContentPartPr>
              <p14:xfrm>
                <a:off x="1994310" y="2214462"/>
                <a:ext cx="11880" cy="146160"/>
              </p14:xfrm>
            </p:contentPart>
          </mc:Choice>
          <mc:Fallback>
            <p:pic>
              <p:nvPicPr>
                <p:cNvPr id="80" name="Ink 79">
                  <a:extLst>
                    <a:ext uri="{FF2B5EF4-FFF2-40B4-BE49-F238E27FC236}">
                      <a16:creationId xmlns:a16="http://schemas.microsoft.com/office/drawing/2014/main" id="{3F1AE2E2-5874-814E-B5B4-714776537654}"/>
                    </a:ext>
                  </a:extLst>
                </p:cNvPr>
                <p:cNvPicPr/>
                <p:nvPr/>
              </p:nvPicPr>
              <p:blipFill>
                <a:blip r:embed="rId123"/>
                <a:stretch>
                  <a:fillRect/>
                </a:stretch>
              </p:blipFill>
              <p:spPr>
                <a:xfrm>
                  <a:off x="1985670" y="2205462"/>
                  <a:ext cx="2952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81" name="Ink 80">
                  <a:extLst>
                    <a:ext uri="{FF2B5EF4-FFF2-40B4-BE49-F238E27FC236}">
                      <a16:creationId xmlns:a16="http://schemas.microsoft.com/office/drawing/2014/main" id="{89595085-56FA-2E37-1D5F-B9AA6DB6E776}"/>
                    </a:ext>
                  </a:extLst>
                </p14:cNvPr>
                <p14:cNvContentPartPr/>
                <p14:nvPr/>
              </p14:nvContentPartPr>
              <p14:xfrm>
                <a:off x="2005470" y="2285382"/>
                <a:ext cx="38520" cy="37440"/>
              </p14:xfrm>
            </p:contentPart>
          </mc:Choice>
          <mc:Fallback>
            <p:pic>
              <p:nvPicPr>
                <p:cNvPr id="81" name="Ink 80">
                  <a:extLst>
                    <a:ext uri="{FF2B5EF4-FFF2-40B4-BE49-F238E27FC236}">
                      <a16:creationId xmlns:a16="http://schemas.microsoft.com/office/drawing/2014/main" id="{89595085-56FA-2E37-1D5F-B9AA6DB6E776}"/>
                    </a:ext>
                  </a:extLst>
                </p:cNvPr>
                <p:cNvPicPr/>
                <p:nvPr/>
              </p:nvPicPr>
              <p:blipFill>
                <a:blip r:embed="rId125"/>
                <a:stretch>
                  <a:fillRect/>
                </a:stretch>
              </p:blipFill>
              <p:spPr>
                <a:xfrm>
                  <a:off x="1996830" y="2276742"/>
                  <a:ext cx="5616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4" name="Ink 83">
                  <a:extLst>
                    <a:ext uri="{FF2B5EF4-FFF2-40B4-BE49-F238E27FC236}">
                      <a16:creationId xmlns:a16="http://schemas.microsoft.com/office/drawing/2014/main" id="{89BF3A07-426D-BC13-0800-EA5796BFB7AA}"/>
                    </a:ext>
                  </a:extLst>
                </p14:cNvPr>
                <p14:cNvContentPartPr/>
                <p14:nvPr/>
              </p14:nvContentPartPr>
              <p14:xfrm>
                <a:off x="2129670" y="2295102"/>
                <a:ext cx="80640" cy="110880"/>
              </p14:xfrm>
            </p:contentPart>
          </mc:Choice>
          <mc:Fallback>
            <p:pic>
              <p:nvPicPr>
                <p:cNvPr id="84" name="Ink 83">
                  <a:extLst>
                    <a:ext uri="{FF2B5EF4-FFF2-40B4-BE49-F238E27FC236}">
                      <a16:creationId xmlns:a16="http://schemas.microsoft.com/office/drawing/2014/main" id="{89BF3A07-426D-BC13-0800-EA5796BFB7AA}"/>
                    </a:ext>
                  </a:extLst>
                </p:cNvPr>
                <p:cNvPicPr/>
                <p:nvPr/>
              </p:nvPicPr>
              <p:blipFill>
                <a:blip r:embed="rId127"/>
                <a:stretch>
                  <a:fillRect/>
                </a:stretch>
              </p:blipFill>
              <p:spPr>
                <a:xfrm>
                  <a:off x="2120670" y="2286462"/>
                  <a:ext cx="9828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5" name="Ink 84">
                  <a:extLst>
                    <a:ext uri="{FF2B5EF4-FFF2-40B4-BE49-F238E27FC236}">
                      <a16:creationId xmlns:a16="http://schemas.microsoft.com/office/drawing/2014/main" id="{4839D4EB-0B41-0903-D1C9-47CA3316D05E}"/>
                    </a:ext>
                  </a:extLst>
                </p14:cNvPr>
                <p14:cNvContentPartPr/>
                <p14:nvPr/>
              </p14:nvContentPartPr>
              <p14:xfrm>
                <a:off x="2156310" y="2353782"/>
                <a:ext cx="638640" cy="360000"/>
              </p14:xfrm>
            </p:contentPart>
          </mc:Choice>
          <mc:Fallback>
            <p:pic>
              <p:nvPicPr>
                <p:cNvPr id="85" name="Ink 84">
                  <a:extLst>
                    <a:ext uri="{FF2B5EF4-FFF2-40B4-BE49-F238E27FC236}">
                      <a16:creationId xmlns:a16="http://schemas.microsoft.com/office/drawing/2014/main" id="{4839D4EB-0B41-0903-D1C9-47CA3316D05E}"/>
                    </a:ext>
                  </a:extLst>
                </p:cNvPr>
                <p:cNvPicPr/>
                <p:nvPr/>
              </p:nvPicPr>
              <p:blipFill>
                <a:blip r:embed="rId129"/>
                <a:stretch>
                  <a:fillRect/>
                </a:stretch>
              </p:blipFill>
              <p:spPr>
                <a:xfrm>
                  <a:off x="2147310" y="2344782"/>
                  <a:ext cx="656280" cy="377640"/>
                </a:xfrm>
                <a:prstGeom prst="rect">
                  <a:avLst/>
                </a:prstGeom>
              </p:spPr>
            </p:pic>
          </mc:Fallback>
        </mc:AlternateContent>
      </p:grpSp>
      <p:grpSp>
        <p:nvGrpSpPr>
          <p:cNvPr id="89" name="Group 88">
            <a:extLst>
              <a:ext uri="{FF2B5EF4-FFF2-40B4-BE49-F238E27FC236}">
                <a16:creationId xmlns:a16="http://schemas.microsoft.com/office/drawing/2014/main" id="{34657E3D-AB56-26C9-D9CC-83CDFAC9E4E7}"/>
              </a:ext>
            </a:extLst>
          </p:cNvPr>
          <p:cNvGrpSpPr/>
          <p:nvPr/>
        </p:nvGrpSpPr>
        <p:grpSpPr>
          <a:xfrm>
            <a:off x="1847790" y="1628382"/>
            <a:ext cx="887400" cy="490320"/>
            <a:chOff x="1847790" y="1628382"/>
            <a:chExt cx="887400" cy="490320"/>
          </a:xfrm>
        </p:grpSpPr>
        <mc:AlternateContent xmlns:mc="http://schemas.openxmlformats.org/markup-compatibility/2006">
          <mc:Choice xmlns:p14="http://schemas.microsoft.com/office/powerpoint/2010/main" Requires="p14">
            <p:contentPart p14:bwMode="auto" r:id="rId130">
              <p14:nvContentPartPr>
                <p14:cNvPr id="87" name="Ink 86">
                  <a:extLst>
                    <a:ext uri="{FF2B5EF4-FFF2-40B4-BE49-F238E27FC236}">
                      <a16:creationId xmlns:a16="http://schemas.microsoft.com/office/drawing/2014/main" id="{BFF5E24A-3651-72CE-935A-A87D87807042}"/>
                    </a:ext>
                  </a:extLst>
                </p14:cNvPr>
                <p14:cNvContentPartPr/>
                <p14:nvPr/>
              </p14:nvContentPartPr>
              <p14:xfrm>
                <a:off x="1847790" y="1636662"/>
                <a:ext cx="864720" cy="482040"/>
              </p14:xfrm>
            </p:contentPart>
          </mc:Choice>
          <mc:Fallback>
            <p:pic>
              <p:nvPicPr>
                <p:cNvPr id="87" name="Ink 86">
                  <a:extLst>
                    <a:ext uri="{FF2B5EF4-FFF2-40B4-BE49-F238E27FC236}">
                      <a16:creationId xmlns:a16="http://schemas.microsoft.com/office/drawing/2014/main" id="{BFF5E24A-3651-72CE-935A-A87D87807042}"/>
                    </a:ext>
                  </a:extLst>
                </p:cNvPr>
                <p:cNvPicPr/>
                <p:nvPr/>
              </p:nvPicPr>
              <p:blipFill>
                <a:blip r:embed="rId131"/>
                <a:stretch>
                  <a:fillRect/>
                </a:stretch>
              </p:blipFill>
              <p:spPr>
                <a:xfrm>
                  <a:off x="1839150" y="1628022"/>
                  <a:ext cx="882360" cy="49968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8" name="Ink 87">
                  <a:extLst>
                    <a:ext uri="{FF2B5EF4-FFF2-40B4-BE49-F238E27FC236}">
                      <a16:creationId xmlns:a16="http://schemas.microsoft.com/office/drawing/2014/main" id="{38A43F01-E8D0-268A-9E0C-A30B1C8204CB}"/>
                    </a:ext>
                  </a:extLst>
                </p14:cNvPr>
                <p14:cNvContentPartPr/>
                <p14:nvPr/>
              </p14:nvContentPartPr>
              <p14:xfrm>
                <a:off x="2649150" y="1628382"/>
                <a:ext cx="86040" cy="95760"/>
              </p14:xfrm>
            </p:contentPart>
          </mc:Choice>
          <mc:Fallback>
            <p:pic>
              <p:nvPicPr>
                <p:cNvPr id="88" name="Ink 87">
                  <a:extLst>
                    <a:ext uri="{FF2B5EF4-FFF2-40B4-BE49-F238E27FC236}">
                      <a16:creationId xmlns:a16="http://schemas.microsoft.com/office/drawing/2014/main" id="{38A43F01-E8D0-268A-9E0C-A30B1C8204CB}"/>
                    </a:ext>
                  </a:extLst>
                </p:cNvPr>
                <p:cNvPicPr/>
                <p:nvPr/>
              </p:nvPicPr>
              <p:blipFill>
                <a:blip r:embed="rId133"/>
                <a:stretch>
                  <a:fillRect/>
                </a:stretch>
              </p:blipFill>
              <p:spPr>
                <a:xfrm>
                  <a:off x="2640510" y="1619382"/>
                  <a:ext cx="103680" cy="113400"/>
                </a:xfrm>
                <a:prstGeom prst="rect">
                  <a:avLst/>
                </a:prstGeom>
              </p:spPr>
            </p:pic>
          </mc:Fallback>
        </mc:AlternateContent>
      </p:grpSp>
      <p:grpSp>
        <p:nvGrpSpPr>
          <p:cNvPr id="93" name="Group 92">
            <a:extLst>
              <a:ext uri="{FF2B5EF4-FFF2-40B4-BE49-F238E27FC236}">
                <a16:creationId xmlns:a16="http://schemas.microsoft.com/office/drawing/2014/main" id="{4956C763-BC71-B097-6032-184CBD8290D1}"/>
              </a:ext>
            </a:extLst>
          </p:cNvPr>
          <p:cNvGrpSpPr/>
          <p:nvPr/>
        </p:nvGrpSpPr>
        <p:grpSpPr>
          <a:xfrm>
            <a:off x="3145590" y="758982"/>
            <a:ext cx="477720" cy="395280"/>
            <a:chOff x="3145590" y="758982"/>
            <a:chExt cx="477720" cy="395280"/>
          </a:xfrm>
        </p:grpSpPr>
        <mc:AlternateContent xmlns:mc="http://schemas.openxmlformats.org/markup-compatibility/2006">
          <mc:Choice xmlns:p14="http://schemas.microsoft.com/office/powerpoint/2010/main" Requires="p14">
            <p:contentPart p14:bwMode="auto" r:id="rId134">
              <p14:nvContentPartPr>
                <p14:cNvPr id="90" name="Ink 89">
                  <a:extLst>
                    <a:ext uri="{FF2B5EF4-FFF2-40B4-BE49-F238E27FC236}">
                      <a16:creationId xmlns:a16="http://schemas.microsoft.com/office/drawing/2014/main" id="{681C9BFD-1A25-ECD3-F728-0DF48489A8A3}"/>
                    </a:ext>
                  </a:extLst>
                </p14:cNvPr>
                <p14:cNvContentPartPr/>
                <p14:nvPr/>
              </p14:nvContentPartPr>
              <p14:xfrm>
                <a:off x="3363750" y="896862"/>
                <a:ext cx="10440" cy="170280"/>
              </p14:xfrm>
            </p:contentPart>
          </mc:Choice>
          <mc:Fallback>
            <p:pic>
              <p:nvPicPr>
                <p:cNvPr id="90" name="Ink 89">
                  <a:extLst>
                    <a:ext uri="{FF2B5EF4-FFF2-40B4-BE49-F238E27FC236}">
                      <a16:creationId xmlns:a16="http://schemas.microsoft.com/office/drawing/2014/main" id="{681C9BFD-1A25-ECD3-F728-0DF48489A8A3}"/>
                    </a:ext>
                  </a:extLst>
                </p:cNvPr>
                <p:cNvPicPr/>
                <p:nvPr/>
              </p:nvPicPr>
              <p:blipFill>
                <a:blip r:embed="rId135"/>
                <a:stretch>
                  <a:fillRect/>
                </a:stretch>
              </p:blipFill>
              <p:spPr>
                <a:xfrm>
                  <a:off x="3355110" y="887862"/>
                  <a:ext cx="2808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91" name="Ink 90">
                  <a:extLst>
                    <a:ext uri="{FF2B5EF4-FFF2-40B4-BE49-F238E27FC236}">
                      <a16:creationId xmlns:a16="http://schemas.microsoft.com/office/drawing/2014/main" id="{559D5C8D-AE57-3ED9-1BC0-904A8ED7C98E}"/>
                    </a:ext>
                  </a:extLst>
                </p14:cNvPr>
                <p14:cNvContentPartPr/>
                <p14:nvPr/>
              </p14:nvContentPartPr>
              <p14:xfrm>
                <a:off x="3261870" y="954102"/>
                <a:ext cx="280080" cy="105480"/>
              </p14:xfrm>
            </p:contentPart>
          </mc:Choice>
          <mc:Fallback>
            <p:pic>
              <p:nvPicPr>
                <p:cNvPr id="91" name="Ink 90">
                  <a:extLst>
                    <a:ext uri="{FF2B5EF4-FFF2-40B4-BE49-F238E27FC236}">
                      <a16:creationId xmlns:a16="http://schemas.microsoft.com/office/drawing/2014/main" id="{559D5C8D-AE57-3ED9-1BC0-904A8ED7C98E}"/>
                    </a:ext>
                  </a:extLst>
                </p:cNvPr>
                <p:cNvPicPr/>
                <p:nvPr/>
              </p:nvPicPr>
              <p:blipFill>
                <a:blip r:embed="rId137"/>
                <a:stretch>
                  <a:fillRect/>
                </a:stretch>
              </p:blipFill>
              <p:spPr>
                <a:xfrm>
                  <a:off x="3253230" y="945462"/>
                  <a:ext cx="29772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92" name="Ink 91">
                  <a:extLst>
                    <a:ext uri="{FF2B5EF4-FFF2-40B4-BE49-F238E27FC236}">
                      <a16:creationId xmlns:a16="http://schemas.microsoft.com/office/drawing/2014/main" id="{3D093618-09E0-766D-7191-58B3015D7BB6}"/>
                    </a:ext>
                  </a:extLst>
                </p14:cNvPr>
                <p14:cNvContentPartPr/>
                <p14:nvPr/>
              </p14:nvContentPartPr>
              <p14:xfrm>
                <a:off x="3145590" y="758982"/>
                <a:ext cx="477720" cy="395280"/>
              </p14:xfrm>
            </p:contentPart>
          </mc:Choice>
          <mc:Fallback>
            <p:pic>
              <p:nvPicPr>
                <p:cNvPr id="92" name="Ink 91">
                  <a:extLst>
                    <a:ext uri="{FF2B5EF4-FFF2-40B4-BE49-F238E27FC236}">
                      <a16:creationId xmlns:a16="http://schemas.microsoft.com/office/drawing/2014/main" id="{3D093618-09E0-766D-7191-58B3015D7BB6}"/>
                    </a:ext>
                  </a:extLst>
                </p:cNvPr>
                <p:cNvPicPr/>
                <p:nvPr/>
              </p:nvPicPr>
              <p:blipFill>
                <a:blip r:embed="rId139"/>
                <a:stretch>
                  <a:fillRect/>
                </a:stretch>
              </p:blipFill>
              <p:spPr>
                <a:xfrm>
                  <a:off x="3136590" y="750342"/>
                  <a:ext cx="495360" cy="4129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40">
            <p14:nvContentPartPr>
              <p14:cNvPr id="101" name="Ink 100">
                <a:extLst>
                  <a:ext uri="{FF2B5EF4-FFF2-40B4-BE49-F238E27FC236}">
                    <a16:creationId xmlns:a16="http://schemas.microsoft.com/office/drawing/2014/main" id="{20D4C8B9-BEAF-7594-32BF-778116A08723}"/>
                  </a:ext>
                </a:extLst>
              </p14:cNvPr>
              <p14:cNvContentPartPr/>
              <p14:nvPr/>
            </p14:nvContentPartPr>
            <p14:xfrm>
              <a:off x="6165630" y="3711342"/>
              <a:ext cx="186480" cy="147960"/>
            </p14:xfrm>
          </p:contentPart>
        </mc:Choice>
        <mc:Fallback>
          <p:pic>
            <p:nvPicPr>
              <p:cNvPr id="101" name="Ink 100">
                <a:extLst>
                  <a:ext uri="{FF2B5EF4-FFF2-40B4-BE49-F238E27FC236}">
                    <a16:creationId xmlns:a16="http://schemas.microsoft.com/office/drawing/2014/main" id="{20D4C8B9-BEAF-7594-32BF-778116A08723}"/>
                  </a:ext>
                </a:extLst>
              </p:cNvPr>
              <p:cNvPicPr/>
              <p:nvPr/>
            </p:nvPicPr>
            <p:blipFill>
              <a:blip r:embed="rId141"/>
              <a:stretch>
                <a:fillRect/>
              </a:stretch>
            </p:blipFill>
            <p:spPr>
              <a:xfrm>
                <a:off x="6156630" y="3702342"/>
                <a:ext cx="20412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102" name="Ink 101">
                <a:extLst>
                  <a:ext uri="{FF2B5EF4-FFF2-40B4-BE49-F238E27FC236}">
                    <a16:creationId xmlns:a16="http://schemas.microsoft.com/office/drawing/2014/main" id="{FFCBE082-F88F-B850-5E2A-632F0628E84D}"/>
                  </a:ext>
                </a:extLst>
              </p14:cNvPr>
              <p14:cNvContentPartPr/>
              <p14:nvPr/>
            </p14:nvContentPartPr>
            <p14:xfrm>
              <a:off x="6351030" y="3726102"/>
              <a:ext cx="127080" cy="111240"/>
            </p14:xfrm>
          </p:contentPart>
        </mc:Choice>
        <mc:Fallback>
          <p:pic>
            <p:nvPicPr>
              <p:cNvPr id="102" name="Ink 101">
                <a:extLst>
                  <a:ext uri="{FF2B5EF4-FFF2-40B4-BE49-F238E27FC236}">
                    <a16:creationId xmlns:a16="http://schemas.microsoft.com/office/drawing/2014/main" id="{FFCBE082-F88F-B850-5E2A-632F0628E84D}"/>
                  </a:ext>
                </a:extLst>
              </p:cNvPr>
              <p:cNvPicPr/>
              <p:nvPr/>
            </p:nvPicPr>
            <p:blipFill>
              <a:blip r:embed="rId143"/>
              <a:stretch>
                <a:fillRect/>
              </a:stretch>
            </p:blipFill>
            <p:spPr>
              <a:xfrm>
                <a:off x="6342030" y="3717462"/>
                <a:ext cx="14472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103" name="Ink 102">
                <a:extLst>
                  <a:ext uri="{FF2B5EF4-FFF2-40B4-BE49-F238E27FC236}">
                    <a16:creationId xmlns:a16="http://schemas.microsoft.com/office/drawing/2014/main" id="{04809817-7EB6-C1B4-D276-DC20ED9CB2D7}"/>
                  </a:ext>
                </a:extLst>
              </p14:cNvPr>
              <p14:cNvContentPartPr/>
              <p14:nvPr/>
            </p14:nvContentPartPr>
            <p14:xfrm>
              <a:off x="6509430" y="3720702"/>
              <a:ext cx="113400" cy="126720"/>
            </p14:xfrm>
          </p:contentPart>
        </mc:Choice>
        <mc:Fallback>
          <p:pic>
            <p:nvPicPr>
              <p:cNvPr id="103" name="Ink 102">
                <a:extLst>
                  <a:ext uri="{FF2B5EF4-FFF2-40B4-BE49-F238E27FC236}">
                    <a16:creationId xmlns:a16="http://schemas.microsoft.com/office/drawing/2014/main" id="{04809817-7EB6-C1B4-D276-DC20ED9CB2D7}"/>
                  </a:ext>
                </a:extLst>
              </p:cNvPr>
              <p:cNvPicPr/>
              <p:nvPr/>
            </p:nvPicPr>
            <p:blipFill>
              <a:blip r:embed="rId145"/>
              <a:stretch>
                <a:fillRect/>
              </a:stretch>
            </p:blipFill>
            <p:spPr>
              <a:xfrm>
                <a:off x="6500790" y="3712062"/>
                <a:ext cx="13104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105" name="Ink 104">
                <a:extLst>
                  <a:ext uri="{FF2B5EF4-FFF2-40B4-BE49-F238E27FC236}">
                    <a16:creationId xmlns:a16="http://schemas.microsoft.com/office/drawing/2014/main" id="{91C0CCA3-50A8-5ADD-A628-C2F9BC214CB5}"/>
                  </a:ext>
                </a:extLst>
              </p14:cNvPr>
              <p14:cNvContentPartPr/>
              <p14:nvPr/>
            </p14:nvContentPartPr>
            <p14:xfrm>
              <a:off x="6087870" y="3634302"/>
              <a:ext cx="681840" cy="300240"/>
            </p14:xfrm>
          </p:contentPart>
        </mc:Choice>
        <mc:Fallback>
          <p:pic>
            <p:nvPicPr>
              <p:cNvPr id="105" name="Ink 104">
                <a:extLst>
                  <a:ext uri="{FF2B5EF4-FFF2-40B4-BE49-F238E27FC236}">
                    <a16:creationId xmlns:a16="http://schemas.microsoft.com/office/drawing/2014/main" id="{91C0CCA3-50A8-5ADD-A628-C2F9BC214CB5}"/>
                  </a:ext>
                </a:extLst>
              </p:cNvPr>
              <p:cNvPicPr/>
              <p:nvPr/>
            </p:nvPicPr>
            <p:blipFill>
              <a:blip r:embed="rId147"/>
              <a:stretch>
                <a:fillRect/>
              </a:stretch>
            </p:blipFill>
            <p:spPr>
              <a:xfrm>
                <a:off x="6079230" y="3625302"/>
                <a:ext cx="699480" cy="31788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106" name="Ink 105">
                <a:extLst>
                  <a:ext uri="{FF2B5EF4-FFF2-40B4-BE49-F238E27FC236}">
                    <a16:creationId xmlns:a16="http://schemas.microsoft.com/office/drawing/2014/main" id="{15AC9884-8964-0513-BE29-587E4F69F1DE}"/>
                  </a:ext>
                </a:extLst>
              </p14:cNvPr>
              <p14:cNvContentPartPr/>
              <p14:nvPr/>
            </p14:nvContentPartPr>
            <p14:xfrm>
              <a:off x="6890670" y="3749502"/>
              <a:ext cx="97560" cy="104760"/>
            </p14:xfrm>
          </p:contentPart>
        </mc:Choice>
        <mc:Fallback>
          <p:pic>
            <p:nvPicPr>
              <p:cNvPr id="106" name="Ink 105">
                <a:extLst>
                  <a:ext uri="{FF2B5EF4-FFF2-40B4-BE49-F238E27FC236}">
                    <a16:creationId xmlns:a16="http://schemas.microsoft.com/office/drawing/2014/main" id="{15AC9884-8964-0513-BE29-587E4F69F1DE}"/>
                  </a:ext>
                </a:extLst>
              </p:cNvPr>
              <p:cNvPicPr/>
              <p:nvPr/>
            </p:nvPicPr>
            <p:blipFill>
              <a:blip r:embed="rId149"/>
              <a:stretch>
                <a:fillRect/>
              </a:stretch>
            </p:blipFill>
            <p:spPr>
              <a:xfrm>
                <a:off x="6881670" y="3740862"/>
                <a:ext cx="11520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115" name="Ink 114">
                <a:extLst>
                  <a:ext uri="{FF2B5EF4-FFF2-40B4-BE49-F238E27FC236}">
                    <a16:creationId xmlns:a16="http://schemas.microsoft.com/office/drawing/2014/main" id="{499C18F0-3D96-BE0D-6B38-A52CF9EB42CF}"/>
                  </a:ext>
                </a:extLst>
              </p14:cNvPr>
              <p14:cNvContentPartPr/>
              <p14:nvPr/>
            </p14:nvContentPartPr>
            <p14:xfrm>
              <a:off x="7041150" y="3706302"/>
              <a:ext cx="62640" cy="212040"/>
            </p14:xfrm>
          </p:contentPart>
        </mc:Choice>
        <mc:Fallback>
          <p:pic>
            <p:nvPicPr>
              <p:cNvPr id="115" name="Ink 114">
                <a:extLst>
                  <a:ext uri="{FF2B5EF4-FFF2-40B4-BE49-F238E27FC236}">
                    <a16:creationId xmlns:a16="http://schemas.microsoft.com/office/drawing/2014/main" id="{499C18F0-3D96-BE0D-6B38-A52CF9EB42CF}"/>
                  </a:ext>
                </a:extLst>
              </p:cNvPr>
              <p:cNvPicPr/>
              <p:nvPr/>
            </p:nvPicPr>
            <p:blipFill>
              <a:blip r:embed="rId151"/>
              <a:stretch>
                <a:fillRect/>
              </a:stretch>
            </p:blipFill>
            <p:spPr>
              <a:xfrm>
                <a:off x="7032150" y="3697662"/>
                <a:ext cx="80280" cy="229680"/>
              </a:xfrm>
              <a:prstGeom prst="rect">
                <a:avLst/>
              </a:prstGeom>
            </p:spPr>
          </p:pic>
        </mc:Fallback>
      </mc:AlternateContent>
      <p:grpSp>
        <p:nvGrpSpPr>
          <p:cNvPr id="119" name="Group 118">
            <a:extLst>
              <a:ext uri="{FF2B5EF4-FFF2-40B4-BE49-F238E27FC236}">
                <a16:creationId xmlns:a16="http://schemas.microsoft.com/office/drawing/2014/main" id="{0A413F5F-8092-FE60-7953-C61EC0B1670B}"/>
              </a:ext>
            </a:extLst>
          </p:cNvPr>
          <p:cNvGrpSpPr/>
          <p:nvPr/>
        </p:nvGrpSpPr>
        <p:grpSpPr>
          <a:xfrm>
            <a:off x="3841470" y="607782"/>
            <a:ext cx="1004760" cy="492840"/>
            <a:chOff x="3841470" y="607782"/>
            <a:chExt cx="1004760" cy="492840"/>
          </a:xfrm>
        </p:grpSpPr>
        <mc:AlternateContent xmlns:mc="http://schemas.openxmlformats.org/markup-compatibility/2006">
          <mc:Choice xmlns:p14="http://schemas.microsoft.com/office/powerpoint/2010/main" Requires="p14">
            <p:contentPart p14:bwMode="auto" r:id="rId152">
              <p14:nvContentPartPr>
                <p14:cNvPr id="94" name="Ink 93">
                  <a:extLst>
                    <a:ext uri="{FF2B5EF4-FFF2-40B4-BE49-F238E27FC236}">
                      <a16:creationId xmlns:a16="http://schemas.microsoft.com/office/drawing/2014/main" id="{D93550C4-3249-AAC8-8095-9C46685C14F4}"/>
                    </a:ext>
                  </a:extLst>
                </p14:cNvPr>
                <p14:cNvContentPartPr/>
                <p14:nvPr/>
              </p14:nvContentPartPr>
              <p14:xfrm>
                <a:off x="3841470" y="813702"/>
                <a:ext cx="275400" cy="285120"/>
              </p14:xfrm>
            </p:contentPart>
          </mc:Choice>
          <mc:Fallback>
            <p:pic>
              <p:nvPicPr>
                <p:cNvPr id="94" name="Ink 93">
                  <a:extLst>
                    <a:ext uri="{FF2B5EF4-FFF2-40B4-BE49-F238E27FC236}">
                      <a16:creationId xmlns:a16="http://schemas.microsoft.com/office/drawing/2014/main" id="{D93550C4-3249-AAC8-8095-9C46685C14F4}"/>
                    </a:ext>
                  </a:extLst>
                </p:cNvPr>
                <p:cNvPicPr/>
                <p:nvPr/>
              </p:nvPicPr>
              <p:blipFill>
                <a:blip r:embed="rId153"/>
                <a:stretch>
                  <a:fillRect/>
                </a:stretch>
              </p:blipFill>
              <p:spPr>
                <a:xfrm>
                  <a:off x="3832830" y="804702"/>
                  <a:ext cx="293040" cy="30276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5" name="Ink 94">
                  <a:extLst>
                    <a:ext uri="{FF2B5EF4-FFF2-40B4-BE49-F238E27FC236}">
                      <a16:creationId xmlns:a16="http://schemas.microsoft.com/office/drawing/2014/main" id="{8553F342-279C-CE89-FB71-30EB41F0E515}"/>
                    </a:ext>
                  </a:extLst>
                </p14:cNvPr>
                <p14:cNvContentPartPr/>
                <p14:nvPr/>
              </p14:nvContentPartPr>
              <p14:xfrm>
                <a:off x="4165110" y="811902"/>
                <a:ext cx="289800" cy="280800"/>
              </p14:xfrm>
            </p:contentPart>
          </mc:Choice>
          <mc:Fallback>
            <p:pic>
              <p:nvPicPr>
                <p:cNvPr id="95" name="Ink 94">
                  <a:extLst>
                    <a:ext uri="{FF2B5EF4-FFF2-40B4-BE49-F238E27FC236}">
                      <a16:creationId xmlns:a16="http://schemas.microsoft.com/office/drawing/2014/main" id="{8553F342-279C-CE89-FB71-30EB41F0E515}"/>
                    </a:ext>
                  </a:extLst>
                </p:cNvPr>
                <p:cNvPicPr/>
                <p:nvPr/>
              </p:nvPicPr>
              <p:blipFill>
                <a:blip r:embed="rId155"/>
                <a:stretch>
                  <a:fillRect/>
                </a:stretch>
              </p:blipFill>
              <p:spPr>
                <a:xfrm>
                  <a:off x="4156470" y="802902"/>
                  <a:ext cx="30744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6" name="Ink 95">
                  <a:extLst>
                    <a:ext uri="{FF2B5EF4-FFF2-40B4-BE49-F238E27FC236}">
                      <a16:creationId xmlns:a16="http://schemas.microsoft.com/office/drawing/2014/main" id="{A9DD8B04-9B05-83BF-B400-FD42B81C39BE}"/>
                    </a:ext>
                  </a:extLst>
                </p14:cNvPr>
                <p14:cNvContentPartPr/>
                <p14:nvPr/>
              </p14:nvContentPartPr>
              <p14:xfrm>
                <a:off x="4491990" y="792102"/>
                <a:ext cx="354240" cy="308520"/>
              </p14:xfrm>
            </p:contentPart>
          </mc:Choice>
          <mc:Fallback>
            <p:pic>
              <p:nvPicPr>
                <p:cNvPr id="96" name="Ink 95">
                  <a:extLst>
                    <a:ext uri="{FF2B5EF4-FFF2-40B4-BE49-F238E27FC236}">
                      <a16:creationId xmlns:a16="http://schemas.microsoft.com/office/drawing/2014/main" id="{A9DD8B04-9B05-83BF-B400-FD42B81C39BE}"/>
                    </a:ext>
                  </a:extLst>
                </p:cNvPr>
                <p:cNvPicPr/>
                <p:nvPr/>
              </p:nvPicPr>
              <p:blipFill>
                <a:blip r:embed="rId157"/>
                <a:stretch>
                  <a:fillRect/>
                </a:stretch>
              </p:blipFill>
              <p:spPr>
                <a:xfrm>
                  <a:off x="4482990" y="783102"/>
                  <a:ext cx="371880" cy="32616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7" name="Ink 96">
                  <a:extLst>
                    <a:ext uri="{FF2B5EF4-FFF2-40B4-BE49-F238E27FC236}">
                      <a16:creationId xmlns:a16="http://schemas.microsoft.com/office/drawing/2014/main" id="{26788D52-D129-3660-A353-374135E9E71C}"/>
                    </a:ext>
                  </a:extLst>
                </p14:cNvPr>
                <p14:cNvContentPartPr/>
                <p14:nvPr/>
              </p14:nvContentPartPr>
              <p14:xfrm>
                <a:off x="4497390" y="791742"/>
                <a:ext cx="35640" cy="157320"/>
              </p14:xfrm>
            </p:contentPart>
          </mc:Choice>
          <mc:Fallback>
            <p:pic>
              <p:nvPicPr>
                <p:cNvPr id="97" name="Ink 96">
                  <a:extLst>
                    <a:ext uri="{FF2B5EF4-FFF2-40B4-BE49-F238E27FC236}">
                      <a16:creationId xmlns:a16="http://schemas.microsoft.com/office/drawing/2014/main" id="{26788D52-D129-3660-A353-374135E9E71C}"/>
                    </a:ext>
                  </a:extLst>
                </p:cNvPr>
                <p:cNvPicPr/>
                <p:nvPr/>
              </p:nvPicPr>
              <p:blipFill>
                <a:blip r:embed="rId159"/>
                <a:stretch>
                  <a:fillRect/>
                </a:stretch>
              </p:blipFill>
              <p:spPr>
                <a:xfrm>
                  <a:off x="4488750" y="783102"/>
                  <a:ext cx="53280" cy="17496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8" name="Ink 97">
                  <a:extLst>
                    <a:ext uri="{FF2B5EF4-FFF2-40B4-BE49-F238E27FC236}">
                      <a16:creationId xmlns:a16="http://schemas.microsoft.com/office/drawing/2014/main" id="{A68CC4B6-7986-DBD6-E6B6-CB81E3FD41BE}"/>
                    </a:ext>
                  </a:extLst>
                </p14:cNvPr>
                <p14:cNvContentPartPr/>
                <p14:nvPr/>
              </p14:nvContentPartPr>
              <p14:xfrm>
                <a:off x="4204710" y="607782"/>
                <a:ext cx="162000" cy="156600"/>
              </p14:xfrm>
            </p:contentPart>
          </mc:Choice>
          <mc:Fallback>
            <p:pic>
              <p:nvPicPr>
                <p:cNvPr id="98" name="Ink 97">
                  <a:extLst>
                    <a:ext uri="{FF2B5EF4-FFF2-40B4-BE49-F238E27FC236}">
                      <a16:creationId xmlns:a16="http://schemas.microsoft.com/office/drawing/2014/main" id="{A68CC4B6-7986-DBD6-E6B6-CB81E3FD41BE}"/>
                    </a:ext>
                  </a:extLst>
                </p:cNvPr>
                <p:cNvPicPr/>
                <p:nvPr/>
              </p:nvPicPr>
              <p:blipFill>
                <a:blip r:embed="rId161"/>
                <a:stretch>
                  <a:fillRect/>
                </a:stretch>
              </p:blipFill>
              <p:spPr>
                <a:xfrm>
                  <a:off x="4196070" y="598782"/>
                  <a:ext cx="179640" cy="17424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99" name="Ink 98">
                  <a:extLst>
                    <a:ext uri="{FF2B5EF4-FFF2-40B4-BE49-F238E27FC236}">
                      <a16:creationId xmlns:a16="http://schemas.microsoft.com/office/drawing/2014/main" id="{B77E3065-4F6E-8E44-9D9B-311B1F286387}"/>
                    </a:ext>
                  </a:extLst>
                </p14:cNvPr>
                <p14:cNvContentPartPr/>
                <p14:nvPr/>
              </p14:nvContentPartPr>
              <p14:xfrm>
                <a:off x="4288230" y="697062"/>
                <a:ext cx="147240" cy="100080"/>
              </p14:xfrm>
            </p:contentPart>
          </mc:Choice>
          <mc:Fallback>
            <p:pic>
              <p:nvPicPr>
                <p:cNvPr id="99" name="Ink 98">
                  <a:extLst>
                    <a:ext uri="{FF2B5EF4-FFF2-40B4-BE49-F238E27FC236}">
                      <a16:creationId xmlns:a16="http://schemas.microsoft.com/office/drawing/2014/main" id="{B77E3065-4F6E-8E44-9D9B-311B1F286387}"/>
                    </a:ext>
                  </a:extLst>
                </p:cNvPr>
                <p:cNvPicPr/>
                <p:nvPr/>
              </p:nvPicPr>
              <p:blipFill>
                <a:blip r:embed="rId163"/>
                <a:stretch>
                  <a:fillRect/>
                </a:stretch>
              </p:blipFill>
              <p:spPr>
                <a:xfrm>
                  <a:off x="4279590" y="688422"/>
                  <a:ext cx="16488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16" name="Ink 115">
                  <a:extLst>
                    <a:ext uri="{FF2B5EF4-FFF2-40B4-BE49-F238E27FC236}">
                      <a16:creationId xmlns:a16="http://schemas.microsoft.com/office/drawing/2014/main" id="{A32F0725-5315-9412-4EBD-F7CFE1E5F8CB}"/>
                    </a:ext>
                  </a:extLst>
                </p14:cNvPr>
                <p14:cNvContentPartPr/>
                <p14:nvPr/>
              </p14:nvContentPartPr>
              <p14:xfrm>
                <a:off x="3943710" y="987582"/>
                <a:ext cx="60480" cy="58320"/>
              </p14:xfrm>
            </p:contentPart>
          </mc:Choice>
          <mc:Fallback>
            <p:pic>
              <p:nvPicPr>
                <p:cNvPr id="116" name="Ink 115">
                  <a:extLst>
                    <a:ext uri="{FF2B5EF4-FFF2-40B4-BE49-F238E27FC236}">
                      <a16:creationId xmlns:a16="http://schemas.microsoft.com/office/drawing/2014/main" id="{A32F0725-5315-9412-4EBD-F7CFE1E5F8CB}"/>
                    </a:ext>
                  </a:extLst>
                </p:cNvPr>
                <p:cNvPicPr/>
                <p:nvPr/>
              </p:nvPicPr>
              <p:blipFill>
                <a:blip r:embed="rId165"/>
                <a:stretch>
                  <a:fillRect/>
                </a:stretch>
              </p:blipFill>
              <p:spPr>
                <a:xfrm>
                  <a:off x="3934710" y="978942"/>
                  <a:ext cx="78120" cy="7596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17" name="Ink 116">
                  <a:extLst>
                    <a:ext uri="{FF2B5EF4-FFF2-40B4-BE49-F238E27FC236}">
                      <a16:creationId xmlns:a16="http://schemas.microsoft.com/office/drawing/2014/main" id="{051D63FF-DFE9-CC66-4FC9-704C6958428F}"/>
                    </a:ext>
                  </a:extLst>
                </p14:cNvPr>
                <p14:cNvContentPartPr/>
                <p14:nvPr/>
              </p14:nvContentPartPr>
              <p14:xfrm>
                <a:off x="3970350" y="1021782"/>
                <a:ext cx="254520" cy="10800"/>
              </p14:xfrm>
            </p:contentPart>
          </mc:Choice>
          <mc:Fallback>
            <p:pic>
              <p:nvPicPr>
                <p:cNvPr id="117" name="Ink 116">
                  <a:extLst>
                    <a:ext uri="{FF2B5EF4-FFF2-40B4-BE49-F238E27FC236}">
                      <a16:creationId xmlns:a16="http://schemas.microsoft.com/office/drawing/2014/main" id="{051D63FF-DFE9-CC66-4FC9-704C6958428F}"/>
                    </a:ext>
                  </a:extLst>
                </p:cNvPr>
                <p:cNvPicPr/>
                <p:nvPr/>
              </p:nvPicPr>
              <p:blipFill>
                <a:blip r:embed="rId167"/>
                <a:stretch>
                  <a:fillRect/>
                </a:stretch>
              </p:blipFill>
              <p:spPr>
                <a:xfrm>
                  <a:off x="3961350" y="1012782"/>
                  <a:ext cx="272160" cy="2844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18" name="Ink 117">
                  <a:extLst>
                    <a:ext uri="{FF2B5EF4-FFF2-40B4-BE49-F238E27FC236}">
                      <a16:creationId xmlns:a16="http://schemas.microsoft.com/office/drawing/2014/main" id="{DA9C5024-7727-64F7-C67E-96D1FE51716C}"/>
                    </a:ext>
                  </a:extLst>
                </p14:cNvPr>
                <p14:cNvContentPartPr/>
                <p14:nvPr/>
              </p14:nvContentPartPr>
              <p14:xfrm>
                <a:off x="4186350" y="965622"/>
                <a:ext cx="54360" cy="88560"/>
              </p14:xfrm>
            </p:contentPart>
          </mc:Choice>
          <mc:Fallback>
            <p:pic>
              <p:nvPicPr>
                <p:cNvPr id="118" name="Ink 117">
                  <a:extLst>
                    <a:ext uri="{FF2B5EF4-FFF2-40B4-BE49-F238E27FC236}">
                      <a16:creationId xmlns:a16="http://schemas.microsoft.com/office/drawing/2014/main" id="{DA9C5024-7727-64F7-C67E-96D1FE51716C}"/>
                    </a:ext>
                  </a:extLst>
                </p:cNvPr>
                <p:cNvPicPr/>
                <p:nvPr/>
              </p:nvPicPr>
              <p:blipFill>
                <a:blip r:embed="rId169"/>
                <a:stretch>
                  <a:fillRect/>
                </a:stretch>
              </p:blipFill>
              <p:spPr>
                <a:xfrm>
                  <a:off x="4177350" y="956622"/>
                  <a:ext cx="72000" cy="1062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70">
            <p14:nvContentPartPr>
              <p14:cNvPr id="120" name="Ink 119">
                <a:extLst>
                  <a:ext uri="{FF2B5EF4-FFF2-40B4-BE49-F238E27FC236}">
                    <a16:creationId xmlns:a16="http://schemas.microsoft.com/office/drawing/2014/main" id="{B9CCE35E-6636-0DDA-8B8D-4E2752C49E1D}"/>
                  </a:ext>
                </a:extLst>
              </p14:cNvPr>
              <p14:cNvContentPartPr/>
              <p14:nvPr/>
            </p14:nvContentPartPr>
            <p14:xfrm>
              <a:off x="4298310" y="999102"/>
              <a:ext cx="62640" cy="38520"/>
            </p14:xfrm>
          </p:contentPart>
        </mc:Choice>
        <mc:Fallback>
          <p:pic>
            <p:nvPicPr>
              <p:cNvPr id="120" name="Ink 119">
                <a:extLst>
                  <a:ext uri="{FF2B5EF4-FFF2-40B4-BE49-F238E27FC236}">
                    <a16:creationId xmlns:a16="http://schemas.microsoft.com/office/drawing/2014/main" id="{B9CCE35E-6636-0DDA-8B8D-4E2752C49E1D}"/>
                  </a:ext>
                </a:extLst>
              </p:cNvPr>
              <p:cNvPicPr/>
              <p:nvPr/>
            </p:nvPicPr>
            <p:blipFill>
              <a:blip r:embed="rId171"/>
              <a:stretch>
                <a:fillRect/>
              </a:stretch>
            </p:blipFill>
            <p:spPr>
              <a:xfrm>
                <a:off x="4289310" y="990102"/>
                <a:ext cx="80280" cy="5616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22" name="Ink 121">
                <a:extLst>
                  <a:ext uri="{FF2B5EF4-FFF2-40B4-BE49-F238E27FC236}">
                    <a16:creationId xmlns:a16="http://schemas.microsoft.com/office/drawing/2014/main" id="{B25FBF3B-BBE2-8E94-C921-557D244A357D}"/>
                  </a:ext>
                </a:extLst>
              </p14:cNvPr>
              <p14:cNvContentPartPr/>
              <p14:nvPr/>
            </p14:nvContentPartPr>
            <p14:xfrm>
              <a:off x="4336830" y="1017102"/>
              <a:ext cx="1526040" cy="2098080"/>
            </p14:xfrm>
          </p:contentPart>
        </mc:Choice>
        <mc:Fallback>
          <p:pic>
            <p:nvPicPr>
              <p:cNvPr id="122" name="Ink 121">
                <a:extLst>
                  <a:ext uri="{FF2B5EF4-FFF2-40B4-BE49-F238E27FC236}">
                    <a16:creationId xmlns:a16="http://schemas.microsoft.com/office/drawing/2014/main" id="{B25FBF3B-BBE2-8E94-C921-557D244A357D}"/>
                  </a:ext>
                </a:extLst>
              </p:cNvPr>
              <p:cNvPicPr/>
              <p:nvPr/>
            </p:nvPicPr>
            <p:blipFill>
              <a:blip r:embed="rId173"/>
              <a:stretch>
                <a:fillRect/>
              </a:stretch>
            </p:blipFill>
            <p:spPr>
              <a:xfrm>
                <a:off x="4328190" y="1008102"/>
                <a:ext cx="1543680" cy="2115720"/>
              </a:xfrm>
              <a:prstGeom prst="rect">
                <a:avLst/>
              </a:prstGeom>
            </p:spPr>
          </p:pic>
        </mc:Fallback>
      </mc:AlternateContent>
      <p:pic>
        <p:nvPicPr>
          <p:cNvPr id="125" name="Picture 124" descr="A green tick on a black background&#10;&#10;AI-generated content may be incorrect.">
            <a:extLst>
              <a:ext uri="{FF2B5EF4-FFF2-40B4-BE49-F238E27FC236}">
                <a16:creationId xmlns:a16="http://schemas.microsoft.com/office/drawing/2014/main" id="{9BAF1468-B117-7DAB-011F-F1B9BF63BBE9}"/>
              </a:ext>
            </a:extLst>
          </p:cNvPr>
          <p:cNvPicPr>
            <a:picLocks noChangeAspect="1"/>
          </p:cNvPicPr>
          <p:nvPr/>
        </p:nvPicPr>
        <p:blipFill>
          <a:blip r:embed="rId174" cstate="print">
            <a:extLst>
              <a:ext uri="{28A0092B-C50C-407E-A947-70E740481C1C}">
                <a14:useLocalDpi xmlns:a14="http://schemas.microsoft.com/office/drawing/2010/main" val="0"/>
              </a:ext>
              <a:ext uri="{837473B0-CC2E-450A-ABE3-18F120FF3D39}">
                <a1611:picAttrSrcUrl xmlns:a1611="http://schemas.microsoft.com/office/drawing/2016/11/main" r:id="rId175"/>
              </a:ext>
            </a:extLst>
          </a:blip>
          <a:stretch>
            <a:fillRect/>
          </a:stretch>
        </p:blipFill>
        <p:spPr>
          <a:xfrm>
            <a:off x="2694510" y="1079833"/>
            <a:ext cx="309062" cy="254976"/>
          </a:xfrm>
          <a:prstGeom prst="rect">
            <a:avLst/>
          </a:prstGeom>
        </p:spPr>
      </p:pic>
      <p:sp>
        <p:nvSpPr>
          <p:cNvPr id="127" name="TextBox 126">
            <a:extLst>
              <a:ext uri="{FF2B5EF4-FFF2-40B4-BE49-F238E27FC236}">
                <a16:creationId xmlns:a16="http://schemas.microsoft.com/office/drawing/2014/main" id="{FADDCFD7-72AF-275D-242B-9796203D4CF5}"/>
              </a:ext>
            </a:extLst>
          </p:cNvPr>
          <p:cNvSpPr txBox="1"/>
          <p:nvPr/>
        </p:nvSpPr>
        <p:spPr>
          <a:xfrm>
            <a:off x="453150" y="2440777"/>
            <a:ext cx="1666440" cy="461665"/>
          </a:xfrm>
          <a:prstGeom prst="rect">
            <a:avLst/>
          </a:prstGeom>
          <a:noFill/>
        </p:spPr>
        <p:txBody>
          <a:bodyPr wrap="square">
            <a:spAutoFit/>
          </a:bodyPr>
          <a:lstStyle/>
          <a:p>
            <a:pPr algn="ctr"/>
            <a:r>
              <a:rPr lang="en-IN" sz="1200" b="1" i="0" dirty="0">
                <a:solidFill>
                  <a:srgbClr val="002060"/>
                </a:solidFill>
                <a:effectLst/>
                <a:latin typeface="Courier New" panose="02070309020205020404" pitchFamily="49" charset="0"/>
              </a:rPr>
              <a:t>183776e1trial</a:t>
            </a:r>
          </a:p>
          <a:p>
            <a:pPr algn="ctr"/>
            <a:r>
              <a:rPr lang="en-IN" sz="1200" b="1" dirty="0" err="1">
                <a:solidFill>
                  <a:srgbClr val="002060"/>
                </a:solidFill>
                <a:latin typeface="Courier New" panose="02070309020205020404" pitchFamily="49" charset="0"/>
              </a:rPr>
              <a:t>devs</a:t>
            </a:r>
            <a:endParaRPr lang="en-IN" sz="1200" b="1" dirty="0">
              <a:solidFill>
                <a:srgbClr val="002060"/>
              </a:solidFill>
            </a:endParaRPr>
          </a:p>
        </p:txBody>
      </p:sp>
      <p:pic>
        <p:nvPicPr>
          <p:cNvPr id="128" name="Picture 127" descr="A green tick on a black background&#10;&#10;AI-generated content may be incorrect.">
            <a:extLst>
              <a:ext uri="{FF2B5EF4-FFF2-40B4-BE49-F238E27FC236}">
                <a16:creationId xmlns:a16="http://schemas.microsoft.com/office/drawing/2014/main" id="{4961EADE-0AAB-7098-B6E7-F17FC0044631}"/>
              </a:ext>
            </a:extLst>
          </p:cNvPr>
          <p:cNvPicPr>
            <a:picLocks noChangeAspect="1"/>
          </p:cNvPicPr>
          <p:nvPr/>
        </p:nvPicPr>
        <p:blipFill>
          <a:blip r:embed="rId174" cstate="print">
            <a:extLst>
              <a:ext uri="{28A0092B-C50C-407E-A947-70E740481C1C}">
                <a14:useLocalDpi xmlns:a14="http://schemas.microsoft.com/office/drawing/2010/main" val="0"/>
              </a:ext>
              <a:ext uri="{837473B0-CC2E-450A-ABE3-18F120FF3D39}">
                <a1611:picAttrSrcUrl xmlns:a1611="http://schemas.microsoft.com/office/drawing/2016/11/main" r:id="rId175"/>
              </a:ext>
            </a:extLst>
          </a:blip>
          <a:stretch>
            <a:fillRect/>
          </a:stretch>
        </p:blipFill>
        <p:spPr>
          <a:xfrm>
            <a:off x="3855150" y="588946"/>
            <a:ext cx="309062" cy="254976"/>
          </a:xfrm>
          <a:prstGeom prst="rect">
            <a:avLst/>
          </a:prstGeom>
        </p:spPr>
      </p:pic>
      <p:pic>
        <p:nvPicPr>
          <p:cNvPr id="129" name="Picture 128" descr="A green tick on a black background&#10;&#10;AI-generated content may be incorrect.">
            <a:extLst>
              <a:ext uri="{FF2B5EF4-FFF2-40B4-BE49-F238E27FC236}">
                <a16:creationId xmlns:a16="http://schemas.microsoft.com/office/drawing/2014/main" id="{44B537EB-6620-F603-0AEE-BAD23847C1E8}"/>
              </a:ext>
            </a:extLst>
          </p:cNvPr>
          <p:cNvPicPr>
            <a:picLocks noChangeAspect="1"/>
          </p:cNvPicPr>
          <p:nvPr/>
        </p:nvPicPr>
        <p:blipFill>
          <a:blip r:embed="rId174" cstate="print">
            <a:extLst>
              <a:ext uri="{28A0092B-C50C-407E-A947-70E740481C1C}">
                <a14:useLocalDpi xmlns:a14="http://schemas.microsoft.com/office/drawing/2010/main" val="0"/>
              </a:ext>
              <a:ext uri="{837473B0-CC2E-450A-ABE3-18F120FF3D39}">
                <a1611:picAttrSrcUrl xmlns:a1611="http://schemas.microsoft.com/office/drawing/2016/11/main" r:id="rId175"/>
              </a:ext>
            </a:extLst>
          </a:blip>
          <a:stretch>
            <a:fillRect/>
          </a:stretch>
        </p:blipFill>
        <p:spPr>
          <a:xfrm>
            <a:off x="3601888" y="2763155"/>
            <a:ext cx="309062" cy="254976"/>
          </a:xfrm>
          <a:prstGeom prst="rect">
            <a:avLst/>
          </a:prstGeom>
        </p:spPr>
      </p:pic>
    </p:spTree>
    <p:extLst>
      <p:ext uri="{BB962C8B-B14F-4D97-AF65-F5344CB8AC3E}">
        <p14:creationId xmlns:p14="http://schemas.microsoft.com/office/powerpoint/2010/main" val="1036533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B7BD8B7-49A1-5D85-3D19-593C9370C0EC}"/>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73D6620E-DE49-7563-6D69-042969B7B1C6}"/>
              </a:ext>
            </a:extLst>
          </p:cNvPr>
          <p:cNvSpPr>
            <a:spLocks noGrp="1"/>
          </p:cNvSpPr>
          <p:nvPr>
            <p:ph type="sldNum" sz="quarter" idx="12"/>
          </p:nvPr>
        </p:nvSpPr>
        <p:spPr/>
        <p:txBody>
          <a:bodyPr/>
          <a:lstStyle/>
          <a:p>
            <a:fld id="{B6F15528-21DE-4FAA-801E-634DDDAF4B2B}" type="slidenum">
              <a:rPr lang="en-US" smtClean="0"/>
              <a:pPr/>
              <a:t>5</a:t>
            </a:fld>
            <a:endParaRPr lang="en-US"/>
          </a:p>
        </p:txBody>
      </p:sp>
      <p:sp>
        <p:nvSpPr>
          <p:cNvPr id="4" name="Title 3">
            <a:extLst>
              <a:ext uri="{FF2B5EF4-FFF2-40B4-BE49-F238E27FC236}">
                <a16:creationId xmlns:a16="http://schemas.microsoft.com/office/drawing/2014/main" id="{64C26FDD-821A-84C7-A2C5-75A2CCD20B38}"/>
              </a:ext>
            </a:extLst>
          </p:cNvPr>
          <p:cNvSpPr>
            <a:spLocks noGrp="1"/>
          </p:cNvSpPr>
          <p:nvPr>
            <p:ph type="title"/>
          </p:nvPr>
        </p:nvSpPr>
        <p:spPr/>
        <p:txBody>
          <a:bodyPr/>
          <a:lstStyle/>
          <a:p>
            <a:r>
              <a:rPr lang="en-IN" dirty="0"/>
              <a:t>Steps</a:t>
            </a:r>
          </a:p>
        </p:txBody>
      </p:sp>
      <p:sp>
        <p:nvSpPr>
          <p:cNvPr id="5" name="TextBox 4">
            <a:extLst>
              <a:ext uri="{FF2B5EF4-FFF2-40B4-BE49-F238E27FC236}">
                <a16:creationId xmlns:a16="http://schemas.microsoft.com/office/drawing/2014/main" id="{E91DC55A-AD9E-908F-424A-2BF83E381639}"/>
              </a:ext>
            </a:extLst>
          </p:cNvPr>
          <p:cNvSpPr txBox="1"/>
          <p:nvPr/>
        </p:nvSpPr>
        <p:spPr>
          <a:xfrm>
            <a:off x="228600" y="819150"/>
            <a:ext cx="8686800" cy="2985433"/>
          </a:xfrm>
          <a:prstGeom prst="rect">
            <a:avLst/>
          </a:prstGeom>
          <a:noFill/>
        </p:spPr>
        <p:txBody>
          <a:bodyPr wrap="square" rtlCol="0">
            <a:spAutoFit/>
          </a:bodyPr>
          <a:lstStyle/>
          <a:p>
            <a:pPr marL="342900" indent="-342900">
              <a:buAutoNum type="arabicPeriod"/>
            </a:pPr>
            <a:r>
              <a:rPr lang="en-IN" sz="1100" dirty="0"/>
              <a:t>Create a subscription (lite) for Cloud Transport Management and assign role to our user for TMS</a:t>
            </a:r>
          </a:p>
          <a:p>
            <a:pPr marL="342900" indent="-342900">
              <a:buAutoNum type="arabicPeriod"/>
            </a:pPr>
            <a:r>
              <a:rPr lang="en-IN" sz="1100" dirty="0"/>
              <a:t>Create a instance for Cloud Transport management</a:t>
            </a:r>
          </a:p>
          <a:p>
            <a:pPr marL="342900" indent="-342900">
              <a:buAutoNum type="arabicPeriod"/>
            </a:pPr>
            <a:r>
              <a:rPr lang="en-IN" sz="1100" dirty="0"/>
              <a:t>Create a service key for the instance created in step 2</a:t>
            </a:r>
          </a:p>
          <a:p>
            <a:pPr marL="342900" indent="-342900">
              <a:buAutoNum type="arabicPeriod"/>
            </a:pPr>
            <a:r>
              <a:rPr lang="en-IN" sz="1100" dirty="0"/>
              <a:t>Create spaces for quality as </a:t>
            </a:r>
            <a:r>
              <a:rPr lang="en-IN" sz="1100" dirty="0" err="1"/>
              <a:t>qlt</a:t>
            </a:r>
            <a:r>
              <a:rPr lang="en-IN" sz="1100" dirty="0"/>
              <a:t> and production as prod</a:t>
            </a:r>
          </a:p>
          <a:p>
            <a:pPr marL="342900" indent="-342900">
              <a:buAutoNum type="arabicPeriod"/>
            </a:pPr>
            <a:r>
              <a:rPr lang="en-IN" sz="1100" dirty="0"/>
              <a:t>Go inside each space, and note down the space id</a:t>
            </a:r>
          </a:p>
          <a:p>
            <a:r>
              <a:rPr lang="en-IN" sz="1100" dirty="0" err="1"/>
              <a:t>Qlt</a:t>
            </a:r>
            <a:r>
              <a:rPr lang="en-IN" sz="1100" dirty="0"/>
              <a:t> - eeb23cb1-5693-4ec5-ab8f-369ddd2b5d83</a:t>
            </a:r>
          </a:p>
          <a:p>
            <a:r>
              <a:rPr lang="en-IN" sz="1100" dirty="0"/>
              <a:t>Prod - 98a68cb3-1f15-4c58-962c-d88b8f66f67e</a:t>
            </a:r>
          </a:p>
          <a:p>
            <a:r>
              <a:rPr lang="en-IN" sz="1100" b="0" i="0" dirty="0">
                <a:solidFill>
                  <a:srgbClr val="333333"/>
                </a:solidFill>
                <a:effectLst/>
                <a:latin typeface="Monaco"/>
              </a:rPr>
              <a:t>https://deploy-service.cf.</a:t>
            </a:r>
            <a:r>
              <a:rPr lang="en-IN" sz="1100" b="0" i="1" dirty="0">
                <a:solidFill>
                  <a:srgbClr val="333333"/>
                </a:solidFill>
                <a:effectLst/>
                <a:latin typeface="Monaco"/>
              </a:rPr>
              <a:t>&lt;domain&gt;</a:t>
            </a:r>
            <a:r>
              <a:rPr lang="en-IN" sz="1100" b="0" i="0" dirty="0">
                <a:solidFill>
                  <a:srgbClr val="333333"/>
                </a:solidFill>
                <a:effectLst/>
                <a:latin typeface="Monaco"/>
              </a:rPr>
              <a:t>/slprot/</a:t>
            </a:r>
            <a:r>
              <a:rPr lang="en-IN" sz="1100" b="0" i="1" dirty="0">
                <a:solidFill>
                  <a:srgbClr val="333333"/>
                </a:solidFill>
                <a:effectLst/>
                <a:latin typeface="Monaco"/>
              </a:rPr>
              <a:t>&lt;my-space-guid&gt;</a:t>
            </a:r>
            <a:r>
              <a:rPr lang="en-IN" sz="1100" b="0" i="0" dirty="0">
                <a:solidFill>
                  <a:srgbClr val="333333"/>
                </a:solidFill>
                <a:effectLst/>
                <a:latin typeface="Monaco"/>
              </a:rPr>
              <a:t>/slp</a:t>
            </a:r>
          </a:p>
          <a:p>
            <a:r>
              <a:rPr lang="en-IN" sz="1100" b="0" i="0" dirty="0">
                <a:solidFill>
                  <a:srgbClr val="333333"/>
                </a:solidFill>
                <a:effectLst/>
                <a:latin typeface="Monaco"/>
              </a:rPr>
              <a:t>https://deploy-service.cf.</a:t>
            </a:r>
            <a:r>
              <a:rPr lang="en-IN" sz="1100" b="0" i="0" u="none" strike="noStrike" dirty="0">
                <a:solidFill>
                  <a:srgbClr val="0064D9"/>
                </a:solidFill>
                <a:effectLst/>
                <a:latin typeface="72" panose="020B0503030000000003" pitchFamily="34" charset="0"/>
                <a:hlinkClick r:id="rId2" tooltip="https://api.cf.us10-001.hana.ondemand.com"/>
              </a:rPr>
              <a:t> us10-001.hana.ondemand.com</a:t>
            </a:r>
            <a:r>
              <a:rPr lang="en-IN" sz="1100" b="0" i="0" dirty="0">
                <a:solidFill>
                  <a:srgbClr val="333333"/>
                </a:solidFill>
                <a:effectLst/>
                <a:latin typeface="Monaco"/>
              </a:rPr>
              <a:t>/</a:t>
            </a:r>
            <a:r>
              <a:rPr lang="en-IN" sz="1100" b="0" i="0" dirty="0" err="1">
                <a:solidFill>
                  <a:srgbClr val="333333"/>
                </a:solidFill>
                <a:effectLst/>
                <a:latin typeface="Monaco"/>
              </a:rPr>
              <a:t>slprot</a:t>
            </a:r>
            <a:r>
              <a:rPr lang="en-IN" sz="1100" b="0" i="0" dirty="0">
                <a:solidFill>
                  <a:srgbClr val="333333"/>
                </a:solidFill>
                <a:effectLst/>
                <a:latin typeface="Monaco"/>
              </a:rPr>
              <a:t>/</a:t>
            </a:r>
            <a:r>
              <a:rPr lang="en-IN" sz="1100" dirty="0"/>
              <a:t>eeb23cb1-5693-4ec5-ab8f-369ddd2b5d83</a:t>
            </a:r>
            <a:r>
              <a:rPr lang="en-IN" sz="1100" b="0" i="0" dirty="0">
                <a:solidFill>
                  <a:srgbClr val="333333"/>
                </a:solidFill>
                <a:effectLst/>
                <a:latin typeface="Monaco"/>
              </a:rPr>
              <a:t>/</a:t>
            </a:r>
            <a:r>
              <a:rPr lang="en-IN" sz="1100" b="0" i="0" dirty="0" err="1">
                <a:solidFill>
                  <a:srgbClr val="333333"/>
                </a:solidFill>
                <a:effectLst/>
                <a:latin typeface="Monaco"/>
              </a:rPr>
              <a:t>slp</a:t>
            </a:r>
            <a:endParaRPr lang="en-IN" sz="1100" b="0" i="0" dirty="0">
              <a:solidFill>
                <a:srgbClr val="333333"/>
              </a:solidFill>
              <a:effectLst/>
              <a:latin typeface="Monaco"/>
            </a:endParaRPr>
          </a:p>
          <a:p>
            <a:r>
              <a:rPr lang="en-IN" sz="1100" b="0" i="0" dirty="0">
                <a:solidFill>
                  <a:srgbClr val="333333"/>
                </a:solidFill>
                <a:effectLst/>
                <a:latin typeface="Monaco"/>
              </a:rPr>
              <a:t>https://deploy-service.cf.</a:t>
            </a:r>
            <a:r>
              <a:rPr lang="en-IN" sz="1100" b="0" i="0" u="none" strike="noStrike" dirty="0">
                <a:solidFill>
                  <a:srgbClr val="0064D9"/>
                </a:solidFill>
                <a:effectLst/>
                <a:latin typeface="72" panose="020B0503030000000003" pitchFamily="34" charset="0"/>
                <a:hlinkClick r:id="rId2" tooltip="https://api.cf.us10-001.hana.ondemand.com"/>
              </a:rPr>
              <a:t> us10-001.hana.ondemand.com</a:t>
            </a:r>
            <a:r>
              <a:rPr lang="en-IN" sz="1100" b="0" i="0" dirty="0">
                <a:solidFill>
                  <a:srgbClr val="333333"/>
                </a:solidFill>
                <a:effectLst/>
                <a:latin typeface="Monaco"/>
              </a:rPr>
              <a:t>/</a:t>
            </a:r>
            <a:r>
              <a:rPr lang="en-IN" sz="1100" b="0" i="0" dirty="0" err="1">
                <a:solidFill>
                  <a:srgbClr val="333333"/>
                </a:solidFill>
                <a:effectLst/>
                <a:latin typeface="Monaco"/>
              </a:rPr>
              <a:t>slprot</a:t>
            </a:r>
            <a:r>
              <a:rPr lang="en-IN" sz="1100" b="0" i="0" dirty="0">
                <a:solidFill>
                  <a:srgbClr val="333333"/>
                </a:solidFill>
                <a:effectLst/>
                <a:latin typeface="Monaco"/>
              </a:rPr>
              <a:t>/</a:t>
            </a:r>
            <a:r>
              <a:rPr lang="en-IN" sz="1100" dirty="0"/>
              <a:t>98a68cb3-1f15-4c58-962c-d88b8f66f67e</a:t>
            </a:r>
            <a:r>
              <a:rPr lang="en-IN" sz="1100" b="0" i="0" dirty="0">
                <a:solidFill>
                  <a:srgbClr val="333333"/>
                </a:solidFill>
                <a:effectLst/>
                <a:latin typeface="Monaco"/>
              </a:rPr>
              <a:t>/</a:t>
            </a:r>
            <a:r>
              <a:rPr lang="en-IN" sz="1100" b="0" i="0" dirty="0" err="1">
                <a:solidFill>
                  <a:srgbClr val="333333"/>
                </a:solidFill>
                <a:effectLst/>
                <a:latin typeface="Monaco"/>
              </a:rPr>
              <a:t>slp</a:t>
            </a:r>
            <a:endParaRPr lang="en-IN" sz="1100" dirty="0"/>
          </a:p>
          <a:p>
            <a:r>
              <a:rPr lang="en-IN" sz="1100" dirty="0"/>
              <a:t>6. Create destination according to the documentation </a:t>
            </a:r>
            <a:r>
              <a:rPr lang="en-IN" sz="1100" dirty="0">
                <a:hlinkClick r:id="rId3"/>
              </a:rPr>
              <a:t>here</a:t>
            </a:r>
            <a:endParaRPr lang="en-IN" sz="1100" dirty="0"/>
          </a:p>
          <a:p>
            <a:r>
              <a:rPr lang="en-IN" sz="1100" dirty="0"/>
              <a:t>7. Launch the Cloud transport cockpit and configure our landscape and route</a:t>
            </a:r>
          </a:p>
          <a:p>
            <a:r>
              <a:rPr lang="en-IN" sz="1400" dirty="0"/>
              <a:t>Phase 2</a:t>
            </a:r>
          </a:p>
          <a:p>
            <a:pPr marL="342900" indent="-342900">
              <a:buAutoNum type="arabicPeriod"/>
            </a:pPr>
            <a:r>
              <a:rPr lang="en-IN" sz="1400" dirty="0"/>
              <a:t>Create subscription for content agent service and assign role to our user</a:t>
            </a:r>
          </a:p>
          <a:p>
            <a:pPr marL="342900" indent="-342900">
              <a:buAutoNum type="arabicPeriod"/>
            </a:pPr>
            <a:r>
              <a:rPr lang="en-IN" sz="1400" dirty="0"/>
              <a:t>Create instance for content agent service and create a service key</a:t>
            </a:r>
          </a:p>
          <a:p>
            <a:pPr marL="342900" indent="-342900">
              <a:buAutoNum type="arabicPeriod"/>
            </a:pPr>
            <a:endParaRPr lang="en-IN" sz="1400" dirty="0"/>
          </a:p>
        </p:txBody>
      </p:sp>
    </p:spTree>
    <p:extLst>
      <p:ext uri="{BB962C8B-B14F-4D97-AF65-F5344CB8AC3E}">
        <p14:creationId xmlns:p14="http://schemas.microsoft.com/office/powerpoint/2010/main" val="12961911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16B62-F53A-A566-5663-82065FE5A74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7607F3A-87D4-B4C9-6D47-CA960EBA98F5}"/>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A7D44857-4222-E689-9AF5-C5960CBA9D45}"/>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6</a:t>
            </a:fld>
            <a:endParaRPr lang="en-US" dirty="0"/>
          </a:p>
        </p:txBody>
      </p:sp>
      <p:sp>
        <p:nvSpPr>
          <p:cNvPr id="5" name="Title 4">
            <a:extLst>
              <a:ext uri="{FF2B5EF4-FFF2-40B4-BE49-F238E27FC236}">
                <a16:creationId xmlns:a16="http://schemas.microsoft.com/office/drawing/2014/main" id="{84A6D4D1-91C1-3A78-8AEF-CE8C98314879}"/>
              </a:ext>
            </a:extLst>
          </p:cNvPr>
          <p:cNvSpPr>
            <a:spLocks noGrp="1"/>
          </p:cNvSpPr>
          <p:nvPr>
            <p:ph type="title"/>
          </p:nvPr>
        </p:nvSpPr>
        <p:spPr>
          <a:xfrm>
            <a:off x="76200" y="133350"/>
            <a:ext cx="8229600" cy="533401"/>
          </a:xfrm>
        </p:spPr>
        <p:txBody>
          <a:bodyPr/>
          <a:lstStyle/>
          <a:p>
            <a:r>
              <a:rPr lang="en-IN" sz="2500" dirty="0"/>
              <a:t>What is CMS (Content Management Service)</a:t>
            </a:r>
            <a:endParaRPr lang="en-IN" sz="2500" dirty="0">
              <a:latin typeface="Cooper Black" panose="0208090404030B020404" pitchFamily="18" charset="0"/>
            </a:endParaRPr>
          </a:p>
        </p:txBody>
      </p:sp>
      <p:sp>
        <p:nvSpPr>
          <p:cNvPr id="7" name="TextBox 6">
            <a:extLst>
              <a:ext uri="{FF2B5EF4-FFF2-40B4-BE49-F238E27FC236}">
                <a16:creationId xmlns:a16="http://schemas.microsoft.com/office/drawing/2014/main" id="{BDC3CF52-11B6-821C-FE30-DBA0D98BDF29}"/>
              </a:ext>
            </a:extLst>
          </p:cNvPr>
          <p:cNvSpPr txBox="1"/>
          <p:nvPr/>
        </p:nvSpPr>
        <p:spPr>
          <a:xfrm>
            <a:off x="4439974" y="1276350"/>
            <a:ext cx="4572000" cy="1477328"/>
          </a:xfrm>
          <a:prstGeom prst="rect">
            <a:avLst/>
          </a:prstGeom>
          <a:noFill/>
        </p:spPr>
        <p:txBody>
          <a:bodyPr wrap="square">
            <a:spAutoFit/>
          </a:bodyPr>
          <a:lstStyle/>
          <a:p>
            <a:r>
              <a:rPr lang="en-US" b="0" i="0" dirty="0">
                <a:solidFill>
                  <a:srgbClr val="333333"/>
                </a:solidFill>
                <a:effectLst/>
                <a:latin typeface="72" panose="020B0503030000000003" pitchFamily="34" charset="0"/>
              </a:rPr>
              <a:t>A tool that acts as a local agent and operates at sub account level for managing content operations for different SAP BTP services. This service is offered in overall contract with SAP BTP and is auto-entitled.</a:t>
            </a:r>
            <a:endParaRPr lang="en-IN" dirty="0"/>
          </a:p>
        </p:txBody>
      </p:sp>
      <p:pic>
        <p:nvPicPr>
          <p:cNvPr id="2050" name="Picture 2">
            <a:extLst>
              <a:ext uri="{FF2B5EF4-FFF2-40B4-BE49-F238E27FC236}">
                <a16:creationId xmlns:a16="http://schemas.microsoft.com/office/drawing/2014/main" id="{00EED535-D4F3-34CB-31B0-1AEE581C3E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586271"/>
            <a:ext cx="3624262" cy="23117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6026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113D0-7A48-D203-D925-640FF9CCC47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D8E8B7E-86B7-52EE-5AF7-C5CD2479DDEE}"/>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8BD3A57F-A7D4-0CC3-2774-B8B4A2C6FC10}"/>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7</a:t>
            </a:fld>
            <a:endParaRPr lang="en-US" dirty="0"/>
          </a:p>
        </p:txBody>
      </p:sp>
      <p:sp>
        <p:nvSpPr>
          <p:cNvPr id="5" name="Title 4">
            <a:extLst>
              <a:ext uri="{FF2B5EF4-FFF2-40B4-BE49-F238E27FC236}">
                <a16:creationId xmlns:a16="http://schemas.microsoft.com/office/drawing/2014/main" id="{5FA470C4-1016-733D-297D-DB3B3B98D17C}"/>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Setting up CAS </a:t>
            </a:r>
          </a:p>
        </p:txBody>
      </p:sp>
      <p:sp>
        <p:nvSpPr>
          <p:cNvPr id="2" name="TextBox 1">
            <a:extLst>
              <a:ext uri="{FF2B5EF4-FFF2-40B4-BE49-F238E27FC236}">
                <a16:creationId xmlns:a16="http://schemas.microsoft.com/office/drawing/2014/main" id="{11091CC5-120D-4E89-377B-4C627CFED8A7}"/>
              </a:ext>
            </a:extLst>
          </p:cNvPr>
          <p:cNvSpPr txBox="1"/>
          <p:nvPr/>
        </p:nvSpPr>
        <p:spPr>
          <a:xfrm>
            <a:off x="152400" y="971549"/>
            <a:ext cx="8839200" cy="4069557"/>
          </a:xfrm>
          <a:prstGeom prst="rect">
            <a:avLst/>
          </a:prstGeom>
        </p:spPr>
        <p:txBody>
          <a:bodyPr vert="horz" lIns="91440" tIns="45720" rIns="91440" bIns="45720" rtlCol="0">
            <a:normAutofit/>
          </a:bodyPr>
          <a:lstStyle/>
          <a:p>
            <a:pPr algn="just">
              <a:buNone/>
            </a:pPr>
            <a:r>
              <a:rPr lang="en-US" sz="1400" b="0" i="0" dirty="0">
                <a:solidFill>
                  <a:srgbClr val="333333"/>
                </a:solidFill>
                <a:effectLst/>
                <a:latin typeface="Arial" panose="020B0604020202020204" pitchFamily="34" charset="0"/>
              </a:rPr>
              <a:t>In addition to the SAP BTP BUILD platform, the source tenant also requires an instance of the Content Agent Service (CAS) to work with the CTMS. </a:t>
            </a:r>
          </a:p>
          <a:p>
            <a:pPr algn="just">
              <a:buNone/>
            </a:pPr>
            <a:endParaRPr lang="en-US" sz="1400" dirty="0">
              <a:solidFill>
                <a:srgbClr val="333333"/>
              </a:solidFill>
              <a:latin typeface="Arial" panose="020B0604020202020204" pitchFamily="34" charset="0"/>
            </a:endParaRPr>
          </a:p>
          <a:p>
            <a:pPr algn="just">
              <a:buNone/>
            </a:pPr>
            <a:r>
              <a:rPr lang="en-US" sz="1400" b="0" i="0" dirty="0">
                <a:solidFill>
                  <a:srgbClr val="333333"/>
                </a:solidFill>
                <a:effectLst/>
                <a:latin typeface="Arial" panose="020B0604020202020204" pitchFamily="34" charset="0"/>
              </a:rPr>
              <a:t>The CAS serves as a link between BUILD content and the CTMS, providing the necessary functionality to export and import the content from and to the CTMS.</a:t>
            </a:r>
          </a:p>
          <a:p>
            <a:pPr algn="just">
              <a:buNone/>
            </a:pPr>
            <a:endParaRPr lang="en-US" sz="1400" b="0" i="0" dirty="0">
              <a:solidFill>
                <a:srgbClr val="333333"/>
              </a:solidFill>
              <a:effectLst/>
              <a:latin typeface="Arial" panose="020B0604020202020204" pitchFamily="34" charset="0"/>
            </a:endParaRPr>
          </a:p>
          <a:p>
            <a:pPr algn="just"/>
            <a:r>
              <a:rPr lang="en-US" sz="1400" b="0" i="0" dirty="0">
                <a:solidFill>
                  <a:srgbClr val="333333"/>
                </a:solidFill>
                <a:effectLst/>
                <a:latin typeface="Arial" panose="020B0604020202020204" pitchFamily="34" charset="0"/>
              </a:rPr>
              <a:t>To set up the CAS in the source tenant, you'll need to create an instance of the Content Agent Service in the subaccount. </a:t>
            </a:r>
          </a:p>
          <a:p>
            <a:pPr algn="just"/>
            <a:endParaRPr lang="en-US" sz="1400" dirty="0">
              <a:solidFill>
                <a:srgbClr val="333333"/>
              </a:solidFill>
              <a:latin typeface="Arial" panose="020B0604020202020204" pitchFamily="34" charset="0"/>
            </a:endParaRPr>
          </a:p>
          <a:p>
            <a:pPr algn="just"/>
            <a:r>
              <a:rPr lang="en-US" sz="1400" b="0" i="0" dirty="0">
                <a:solidFill>
                  <a:srgbClr val="333333"/>
                </a:solidFill>
                <a:effectLst/>
                <a:latin typeface="Arial" panose="020B0604020202020204" pitchFamily="34" charset="0"/>
              </a:rPr>
              <a:t>You can find detailed information on how to create an instance of the Content Agent Service in the SAP Help page on this link:</a:t>
            </a:r>
          </a:p>
          <a:p>
            <a:pPr algn="just"/>
            <a:endParaRPr lang="en-US" sz="1400" u="none" strike="noStrike" dirty="0">
              <a:solidFill>
                <a:srgbClr val="333333"/>
              </a:solidFill>
              <a:latin typeface="Arial" panose="020B0604020202020204" pitchFamily="34" charset="0"/>
              <a:hlinkClick r:id="rId2"/>
            </a:endParaRPr>
          </a:p>
          <a:p>
            <a:pPr algn="just"/>
            <a:r>
              <a:rPr lang="en-US" sz="1400" b="0" i="0" u="none" strike="noStrike" dirty="0">
                <a:solidFill>
                  <a:srgbClr val="009EB8"/>
                </a:solidFill>
                <a:effectLst/>
                <a:latin typeface="Helvetica Neue Light"/>
                <a:hlinkClick r:id="rId2"/>
              </a:rPr>
              <a:t>https://help.sap.com/docs/CONTENT_AGENT_SERVICE/ae1a4f2d150d468d9ff56e13f9898e07/15406a06dfac4c1fabd7845c703773ba.html</a:t>
            </a:r>
            <a:r>
              <a:rPr lang="en-US" sz="1400" b="0" i="0" dirty="0">
                <a:solidFill>
                  <a:srgbClr val="333333"/>
                </a:solidFill>
                <a:effectLst/>
                <a:latin typeface="Arial" panose="020B0604020202020204" pitchFamily="34" charset="0"/>
              </a:rPr>
              <a:t>.</a:t>
            </a:r>
          </a:p>
        </p:txBody>
      </p:sp>
    </p:spTree>
    <p:extLst>
      <p:ext uri="{BB962C8B-B14F-4D97-AF65-F5344CB8AC3E}">
        <p14:creationId xmlns:p14="http://schemas.microsoft.com/office/powerpoint/2010/main" val="3721495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D9F74-5844-DF29-B5EB-B692A53B7D9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53F516C-4098-1777-2D50-EF8630F31332}"/>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F96AA869-5A8A-42EB-D92F-ED48941E5AE0}"/>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8</a:t>
            </a:fld>
            <a:endParaRPr lang="en-US" dirty="0"/>
          </a:p>
        </p:txBody>
      </p:sp>
      <p:sp>
        <p:nvSpPr>
          <p:cNvPr id="5" name="Title 4">
            <a:extLst>
              <a:ext uri="{FF2B5EF4-FFF2-40B4-BE49-F238E27FC236}">
                <a16:creationId xmlns:a16="http://schemas.microsoft.com/office/drawing/2014/main" id="{27DB8A80-08DE-3F42-1B8D-2C0C924D5DBE}"/>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Create destination to TMS</a:t>
            </a:r>
          </a:p>
        </p:txBody>
      </p:sp>
      <p:sp>
        <p:nvSpPr>
          <p:cNvPr id="2" name="TextBox 1">
            <a:extLst>
              <a:ext uri="{FF2B5EF4-FFF2-40B4-BE49-F238E27FC236}">
                <a16:creationId xmlns:a16="http://schemas.microsoft.com/office/drawing/2014/main" id="{2D9A4CA3-E78C-4CE5-56AC-B6DE18A72C79}"/>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solidFill>
                  <a:srgbClr val="333333"/>
                </a:solidFill>
                <a:effectLst/>
                <a:latin typeface="Arial" panose="020B0604020202020204" pitchFamily="34" charset="0"/>
              </a:rPr>
              <a:t>Once you have created the CAS instance, you'll need to create a new destination with the name "</a:t>
            </a:r>
            <a:r>
              <a:rPr lang="en-US" sz="1400" b="0" i="0" dirty="0" err="1">
                <a:solidFill>
                  <a:srgbClr val="333333"/>
                </a:solidFill>
                <a:effectLst/>
                <a:latin typeface="Arial" panose="020B0604020202020204" pitchFamily="34" charset="0"/>
              </a:rPr>
              <a:t>TransportManagementService</a:t>
            </a:r>
            <a:r>
              <a:rPr lang="en-US" sz="1400" b="0" i="0" dirty="0">
                <a:solidFill>
                  <a:srgbClr val="333333"/>
                </a:solidFill>
                <a:effectLst/>
                <a:latin typeface="Arial" panose="020B0604020202020204" pitchFamily="34" charset="0"/>
              </a:rPr>
              <a:t>". </a:t>
            </a:r>
          </a:p>
          <a:p>
            <a:pPr>
              <a:spcBef>
                <a:spcPct val="20000"/>
              </a:spcBef>
              <a:buFont typeface="Arial" pitchFamily="34" charset="0"/>
            </a:pPr>
            <a:endParaRPr lang="en-US" sz="1400" dirty="0">
              <a:solidFill>
                <a:srgbClr val="333333"/>
              </a:solidFill>
              <a:latin typeface="Arial" panose="020B0604020202020204" pitchFamily="34" charset="0"/>
            </a:endParaRPr>
          </a:p>
          <a:p>
            <a:pPr>
              <a:spcBef>
                <a:spcPct val="20000"/>
              </a:spcBef>
              <a:buFont typeface="Arial" pitchFamily="34" charset="0"/>
            </a:pPr>
            <a:r>
              <a:rPr lang="en-US" sz="1400" b="0" i="0" dirty="0">
                <a:solidFill>
                  <a:srgbClr val="333333"/>
                </a:solidFill>
                <a:effectLst/>
                <a:latin typeface="Arial" panose="020B0604020202020204" pitchFamily="34" charset="0"/>
              </a:rPr>
              <a:t>This destination serves as a connection to the CTMS instance. You can create this destination in the SAP BTP Cockpit by navigating to your subaccount and selecting "Destinations" from the left-hand menu. Detailed info can be found here: </a:t>
            </a:r>
          </a:p>
          <a:p>
            <a:pPr>
              <a:spcBef>
                <a:spcPct val="20000"/>
              </a:spcBef>
              <a:buFont typeface="Arial" pitchFamily="34" charset="0"/>
            </a:pPr>
            <a:endParaRPr lang="en-US" sz="1400" u="none" strike="noStrike" dirty="0">
              <a:solidFill>
                <a:srgbClr val="333333"/>
              </a:solidFill>
              <a:latin typeface="Arial" panose="020B0604020202020204" pitchFamily="34" charset="0"/>
              <a:hlinkClick r:id="rId2"/>
            </a:endParaRPr>
          </a:p>
          <a:p>
            <a:pPr>
              <a:spcBef>
                <a:spcPct val="20000"/>
              </a:spcBef>
              <a:buFont typeface="Arial" pitchFamily="34" charset="0"/>
            </a:pPr>
            <a:r>
              <a:rPr lang="en-US" sz="1400" b="0" i="0" u="none" strike="noStrike" dirty="0">
                <a:solidFill>
                  <a:srgbClr val="009EB8"/>
                </a:solidFill>
                <a:effectLst/>
                <a:latin typeface="Helvetica Neue Light"/>
                <a:hlinkClick r:id="rId2"/>
              </a:rPr>
              <a:t>https://help.sap.com/docs/CONTENT_AGENT_SERVICE/ae1a4f2d150d468d9ff56e13f9898e07/eed66f35f9d148c8ae5b2d46ff097d8c.html</a:t>
            </a:r>
            <a:endParaRPr lang="en-US" sz="1400" dirty="0"/>
          </a:p>
        </p:txBody>
      </p:sp>
    </p:spTree>
    <p:extLst>
      <p:ext uri="{BB962C8B-B14F-4D97-AF65-F5344CB8AC3E}">
        <p14:creationId xmlns:p14="http://schemas.microsoft.com/office/powerpoint/2010/main" val="3438378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452E9-00BA-1932-A693-91CE7340CE2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79385AF-6F72-F4A7-D972-A158D9FAACC0}"/>
              </a:ext>
            </a:extLst>
          </p:cNvPr>
          <p:cNvSpPr>
            <a:spLocks noGrp="1"/>
          </p:cNvSpPr>
          <p:nvPr>
            <p:ph type="ftr" sz="quarter" idx="11"/>
          </p:nvPr>
        </p:nvSpPr>
        <p:spPr/>
        <p:txBody>
          <a:bodyPr/>
          <a:lstStyle/>
          <a:p>
            <a:r>
              <a:rPr lang="en-US"/>
              <a:t>www.anubhavtrainings.com</a:t>
            </a:r>
            <a:endParaRPr lang="en-US" dirty="0"/>
          </a:p>
        </p:txBody>
      </p:sp>
      <p:sp>
        <p:nvSpPr>
          <p:cNvPr id="4" name="Slide Number Placeholder 3">
            <a:extLst>
              <a:ext uri="{FF2B5EF4-FFF2-40B4-BE49-F238E27FC236}">
                <a16:creationId xmlns:a16="http://schemas.microsoft.com/office/drawing/2014/main" id="{A5DBDF66-DB21-C107-F9D2-E5CDD0554C17}"/>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9</a:t>
            </a:fld>
            <a:endParaRPr lang="en-US" dirty="0"/>
          </a:p>
        </p:txBody>
      </p:sp>
      <p:sp>
        <p:nvSpPr>
          <p:cNvPr id="5" name="Title 4">
            <a:extLst>
              <a:ext uri="{FF2B5EF4-FFF2-40B4-BE49-F238E27FC236}">
                <a16:creationId xmlns:a16="http://schemas.microsoft.com/office/drawing/2014/main" id="{A65F4437-0761-3A88-72E6-42B97BE1661A}"/>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The Process</a:t>
            </a:r>
          </a:p>
        </p:txBody>
      </p:sp>
      <p:pic>
        <p:nvPicPr>
          <p:cNvPr id="1026" name="Picture 2">
            <a:extLst>
              <a:ext uri="{FF2B5EF4-FFF2-40B4-BE49-F238E27FC236}">
                <a16:creationId xmlns:a16="http://schemas.microsoft.com/office/drawing/2014/main" id="{2F8D632D-784D-984C-65BF-13B9F3CA44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327150"/>
            <a:ext cx="9144000" cy="248761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DD7C4C2-0D98-49B7-3715-92BCF5CFA981}"/>
              </a:ext>
            </a:extLst>
          </p:cNvPr>
          <p:cNvSpPr txBox="1"/>
          <p:nvPr/>
        </p:nvSpPr>
        <p:spPr>
          <a:xfrm>
            <a:off x="152400" y="3638550"/>
            <a:ext cx="4572000" cy="923330"/>
          </a:xfrm>
          <a:prstGeom prst="rect">
            <a:avLst/>
          </a:prstGeom>
          <a:noFill/>
        </p:spPr>
        <p:txBody>
          <a:bodyPr wrap="square">
            <a:spAutoFit/>
          </a:bodyPr>
          <a:lstStyle/>
          <a:p>
            <a:r>
              <a:rPr lang="en-IN" dirty="0"/>
              <a:t>https://help.sap.com/docs/content-agent-service/user-guide/create-target-node-destination</a:t>
            </a:r>
          </a:p>
        </p:txBody>
      </p:sp>
    </p:spTree>
    <p:extLst>
      <p:ext uri="{BB962C8B-B14F-4D97-AF65-F5344CB8AC3E}">
        <p14:creationId xmlns:p14="http://schemas.microsoft.com/office/powerpoint/2010/main" val="43814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0EE7F-E514-30CF-A0FE-13000C06691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0B8AEB6-816B-6421-51F8-0FB021CEEEEB}"/>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92DE6FD0-70C0-6E3B-36CB-4BAE00AE86DD}"/>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10</a:t>
            </a:fld>
            <a:endParaRPr lang="en-US" dirty="0"/>
          </a:p>
        </p:txBody>
      </p:sp>
      <p:sp>
        <p:nvSpPr>
          <p:cNvPr id="5" name="Title 4">
            <a:extLst>
              <a:ext uri="{FF2B5EF4-FFF2-40B4-BE49-F238E27FC236}">
                <a16:creationId xmlns:a16="http://schemas.microsoft.com/office/drawing/2014/main" id="{320B83AE-DAEF-3FF0-D2D0-D736F0001817}"/>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What is Build Apps?</a:t>
            </a:r>
          </a:p>
        </p:txBody>
      </p:sp>
      <p:sp>
        <p:nvSpPr>
          <p:cNvPr id="2" name="TextBox 1">
            <a:extLst>
              <a:ext uri="{FF2B5EF4-FFF2-40B4-BE49-F238E27FC236}">
                <a16:creationId xmlns:a16="http://schemas.microsoft.com/office/drawing/2014/main" id="{9A7C0E8A-37FF-B256-11B5-96411186DD48}"/>
              </a:ext>
            </a:extLst>
          </p:cNvPr>
          <p:cNvSpPr txBox="1"/>
          <p:nvPr/>
        </p:nvSpPr>
        <p:spPr>
          <a:xfrm>
            <a:off x="189756" y="1092385"/>
            <a:ext cx="8801844" cy="584775"/>
          </a:xfrm>
          <a:prstGeom prst="rect">
            <a:avLst/>
          </a:prstGeom>
          <a:noFill/>
        </p:spPr>
        <p:txBody>
          <a:bodyPr wrap="square" rtlCol="0">
            <a:spAutoFit/>
          </a:bodyPr>
          <a:lstStyle/>
          <a:p>
            <a:r>
              <a:rPr lang="en-US" sz="1600" b="0" i="0" dirty="0">
                <a:solidFill>
                  <a:srgbClr val="223548"/>
                </a:solidFill>
                <a:effectLst/>
                <a:latin typeface="72 Brand Variable"/>
              </a:rPr>
              <a:t>SAP Build Apps is an AI-infused professional application development solution designed for anyone to quickly create apps without code regardless of role or skill level.</a:t>
            </a:r>
            <a:endParaRPr lang="en-IN" sz="1600" dirty="0"/>
          </a:p>
        </p:txBody>
      </p:sp>
      <p:pic>
        <p:nvPicPr>
          <p:cNvPr id="7" name="Picture 6">
            <a:extLst>
              <a:ext uri="{FF2B5EF4-FFF2-40B4-BE49-F238E27FC236}">
                <a16:creationId xmlns:a16="http://schemas.microsoft.com/office/drawing/2014/main" id="{76BE1B0A-95B0-EF9F-7684-EA4FA264E171}"/>
              </a:ext>
            </a:extLst>
          </p:cNvPr>
          <p:cNvPicPr>
            <a:picLocks noChangeAspect="1"/>
          </p:cNvPicPr>
          <p:nvPr/>
        </p:nvPicPr>
        <p:blipFill>
          <a:blip r:embed="rId2"/>
          <a:stretch>
            <a:fillRect/>
          </a:stretch>
        </p:blipFill>
        <p:spPr>
          <a:xfrm>
            <a:off x="0" y="1722561"/>
            <a:ext cx="9144000" cy="2310319"/>
          </a:xfrm>
          <a:prstGeom prst="rect">
            <a:avLst/>
          </a:prstGeom>
        </p:spPr>
      </p:pic>
    </p:spTree>
    <p:extLst>
      <p:ext uri="{BB962C8B-B14F-4D97-AF65-F5344CB8AC3E}">
        <p14:creationId xmlns:p14="http://schemas.microsoft.com/office/powerpoint/2010/main" val="2809880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DBB92-0448-10F1-FA6A-1DB07C3435D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12F512E-4323-5FFE-F414-58920DD3EAE6}"/>
              </a:ext>
            </a:extLst>
          </p:cNvPr>
          <p:cNvSpPr>
            <a:spLocks noGrp="1"/>
          </p:cNvSpPr>
          <p:nvPr>
            <p:ph type="title"/>
          </p:nvPr>
        </p:nvSpPr>
        <p:spPr>
          <a:xfrm>
            <a:off x="457200" y="157637"/>
            <a:ext cx="4876800" cy="661513"/>
          </a:xfrm>
        </p:spPr>
        <p:txBody>
          <a:bodyPr anchor="b">
            <a:noAutofit/>
          </a:bodyPr>
          <a:lstStyle/>
          <a:p>
            <a:r>
              <a:rPr lang="en-US" sz="2400" b="1" kern="1200" dirty="0">
                <a:latin typeface="Cooper Black" panose="0208090404030B020404" pitchFamily="18" charset="0"/>
              </a:rPr>
              <a:t>Core Capabilities?</a:t>
            </a:r>
          </a:p>
        </p:txBody>
      </p:sp>
      <p:sp>
        <p:nvSpPr>
          <p:cNvPr id="6" name="TextBox 5">
            <a:extLst>
              <a:ext uri="{FF2B5EF4-FFF2-40B4-BE49-F238E27FC236}">
                <a16:creationId xmlns:a16="http://schemas.microsoft.com/office/drawing/2014/main" id="{5A3F413B-EFF8-C4B5-F722-AE70853A02F1}"/>
              </a:ext>
            </a:extLst>
          </p:cNvPr>
          <p:cNvSpPr txBox="1"/>
          <p:nvPr/>
        </p:nvSpPr>
        <p:spPr>
          <a:xfrm>
            <a:off x="427861" y="1052911"/>
            <a:ext cx="3838116" cy="4011932"/>
          </a:xfrm>
          <a:prstGeom prst="rect">
            <a:avLst/>
          </a:prstGeom>
        </p:spPr>
        <p:txBody>
          <a:bodyPr vert="horz" lIns="91440" tIns="45720" rIns="91440" bIns="45720" rtlCol="0">
            <a:noAutofit/>
          </a:bodyPr>
          <a:lstStyle/>
          <a:p>
            <a:pPr algn="just" fontAlgn="base"/>
            <a:r>
              <a:rPr lang="en-US" sz="1100" b="1" dirty="0"/>
              <a:t>Build Visually – </a:t>
            </a:r>
            <a:r>
              <a:rPr lang="en-US" sz="1100" dirty="0"/>
              <a:t>SAP Build Capabilities enable customers to build visually, using drag-and-drop tools and intuitive interfaces. This allows users to quickly and easily design, configure, and deploy applications with no coding. By leveraging the SAP Build capabilities, customers can quickly create rich, interactive applications that streamline business processes, drive greater efficiency, and reduce operational costs. The tools are designed to be easy to use and are backed by a comprehensive library of pre-configured components, integration APIs, and data connectors.</a:t>
            </a:r>
          </a:p>
          <a:p>
            <a:pPr algn="just" fontAlgn="base"/>
            <a:endParaRPr lang="en-US" sz="1100" dirty="0"/>
          </a:p>
          <a:p>
            <a:pPr algn="just" fontAlgn="base"/>
            <a:r>
              <a:rPr lang="en-US" sz="1100" b="1" dirty="0"/>
              <a:t>Integrate Seamlessly – </a:t>
            </a:r>
            <a:r>
              <a:rPr lang="en-US" sz="1100" dirty="0"/>
              <a:t>SAP Build capabilities help customers integrate their SAP solutions, applications, and systems with each other and with other systems and applications.</a:t>
            </a:r>
          </a:p>
          <a:p>
            <a:pPr algn="just" fontAlgn="base"/>
            <a:endParaRPr lang="en-US" sz="1100" dirty="0"/>
          </a:p>
          <a:p>
            <a:pPr algn="just" fontAlgn="base"/>
            <a:r>
              <a:rPr lang="en-US" sz="1100" b="1" dirty="0"/>
              <a:t>Collaborate Effectively –  </a:t>
            </a:r>
            <a:r>
              <a:rPr lang="en-US" sz="1100" dirty="0"/>
              <a:t>With its feature of seamless integration, SAP Build helps businesses leverage technologies like cloud-based tools with development teams to establish communication protocols like lifecycle management and built-in governance.</a:t>
            </a:r>
          </a:p>
        </p:txBody>
      </p:sp>
      <p:sp>
        <p:nvSpPr>
          <p:cNvPr id="3" name="Footer Placeholder 2">
            <a:extLst>
              <a:ext uri="{FF2B5EF4-FFF2-40B4-BE49-F238E27FC236}">
                <a16:creationId xmlns:a16="http://schemas.microsoft.com/office/drawing/2014/main" id="{1323F023-5153-4873-8349-333A1B64F85A}"/>
              </a:ext>
            </a:extLst>
          </p:cNvPr>
          <p:cNvSpPr>
            <a:spLocks noGrp="1"/>
          </p:cNvSpPr>
          <p:nvPr>
            <p:ph type="ftr" sz="quarter" idx="11"/>
          </p:nvPr>
        </p:nvSpPr>
        <p:spPr>
          <a:xfrm>
            <a:off x="3124200" y="4767263"/>
            <a:ext cx="2895600" cy="273844"/>
          </a:xfrm>
        </p:spPr>
        <p:txBody>
          <a:bodyPr vert="horz" lIns="91440" tIns="45720" rIns="91440" bIns="45720" rtlCol="0" anchor="ctr">
            <a:normAutofit/>
          </a:bodyPr>
          <a:lstStyle/>
          <a:p>
            <a:pPr>
              <a:lnSpc>
                <a:spcPct val="90000"/>
              </a:lnSpc>
              <a:spcAft>
                <a:spcPts val="600"/>
              </a:spcAft>
            </a:pPr>
            <a:r>
              <a:rPr lang="en-US" kern="1200">
                <a:latin typeface="+mn-lt"/>
                <a:ea typeface="+mn-ea"/>
                <a:cs typeface="+mn-cs"/>
              </a:rPr>
              <a:t>www.anubhavtrainings.com</a:t>
            </a:r>
          </a:p>
        </p:txBody>
      </p:sp>
      <p:sp>
        <p:nvSpPr>
          <p:cNvPr id="4" name="Slide Number Placeholder 3">
            <a:extLst>
              <a:ext uri="{FF2B5EF4-FFF2-40B4-BE49-F238E27FC236}">
                <a16:creationId xmlns:a16="http://schemas.microsoft.com/office/drawing/2014/main" id="{FAA42F60-A368-C0CC-8092-292F67DD5626}"/>
              </a:ext>
            </a:extLst>
          </p:cNvPr>
          <p:cNvSpPr>
            <a:spLocks noGrp="1"/>
          </p:cNvSpPr>
          <p:nvPr>
            <p:ph type="sldNum" sz="quarter" idx="12"/>
          </p:nvPr>
        </p:nvSpPr>
        <p:spPr>
          <a:xfrm>
            <a:off x="6553200" y="4767263"/>
            <a:ext cx="2133600" cy="273844"/>
          </a:xfrm>
        </p:spPr>
        <p:txBody>
          <a:bodyPr vert="horz" lIns="91440" tIns="45720" rIns="91440" bIns="45720" rtlCol="0" anchor="ctr">
            <a:normAutofit/>
          </a:bodyPr>
          <a:lstStyle/>
          <a:p>
            <a:pPr>
              <a:lnSpc>
                <a:spcPct val="90000"/>
              </a:lnSpc>
              <a:spcAft>
                <a:spcPts val="600"/>
              </a:spcAft>
            </a:pPr>
            <a:fld id="{B6F15528-21DE-4FAA-801E-634DDDAF4B2B}" type="slidenum">
              <a:rPr lang="en-US" smtClean="0"/>
              <a:pPr>
                <a:lnSpc>
                  <a:spcPct val="90000"/>
                </a:lnSpc>
                <a:spcAft>
                  <a:spcPts val="600"/>
                </a:spcAft>
              </a:pPr>
              <a:t>11</a:t>
            </a:fld>
            <a:endParaRPr lang="en-US"/>
          </a:p>
        </p:txBody>
      </p:sp>
      <p:pic>
        <p:nvPicPr>
          <p:cNvPr id="2050" name="Picture 2">
            <a:extLst>
              <a:ext uri="{FF2B5EF4-FFF2-40B4-BE49-F238E27FC236}">
                <a16:creationId xmlns:a16="http://schemas.microsoft.com/office/drawing/2014/main" id="{E6C5C3CF-D3AF-842C-ADD4-D11C6DD1B88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57499" y="1591014"/>
            <a:ext cx="4786501" cy="2299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34478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8FA44-B90E-5854-33A6-502174D962B7}"/>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DBD07853-4EED-E16F-DEC4-F7A3AF32A4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b="12388"/>
          <a:stretch/>
        </p:blipFill>
        <p:spPr bwMode="auto">
          <a:xfrm>
            <a:off x="457200" y="971550"/>
            <a:ext cx="8229600" cy="3623073"/>
          </a:xfrm>
          <a:prstGeom prst="rect">
            <a:avLst/>
          </a:prstGeom>
          <a:solidFill>
            <a:srgbClr val="FFFFFF"/>
          </a:solidFill>
        </p:spPr>
      </p:pic>
      <p:sp>
        <p:nvSpPr>
          <p:cNvPr id="3" name="Footer Placeholder 2">
            <a:extLst>
              <a:ext uri="{FF2B5EF4-FFF2-40B4-BE49-F238E27FC236}">
                <a16:creationId xmlns:a16="http://schemas.microsoft.com/office/drawing/2014/main" id="{8B0760AA-32FC-1251-13BD-651DE358BB09}"/>
              </a:ext>
            </a:extLst>
          </p:cNvPr>
          <p:cNvSpPr>
            <a:spLocks noGrp="1"/>
          </p:cNvSpPr>
          <p:nvPr>
            <p:ph type="ftr" sz="quarter" idx="11"/>
          </p:nvPr>
        </p:nvSpPr>
        <p:spPr>
          <a:xfrm>
            <a:off x="3124200" y="4767263"/>
            <a:ext cx="2895600" cy="273844"/>
          </a:xfrm>
        </p:spPr>
        <p:txBody>
          <a:bodyPr vert="horz" lIns="91440" tIns="45720" rIns="91440" bIns="45720" rtlCol="0" anchor="ctr">
            <a:normAutofit/>
          </a:bodyPr>
          <a:lstStyle/>
          <a:p>
            <a:pPr>
              <a:lnSpc>
                <a:spcPct val="90000"/>
              </a:lnSpc>
              <a:spcAft>
                <a:spcPts val="600"/>
              </a:spcAft>
            </a:pPr>
            <a:r>
              <a:rPr lang="en-US" kern="1200"/>
              <a:t>www.anubhavtrainings.com</a:t>
            </a:r>
          </a:p>
        </p:txBody>
      </p:sp>
      <p:sp>
        <p:nvSpPr>
          <p:cNvPr id="4" name="Slide Number Placeholder 3">
            <a:extLst>
              <a:ext uri="{FF2B5EF4-FFF2-40B4-BE49-F238E27FC236}">
                <a16:creationId xmlns:a16="http://schemas.microsoft.com/office/drawing/2014/main" id="{E36DD710-0733-E16F-5FA1-FA563FB9854B}"/>
              </a:ext>
            </a:extLst>
          </p:cNvPr>
          <p:cNvSpPr>
            <a:spLocks noGrp="1"/>
          </p:cNvSpPr>
          <p:nvPr>
            <p:ph type="sldNum" sz="quarter" idx="12"/>
          </p:nvPr>
        </p:nvSpPr>
        <p:spPr>
          <a:xfrm>
            <a:off x="457200" y="4767263"/>
            <a:ext cx="2133600" cy="273844"/>
          </a:xfrm>
        </p:spPr>
        <p:txBody>
          <a:bodyPr vert="horz" lIns="91440" tIns="45720" rIns="91440" bIns="45720" rtlCol="0" anchor="ctr">
            <a:normAutofit/>
          </a:bodyPr>
          <a:lstStyle/>
          <a:p>
            <a:pPr>
              <a:lnSpc>
                <a:spcPct val="90000"/>
              </a:lnSpc>
              <a:spcAft>
                <a:spcPts val="600"/>
              </a:spcAft>
            </a:pPr>
            <a:fld id="{B6F15528-21DE-4FAA-801E-634DDDAF4B2B}" type="slidenum">
              <a:rPr lang="en-US" smtClean="0"/>
              <a:pPr>
                <a:lnSpc>
                  <a:spcPct val="90000"/>
                </a:lnSpc>
                <a:spcAft>
                  <a:spcPts val="600"/>
                </a:spcAft>
              </a:pPr>
              <a:t>12</a:t>
            </a:fld>
            <a:endParaRPr lang="en-US"/>
          </a:p>
        </p:txBody>
      </p:sp>
      <p:sp>
        <p:nvSpPr>
          <p:cNvPr id="5" name="Title 4">
            <a:extLst>
              <a:ext uri="{FF2B5EF4-FFF2-40B4-BE49-F238E27FC236}">
                <a16:creationId xmlns:a16="http://schemas.microsoft.com/office/drawing/2014/main" id="{F97ED2CB-E0FF-588B-9D00-4E25739A7A6A}"/>
              </a:ext>
            </a:extLst>
          </p:cNvPr>
          <p:cNvSpPr>
            <a:spLocks noGrp="1"/>
          </p:cNvSpPr>
          <p:nvPr>
            <p:ph type="title"/>
          </p:nvPr>
        </p:nvSpPr>
        <p:spPr>
          <a:xfrm>
            <a:off x="457200" y="438150"/>
            <a:ext cx="8229600" cy="533401"/>
          </a:xfrm>
        </p:spPr>
        <p:txBody>
          <a:bodyPr>
            <a:normAutofit/>
          </a:bodyPr>
          <a:lstStyle/>
          <a:p>
            <a:r>
              <a:rPr lang="en-US" b="1" kern="1200" dirty="0">
                <a:latin typeface="Cooper Black" panose="0208090404030B020404" pitchFamily="18" charset="0"/>
              </a:rPr>
              <a:t>Who is the Build Apps for?</a:t>
            </a:r>
          </a:p>
        </p:txBody>
      </p:sp>
    </p:spTree>
    <p:extLst>
      <p:ext uri="{BB962C8B-B14F-4D97-AF65-F5344CB8AC3E}">
        <p14:creationId xmlns:p14="http://schemas.microsoft.com/office/powerpoint/2010/main" val="4171496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dirty="0"/>
              <a:t>www.anubhavtrainings.com</a:t>
            </a:r>
          </a:p>
        </p:txBody>
      </p:sp>
      <p:sp>
        <p:nvSpPr>
          <p:cNvPr id="10" name="Slide Number Placeholder 9"/>
          <p:cNvSpPr>
            <a:spLocks noGrp="1"/>
          </p:cNvSpPr>
          <p:nvPr>
            <p:ph type="sldNum" sz="quarter" idx="12"/>
          </p:nvPr>
        </p:nvSpPr>
        <p:spPr>
          <a:xfrm>
            <a:off x="152400" y="4781550"/>
            <a:ext cx="228600" cy="273844"/>
          </a:xfrm>
        </p:spPr>
        <p:txBody>
          <a:bodyPr/>
          <a:lstStyle/>
          <a:p>
            <a:fld id="{B6F15528-21DE-4FAA-801E-634DDDAF4B2B}" type="slidenum">
              <a:rPr lang="en-US" smtClean="0"/>
              <a:pPr/>
              <a:t>13</a:t>
            </a:fld>
            <a:endParaRPr lang="en-US"/>
          </a:p>
        </p:txBody>
      </p:sp>
      <p:sp>
        <p:nvSpPr>
          <p:cNvPr id="4" name="Title 3"/>
          <p:cNvSpPr>
            <a:spLocks noGrp="1"/>
          </p:cNvSpPr>
          <p:nvPr>
            <p:ph type="title"/>
          </p:nvPr>
        </p:nvSpPr>
        <p:spPr/>
        <p:txBody>
          <a:bodyPr/>
          <a:lstStyle/>
          <a:p>
            <a:r>
              <a:rPr lang="en-US" dirty="0"/>
              <a:t>A Quick History</a:t>
            </a:r>
          </a:p>
        </p:txBody>
      </p:sp>
      <p:grpSp>
        <p:nvGrpSpPr>
          <p:cNvPr id="60" name="Group 59"/>
          <p:cNvGrpSpPr/>
          <p:nvPr/>
        </p:nvGrpSpPr>
        <p:grpSpPr>
          <a:xfrm>
            <a:off x="976602" y="1283630"/>
            <a:ext cx="7176798" cy="3319892"/>
            <a:chOff x="976602" y="1283630"/>
            <a:chExt cx="7176798" cy="3319892"/>
          </a:xfrm>
        </p:grpSpPr>
        <p:cxnSp>
          <p:nvCxnSpPr>
            <p:cNvPr id="28" name="Straight Connector 27"/>
            <p:cNvCxnSpPr/>
            <p:nvPr/>
          </p:nvCxnSpPr>
          <p:spPr>
            <a:xfrm>
              <a:off x="1085850" y="2771775"/>
              <a:ext cx="69723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26" name="Oval 25"/>
            <p:cNvSpPr/>
            <p:nvPr/>
          </p:nvSpPr>
          <p:spPr>
            <a:xfrm>
              <a:off x="1419225" y="1485900"/>
              <a:ext cx="666750" cy="66675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p:cNvSpPr/>
            <p:nvPr/>
          </p:nvSpPr>
          <p:spPr>
            <a:xfrm>
              <a:off x="2828925" y="3390900"/>
              <a:ext cx="666750" cy="66675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p:cNvSpPr/>
            <p:nvPr/>
          </p:nvSpPr>
          <p:spPr>
            <a:xfrm>
              <a:off x="4238625" y="1476375"/>
              <a:ext cx="666750" cy="66675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p:cNvSpPr/>
            <p:nvPr/>
          </p:nvSpPr>
          <p:spPr>
            <a:xfrm>
              <a:off x="7058025" y="1476375"/>
              <a:ext cx="666750" cy="66675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p:cNvSpPr/>
            <p:nvPr/>
          </p:nvSpPr>
          <p:spPr>
            <a:xfrm>
              <a:off x="1676400" y="2695575"/>
              <a:ext cx="152400" cy="15240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p:cNvSpPr/>
            <p:nvPr/>
          </p:nvSpPr>
          <p:spPr>
            <a:xfrm>
              <a:off x="3086100" y="2695575"/>
              <a:ext cx="152400" cy="15240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p:cNvSpPr/>
            <p:nvPr/>
          </p:nvSpPr>
          <p:spPr>
            <a:xfrm>
              <a:off x="4495800" y="2695575"/>
              <a:ext cx="152400" cy="15240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p:cNvSpPr/>
            <p:nvPr/>
          </p:nvSpPr>
          <p:spPr>
            <a:xfrm>
              <a:off x="5905500" y="2695575"/>
              <a:ext cx="152400" cy="15240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p:cNvSpPr/>
            <p:nvPr/>
          </p:nvSpPr>
          <p:spPr>
            <a:xfrm>
              <a:off x="7315200" y="2695575"/>
              <a:ext cx="152400" cy="15240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p:cNvSpPr txBox="1"/>
            <p:nvPr/>
          </p:nvSpPr>
          <p:spPr>
            <a:xfrm>
              <a:off x="976602" y="3064639"/>
              <a:ext cx="1524000" cy="1200329"/>
            </a:xfrm>
            <a:prstGeom prst="rect">
              <a:avLst/>
            </a:prstGeom>
            <a:noFill/>
          </p:spPr>
          <p:txBody>
            <a:bodyPr wrap="square" rtlCol="0">
              <a:spAutoFit/>
            </a:bodyPr>
            <a:lstStyle/>
            <a:p>
              <a:pPr algn="ctr">
                <a:lnSpc>
                  <a:spcPct val="200000"/>
                </a:lnSpc>
              </a:pPr>
              <a:r>
                <a:rPr lang="en-US" sz="1400" dirty="0">
                  <a:solidFill>
                    <a:schemeClr val="bg1">
                      <a:lumMod val="50000"/>
                    </a:schemeClr>
                  </a:solidFill>
                  <a:latin typeface="Arial" pitchFamily="34" charset="0"/>
                  <a:cs typeface="Arial" pitchFamily="34" charset="0"/>
                </a:rPr>
                <a:t>SAP UI5</a:t>
              </a:r>
              <a:endParaRPr lang="en-US" sz="1200" dirty="0">
                <a:solidFill>
                  <a:schemeClr val="bg1">
                    <a:lumMod val="50000"/>
                  </a:schemeClr>
                </a:solidFill>
                <a:latin typeface="Arial" pitchFamily="34" charset="0"/>
                <a:cs typeface="Arial" pitchFamily="34" charset="0"/>
              </a:endParaRPr>
            </a:p>
            <a:p>
              <a:pPr algn="ctr"/>
              <a:r>
                <a:rPr lang="en-US" sz="1100" dirty="0">
                  <a:solidFill>
                    <a:schemeClr val="bg1">
                      <a:lumMod val="50000"/>
                    </a:schemeClr>
                  </a:solidFill>
                  <a:latin typeface="Arial" pitchFamily="34" charset="0"/>
                  <a:cs typeface="Arial" pitchFamily="34" charset="0"/>
                </a:rPr>
                <a:t>UI5 framework was introduced to design responsive web applications</a:t>
              </a:r>
            </a:p>
          </p:txBody>
        </p:sp>
        <p:sp>
          <p:nvSpPr>
            <p:cNvPr id="42" name="TextBox 41"/>
            <p:cNvSpPr txBox="1"/>
            <p:nvPr/>
          </p:nvSpPr>
          <p:spPr>
            <a:xfrm>
              <a:off x="2443960" y="1334866"/>
              <a:ext cx="1524000" cy="1200329"/>
            </a:xfrm>
            <a:prstGeom prst="rect">
              <a:avLst/>
            </a:prstGeom>
            <a:noFill/>
          </p:spPr>
          <p:txBody>
            <a:bodyPr wrap="square" rtlCol="0">
              <a:spAutoFit/>
            </a:bodyPr>
            <a:lstStyle/>
            <a:p>
              <a:pPr algn="ctr">
                <a:lnSpc>
                  <a:spcPct val="200000"/>
                </a:lnSpc>
              </a:pPr>
              <a:r>
                <a:rPr lang="en-US" sz="1400" dirty="0">
                  <a:solidFill>
                    <a:schemeClr val="bg1">
                      <a:lumMod val="50000"/>
                    </a:schemeClr>
                  </a:solidFill>
                  <a:latin typeface="Arial" pitchFamily="34" charset="0"/>
                  <a:cs typeface="Arial" pitchFamily="34" charset="0"/>
                </a:rPr>
                <a:t>Hybrid App </a:t>
              </a:r>
              <a:endParaRPr lang="en-US" sz="1200" dirty="0">
                <a:solidFill>
                  <a:schemeClr val="bg1">
                    <a:lumMod val="50000"/>
                  </a:schemeClr>
                </a:solidFill>
                <a:latin typeface="Arial" pitchFamily="34" charset="0"/>
                <a:cs typeface="Arial" pitchFamily="34" charset="0"/>
              </a:endParaRPr>
            </a:p>
            <a:p>
              <a:pPr algn="ctr"/>
              <a:r>
                <a:rPr lang="en-US" sz="1100" dirty="0">
                  <a:solidFill>
                    <a:schemeClr val="bg1">
                      <a:lumMod val="50000"/>
                    </a:schemeClr>
                  </a:solidFill>
                  <a:latin typeface="Arial" pitchFamily="34" charset="0"/>
                  <a:cs typeface="Arial" pitchFamily="34" charset="0"/>
                </a:rPr>
                <a:t>Fiori Apps can be converted to APK using </a:t>
              </a:r>
              <a:r>
                <a:rPr lang="en-US" sz="1100" dirty="0" err="1">
                  <a:solidFill>
                    <a:schemeClr val="bg1">
                      <a:lumMod val="50000"/>
                    </a:schemeClr>
                  </a:solidFill>
                  <a:latin typeface="Arial" pitchFamily="34" charset="0"/>
                  <a:cs typeface="Arial" pitchFamily="34" charset="0"/>
                </a:rPr>
                <a:t>cordova</a:t>
              </a:r>
              <a:r>
                <a:rPr lang="en-US" sz="1100" dirty="0">
                  <a:solidFill>
                    <a:schemeClr val="bg1">
                      <a:lumMod val="50000"/>
                    </a:schemeClr>
                  </a:solidFill>
                  <a:latin typeface="Arial" pitchFamily="34" charset="0"/>
                  <a:cs typeface="Arial" pitchFamily="34" charset="0"/>
                </a:rPr>
                <a:t> plugin with </a:t>
              </a:r>
              <a:r>
                <a:rPr lang="en-US" sz="1100" dirty="0" err="1">
                  <a:solidFill>
                    <a:schemeClr val="bg1">
                      <a:lumMod val="50000"/>
                    </a:schemeClr>
                  </a:solidFill>
                  <a:latin typeface="Arial" pitchFamily="34" charset="0"/>
                  <a:cs typeface="Arial" pitchFamily="34" charset="0"/>
                </a:rPr>
                <a:t>WebIDE</a:t>
              </a:r>
              <a:r>
                <a:rPr lang="en-US" sz="1100" dirty="0">
                  <a:solidFill>
                    <a:schemeClr val="bg1">
                      <a:lumMod val="50000"/>
                    </a:schemeClr>
                  </a:solidFill>
                  <a:latin typeface="Arial" pitchFamily="34" charset="0"/>
                  <a:cs typeface="Arial" pitchFamily="34" charset="0"/>
                </a:rPr>
                <a:t> tool</a:t>
              </a:r>
            </a:p>
          </p:txBody>
        </p:sp>
        <p:cxnSp>
          <p:nvCxnSpPr>
            <p:cNvPr id="44" name="Straight Connector 43"/>
            <p:cNvCxnSpPr/>
            <p:nvPr/>
          </p:nvCxnSpPr>
          <p:spPr>
            <a:xfrm rot="5400000">
              <a:off x="1519238" y="2424112"/>
              <a:ext cx="466725"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rot="5400000">
              <a:off x="4338640" y="2424113"/>
              <a:ext cx="466725" cy="1588"/>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1457325" y="1666875"/>
              <a:ext cx="582211" cy="307777"/>
            </a:xfrm>
            <a:prstGeom prst="rect">
              <a:avLst/>
            </a:prstGeom>
            <a:noFill/>
          </p:spPr>
          <p:txBody>
            <a:bodyPr wrap="none" rtlCol="0">
              <a:spAutoFit/>
            </a:bodyPr>
            <a:lstStyle/>
            <a:p>
              <a:pPr algn="ctr"/>
              <a:r>
                <a:rPr lang="en-US" sz="1400" dirty="0">
                  <a:solidFill>
                    <a:schemeClr val="bg1"/>
                  </a:solidFill>
                  <a:latin typeface="Arial" pitchFamily="34" charset="0"/>
                  <a:cs typeface="Arial" pitchFamily="34" charset="0"/>
                </a:rPr>
                <a:t>2013</a:t>
              </a:r>
            </a:p>
          </p:txBody>
        </p:sp>
        <p:sp>
          <p:nvSpPr>
            <p:cNvPr id="47" name="TextBox 46"/>
            <p:cNvSpPr txBox="1"/>
            <p:nvPr/>
          </p:nvSpPr>
          <p:spPr>
            <a:xfrm>
              <a:off x="4286250" y="1666875"/>
              <a:ext cx="582211" cy="307777"/>
            </a:xfrm>
            <a:prstGeom prst="rect">
              <a:avLst/>
            </a:prstGeom>
            <a:noFill/>
          </p:spPr>
          <p:txBody>
            <a:bodyPr wrap="none" rtlCol="0">
              <a:spAutoFit/>
            </a:bodyPr>
            <a:lstStyle/>
            <a:p>
              <a:pPr algn="ctr"/>
              <a:r>
                <a:rPr lang="en-US" sz="1400" dirty="0">
                  <a:solidFill>
                    <a:schemeClr val="bg1"/>
                  </a:solidFill>
                  <a:latin typeface="Arial" pitchFamily="34" charset="0"/>
                  <a:cs typeface="Arial" pitchFamily="34" charset="0"/>
                </a:rPr>
                <a:t>2021</a:t>
              </a:r>
            </a:p>
          </p:txBody>
        </p:sp>
        <p:sp>
          <p:nvSpPr>
            <p:cNvPr id="48" name="TextBox 47"/>
            <p:cNvSpPr txBox="1"/>
            <p:nvPr/>
          </p:nvSpPr>
          <p:spPr>
            <a:xfrm>
              <a:off x="7096125" y="1666875"/>
              <a:ext cx="582211" cy="307777"/>
            </a:xfrm>
            <a:prstGeom prst="rect">
              <a:avLst/>
            </a:prstGeom>
            <a:noFill/>
          </p:spPr>
          <p:txBody>
            <a:bodyPr wrap="none" rtlCol="0">
              <a:spAutoFit/>
            </a:bodyPr>
            <a:lstStyle/>
            <a:p>
              <a:pPr algn="ctr"/>
              <a:r>
                <a:rPr lang="en-US" sz="1400" dirty="0">
                  <a:solidFill>
                    <a:schemeClr val="bg1"/>
                  </a:solidFill>
                  <a:latin typeface="Arial" pitchFamily="34" charset="0"/>
                  <a:cs typeface="Arial" pitchFamily="34" charset="0"/>
                </a:rPr>
                <a:t>2022</a:t>
              </a:r>
            </a:p>
          </p:txBody>
        </p:sp>
        <p:cxnSp>
          <p:nvCxnSpPr>
            <p:cNvPr id="49" name="Straight Connector 48"/>
            <p:cNvCxnSpPr/>
            <p:nvPr/>
          </p:nvCxnSpPr>
          <p:spPr>
            <a:xfrm rot="5400000">
              <a:off x="7158042" y="2424114"/>
              <a:ext cx="466725"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rot="5400000">
              <a:off x="2919413" y="3118644"/>
              <a:ext cx="466725" cy="1588"/>
            </a:xfrm>
            <a:prstGeom prst="line">
              <a:avLst/>
            </a:prstGeom>
          </p:spPr>
          <p:style>
            <a:lnRef idx="1">
              <a:schemeClr val="accent1"/>
            </a:lnRef>
            <a:fillRef idx="0">
              <a:schemeClr val="accent1"/>
            </a:fillRef>
            <a:effectRef idx="0">
              <a:schemeClr val="accent1"/>
            </a:effectRef>
            <a:fontRef idx="minor">
              <a:schemeClr val="tx1"/>
            </a:fontRef>
          </p:style>
        </p:cxnSp>
        <p:sp>
          <p:nvSpPr>
            <p:cNvPr id="52" name="TextBox 51"/>
            <p:cNvSpPr txBox="1"/>
            <p:nvPr/>
          </p:nvSpPr>
          <p:spPr>
            <a:xfrm>
              <a:off x="2867025" y="3571875"/>
              <a:ext cx="582211" cy="307777"/>
            </a:xfrm>
            <a:prstGeom prst="rect">
              <a:avLst/>
            </a:prstGeom>
            <a:noFill/>
          </p:spPr>
          <p:txBody>
            <a:bodyPr wrap="none" rtlCol="0">
              <a:spAutoFit/>
            </a:bodyPr>
            <a:lstStyle/>
            <a:p>
              <a:pPr algn="ctr"/>
              <a:r>
                <a:rPr lang="en-US" sz="1400" dirty="0">
                  <a:solidFill>
                    <a:schemeClr val="bg1"/>
                  </a:solidFill>
                  <a:latin typeface="Arial" pitchFamily="34" charset="0"/>
                  <a:cs typeface="Arial" pitchFamily="34" charset="0"/>
                </a:rPr>
                <a:t>2015</a:t>
              </a:r>
            </a:p>
          </p:txBody>
        </p:sp>
        <p:sp>
          <p:nvSpPr>
            <p:cNvPr id="53" name="Oval 52"/>
            <p:cNvSpPr/>
            <p:nvPr/>
          </p:nvSpPr>
          <p:spPr>
            <a:xfrm>
              <a:off x="5648325" y="3390900"/>
              <a:ext cx="666750" cy="666750"/>
            </a:xfrm>
            <a:prstGeom prst="ellipse">
              <a:avLst/>
            </a:prstGeom>
            <a:solidFill>
              <a:srgbClr val="056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p:cNvCxnSpPr/>
            <p:nvPr/>
          </p:nvCxnSpPr>
          <p:spPr>
            <a:xfrm rot="5400000">
              <a:off x="5738813" y="3118644"/>
              <a:ext cx="466725" cy="1588"/>
            </a:xfrm>
            <a:prstGeom prst="line">
              <a:avLst/>
            </a:prstGeom>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5686425" y="3571875"/>
              <a:ext cx="582211" cy="307777"/>
            </a:xfrm>
            <a:prstGeom prst="rect">
              <a:avLst/>
            </a:prstGeom>
            <a:noFill/>
          </p:spPr>
          <p:txBody>
            <a:bodyPr wrap="none" rtlCol="0">
              <a:spAutoFit/>
            </a:bodyPr>
            <a:lstStyle/>
            <a:p>
              <a:pPr algn="ctr"/>
              <a:r>
                <a:rPr lang="en-US" sz="1400" dirty="0">
                  <a:solidFill>
                    <a:schemeClr val="bg1"/>
                  </a:solidFill>
                  <a:latin typeface="Arial" pitchFamily="34" charset="0"/>
                  <a:cs typeface="Arial" pitchFamily="34" charset="0"/>
                </a:rPr>
                <a:t>2021</a:t>
              </a:r>
            </a:p>
          </p:txBody>
        </p:sp>
        <p:sp>
          <p:nvSpPr>
            <p:cNvPr id="56" name="TextBox 55"/>
            <p:cNvSpPr txBox="1"/>
            <p:nvPr/>
          </p:nvSpPr>
          <p:spPr>
            <a:xfrm>
              <a:off x="3467895" y="3064639"/>
              <a:ext cx="2110185" cy="1538883"/>
            </a:xfrm>
            <a:prstGeom prst="rect">
              <a:avLst/>
            </a:prstGeom>
            <a:noFill/>
          </p:spPr>
          <p:txBody>
            <a:bodyPr wrap="square" rtlCol="0">
              <a:spAutoFit/>
            </a:bodyPr>
            <a:lstStyle/>
            <a:p>
              <a:pPr algn="ctr">
                <a:lnSpc>
                  <a:spcPct val="200000"/>
                </a:lnSpc>
              </a:pPr>
              <a:r>
                <a:rPr lang="en-US" sz="1400" dirty="0" err="1">
                  <a:solidFill>
                    <a:schemeClr val="bg1">
                      <a:lumMod val="50000"/>
                    </a:schemeClr>
                  </a:solidFill>
                  <a:latin typeface="Arial" pitchFamily="34" charset="0"/>
                  <a:cs typeface="Arial" pitchFamily="34" charset="0"/>
                </a:rPr>
                <a:t>AppGyver</a:t>
              </a:r>
              <a:r>
                <a:rPr lang="en-US" sz="1400" dirty="0">
                  <a:solidFill>
                    <a:schemeClr val="bg1">
                      <a:lumMod val="50000"/>
                    </a:schemeClr>
                  </a:solidFill>
                  <a:latin typeface="Arial" pitchFamily="34" charset="0"/>
                  <a:cs typeface="Arial" pitchFamily="34" charset="0"/>
                </a:rPr>
                <a:t> </a:t>
              </a:r>
              <a:endParaRPr lang="en-US" sz="1200" dirty="0">
                <a:solidFill>
                  <a:schemeClr val="bg1">
                    <a:lumMod val="50000"/>
                  </a:schemeClr>
                </a:solidFill>
                <a:latin typeface="Arial" pitchFamily="34" charset="0"/>
                <a:cs typeface="Arial" pitchFamily="34" charset="0"/>
              </a:endParaRPr>
            </a:p>
            <a:p>
              <a:pPr algn="ctr"/>
              <a:r>
                <a:rPr lang="en-US" sz="1100" dirty="0" err="1">
                  <a:solidFill>
                    <a:schemeClr val="bg1">
                      <a:lumMod val="50000"/>
                    </a:schemeClr>
                  </a:solidFill>
                  <a:latin typeface="Arial" pitchFamily="34" charset="0"/>
                  <a:cs typeface="Arial" pitchFamily="34" charset="0"/>
                </a:rPr>
                <a:t>AppGyver</a:t>
              </a:r>
              <a:r>
                <a:rPr lang="en-US" sz="1100" dirty="0">
                  <a:solidFill>
                    <a:schemeClr val="bg1">
                      <a:lumMod val="50000"/>
                    </a:schemeClr>
                  </a:solidFill>
                  <a:latin typeface="Arial" pitchFamily="34" charset="0"/>
                  <a:cs typeface="Arial" pitchFamily="34" charset="0"/>
                </a:rPr>
                <a:t> Oy, a pioneer in no-code development platforms that enable users with no coding skills to build applications for Web and mobile uses</a:t>
              </a:r>
            </a:p>
          </p:txBody>
        </p:sp>
        <p:sp>
          <p:nvSpPr>
            <p:cNvPr id="57" name="TextBox 56"/>
            <p:cNvSpPr txBox="1"/>
            <p:nvPr/>
          </p:nvSpPr>
          <p:spPr>
            <a:xfrm>
              <a:off x="6629400" y="3000375"/>
              <a:ext cx="1524000" cy="1200329"/>
            </a:xfrm>
            <a:prstGeom prst="rect">
              <a:avLst/>
            </a:prstGeom>
            <a:noFill/>
          </p:spPr>
          <p:txBody>
            <a:bodyPr wrap="square" rtlCol="0">
              <a:spAutoFit/>
            </a:bodyPr>
            <a:lstStyle/>
            <a:p>
              <a:pPr algn="ctr">
                <a:lnSpc>
                  <a:spcPct val="200000"/>
                </a:lnSpc>
              </a:pPr>
              <a:r>
                <a:rPr lang="en-US" sz="1400" dirty="0">
                  <a:solidFill>
                    <a:schemeClr val="bg1">
                      <a:lumMod val="50000"/>
                    </a:schemeClr>
                  </a:solidFill>
                  <a:latin typeface="Arial" pitchFamily="34" charset="0"/>
                  <a:cs typeface="Arial" pitchFamily="34" charset="0"/>
                </a:rPr>
                <a:t>SAP Build</a:t>
              </a:r>
              <a:endParaRPr lang="en-US" sz="1200" dirty="0">
                <a:solidFill>
                  <a:schemeClr val="bg1">
                    <a:lumMod val="50000"/>
                  </a:schemeClr>
                </a:solidFill>
                <a:latin typeface="Arial" pitchFamily="34" charset="0"/>
                <a:cs typeface="Arial" pitchFamily="34" charset="0"/>
              </a:endParaRPr>
            </a:p>
            <a:p>
              <a:pPr algn="ctr"/>
              <a:r>
                <a:rPr lang="en-US" sz="1100" dirty="0">
                  <a:solidFill>
                    <a:schemeClr val="bg1">
                      <a:lumMod val="50000"/>
                    </a:schemeClr>
                  </a:solidFill>
                  <a:latin typeface="Arial" pitchFamily="34" charset="0"/>
                  <a:cs typeface="Arial" pitchFamily="34" charset="0"/>
                </a:rPr>
                <a:t>Build Apps combining </a:t>
              </a:r>
              <a:r>
                <a:rPr lang="en-US" sz="1100" dirty="0" err="1">
                  <a:solidFill>
                    <a:schemeClr val="bg1">
                      <a:lumMod val="50000"/>
                    </a:schemeClr>
                  </a:solidFill>
                  <a:latin typeface="Arial" pitchFamily="34" charset="0"/>
                  <a:cs typeface="Arial" pitchFamily="34" charset="0"/>
                </a:rPr>
                <a:t>AppGyver</a:t>
              </a:r>
              <a:r>
                <a:rPr lang="en-US" sz="1100" dirty="0">
                  <a:solidFill>
                    <a:schemeClr val="bg1">
                      <a:lumMod val="50000"/>
                    </a:schemeClr>
                  </a:solidFill>
                  <a:latin typeface="Arial" pitchFamily="34" charset="0"/>
                  <a:cs typeface="Arial" pitchFamily="34" charset="0"/>
                </a:rPr>
                <a:t>, Medix and Build.me prototyping tool</a:t>
              </a:r>
            </a:p>
          </p:txBody>
        </p:sp>
        <p:sp>
          <p:nvSpPr>
            <p:cNvPr id="58" name="TextBox 57"/>
            <p:cNvSpPr txBox="1"/>
            <p:nvPr/>
          </p:nvSpPr>
          <p:spPr>
            <a:xfrm>
              <a:off x="4843462" y="1283630"/>
              <a:ext cx="2214563" cy="1369606"/>
            </a:xfrm>
            <a:prstGeom prst="rect">
              <a:avLst/>
            </a:prstGeom>
            <a:noFill/>
          </p:spPr>
          <p:txBody>
            <a:bodyPr wrap="square" rtlCol="0">
              <a:spAutoFit/>
            </a:bodyPr>
            <a:lstStyle/>
            <a:p>
              <a:pPr algn="ctr">
                <a:lnSpc>
                  <a:spcPct val="200000"/>
                </a:lnSpc>
              </a:pPr>
              <a:r>
                <a:rPr lang="en-US" sz="1400" dirty="0">
                  <a:solidFill>
                    <a:schemeClr val="bg1">
                      <a:lumMod val="50000"/>
                    </a:schemeClr>
                  </a:solidFill>
                  <a:latin typeface="Arial" pitchFamily="34" charset="0"/>
                  <a:cs typeface="Arial" pitchFamily="34" charset="0"/>
                </a:rPr>
                <a:t>Medix</a:t>
              </a:r>
              <a:endParaRPr lang="en-US" sz="1200" dirty="0">
                <a:solidFill>
                  <a:schemeClr val="bg1">
                    <a:lumMod val="50000"/>
                  </a:schemeClr>
                </a:solidFill>
                <a:latin typeface="Arial" pitchFamily="34" charset="0"/>
                <a:cs typeface="Arial" pitchFamily="34" charset="0"/>
              </a:endParaRPr>
            </a:p>
            <a:p>
              <a:pPr algn="ctr"/>
              <a:r>
                <a:rPr lang="en-US" sz="1100" dirty="0" err="1">
                  <a:solidFill>
                    <a:schemeClr val="bg1">
                      <a:lumMod val="50000"/>
                    </a:schemeClr>
                  </a:solidFill>
                  <a:latin typeface="Arial" pitchFamily="34" charset="0"/>
                  <a:cs typeface="Arial" pitchFamily="34" charset="0"/>
                </a:rPr>
                <a:t>Mendix</a:t>
              </a:r>
              <a:r>
                <a:rPr lang="en-US" sz="1100" dirty="0">
                  <a:solidFill>
                    <a:schemeClr val="bg1">
                      <a:lumMod val="50000"/>
                    </a:schemeClr>
                  </a:solidFill>
                  <a:latin typeface="Arial" pitchFamily="34" charset="0"/>
                  <a:cs typeface="Arial" pitchFamily="34" charset="0"/>
                </a:rPr>
                <a:t> is a low-code platform that allows users to build applications, including those with SAP Fiori UI styling, without extensive coding</a:t>
              </a:r>
            </a:p>
          </p:txBody>
        </p:sp>
      </p:grpSp>
    </p:spTree>
    <p:extLst>
      <p:ext uri="{BB962C8B-B14F-4D97-AF65-F5344CB8AC3E}">
        <p14:creationId xmlns:p14="http://schemas.microsoft.com/office/powerpoint/2010/main" val="2332678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8F21ED3-353A-6D0C-0BD8-5F91E5C66007}"/>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F6C2B81E-7681-2654-0EBF-267249150716}"/>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4" name="Title 3">
            <a:extLst>
              <a:ext uri="{FF2B5EF4-FFF2-40B4-BE49-F238E27FC236}">
                <a16:creationId xmlns:a16="http://schemas.microsoft.com/office/drawing/2014/main" id="{3FF64436-2F43-F950-147E-D085DF428132}"/>
              </a:ext>
            </a:extLst>
          </p:cNvPr>
          <p:cNvSpPr>
            <a:spLocks noGrp="1"/>
          </p:cNvSpPr>
          <p:nvPr>
            <p:ph type="title"/>
          </p:nvPr>
        </p:nvSpPr>
        <p:spPr/>
        <p:txBody>
          <a:bodyPr/>
          <a:lstStyle/>
          <a:p>
            <a:r>
              <a:rPr lang="en-IN" dirty="0"/>
              <a:t>What is SAP Build</a:t>
            </a:r>
          </a:p>
        </p:txBody>
      </p:sp>
      <p:pic>
        <p:nvPicPr>
          <p:cNvPr id="6" name="Picture 5">
            <a:extLst>
              <a:ext uri="{FF2B5EF4-FFF2-40B4-BE49-F238E27FC236}">
                <a16:creationId xmlns:a16="http://schemas.microsoft.com/office/drawing/2014/main" id="{12262289-2289-7C0B-846C-54CB9DB46751}"/>
              </a:ext>
            </a:extLst>
          </p:cNvPr>
          <p:cNvPicPr>
            <a:picLocks noChangeAspect="1"/>
          </p:cNvPicPr>
          <p:nvPr/>
        </p:nvPicPr>
        <p:blipFill>
          <a:blip r:embed="rId2"/>
          <a:srcRect t="15260"/>
          <a:stretch/>
        </p:blipFill>
        <p:spPr>
          <a:xfrm>
            <a:off x="762000" y="1123950"/>
            <a:ext cx="7463381" cy="3337591"/>
          </a:xfrm>
          <a:prstGeom prst="rect">
            <a:avLst/>
          </a:prstGeom>
        </p:spPr>
      </p:pic>
    </p:spTree>
    <p:extLst>
      <p:ext uri="{BB962C8B-B14F-4D97-AF65-F5344CB8AC3E}">
        <p14:creationId xmlns:p14="http://schemas.microsoft.com/office/powerpoint/2010/main" val="9079717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D3F9BD-4E27-6192-EB51-0968D95CF1E7}"/>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7FCAD42C-50B2-164A-AAAF-7E47D209AA25}"/>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15</a:t>
            </a:fld>
            <a:endParaRPr lang="en-US" dirty="0"/>
          </a:p>
        </p:txBody>
      </p:sp>
      <p:sp>
        <p:nvSpPr>
          <p:cNvPr id="5" name="Title 4">
            <a:extLst>
              <a:ext uri="{FF2B5EF4-FFF2-40B4-BE49-F238E27FC236}">
                <a16:creationId xmlns:a16="http://schemas.microsoft.com/office/drawing/2014/main" id="{B7055351-1DEC-8E55-15D8-AB8288783B4E}"/>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Key Capabilities</a:t>
            </a:r>
          </a:p>
        </p:txBody>
      </p:sp>
      <p:pic>
        <p:nvPicPr>
          <p:cNvPr id="1028" name="Picture 4" descr="SAP Build Apps overview of the capabilities">
            <a:extLst>
              <a:ext uri="{FF2B5EF4-FFF2-40B4-BE49-F238E27FC236}">
                <a16:creationId xmlns:a16="http://schemas.microsoft.com/office/drawing/2014/main" id="{7075BD8F-8559-5D0D-576F-D7C7AA2FFA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76350"/>
            <a:ext cx="9144000" cy="3446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59122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Connector 4"/>
          <p:cNvSpPr/>
          <p:nvPr/>
        </p:nvSpPr>
        <p:spPr>
          <a:xfrm>
            <a:off x="4355976" y="21622"/>
            <a:ext cx="4168026" cy="4101362"/>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49" y="10551"/>
            <a:ext cx="5088657" cy="4690760"/>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4550245" y="735546"/>
            <a:ext cx="3973757" cy="2082201"/>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dirty="0"/>
          </a:p>
        </p:txBody>
      </p:sp>
      <p:sp>
        <p:nvSpPr>
          <p:cNvPr id="8" name="TextBox 7">
            <a:extLst>
              <a:ext uri="{FF2B5EF4-FFF2-40B4-BE49-F238E27FC236}">
                <a16:creationId xmlns:a16="http://schemas.microsoft.com/office/drawing/2014/main" id="{4B09D3EC-7881-4341-8189-469046CA259E}"/>
              </a:ext>
            </a:extLst>
          </p:cNvPr>
          <p:cNvSpPr txBox="1"/>
          <p:nvPr/>
        </p:nvSpPr>
        <p:spPr>
          <a:xfrm>
            <a:off x="4981951" y="1042138"/>
            <a:ext cx="3179963" cy="461665"/>
          </a:xfrm>
          <a:prstGeom prst="rect">
            <a:avLst/>
          </a:prstGeom>
          <a:noFill/>
        </p:spPr>
        <p:txBody>
          <a:bodyPr wrap="square" lIns="0" tIns="0" rIns="0" bIns="0" rtlCol="0">
            <a:spAutoFit/>
          </a:bodyPr>
          <a:lstStyle/>
          <a:p>
            <a:r>
              <a:rPr lang="en-IN" sz="3000" b="1" dirty="0">
                <a:solidFill>
                  <a:srgbClr val="75C042"/>
                </a:solidFill>
              </a:rPr>
              <a:t>What We </a:t>
            </a:r>
            <a:r>
              <a:rPr lang="en-IN" sz="3000" b="1" dirty="0">
                <a:solidFill>
                  <a:srgbClr val="55E96E"/>
                </a:solidFill>
                <a:latin typeface="Segoe UI Light" panose="020B0502040204020203" pitchFamily="34" charset="0"/>
                <a:cs typeface="Segoe UI Light" panose="020B0502040204020203" pitchFamily="34" charset="0"/>
              </a:rPr>
              <a:t>Did</a:t>
            </a:r>
          </a:p>
        </p:txBody>
      </p:sp>
      <p:sp>
        <p:nvSpPr>
          <p:cNvPr id="9" name="TextBox 8">
            <a:extLst>
              <a:ext uri="{FF2B5EF4-FFF2-40B4-BE49-F238E27FC236}">
                <a16:creationId xmlns:a16="http://schemas.microsoft.com/office/drawing/2014/main" id="{A0CBE2D0-9475-4BE8-AC62-B9A03DC275C3}"/>
              </a:ext>
            </a:extLst>
          </p:cNvPr>
          <p:cNvSpPr txBox="1"/>
          <p:nvPr/>
        </p:nvSpPr>
        <p:spPr>
          <a:xfrm>
            <a:off x="4981951" y="1610639"/>
            <a:ext cx="3179963" cy="461665"/>
          </a:xfrm>
          <a:prstGeom prst="rect">
            <a:avLst/>
          </a:prstGeom>
          <a:noFill/>
        </p:spPr>
        <p:txBody>
          <a:bodyPr wrap="square" lIns="0" tIns="0" rIns="0" bIns="0" rtlCol="0" anchor="t">
            <a:spAutoFit/>
          </a:bodyPr>
          <a:lstStyle/>
          <a:p>
            <a:r>
              <a:rPr lang="en-US" sz="3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3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4999393" y="2370854"/>
            <a:ext cx="463016" cy="82493"/>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grpSp>
      <p:sp>
        <p:nvSpPr>
          <p:cNvPr id="14" name="Google Shape;845;p16"/>
          <p:cNvSpPr/>
          <p:nvPr/>
        </p:nvSpPr>
        <p:spPr>
          <a:xfrm>
            <a:off x="1190" y="0"/>
            <a:ext cx="1494765" cy="736929"/>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68569" tIns="34275" rIns="68569" bIns="34275" anchor="ctr" anchorCtr="0">
            <a:noAutofit/>
          </a:bodyPr>
          <a:lstStyle/>
          <a:p>
            <a:pPr algn="ctr" defTabSz="685800">
              <a:buClr>
                <a:srgbClr val="000000"/>
              </a:buClr>
              <a:defRPr/>
            </a:pPr>
            <a:endParaRPr sz="1350" kern="0">
              <a:solidFill>
                <a:srgbClr val="75C042"/>
              </a:solidFill>
              <a:latin typeface="Calibri"/>
              <a:ea typeface="Calibri"/>
              <a:cs typeface="Calibri"/>
              <a:sym typeface="Calibri"/>
            </a:endParaRPr>
          </a:p>
        </p:txBody>
      </p:sp>
      <p:sp>
        <p:nvSpPr>
          <p:cNvPr id="16"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2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1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946764" y="2580648"/>
            <a:ext cx="4187536" cy="692497"/>
          </a:xfrm>
          <a:prstGeom prst="rect">
            <a:avLst/>
          </a:prstGeom>
          <a:noFill/>
        </p:spPr>
        <p:txBody>
          <a:bodyPr wrap="square" lIns="0" tIns="0" rIns="0" bIns="0" rtlCol="0">
            <a:spAutoFit/>
          </a:bodyPr>
          <a:lstStyle/>
          <a:p>
            <a:r>
              <a:rPr lang="en-IN" sz="4500" b="1" dirty="0">
                <a:solidFill>
                  <a:srgbClr val="75C042"/>
                </a:solidFill>
              </a:rPr>
              <a:t>Thank</a:t>
            </a:r>
            <a:r>
              <a:rPr lang="en-IN" sz="4500" b="1" dirty="0">
                <a:solidFill>
                  <a:schemeClr val="accent1"/>
                </a:solidFill>
              </a:rPr>
              <a:t> </a:t>
            </a:r>
            <a:r>
              <a:rPr lang="en-IN" sz="4500" b="1" dirty="0">
                <a:solidFill>
                  <a:srgbClr val="75C042"/>
                </a:solidFill>
              </a:rPr>
              <a:t>You</a:t>
            </a:r>
          </a:p>
        </p:txBody>
      </p:sp>
      <p:sp>
        <p:nvSpPr>
          <p:cNvPr id="3" name="TextBox 2">
            <a:extLst>
              <a:ext uri="{FF2B5EF4-FFF2-40B4-BE49-F238E27FC236}">
                <a16:creationId xmlns:a16="http://schemas.microsoft.com/office/drawing/2014/main" id="{CCD57203-1FF5-432E-8E3E-4DFC442AA54C}"/>
              </a:ext>
            </a:extLst>
          </p:cNvPr>
          <p:cNvSpPr txBox="1"/>
          <p:nvPr/>
        </p:nvSpPr>
        <p:spPr>
          <a:xfrm>
            <a:off x="946764" y="3435846"/>
            <a:ext cx="4187536" cy="692497"/>
          </a:xfrm>
          <a:prstGeom prst="rect">
            <a:avLst/>
          </a:prstGeom>
          <a:noFill/>
        </p:spPr>
        <p:txBody>
          <a:bodyPr wrap="square" lIns="0" tIns="0" rIns="0" bIns="0" rtlCol="0" anchor="t">
            <a:spAutoFit/>
          </a:bodyPr>
          <a:lstStyle/>
          <a:p>
            <a:r>
              <a:rPr lang="en-US" sz="4500" b="1" dirty="0">
                <a:solidFill>
                  <a:srgbClr val="75C042"/>
                </a:solidFill>
              </a:rPr>
              <a:t>End of </a:t>
            </a:r>
            <a:r>
              <a:rPr lang="en-US" sz="4050" b="1" kern="0" dirty="0">
                <a:solidFill>
                  <a:srgbClr val="75C042"/>
                </a:solidFill>
                <a:latin typeface="Segoe UI" panose="020B0502040204020203" pitchFamily="34" charset="0"/>
                <a:ea typeface="Calibri Light" charset="0"/>
                <a:cs typeface="Segoe UI" panose="020B0502040204020203" pitchFamily="34" charset="0"/>
              </a:rPr>
              <a:t>Day 20</a:t>
            </a:r>
            <a:endParaRPr lang="en-US" sz="405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946763" y="4247149"/>
            <a:ext cx="983696" cy="278476"/>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grpSp>
      <p:sp>
        <p:nvSpPr>
          <p:cNvPr id="11" name="Rectangle 10">
            <a:extLst>
              <a:ext uri="{FF2B5EF4-FFF2-40B4-BE49-F238E27FC236}">
                <a16:creationId xmlns:a16="http://schemas.microsoft.com/office/drawing/2014/main" id="{DE739AA3-A794-9F54-6A5A-CA2C7ED598BB}"/>
              </a:ext>
            </a:extLst>
          </p:cNvPr>
          <p:cNvSpPr/>
          <p:nvPr/>
        </p:nvSpPr>
        <p:spPr>
          <a:xfrm>
            <a:off x="976712" y="1704281"/>
            <a:ext cx="3973328" cy="7397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www.anubhavtrainings.com</a:t>
            </a:r>
          </a:p>
        </p:txBody>
      </p:sp>
      <p:sp>
        <p:nvSpPr>
          <p:cNvPr id="12" name="Right Triangle 11"/>
          <p:cNvSpPr/>
          <p:nvPr/>
        </p:nvSpPr>
        <p:spPr>
          <a:xfrm rot="19603165">
            <a:off x="296953" y="-1026843"/>
            <a:ext cx="3143465" cy="2053685"/>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3" name="Right Triangle 12"/>
          <p:cNvSpPr/>
          <p:nvPr/>
        </p:nvSpPr>
        <p:spPr>
          <a:xfrm rot="16200000">
            <a:off x="5156848" y="1159118"/>
            <a:ext cx="3538845" cy="4433079"/>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4" name="Minus 13"/>
          <p:cNvSpPr/>
          <p:nvPr/>
        </p:nvSpPr>
        <p:spPr>
          <a:xfrm rot="19276189">
            <a:off x="3207527" y="3117933"/>
            <a:ext cx="7398364" cy="354149"/>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latin typeface="Cambria" panose="02040503050406030204" pitchFamily="18" charset="0"/>
                <a:ea typeface="Cambria" panose="02040503050406030204" pitchFamily="18" charset="0"/>
                <a:cs typeface="Corben"/>
                <a:sym typeface="Corben"/>
              </a:rPr>
              <a:t>www.anubhavtrainings.com</a:t>
            </a:r>
            <a:endParaRPr sz="1200" dirty="0">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2273307" y="1754585"/>
            <a:ext cx="6869499" cy="3388245"/>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191" y="670"/>
            <a:ext cx="9141619" cy="3657500"/>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381" y="670"/>
            <a:ext cx="9139239" cy="3657500"/>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572" y="-7047"/>
            <a:ext cx="9138048" cy="3665216"/>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264117" y="4494008"/>
            <a:ext cx="2665023" cy="507575"/>
          </a:xfrm>
          <a:prstGeom prst="rect">
            <a:avLst/>
          </a:prstGeom>
        </p:spPr>
        <p:txBody>
          <a:bodyPr wrap="square">
            <a:spAutoFit/>
          </a:bodyPr>
          <a:lstStyle/>
          <a:p>
            <a:pPr defTabSz="685457">
              <a:defRPr/>
            </a:pPr>
            <a:r>
              <a:rPr lang="en-US" sz="1349" b="1" dirty="0">
                <a:solidFill>
                  <a:srgbClr val="44546A"/>
                </a:solidFill>
                <a:latin typeface="Arial" panose="020B0604020202020204" pitchFamily="34" charset="0"/>
                <a:cs typeface="Arial" panose="020B0604020202020204" pitchFamily="34" charset="0"/>
              </a:rPr>
              <a:t>Contact us today!</a:t>
            </a:r>
          </a:p>
          <a:p>
            <a:pPr defTabSz="685457">
              <a:defRPr/>
            </a:pPr>
            <a:r>
              <a:rPr lang="en-US" sz="134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6134855" y="2194523"/>
            <a:ext cx="2422082" cy="230832"/>
          </a:xfrm>
          <a:prstGeom prst="rect">
            <a:avLst/>
          </a:prstGeom>
        </p:spPr>
        <p:txBody>
          <a:bodyPr wrap="square">
            <a:spAutoFit/>
          </a:bodyPr>
          <a:lstStyle/>
          <a:p>
            <a:pPr algn="ctr" defTabSz="685595">
              <a:defRPr/>
            </a:pPr>
            <a:r>
              <a:rPr lang="en-IN" sz="900" spc="38"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900" spc="38"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9174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 </a:t>
            </a:r>
          </a:p>
          <a:p>
            <a:pPr algn="ctr" defTabSz="685595">
              <a:defRPr/>
            </a:pPr>
            <a:r>
              <a:rPr lang="en-US" sz="9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1200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30,000+</a:t>
            </a:r>
          </a:p>
          <a:p>
            <a:pPr algn="ctr" defTabSz="685595">
              <a:defRPr/>
            </a:pPr>
            <a:r>
              <a:rPr lang="en-US" sz="9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3372763" y="233362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25000+ </a:t>
            </a:r>
          </a:p>
          <a:p>
            <a:pPr algn="ctr" defTabSz="685595">
              <a:defRPr/>
            </a:pPr>
            <a:r>
              <a:rPr lang="en-US" sz="9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338537" y="1709881"/>
            <a:ext cx="480044" cy="480044"/>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2555339" y="1704574"/>
            <a:ext cx="503946" cy="503946"/>
          </a:xfrm>
          <a:prstGeom prst="rect">
            <a:avLst/>
          </a:prstGeom>
        </p:spPr>
      </p:pic>
      <p:sp>
        <p:nvSpPr>
          <p:cNvPr id="48" name="Rectangle 47"/>
          <p:cNvSpPr/>
          <p:nvPr/>
        </p:nvSpPr>
        <p:spPr>
          <a:xfrm>
            <a:off x="475582" y="519175"/>
            <a:ext cx="4928219" cy="876778"/>
          </a:xfrm>
          <a:prstGeom prst="rect">
            <a:avLst/>
          </a:prstGeom>
        </p:spPr>
        <p:txBody>
          <a:bodyPr wrap="square">
            <a:spAutoFit/>
          </a:bodyPr>
          <a:lstStyle/>
          <a:p>
            <a:pPr algn="ctr" defTabSz="685595">
              <a:defRPr/>
            </a:pPr>
            <a:r>
              <a:rPr lang="en-US" sz="1499" b="1" dirty="0">
                <a:solidFill>
                  <a:srgbClr val="FFFFFF"/>
                </a:solidFill>
                <a:latin typeface="Arial" panose="020B0604020202020204" pitchFamily="34" charset="0"/>
                <a:cs typeface="Arial" panose="020B0604020202020204" pitchFamily="34" charset="0"/>
              </a:rPr>
              <a:t>We’re committed to empower you to be</a:t>
            </a:r>
          </a:p>
          <a:p>
            <a:pPr algn="ctr" defTabSz="685595">
              <a:defRPr/>
            </a:pPr>
            <a:r>
              <a:rPr lang="en-US" sz="1499" b="1" dirty="0">
                <a:solidFill>
                  <a:srgbClr val="FFFFFF"/>
                </a:solidFill>
                <a:latin typeface="Arial" panose="020B0604020202020204" pitchFamily="34" charset="0"/>
                <a:cs typeface="Arial" panose="020B0604020202020204" pitchFamily="34" charset="0"/>
              </a:rPr>
              <a:t> </a:t>
            </a:r>
            <a:r>
              <a:rPr lang="en-US" sz="2099" b="1" dirty="0">
                <a:solidFill>
                  <a:srgbClr val="2AC6D1">
                    <a:lumMod val="40000"/>
                    <a:lumOff val="60000"/>
                  </a:srgbClr>
                </a:solidFill>
                <a:latin typeface="Arial" panose="020B0604020202020204" pitchFamily="34" charset="0"/>
                <a:cs typeface="Arial" panose="020B0604020202020204" pitchFamily="34" charset="0"/>
              </a:rPr>
              <a:t>#FutureReady </a:t>
            </a:r>
          </a:p>
          <a:p>
            <a:pPr algn="ctr" defTabSz="685595">
              <a:defRPr/>
            </a:pPr>
            <a:r>
              <a:rPr lang="en-US" sz="14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264118" y="3748874"/>
            <a:ext cx="2925418" cy="692369"/>
          </a:xfrm>
          <a:prstGeom prst="rect">
            <a:avLst/>
          </a:prstGeom>
        </p:spPr>
        <p:txBody>
          <a:bodyPr wrap="square">
            <a:spAutoFit/>
          </a:bodyPr>
          <a:lstStyle/>
          <a:p>
            <a:pPr defTabSz="685595">
              <a:defRPr/>
            </a:pPr>
            <a:r>
              <a:rPr lang="en-US" sz="1499" b="1" spc="75" dirty="0">
                <a:solidFill>
                  <a:srgbClr val="F97700"/>
                </a:solidFill>
                <a:latin typeface="Arial" panose="020B0604020202020204"/>
              </a:rPr>
              <a:t>FREE WEBINARS </a:t>
            </a:r>
          </a:p>
          <a:p>
            <a:pPr defTabSz="685595">
              <a:defRPr/>
            </a:pPr>
            <a:r>
              <a:rPr lang="en-US" sz="12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3714780" y="1646020"/>
            <a:ext cx="638899" cy="638899"/>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4889390" y="2526841"/>
            <a:ext cx="4208388" cy="2535645"/>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3370618" y="4181066"/>
            <a:ext cx="1647176" cy="4105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3300992" y="4117750"/>
            <a:ext cx="1647176" cy="410513"/>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3603418" y="4192723"/>
            <a:ext cx="1146468" cy="299954"/>
          </a:xfrm>
          <a:prstGeom prst="rect">
            <a:avLst/>
          </a:prstGeom>
        </p:spPr>
        <p:txBody>
          <a:bodyPr wrap="none">
            <a:spAutoFit/>
          </a:bodyPr>
          <a:lstStyle/>
          <a:p>
            <a:pPr defTabSz="685595">
              <a:defRPr/>
            </a:pPr>
            <a:r>
              <a:rPr lang="en-US" sz="1349" b="1" dirty="0">
                <a:solidFill>
                  <a:srgbClr val="44546A"/>
                </a:solidFill>
                <a:latin typeface="Arial" panose="020B0604020202020204"/>
              </a:rPr>
              <a:t>Enroll Now!</a:t>
            </a:r>
            <a:endParaRPr lang="en-US" sz="134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62869" y="333098"/>
            <a:ext cx="1742621" cy="17211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otalTime>2087</TotalTime>
  <Words>970</Words>
  <Application>Microsoft Office PowerPoint</Application>
  <PresentationFormat>On-screen Show (16:9)</PresentationFormat>
  <Paragraphs>127</Paragraphs>
  <Slides>18</Slides>
  <Notes>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18</vt:i4>
      </vt:variant>
    </vt:vector>
  </HeadingPairs>
  <TitlesOfParts>
    <vt:vector size="30" baseType="lpstr">
      <vt:lpstr>72</vt:lpstr>
      <vt:lpstr>72 Brand Variable</vt:lpstr>
      <vt:lpstr>Arial</vt:lpstr>
      <vt:lpstr>Calibri</vt:lpstr>
      <vt:lpstr>Cambria</vt:lpstr>
      <vt:lpstr>Cooper Black</vt:lpstr>
      <vt:lpstr>Courier New</vt:lpstr>
      <vt:lpstr>Helvetica Neue Light</vt:lpstr>
      <vt:lpstr>Monaco</vt:lpstr>
      <vt:lpstr>Segoe UI</vt:lpstr>
      <vt:lpstr>Segoe UI Light</vt:lpstr>
      <vt:lpstr>Office Theme</vt:lpstr>
      <vt:lpstr>SAP Build Training for Corporate Professionals</vt:lpstr>
      <vt:lpstr>PowerPoint Presentation</vt:lpstr>
      <vt:lpstr>Agenda</vt:lpstr>
      <vt:lpstr>PowerPoint Presentation</vt:lpstr>
      <vt:lpstr>Steps</vt:lpstr>
      <vt:lpstr>What is CMS (Content Management Service)</vt:lpstr>
      <vt:lpstr>Setting up CAS </vt:lpstr>
      <vt:lpstr>Create destination to TMS</vt:lpstr>
      <vt:lpstr>The Process</vt:lpstr>
      <vt:lpstr>What is Build Apps?</vt:lpstr>
      <vt:lpstr>Core Capabilities?</vt:lpstr>
      <vt:lpstr>Who is the Build Apps for?</vt:lpstr>
      <vt:lpstr>A Quick History</vt:lpstr>
      <vt:lpstr>What is SAP Build</vt:lpstr>
      <vt:lpstr>Key Capabilities</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Anubhav Oberoy</cp:lastModifiedBy>
  <cp:revision>136</cp:revision>
  <dcterms:created xsi:type="dcterms:W3CDTF">2013-12-05T19:37:13Z</dcterms:created>
  <dcterms:modified xsi:type="dcterms:W3CDTF">2025-08-07T04:25:20Z</dcterms:modified>
</cp:coreProperties>
</file>