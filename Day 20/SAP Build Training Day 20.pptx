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494" r:id="rId3"/>
    <p:sldId id="265" r:id="rId4"/>
    <p:sldId id="498" r:id="rId5"/>
    <p:sldId id="492" r:id="rId6"/>
    <p:sldId id="490" r:id="rId7"/>
    <p:sldId id="487" r:id="rId8"/>
    <p:sldId id="488" r:id="rId9"/>
    <p:sldId id="486" r:id="rId10"/>
    <p:sldId id="295" r:id="rId11"/>
    <p:sldId id="296" r:id="rId12"/>
    <p:sldId id="297" r:id="rId13"/>
    <p:sldId id="266" r:id="rId14"/>
    <p:sldId id="422" r:id="rId15"/>
    <p:sldId id="276" r:id="rId16"/>
    <p:sldId id="495" r:id="rId17"/>
    <p:sldId id="496" r:id="rId18"/>
    <p:sldId id="497"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01.543"/>
    </inkml:context>
    <inkml:brush xml:id="br0">
      <inkml:brushProperty name="width" value="0.05" units="cm"/>
      <inkml:brushProperty name="height" value="0.05" units="cm"/>
    </inkml:brush>
  </inkml:definitions>
  <inkml:trace contextRef="#ctx0" brushRef="#br0">1 0 24518,'0'3202'0,"5322"-3202"0,-5322-3202 0,-5322 3202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03.876"/>
    </inkml:context>
    <inkml:brush xml:id="br0">
      <inkml:brushProperty name="width" value="0.05" units="cm"/>
      <inkml:brushProperty name="height" value="0.05" units="cm"/>
    </inkml:brush>
  </inkml:definitions>
  <inkml:trace contextRef="#ctx0" brushRef="#br0">65 109 24575,'0'-1'0,"1"1"0,0-1 0,-1 1 0,1-1 0,-1 0 0,1 0 0,-1 1 0,1-1 0,-1 0 0,1 0 0,-1 0 0,0 1 0,0-1 0,1 0 0,-1 0 0,0 0 0,0 0 0,0 0 0,0 0 0,0 1 0,0-1 0,0 0 0,0 0 0,0 0 0,0 0 0,-1-1 0,0 0 0,0 0 0,-1 0 0,1 1 0,0-1 0,-1 1 0,1-1 0,-1 1 0,1-1 0,-1 1 0,0 0 0,-2-1 0,-4-3 0,0 1 0,-1 0 0,-17-5 0,26 9 0,1 0 0,-1 0 0,0 0 0,0 0 0,0 0 0,0 0 0,0 0 0,0 0 0,0 0 0,0 0 0,0 0 0,0 0 0,0 0 0,0 0 0,0 0 0,0 0 0,0 0 0,0 0 0,0 0 0,0 0 0,0-1 0,0 1 0,0 0 0,0 0 0,0 0 0,0 0 0,0 0 0,0 0 0,0 0 0,0 0 0,0 0 0,0 0 0,0 0 0,0 0 0,0 0 0,0 0 0,0 0 0,0 0 0,0-1 0,15 0 0,32-1 0,-15 0 0,43-2 0,-8 1 0,69-12 0,-136 15 0,-1 0 0,1 0 0,0 0 0,0 0 0,0 0 0,0 0 0,0 0 0,0-1 0,0 1 0,0 0 0,0 0 0,0 0 0,0 0 0,0 0 0,0 0 0,0 0 0,0 0 0,0 0 0,0-1 0,0 1 0,0 0 0,0 0 0,0 0 0,0 0 0,0 0 0,0 0 0,0 0 0,0 0 0,0 0 0,0-1 0,0 1 0,1 0 0,-1 0 0,0 0 0,0 0 0,0 0 0,0 0 0,0 0 0,0 0 0,0 0 0,0 0 0,0 0 0,0 0 0,0 0 0,0 0 0,1 0 0,-1 0 0,0 0 0,0 0 0,0 0 0,0 0 0,0 0 0,0 0 0,0 0 0,0 0 0,0 0 0,1 0 0,-1 0 0,0 0 0,0 0 0,0 0 0,0 0 0,0 0 0,-11-4 0,-18-2 0,27 5 0,-8 0 0,0 1 0,1-1 0,-1 1 0,1 1 0,-11 1 0,18-1 0,0-1 0,0 1 0,0-1 0,0 1 0,0 0 0,0 0 0,0 0 0,0 0 0,1 0 0,-1 0 0,0 1 0,1-1 0,-1 0 0,1 1 0,-1-1 0,1 1 0,0 0 0,0-1 0,0 1 0,-1 0 0,2 0 0,-1 0 0,0 0 0,0 0 0,1 0 0,-1 0 0,1 0 0,-1 0 0,1 3 0,-19 282 0,-3-134-355,17-126-655,2-5-5816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04.329"/>
    </inkml:context>
    <inkml:brush xml:id="br0">
      <inkml:brushProperty name="width" value="0.05" units="cm"/>
      <inkml:brushProperty name="height" value="0.05" units="cm"/>
    </inkml:brush>
  </inkml:definitions>
  <inkml:trace contextRef="#ctx0" brushRef="#br0">83 125 24575,'0'0'0,"-1"0"0,1 0 0,-1 0 0,1 0 0,-1 0 0,1 0 0,-1 0 0,1 0 0,-1 0 0,1 0 0,-1-1 0,1 1 0,-1 0 0,1 0 0,0-1 0,-1 1 0,1 0 0,-1-1 0,1 1 0,0 0 0,-1-1 0,1 1 0,0 0 0,-1-1 0,1 0 0,0 1 0,0 0 0,1-1 0,-1 1 0,0 0 0,0 0 0,0-1 0,1 1 0,-1 0 0,0 0 0,0-1 0,1 1 0,-1 0 0,0 0 0,1 0 0,-1 0 0,0-1 0,0 1 0,1 0 0,-1 0 0,0 0 0,1 0 0,-1 0 0,0 0 0,1 0 0,-1 0 0,0 0 0,1 0 0,-1 0 0,0 0 0,1 0 0,-1 0 0,0 0 0,1 0 0,-1 1 0,0-1 0,1 0 0,-1 0 0,0 0 0,0 0 0,1 1 0,-1-1 0,12 3 0,0-1 0,-1-1 0,1 0 0,0-1 0,19-1 0,-27 1 0,-1-1 0,1 0 0,0 0 0,-1 0 0,1 0 0,0 0 0,-1-1 0,1 0 0,4-3 0,-6 4 0,-1 0 0,1-1 0,-1 1 0,1-1 0,-1 0 0,0 1 0,0-1 0,0 0 0,1 0 0,-2 1 0,1-1 0,0 0 0,0 0 0,-1 0 0,1 0 0,-1 0 0,1 0 0,-1-4 0,0 4 0,0-1 0,0 1 0,0 0 0,0-1 0,0 1 0,-1 0 0,0-1 0,1 1 0,-1 0 0,0 0 0,0-1 0,0 1 0,0 0 0,0 0 0,-1 0 0,1 0 0,0 0 0,-4-2 0,2 1 0,0 1 0,0-1 0,-1 1 0,1 0 0,-1 0 0,0 0 0,1 1 0,-1-1 0,0 1 0,-6-1 0,5 1 0,0 0 0,-1 0 0,1 0 0,-1 1 0,1 0 0,-1 0 0,1 1 0,-1-1 0,1 1 0,0 0 0,-1 1 0,1-1 0,0 1 0,0 0 0,0 0 0,-8 5 0,6 0 0,1 0 0,0 0 0,0 0 0,0 0 0,1 1 0,0 0 0,0 0 0,1 1 0,0-1 0,0 1 0,-3 13 0,5-15 0,0-1 0,1 1 0,0-1 0,0 1 0,0 0 0,1-1 0,0 1 0,0 0 0,1-1 0,-1 1 0,1 0 0,1-1 0,0 1 0,0-1 0,0 0 0,5 11 0,-4-13-80,0-1 0,-1 0-1,1 0 1,0 0 0,0-1-1,1 1 1,-1 0 0,0-1-1,1 0 1,0 0 0,-1 0 0,1-1-1,0 1 1,0-1 0,0 0-1,6 1 1,15 3-6746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04.697"/>
    </inkml:context>
    <inkml:brush xml:id="br0">
      <inkml:brushProperty name="width" value="0.05" units="cm"/>
      <inkml:brushProperty name="height" value="0.05" units="cm"/>
    </inkml:brush>
  </inkml:definitions>
  <inkml:trace contextRef="#ctx0" brushRef="#br0">148 43 24575,'0'-1'0,"0"-1"0,0 1 0,0-1 0,0 0 0,0 1 0,-1-1 0,1 1 0,0-1 0,-1 1 0,1-1 0,-1 1 0,0-1 0,1 1 0,-1-1 0,0 1 0,0 0 0,0-1 0,0 1 0,0 0 0,0 0 0,-2-2 0,0 1 0,0 1 0,0 0 0,0 0 0,0 0 0,-1 0 0,1 0 0,0 1 0,0-1 0,0 1 0,-5 0 0,1 0 0,-1 0 0,1 0 0,-1 0 0,1 1 0,-1 1 0,1-1 0,-13 5 0,19-6 0,-1 1 0,1 0 0,0 0 0,-1 0 0,1 0 0,0 0 0,-1 0 0,1 0 0,0 0 0,0 0 0,0 0 0,0 1 0,0-1 0,0 0 0,0 1 0,-1 2 0,2-2 0,-1 1 0,1-1 0,0 0 0,0 1 0,0-1 0,0 1 0,0-1 0,0 0 0,1 1 0,-1-1 0,1 0 0,-1 0 0,1 1 0,0-1 0,1 2 0,5 7 0,0 0 0,0-1 0,1 0 0,0-1 0,0 0 0,1 0 0,1-1 0,-1 0 0,18 11 0,30 28 0,-56-46 0,1 0 0,-1 0 0,0 0 0,0 0 0,0 0 0,0 1 0,0-1 0,0 0 0,0 1 0,0-1 0,-1 1 0,1-1 0,0 1 0,-1-1 0,0 1 0,1-1 0,-1 1 0,0 0 0,1-1 0,-1 1 0,0 0 0,0-1 0,-1 3 0,0-3 0,1 0 0,-1 0 0,0 1 0,0-1 0,0 0 0,0 0 0,0 0 0,0 0 0,-1 0 0,1 0 0,0-1 0,0 1 0,-1 0 0,1 0 0,0-1 0,-1 1 0,1-1 0,-1 0 0,1 1 0,-1-1 0,1 0 0,-1 0 0,1 1 0,-1-1 0,-2-1 0,-7 1-227,0-1-1,0 0 1,1-1-1,-1 0 1,-16-6-1,0-1-6598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04.974"/>
    </inkml:context>
    <inkml:brush xml:id="br0">
      <inkml:brushProperty name="width" value="0.05" units="cm"/>
      <inkml:brushProperty name="height" value="0.05" units="cm"/>
    </inkml:brush>
  </inkml:definitions>
  <inkml:trace contextRef="#ctx0" brushRef="#br0">29 70 24575,'-3'-37'0,"3"35"0,0 0 0,-1-1 0,1 1 0,-1 0 0,0-1 0,0 1 0,0 0 0,0 0 0,0 0 0,0 0 0,0 0 0,-3-3 0,4 5 0,0 0 0,-1-1 0,1 1 0,0 0 0,0 0 0,0 0 0,0 0 0,0 0 0,0 0 0,0 0 0,-1 0 0,1 0 0,0 0 0,0 0 0,0-1 0,0 1 0,0 0 0,-1 0 0,1 0 0,0 0 0,0 0 0,0 0 0,0 0 0,0 0 0,-1 0 0,1 0 0,0 0 0,0 1 0,0-1 0,0 0 0,0 0 0,-1 0 0,1 0 0,0 0 0,0 0 0,0 0 0,0 0 0,0 0 0,0 0 0,0 0 0,-1 1 0,1-1 0,0 0 0,0 0 0,0 0 0,-3 10 0,0 11 0,2 150 0,3-144 0,1 0 0,1 0 0,1 0 0,11 32 0,-15-55-170,1 0-1,-1-1 0,1 1 1,0-1-1,0 1 0,0-1 1,3 4-1,4 1-6655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05.168"/>
    </inkml:context>
    <inkml:brush xml:id="br0">
      <inkml:brushProperty name="width" value="0.05" units="cm"/>
      <inkml:brushProperty name="height" value="0.05" units="cm"/>
    </inkml:brush>
  </inkml:definitions>
  <inkml:trace contextRef="#ctx0" brushRef="#br0">41 7 24575,'-7'-3'0,"-7"0"0,2 2 0,4 2 0,9 0 0,11 3 0,12 0 0,12 0 0,9-1 0,4-2 0,0-2 0,-4-1 0,-6-3 0,-11 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28.046"/>
    </inkml:context>
    <inkml:brush xml:id="br0">
      <inkml:brushProperty name="width" value="0.05" units="cm"/>
      <inkml:brushProperty name="height" value="0.05" units="cm"/>
    </inkml:brush>
  </inkml:definitions>
  <inkml:trace contextRef="#ctx0" brushRef="#br0">0 1 24389,'0'3095'0,"4767"-3095"0,-4767-3095 0,-4767 3095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29.816"/>
    </inkml:context>
    <inkml:brush xml:id="br0">
      <inkml:brushProperty name="width" value="0.05" units="cm"/>
      <inkml:brushProperty name="height" value="0.05" units="cm"/>
    </inkml:brush>
  </inkml:definitions>
  <inkml:trace contextRef="#ctx0" brushRef="#br0">35 18 24575,'0'-1'0,"0"0"0,0 1 0,0-1 0,0 0 0,0 0 0,0 0 0,0 1 0,0-1 0,1 0 0,-1 0 0,0 0 0,0 1 0,1-1 0,-1 0 0,0 0 0,1 1 0,-1-1 0,1 0 0,-1 1 0,1-1 0,-1 1 0,1-2 0,0 3 0,0-1 0,-1 0 0,1 1 0,-1-1 0,0 0 0,1 1 0,-1-1 0,1 1 0,-1-1 0,0 1 0,1-1 0,-1 1 0,0-1 0,1 1 0,-1-1 0,0 1 0,0-1 0,1 1 0,-1-1 0,0 1 0,0 0 0,0-1 0,0 1 0,0-1 0,0 1 0,0 0 0,0-1 0,0 1 0,0-1 0,-1 2 0,2 66-273,-3 0 0,-3 0 0,-3-1 0,-20 81 0,22-125-6553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0.156"/>
    </inkml:context>
    <inkml:brush xml:id="br0">
      <inkml:brushProperty name="width" value="0.05" units="cm"/>
      <inkml:brushProperty name="height" value="0.05" units="cm"/>
    </inkml:brush>
  </inkml:definitions>
  <inkml:trace contextRef="#ctx0" brushRef="#br0">70 411 24575,'-11'-19'0,"1"0"0,1-1 0,1 0 0,0-1 0,2 0 0,-5-26 0,9 37 0,0 0 0,1-1 0,0 1 0,1 0 0,0-1 0,1 1 0,0 0 0,0 0 0,1 0 0,0 0 0,1 0 0,0 0 0,1 0 0,0 1 0,6-11 0,-5 14 0,0 0 0,1 0 0,-1 1 0,1-1 0,0 1 0,0 1 0,1-1 0,-1 1 0,1 0 0,0 1 0,0-1 0,1 2 0,-1-1 0,0 1 0,1 0 0,0 0 0,-1 1 0,16-1 0,-7 1 0,1 1 0,-1 1 0,0 0 0,0 1 0,0 1 0,0 0 0,0 1 0,18 7 0,-20-4 0,1 0 0,-1 1 0,-1 0 0,1 1 0,-1 1 0,-1 0 0,0 0 0,0 2 0,-1-1 0,-1 1 0,0 1 0,0 0 0,-1 0 0,-1 1 0,0 0 0,-1 1 0,6 19 0,-8-22 0,-1 1 0,-1 0 0,0 0 0,-1 1 0,0-1 0,-1 0 0,-1 1 0,0-1 0,0 1 0,-2-1 0,0 0 0,0 1 0,-1-1 0,-1 0 0,0-1 0,0 1 0,-2-1 0,0 0 0,0 0 0,-1 0 0,-8 11 0,2-9 0,0 0 0,0 0 0,-2-1 0,1-1 0,-1-1 0,-1 0 0,0-1 0,-1 0 0,0-2 0,0 0 0,-1-1 0,0 0 0,0-2 0,0 0 0,-1-1 0,0-1 0,0 0 0,0-2 0,-27-1 0,39 0 57,0-1 0,-1 0 0,1 0 0,0-1 0,-9-3 0,14 4-135,0 0 0,0 0 1,0 0-1,0 0 1,0 0-1,0-1 1,1 1-1,-1 0 0,0-1 1,1 1-1,-1-1 1,1 0-1,0 0 1,-1 1-1,1-1 0,0 0 1,0 0-1,0 0 1,0 0-1,1 0 1,-2-3-1,1-13-6748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0.594"/>
    </inkml:context>
    <inkml:brush xml:id="br0">
      <inkml:brushProperty name="width" value="0.05" units="cm"/>
      <inkml:brushProperty name="height" value="0.05" units="cm"/>
    </inkml:brush>
  </inkml:definitions>
  <inkml:trace contextRef="#ctx0" brushRef="#br0">94 171 24575,'23'8'0,"-21"-6"0,1-1 0,-1 1 0,1-1 0,-1 0 0,1 0 0,-1 0 0,1 0 0,0-1 0,0 1 0,-1-1 0,1 1 0,0-1 0,0 0 0,0 0 0,-1 0 0,1-1 0,4 0 0,-5 0 0,1 0 0,-1 0 0,0 0 0,0 0 0,0 0 0,0-1 0,-1 1 0,1 0 0,0-1 0,0 0 0,-1 1 0,1-1 0,-1 0 0,0 0 0,1 0 0,-1 0 0,0 0 0,1-3 0,-1 1 0,0 0 0,0 0 0,0 0 0,-1 0 0,0-1 0,0 1 0,0 0 0,0 0 0,0 0 0,-2-4 0,1 1 0,-1 0 0,0 1 0,0-1 0,0 1 0,-1-1 0,0 1 0,-1 0 0,1 0 0,-1 0 0,0 1 0,-1-1 0,-6-6 0,9 10 0,0 0 0,-1 0 0,0 0 0,1 0 0,-1 1 0,0-1 0,0 1 0,0 0 0,0 0 0,0 0 0,0 0 0,0 0 0,0 0 0,0 1 0,-1 0 0,1-1 0,0 1 0,0 0 0,0 1 0,-1-1 0,1 1 0,-5 1 0,4 0 0,0 0 0,0 0 0,0 0 0,0 1 0,1-1 0,-1 1 0,1 0 0,0 0 0,0 1 0,0-1 0,0 1 0,0-1 0,1 1 0,0 0 0,0 0 0,-2 4 0,-2 6 38,1-1 0,1 1 0,0 0 0,1 0 0,0 0 0,1 0 0,1 0 0,0 22 0,1-28-139,0 0 1,1 0-1,0 0 1,1 0 0,0 0-1,0-1 1,0 1-1,1-1 1,0 1 0,1-1-1,-1 0 1,2 0 0,-1-1-1,1 1 1,-1-1-1,11 10 1,4-2-6726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0.899"/>
    </inkml:context>
    <inkml:brush xml:id="br0">
      <inkml:brushProperty name="width" value="0.05" units="cm"/>
      <inkml:brushProperty name="height" value="0.05" units="cm"/>
    </inkml:brush>
  </inkml:definitions>
  <inkml:trace contextRef="#ctx0" brushRef="#br0">35 112 24575,'-5'-5'0,"-17"-13"0,22 18 0,0 0 0,0-1 0,0 1 0,-1 0 0,1 0 0,0 0 0,0 0 0,0 0 0,-1 0 0,1 0 0,0 0 0,0 0 0,-1 0 0,1 0 0,0 0 0,0 0 0,0 0 0,-1 0 0,1 0 0,0 0 0,0 0 0,0 1 0,-1-1 0,1 0 0,0 0 0,0 0 0,0 0 0,0 0 0,-1 0 0,1 1 0,0-1 0,0 0 0,0 0 0,0 0 0,0 0 0,0 1 0,-1-1 0,1 18 0,5 5 0,1 0 0,2 0 0,0-1 0,1 1 0,17 27 0,-19-37 0,-6-10 0,1 1 0,0-1 0,0 0 0,0 1 0,0-1 0,1 0 0,-1-1 0,5 5 0,-7-7 0,1 0 0,-1 1 0,1-1 0,-1 0 0,1 1 0,-1-1 0,1 0 0,0 0 0,-1 0 0,1 0 0,-1 1 0,1-1 0,0 0 0,-1 0 0,1 0 0,0 0 0,-1 0 0,1-1 0,-1 1 0,1 0 0,1 0 0,-1-1 0,0 0 0,1 0 0,-1 0 0,0 0 0,0 0 0,0 0 0,0 0 0,0 0 0,0 0 0,0-1 0,0 1 0,0 0 0,0-2 0,7-15 0,-1-1 0,-1 1 0,-1-1 0,0 0 0,3-37 0,-1 10 0,18-62 0,-29 125-1365,-2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1.845"/>
    </inkml:context>
    <inkml:brush xml:id="br0">
      <inkml:brushProperty name="width" value="0.05" units="cm"/>
      <inkml:brushProperty name="height" value="0.05" units="cm"/>
    </inkml:brush>
  </inkml:definitions>
  <inkml:trace contextRef="#ctx0" brushRef="#br0">406 97 24575,'-18'-20'0,"16"16"0,-1 1 0,0-1 0,0 1 0,-1 0 0,1 0 0,-1 0 0,1 0 0,-1 1 0,0-1 0,0 1 0,-8-3 0,5 2 0,-1 1 0,0 0 0,1 1 0,-1 0 0,0 0 0,0 0 0,0 1 0,0 0 0,0 1 0,0 0 0,0 0 0,-10 3 0,7 0 0,0 0 0,0 1 0,1 0 0,-1 0 0,1 1 0,0 1 0,-16 13 0,14-9 0,0 0 0,1 1 0,1 0 0,0 0 0,0 1 0,1 1 0,1 0 0,0 0 0,1 0 0,1 1 0,0 0 0,-5 22 0,9-27 0,0 1 0,1 0 0,0 0 0,0 0 0,2 0 0,-1 0 0,1 0 0,1 0 0,0-1 0,0 1 0,1 0 0,1-1 0,-1 0 0,2 1 0,-1-2 0,2 1 0,-1 0 0,13 15 0,-8-14 0,1 0 0,0 0 0,0-2 0,1 1 0,0-1 0,1-1 0,-1 0 0,2-1 0,-1-1 0,1 0 0,0 0 0,26 6 0,-24-9 0,-1 0 0,1-1 0,0 0 0,0-1 0,0-1 0,0 0 0,0-1 0,0-1 0,0-1 0,-1 0 0,1-1 0,16-6 0,-22 5 0,1 0 0,-1 0 0,0-1 0,-1 0 0,1 0 0,-1-1 0,0-1 0,-1 0 0,0 0 0,0 0 0,-1-1 0,0 0 0,0 0 0,-1-1 0,0 0 0,-1 0 0,8-22 0,-7 14 0,-2 0 0,0 0 0,-1-1 0,-1 0 0,0 1 0,-2-1 0,0 0 0,-1 0 0,-5-26 0,3 30 0,0 1 0,0 0 0,-2 0 0,0 0 0,0 0 0,-1 0 0,-1 1 0,0 0 0,-1 1 0,0 0 0,-1 0 0,-15-16 0,19 24-47,0 0 0,0 0 0,0 1 0,-1-1 0,1 1 0,-1 0 0,1 0 0,-1 1 0,0 0-1,0 0 1,0 0 0,0 1 0,-1 0 0,1 0 0,0 1 0,-1-1 0,1 1 0,0 1 0,-1-1 0,1 1 0,0 0 0,0 0-1,0 1 1,0 0 0,0 0 0,0 1 0,0-1 0,-9 7 0,-8 6-6779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2.513"/>
    </inkml:context>
    <inkml:brush xml:id="br0">
      <inkml:brushProperty name="width" value="0.05" units="cm"/>
      <inkml:brushProperty name="height" value="0.05" units="cm"/>
    </inkml:brush>
  </inkml:definitions>
  <inkml:trace contextRef="#ctx0" brushRef="#br0">149 75 24575,'1'-9'0,"0"1"0,1-1 0,0 1 0,0 0 0,1-1 0,0 1 0,4-7 0,-17 49 0,-109 249 0,111-266 0,0 0 0,2 1 0,0 0 0,1 0 0,-3 25 0,8-41 0,0-1 0,0 1 0,0-1 0,0 0 0,0 1 0,1-1 0,-1 1 0,0-1 0,1 1 0,-1-1 0,1 0 0,-1 1 0,1-1 0,0 0 0,-1 1 0,1-1 0,0 0 0,0 0 0,0 0 0,0 0 0,0 0 0,0 0 0,0 0 0,1 0 0,-1 0 0,0 0 0,0-1 0,1 1 0,-1 0 0,0-1 0,1 1 0,-1-1 0,1 0 0,-1 1 0,1-1 0,-1 0 0,2 0 0,8 1 0,-1-1 0,1 0 0,0-1 0,12-2 0,-13 2 0,58-8 0,7-1 0,96 0 0,-151 11 0,-10-1 0,-1 0 0,1 0 0,12-2 0,-19 1 0,0 0 0,1 0 0,-1 0 0,0 0 0,0 0 0,0-1 0,0 1 0,0-1 0,-1 0 0,1 0 0,0 0 0,-1 0 0,4-4 0,-1 1 0,-1 0 0,0 0 0,0 0 0,-1-1 0,0 0 0,1 1 0,-2-1 0,1-1 0,-1 1 0,0 0 0,0 0 0,-1-1 0,1 1 0,-1-8 0,-1 8 0,0 0 0,-1 0 0,0 0 0,0 0 0,-1 0 0,1 0 0,-1 0 0,-1 0 0,1 0 0,-1 1 0,0 0 0,0-1 0,0 1 0,-1 0 0,-5-6 0,6 7 0,-39-44 0,-48-44 0,89 91 12,0 0 1,0 1-1,0-1 0,0 0 0,0 0 0,0 1 1,0-1-1,0 1 0,0-1 0,0 1 0,0-1 1,-1 1-1,-1-1 0,2 1-6,1 0 1,-1 0 0,1 0-1,0 0 1,-1 1-1,1-1 1,-1 0-1,1 0 1,0 0 0,-1 1-1,1-1 1,-1 0-1,1 0 1,0 1-1,-1-1 1,1 0 0,0 0-1,0 1 1,-1-1-1,1 1 1,0-1-1,0 0 1,-1 1-1,1-1 1,0 1 0,-1 3-251,0 0 0,0 0 0,0 0 0,1 1 1,0-1-1,0 6 0,0 2-6582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3.048"/>
    </inkml:context>
    <inkml:brush xml:id="br0">
      <inkml:brushProperty name="width" value="0.05" units="cm"/>
      <inkml:brushProperty name="height" value="0.05" units="cm"/>
    </inkml:brush>
  </inkml:definitions>
  <inkml:trace contextRef="#ctx0" brushRef="#br0">1 19 24575,'1'8'0,"1"1"0,1-1 0,-1 0 0,1 0 0,1 0 0,-1 0 0,1 0 0,6 7 0,-6-9 0,-1-1 0,1 1 0,0-1 0,1 0 0,-1-1 0,1 1 0,0-1 0,0 0 0,0 0 0,1-1 0,-1 1 0,1-1 0,12 5 0,-14-7 0,-1 0 0,1 0 0,0-1 0,0 1 0,0-1 0,0 0 0,0 0 0,0 0 0,0 0 0,0-1 0,-1 1 0,1-1 0,0 0 0,0 0 0,-1-1 0,1 1 0,0-1 0,-1 0 0,1 0 0,-1 0 0,0 0 0,0 0 0,0-1 0,4-4 0,-3 3 29,0 0-1,-1 0 1,1 0-1,-1-1 0,0 1 1,-1-1-1,1 0 1,-1 0-1,0 0 1,0 0-1,2-9 1,-4 11-107,1 0 0,-1 0 1,0 0-1,0-1 1,0 1-1,0 0 1,-1 0-1,1 0 0,-1 0 1,0 0-1,0 0 1,0 0-1,0 0 1,0 0-1,-1 1 0,1-1 1,-1 0-1,0 1 1,0-1-1,0 1 1,-3-3-1,-6-5-6748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3.282"/>
    </inkml:context>
    <inkml:brush xml:id="br0">
      <inkml:brushProperty name="width" value="0.05" units="cm"/>
      <inkml:brushProperty name="height" value="0.05" units="cm"/>
    </inkml:brush>
  </inkml:definitions>
  <inkml:trace contextRef="#ctx0" brushRef="#br0">23 11 24575,'-2'-2'0,"-4"-1"0,-2 0 0,2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3.474"/>
    </inkml:context>
    <inkml:brush xml:id="br0">
      <inkml:brushProperty name="width" value="0.05" units="cm"/>
      <inkml:brushProperty name="height" value="0.05" units="cm"/>
    </inkml:brush>
  </inkml:definitions>
  <inkml:trace contextRef="#ctx0" brushRef="#br0">0 0 24575,'3'0'0,"2"0"0,3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4.305"/>
    </inkml:context>
    <inkml:brush xml:id="br0">
      <inkml:brushProperty name="width" value="0.05" units="cm"/>
      <inkml:brushProperty name="height" value="0.05" units="cm"/>
    </inkml:brush>
  </inkml:definitions>
  <inkml:trace contextRef="#ctx0" brushRef="#br0">293 276 24575,'1'0'0,"1"-1"0,-1 1 0,0 0 0,0-1 0,0 1 0,0 0 0,0-1 0,0 0 0,0 1 0,0-1 0,0 0 0,0 1 0,0-1 0,0 0 0,0 0 0,0 0 0,-1 0 0,1 0 0,0 0 0,-1 0 0,1 0 0,-1 0 0,1 0 0,-1 0 0,1 0 0,-1 0 0,0 0 0,1-1 0,-1 1 0,0 0 0,0 0 0,0 0 0,0-2 0,0 0 0,0-1 0,0 1 0,0 0 0,0-1 0,0 1 0,-1-1 0,0 1 0,1 0 0,-1 0 0,-3-6 0,2 6 0,-1 0 0,1 1 0,-1-1 0,0 0 0,1 1 0,-1 0 0,-1 0 0,1 0 0,0 0 0,0 0 0,-1 1 0,1-1 0,-1 1 0,1 0 0,-1 0 0,0 0 0,1 1 0,-6-1 0,-2 0 0,0 1 0,0 0 0,0 0 0,0 1 0,-11 3 0,10-1 0,0 1 0,1 0 0,0 0 0,0 2 0,0-1 0,0 1 0,1 1 0,0 0 0,-15 13 0,20-15 0,1-1 0,0 1 0,0 0 0,0 0 0,0 0 0,1 1 0,0-1 0,0 1 0,-2 6 0,4-8 0,0-1 0,0 1 0,0 0 0,1-1 0,-1 1 0,1 0 0,0 0 0,0-1 0,1 1 0,-1 0 0,1 0 0,0-1 0,-1 1 0,2-1 0,-1 1 0,2 4 0,0-4 0,0 1 0,1-1 0,-1 0 0,1 1 0,0-2 0,0 1 0,0 0 0,0-1 0,1 0 0,-1 0 0,1 0 0,0 0 0,0-1 0,0 0 0,0 0 0,0 0 0,0-1 0,1 0 0,-1 0 0,7 1 0,3 0 0,1-1 0,-1-1 0,0 0 0,0-1 0,0 0 0,18-5 0,-25 5 0,0-1 0,0-1 0,0 1 0,-1-1 0,1-1 0,-1 1 0,0-1 0,0-1 0,0 1 0,0-1 0,-1 0 0,0-1 0,0 0 0,0 1 0,-1-2 0,0 1 0,0-1 0,0 0 0,-1 0 0,0 0 0,-1 0 0,1-1 0,-1 1 0,-1-1 0,1 0 0,-2 0 0,1 0 0,-1 0 0,0-1 0,0-7 0,-2-7 0,0 1 0,-1-1 0,-1 1 0,-1 0 0,-1 0 0,-1 0 0,-1 1 0,-11-22 0,18 42 0,0 0 0,-1 0 0,1 0 0,-1 0 0,1 0 0,-1 0 0,0 0 0,1 1 0,-1-1 0,0 0 0,1 0 0,-1 1 0,0-1 0,0 0 0,-1 0 0,2 1 0,-1 0 0,1 0 0,0 0 0,-1 0 0,1 0 0,0 0 0,-1 1 0,1-1 0,0 0 0,-1 0 0,1 0 0,0 0 0,0 1 0,-1-1 0,1 0 0,0 0 0,0 1 0,-1-1 0,1 0 0,0 0 0,0 1 0,0-1 0,-1 0 0,1 1 0,0-1 0,0 0 0,0 0 0,0 1 0,0-1 0,0 1 0,-6 37 0,5-31 0,-3 23-195,2 0 0,1 1 0,1-1 0,2 0 0,1 1 0,10 43 0,-6-49-6631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4.656"/>
    </inkml:context>
    <inkml:brush xml:id="br0">
      <inkml:brushProperty name="width" value="0.05" units="cm"/>
      <inkml:brushProperty name="height" value="0.05" units="cm"/>
    </inkml:brush>
  </inkml:definitions>
  <inkml:trace contextRef="#ctx0" brushRef="#br0">90 133 24575,'-28'0'0,"25"0"0,18 0 0,-7 0 0,1-1 0,-1 1 0,0-2 0,0 1 0,0-1 0,-1 0 0,1-1 0,0 0 0,8-4 0,-14 6 0,0 0 0,-1 0 0,1 0 0,0-1 0,-1 1 0,1-1 0,-1 1 0,1-1 0,-1 1 0,0-1 0,0 0 0,0 1 0,0-1 0,0 0 0,0 0 0,1-3 0,-2 2 0,0 1 0,0 0 0,0-1 0,0 1 0,0-1 0,0 1 0,-1 0 0,1-1 0,-1 1 0,0 0 0,0-1 0,0 1 0,0 0 0,0 0 0,0 0 0,0 0 0,-4-4 0,3 3 0,0 0 0,0 1 0,-1-1 0,1 0 0,-1 1 0,0-1 0,0 1 0,0 0 0,0 0 0,0 0 0,0 0 0,-1 1 0,1-1 0,0 1 0,-1 0 0,1 0 0,-1 0 0,0 0 0,1 1 0,-1 0 0,0-1 0,-6 2 0,6-1 0,0 1 0,-1 0 0,1 1 0,0-1 0,0 1 0,0-1 0,1 1 0,-1 0 0,0 1 0,1-1 0,-1 1 0,1-1 0,0 1 0,0 0 0,0 0 0,0 1 0,1-1 0,-1 0 0,-2 6 0,2-3-40,-1 0 0,2 0 0,-1 1 0,1-1-1,0 1 1,0-1 0,1 1 0,0 0 0,0 0 0,1 0 0,-1-1-1,2 1 1,-1 0 0,1 0 0,0 0 0,0-1 0,1 1-1,0 0 1,0-1 0,0 1 0,1-1 0,0 0 0,0 0 0,1 0-1,0 0 1,0-1 0,0 1 0,0-1 0,1 0 0,0 0-1,0-1 1,1 0 0,9 7 0,10 1-6786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4.936"/>
    </inkml:context>
    <inkml:brush xml:id="br0">
      <inkml:brushProperty name="width" value="0.05" units="cm"/>
      <inkml:brushProperty name="height" value="0.05" units="cm"/>
    </inkml:brush>
  </inkml:definitions>
  <inkml:trace contextRef="#ctx0" brushRef="#br0">53 68 24575,'0'-3'0,"-1"-1"0,0 1 0,0 0 0,0 0 0,0-1 0,0 1 0,-1 0 0,0 0 0,-2-4 0,3 6 0,0 0 0,1-1 0,-1 1 0,0 0 0,0 0 0,0 0 0,0 0 0,0 0 0,0 0 0,0 0 0,0 0 0,0 0 0,0 1 0,-1-1 0,1 0 0,0 1 0,0-1 0,-1 1 0,1-1 0,-1 1 0,1-1 0,0 1 0,-1 0 0,-1 0 0,2 0 0,0 1 0,1 0 0,-1-1 0,1 1 0,-1 0 0,0-1 0,1 1 0,-1 0 0,1-1 0,0 1 0,-1 0 0,1 0 0,0 0 0,-1 0 0,1-1 0,0 1 0,0 0 0,0 0 0,0 0 0,-1 0 0,1 0 0,0 0 0,1-1 0,-1 1 0,0 0 0,0 0 0,0 0 0,0 0 0,1 0 0,-1-1 0,0 1 0,1 1 0,11 30 0,-11-31 0,7 16 0,0 0 0,2 0 0,15 20 0,-21-32 0,-1 0 0,1-1 0,0 1 0,0-1 0,1 0 0,-1 0 0,1 0 0,0-1 0,0 0 0,0 0 0,0 0 0,1-1 0,-1 1 0,1-1 0,6 1 0,-10-3 0,0 0 0,-1 0 0,1 0 0,0 0 0,0 0 0,0 0 0,0-1 0,0 1 0,-1-1 0,1 1 0,0-1 0,0 0 0,-1 1 0,1-1 0,0 0 0,-1 0 0,1-1 0,-1 1 0,1 0 0,-1 0 0,0-1 0,1 1 0,-1 0 0,0-1 0,0 0 0,0 1 0,0-1 0,0 0 0,-1 1 0,1-1 0,0 0 0,-1 0 0,1 1 0,-1-4 0,3-7 0,-1-1 0,0 1 0,-1-25 0,-1 32 0,0-12 0,1 8 0,-1 1 0,0-1 0,0 0 0,-1 1 0,0-1 0,0 0 0,-4-9 0,2 13-1365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5.322"/>
    </inkml:context>
    <inkml:brush xml:id="br0">
      <inkml:brushProperty name="width" value="0.05" units="cm"/>
      <inkml:brushProperty name="height" value="0.05" units="cm"/>
    </inkml:brush>
  </inkml:definitions>
  <inkml:trace contextRef="#ctx0" brushRef="#br0">245 98 24575,'4'-4'0,"0"1"0,-1-1 0,0-1 0,0 1 0,0 0 0,-1-1 0,1 1 0,-1-1 0,0 0 0,-1 0 0,1 0 0,-1 0 0,0 0 0,1-10 0,-2 14 0,-1 0 0,1 0 0,-1 0 0,1 0 0,-1 0 0,1 0 0,-1 0 0,0 0 0,1 0 0,-1 0 0,0 1 0,0-1 0,0 0 0,0 0 0,0 1 0,0-1 0,0 0 0,0 1 0,0-1 0,0 1 0,0 0 0,0-1 0,0 1 0,0 0 0,0 0 0,-1-1 0,-1 1 0,-35-1 0,37 1 0,-10 1 0,0 1 0,1-1 0,-1 2 0,1 0 0,0 0 0,0 0 0,-12 7 0,17-8 0,1 0 0,-1 1 0,1-1 0,0 1 0,0 0 0,0 0 0,0 1 0,1-1 0,-1 1 0,1 0 0,0 0 0,0 0 0,1 0 0,-1 0 0,1 1 0,-1-1 0,-1 9 0,3-11 0,1 0 0,-1 1 0,1-1 0,0 0 0,0 1 0,0-1 0,1 1 0,-1-1 0,0 0 0,1 1 0,0-1 0,-1 0 0,1 1 0,0-1 0,0 0 0,2 3 0,0 0 0,0-1 0,1 0 0,-1 0 0,1 0 0,0 0 0,0-1 0,5 4 0,6 3 0,0-1 0,1-1 0,24 9 0,-13-7 0,-17-7 0,0 1 0,-1 0 0,1 0 0,-1 1 0,16 11 0,-24-16 0,-1 0 0,1 1 0,-1-1 0,1 1 0,-1-1 0,1 1 0,-1-1 0,1 1 0,-1-1 0,1 1 0,-1-1 0,0 1 0,1 0 0,-1-1 0,0 1 0,0 0 0,1-1 0,-1 1 0,0 0 0,0-1 0,0 1 0,0 0 0,0-1 0,0 1 0,0 0 0,0 0 0,0-1 0,0 2 0,-1-1 0,0 0 0,0 1 0,1-1 0,-1 0 0,0 0 0,0 0 0,0 0 0,-1 0 0,1 0 0,0 0 0,0 0 0,-3 1 0,-4 2 0,-1 0 0,0-1 0,-11 4 0,20-7 0,-36 8-455,-1-1 0,-73 4 0,63-9-6371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6.185"/>
    </inkml:context>
    <inkml:brush xml:id="br0">
      <inkml:brushProperty name="width" value="0.05" units="cm"/>
      <inkml:brushProperty name="height" value="0.05" units="cm"/>
    </inkml:brush>
  </inkml:definitions>
  <inkml:trace contextRef="#ctx0" brushRef="#br0">16 59 24575,'4'-2'0,"0"-1"0,-1 0 0,1 0 0,0 0 0,-1-1 0,5-6 0,-6 7 0,0 0 0,1 1 0,-1-1 0,0 1 0,1-1 0,0 1 0,-1 0 0,1 0 0,0 0 0,0 0 0,0 1 0,6-3 0,-9 4 0,1 0 0,-1 0 0,1 0 0,0 0 0,-1 0 0,1 1 0,-1-1 0,1 0 0,-1 0 0,1 0 0,-1 1 0,1-1 0,-1 0 0,0 1 0,1-1 0,-1 0 0,1 1 0,-1-1 0,0 0 0,1 1 0,-1-1 0,0 1 0,1-1 0,-1 1 0,0-1 0,0 1 0,1-1 0,-1 1 0,0-1 0,0 1 0,0-1 0,0 1 0,0-1 0,0 1 0,0-1 0,0 2 0,1 23 0,-1-22 0,-1 93 0,-26 169 0,9-159 0,-6 142 0,25-222 0,5 39 0,-3-48 0,-1 0 0,-1 0 0,0 1 0,-1-1 0,-5 30 0,2-21 0,-5 17 0,8-41 0,-1 0 0,0 1 0,0-1 0,0 0 0,0 1 0,0-1 0,0 0 0,-1 0 0,1 0 0,-1 0 0,0 0 0,1 0 0,-5 2 0,0-1-1365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6.557"/>
    </inkml:context>
    <inkml:brush xml:id="br0">
      <inkml:brushProperty name="width" value="0.05" units="cm"/>
      <inkml:brushProperty name="height" value="0.05" units="cm"/>
    </inkml:brush>
  </inkml:definitions>
  <inkml:trace contextRef="#ctx0" brushRef="#br0">11 0 24575,'-1'2'0,"0"-1"0,0 1 0,0-1 0,0 1 0,0 0 0,0 0 0,0-1 0,1 1 0,-1 0 0,1 0 0,-1 0 0,1 0 0,0 0 0,0 0 0,0 0 0,0 0 0,0-1 0,0 1 0,0 0 0,1 0 0,-1 0 0,1 0 0,-1 0 0,1 0 0,0-1 0,-1 1 0,1 0 0,0-1 0,2 3 0,0 2 0,1 0 0,0-1 0,0 1 0,1-1 0,-1 0 0,1 0 0,6 4 0,-7-6 0,1 0 0,0-1 0,0 1 0,0-1 0,0 0 0,0 0 0,0-1 0,1 1 0,-1-1 0,1 0 0,-1-1 0,1 1 0,-1-1 0,1 0 0,-1-1 0,1 1 0,-1-1 0,0 0 0,1 0 0,-1-1 0,0 0 0,0 0 0,8-4 0,5-3 0,-1-1 0,-1-1 0,0 0 0,0-1 0,16-17 0,-13 15 0,-19 14 0,0 0 0,0 0 0,0 0 0,0 0 0,0 0 0,0 0 0,0 0 0,0 0 0,0 0 0,0 0 0,0 0 0,0 0 0,0 0 0,0 0 0,0 0 0,0 0 0,0 1 0,0-1 0,0 0 0,0 0 0,0 0 0,1 0 0,-1 0 0,0 0 0,0 0 0,0 0 0,0 0 0,0 0 0,0 0 0,0 0 0,0 0 0,0 0 0,0 0 0,0 0 0,0 0 0,0 0 0,0 0 0,0 0 0,0 0 0,0 0 0,0 0 0,0 0 0,0 0 0,0 0 0,0 0 0,1 0 0,-11 9 0,-19 15-682,-47 32-1,52-42-6143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9.180"/>
    </inkml:context>
    <inkml:brush xml:id="br0">
      <inkml:brushProperty name="width" value="0.05" units="cm"/>
      <inkml:brushProperty name="height" value="0.05" units="cm"/>
    </inkml:brush>
  </inkml:definitions>
  <inkml:trace contextRef="#ctx0" brushRef="#br0">258 11 24575,'0'0'0,"0"-1"0,0 1 0,-1-1 0,1 1 0,0-1 0,0 1 0,0-1 0,-1 1 0,1-1 0,0 1 0,0-1 0,-1 1 0,1 0 0,0-1 0,-1 1 0,1 0 0,0-1 0,-1 1 0,1 0 0,-1-1 0,1 1 0,-1 0 0,1-1 0,-1 1 0,1 0 0,-1 0 0,1 0 0,-1 0 0,1 0 0,-1-1 0,1 1 0,-1 0 0,1 0 0,-1 0 0,1 0 0,-1 0 0,1 1 0,-1-1 0,1 0 0,-2 0 0,-21 7 0,10 3 0,1-1 0,0 2 0,0-1 0,1 2 0,0-1 0,-9 15 0,-2 5 0,-25 46 0,36-58 0,2 1 0,0 0 0,-12 40 0,19-54 0,1 1 0,-1-1 0,1 1 0,0 0 0,1-1 0,0 1 0,0 0 0,0-1 0,1 1 0,0 0 0,0-1 0,0 1 0,1-1 0,0 1 0,0-1 0,7 12 0,-6-14 0,1 0 0,0 0 0,-1-1 0,1 1 0,0-1 0,1 0 0,-1 0 0,0-1 0,1 1 0,0-1 0,0 0 0,-1 0 0,1 0 0,0-1 0,0 0 0,1 0 0,-1 0 0,0-1 0,0 1 0,10-2 0,-1 1 0,1-2 0,-1 0 0,1 0 0,-1-1 0,0-1 0,18-7 0,-21 7 0,0-1 0,0-1 0,0 0 0,-1-1 0,0 0 0,0 0 0,-1-1 0,0 0 0,0-1 0,-1 0 0,8-11 0,-11 13 0,0-1 0,-1 1 0,0-1 0,0 0 0,-1-1 0,0 1 0,0 0 0,-1-1 0,0 0 0,-1 1 0,0-1 0,0 0 0,-1 0 0,0 0 0,0 0 0,-3-9 0,1 6 0,0 1 0,-2-1 0,1 1 0,-1-1 0,-1 1 0,0 1 0,-1-1 0,-11-17 0,13 22 0,-1 1 0,1 0 0,-1 0 0,0 0 0,0 0 0,-1 1 0,1 0 0,-1 0 0,0 0 0,0 1 0,0-1 0,-1 2 0,1-1 0,-1 1 0,0 0 0,-9-2 0,14 4-65,-1 0 0,0-1 0,0 1 0,0 0 0,1 1 0,-1-1 0,0 0 0,0 1 0,1-1 0,-1 1 0,0 0 0,1 0 0,-1 0 0,1 0 0,-1 1 0,1-1 0,-1 1 0,1-1 0,0 1 0,-3 3 0,-6 8-6761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9.538"/>
    </inkml:context>
    <inkml:brush xml:id="br0">
      <inkml:brushProperty name="width" value="0.05" units="cm"/>
      <inkml:brushProperty name="height" value="0.05" units="cm"/>
    </inkml:brush>
  </inkml:definitions>
  <inkml:trace contextRef="#ctx0" brushRef="#br0">93 79 24575,'-1'-1'0,"0"-1"0,0 1 0,0 0 0,0 0 0,0 0 0,-1 1 0,1-1 0,0 0 0,-1 0 0,1 1 0,0-1 0,-1 1 0,1-1 0,-1 1 0,1-1 0,-1 1 0,1 0 0,-1 0 0,1 0 0,-1 0 0,1 0 0,-1 0 0,1 0 0,-1 1 0,1-1 0,-1 0 0,1 1 0,-1-1 0,1 1 0,0-1 0,-1 1 0,1 0 0,-2 1 0,0 1 0,0-1 0,1 1 0,-1 0 0,1-1 0,0 1 0,0 0 0,0 0 0,1 0 0,-1 1 0,1-1 0,-1 0 0,1 1 0,-1 3 0,-3 17 0,0 1 0,2 0 0,-1 39 0,4-55 0,0-1 0,1 1 0,0 0 0,1-1 0,-1 1 0,2-1 0,-1 0 0,1 1 0,0-1 0,1 0 0,0-1 0,0 1 0,10 12 0,-11-17 0,-1 0 0,1 0 0,0 0 0,0-1 0,0 0 0,0 1 0,0-1 0,0 0 0,1-1 0,-1 1 0,1 0 0,-1-1 0,1 0 0,0 0 0,-1 0 0,1 0 0,0-1 0,0 1 0,0-1 0,0 0 0,-1 0 0,1-1 0,0 1 0,0-1 0,0 0 0,-1 0 0,1 0 0,0 0 0,-1 0 0,1-1 0,-1 0 0,1 0 0,4-3 0,1-2 0,1 0 0,-1 0 0,-1-1 0,1 0 0,-2 0 0,1-1 0,-1 0 0,0 0 0,-1-1 0,6-11 0,-4 4 0,-1-1 0,0 0 0,-2-1 0,0 1 0,-1-1 0,-1 0 0,0 0 0,-2 0 0,0 0 0,-1-1 0,-2 1 0,-3-22 0,0 22-1365,-1 5-5461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39.886"/>
    </inkml:context>
    <inkml:brush xml:id="br0">
      <inkml:brushProperty name="width" value="0.05" units="cm"/>
      <inkml:brushProperty name="height" value="0.05" units="cm"/>
    </inkml:brush>
  </inkml:definitions>
  <inkml:trace contextRef="#ctx0" brushRef="#br0">34 166 24575,'-27'-32'0,"26"30"0,0 1 0,0 0 0,1-1 0,-1 1 0,0-1 0,1 1 0,-1-1 0,1 0 0,0 1 0,-1-4 0,1 5 0,0-1 0,0 1 0,0-1 0,1 1 0,-1-1 0,0 1 0,0-1 0,0 1 0,1-1 0,-1 1 0,0-1 0,0 1 0,1 0 0,-1-1 0,0 1 0,1-1 0,-1 1 0,1 0 0,-1-1 0,1 1 0,-1 0 0,0 0 0,1-1 0,-1 1 0,1 0 0,-1 0 0,1 0 0,-1-1 0,1 1 0,-1 0 0,1 0 0,0 0 0,3 0 0,0 0 0,0 0 0,0 1 0,0-1 0,-1 1 0,1 0 0,0 0 0,0 0 0,-1 0 0,1 1 0,-1-1 0,1 1 0,-1 0 0,0 0 0,4 3 0,6 5 0,0 0 0,13 14 0,-15-13 0,-1 1 0,0 0 0,0 1 0,-1 0 0,8 15 0,-14-23 0,-1 1 0,1-1 0,-1 1 0,0 0 0,0 0 0,0 0 0,-1 0 0,0 0 0,-1 0 0,1 0 0,-1 0 0,0 0 0,0 0 0,-1 0 0,0 1 0,-2 5 0,3-10 0,-1 0 0,1 0 0,-1-1 0,0 1 0,1 0 0,-1-1 0,0 1 0,0-1 0,0 1 0,-1-1 0,1 1 0,0-1 0,0 1 0,-1-1 0,1 0 0,-1 0 0,1 0 0,-1 0 0,0 0 0,1 0 0,-1 0 0,0-1 0,1 1 0,-1-1 0,0 1 0,0-1 0,0 1 0,0-1 0,-2 0 0,2 0 0,0-1 0,0 1 0,0-1 0,0 1 0,1-1 0,-1 0 0,0 0 0,0 1 0,0-1 0,1-1 0,-1 1 0,0 0 0,1 0 0,-1-1 0,1 1 0,-1-1 0,1 1 0,0-1 0,0 1 0,0-1 0,0 0 0,0 0 0,0 0 0,0 1 0,0-1 0,0-4 0,0 0 0,-1-1 0,2 0 0,-1 1 0,1-1 0,0 0 0,1 0 0,-1 0 0,1 1 0,1-1 0,-1 0 0,1 1 0,0-1 0,1 1 0,0 0 0,3-7 0,5-5 0,0 0 0,0 1 0,24-26 0,-21 27-136,0 0-1,2 1 1,0 0-1,1 1 1,0 1-1,1 1 1,0 1-1,1 0 0,21-8 1,-12 10-6690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0.397"/>
    </inkml:context>
    <inkml:brush xml:id="br0">
      <inkml:brushProperty name="width" value="0.05" units="cm"/>
      <inkml:brushProperty name="height" value="0.05" units="cm"/>
    </inkml:brush>
  </inkml:definitions>
  <inkml:trace contextRef="#ctx0" brushRef="#br0">286 97 24575,'2'-1'0,"-1"-1"0,1 0 0,-1 1 0,0-1 0,0 0 0,0 0 0,0 1 0,0-1 0,0 0 0,-1 0 0,1 0 0,0 0 0,-1 0 0,0 0 0,1-1 0,-1 1 0,0 0 0,0 0 0,0 0 0,-1 0 0,1 0 0,0 0 0,-1 0 0,1 0 0,-1 0 0,-1-3 0,1 2 0,0 1 0,-1-1 0,1 1 0,-1 0 0,0-1 0,0 1 0,1 0 0,-1 0 0,0 0 0,-1 0 0,1 0 0,0 1 0,-1-1 0,1 1 0,-1-1 0,1 1 0,-1 0 0,-4-2 0,1 2 0,0 0 0,0 0 0,-1 1 0,1-1 0,0 1 0,0 1 0,-1-1 0,1 1 0,0 0 0,0 0 0,-1 1 0,1 0 0,0 0 0,1 1 0,-1-1 0,0 1 0,-6 5 0,9-6 0,0 1 0,-1-1 0,1 1 0,1 0 0,-1 0 0,0 0 0,1 0 0,-1 1 0,1-1 0,0 1 0,0 0 0,1-1 0,-1 1 0,1 0 0,0 0 0,0 0 0,0 0 0,0 0 0,1 0 0,-1 0 0,1 0 0,0 0 0,0 1 0,1-1 0,-1 0 0,1 0 0,2 5 0,-1 0 0,2 0 0,-1-1 0,1 1 0,1-1 0,0 0 0,0 0 0,0 0 0,1-1 0,0 0 0,0 0 0,12 10 0,8 3 0,0-2 0,29 17 0,-22-15 0,-30-18 0,0 0 0,0 0 0,0 0 0,0 1 0,-1-1 0,1 1 0,0-1 0,-1 1 0,4 6 0,-6-8 0,1 0 0,-1-1 0,0 1 0,1 0 0,-1 0 0,0 0 0,0-1 0,0 1 0,0 0 0,0 0 0,0 0 0,0-1 0,0 1 0,0 0 0,0 0 0,0-1 0,-1 1 0,1 0 0,-1 1 0,0-1 0,0 1 0,0-1 0,0 0 0,0 0 0,0 0 0,0 0 0,0 0 0,-1 0 0,1 0 0,0 0 0,-1 0 0,1-1 0,-3 2 0,-13 3 0,0 0 0,-1-2 0,1 0 0,-1 0 0,1-2 0,-1 0 0,0-1 0,1-1 0,-1-1 0,-22-4 0,29 3 86,0 1-1,-1-2 0,-17-7 1,26 10-172,1 0 1,-1 0 0,0-1-1,1 1 1,-1-1 0,1 0-1,0 0 1,-1 0 0,1 0-1,0 0 1,0 0 0,0-1-1,1 1 1,-1-1 0,0 1-1,1-1 1,0 0 0,0 0-1,-2-4 1,2-8-6741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0.818"/>
    </inkml:context>
    <inkml:brush xml:id="br0">
      <inkml:brushProperty name="width" value="0.05" units="cm"/>
      <inkml:brushProperty name="height" value="0.05" units="cm"/>
    </inkml:brush>
  </inkml:definitions>
  <inkml:trace contextRef="#ctx0" brushRef="#br0">84 254 24575,'-1'-5'0,"0"0"0,-1 0 0,0-1 0,0 1 0,0 0 0,0 0 0,-1 1 0,0-1 0,0 0 0,-5-5 0,8 10 0,-1-1 0,1 1 0,-1 0 0,1 0 0,0 0 0,-1 0 0,1 0 0,-1 0 0,1 0 0,-1 0 0,1 0 0,0 0 0,-1 0 0,1 0 0,-1 0 0,1 0 0,0 0 0,-1 1 0,1-1 0,-1 0 0,1 0 0,0 0 0,-1 1 0,1-1 0,0 0 0,-1 0 0,1 1 0,0-1 0,-1 0 0,1 1 0,0-1 0,0 0 0,-1 1 0,1-1 0,0 0 0,0 1 0,0-1 0,0 1 0,-1-1 0,1 0 0,0 1 0,0-1 0,0 1 0,0-1 0,0 0 0,0 1 0,-7 23 0,7-22 0,-34 140 0,56-201 0,2 2 0,2 1 0,34-53 0,-50 94 0,20-25 0,-28 37 0,1 0 0,0 0 0,0 0 0,0 0 0,0 1 0,0-1 0,1 1 0,-1 0 0,1 0 0,-1 0 0,1 0 0,0 1 0,0-1 0,4 0 0,-6 2 0,0 0 0,0 0 0,0 1 0,0-1 0,-1 0 0,1 1 0,0-1 0,0 1 0,0 0 0,-1 0 0,1 0 0,0 0 0,-1 0 0,1 0 0,0 0 0,-1 0 0,0 0 0,1 1 0,-1-1 0,0 1 0,0-1 0,1 1 0,-1-1 0,1 4 0,3 4 0,0 1 0,-1 0 0,4 11 0,-6-16 0,15 52 171,12 72-1,15 48-1876,-36-152-5120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0.963"/>
    </inkml:context>
    <inkml:brush xml:id="br0">
      <inkml:brushProperty name="width" value="0.05" units="cm"/>
      <inkml:brushProperty name="height" value="0.05" units="cm"/>
    </inkml:brush>
  </inkml:definitions>
  <inkml:trace contextRef="#ctx0" brushRef="#br0">17 71 24575,'-5'-7'0,"-1"-4"0,0-3 0,6 1 0,8 2 0,6 4 0,9 3 0,7 2 0,7 1 0,5 1 0,2 0 0,-2 1 0,-8 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1.193"/>
    </inkml:context>
    <inkml:brush xml:id="br0">
      <inkml:brushProperty name="width" value="0.05" units="cm"/>
      <inkml:brushProperty name="height" value="0.05" units="cm"/>
    </inkml:brush>
  </inkml:definitions>
  <inkml:trace contextRef="#ctx0" brushRef="#br0">396 18 24575,'3'-5'0,"0"-4"0,0 5 0,-3 9 0,-4 12 0,-8 11 0,-6 13 0,-8 13 0,-6 11 0,-6 11 0,-5 7 0,-3 0 0,-2 0 0,-1-2 0,1-7 0,8-14-8191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7.564"/>
    </inkml:context>
    <inkml:brush xml:id="br0">
      <inkml:brushProperty name="width" value="0.05" units="cm"/>
      <inkml:brushProperty name="height" value="0.05" units="cm"/>
    </inkml:brush>
  </inkml:definitions>
  <inkml:trace contextRef="#ctx0" brushRef="#br0">78 193 24575,'-2'28'0,"-1"1"0,-1 0 0,-14 47 0,-4 28 0,20-92 0,1-5 0,0 0 0,0 0 0,-1 0 0,-2 7 0,4-14 0,0 0 0,0 1 0,0-1 0,0 0 0,0 0 0,0 0 0,0 0 0,0 0 0,0 0 0,0 0 0,0 0 0,0 0 0,0 0 0,0 1 0,0-1 0,0 0 0,0 0 0,0 0 0,0 0 0,0 0 0,0 0 0,0 0 0,0 0 0,0 0 0,0 0 0,0 0 0,0 0 0,0 1 0,-1-1 0,1 0 0,0 0 0,0 0 0,0 0 0,0 0 0,0 0 0,0 0 0,0 0 0,0 0 0,0 0 0,0 0 0,0 0 0,0 0 0,-1 0 0,1 0 0,0 0 0,0 0 0,0 0 0,0 0 0,0 0 0,0 0 0,0 0 0,0 0 0,0 0 0,0 0 0,-1 0 0,1 0 0,0 0 0,0 0 0,0 0 0,0 0 0,0-1 0,0 1 0,0 0 0,0 0 0,0 0 0,0 0 0,-3-9 0,1-13 0,0-47 0,10-88 0,-6 137 0,1 0 0,1 0 0,0 1 0,2 0 0,0 0 0,1 0 0,1 1 0,1 0 0,14-21 0,-21 35 0,0 1 0,0 0 0,1-1 0,-1 1 0,1 1 0,0-1 0,0 0 0,0 1 0,0-1 0,0 1 0,1 0 0,-1 0 0,1 0 0,0 1 0,-1-1 0,1 1 0,0 0 0,0 0 0,0 0 0,0 0 0,-1 1 0,1 0 0,0-1 0,0 1 0,0 1 0,0-1 0,0 1 0,0-1 0,0 1 0,0 1 0,0-1 0,-1 0 0,1 1 0,0 0 0,-1-1 0,1 1 0,-1 1 0,0-1 0,0 0 0,0 1 0,0 0 0,5 5 0,-4-3 0,0 0 0,0 0 0,0 0 0,-1 1 0,1-1 0,-1 1 0,0 0 0,-1 0 0,0 0 0,0 0 0,0 0 0,-1 0 0,1 1 0,-1-1 0,-1 1 0,0-1 0,1 1 0,-2-1 0,1 0 0,-1 1 0,0-1 0,0 1 0,-5 10 0,3-9 0,0 0 0,-1-1 0,0 1 0,0-1 0,0 0 0,-1 0 0,0 0 0,-1-1 0,0 0 0,0 0 0,0 0 0,0-1 0,-1 0 0,0 0 0,0-1 0,0 0 0,-1 0 0,-8 3 0,24-8 0,0-1 0,-1 2 0,1-1 0,0 1 0,-1 0 0,1 1 0,0 0 0,-1 0 0,1 1 0,-1 0 0,1 0 0,-1 1 0,0 0 0,8 4 0,-10-5 0,-1 0 0,0 1 0,1 0 0,-1 0 0,0 0 0,0 1 0,-1-1 0,1 1 0,-1 0 0,1 0 0,1 5 0,-3-6 0,0 0 0,-1 0 0,0 0 0,0 0 0,0 1 0,0-1 0,0 0 0,-1 1 0,0-1 0,1 1 0,-1-1 0,0 1 0,-1-1 0,1 1 0,-1-1 0,1 0 0,-1 1 0,-2 3 0,2-3 0,-2 1 0,1-1 0,0 0 0,-1 0 0,0 0 0,0-1 0,0 1 0,0-1 0,-1 1 0,1-1 0,-1 0 0,0-1 0,0 1 0,0 0 0,0-1 0,0 0 0,-1 0 0,-6 2 0,-6 1 0,1-1 0,-1 0 0,-30 3 0,29-5 0,-1-2 0,-26-1 0,40 1 0,0 0 0,1-1 0,-1 0 0,0 0 0,0 0 0,0-1 0,1 1 0,-1-1 0,1 0 0,0-1 0,-1 1 0,1-1 0,0 1 0,-5-6 0,8 7-59,0 0 0,0 0-1,1 0 1,-1-1-1,0 1 1,0 0 0,1-1-1,-1 1 1,1-1 0,-1 1-1,1-1 1,-1 1 0,1-1-1,0 1 1,0-1-1,0 1 1,0-1 0,0 1-1,0-1 1,0 1 0,1-1-1,-1-1 1,7-15-6767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8.009"/>
    </inkml:context>
    <inkml:brush xml:id="br0">
      <inkml:brushProperty name="width" value="0.05" units="cm"/>
      <inkml:brushProperty name="height" value="0.05" units="cm"/>
    </inkml:brush>
  </inkml:definitions>
  <inkml:trace contextRef="#ctx0" brushRef="#br0">1 270 24575,'3'0'0,"-2"0"0,0 0 0,0 0 0,0 0 0,0 0 0,0 0 0,0 0 0,0 0 0,0 0 0,0 0 0,-1 0 0,1 0 0,0 1 0,0-1 0,0 0 0,0 1 0,0-1 0,0 1 0,0-1 0,-1 1 0,1-1 0,0 1 0,0 0 0,-1-1 0,1 1 0,0 0 0,-1-1 0,1 1 0,-1 0 0,1 0 0,-1 0 0,1 0 0,-1 0 0,1-1 0,-1 1 0,1 2 0,2 7 0,0 1 0,0 0 0,-1 0 0,-1 0 0,0 0 0,0 15 0,-7 66 0,5-82 0,-3 21 0,3-30 0,1 1 0,0-1 0,0 1 0,-1-1 0,1 1 0,-1-1 0,0 0 0,1 1 0,-1-1 0,0 0 0,0 1 0,0-1 0,1 0 0,-3 2 0,2-3 0,1-1 0,0 1 0,-1 0 0,1 0 0,-1-1 0,1 1 0,0 0 0,-1-1 0,1 1 0,0 0 0,-1-1 0,1 1 0,0 0 0,0-1 0,-1 1 0,1-1 0,0 1 0,0-1 0,0 1 0,0-1 0,-1 1 0,1 0 0,0-1 0,0 1 0,0-1 0,0 1 0,0-1 0,0 1 0,0-2 0,-2-16 0,0-21 0,2-1 0,2 1 0,1 0 0,10-41 0,-7 51 0,1 1 0,2-1 0,1 2 0,1-1 0,2 1 0,15-25 0,-26 48 0,1 0 0,0 0 0,-1 0 0,1 1 0,0-1 0,1 1 0,-1 0 0,1 0 0,-1 0 0,8-5 0,-9 8 0,0-1 0,-1 1 0,1-1 0,0 1 0,-1 0 0,1 0 0,0 0 0,0 0 0,-1 0 0,1 0 0,0 0 0,0 0 0,-1 1 0,1-1 0,0 1 0,-1-1 0,1 1 0,-1 0 0,1-1 0,0 1 0,-1 0 0,0 0 0,1 0 0,-1 0 0,0 0 0,1 1 0,-1-1 0,0 0 0,0 1 0,0-1 0,1 3 0,3 2 0,0 1 0,-1 0 0,0 0 0,-1 0 0,0 1 0,0 0 0,0-1 0,-1 1 0,0 0 0,0 0 0,-1 0 0,0 0 0,-1 0 0,0 0 0,0 1 0,-1-1 0,0 0 0,0 0 0,-1 0 0,1 0 0,-2-1 0,1 1 0,-1 0 0,-1-1 0,1 0 0,-1 1 0,-1-2 0,1 1 0,-1 0 0,0-1 0,-1 0 0,1 0 0,-1 0 0,0-1 0,-1 0 0,1 0 0,-1-1 0,-12 7 0,9-7 86,1 0-1,0-1 0,-18 5 1,22-8-242,1 1 1,0 0 0,-1-1 0,1 0 0,-1 0 0,1 0 0,0-1-1,-1 1 1,1-1 0,-9-3 0,-3-4-6671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8.494"/>
    </inkml:context>
    <inkml:brush xml:id="br0">
      <inkml:brushProperty name="width" value="0.05" units="cm"/>
      <inkml:brushProperty name="height" value="0.05" units="cm"/>
    </inkml:brush>
  </inkml:definitions>
  <inkml:trace contextRef="#ctx0" brushRef="#br0">94 260 24575,'-20'-2'0,"17"1"0,-1 0 0,1 1 0,-1 0 0,1 0 0,0-1 0,-7 2 0,9 0 0,0-1 0,0 0 0,0 1 0,0-1 0,0 1 0,0-1 0,0 1 0,1-1 0,-1 1 0,0 0 0,1-1 0,-1 1 0,0 0 0,1-1 0,-1 1 0,1 0 0,-1 0 0,1 0 0,-1 0 0,1 0 0,-1 0 0,1-1 0,0 1 0,0 0 0,-1 0 0,1 0 0,0 0 0,0 0 0,0 1 0,0 15 0,0-1 0,1 0 0,4 22 0,1 15 0,-6-43 0,1 29 0,-1-38 0,0 1 0,0-1 0,0 1 0,0-1 0,0 1 0,-1-1 0,1 1 0,-1-1 0,1 0 0,-1 1 0,1-1 0,-1 0 0,0 1 0,0-1 0,0 0 0,0 0 0,0 1 0,0-1 0,0 0 0,-1 1 0,1-2 0,1 0 0,0 0 0,-1 0 0,1 0 0,-1 0 0,1 0 0,-1 0 0,1 0 0,0 0 0,-1 0 0,1 0 0,-1-1 0,1 1 0,0 0 0,-1 0 0,1 0 0,0 0 0,-1-1 0,1 1 0,0 0 0,-1-1 0,1 1 0,0 0 0,-1 0 0,1-1 0,0 1 0,0 0 0,-1-1 0,1 1 0,0-1 0,0 1 0,0 0 0,-1-1 0,1 1 0,0-1 0,-6-15 0,3 1 0,1-1 0,0 1 0,1 0 0,0-1 0,1 1 0,1-1 0,1 1 0,3-17 0,2 0 0,2 0 0,21-54 0,-20 63 0,0 1 0,19-29 0,-26 45 0,1 0 0,1 0 0,-1 0 0,1 1 0,0 0 0,0 0 0,0 0 0,1 1 0,-1 0 0,1 0 0,0 0 0,1 1 0,6-3 0,-11 5 0,0 1 0,0-1 0,1 1 0,-1-1 0,0 1 0,0 0 0,0 0 0,0 0 0,0 1 0,1-1 0,-1 0 0,0 1 0,0-1 0,0 1 0,0 0 0,0 0 0,0-1 0,0 1 0,-1 1 0,1-1 0,0 0 0,0 0 0,-1 1 0,1-1 0,-1 1 0,1-1 0,-1 1 0,1 0 0,-1-1 0,0 1 0,0 0 0,0 0 0,1 2 0,2 6 0,0 0 0,0 0 0,-1 0 0,-1 0 0,3 15 0,-1 21 48,-2 0 0,-1 0 1,-9 62-1,0 12-1606,8-102-5268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8.675"/>
    </inkml:context>
    <inkml:brush xml:id="br0">
      <inkml:brushProperty name="width" value="0.05" units="cm"/>
      <inkml:brushProperty name="height" value="0.05" units="cm"/>
    </inkml:brush>
  </inkml:definitions>
  <inkml:trace contextRef="#ctx0" brushRef="#br0">30 42 24575,'-3'0'0,"-2"-2"0,-3-1 0,-1-3 0,5 1 0,4-2 0,7 1 0,8 1 0,5 1 0,6 2 0,6 1 0,2 0 0,2 1 0,-1 0 0,-5 1-8191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8.923"/>
    </inkml:context>
    <inkml:brush xml:id="br0">
      <inkml:brushProperty name="width" value="0.05" units="cm"/>
      <inkml:brushProperty name="height" value="0.05" units="cm"/>
    </inkml:brush>
  </inkml:definitions>
  <inkml:trace contextRef="#ctx0" brushRef="#br0">70 42 24575,'-4'0'0,"-5"-2"0,-5-3 0,-2-1 0,2-2 0,5 1 0,6 1 0,9 2 0,7 2 0,7 0 0,5 4 0,1 1 0,3 1 0,-1-2 0,-1 0 0,-6 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9.653"/>
    </inkml:context>
    <inkml:brush xml:id="br0">
      <inkml:brushProperty name="width" value="0.05" units="cm"/>
      <inkml:brushProperty name="height" value="0.05" units="cm"/>
    </inkml:brush>
  </inkml:definitions>
  <inkml:trace contextRef="#ctx0" brushRef="#br0">0 4 24575,'2'-3'0,"2"3"0,1 4 0,0 8 0,0 5 0,-2 7 0,-1 7 0,-1 4 0,0 4 0,-1 2 0,0 3 0,-3-1 0,0-4 0,-2-3 0,-1-6 0,2-5 0,0-8-8191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49.924"/>
    </inkml:context>
    <inkml:brush xml:id="br0">
      <inkml:brushProperty name="width" value="0.05" units="cm"/>
      <inkml:brushProperty name="height" value="0.05" units="cm"/>
    </inkml:brush>
  </inkml:definitions>
  <inkml:trace contextRef="#ctx0" brushRef="#br0">0 236 24575,'1'-36'0,"1"0"0,13-70 0,-14 104 0,-1-1 0,1 0 0,0 0 0,0 0 0,0 0 0,1 1 0,-1-1 0,0 1 0,1-1 0,0 1 0,0-1 0,0 1 0,0 0 0,0 0 0,0 0 0,0 0 0,1 0 0,-1 1 0,6-4 0,-4 4 0,0-1 0,0 1 0,1 0 0,-1 0 0,1 1 0,-1-1 0,1 1 0,-1 0 0,1 0 0,-1 0 0,1 1 0,4 1 0,0 0 0,1 0 0,-1 1 0,0 1 0,-1-1 0,1 1 0,0 1 0,-1 0 0,0 0 0,0 0 0,-1 1 0,0 1 0,8 6 0,-13-10 0,1 0 0,-1 0 0,0 0 0,0 1 0,0-1 0,-1 0 0,1 1 0,-1-1 0,0 1 0,0-1 0,0 1 0,0 0 0,-1-1 0,1 1 0,-1 0 0,0 0 0,0-1 0,-1 5 0,0-2 0,-1-1 0,1 1 0,-1-1 0,0 1 0,-1-1 0,0 0 0,1 0 0,-2 0 0,1 0 0,-7 7 0,-1 0 0,-1-1 0,0-1 0,0 0 0,-1 0 0,0-2 0,-1 1 0,-23 9 0,-12 1-1365,31-13-5461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0.262"/>
    </inkml:context>
    <inkml:brush xml:id="br0">
      <inkml:brushProperty name="width" value="0.05" units="cm"/>
      <inkml:brushProperty name="height" value="0.05" units="cm"/>
    </inkml:brush>
  </inkml:definitions>
  <inkml:trace contextRef="#ctx0" brushRef="#br0">8 63 24575,'-4'-14'0,"4"14"0,-1-1 0,1 1 0,0-1 0,-1 0 0,1 1 0,0-1 0,-1 0 0,1 1 0,0-1 0,0 0 0,0 1 0,0-1 0,0 0 0,0 0 0,0 1 0,0-1 0,0 0 0,0 1 0,0-1 0,0 0 0,0 1 0,0-1 0,1 0 0,-1 0 0,0 1 0,1-1 0,-1 1 0,0-1 0,1 0 0,-1 1 0,1-1 0,-1 1 0,2-2 0,0 1 0,0-1 0,0 0 0,1 1 0,-1-1 0,1 1 0,-1 0 0,1 0 0,-1 0 0,1 0 0,0 0 0,-1 1 0,1-1 0,0 1 0,0 0 0,-1-1 0,1 1 0,0 1 0,0-1 0,0 0 0,-1 1 0,1-1 0,0 1 0,-1 0 0,1 0 0,0 0 0,-1 0 0,1 0 0,2 2 0,2 1 0,0 0 0,-1 0 0,0 1 0,0 0 0,0 0 0,0 0 0,-1 0 0,1 1 0,3 7 0,-5-7 0,-1 0 0,0 1 0,0-1 0,0 1 0,-1 0 0,0 0 0,0 0 0,-1 0 0,0 0 0,0 0 0,-1 1 0,0 6 0,0-12 0,0 1 0,0-1 0,-1 0 0,1 1 0,-1-1 0,1 0 0,-1 1 0,0-1 0,0 0 0,0 0 0,0 0 0,0 0 0,0 0 0,-1 0 0,1 0 0,-1 0 0,1 0 0,-1-1 0,0 1 0,0 0 0,1-1 0,-1 0 0,0 1 0,0-1 0,-1 0 0,1 0 0,0 0 0,0 0 0,0-1 0,-1 1 0,1-1 0,0 1 0,-1-1 0,1 0 0,0 0 0,-1 0 0,1 0 0,0 0 0,-3-1 0,2 1 0,1 0 0,0 0 0,0 0 0,-1 0 0,1-1 0,0 1 0,0-1 0,0 0 0,0 0 0,-1 0 0,1 0 0,0 0 0,1 0 0,-1 0 0,0 0 0,0-1 0,0 1 0,1-1 0,-1 0 0,1 1 0,-1-1 0,1 0 0,0 0 0,-1 0 0,1 0 0,0 0 0,0 0 0,1 0 0,-1 0 0,0 0 0,1 0 0,-1-1 0,1 1 0,0 0 0,0 0 0,-1-1 0,2 1 0,-1 0 0,0-3 0,1-3 0,1 1 0,0 0 0,0-1 0,0 1 0,1 0 0,0 0 0,0 0 0,0 0 0,1 1 0,8-10 0,-5 7-170,1 0-1,0 1 0,1 0 1,0 1-1,1 0 0,-1 1 1,17-9-1,-6 6-6655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0.639"/>
    </inkml:context>
    <inkml:brush xml:id="br0">
      <inkml:brushProperty name="width" value="0.05" units="cm"/>
      <inkml:brushProperty name="height" value="0.05" units="cm"/>
    </inkml:brush>
  </inkml:definitions>
  <inkml:trace contextRef="#ctx0" brushRef="#br0">42 51 24575,'-13'32'0,"9"-19"0,-2 6 0,1-1 0,1 1 0,0 0 0,-1 36 0,5-54 0,0 1 0,0-1 0,0 0 0,0 0 0,0 1 0,0-1 0,1 0 0,-1 1 0,0-1 0,1 0 0,-1 0 0,1 0 0,-1 1 0,1-1 0,0 0 0,-1 0 0,1 0 0,0 0 0,0 0 0,0 0 0,0 0 0,0-1 0,0 1 0,0 0 0,0 0 0,0-1 0,0 1 0,0-1 0,1 1 0,-1-1 0,0 1 0,0-1 0,0 0 0,1 1 0,-1-1 0,0 0 0,1 0 0,-1 0 0,0 0 0,0 0 0,1 0 0,-1-1 0,0 1 0,1 0 0,1-1 0,3-1 0,-1 0 0,1 1 0,-1-2 0,0 1 0,1-1 0,-1 0 0,0 0 0,0 0 0,4-4 0,-3 0 0,-1 1 0,0-1 0,0 0 0,0 0 0,-1 0 0,0-1 0,0 0 0,-1 1 0,0-1 0,4-17 0,-6 20 0,0-1 0,0 0 0,0 0 0,0 1 0,-1-1 0,0 0 0,0 0 0,-1 0 0,0 0 0,0 1 0,0-1 0,0 0 0,-1 1 0,0-1 0,0 1 0,-6-10 0,7 13 12,-1 1-1,1-1 0,0 0 1,-1 0-1,0 1 1,1-1-1,-1 1 0,0-1 1,0 1-1,0 0 0,0 0 1,0 0-1,0 0 1,0 0-1,0 0 0,0 1 1,0-1-1,-1 1 0,1-1 1,0 1-1,0 0 1,-1 0-1,1 0 0,0 0 1,0 0-1,-1 1 0,1-1 1,0 0-1,-4 2 1,1 0-155,0 1 1,0-1 0,1 1 0,-1 0-1,0 0 1,1 0 0,0 1 0,0-1 0,0 1-1,0 0 1,-3 5 0,-2 4-6684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0.930"/>
    </inkml:context>
    <inkml:brush xml:id="br0">
      <inkml:brushProperty name="width" value="0.05" units="cm"/>
      <inkml:brushProperty name="height" value="0.05" units="cm"/>
    </inkml:brush>
  </inkml:definitions>
  <inkml:trace contextRef="#ctx0" brushRef="#br0">137 37 24575,'0'0'0,"1"0"0,-1 0 0,1 0 0,-1 0 0,1 0 0,-1-1 0,1 1 0,-1 0 0,1 0 0,-1-1 0,0 1 0,1 0 0,-1-1 0,1 1 0,-1 0 0,0-1 0,1 1 0,-1 0 0,0-1 0,0 1 0,1-1 0,-1 1 0,0-1 0,0 1 0,1-1 0,-1 1 0,0-1 0,0 1 0,0-1 0,0 1 0,0-1 0,0 1 0,0-1 0,0 1 0,0-1 0,0 1 0,0-1 0,0 1 0,0-1 0,-1 0 0,1 0 0,0 0 0,0 0 0,0 0 0,-1 0 0,1 0 0,0 0 0,-1 0 0,1 0 0,-1 0 0,1 0 0,-1 0 0,0 0 0,1 0 0,-1 0 0,0 1 0,0-1 0,1 0 0,-1 0 0,0 1 0,-1-2 0,0 2 0,0 0 0,0 0 0,-1 0 0,1 0 0,0 0 0,0 0 0,0 0 0,0 1 0,0-1 0,0 1 0,0 0 0,0-1 0,0 1 0,0 0 0,0 0 0,0 0 0,1 0 0,-1 1 0,0-1 0,-1 2 0,-32 33 0,32-34 0,-3 6 0,0 0 0,1 0 0,0 0 0,0 0 0,1 1 0,0 0 0,0 0 0,1 0 0,0 0 0,-3 15 0,6-20 0,-1-1 0,1 1 0,0-1 0,0 1 0,0 0 0,0-1 0,0 1 0,1-1 0,-1 1 0,1-1 0,0 1 0,1-1 0,-1 0 0,0 1 0,1-1 0,0 0 0,-1 0 0,1 0 0,1 0 0,-1 0 0,0 0 0,1-1 0,-1 1 0,1-1 0,0 0 0,0 0 0,0 0 0,0 0 0,0 0 0,6 2 0,-1-1-151,-1-1-1,1-1 0,-1 1 0,1-1 1,-1-1-1,1 1 0,0-1 1,10-1-1,6-2-6674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1.335"/>
    </inkml:context>
    <inkml:brush xml:id="br0">
      <inkml:brushProperty name="width" value="0.05" units="cm"/>
      <inkml:brushProperty name="height" value="0.05" units="cm"/>
    </inkml:brush>
  </inkml:definitions>
  <inkml:trace contextRef="#ctx0" brushRef="#br0">67 167 24575,'1'-1'0,"-1"1"0,0-1 0,1 0 0,-1 1 0,0-1 0,1 1 0,-1-1 0,1 1 0,-1-1 0,1 0 0,-1 1 0,1 0 0,-1-1 0,1 1 0,-1-1 0,1 1 0,0 0 0,-1-1 0,1 1 0,0 0 0,-1 0 0,1-1 0,0 1 0,-1 0 0,1 0 0,1 0 0,25-4 0,-17 2 0,-3 1 0,0-1 0,0-1 0,0 0 0,-1 0 0,1 0 0,-1 0 0,0-1 0,0 0 0,11-10 0,-15 13 0,-1-1 0,1 0 0,0 0 0,0 0 0,-1 0 0,1 0 0,-1 0 0,1 0 0,-1 0 0,0-1 0,0 1 0,0-1 0,0 1 0,0-1 0,-1 1 0,1-1 0,-1 1 0,0-1 0,0 1 0,0-1 0,0 0 0,0 1 0,0-1 0,-1 1 0,1-1 0,-1 0 0,1 1 0,-1 0 0,0-1 0,-2-2 0,2 2 0,-1 1 0,0-1 0,1 1 0,-1 0 0,0 0 0,0 0 0,0 0 0,-1 0 0,1 0 0,0 0 0,-1 1 0,1-1 0,-1 1 0,1 0 0,-1 0 0,0 0 0,0 0 0,1 0 0,-1 0 0,0 1 0,0 0 0,0-1 0,0 1 0,0 0 0,1 0 0,-1 1 0,0-1 0,0 0 0,0 1 0,0 0 0,-4 1 0,0 1 0,-1 0 0,1 0 0,0 1 0,0-1 0,0 2 0,0-1 0,1 1 0,0 0 0,0 0 0,-7 8 0,8-7 0,0 1 0,0-1 0,1 1 0,0 0 0,0 1 0,0-1 0,1 1 0,0-1 0,1 1 0,0 0 0,-2 14 0,3-18 0,1 0 0,0 0 0,0-1 0,1 1 0,-1 0 0,1-1 0,-1 1 0,1 0 0,0-1 0,1 1 0,-1-1 0,0 0 0,1 1 0,0-1 0,0 0 0,0 0 0,0 0 0,0 0 0,1 0 0,0-1 0,-1 1 0,1-1 0,0 1 0,0-1 0,0 0 0,0 0 0,7 3 0,-4-3-195,-1 0 0,1 0 0,0-1 0,-1 0 0,1 1 0,11-1 0,7-1-6631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1.720"/>
    </inkml:context>
    <inkml:brush xml:id="br0">
      <inkml:brushProperty name="width" value="0.05" units="cm"/>
      <inkml:brushProperty name="height" value="0.05" units="cm"/>
    </inkml:brush>
  </inkml:definitions>
  <inkml:trace contextRef="#ctx0" brushRef="#br0">195 69 24575,'15'-13'0,"-12"11"0,0 0 0,-1 0 0,1 0 0,-1 0 0,0-1 0,0 1 0,1-1 0,-2 1 0,1-1 0,0 0 0,0 1 0,-1-1 0,3-6 0,-4 8 0,0 0 0,-1 1 0,1-1 0,0 0 0,0 1 0,0-1 0,-1 0 0,1 1 0,0-1 0,-1 0 0,1 1 0,0-1 0,-1 1 0,1-1 0,-1 0 0,1 1 0,-1-1 0,1 1 0,-1 0 0,1-1 0,-1 1 0,0-1 0,1 1 0,-1 0 0,0-1 0,1 1 0,-1 0 0,0 0 0,1 0 0,-1-1 0,0 1 0,0 0 0,1 0 0,-1 0 0,0 0 0,1 0 0,-1 0 0,-1 1 0,-30 3 0,25-3 0,-1 1 0,1 1 0,0-1 0,0 1 0,0 1 0,0-1 0,0 1 0,1 0 0,-13 11 0,17-14 0,1 1 0,-1 0 0,0 0 0,0 0 0,1 1 0,0-1 0,-1 0 0,1 1 0,0-1 0,0 0 0,0 1 0,0-1 0,1 1 0,-1 0 0,1-1 0,-1 1 0,1 0 0,0-1 0,0 1 0,0 0 0,0-1 0,1 1 0,-1-1 0,1 1 0,-1 0 0,1-1 0,0 1 0,0-1 0,0 1 0,1-1 0,-1 0 0,2 3 0,4 4 0,0-1 0,0 0 0,1 0 0,-1-1 0,2 0 0,-1 0 0,1-1 0,0 0 0,14 6 0,-22-11 0,0-1 0,0 1 0,0-1 0,0 0 0,0 1 0,0 0 0,-1-1 0,1 1 0,0-1 0,0 1 0,-1 0 0,1 0 0,-1-1 0,1 1 0,0 0 0,-1 0 0,1 0 0,-1 0 0,1 1 0,-1-2 0,-1 0 0,1 1 0,0-1 0,0 1 0,-1-1 0,1 1 0,0-1 0,0 0 0,-1 1 0,1-1 0,0 1 0,-1-1 0,1 0 0,-1 0 0,1 1 0,-1-1 0,1 0 0,0 0 0,-1 1 0,1-1 0,-1 0 0,1 0 0,-1 0 0,1 0 0,-1 0 0,-40 5 0,23-5 55,-13 2-765,-60-7 0,75 2-6116</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2.023"/>
    </inkml:context>
    <inkml:brush xml:id="br0">
      <inkml:brushProperty name="width" value="0.05" units="cm"/>
      <inkml:brushProperty name="height" value="0.05" units="cm"/>
    </inkml:brush>
  </inkml:definitions>
  <inkml:trace contextRef="#ctx0" brushRef="#br0">137 84 24575,'4'-8'0,"-1"0"0,0 0 0,0 0 0,2-13 0,-4 20 0,-1 1 0,0-1 0,1 0 0,-1 0 0,0 0 0,0 0 0,0 0 0,0 0 0,0 0 0,0 0 0,0 0 0,0 0 0,0 0 0,0 0 0,-1 1 0,1-1 0,0 0 0,-1 0 0,1 0 0,0 0 0,-1 0 0,1 1 0,-1-1 0,0 0 0,1 0 0,-1 1 0,1-1 0,-1 0 0,0 1 0,0-1 0,1 1 0,-1-1 0,0 1 0,0-1 0,0 1 0,0-1 0,1 1 0,-1 0 0,0 0 0,0-1 0,0 1 0,0 0 0,0 0 0,0 0 0,0 0 0,0 0 0,0 0 0,0 0 0,0 0 0,0 1 0,1-1 0,-1 0 0,0 0 0,-2 2 0,1-2 0,-1 1 0,0-1 0,0 1 0,0 0 0,1 0 0,-1 0 0,0 0 0,1 1 0,-1-1 0,1 1 0,0 0 0,-1 0 0,1-1 0,0 1 0,0 1 0,0-1 0,0 0 0,1 0 0,-1 1 0,1-1 0,-1 1 0,1-1 0,0 1 0,0 0 0,0-1 0,0 1 0,0 0 0,1 0 0,-1 0 0,1 3 0,0 9 0,1-1 0,0 0 0,1 1 0,0-1 0,6 16 0,3 29 0,-10-57 18,-1 1 0,0-1 0,-1 1 0,1-1 0,0 0 0,-1 1 0,1-1 0,-1 1 0,0-1 0,0 0 0,0 1 0,0-1 0,0 0 0,0 0 0,-1 0 0,1 0 0,-1 0 0,-2 2 0,1 0-232,-1-1 1,0 0 0,0 0-1,-1 0 1,1-1 0,-1 0-1,-9 4 1,-19 4-6613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6:57.987"/>
    </inkml:context>
    <inkml:brush xml:id="br0">
      <inkml:brushProperty name="width" value="0.05" units="cm"/>
      <inkml:brushProperty name="height" value="0.05" units="cm"/>
    </inkml:brush>
  </inkml:definitions>
  <inkml:trace contextRef="#ctx0" brushRef="#br0">0 0 24159,'0'1700'0,"4056"-1700"0,-4056-1700 0,-4056 1700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00.102"/>
    </inkml:context>
    <inkml:brush xml:id="br0">
      <inkml:brushProperty name="width" value="0.05" units="cm"/>
      <inkml:brushProperty name="height" value="0.05" units="cm"/>
    </inkml:brush>
  </inkml:definitions>
  <inkml:trace contextRef="#ctx0" brushRef="#br0">530 41 24575,'0'-2'0,"0"1"0,0-1 0,-1 0 0,1 1 0,-1-1 0,1 0 0,-1 1 0,0-1 0,1 1 0,-1-1 0,0 1 0,0-1 0,0 1 0,0 0 0,0 0 0,-1-1 0,1 1 0,0 0 0,-1 0 0,1 0 0,0 0 0,-1 0 0,1 0 0,-1 1 0,1-1 0,-1 1 0,0-1 0,1 1 0,-1-1 0,0 1 0,-2-1 0,-5 0 0,-1 0 0,1 0 0,-1 1 0,-11 1 0,-10 1 0,0 2 0,0 2 0,1 0 0,-50 19 0,60-17 0,0 0 0,1 1 0,0 1 0,1 1 0,0 1 0,1 0 0,-29 26 0,41-32 0,0-1 0,0 1 0,0 0 0,1 0 0,0 0 0,0 0 0,1 1 0,-1 0 0,1-1 0,1 1 0,-1 1 0,1-1 0,1 0 0,-1 0 0,1 1 0,1-1 0,-1 1 0,1-1 0,0 0 0,1 1 0,0-1 0,0 1 0,0-1 0,1 0 0,0 0 0,1 0 0,0 0 0,0 0 0,0 0 0,1-1 0,0 1 0,0-1 0,0 0 0,9 8 0,-1-3 0,0-1 0,1 0 0,0-1 0,0 0 0,1-1 0,0-1 0,1 0 0,0-1 0,0 0 0,0-1 0,19 3 0,-7-3 0,-1-1 0,1-1 0,1-1 0,-1-1 0,49-6 0,-66 4 86,-1-1-1,0 0 0,12-4 1,-18 5-208,0 0 0,-1 0 0,1-1 0,0 1 0,-1-1 0,1 1 0,-1-1 0,1 0 0,-1 0 1,0 0-1,0-1 0,1 1 0,1-5 0,2-4-6704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01.478"/>
    </inkml:context>
    <inkml:brush xml:id="br0">
      <inkml:brushProperty name="width" value="0.05" units="cm"/>
      <inkml:brushProperty name="height" value="0.05" units="cm"/>
    </inkml:brush>
  </inkml:definitions>
  <inkml:trace contextRef="#ctx0" brushRef="#br0">25 36 24575,'-2'0'0,"0"0"0,0 0 0,0 0 0,0-1 0,0 1 0,0 0 0,0-1 0,0 0 0,-3-1 0,5 2 0,0 0 0,0 0 0,0 0 0,0 0 0,0 0 0,0 0 0,-1 0 0,1 0 0,0 0 0,0-1 0,0 1 0,0 0 0,0 0 0,0 0 0,0 0 0,0 0 0,0 0 0,0 0 0,0 0 0,0 0 0,0 0 0,0-1 0,0 1 0,0 0 0,0 0 0,0 0 0,0 0 0,0 0 0,0 0 0,0 0 0,0 0 0,0 0 0,0 0 0,0-1 0,0 1 0,0 0 0,0 0 0,0 0 0,0 0 0,0 0 0,0 0 0,0 0 0,0 0 0,0 0 0,0 0 0,1 0 0,-1-1 0,0 1 0,0 0 0,0 0 0,0 0 0,0 0 0,0 0 0,0 0 0,0 0 0,0 0 0,15-3 0,308-11 0,-320 14 0,38 0 0,-19 1 0,0-2 0,22-3 0,-44 4 1,1 0-61,-1 0 1,1 0-1,-1 0 1,1 0 0,0 0-1,-1 0 1,1 0 0,-1 0-1,1-1 1,-1 1-1,1 0 1,-1 0 0,1-1-1,-1 1 1,1 0 0,-1-1-1,1 1 1,-1 0-1,1-1 1,-1 1 0,0-1-1,1 0 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01.694"/>
    </inkml:context>
    <inkml:brush xml:id="br0">
      <inkml:brushProperty name="width" value="0.05" units="cm"/>
      <inkml:brushProperty name="height" value="0.05" units="cm"/>
    </inkml:brush>
  </inkml:definitions>
  <inkml:trace contextRef="#ctx0" brushRef="#br0">1 0 24575,'7'207'0,"0"-8"0,-7-178 72,2 49 173,-2-64-432,1 0 0,0 1 0,0-1 0,1 0 1,0 0-1,0 0 0,0 0 0,4 7 0,1-4-6639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02.576"/>
    </inkml:context>
    <inkml:brush xml:id="br0">
      <inkml:brushProperty name="width" value="0.05" units="cm"/>
      <inkml:brushProperty name="height" value="0.05" units="cm"/>
    </inkml:brush>
  </inkml:definitions>
  <inkml:trace contextRef="#ctx0" brushRef="#br0">71 245 24575,'0'0'0,"0"0"0,0-1 0,0 1 0,0-1 0,0 1 0,-1 0 0,1-1 0,0 1 0,0 0 0,0-1 0,0 1 0,0 0 0,-1-1 0,1 1 0,0 0 0,0-1 0,0 1 0,-1 0 0,1 0 0,0-1 0,-1 1 0,1 0 0,0 0 0,0-1 0,-1 1 0,1 0 0,0 0 0,-1 0 0,1 0 0,-1-1 0,1 1 0,0 0 0,-1 0 0,1 0 0,0 0 0,-1 0 0,1 0 0,-1 0 0,1 0 0,0 0 0,-1 0 0,1 0 0,0 0 0,-1 1 0,1-1 0,0 0 0,-1 0 0,1 0 0,-1 1 0,-17 9 0,14-3 0,0-1 0,0 1 0,1-1 0,-1 1 0,1 0 0,1 1 0,0-1 0,0 0 0,0 1 0,-1 9 0,0 13 0,2 37 0,1-56 0,-1 13 0,0-12 0,1 0 0,1 0 0,-1 0 0,4 14 0,-4-26 0,0-1 0,0 1 0,1 0 0,-1 0 0,0 0 0,0-1 0,0 1 0,0 0 0,1 0 0,-1 0 0,0-1 0,0 1 0,0 0 0,1 0 0,-1 0 0,0 0 0,0 0 0,1-1 0,-1 1 0,0 0 0,0 0 0,1 0 0,-1 0 0,0 0 0,0 0 0,1 0 0,-1 0 0,0 0 0,0 0 0,1 0 0,-1 0 0,0 0 0,0 0 0,1 0 0,-1 0 0,0 1 0,0-1 0,1 0 0,-1 0 0,0 0 0,0 0 0,1 0 0,-1 1 0,0-1 0,0 0 0,0 0 0,0 0 0,1 1 0,-1-1 0,0 0 0,0 0 0,0 0 0,0 1 0,0-1 0,0 0 0,0 0 0,1 1 0,-1-1 0,8-23 0,6-49 0,6-76 0,-12 75 0,18-75 0,-24 139 0,1 0 0,0 0 0,0 1 0,9-17 0,-11 24 0,-1 0 0,1 0 0,-1 0 0,1 0 0,0 0 0,-1 0 0,1 0 0,0 0 0,0 0 0,0 0 0,0 0 0,0 1 0,0-1 0,0 0 0,0 1 0,0-1 0,0 1 0,0-1 0,0 1 0,0-1 0,1 1 0,-1 0 0,0-1 0,0 1 0,0 0 0,1 0 0,-1 0 0,0 0 0,0 0 0,0 0 0,1 1 0,-1-1 0,0 0 0,0 0 0,0 1 0,1-1 0,-1 1 0,0-1 0,0 1 0,0 0 0,0-1 0,0 1 0,0 0 0,0 0 0,0-1 0,-1 1 0,3 2 0,3 4 0,0 1 0,0-1 0,0 1 0,-1 0 0,8 18 0,16 48 0,-18-41 0,18 53 0,8 24 0,-31-149 0,-1 13 0,1-1 0,1 1 0,1 0 0,16-33 0,-17 44 0,1 0 0,0 0 0,1 1 0,1 1 0,0-1 0,1 1 0,1 1 0,15-14 0,-24 24 0,-1 0 0,1 0 0,-1 0 0,1 1 0,0-1 0,0 1 0,0-1 0,0 1 0,0 0 0,0 0 0,0 0 0,0 1 0,0-1 0,0 1 0,1 0 0,-1 0 0,0 0 0,0 0 0,5 1 0,-4 0 0,-1 1 0,1-1 0,-1 1 0,1 0 0,-1 0 0,1 0 0,-1 0 0,0 0 0,0 1 0,0-1 0,-1 1 0,1 0 0,0 0 0,-1 0 0,3 6 0,6 8 0,-2 2 0,0-1 0,-1 1 0,9 34 0,13 82 0,-8 26-1365,-20-145-5461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03.206"/>
    </inkml:context>
    <inkml:brush xml:id="br0">
      <inkml:brushProperty name="width" value="0.05" units="cm"/>
      <inkml:brushProperty name="height" value="0.05" units="cm"/>
    </inkml:brush>
  </inkml:definitions>
  <inkml:trace contextRef="#ctx0" brushRef="#br0">346 209 24575,'3'-3'0,"0"0"0,-1 0 0,1 0 0,-1 0 0,0 0 0,0-1 0,0 1 0,0-1 0,-1 1 0,0-1 0,1 0 0,-1 1 0,0-1 0,-1 0 0,1 0 0,-1 0 0,1 0 0,-1 0 0,0 1 0,-1-1 0,1 0 0,-1 0 0,1 0 0,-1 0 0,0 1 0,-1-1 0,1 0 0,-1 1 0,0-1 0,1 1 0,-6-7 0,2 3 0,0 1 0,0-1 0,-1 1 0,0 1 0,0-1 0,0 1 0,-1 0 0,0 0 0,0 1 0,0-1 0,0 2 0,-1-1 0,0 1 0,-8-2 0,0 1 0,0 1 0,0 1 0,0 0 0,-1 2 0,-22 1 0,32-1 0,1 1 0,-1 0 0,0 0 0,1 0 0,-1 1 0,1 0 0,0 0 0,0 1 0,0 0 0,0 0 0,0 0 0,0 1 0,1 0 0,0 0 0,-10 9 0,12-9 0,1 0 0,-1 0 0,1 0 0,0 0 0,0 0 0,0 0 0,1 1 0,-1-1 0,1 1 0,0-1 0,0 1 0,1 0 0,-1-1 0,1 1 0,0 0 0,0-1 0,1 1 0,-1 0 0,1-1 0,0 1 0,0 0 0,1-1 0,0 0 0,3 9 0,1-3 0,-1 0 0,1-1 0,1 0 0,-1 0 0,2 0 0,-1-1 0,1 0 0,0 0 0,13 8 0,9 3 0,1-1 0,56 23 0,-53-27 0,-1 2 0,43 28 0,-73-42 0,0 0 0,0 1 0,1-1 0,-1 1 0,-1 0 0,1 0 0,0 0 0,-1 0 0,0 0 0,1 0 0,-1 1 0,0-1 0,-1 1 0,1 0 0,-1 0 0,2 3 0,-3-4 0,0 0 0,0 0 0,0-1 0,0 1 0,-1 0 0,1-1 0,-1 1 0,0 0 0,1-1 0,-1 1 0,0-1 0,0 1 0,-1-1 0,1 0 0,-1 1 0,1-1 0,-1 0 0,1 0 0,-1 0 0,0 0 0,0 0 0,0-1 0,0 1 0,-4 2 0,-3 2 0,-1-1 0,0 1 0,-1-2 0,1 1 0,-1-1 0,0-1 0,0 0 0,0-1 0,-16 2 0,9-2 0,1-1 0,0-1 0,0-1 0,-1 0 0,-26-6 0,35 5-97,0 0-1,0-1 1,0-1-1,0 1 1,1-1-1,-1-1 1,1 0-1,0 0 1,0 0-1,1-1 1,-1 0-1,1-1 0,-7-9 1,2-1-6729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09.804"/>
    </inkml:context>
    <inkml:brush xml:id="br0">
      <inkml:brushProperty name="width" value="0.05" units="cm"/>
      <inkml:brushProperty name="height" value="0.05" units="cm"/>
    </inkml:brush>
  </inkml:definitions>
  <inkml:trace contextRef="#ctx0" brushRef="#br0">0 1 24586,'1969'94'0,"-2132"-185"0,326 182 0,-334-15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13.657"/>
    </inkml:context>
    <inkml:brush xml:id="br0">
      <inkml:brushProperty name="width" value="0.05" units="cm"/>
      <inkml:brushProperty name="height" value="0.05" units="cm"/>
    </inkml:brush>
  </inkml:definitions>
  <inkml:trace contextRef="#ctx0" brushRef="#br0">1 0 24493,'0'1168'0,"3069"-1168"0,-3069-1168 0,-3069 1168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14.623"/>
    </inkml:context>
    <inkml:brush xml:id="br0">
      <inkml:brushProperty name="width" value="0.05" units="cm"/>
      <inkml:brushProperty name="height" value="0.05" units="cm"/>
    </inkml:brush>
  </inkml:definitions>
  <inkml:trace contextRef="#ctx0" brushRef="#br0">248 79 24575,'7'-2'0,"0"-1"0,-1 1 0,1 1 0,12-2 0,-15 3 0,0 0 0,0-1 0,0 0 0,0 1 0,0-1 0,0 0 0,-1-1 0,1 1 0,0-1 0,-1 0 0,1 0 0,0 0 0,-1 0 0,0 0 0,0-1 0,0 0 0,3-3 0,-5 6 0,-1-1 0,1 0 0,-1 1 0,0-1 0,1 0 0,-1 1 0,0-1 0,1 0 0,-1 1 0,0-1 0,0 0 0,0 0 0,0 0 0,0 1 0,0-1 0,0 0 0,0 0 0,0 1 0,0-1 0,0 0 0,0 0 0,-1 1 0,1-1 0,0 0 0,-1 1 0,1-1 0,0 0 0,-1 1 0,1-1 0,-1 0 0,1 1 0,-1-1 0,1 1 0,-1-1 0,1 1 0,-1-1 0,0 1 0,1-1 0,-1 1 0,0 0 0,1-1 0,-1 1 0,0 0 0,1 0 0,-2-1 0,-3-1 0,0 1 0,0-1 0,0 1 0,0 0 0,-7 0 0,-1 0 0,0 2 0,0 0 0,-1 0 0,1 1 0,1 1 0,-1 0 0,0 0 0,1 2 0,-1 0 0,1 0 0,0 1 0,1 0 0,0 1 0,0 0 0,0 1 0,1 0 0,0 1 0,0 0 0,-12 16 0,15-16 0,0-1 0,0 1 0,1 1 0,0-1 0,1 1 0,0 0 0,1 1 0,0-1 0,0 1 0,1 0 0,1 0 0,0 0 0,0 0 0,1 0 0,0 0 0,1 0 0,1 0 0,-1 0 0,2 1 0,0-1 0,0 0 0,1-1 0,5 14 0,-5-16 19,1-1 0,0 0 0,0 0 0,1 0 0,0-1 0,0 1 0,1-1 0,0 0 0,0-1 0,0 1 0,0-1 0,1-1 0,0 1 0,0-1 0,1 0 0,-1-1 0,14 5 0,-7-4-209,1 0 0,0-1 1,0 0-1,0-2 0,0 0 1,0 0-1,0-1 1,26-4-1,4-4-6636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15.096"/>
    </inkml:context>
    <inkml:brush xml:id="br0">
      <inkml:brushProperty name="width" value="0.05" units="cm"/>
      <inkml:brushProperty name="height" value="0.05" units="cm"/>
    </inkml:brush>
  </inkml:definitions>
  <inkml:trace contextRef="#ctx0" brushRef="#br0">49 229 24575,'-1'15'0,"-1"-1"0,-1 1 0,0 0 0,-1-1 0,-6 14 0,4-12 0,1-1 0,0 1 0,2 0 0,-4 32 0,10-39 0,3-14 0,5-16 0,43-138 0,-37 102 0,39-88 0,-52 138 0,0-1 0,0 1 0,1 0 0,0 0 0,6-7 0,-11 13 0,1 0 0,0 0 0,0 0 0,0 1 0,0-1 0,-1 0 0,1 0 0,0 1 0,1-1 0,-1 0 0,0 1 0,0-1 0,0 1 0,0-1 0,0 1 0,0 0 0,1-1 0,-1 1 0,0 0 0,0 0 0,1 0 0,-1 0 0,0 0 0,0 0 0,0 0 0,1 1 0,-1-1 0,0 0 0,0 1 0,0-1 0,0 0 0,1 1 0,-1 0 0,0-1 0,0 1 0,0 0 0,0-1 0,0 1 0,0 0 0,-1 0 0,1 0 0,0 0 0,0 0 0,0 1 0,4 5 0,0 1 0,-1 0 0,1 0 0,-2 0 0,1 0 0,-1 1 0,2 10 0,11 68 0,-11-55 0,6 28 0,0-7 0,6 109 0,-18-145-1365,-2-5-5461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15.271"/>
    </inkml:context>
    <inkml:brush xml:id="br0">
      <inkml:brushProperty name="width" value="0.05" units="cm"/>
      <inkml:brushProperty name="height" value="0.05" units="cm"/>
    </inkml:brush>
  </inkml:definitions>
  <inkml:trace contextRef="#ctx0" brushRef="#br0">3 9 24575,'-2'0'0,"1"0"0,6 0 0,4 0 0,5 0 0,7 0 0,5 0 0,3 0 0,2-3 0,2 0 0,-6 1-8191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15.707"/>
    </inkml:context>
    <inkml:brush xml:id="br0">
      <inkml:brushProperty name="width" value="0.05" units="cm"/>
      <inkml:brushProperty name="height" value="0.05" units="cm"/>
    </inkml:brush>
  </inkml:definitions>
  <inkml:trace contextRef="#ctx0" brushRef="#br0">207 151 24575,'9'-17'0,"-1"4"0,-2 0 0,8-19 0,-13 29 0,0 1 0,0-1 0,0 1 0,-1-1 0,1 0 0,-1 1 0,0-1 0,1 0 0,-1 1 0,-1-1 0,1 0 0,0 1 0,-1-1 0,1 0 0,-1 1 0,0-1 0,1 1 0,-1-1 0,-2-3 0,1 4 0,0 0 0,0 0 0,0 1 0,0-1 0,-1 1 0,1-1 0,0 1 0,-1 0 0,1 0 0,-1 0 0,1 0 0,-1 0 0,1 1 0,-1-1 0,0 1 0,1-1 0,-1 1 0,0 0 0,1 0 0,-4 1 0,-6 0 0,-1 0 0,-22 6 0,26-4 0,-1-1 0,1 2 0,0-1 0,0 1 0,0 1 0,0-1 0,1 1 0,0 1 0,-8 6 0,13-10 0,0 1 0,1 0 0,-1-1 0,1 1 0,0 0 0,0 0 0,0 1 0,0-1 0,0 0 0,1 1 0,-1-1 0,1 0 0,0 1 0,0 0 0,0-1 0,1 1 0,-1 0 0,1-1 0,0 1 0,0 0 0,0-1 0,1 1 0,-1 0 0,1-1 0,0 1 0,0 0 0,1 3 0,1-1 0,1 1 0,-1-1 0,1 0 0,0 0 0,0-1 0,0 1 0,1-1 0,0 0 0,0 0 0,0 0 0,1-1 0,6 5 0,13 6 0,44 20 0,-25-14 0,-38-17 0,1-1 0,-1 1 0,1 0 0,-1 1 0,0 0 0,9 10 0,-14-14 0,0 0 0,0 1 0,0-1 0,0 0 0,0 1 0,-1-1 0,1 0 0,-1 1 0,1-1 0,-1 1 0,0-1 0,1 1 0,-1-1 0,0 1 0,0-1 0,0 1 0,0 0 0,0-1 0,0 1 0,-1-1 0,1 1 0,0-1 0,-1 1 0,1-1 0,-1 0 0,0 1 0,1-1 0,-1 1 0,0-1 0,0 0 0,0 0 0,0 1 0,0-1 0,0 0 0,0 0 0,0 0 0,0 0 0,-1 0 0,-1 0 0,-5 5 0,0-1 0,-1 0 0,0 0 0,0-1 0,-1 0 0,1-1 0,-1 0 0,0 0 0,0-1 0,0-1 0,0 1 0,0-2 0,0 1 0,0-1 0,0-1 0,0 0 0,0 0 0,-18-6 0,26 6-124,-1 0 0,0 0 0,1 0 0,-1-1 0,1 1 0,-1-1-1,1 0 1,0 0 0,0 0 0,-2-2 0,-4-7-6702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30.226"/>
    </inkml:context>
    <inkml:brush xml:id="br0">
      <inkml:brushProperty name="width" value="0.05" units="cm"/>
      <inkml:brushProperty name="height" value="0.05" units="cm"/>
    </inkml:brush>
  </inkml:definitions>
  <inkml:trace contextRef="#ctx0" brushRef="#br0">0 0 24568,'0'965'0,"1838"-965"0,-1838-965 0,-1838 965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4.154"/>
    </inkml:context>
    <inkml:brush xml:id="br0">
      <inkml:brushProperty name="width" value="0.05" units="cm"/>
      <inkml:brushProperty name="height" value="0.05" units="cm"/>
    </inkml:brush>
  </inkml:definitions>
  <inkml:trace contextRef="#ctx0" brushRef="#br0">0 1 24575,'95'-1'0,"398"20"0,-456-13-1365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4.582"/>
    </inkml:context>
    <inkml:brush xml:id="br0">
      <inkml:brushProperty name="width" value="0.05" units="cm"/>
      <inkml:brushProperty name="height" value="0.05" units="cm"/>
    </inkml:brush>
  </inkml:definitions>
  <inkml:trace contextRef="#ctx0" brushRef="#br0">31 0 24575,'-14'217'0,"1"-51"0,12-156 0,0-7 0,1 0 0,-1 1 0,1-1 0,0 0 0,0 0 0,0 0 0,0 0 0,1 1 0,-1-1 0,1 0 0,0 0 0,0 0 0,2 5 0,-3-8-19,1 0 0,-1 0 0,0 0 0,0 0 0,1 0 0,-1 0 0,0 0 0,1 0 0,-1 0 0,0 0 0,0 0 0,1 0 0,-1-1 0,0 1 0,1 0 0,-1 0 0,0 0 0,0 0 0,1-1 0,-1 1 0,0 0 0,0 0 0,0 0 0,1-1 0,-1 1 0,0 0 0,0 0 0,0-1 0,0 1 0,0 0 0,1-1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5.799"/>
    </inkml:context>
    <inkml:brush xml:id="br0">
      <inkml:brushProperty name="width" value="0.05" units="cm"/>
      <inkml:brushProperty name="height" value="0.05" units="cm"/>
    </inkml:brush>
  </inkml:definitions>
  <inkml:trace contextRef="#ctx0" brushRef="#br0">145 215 24575,'0'1'0,"1"-1"0,0 0 0,-1 0 0,1 0 0,0 0 0,-1 0 0,1-1 0,0 1 0,-1 0 0,1 0 0,0 0 0,-1-1 0,1 1 0,0 0 0,-1 0 0,1-1 0,-1 1 0,1-1 0,0 1 0,-1 0 0,1-1 0,-1 1 0,1-1 0,-1 1 0,0-1 0,1 0 0,-1 1 0,0-1 0,1 1 0,-1-1 0,0 0 0,1 1 0,-1-1 0,0 0 0,0 1 0,0-1 0,0 0 0,0 1 0,0-1 0,0 0 0,0 0 0,0 1 0,0-2 0,0 1 0,-1-1 0,1 1 0,-1-1 0,1 1 0,-1-1 0,1 1 0,-1 0 0,0-1 0,0 1 0,1 0 0,-1-1 0,0 1 0,0 0 0,0 0 0,-1 0 0,1 0 0,0 0 0,-2-1 0,-1 0 0,1 1 0,0-1 0,0 1 0,-1 0 0,1 0 0,-1 1 0,1-1 0,-1 1 0,1-1 0,-1 1 0,1 0 0,-1 0 0,0 1 0,1-1 0,-1 1 0,1 0 0,0 0 0,-1 0 0,1 0 0,0 0 0,-1 1 0,-5 3 0,5-2 0,0 1 0,0-1 0,0 1 0,0 0 0,0 0 0,1 0 0,0 1 0,0-1 0,0 1 0,0-1 0,1 1 0,0 0 0,0 0 0,-2 7 0,1 0 0,0 0 0,1 0 0,0 0 0,1 0 0,0 21 0,1-31 0,0 1 0,1-1 0,-1 0 0,0 1 0,1-1 0,-1 0 0,1 0 0,0 0 0,-1 1 0,1-1 0,0 0 0,1 0 0,-1 0 0,0 0 0,0 0 0,1-1 0,-1 1 0,1 0 0,0-1 0,-1 1 0,1-1 0,0 1 0,0-1 0,0 0 0,0 0 0,0 0 0,0 0 0,0 0 0,1 0 0,-1 0 0,0-1 0,0 1 0,1-1 0,-1 0 0,0 0 0,0 0 0,4 0 0,0-1 0,0 0 0,0 0 0,0-1 0,-1 0 0,1 0 0,0 0 0,-1 0 0,0-1 0,0 0 0,0 0 0,0-1 0,0 1 0,-1-1 0,1 0 0,3-5 0,3-3 0,0-1 0,-1 1 0,-1-2 0,10-18 0,-9 10 0,-1 0 0,-1 0 0,-1-1 0,6-35 0,-7 23 0,2-47 0,-9 418 0,6-286-1365,-2-32-5461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6.177"/>
    </inkml:context>
    <inkml:brush xml:id="br0">
      <inkml:brushProperty name="width" value="0.05" units="cm"/>
      <inkml:brushProperty name="height" value="0.05" units="cm"/>
    </inkml:brush>
  </inkml:definitions>
  <inkml:trace contextRef="#ctx0" brushRef="#br0">52 133 24575,'-5'0'0,"-10"0"0,14-2 0,9-1 0,5-1 0,-1 0 0,0-1 0,21-12 0,-29 14 0,0 1 0,-1-1 0,1 0 0,-1 0 0,1 0 0,-1 0 0,0-1 0,-1 1 0,1-1 0,0 0 0,-1 1 0,0-1 0,0 0 0,3-8 0,-5 10 0,1 1 0,-1 0 0,0 0 0,0 0 0,1 0 0,-1 0 0,0-1 0,0 1 0,0 0 0,0 0 0,0 0 0,0 0 0,0-1 0,-1 1 0,1 0 0,0 0 0,-1 0 0,1 0 0,-1 0 0,1 0 0,-1 0 0,1 0 0,-1 0 0,0 0 0,1 0 0,-1 0 0,0 0 0,0 0 0,0 1 0,0-1 0,0 0 0,0 0 0,0 1 0,0-1 0,0 1 0,0-1 0,0 1 0,0 0 0,0-1 0,0 1 0,-1 0 0,1 0 0,0 0 0,-2-1 0,-1 1 0,0 0 0,-1 0 0,1 0 0,0 1 0,0-1 0,0 1 0,0 0 0,0 0 0,0 0 0,0 1 0,-6 2 0,4 1 25,0-1-1,0 1 0,1 0 1,-1 0-1,1 1 1,0 0-1,1 0 0,-1 0 1,1 0-1,0 1 0,1-1 1,0 1-1,-3 9 1,4-13-82,1 1 0,0-1 0,0 0 0,1 1 0,-1-1 0,1 1 0,0-1 0,0 1 1,0 0-1,0-1 0,0 1 0,1-1 0,-1 1 0,1-1 0,0 0 0,0 1 0,1-1 1,-1 0-1,1 1 0,-1-1 0,1 0 0,0 0 0,0-1 0,0 1 0,1 0 1,-1-1-1,1 1 0,-1-1 0,6 4 0,7 3-6769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6.523"/>
    </inkml:context>
    <inkml:brush xml:id="br0">
      <inkml:brushProperty name="width" value="0.05" units="cm"/>
      <inkml:brushProperty name="height" value="0.05" units="cm"/>
    </inkml:brush>
  </inkml:definitions>
  <inkml:trace contextRef="#ctx0" brushRef="#br0">106 19 24575,'10'-16'0,"-13"14"0,-7 6 0,3 1 0,0-1 0,0 1 0,1 0 0,0 1 0,0 0 0,0 0 0,1 0 0,-1 0 0,2 1 0,-5 8 0,7-12 0,0 1 0,1-1 0,-1 1 0,1-1 0,0 1 0,1 0 0,-1 0 0,0 0 0,1 0 0,0-1 0,0 1 0,0 0 0,1 0 0,-1 0 0,1 0 0,0-1 0,0 1 0,0 0 0,0-1 0,1 1 0,0-1 0,-1 1 0,4 4 0,4 4 0,-4-5 0,0 0 0,-1 1 0,1-1 0,-1 1 0,-1 0 0,4 11 0,-6-18 0,-1 0 0,0 1 0,0-1 0,0 1 0,0-1 0,0 1 0,0-1 0,0 1 0,0-1 0,-1 0 0,1 1 0,0-1 0,-1 1 0,1-1 0,-1 0 0,1 0 0,-1 1 0,-1 0 0,1 0 0,-1 0 0,0-1 0,0 1 0,0-1 0,0 0 0,0 1 0,0-1 0,0 0 0,0 0 0,0-1 0,-1 1 0,1 0 0,0-1 0,-4 1 0,-23 2-1365,17-3-5461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6.785"/>
    </inkml:context>
    <inkml:brush xml:id="br0">
      <inkml:brushProperty name="width" value="0.05" units="cm"/>
      <inkml:brushProperty name="height" value="0.05" units="cm"/>
    </inkml:brush>
  </inkml:definitions>
  <inkml:trace contextRef="#ctx0" brushRef="#br0">29 2 24575,'0'0'0,"0"-1"0,0 1 0,0 0 0,0 0 0,0 0 0,0 0 0,0 0 0,0 0 0,0 0 0,0 0 0,0 0 0,0 0 0,1 0 0,-1 0 0,0 0 0,0-1 0,0 1 0,0 0 0,0 0 0,0 0 0,0 0 0,0 0 0,0 0 0,0 0 0,0 0 0,1 0 0,-1 0 0,0 0 0,0 0 0,0 0 0,0 0 0,0 0 0,0 0 0,0 0 0,0 0 0,0 0 0,0 0 0,1 0 0,-1 0 0,0 0 0,0 0 0,0 0 0,0 0 0,0 0 0,0 1 0,0-1 0,0 0 0,0 0 0,0 0 0,0 0 0,0 0 0,0 0 0,0 0 0,1 0 0,-1 0 0,0 0 0,0 0 0,0 0 0,0 1 0,0-1 0,0 9 0,-6 15 0,6-20 0,-10 44 0,2 2 0,3-1 0,2 0 0,4 65 0,-1-109-170,0 0-1,1 0 0,0 0 1,0 0-1,0 0 0,0 0 1,4 8-1,1-4-6655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26.934"/>
    </inkml:context>
    <inkml:brush xml:id="br0">
      <inkml:brushProperty name="width" value="0.05" units="cm"/>
      <inkml:brushProperty name="height" value="0.05" units="cm"/>
    </inkml:brush>
  </inkml:definitions>
  <inkml:trace contextRef="#ctx0" brushRef="#br0">12 103 24575,'-3'-9'0,"0"-5"0,0-3 0,1-1 0,3 3 0,5 4 0,5 3 0,3 4 0,3 3 0,1 0 0,2-1 0,-2 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31.708"/>
    </inkml:context>
    <inkml:brush xml:id="br0">
      <inkml:brushProperty name="width" value="0.05" units="cm"/>
      <inkml:brushProperty name="height" value="0.05" units="cm"/>
    </inkml:brush>
  </inkml:definitions>
  <inkml:trace contextRef="#ctx0" brushRef="#br0">129 9 24575,'8'-3'0,"6"-2"0,-14 5 0,1 0 0,-1 0 0,0 0 0,1 0 0,-1 0 0,0 0 0,0 0 0,1 1 0,-1-1 0,0 0 0,0 0 0,0 0 0,1 0 0,-1 1 0,0-1 0,0 0 0,0 0 0,0 1 0,1-1 0,-1 0 0,0 0 0,0 1 0,0-1 0,0 0 0,0 0 0,0 1 0,0-1 0,0 0 0,0 0 0,0 1 0,0-1 0,0 0 0,0 0 0,0 1 0,0-1 0,0 0 0,0 1 0,0-1 0,0 0 0,0 0 0,0 1 0,0-1 0,0 0 0,-1 0 0,1 1 0,0-1 0,0 0 0,0 0 0,-1 1 0,-3 8 0,-1-1 0,-1 1 0,1-1 0,-1 0 0,-1 0 0,1-1 0,-1 0 0,-15 12 0,1 0 0,7-6 0,4-3 0,0-1 0,1 2 0,-10 13 0,18-23 0,1-1 0,0 1 0,-1 0 0,1-1 0,0 1 0,0 0 0,0-1 0,0 1 0,-1 0 0,1-1 0,0 1 0,0 0 0,0 0 0,1-1 0,-1 1 0,0 0 0,0-1 0,0 1 0,0 0 0,1-1 0,-1 1 0,0 0 0,1-1 0,-1 1 0,0 0 0,1-1 0,-1 1 0,1-1 0,-1 1 0,1-1 0,-1 1 0,1-1 0,-1 1 0,1-1 0,0 0 0,-1 1 0,2-1 0,28 15 0,-22-11 0,41 16 217,-25-10-744,0 0-1,41 26 1,-52-27-6299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33.121"/>
    </inkml:context>
    <inkml:brush xml:id="br0">
      <inkml:brushProperty name="width" value="0.05" units="cm"/>
      <inkml:brushProperty name="height" value="0.05" units="cm"/>
    </inkml:brush>
  </inkml:definitions>
  <inkml:trace contextRef="#ctx0" brushRef="#br0">0 9 24575,'222'-8'0,"995"7"0,-1118 4 0,-46-2 0,95 13 0,-146-14 0,0 1 0,-1-1 0,1 1 0,0-1 0,-1 1 0,1 0 0,-1 0 0,1 0 0,-1 0 0,1 0 0,-1 0 0,0 0 0,1 0 0,-1 1 0,0-1 0,0 0 0,0 1 0,0-1 0,0 1 0,0-1 0,0 1 0,-1-1 0,1 1 0,-1 0 0,1-1 0,-1 1 0,1 0 0,-1-1 0,0 3 0,1 6 0,-1 1 0,0-1 0,-1 0 0,-2 11 0,0 8 0,2 11 0,-8 153 0,-4-91 0,-5 75 0,18 111 0,0-282-195,1 0 0,0 0 0,0 1 0,0-1 0,1 0 0,3 9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36.744"/>
    </inkml:context>
    <inkml:brush xml:id="br0">
      <inkml:brushProperty name="width" value="0.05" units="cm"/>
      <inkml:brushProperty name="height" value="0.05" units="cm"/>
    </inkml:brush>
  </inkml:definitions>
  <inkml:trace contextRef="#ctx0" brushRef="#br0">29 1335 24575,'-6'3'0,"9"-10"0,-3 1 0,0 1 0,0 0 0,-1-1 0,0 1 0,0 0 0,0 0 0,-1-1 0,0 1 0,-2-5 0,1 3 0,1 0 0,-1-1 0,2 1 0,-3-11 0,4-6 0,0-1 0,7-39 0,-1 8 0,-1-12 0,13-117 0,-4 102 0,-4 0 0,-1-91 0,-10-165 0,-6 298 0,6 37 0,-1-1 0,1 1 0,0-1 0,0 0 0,1 0 0,0 1 0,-1-1 0,1 0 0,1 0 0,-1 1 0,2-9 0,-1 12 0,0-1 0,0 1 0,0 0 0,-1 0 0,1 0 0,0 0 0,0-1 0,1 1 0,-1 0 0,0 1 0,0-1 0,0 0 0,1 0 0,-1 0 0,0 1 0,1-1 0,-1 1 0,1-1 0,-1 1 0,1-1 0,-1 1 0,0 0 0,1 0 0,-1 0 0,1 0 0,2 0 0,6 0 0,-1 1 0,1 1 0,10 2 0,-5-1 0,312 27 0,2-26 0,-76 11 0,-109-4 0,84 8 0,188 4 0,-253-38 0,211 16 0,-364-3 133,-12-3 55,-15-8-913,12 10-236,-5-3-5865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39.594"/>
    </inkml:context>
    <inkml:brush xml:id="br0">
      <inkml:brushProperty name="width" value="0.05" units="cm"/>
      <inkml:brushProperty name="height" value="0.05" units="cm"/>
    </inkml:brush>
  </inkml:definitions>
  <inkml:trace contextRef="#ctx0" brushRef="#br0">3 0 24575,'0'0'0,"0"0"0,0 0 0,1 0 0,-1 1 0,0-1 0,0 0 0,0 0 0,0 0 0,0 0 0,0 0 0,0 0 0,0 0 0,0 0 0,0 0 0,0 0 0,0 1 0,0-1 0,-1 0 0,1 0 0,0 0 0,0 0 0,0 0 0,0 0 0,0 0 0,0 0 0,0 0 0,0 0 0,0 0 0,0 0 0,0 0 0,0 1 0,0-1 0,0 0 0,0 0 0,0 0 0,0 0 0,-1 0 0,1 0 0,0 0 0,0 0 0,0 0 0,0 0 0,0 0 0,0 0 0,0 0 0,0 0 0,0 0 0,0 0 0,0 0 0,-1 0 0,1 0 0,0 0 0,0 0 0,0 0 0,0 0 0,0 0 0,0 0 0,0 0 0,11 6 0,28 9 0,-23-9 0,25 10 0,-24-11 0,0 2 0,0 0 0,-1 1 0,0 0 0,27 20 0,-42-28 0,-1 1 0,1 0 0,-1 0 0,1-1 0,-1 1 0,0 0 0,1 0 0,-1-1 0,0 1 0,0 0 0,0 0 0,1 0 0,-1-1 0,0 1 0,0 0 0,0 0 0,0 0 0,-1 0 0,1-1 0,0 1 0,0 0 0,0 0 0,-1 0 0,1-1 0,0 1 0,-1 0 0,1 0 0,-1-1 0,1 1 0,-1 1 0,-21 26 0,15-19 0,-7 11 0,-22 27 0,34-44 0,0-1 0,-1 0 0,1 1 0,-1-1 0,1 0 0,-1 0 0,0-1 0,0 1 0,1-1 0,-1 1 0,0-1 0,-1 0 0,1 0 0,-4 1 0,3-2-1365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55.444"/>
    </inkml:context>
    <inkml:brush xml:id="br0">
      <inkml:brushProperty name="width" value="0.05" units="cm"/>
      <inkml:brushProperty name="height" value="0.05" units="cm"/>
    </inkml:brush>
  </inkml:definitions>
  <inkml:trace contextRef="#ctx0" brushRef="#br0">15 76 24575,'12'-53'0,"-11"41"0,0 1 0,-1 21 0,-13 185 0,6-123 0,-1 109-1365,8-167-5461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56.341"/>
    </inkml:context>
    <inkml:brush xml:id="br0">
      <inkml:brushProperty name="width" value="0.05" units="cm"/>
      <inkml:brushProperty name="height" value="0.05" units="cm"/>
    </inkml:brush>
  </inkml:definitions>
  <inkml:trace contextRef="#ctx0" brushRef="#br0">94 188 24575,'-13'-6'0,"0"-1"0,-23-17 0,34 22 0,0 1 0,-1-1 0,1 0 0,0 0 0,0 1 0,0-2 0,0 1 0,1 0 0,-1 0 0,0 0 0,1-1 0,0 1 0,-1-1 0,1 1 0,0-1 0,0 0 0,1 1 0,-1-1 0,1 0 0,-1 0 0,1 0 0,0-4 0,0 4 0,1 1 0,0 0 0,0 0 0,0 0 0,0 0 0,0 0 0,1 0 0,-1 1 0,0-1 0,1 0 0,-1 0 0,1 1 0,0-1 0,0 1 0,-1 0 0,1 0 0,0-1 0,0 1 0,0 0 0,0 0 0,0 1 0,1-1 0,-1 0 0,0 1 0,3-1 0,8-1 0,-1 0 0,0 2 0,18 0 0,-19 0 0,57 2 0,-1 2 0,132 28 0,-197-32 0,1 0 0,-1 1 0,0-1 0,1 1 0,-1 0 0,0 0 0,0 0 0,1 0 0,-1 0 0,0 0 0,0 0 0,0 1 0,0-1 0,-1 1 0,1 0 0,0-1 0,-1 1 0,1 0 0,-1 0 0,1 0 0,-1 0 0,0 0 0,0 0 0,0 0 0,1 4 0,-2-4 0,7 4 0,-2 0 0,1-1 0,0 1 0,-1 0 0,0 1 0,0-1 0,-1 1 0,0 0 0,4 10 0,-6-14 0,0 0 0,-1 0 0,0 1 0,0-1 0,0 0 0,0 1 0,-1-1 0,1 1 0,-1-1 0,0 1 0,0 0 0,0-1 0,0 1 0,-1-1 0,1 1 0,-1-1 0,0 0 0,0 1 0,0-1 0,-1 0 0,-1 5 0,3-8 0,-1 1 0,1 0 0,-1-1 0,1 1 0,-1 0 0,1-1 0,-1 1 0,1-1 0,-1 1 0,1-1 0,-1 1 0,0-1 0,1 1 0,-1-1 0,0 0 0,1 1 0,-1-1 0,0 0 0,0 0 0,1 1 0,-1-1 0,0 0 0,0 0 0,0 0 0,1 0 0,-2 0 0,0 0 0,1-1 0,0 0 0,0 1 0,0-1 0,0 0 0,-1 1 0,1-1 0,0 0 0,1 0 0,-1 0 0,0 0 0,0 0 0,0 0 0,-1-2 0,-1-2 0,1 0 0,-1 0 0,1 0 0,0-1 0,0 1 0,-2-9 0,4 6 0,-1 1 0,2-1 0,-1 0 0,1 0 0,0 1 0,0-1 0,1 0 0,0 1 0,1-1 0,0 1 0,0 0 0,0 0 0,1 0 0,0 1 0,0-1 0,1 1 0,7-8 0,-4 4 0,0 1 0,1 0 0,1 1 0,-1 0 0,1 0 0,1 1 0,-1 1 0,1 0 0,0 0 0,14-4 0,-19 8 0,0 0 0,0 1 0,1 0 0,-1 0 0,1 1 0,-1 0 0,1 0 0,9 1 0,-15-1 0,1 0 0,-1 1 0,1-1 0,-1 0 0,1 1 0,-1-1 0,1 1 0,-1-1 0,0 1 0,1 0 0,-1-1 0,0 1 0,1 0 0,-1 0 0,0 0 0,0 0 0,0 0 0,0 0 0,0 0 0,0 1 0,0-1 0,0 0 0,-1 0 0,1 1 0,0-1 0,-1 1 0,1-1 0,-1 1 0,1-1 0,-1 0 0,0 1 0,0-1 0,1 1 0,-1 0 0,0-1 0,0 1 0,-1-1 0,1 1 0,0-1 0,0 1 0,-1 1 0,0-1-91,0 1 0,0-1 0,0 0 0,-1 1 0,1-1 0,0 0 0,-1 0 0,0 0 0,1 0 0,-1 0 0,0 0 0,0 0 0,0-1 0,-3 3 0,-7 3-6735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7:56.887"/>
    </inkml:context>
    <inkml:brush xml:id="br0">
      <inkml:brushProperty name="width" value="0.05" units="cm"/>
      <inkml:brushProperty name="height" value="0.05" units="cm"/>
    </inkml:brush>
  </inkml:definitions>
  <inkml:trace contextRef="#ctx0" brushRef="#br0">1055 106 24575,'-2'-4'0,"0"1"0,-1-1 0,0 1 0,0 0 0,0 0 0,0 0 0,0 0 0,-1 0 0,1 1 0,-5-3 0,-40-19 0,20 14 0,-1 2 0,0 0 0,0 2 0,0 1 0,-1 1 0,0 1 0,1 2 0,-1 1 0,0 2 0,-35 5 0,29 0 0,0 0 0,1 3 0,0 1 0,0 1 0,1 2 0,0 1 0,-58 38 0,67-36 0,0 1 0,2 2 0,0 0 0,2 1 0,0 2 0,1 0 0,2 1 0,-28 45 0,38-55 0,1 0 0,0 1 0,1 0 0,0 0 0,2 0 0,-1 0 0,2 1 0,0 0 0,1 0 0,1-1 0,0 1 0,1 0 0,1 0 0,0 0 0,1 0 0,1 0 0,1-1 0,6 20 0,-1-14 0,1-1 0,1 0 0,1-1 0,0-1 0,2 1 0,0-2 0,1 0 0,1-1 0,0 0 0,1-2 0,0 0 0,25 15 0,-2-5 0,0-1 0,1-3 0,2-1 0,87 26 0,-91-34 0,0-1 0,1-3 0,1-1 0,-1-2 0,1-2 0,-1-1 0,63-8 0,-82 4 0,1-1 0,-1-2 0,0 0 0,-1-1 0,1-1 0,30-17 0,-35 15 0,-2 1 0,1-2 0,-2 0 0,1-1 0,-2 0 0,1-1 0,-2 0 0,1-1 0,8-16 0,-4 4 0,-2-1 0,-1-1 0,-1 0 0,-1 0 0,-1-2 0,-2 1 0,-1-1 0,4-44 0,-8 48 0,-2 0 0,0 0 0,-2 0 0,-1-1 0,-1 1 0,-1 1 0,-2-1 0,0 0 0,-1 1 0,-13-28 0,11 37 23,0 0 0,0 0 0,-2 1-1,0 0 1,0 1 0,-2 1 0,1 0-1,-2 0 1,0 1 0,0 1 0,-1 0-1,0 1 1,-1 1 0,-19-9 0,-1 3-308,0 2 1,0 1-1,-1 2 1,-1 1-1,-62-5 1,0 5-6542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17.836"/>
    </inkml:context>
    <inkml:brush xml:id="br0">
      <inkml:brushProperty name="width" value="0.05" units="cm"/>
      <inkml:brushProperty name="height" value="0.05" units="cm"/>
    </inkml:brush>
  </inkml:definitions>
  <inkml:trace contextRef="#ctx0" brushRef="#br0">517 14 24575,'0'-1'0,"0"0"0,-1 1 0,1-1 0,0 0 0,-1 1 0,1-1 0,0 1 0,-1-1 0,1 1 0,-1-1 0,1 1 0,-1-1 0,1 1 0,-1-1 0,1 1 0,-1 0 0,0-1 0,1 1 0,-1 0 0,0 0 0,1-1 0,-1 1 0,0 0 0,1 0 0,-1 0 0,0 0 0,-1 0 0,-23-2 0,21 2 0,-23-1 0,1 2 0,-1 1 0,0 2 0,0 0 0,1 1 0,-31 12 0,36-10 0,0 1 0,0 1 0,0 1 0,1 1 0,1 1 0,0 1 0,-28 23 0,40-29 0,0 0 0,1 0 0,0 1 0,0-1 0,0 1 0,1 1 0,0-1 0,-6 17 0,10-22 0,0 1 0,-1 0 0,1 0 0,1 0 0,-1 0 0,0 1 0,1-1 0,0 0 0,0 0 0,0 0 0,1 0 0,0 0 0,-1 0 0,1 0 0,0 0 0,1 0 0,-1 0 0,1 0 0,0-1 0,0 1 0,0 0 0,5 5 0,0-1 0,1-1 0,0 0 0,0-1 0,1 1 0,0-2 0,0 1 0,0-1 0,1-1 0,0 1 0,0-2 0,20 6 0,-4-3 0,1-2 0,-1 0 0,43-1 0,-51-3-455,0-1 0,24-5 0,-12 0-6371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18.346"/>
    </inkml:context>
    <inkml:brush xml:id="br0">
      <inkml:brushProperty name="width" value="0.05" units="cm"/>
      <inkml:brushProperty name="height" value="0.05" units="cm"/>
    </inkml:brush>
  </inkml:definitions>
  <inkml:trace contextRef="#ctx0" brushRef="#br0">206 163 24575,'7'-8'0,"0"1"0,0-1 0,-1 0 0,-1-1 0,8-12 0,-11 17 0,-1 1 0,1-1 0,-1 0 0,1 0 0,-1 0 0,0 0 0,-1 0 0,1 0 0,-1 0 0,1 0 0,-1 0 0,-1 0 0,1 0 0,0 0 0,-1 0 0,-1-6 0,1 9 0,1-1 0,-1 0 0,0 1 0,1-1 0,-1 1 0,0-1 0,0 1 0,0 0 0,0-1 0,0 1 0,0 0 0,-1 0 0,1-1 0,0 1 0,-1 0 0,1 0 0,0 0 0,-1 1 0,1-1 0,-1 0 0,-2 0 0,1 0 0,0 1 0,1 0 0,-1 0 0,0 0 0,1 0 0,-1 0 0,0 1 0,1-1 0,-1 1 0,0 0 0,1 0 0,-4 1 0,-5 4 0,0 0 0,1 1 0,0 0 0,-16 14 0,11-7 0,0 0 0,2 1 0,0 0 0,-15 23 0,22-29 0,1 0 0,0 1 0,0-1 0,1 1 0,0 0 0,1 0 0,0 0 0,1 0 0,0 1 0,-1 10 0,3-19 0,0 0 0,0-1 0,0 1 0,0-1 0,1 1 0,-1-1 0,0 1 0,1-1 0,-1 1 0,1-1 0,-1 1 0,1-1 0,0 0 0,-1 1 0,1-1 0,0 0 0,0 0 0,0 1 0,0-1 0,0 0 0,0 0 0,0 0 0,1 0 0,-1 0 0,0 0 0,1-1 0,-1 1 0,0 0 0,1-1 0,-1 1 0,1-1 0,-1 1 0,1-1 0,-1 0 0,1 0 0,-1 1 0,1-1 0,-1 0 0,1 0 0,-1-1 0,3 1 0,3-1 0,1 0 0,-1 0 0,0 0 0,1-1 0,-1 0 0,0-1 0,8-3 0,2-3 0,-1-1 0,0-1 0,-1 0 0,16-15 0,52-56 0,-67 65 0,-15 16 0,0 0 0,0 0 0,0 0 0,0 0 0,1 0 0,-1 0 0,0 0 0,1 0 0,-1 0 0,0 0 0,1 1 0,2-2 0,-4 2 0,1 0 0,-1 0 0,0 0 0,1 1 0,-1-1 0,0 0 0,1 0 0,-1 0 0,1 0 0,-1 0 0,0 0 0,1 1 0,-1-1 0,0 0 0,0 0 0,1 1 0,-1-1 0,0 0 0,1 0 0,-1 1 0,0-1 0,0 0 0,0 1 0,1-1 0,-1 0 0,0 1 0,0-1 0,0 0 0,0 1 0,0-1 0,1 1 0,0 5 0,-1 0 0,1 0 0,-1 0 0,0 0 0,-1 6 0,0-2 0,0 13 121,-1 32 53,2-53-278,0 1 1,0 0-1,0-1 0,1 1 0,-1 0 1,1-1-1,0 1 0,0-1 0,0 1 1,0-1-1,0 1 0,1-1 0,-1 0 0,1 1 1,2 2-1,5 1-6722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18.649"/>
    </inkml:context>
    <inkml:brush xml:id="br0">
      <inkml:brushProperty name="width" value="0.05" units="cm"/>
      <inkml:brushProperty name="height" value="0.05" units="cm"/>
    </inkml:brush>
  </inkml:definitions>
  <inkml:trace contextRef="#ctx0" brushRef="#br0">241 96 24575,'22'-14'0,"-19"12"0,1 1 0,0-2 0,0 1 0,-1 0 0,1-1 0,-1 0 0,0 0 0,0 0 0,0 0 0,0 0 0,0-1 0,-1 1 0,1-1 0,-1 1 0,3-7 0,-5 9 0,0 0 0,0 0 0,0 0 0,0 0 0,0 0 0,0 0 0,-1 0 0,1 0 0,0 0 0,-1 0 0,1 0 0,0 0 0,-1 0 0,1 0 0,-1 0 0,1 0 0,-1 0 0,0 1 0,1-1 0,-1 0 0,0 0 0,0 1 0,1-1 0,-1 0 0,0 1 0,0-1 0,0 1 0,0-1 0,0 1 0,0 0 0,0-1 0,0 1 0,0 0 0,0-1 0,0 1 0,0 0 0,0 0 0,-1 0 0,-5-1 0,1 0 0,-1 1 0,1 0 0,-11 1 0,7 0 0,1 1 0,0 0 0,0 0 0,0 1 0,1 0 0,-16 7 0,22-9 0,0 0 0,0 1 0,0-1 0,0 0 0,0 1 0,0-1 0,1 1 0,-1 0 0,0-1 0,1 1 0,-1 0 0,1 0 0,-1 0 0,1 0 0,0 0 0,0 0 0,0 1 0,0-1 0,1 0 0,-1 1 0,0-1 0,1 0 0,0 1 0,0-1 0,-1 0 0,1 1 0,0-1 0,1 1 0,-1-1 0,1 4 0,3 4 0,0-1 0,0 1 0,1-1 0,0 0 0,1 0 0,0-1 0,1 1 0,8 8 0,-7-9 0,-1 1 0,0 0 0,0 0 0,-1 1 0,0 0 0,6 16 0,-11-25 0,-1 1 0,1 0 0,-1 0 0,1 0 0,-1-1 0,0 1 0,0 0 0,0 0 0,0 0 0,0 0 0,0-1 0,0 1 0,-1 0 0,1 0 0,-1 0 0,1-1 0,-1 1 0,0 0 0,0-1 0,-1 3 0,0-1 0,0-1 0,0 1 0,-1-1 0,1 0 0,-1 0 0,0 0 0,1 0 0,-1 0 0,0-1 0,-5 3 0,-7 1 0,0-1 0,-1 0 0,-28 4 0,35-7 0,-12 1-682,-35 1-1,23-4-6143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21.044"/>
    </inkml:context>
    <inkml:brush xml:id="br0">
      <inkml:brushProperty name="width" value="0.05" units="cm"/>
      <inkml:brushProperty name="height" value="0.05" units="cm"/>
    </inkml:brush>
  </inkml:definitions>
  <inkml:trace contextRef="#ctx0" brushRef="#br0">1 0 24511,'0'833'0,"1893"-833"0,-1893-833 0,-1893 833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25.194"/>
    </inkml:context>
    <inkml:brush xml:id="br0">
      <inkml:brushProperty name="width" value="0.05" units="cm"/>
      <inkml:brushProperty name="height" value="0.05" units="cm"/>
    </inkml:brush>
  </inkml:definitions>
  <inkml:trace contextRef="#ctx0" brushRef="#br0">228 71 24575,'2'0'0,"0"-1"0,0 1 0,0 0 0,0-1 0,0 1 0,0-1 0,0 0 0,0 0 0,0 0 0,0 0 0,0 0 0,-1 0 0,1 0 0,0 0 0,-1-1 0,1 1 0,-1-1 0,0 1 0,2-3 0,-2 3 0,-1 0 0,1 0 0,-1 0 0,1 1 0,-1-1 0,0 0 0,1 0 0,-1 0 0,0 0 0,0 0 0,1 0 0,-1 0 0,0 0 0,0 0 0,0 0 0,0 0 0,0 0 0,-1 0 0,1 0 0,0 0 0,0 0 0,-1 1 0,1-1 0,0 0 0,-1 0 0,1 0 0,-1 0 0,1 0 0,-1 1 0,0-1 0,1 0 0,-1 0 0,0 1 0,1-1 0,-1 1 0,0-1 0,0 0 0,0 1 0,1-1 0,-1 1 0,-2-1 0,-4-2 0,0 1 0,0-1 0,0 1 0,-1 1 0,1 0 0,-1 0 0,1 0 0,-1 1 0,1 0 0,-15 1 0,5 2 0,0 0 0,0 1 0,-26 9 0,37-11 0,1 0 0,-1 1 0,1-1 0,0 1 0,0 1 0,0-1 0,0 0 0,-6 7 0,10-8 0,-1-1 0,1 0 0,0 1 0,0-1 0,0 1 0,1-1 0,-1 1 0,0-1 0,1 1 0,-1 0 0,1-1 0,-1 1 0,1 0 0,0-1 0,-1 1 0,1 0 0,0 0 0,0-1 0,0 1 0,1 0 0,-1 0 0,0-1 0,1 1 0,-1 0 0,1-1 0,-1 1 0,1-1 0,0 1 0,0-1 0,0 1 0,0-1 0,0 1 0,1 1 0,5 5 0,0 0 0,1-1 0,-1 1 0,2-2 0,-1 1 0,13 7 0,60 30 0,-44-25 0,-25-13 0,-8-5 0,-1 0 0,0 1 0,1 0 0,-1-1 0,0 1 0,0 0 0,0 1 0,-1-1 0,1 1 0,-1-1 0,4 5 0,-6-7 0,0 1 0,1-1 0,-1 1 0,0-1 0,0 1 0,0-1 0,0 1 0,0-1 0,0 1 0,0-1 0,0 1 0,0-1 0,0 1 0,0-1 0,0 1 0,0-1 0,0 1 0,-1-1 0,1 1 0,0-1 0,0 1 0,0-1 0,-1 1 0,1-1 0,0 0 0,-1 1 0,1-1 0,0 1 0,-1-1 0,1 0 0,-1 0 0,1 1 0,0-1 0,-1 0 0,1 1 0,-1-1 0,1 0 0,-1 0 0,1 0 0,-1 0 0,1 1 0,-1-1 0,1 0 0,-1 0 0,1 0 0,-1 0 0,-29 4 0,29-4 0,-36 2-682,-73-7-1,87 2-6143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39.804"/>
    </inkml:context>
    <inkml:brush xml:id="br0">
      <inkml:brushProperty name="width" value="0.05" units="cm"/>
      <inkml:brushProperty name="height" value="0.05" units="cm"/>
    </inkml:brush>
  </inkml:definitions>
  <inkml:trace contextRef="#ctx0" brushRef="#br0">0 1 24575,'1'14'0,"1"0"0,0 0 0,7 23 0,1 3 0,-2 1 0,1 3 0,6 82 0,-15-114 0,0 0 0,0 0 0,-1 0 0,-1 0 0,0 1 0,0-2 0,-1 1 0,-1 0 0,0 0 0,0-1 0,-11 18 0,4-16 0,11-13 0,0 0 0,0 0 0,0 0 0,0 0 0,0 0 0,0 0 0,-1 0 0,1 0 0,0 0 0,0 0 0,0 0 0,0 0 0,0 0 0,0 0 0,0 0 0,-1 0 0,1 0 0,0 0 0,0 0 0,0 0 0,0-1 0,0 1 0,0 0 0,0 0 0,0 0 0,0 0 0,-1 0 0,1 0 0,0 0 0,0 0 0,0-1 0,0 1 0,0 0 0,0 0 0,0 0 0,0 0 0,0 0 0,0 0 0,0 0 0,0-1 0,0 1 0,0 0 0,0 0 0,0 0 0,0 0 0,0 0 0,0 0 0,0 0 0,0-1 0,0 1 0,0 0 0,0 0 0,1 0 0,-1 0 0,0 0 0,0-4 0,1 0 0,0 0 0,0 0 0,1 0 0,3-7 0,107-164 0,-105 165 0,32-37 0,-125 140 0,84-92 0,1 1 0,-1 0 0,0 0 0,1 0 0,0 0 0,-1 0 0,1 0 0,0 1 0,0-1 0,0 0 0,1 1 0,-1-1 0,0 1 0,1-1 0,0 1 0,-1-1 0,1 1 0,0-1 0,0 1 0,0-1 0,1 1 0,-1-1 0,1 0 0,1 5 0,2 6 0,1-1 0,0 0 0,12 20 0,-1-4 0,15 52-1365,-24-59-5461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05.301"/>
    </inkml:context>
    <inkml:brush xml:id="br0">
      <inkml:brushProperty name="width" value="0.05" units="cm"/>
      <inkml:brushProperty name="height" value="0.05" units="cm"/>
    </inkml:brush>
  </inkml:definitions>
  <inkml:trace contextRef="#ctx0" brushRef="#br0">155 89 24575,'0'-5'0,"0"-13"0,-2 14 0,-4 9 0,0 5 0,1 0 0,0 0 0,0 0 0,1 1 0,-3 15 0,-11 60 0,13-62 0,-21 160 0,18-112 0,-3-1 0,-31 107 0,41-176 0,0 0 0,1 0 0,-1 0 0,1 0 0,-1 0 0,1 0 0,0 0 0,0 0 0,0 3 0,0-4 0,1 0 0,-1-1 0,0 1 0,1-1 0,-1 1 0,1-1 0,-1 1 0,1-1 0,-1 1 0,1-1 0,-1 1 0,1-1 0,0 0 0,-1 1 0,1-1 0,0 0 0,-1 0 0,1 1 0,0-1 0,-1 0 0,1 0 0,0 0 0,-1 0 0,1 0 0,0 0 0,0 0 0,-1 0 0,1 0 0,0 0 0,-1-1 0,2 1 0,442-9 0,-291 10 0,-146-1 0,-3 1 0,0-1 0,0 0 0,-1-1 0,1 1 0,0-1 0,4 0 0,-7 0 0,0 1 0,-1 0 0,1-1 0,-1 1 0,1-1 0,-1 1 0,1 0 0,-1-1 0,1 1 0,-1-1 0,1 1 0,-1-1 0,1 0 0,-1 1 0,0-1 0,1 1 0,-1-1 0,0 0 0,0 1 0,1-1 0,-1 0 0,0 1 0,0-1 0,0 0 0,0 1 0,0-1 0,0 0 0,0 1 0,0-1 0,0 0 0,0 0 0,0 1 0,-1-1 0,1 0 0,0 1 0,0-1 0,-1 1 0,1-1 0,-1-1 0,-4-12 0,1-1 0,1 1 0,0-1 0,0 0 0,2 0 0,0-1 0,1 1 0,2-18 0,4-19 0,13-52 0,-9 54 0,30-126 0,2-10 0,-41 185 0,-1 0 0,1 0 0,-1 0 0,0-1 0,0 1 0,1 0 0,-1 0 0,0 0 0,0-1 0,0 1 0,0 0 0,0 0 0,-1-1 0,1 1 0,0 0 0,-1 0 0,1 0 0,0 0 0,-1-1 0,1 1 0,-1 0 0,0 0 0,1 0 0,-1 0 0,0 0 0,0 0 0,0 0 0,-2 0 0,1 0 0,0 1 0,-1-1 0,1 1 0,-1 0 0,1 0 0,-1 0 0,1 0 0,0 1 0,-1-1 0,1 0 0,-1 1 0,-2 1 0,-102 20 0,-2-5 0,-117 4 0,157-13-1365,54-6-5461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06.496"/>
    </inkml:context>
    <inkml:brush xml:id="br0">
      <inkml:brushProperty name="width" value="0.05" units="cm"/>
      <inkml:brushProperty name="height" value="0.05" units="cm"/>
    </inkml:brush>
  </inkml:definitions>
  <inkml:trace contextRef="#ctx0" brushRef="#br0">179 81 24575,'0'-1'0,"0"0"0,1-1 0,-1 1 0,0 0 0,0-1 0,1 1 0,-1 0 0,0 0 0,1-1 0,-1 1 0,1 0 0,0 0 0,1-2 0,0 4 0,-3 13 0,-63 207 0,5-23 0,39-114 0,-22 88 0,42-172 0,0 1 0,-1 0 0,1 0 0,0 0 0,0-1 0,0 1 0,0 0 0,0 0 0,0 0 0,0-1 0,0 1 0,0 0 0,0 0 0,0 0 0,0-1 0,1 1 0,-1 0 0,0 0 0,1-1 0,-1 1 0,0 0 0,1 0 0,-1-1 0,1 1 0,-1-1 0,1 1 0,0 0 0,-1-1 0,1 1 0,-1-1 0,1 1 0,0-1 0,0 0 0,-1 1 0,1-1 0,0 0 0,-1 1 0,1-1 0,0 0 0,0 0 0,0 0 0,-1 1 0,2-1 0,6 0 0,-1 1 0,1-1 0,-1 0 0,9-2 0,-2 1 0,169 1 0,82-5 0,-253 4 0,1 0 0,-1-1 0,0 0 0,0-1 0,0 0 0,12-5 0,-20 6 0,-1 0 0,1 0 0,0 0 0,0-1 0,-1 0 0,0 1 0,1-1 0,-1 0 0,0 0 0,0-1 0,-1 1 0,1-1 0,-1 1 0,1-1 0,-1 0 0,-1 0 0,1 0 0,0 0 0,-1 0 0,1-5 0,15-63 0,24-115 0,-11 63 0,2-13 0,-31 133 0,0 0 0,-1 1 0,1-1 0,-1 0 0,0 0 0,0 1 0,-1-1 0,1 0 0,-1 0 0,0 1 0,0-1 0,0 0 0,-3-5 0,2 6 0,0 0 0,0 0 0,0 1 0,-1-1 0,1 1 0,-1 0 0,0-1 0,1 1 0,-1 1 0,0-1 0,0 0 0,0 1 0,-1-1 0,1 1 0,-4-1 0,-38-10 0,0 2 0,0 2 0,-74-3 0,60 6 0,-186-16 0,244 21 1,-25 1 339,25-1-411,0 0 0,0 0 0,0 0 0,0 1 0,0-1 0,0 0 0,0 1 0,0-1 0,0 1-1,1-1 1,-1 1 0,0-1 0,0 1 0,1-1 0,-1 1 0,0 0 0,1-1 0,-1 1-1,0 0 1,1 0 0,-1 0 0,1 0 0,-1 1 0,-1 6-6755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07.526"/>
    </inkml:context>
    <inkml:brush xml:id="br0">
      <inkml:brushProperty name="width" value="0.05" units="cm"/>
      <inkml:brushProperty name="height" value="0.05" units="cm"/>
    </inkml:brush>
  </inkml:definitions>
  <inkml:trace contextRef="#ctx0" brushRef="#br0">127 190 24575,'1'0'0,"-1"0"0,1 1 0,-1-1 0,1 0 0,-1 0 0,1 1 0,-1-1 0,0 0 0,1 0 0,-1 1 0,1-1 0,-1 1 0,1-1 0,-1 0 0,0 1 0,1-1 0,-1 1 0,0-1 0,0 1 0,1-1 0,-1 1 0,0-1 0,0 1 0,0-1 0,1 1 0,-1-1 0,0 1 0,0 0 0,2 19 0,-2-16 0,1 20 0,-1 1 0,-1 0 0,-5 28 0,-20 75 0,18-91 0,5-22 0,-34 137 0,27-118 0,-1-1 0,-23 46 0,34-78 0,-1-1 0,1 1 0,-1 0 0,1 0 0,0-1 0,-1 1 0,1 0 0,0 0 0,0-1 0,-1 1 0,1 0 0,0 0 0,0-1 0,0 1 0,0 0 0,0 0 0,0 0 0,0-1 0,0 1 0,1 0 0,-1 0 0,0 0 0,1 1 0,0-2 0,-1 1 0,1-1 0,0 1 0,-1-1 0,1 1 0,0-1 0,0 0 0,0 1 0,-1-1 0,1 0 0,0 0 0,0 1 0,0-1 0,0 0 0,0 0 0,-1 0 0,1 0 0,1 0 0,8-1 0,0-1 0,0 0 0,12-4 0,-8 3 0,88-14 0,115-3 0,30-3 0,-237 22 0,0-1 0,-1 0 0,1-1 0,0 0 0,-1-1 0,1 0 0,10-6 0,-15 7 0,-1 0 0,0 0 0,0-1 0,0 1 0,-1-1 0,1 0 0,-1 0 0,0 0 0,0 0 0,0 0 0,0-1 0,-1 1 0,0-1 0,0 0 0,3-9 0,38-171 0,-27 101 0,5 2 0,50-131 0,-53 181 0,-14 25 0,0 1 0,0-1 0,-1 0 0,4-9 0,-7 15 0,0 0 0,0 1 0,0-1 0,0 1 0,0-1 0,0 1 0,0-1 0,0 1 0,0-1 0,-1 1 0,1-1 0,0 1 0,0-1 0,0 1 0,-1-1 0,1 1 0,0-1 0,-1 1 0,1-1 0,0 1 0,-1-1 0,1 1 0,-1 0 0,1-1 0,0 1 0,-1 0 0,1-1 0,-1 1 0,1 0 0,-1 0 0,1 0 0,-1-1 0,1 1 0,-1 0 0,1 0 0,-1 0 0,0 0 0,0 0 0,-28-3 0,20 2 0,-336-9 0,95 6 0,201 1 0,-68-1 0,115 3 0,0 1 0,0 0 0,0 0 0,0 0 0,0 1 0,0-1 0,0 0 0,0 1 0,1-1 0,-1 1 0,0 0 0,0-1 0,0 1 0,0 0 0,1 0 0,-1 0 0,0 0 0,1 1 0,-1-1 0,1 0 0,0 1 0,-1-1 0,1 1 0,-2 2 0,2-1 0,1-1 0,-1 0 0,1 1 0,0-1 0,0 1 0,0-1 0,0 1 0,0-1 0,0 1 0,1-1 0,-1 1 0,1-1 0,-1 0 0,1 1 0,0-1 0,0 0 0,0 0 0,0 1 0,3 1 0,2 8-1365,0-2-5461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08.409"/>
    </inkml:context>
    <inkml:brush xml:id="br0">
      <inkml:brushProperty name="width" value="0.05" units="cm"/>
      <inkml:brushProperty name="height" value="0.05" units="cm"/>
    </inkml:brush>
  </inkml:definitions>
  <inkml:trace contextRef="#ctx0" brushRef="#br0">99 1 24575,'-1'6'0,"0"0"0,0 1 0,-1-1 0,0 0 0,0 0 0,0 0 0,-1 0 0,0-1 0,0 1 0,0-1 0,-7 9 0,4-6 0,0 1 0,1 0 0,-7 16 0,4-2-136,0 2-1,2-1 1,1 1-1,1 0 1,1 0-1,1 0 1,2 0-1,0 1 0,7 42 1,-4-53-6690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09.241"/>
    </inkml:context>
    <inkml:brush xml:id="br0">
      <inkml:brushProperty name="width" value="0.05" units="cm"/>
      <inkml:brushProperty name="height" value="0.05" units="cm"/>
    </inkml:brush>
  </inkml:definitions>
  <inkml:trace contextRef="#ctx0" brushRef="#br0">450 78 24575,'-2'-4'0,"1"0"0,-1 0 0,0 0 0,0 1 0,0-1 0,-1 1 0,1-1 0,-1 1 0,0 0 0,0 0 0,0 0 0,0 1 0,-6-5 0,2 3 0,0 1 0,1 0 0,-1 0 0,0 0 0,0 1 0,0 0 0,-10-1 0,1 1 0,0 1 0,0 0 0,0 2 0,0-1 0,0 2 0,-25 5 0,28-3 0,0 0 0,1 0 0,-1 1 0,1 1 0,0 0 0,1 0 0,0 1 0,0 1 0,0 0 0,1 0 0,0 1 0,-16 19 0,21-22 0,0 0 0,1 1 0,0-1 0,0 1 0,1 0 0,0 1 0,0-1 0,0 0 0,1 1 0,0-1 0,1 1 0,-1 0 0,2 0 0,-1-1 0,1 1 0,0 0 0,1 0 0,-1 0 0,2 0 0,-1-1 0,1 1 0,0-1 0,4 8 0,-2-6 0,0 0 0,1 0 0,0-1 0,1 0 0,0 0 0,0 0 0,1-1 0,-1 0 0,2 0 0,-1-1 0,1 0 0,0 0 0,0-1 0,1 0 0,-1 0 0,1-1 0,0 0 0,1 0 0,15 3 0,-18-5 0,0-1 0,0 0 0,-1 0 0,1-1 0,0 0 0,0 0 0,0 0 0,0-1 0,0 0 0,0 0 0,0-1 0,-1 0 0,1 0 0,-1-1 0,1 1 0,-1-1 0,0-1 0,0 1 0,0-1 0,0 0 0,-1-1 0,0 1 0,0-1 0,0 0 0,0 0 0,-1-1 0,0 1 0,5-10 0,-2 3 0,-1-1 0,-1 1 0,0-1 0,-1 0 0,-1 0 0,0 0 0,0-1 0,-1 1 0,0-15 0,-2 18 0,0-1 0,0 1 0,-1 0 0,-1 0 0,0-1 0,0 1 0,-1 0 0,0 1 0,-1-1 0,0 0 0,0 1 0,-9-14 0,10 19 17,-1 0-1,0 1 0,1-1 0,-1 0 1,-1 1-1,1 0 0,0 0 0,-1 1 1,0-1-1,1 1 0,-1 0 0,0 0 1,0 0-1,0 1 0,-1-1 0,1 2 1,0-1-1,0 0 0,-1 1 0,-9 0 1,9 1-103,1-1 1,-1 1 0,1 0-1,-1 0 1,1 0 0,0 1-1,-1 0 1,1 0 0,0 0-1,0 0 1,0 1 0,1 0-1,-1 0 1,1 0 0,-1 1-1,1 0 1,0-1 0,0 2-1,-5 7 1,0 5-6741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09.665"/>
    </inkml:context>
    <inkml:brush xml:id="br0">
      <inkml:brushProperty name="width" value="0.05" units="cm"/>
      <inkml:brushProperty name="height" value="0.05" units="cm"/>
    </inkml:brush>
  </inkml:definitions>
  <inkml:trace contextRef="#ctx0" brushRef="#br0">1 33 24575,'0'-1'0,"0"-1"0,0 1 0,0 0 0,0-1 0,0 1 0,0 0 0,1 0 0,-1-1 0,0 1 0,1 0 0,-1 0 0,1 0 0,0 0 0,-1-1 0,1 1 0,0 0 0,0 0 0,-1 0 0,1 1 0,0-1 0,0 0 0,0 0 0,0 0 0,0 1 0,0-1 0,1 0 0,-1 1 0,0-1 0,0 1 0,0-1 0,1 1 0,1-1 0,0 1 0,0 0 0,-1 0 0,1 0 0,0 0 0,-1 0 0,1 0 0,0 1 0,-1-1 0,1 1 0,-1 0 0,1 0 0,-1 0 0,1 0 0,3 3 0,12 10 0,-1 1 0,-1 1 0,0 1 0,-2 0 0,24 34 0,-4-5 0,-20-27 0,21 25 0,-32-41 0,0 0 0,-1-1 0,1 1 0,1-1 0,-1 1 0,0-1 0,1 0 0,-1 0 0,1-1 0,-1 1 0,6 1 0,-7-3 0,0 0 0,0 0 0,1-1 0,-1 1 0,0 0 0,0-1 0,0 1 0,0-1 0,1 0 0,-1 1 0,0-1 0,0 0 0,0-1 0,-1 1 0,1 0 0,0 0 0,0-1 0,-1 1 0,1-1 0,-1 1 0,1-1 0,-1 0 0,1 0 0,-1 1 0,0-1 0,1-3 0,5-7 0,-1-1 0,9-23 0,-13 31 0,9-31-1365,-9 22-5461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44.193"/>
    </inkml:context>
    <inkml:brush xml:id="br0">
      <inkml:brushProperty name="width" value="0.05" units="cm"/>
      <inkml:brushProperty name="height" value="0.05" units="cm"/>
    </inkml:brush>
  </inkml:definitions>
  <inkml:trace contextRef="#ctx0" brushRef="#br0">88 150 24575,'2'-1'0,"0"1"0,-1-1 0,1 1 0,-1-1 0,1 0 0,0 0 0,-1 0 0,0 0 0,1 0 0,-1 0 0,0 0 0,1-1 0,-1 1 0,0 0 0,0-1 0,0 1 0,1-4 0,15-26 0,-1 3 0,-5 18 0,-10 10 0,-1 0 0,0 0 0,1 1 0,-1-1 0,0 0 0,1 0 0,-1 0 0,0 0 0,1 0 0,-1 1 0,0-1 0,1 0 0,-1 0 0,0 0 0,1 1 0,-1-1 0,0 0 0,0 1 0,1-1 0,-1 0 0,0 0 0,0 1 0,1-1 0,-1 0 0,0 1 0,0-1 0,0 1 0,0-1 0,0 0 0,0 1 0,0-1 0,0 0 0,0 1 0,0-1 0,0 1 0,1 2 0,-1 0 0,0 0 0,0 0 0,0 0 0,0 1 0,0-1 0,-1 0 0,1 0 0,-1 0 0,0 0 0,0 0 0,0 0 0,0-1 0,-1 1 0,1 0 0,-1 0 0,0-1 0,1 1 0,-1-1 0,0 0 0,-1 1 0,1-1 0,-5 3 0,4-2 0,0-1 0,0 1 0,-1-1 0,1 0 0,0-1 0,-1 1 0,0 0 0,1-1 0,-1 0 0,0 0 0,0 0 0,1 0 0,-1-1 0,0 0 0,0 1 0,0-1 0,0-1 0,-6 0 0,6 0 0,1-1 0,-1 0 0,1 0 0,-1 0 0,1 0 0,0 0 0,0-1 0,0 1 0,0-1 0,0 0 0,1 0 0,-1 0 0,1 0 0,0-1 0,0 1 0,0-1 0,0 1 0,0-1 0,1 0 0,0 1 0,-2-8 0,2 8 0,0-1 0,1 1 0,-1 0 0,1 0 0,0 0 0,-1 0 0,1 0 0,1-1 0,-1 1 0,0 0 0,1 0 0,0 0 0,0 0 0,0 0 0,0 0 0,0 0 0,0 0 0,1 0 0,0 0 0,-1 1 0,1-1 0,0 1 0,0-1 0,0 1 0,1 0 0,-1 0 0,5-4 0,-6 5 0,1 1 0,-1-1 0,0 0 0,1 1 0,-1-1 0,1 0 0,-1 1 0,1 0 0,-1-1 0,1 1 0,-1 0 0,1 0 0,-1 0 0,1 0 0,-1 0 0,1 0 0,0 0 0,-1 1 0,1-1 0,-1 0 0,1 1 0,-1-1 0,0 1 0,1 0 0,-1-1 0,2 2 0,-1 0 0,0 0 0,0-1 0,-1 1 0,1 0 0,-1 0 0,1 0 0,-1 1 0,1-1 0,-1 0 0,0 0 0,0 1 0,0-1 0,-1 1 0,2 3 0,-2-4 0,1 0 0,-1 1 0,0-1 0,0 0 0,0 1 0,0-1 0,0 1 0,0-1 0,-1 0 0,1 1 0,-1-1 0,1 0 0,-1 0 0,0 1 0,-1 1 0,1-3 0,0 0 0,0 0 0,0 0 0,0 0 0,0 0 0,0 0 0,0 0 0,0 0 0,0-1 0,-1 1 0,1 0 0,0-1 0,0 1 0,-1-1 0,1 1 0,0-1 0,-1 0 0,1 0 0,0 1 0,-1-1 0,1 0 0,0 0 0,-1 0 0,1 0 0,0-1 0,-1 1 0,1 0 0,-2-1 0,2 1 0,0 0 0,1-1 0,-1 1 0,0 0 0,0-1 0,1 1 0,-1 0 0,0-1 0,0 1 0,1-1 0,-1 1 0,1-1 0,-1 1 0,0-1 0,1 1 0,-1-1 0,1 0 0,-1 1 0,1-1 0,-1 0 0,1 0 0,0 1 0,-1-1 0,1 0 0,0 0 0,0 1 0,0-1 0,-1-1 0,1 0 0,0 0 0,0 0 0,1 0 0,-1 1 0,0-1 0,1 0 0,-1 0 0,1 1 0,-1-1 0,1 0 0,0 1 0,1-4 0,-1 4 0,-1 0 0,1 0 0,0 0 0,-1 0 0,1 0 0,0 1 0,0-1 0,0 0 0,0 0 0,0 0 0,0 1 0,0-1 0,0 0 0,0 1 0,0-1 0,0 1 0,2-1 0,-2 1 0,0 0 0,0 0 0,0 0 0,0 1 0,0-1 0,-1 0 0,1 0 0,0 1 0,0-1 0,0 0 0,-1 1 0,1-1 0,0 1 0,0-1 0,-1 1 0,1 0 0,0-1 0,-1 1 0,1-1 0,-1 1 0,1 0 0,-1 0 0,1-1 0,-1 1 0,1 0 0,-1 0 0,0-1 0,1 3 0,3 8-1365,-2 1-5461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44.821"/>
    </inkml:context>
    <inkml:brush xml:id="br0">
      <inkml:brushProperty name="width" value="0.05" units="cm"/>
      <inkml:brushProperty name="height" value="0.05" units="cm"/>
    </inkml:brush>
  </inkml:definitions>
  <inkml:trace contextRef="#ctx0" brushRef="#br0">0 0 24575,'1'1'0,"-1"-1"0,0 1 0,0 0 0,1-1 0,-1 1 0,0-1 0,1 1 0,-1-1 0,1 1 0,-1-1 0,1 1 0,-1-1 0,1 0 0,-1 1 0,1-1 0,-1 0 0,1 1 0,-1-1 0,1 0 0,0 0 0,-1 1 0,1-1 0,-1 0 0,1 0 0,0 0 0,-1 0 0,2 0 0,21 3 0,-20-3 0,558 16 0,-544-16 0,-8 0 0,0 1 0,0-2 0,-1 1 0,1-1 0,0 0 0,16-6 0,-25 7-27,1 0 0,-1 0-1,0 0 1,1 0 0,-1 0-1,1 0 1,-1 0 0,0 0-1,1 0 1,-1 0 0,0 0 0,1-1-1,-1 1 1,0 0 0,1 0-1,-1 0 1,0-1 0,1 1-1,-1 0 1,0-1 0,0 1 0,1 0-1,-1 0 1,0-1 0,0 1-1,0 0 1,1-1 0,-1 1-1,0-1 1,0 1 0,0 0-1,0-1 1,0 1 0,0 0 0,0-1-1,0 1 1,0-1 0,0 1-1,0 0 1,0-1 0,0 1-1,0 0 1,0-1 0,0 1-1,0-1 1,0 1 0,-1 0 0,1-1-1,0 1 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45.112"/>
    </inkml:context>
    <inkml:brush xml:id="br0">
      <inkml:brushProperty name="width" value="0.05" units="cm"/>
      <inkml:brushProperty name="height" value="0.05" units="cm"/>
    </inkml:brush>
  </inkml:definitions>
  <inkml:trace contextRef="#ctx0" brushRef="#br0">12 7 24575,'-11'-5'0,"10"3"0,8 5 0,9 6 0,5 3 0,35 27 0,-52-36 0,1 1 0,-1-1 0,0 1 0,0 0 0,-1 0 0,1 1 0,-1-1 0,0 1 0,0 0 0,0 0 0,-1 0 0,0 0 0,3 9 0,-4-11 14,-1-1 1,0 1-1,0 0 0,0-1 0,0 1 1,-1 0-1,1-1 0,-1 1 0,1 0 0,-1-1 1,0 1-1,0-1 0,0 1 0,0-1 1,0 0-1,-1 1 0,1-1 0,-1 0 0,0 0 1,1 0-1,-1 0 0,0 0 0,-3 2 1,-3 2-357,0 0 1,-1-1 0,0 0-1,-16 7 1,-20 6-6485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46.461"/>
    </inkml:context>
    <inkml:brush xml:id="br0">
      <inkml:brushProperty name="width" value="0.05" units="cm"/>
      <inkml:brushProperty name="height" value="0.05" units="cm"/>
    </inkml:brush>
  </inkml:definitions>
  <inkml:trace contextRef="#ctx0" brushRef="#br0">67 50 24575,'32'-5'0,"-26"3"0,0 1 0,-1-1 0,1 2 0,0-1 0,8 1 0,-13 0 0,0 0 0,1 0 0,-1 0 0,1 1 0,-1-1 0,0 1 0,1-1 0,-1 1 0,0-1 0,0 1 0,1 0 0,-1 0 0,0 0 0,0 0 0,0 0 0,0 0 0,0 0 0,0 0 0,0 0 0,0 0 0,0 0 0,-1 0 0,1 1 0,0-1 0,-1 0 0,1 2 0,0-2 0,-1 0 0,0 0 0,1 0 0,-1 0 0,0 0 0,0 0 0,0 0 0,0 0 0,0 0 0,0 0 0,0 0 0,0 0 0,0 0 0,0 0 0,0 0 0,-1 0 0,1 0 0,0 0 0,-1 0 0,1 0 0,-1 0 0,1 0 0,-1 0 0,0 1 0,-1-1 0,1 1 0,-1-1 0,0 0 0,0 0 0,0 0 0,0 0 0,0 0 0,0 0 0,0 0 0,-4 1 0,-4 0 0,0-1 0,-1 0 0,-15 0 0,26-1 0,-8 0 0,0 0 0,0-1 0,1 0 0,-1 0 0,-14-5 0,21 6 0,-1 0 0,1-1 0,0 1 0,-1-1 0,1 0 0,0 1 0,0-1 0,0 0 0,-1 0 0,1 0 0,0 1 0,0-1 0,0-1 0,0 1 0,1 0 0,-1 0 0,0 0 0,0 0 0,1 0 0,-1-1 0,1 1 0,-1 0 0,1-1 0,-1 1 0,1 0 0,0-1 0,-1 1 0,1-1 0,0 1 0,0 0 0,0-1 0,0 1 0,1-1 0,-1 1 0,0 0 0,1-1 0,-1 1 0,0 0 0,2-3 0,0-1 49,1 0 0,-1 0 0,1 0-1,0 0 1,0 1 0,6-7 0,-8 10-89,0 0 0,-1 1 1,1-1-1,-1 0 0,1 0 0,0 1 1,0-1-1,-1 1 0,1-1 1,0 0-1,0 1 0,0 0 1,0-1-1,0 1 0,0-1 1,0 1-1,0 0 0,-1 0 0,1-1 1,0 1-1,0 0 0,0 0 1,0 0-1,0 0 0,0 0 1,0 1-1,0-1 0,0 0 1,0 0-1,0 0 0,0 1 1,0-1-1,0 1 0,0-1 0,0 1 1,0-1-1,-1 1 0,1-1 1,0 1-1,0 0 0,-1-1 1,2 2-1,4 7-6786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4:08:49.154"/>
    </inkml:context>
    <inkml:brush xml:id="br0">
      <inkml:brushProperty name="width" value="0.05" units="cm"/>
      <inkml:brushProperty name="height" value="0.05" units="cm"/>
    </inkml:brush>
  </inkml:definitions>
  <inkml:trace contextRef="#ctx0" brushRef="#br0">1 0 24505,'4238'5827'0,"-4269"-6011"0,62 368 0,-197-270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06.420"/>
    </inkml:context>
    <inkml:brush xml:id="br0">
      <inkml:brushProperty name="width" value="0.05" units="cm"/>
      <inkml:brushProperty name="height" value="0.05" units="cm"/>
      <inkml:brushProperty name="color" value="#F6630D"/>
    </inkml:brush>
  </inkml:definitions>
  <inkml:trace contextRef="#ctx0" brushRef="#br0">1 1 24575,'0'0'-8191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09.691"/>
    </inkml:context>
    <inkml:brush xml:id="br0">
      <inkml:brushProperty name="width" value="0.05" units="cm"/>
      <inkml:brushProperty name="height" value="0.05" units="cm"/>
      <inkml:brushProperty name="color" value="#F6630D"/>
    </inkml:brush>
  </inkml:definitions>
  <inkml:trace contextRef="#ctx0" brushRef="#br0">1 92 24575,'-1'-1'0,"1"-1"0,0 1 0,0-1 0,0 1 0,1-1 0,-1 1 0,0-1 0,1 1 0,-1 0 0,1-1 0,-1 1 0,1-1 0,-1 1 0,1 0 0,0-1 0,0 1 0,0 0 0,0 0 0,0 0 0,0 0 0,0 0 0,0 0 0,2-2 0,-2 3 0,0 0 0,0 0 0,0 0 0,0 0 0,0 0 0,0 0 0,1 0 0,-1 0 0,0 0 0,0 1 0,0-1 0,0 0 0,0 1 0,0-1 0,0 0 0,0 1 0,0 0 0,0-1 0,-1 1 0,1-1 0,0 1 0,0 0 0,0 0 0,-1-1 0,1 1 0,0 0 0,-1 0 0,1 0 0,-1 0 0,1 0 0,-1 0 0,1 0 0,0 1 0,3 8 0,0 1 0,0-1 0,-1 1 0,-1-1 0,0 1 0,0 0 0,-1 0 0,0 0 0,-1 13 0,0-10 0,0 0 0,2 0 0,0 0 0,6 24 0,-8-36 0,0-1 0,1 0 0,-1 0 0,0 1 0,1-1 0,-1 0 0,1 0 0,-1 0 0,1 0 0,0 0 0,0 0 0,-1 0 0,1 0 0,0 0 0,0 0 0,0 0 0,0-1 0,0 1 0,0 0 0,0-1 0,0 1 0,0 0 0,0-1 0,0 1 0,2-1 0,-1 0 0,-1 0 0,1 0 0,0-1 0,-1 1 0,1-1 0,-1 1 0,1-1 0,-1 1 0,1-1 0,-1 0 0,1 0 0,-1 0 0,0 0 0,1 0 0,-1 0 0,1-2 0,7-7 0,0 0 0,-1-1 0,10-17 0,-16 24 0,48-92 0,-35 64 0,1 1 0,24-33 0,-40 63 0,1-1 0,0 1 0,-1 0 0,1 0 0,0 0 0,0 1 0,0-1 0,0 0 0,0 0 0,0 0 0,0 1 0,0-1 0,0 0 0,0 1 0,0-1 0,0 1 0,1-1 0,-1 1 0,0 0 0,0-1 0,2 1 0,-1 0 0,-1 1 0,0-1 0,0 0 0,0 1 0,0-1 0,0 1 0,1 0 0,-1-1 0,0 1 0,0 0 0,-1 0 0,1-1 0,0 1 0,0 0 0,0 0 0,0 0 0,0 2 0,4 6 0,0-1 0,-1 1 0,0 0 0,3 12 0,-6-17 0,9 35 0,-2 0 0,-2 0 0,2 49 0,-7-78 0,-1-8 0,0-1 0,0 1 0,0-1 0,0 0 0,1 1 0,-1-1 0,0 0 0,1 1 0,-1-1 0,1 0 0,-1 1 0,1-1 0,-1 0 0,1 0 0,0 0 0,0 1 0,0-1 0,0 0 0,0 0 0,2 1 0,-2-2 0,0 1 0,0-1 0,0 0 0,0 0 0,0-1 0,0 1 0,0 0 0,0 0 0,0 0 0,0-1 0,0 1 0,0 0 0,0-1 0,0 1 0,0-1 0,0 1 0,-1-1 0,1 1 0,0-1 0,0 0 0,0 0 0,-1 1 0,1-1 0,0 0 0,-1 0 0,1 0 0,-1 0 0,1 0 0,48-74 0,5-8 0,-49 76 0,1 0 0,0 0 0,0 1 0,1-1 0,0 2 0,0-1 0,1 1 0,10-6 0,-17 10 0,0 1 0,0-1 0,1 1 0,-1-1 0,0 1 0,1 0 0,-1-1 0,1 1 0,-1 0 0,0 0 0,1 0 0,-1 0 0,1 0 0,-1 0 0,1 0 0,-1 1 0,0-1 0,1 0 0,-1 1 0,0-1 0,1 1 0,-1-1 0,0 1 0,0 0 0,0 0 0,1-1 0,-1 1 0,0 0 0,0 0 0,0 0 0,0 0 0,0 0 0,-1 1 0,1-1 0,0 0 0,0 0 0,-1 0 0,2 3 0,2 6 0,0 0 0,-1 0 0,0 1 0,2 12 0,-1-5 0,-4-17 0,0 1 0,0-1 0,1 0 0,-1 1 0,1-1 0,-1 0 0,1 0 0,-1 0 0,1 0 0,0 1 0,0-1 0,-1 0 0,1 0 0,2 1 0,-3-2 0,1 1 0,-1-1 0,1 0 0,-1 0 0,1 0 0,-1 0 0,1 0 0,-1 0 0,1 0 0,-1 0 0,1 0 0,-1 0 0,1 0 0,-1 0 0,0 0 0,1 0 0,-1-1 0,1 1 0,-1 0 0,1 0 0,-1 0 0,0-1 0,1 1 0,-1 0 0,1-1 0,-1 1 0,1-1 0,3-4 0,1 0 0,-1-1 0,0 1 0,5-11 0,4-5 0,-13 20-80,1 1 0,0-1-1,-1 0 1,1 0 0,0 1-1,0-1 1,0 0 0,-1 1-1,1-1 1,0 1 0,0-1 0,0 1-1,0-1 1,0 1 0,0 0-1,1-1 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10.334"/>
    </inkml:context>
    <inkml:brush xml:id="br0">
      <inkml:brushProperty name="width" value="0.05" units="cm"/>
      <inkml:brushProperty name="height" value="0.05" units="cm"/>
      <inkml:brushProperty name="color" value="#F6630D"/>
    </inkml:brush>
  </inkml:definitions>
  <inkml:trace contextRef="#ctx0" brushRef="#br0">17 28 24575,'-2'-2'0,"0"0"0,0 0 0,1 1 0,-1-1 0,1 0 0,0 0 0,0 0 0,0-1 0,0 1 0,-1-2 0,2 4 0,0 0 0,0-1 0,0 1 0,0 0 0,0 0 0,0 0 0,0 0 0,0 0 0,-1 0 0,1 0 0,0 0 0,0 0 0,0 0 0,0-1 0,1 1 0,-1 0 0,0 0 0,0 0 0,0 0 0,0 0 0,0 0 0,0 0 0,0 0 0,0 0 0,0 0 0,0-1 0,0 1 0,0 0 0,0 0 0,0 0 0,0 0 0,0 0 0,0 0 0,0 0 0,0 0 0,1 0 0,-1 0 0,0 0 0,0 0 0,0 0 0,0 0 0,0 0 0,0 0 0,0 0 0,0 0 0,0 0 0,0 0 0,0 0 0,1 0 0,-1 0 0,0 0 0,0 0 0,0 0 0,0 0 0,0 0 0,0 0 0,0 0 0,0 0 0,0 0 0,0 0 0,1 0 0,-1 0 0,0 0 0,0 0 0,0 0 0,0 0 0,13 12 0,0 4 0,-1 0 0,-1 0 0,0 1 0,8 18 0,29 75 0,-44-99 0,-4-10 0,0-1 0,0 1 0,1 0 0,-1 0 0,0-1 0,1 1 0,-1 0 0,1 0 0,-1-1 0,1 1 0,-1 0 0,1-1 0,-1 1 0,1-1 0,-1 1 0,1-1 0,0 1 0,-1-1 0,1 1 0,0-1 0,1 1 0,-1-1 0,-1 0 0,1 0 0,-1 0 0,1-1 0,0 1 0,-1 0 0,1 0 0,0-1 0,-1 1 0,1 0 0,-1-1 0,1 1 0,-1-1 0,1 1 0,-1 0 0,1-1 0,-1 1 0,1-1 0,-1 0 0,1 0 0,4-7 0,-1-1 0,0 1 0,4-12 0,-3 6 0,0 6 0,-1 0 0,1 1 0,0-1 0,0 1 0,10-10 0,-14 16 0,0 0 0,0 0 0,0 0 0,-1 0 0,1 0 0,0 0 0,0 1 0,0-1 0,0 0 0,0 1 0,0-1 0,0 1 0,1-1 0,-1 1 0,0-1 0,0 1 0,0 0 0,0 0 0,1-1 0,-1 1 0,0 0 0,0 0 0,1 0 0,-1 1 0,0-1 0,0 0 0,0 0 0,0 1 0,1-1 0,-1 0 0,0 1 0,0-1 0,0 1 0,0-1 0,0 1 0,0 0 0,0 0 0,0-1 0,0 1 0,0 0 0,0 0 0,-1 0 0,1 0 0,0 0 0,-1 0 0,1 0 0,0 0 0,-1 0 0,1 0 0,-1 0 0,1 2 0,3 7 0,-1 0 0,0 0 0,4 18 0,-6-20 0,0-1 0,1 1 0,0-1 0,0 0 0,1 0 0,0 0 0,0 0 0,7 11 0,-9-17 0,0 0 0,0 0 0,0 0 0,0 0 0,1 0 0,-1 0 0,0 0 0,0-1 0,1 1 0,-1 0 0,0-1 0,1 1 0,-1-1 0,0 1 0,1-1 0,-1 0 0,1 1 0,-1-1 0,1 0 0,-1 0 0,0 0 0,1 0 0,-1-1 0,1 1 0,-1 0 0,1 0 0,-1-1 0,0 1 0,1-1 0,-1 1 0,0-1 0,1 0 0,-1 0 0,0 1 0,0-1 0,0 0 0,2-2 0,6-4 0,-1 0 0,0-1 0,12-17 0,-14 18 0,16-21 0,-15 18 0,1-1 0,0 1 0,1 0 0,0 1 0,1 0 0,16-11 0,-25 19 0,1 0 0,-1 0 0,0 0 0,1 0 0,-1 1 0,1-1 0,-1 1 0,1-1 0,0 1 0,-1-1 0,1 1 0,0 0 0,-1 0 0,1 0 0,-1 0 0,1 0 0,0 0 0,-1 0 0,1 1 0,0-1 0,-1 1 0,2 0 0,-1 0 0,0 0 0,0 1 0,-1-1 0,1 1 0,0-1 0,-1 1 0,0 0 0,1 0 0,-1-1 0,0 1 0,0 0 0,0 0 0,0 0 0,1 3 0,1 6 0,-1 0 0,1 0 0,-2 1 0,1-1 0,-1 13 0,-1 2 191,3 46-1747,-1-57-5270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12.214"/>
    </inkml:context>
    <inkml:brush xml:id="br0">
      <inkml:brushProperty name="width" value="0.05" units="cm"/>
      <inkml:brushProperty name="height" value="0.05" units="cm"/>
      <inkml:brushProperty name="color" value="#F6630D"/>
    </inkml:brush>
  </inkml:definitions>
  <inkml:trace contextRef="#ctx0" brushRef="#br0">351 77 24575,'4'-20'0,"-3"17"0,-1 1 0,1-1 0,-1 0 0,1 1 0,-1-1 0,0 1 0,0-1 0,0-3 0,-1 5 0,1 0 0,-1 0 0,1 0 0,0 0 0,-1 0 0,0 0 0,1 1 0,-1-1 0,0 0 0,1 0 0,-1 0 0,0 1 0,0-1 0,0 0 0,0 1 0,1-1 0,-1 1 0,0-1 0,0 1 0,0-1 0,0 1 0,0 0 0,0-1 0,0 1 0,-2 0 0,-3-1 0,0 1 0,1-1 0,-1 1 0,0 1 0,1-1 0,-1 1 0,0 0 0,1 0 0,-1 1 0,1 0 0,-1 0 0,1 0 0,-10 6 0,-4 3 0,0 1 0,-19 16 0,17-11 0,1 1 0,1 0 0,-33 41 0,45-50 0,0 0 0,1 1 0,0 0 0,1 0 0,0 0 0,0 0 0,1 1 0,0 0 0,1 0 0,1 0 0,-3 21 0,5-26 0,0 0 0,1 1 0,-1-1 0,1 0 0,1 0 0,-1 0 0,1 0 0,0 0 0,0 0 0,1-1 0,0 1 0,0-1 0,0 1 0,4 4 0,-1-4 0,-1 1 0,2-1 0,-1 0 0,1-1 0,-1 1 0,1-1 0,1-1 0,-1 1 0,13 4 0,-11-5 0,0 0 0,1-1 0,-1 0 0,1-1 0,0 0 0,0 0 0,0-1 0,0-1 0,0 0 0,0 0 0,0 0 0,0-2 0,0 1 0,0-1 0,-1-1 0,1 1 0,0-2 0,9-4 0,-9 2 0,-1-1 0,1 0 0,-1-1 0,-1 0 0,1 0 0,-1-1 0,-1 0 0,0-1 0,0 1 0,-1-1 0,0-1 0,0 1 0,-2-1 0,1 0 0,4-18 0,-3 8 0,-1-1 0,-1 0 0,-1 0 0,-1 0 0,0-1 0,-2 1 0,-4-31 0,3 43 57,0 1 0,-1-1 0,-1 1 0,1-1 0,-7-13 0,7 20-147,1 0 0,-1 0 0,0 0 0,1 1 0,-2-1 1,1 0-1,0 1 0,0-1 0,-1 1 0,1 0 1,-1 0-1,0 0 0,0 0 0,0 0 0,0 1 0,0-1 1,0 1-1,-6-2 0,-18-1-6736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14.870"/>
    </inkml:context>
    <inkml:brush xml:id="br0">
      <inkml:brushProperty name="width" value="0.05" units="cm"/>
      <inkml:brushProperty name="height" value="0.05" units="cm"/>
      <inkml:brushProperty name="color" value="#F6630D"/>
    </inkml:brush>
  </inkml:definitions>
  <inkml:trace contextRef="#ctx0" brushRef="#br0">0 3325 24575,'1'4'0,"0"0"0,0-1 0,0 1 0,1 0 0,-1 0 0,1-1 0,3 7 0,3 4 0,34 73 0,5-2 0,84 117 0,-82-136 0,3-2 0,3-3 0,3-2 0,85 68 0,-49-55 0,3-5 0,147 78 0,44-1 0,5-12 0,332 100 0,113-16 0,-546-171 0,372 37 0,-470-76 0,118-9 0,-150-2 0,0-3 0,115-31 0,-34-5 0,174-80 0,-261 96 0,0-2 0,-2-3 0,-1-3 0,71-62 0,172-188 0,-285 274 0,69-75 0,-5-4 0,72-114 0,-104 142 0,52-83 0,-80 121 0,-2-2 0,-1 0 0,17-54 0,19-101 0,-7-2 0,18-205 0,-58 354 0,-1 0 0,-1 0 0,-2 0 0,-1 0 0,-10-35 0,-57-169 0,36 129 0,-107-384 0,69 109 0,61 288 0,-3 0 0,-5 1 0,-34-99 0,-5 50 0,41 101 0,7 12 0,1-1 0,2-1 0,1 1 0,-2-50 0,0 15 0,-4 1 0,-3 1 0,-28-74 0,42 136 0,-9-38 0,1-1 0,-5-60 0,11 74 0,4 29 0,0-1 0,0 1 0,0-1 0,0 0 0,0 1 0,0-1 0,0 1 0,0-1 0,0 0 0,-1 1 0,1-1 0,0 1 0,0-1 0,-1 1 0,1-1 0,0 1 0,-1-1 0,1 1 0,-1-1 0,1 1 0,0-1 0,-1 1 0,1 0 0,-1-1 0,1 1 0,-1 0 0,0-1 0,0 1 0,0 0 0,0 0 0,0 0 0,0 1 0,0-1 0,0 0 0,0 1 0,0-1 0,0 0 0,1 1 0,-1-1 0,0 1 0,0-1 0,0 1 0,-1 1 0,-30 34 0,27-29 0,-36 51 0,1 2 0,-40 86 0,61-110 0,-44 88 0,83-189 0,184-374 0,-204 438 0,4-5 0,-1 0 0,1 0 0,-1 1 0,10-10 0,-12 14 0,-1 1 0,1-1 0,-1 1 0,1-1 0,0 1 0,0-1 0,-1 1 0,1-1 0,0 1 0,0 0 0,-1-1 0,1 1 0,0 0 0,0 0 0,0 0 0,-1-1 0,1 1 0,0 0 0,0 0 0,0 0 0,0 0 0,0 0 0,-1 1 0,1-1 0,0 0 0,0 0 0,0 0 0,-1 1 0,1-1 0,0 1 0,0-1 0,-1 0 0,1 1 0,0-1 0,-1 1 0,1-1 0,0 1 0,-1 0 0,1-1 0,-1 1 0,1 0 0,-1-1 0,1 1 0,-1 0 0,1 0 0,-1-1 0,0 1 0,1 1 0,7 17 0,0 0 0,-1 0 0,-1 1 0,5 25 0,-1-6 0,46 171-1365,-37-141-5461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16.369"/>
    </inkml:context>
    <inkml:brush xml:id="br0">
      <inkml:brushProperty name="width" value="0.05" units="cm"/>
      <inkml:brushProperty name="height" value="0.05" units="cm"/>
      <inkml:brushProperty name="color" value="#F6630D"/>
    </inkml:brush>
  </inkml:definitions>
  <inkml:trace contextRef="#ctx0" brushRef="#br0">1 53 24575,'0'-4'0,"0"0"0,0 0 0,1 1 0,0-1 0,0 0 0,0 1 0,3-7 0,-4 9 0,0 0 0,1 1 0,-1-1 0,0 1 0,1-1 0,-1 1 0,0 0 0,1-1 0,-1 1 0,0-1 0,1 1 0,-1 0 0,1-1 0,-1 1 0,1 0 0,-1-1 0,1 1 0,-1 0 0,1 0 0,0 0 0,-1-1 0,2 1 0,-2 0 0,1 1 0,0-1 0,0 0 0,0 1 0,0-1 0,0 1 0,0-1 0,-1 1 0,1-1 0,0 1 0,0-1 0,-1 1 0,1 0 0,0-1 0,-1 1 0,1 0 0,-1 0 0,1-1 0,0 2 0,5 10 0,0 1 0,-1-1 0,0 1 0,-1 0 0,0 1 0,-1-1 0,2 20 0,5 22 0,-8-48 0,0 0 0,0 1 0,1-1 0,0 0 0,0 0 0,1-1 0,7 12 0,-10-17 0,0 1 0,0-1 0,1 0 0,-1 0 0,1 1 0,-1-1 0,1 0 0,-1 0 0,1 0 0,0-1 0,-1 1 0,1 0 0,0-1 0,0 1 0,0-1 0,-1 1 0,1-1 0,0 0 0,0 0 0,0 0 0,0 0 0,0 0 0,-1 0 0,1 0 0,0-1 0,0 1 0,0-1 0,0 1 0,-1-1 0,1 0 0,0 0 0,-1 1 0,1-1 0,-1 0 0,1-1 0,1 0 0,16-13 0,0-1 0,-2-1 0,0 0 0,26-34 0,-11 12 0,-12 15 0,-11 12 0,0 1 0,1 0 0,0 1 0,0 0 0,1 1 0,22-15 0,-33 24 0,1-1 0,0 1 0,0-1 0,0 1 0,0-1 0,0 1 0,0 0 0,0 0 0,0-1 0,0 1 0,0 0 0,0 0 0,0 0 0,0 0 0,0 0 0,0 0 0,0 1 0,0-1 0,-1 0 0,1 0 0,0 1 0,0-1 0,0 0 0,0 1 0,0-1 0,0 1 0,0-1 0,-1 1 0,1 0 0,0-1 0,0 1 0,-1 0 0,1-1 0,-1 1 0,1 0 0,0 0 0,-1 0 0,0 0 0,1-1 0,-1 1 0,1 0 0,-1 0 0,0 0 0,1 2 0,1 4 0,0 1 0,-1 0 0,0 1 0,1 9 0,-2-12 0,1 4 0,-1 1 0,1 0 0,0 0 0,1 0 0,0 0 0,1-1 0,0 1 0,6 11 0,-9-20 0,1-1 0,0 0 0,0 1 0,0-1 0,0 0 0,0 0 0,1 0 0,-1 0 0,0 0 0,0 0 0,1 0 0,-1 0 0,1 0 0,-1-1 0,1 1 0,-1-1 0,1 1 0,-1-1 0,1 1 0,-1-1 0,1 0 0,0 0 0,-1 0 0,1 0 0,-1 0 0,1 0 0,0 0 0,-1 0 0,1-1 0,-1 1 0,1-1 0,-1 1 0,1-1 0,-1 1 0,1-1 0,1-2 0,8-2 0,-1-2 0,0 0 0,17-15 0,-17 14 0,32-29 0,-29 25 0,0 0 0,1 0 0,1 2 0,0 0 0,24-13 0,-38 22 7,0 1-1,0-1 0,-1 1 1,1 0-1,0-1 0,0 1 0,-1 0 1,1 0-1,0-1 0,0 1 1,0 0-1,0 0 0,0 0 1,-1 0-1,1 0 0,0 0 1,0 0-1,0 0 0,0 1 1,-1-1-1,1 0 0,0 0 1,0 1-1,0-1 0,-1 0 1,2 2-1,-1-1 4,-1 0 0,1 0 0,-1 0 0,1 0 0,-1 0 0,0 0 0,0 0 0,1 0 0,-1 0 0,0 0 0,0 1 0,0-1 0,0 0 0,0 0 0,0 0 1,-1 2-1,-1 5-437,0 0 0,-1 0 1,-6 15-1,-6 5-6399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16.927"/>
    </inkml:context>
    <inkml:brush xml:id="br0">
      <inkml:brushProperty name="width" value="0.05" units="cm"/>
      <inkml:brushProperty name="height" value="0.05" units="cm"/>
      <inkml:brushProperty name="color" value="#F6630D"/>
    </inkml:brush>
  </inkml:definitions>
  <inkml:trace contextRef="#ctx0" brushRef="#br0">6 35 24575,'-6'-2'0,"11"-2"0,12-2 0,-11 6 0,0 1 0,0 0 0,0 0 0,0 0 0,0 1 0,0 0 0,0 0 0,0 0 0,0 1 0,-1-1 0,0 1 0,1 1 0,-1-1 0,0 1 0,-1 0 0,1 0 0,5 7 0,-1-1 0,-1 0 0,0 1 0,-1 0 0,0 1 0,0 0 0,8 24 0,-14-33 0,1 1 0,-1-1 0,0 0 0,1 0 0,-1 0 0,1 0 0,0 0 0,0-1 0,4 6 0,-5-8 0,-1 0 0,1 1 0,0-1 0,-1 0 0,1 1 0,0-1 0,-1 0 0,1 0 0,0 1 0,-1-1 0,1 0 0,0 0 0,-1 0 0,1 0 0,0 0 0,-1 0 0,1 0 0,0 0 0,-1 0 0,2-1 0,-1 1 0,1-1 0,0 0 0,0 0 0,-1 0 0,1 0 0,0 0 0,-1-1 0,1 1 0,-1 0 0,2-2 0,56-68 0,-42 48 0,1 2 0,1 0 0,34-29 0,-52 49 0,1 0 0,-1-1 0,1 1 0,-1 0 0,1 0 0,0 0 0,-1 0 0,1 1 0,0-1 0,0 0 0,0 1 0,0-1 0,0 1 0,0 0 0,0-1 0,0 1 0,3 0 0,-3 1 0,-1 0 0,0-1 0,1 1 0,-1 0 0,0 0 0,0 0 0,1 0 0,-1 0 0,0 0 0,0 0 0,0 0 0,0 1 0,-1-1 0,1 0 0,0 0 0,0 1 0,-1-1 0,1 1 0,-1-1 0,1 0 0,-1 1 0,0-1 0,1 4 0,6 52 0,-7-47 0,0 0 0,1-1 0,1 1 0,0 0 0,0-1 0,6 18 0,-6-25 0,-1 0 0,0 0 0,1 0 0,-1 0 0,1 0 0,0-1 0,-1 1 0,1 0 0,0-1 0,0 1 0,0-1 0,0 0 0,1 0 0,-1 1 0,0-1 0,0-1 0,1 1 0,-1 0 0,0-1 0,1 1 0,-1-1 0,1 1 0,-1-1 0,1 0 0,-1 0 0,0-1 0,1 1 0,-1 0 0,1-1 0,2 0 0,8-2 0,0-1 0,-1 0 0,1-1 0,12-7 0,37-23 0,-46 25 0,1 0 0,1 1 0,-1 1 0,1 1 0,22-7 0,-38 14-105,1-1 0,-1 1 0,1-1 0,-1 1 0,0 0 0,1 0 0,-1 0 0,1 0 0,-1 1 0,1-1 0,-1 1 0,3 0 0,4 4-6721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20.836"/>
    </inkml:context>
    <inkml:brush xml:id="br0">
      <inkml:brushProperty name="width" value="0.05" units="cm"/>
      <inkml:brushProperty name="height" value="0.05" units="cm"/>
      <inkml:brushProperty name="color" value="#F6630D"/>
    </inkml:brush>
  </inkml:definitions>
  <inkml:trace contextRef="#ctx0" brushRef="#br0">10 1241 24575,'-5'-19'0,"5"17"0,-1 1 0,0-1 0,1 1 0,-1-1 0,1 1 0,0-1 0,-1 0 0,1 1 0,0-1 0,0 0 0,0 1 0,0-1 0,0 0 0,0 1 0,1-1 0,0-1 0,5-13 0,2 0 0,0 1 0,1 0 0,0 1 0,21-24 0,10-18 0,-20 24 0,-3-2 0,-1 0 0,22-65 0,19-115 0,-22 73 0,-27 112 0,2 0 0,16-36 0,-19 52 0,0 1 0,0 0 0,1 1 0,0-1 0,1 2 0,0-1 0,15-12 0,44-43 0,-29 27 0,71-76 0,-108 113 0,0 0 0,0 0 0,0 0 0,1 0 0,-1 0 0,1 1 0,-1-1 0,1 1 0,-1-1 0,1 1 0,4-1 0,-5 2 0,0 0 0,0 1 0,0-1 0,0 0 0,0 1 0,0 0 0,0-1 0,0 1 0,0 0 0,0 0 0,-1 0 0,1 0 0,0 0 0,-1 1 0,1-1 0,0 0 0,1 3 0,8 6 0,0 0 0,-1 1 0,0 0 0,11 19 0,-16-22 0,-1-1 0,0 1 0,-1 0 0,0 0 0,0 1 0,-1-1 0,0 1 0,0-1 0,0 10 0,4 43 0,21 88 0,-23-122 0,0 0 0,-2 0 0,-2 46 0,0-37 0,4 45 0,13 128 0,-14-163 0,2 44 0,27 263 0,-9-154 0,-17-128 0,3 1 0,26 101 0,75 175 0,-78-262 0,86 161 0,-26-95 0,8-5 0,143 164 0,128 168 0,82 95 0,36-96 0,49-56 0,-281-243 0,402 210 0,-615-366 0,1-1 0,1-3 0,1-2 0,89 21 0,-122-35 0,-12-2 0,0-1 0,0 1 0,0-1 0,0 0 0,0 1 0,0-1 0,0 0 0,0 0 0,2 0 0,-1-6 0,-8-9 0,2 9 0,0 1 0,1 0 0,0 0 0,0-1 0,0 0 0,1 1 0,0-1 0,0 0 0,0 1 0,1-1 0,0 0 0,0 0 0,0 0 0,1 1 0,-1-1 0,2 0 0,-1 0 0,4-9 0,-3 9 0,0 1 0,-1 0 0,0-1 0,0 1 0,0-1 0,-1 0 0,0 1 0,0-1 0,0 1 0,-3-11 0,2 12 0,0 0 0,-1 1 0,0-1 0,0 1 0,0 0 0,0-1 0,0 1 0,-1 0 0,1 0 0,-1 0 0,0 1 0,0-1 0,0 1 0,0-1 0,-1 1 0,-3-2 0,-6-3 0,1 0 0,-16-5 0,25 11 0,0-1 0,0 1 0,0 0 0,0 1 0,0-1 0,0 0 0,0 1 0,0 0 0,0 0 0,-1 0 0,1 0 0,0 0 0,0 1 0,0-1 0,0 1 0,-4 1 0,6-1 0,0 0 0,-1 0 0,1 0 0,0 0 0,0 0 0,0 0 0,0 1 0,0-1 0,0 0 0,0 1 0,0-1 0,0 1 0,1-1 0,-1 1 0,1-1 0,-1 1 0,1-1 0,-1 1 0,1 0 0,0-1 0,0 1 0,0 0 0,0-1 0,0 1 0,0 0 0,0-1 0,0 1 0,1-1 0,0 3 0,1 4 0,0-1 0,1 0 0,0 0 0,7 13 0,14 17 0,1-2 0,46 50 0,-13-18 0,-55-64 0,-1 0 0,0 0 0,0 1 0,0-1 0,0 0 0,0 1 0,-1-1 0,3 8 0,-4-9 0,0-1 0,0 0 0,0 1 0,0-1 0,0 0 0,0 1 0,0-1 0,0 1 0,-1-1 0,1 0 0,0 1 0,-1-1 0,1 0 0,-1 0 0,1 1 0,-1-1 0,0 0 0,0 0 0,1 0 0,-1 0 0,0 0 0,0 0 0,0 0 0,0 0 0,0 0 0,-1 0 0,1 0 0,-2 0 0,-4 3 0,-1 0 0,0-1 0,0 0 0,0-1 0,-1 1 0,-13 1 0,-57 2 0,31-2 0,-11 2-455,1 3 0,-60 17 0,89-17-6371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21.537"/>
    </inkml:context>
    <inkml:brush xml:id="br0">
      <inkml:brushProperty name="width" value="0.05" units="cm"/>
      <inkml:brushProperty name="height" value="0.05" units="cm"/>
      <inkml:brushProperty name="color" value="#F6630D"/>
    </inkml:brush>
  </inkml:definitions>
  <inkml:trace contextRef="#ctx0" brushRef="#br0">1524 456 24575,'2'-1'0,"28"-19"0,54-47 0,-78 61 0,1-1 0,-1 1 0,-1-1 0,1 0 0,-1 0 0,0 0 0,-1-1 0,1 0 0,-2 0 0,1 0 0,-1 0 0,0-1 0,2-15 0,-4 19 0,-1 0 0,0 1 0,0-1 0,-1 0 0,1 0 0,-1 0 0,0 1 0,-1-1 0,1 0 0,-1 1 0,0-1 0,0 1 0,-3-6 0,0 3 0,0 0 0,-1 0 0,0 1 0,0 0 0,0 0 0,-14-10 0,0 3 0,0 2 0,-1 0 0,-1 1 0,-35-12 0,7 8-42,-1 1-1,0 3 0,0 2 0,-1 3 1,0 1-1,-1 3 0,-92 10 0,84-1-5,0 3-1,0 2 0,1 3 0,1 3 0,1 2 0,-71 37 1,91-38 48,0 3 0,2 0 0,1 3 0,1 1 0,1 1 0,1 2 0,2 1 0,1 1 0,1 2 0,-29 47 0,41-54 0,1 0 0,1 1 0,2 0 0,0 1 0,2 0 0,1 1 0,2 0 0,1 1 0,1-1 0,2 1 0,0 0 0,3 0 0,0 0 0,2 0 0,7 36 0,-2-37 21,0 1 1,3-1 0,0-1 0,2 0 0,1 0 0,1-2 0,2 1 0,30 40 0,-19-35-112,1-2 1,1-1-1,1-1 0,2-2 0,66 45 0,-43-39-109,1-2 0,1-3 0,81 28 0,-59-30 8,1-3-1,83 11 1,-69-20-235,0-5 0,1-4 1,179-12-1,-193-2 445,-2-3-1,1-4 1,-2-3 0,145-56 0,-175 54 9,86-52 0,-105 54-123,0-2 0,-2-1 0,50-49 1,-64 56 47,0 0 0,-2-1 1,1 0-1,-2 0 0,0-1 0,-1-1 1,-1 0-1,7-22 0,-11 25 42,0 0-1,-1 0 1,-1-1-1,-1 1 1,0-1-1,-1 1 1,0 0-1,-1-1 0,-1 1 1,-1-1-1,-6-22 1,0 13-11,-1 0 1,-1 0 0,-1 1-1,-1 0 1,-1 1 0,-1 0-1,-1 2 1,-1 0 0,-25-24-1,-6 0-377,-2 1 0,-95-62 0,9 23 112,-246-112-1,121 82-1199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7T05:14:30.775"/>
    </inkml:context>
    <inkml:brush xml:id="br0">
      <inkml:brushProperty name="width" value="0.05" units="cm"/>
      <inkml:brushProperty name="height" value="0.05" units="cm"/>
      <inkml:brushProperty name="color" value="#F6630D"/>
    </inkml:brush>
  </inkml:definitions>
  <inkml:trace contextRef="#ctx0" brushRef="#br0">1 0 24575,'5'3'0,"17"0"0,28 0 0,34-1 0,34 0 0,35-1 0,27 0 0,26-1-885,14 0 885,2 0 0,-18 0 0,-37-1 0,-42 1 0,-42 0-7306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7,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17" Type="http://schemas.openxmlformats.org/officeDocument/2006/relationships/image" Target="../media/image65.png"/><Relationship Id="rId21" Type="http://schemas.openxmlformats.org/officeDocument/2006/relationships/image" Target="../media/image17.png"/><Relationship Id="rId42" Type="http://schemas.openxmlformats.org/officeDocument/2006/relationships/customXml" Target="../ink/ink21.xml"/><Relationship Id="rId63" Type="http://schemas.openxmlformats.org/officeDocument/2006/relationships/image" Target="../media/image38.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6.png"/><Relationship Id="rId170" Type="http://schemas.openxmlformats.org/officeDocument/2006/relationships/customXml" Target="../ink/ink85.xml"/><Relationship Id="rId191" Type="http://schemas.openxmlformats.org/officeDocument/2006/relationships/image" Target="../media/image102.png"/><Relationship Id="rId107" Type="http://schemas.openxmlformats.org/officeDocument/2006/relationships/image" Target="../media/image60.png"/><Relationship Id="rId11" Type="http://schemas.openxmlformats.org/officeDocument/2006/relationships/image" Target="../media/image12.png"/><Relationship Id="rId32" Type="http://schemas.openxmlformats.org/officeDocument/2006/relationships/customXml" Target="../ink/ink16.xml"/><Relationship Id="rId53" Type="http://schemas.openxmlformats.org/officeDocument/2006/relationships/image" Target="../media/image33.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81.png"/><Relationship Id="rId5" Type="http://schemas.openxmlformats.org/officeDocument/2006/relationships/image" Target="../media/image9.png"/><Relationship Id="rId95" Type="http://schemas.openxmlformats.org/officeDocument/2006/relationships/image" Target="../media/image54.png"/><Relationship Id="rId160" Type="http://schemas.openxmlformats.org/officeDocument/2006/relationships/customXml" Target="../ink/ink80.xml"/><Relationship Id="rId181" Type="http://schemas.openxmlformats.org/officeDocument/2006/relationships/image" Target="../media/image97.png"/><Relationship Id="rId22" Type="http://schemas.openxmlformats.org/officeDocument/2006/relationships/customXml" Target="../ink/ink11.xml"/><Relationship Id="rId43" Type="http://schemas.openxmlformats.org/officeDocument/2006/relationships/image" Target="../media/image28.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6.png"/><Relationship Id="rId85" Type="http://schemas.openxmlformats.org/officeDocument/2006/relationships/image" Target="../media/image49.png"/><Relationship Id="rId150" Type="http://schemas.openxmlformats.org/officeDocument/2006/relationships/customXml" Target="../ink/ink75.xml"/><Relationship Id="rId171" Type="http://schemas.openxmlformats.org/officeDocument/2006/relationships/image" Target="../media/image92.png"/><Relationship Id="rId192" Type="http://schemas.openxmlformats.org/officeDocument/2006/relationships/customXml" Target="../ink/ink95.xml"/><Relationship Id="rId12" Type="http://schemas.openxmlformats.org/officeDocument/2006/relationships/customXml" Target="../ink/ink6.xml"/><Relationship Id="rId33" Type="http://schemas.openxmlformats.org/officeDocument/2006/relationships/image" Target="../media/image23.png"/><Relationship Id="rId108" Type="http://schemas.openxmlformats.org/officeDocument/2006/relationships/customXml" Target="../ink/ink54.xml"/><Relationship Id="rId129" Type="http://schemas.openxmlformats.org/officeDocument/2006/relationships/image" Target="../media/image71.png"/><Relationship Id="rId54" Type="http://schemas.openxmlformats.org/officeDocument/2006/relationships/customXml" Target="../ink/ink27.xml"/><Relationship Id="rId75" Type="http://schemas.openxmlformats.org/officeDocument/2006/relationships/image" Target="../media/image44.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7.png"/><Relationship Id="rId182" Type="http://schemas.openxmlformats.org/officeDocument/2006/relationships/customXml" Target="../ink/ink90.xml"/><Relationship Id="rId6" Type="http://schemas.openxmlformats.org/officeDocument/2006/relationships/customXml" Target="../ink/ink3.xml"/><Relationship Id="rId23" Type="http://schemas.openxmlformats.org/officeDocument/2006/relationships/image" Target="../media/image18.png"/><Relationship Id="rId119" Type="http://schemas.openxmlformats.org/officeDocument/2006/relationships/image" Target="../media/image66.png"/><Relationship Id="rId44" Type="http://schemas.openxmlformats.org/officeDocument/2006/relationships/customXml" Target="../ink/ink22.xml"/><Relationship Id="rId65" Type="http://schemas.openxmlformats.org/officeDocument/2006/relationships/image" Target="../media/image39.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82.png"/><Relationship Id="rId172" Type="http://schemas.openxmlformats.org/officeDocument/2006/relationships/customXml" Target="../ink/ink86.xml"/><Relationship Id="rId193" Type="http://schemas.openxmlformats.org/officeDocument/2006/relationships/image" Target="../media/image103.png"/><Relationship Id="rId13" Type="http://schemas.openxmlformats.org/officeDocument/2006/relationships/image" Target="../media/image13.png"/><Relationship Id="rId109" Type="http://schemas.openxmlformats.org/officeDocument/2006/relationships/image" Target="../media/image61.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4.png"/><Relationship Id="rId76" Type="http://schemas.openxmlformats.org/officeDocument/2006/relationships/customXml" Target="../ink/ink38.xml"/><Relationship Id="rId97" Type="http://schemas.openxmlformats.org/officeDocument/2006/relationships/image" Target="../media/image55.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9.png"/><Relationship Id="rId141" Type="http://schemas.openxmlformats.org/officeDocument/2006/relationships/image" Target="../media/image77.png"/><Relationship Id="rId146" Type="http://schemas.openxmlformats.org/officeDocument/2006/relationships/customXml" Target="../ink/ink73.xml"/><Relationship Id="rId167" Type="http://schemas.openxmlformats.org/officeDocument/2006/relationships/image" Target="../media/image90.png"/><Relationship Id="rId188" Type="http://schemas.openxmlformats.org/officeDocument/2006/relationships/customXml" Target="../ink/ink93.xml"/><Relationship Id="rId7" Type="http://schemas.openxmlformats.org/officeDocument/2006/relationships/image" Target="../media/image10.png"/><Relationship Id="rId71" Type="http://schemas.openxmlformats.org/officeDocument/2006/relationships/image" Target="../media/image42.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98.png"/><Relationship Id="rId2" Type="http://schemas.openxmlformats.org/officeDocument/2006/relationships/customXml" Target="../ink/ink1.xml"/><Relationship Id="rId29" Type="http://schemas.openxmlformats.org/officeDocument/2006/relationships/image" Target="../media/image21.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9.png"/><Relationship Id="rId66" Type="http://schemas.openxmlformats.org/officeDocument/2006/relationships/customXml" Target="../ink/ink33.xml"/><Relationship Id="rId87" Type="http://schemas.openxmlformats.org/officeDocument/2006/relationships/image" Target="../media/image50.png"/><Relationship Id="rId110" Type="http://schemas.openxmlformats.org/officeDocument/2006/relationships/customXml" Target="../ink/ink55.xml"/><Relationship Id="rId115" Type="http://schemas.openxmlformats.org/officeDocument/2006/relationships/image" Target="../media/image64.png"/><Relationship Id="rId131" Type="http://schemas.openxmlformats.org/officeDocument/2006/relationships/image" Target="../media/image72.png"/><Relationship Id="rId136" Type="http://schemas.openxmlformats.org/officeDocument/2006/relationships/customXml" Target="../ink/ink68.xml"/><Relationship Id="rId157" Type="http://schemas.openxmlformats.org/officeDocument/2006/relationships/image" Target="../media/image85.png"/><Relationship Id="rId178" Type="http://schemas.openxmlformats.org/officeDocument/2006/relationships/customXml" Target="../ink/ink88.xml"/><Relationship Id="rId61" Type="http://schemas.openxmlformats.org/officeDocument/2006/relationships/image" Target="../media/image37.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93.png"/><Relationship Id="rId194" Type="http://schemas.openxmlformats.org/officeDocument/2006/relationships/customXml" Target="../ink/ink96.xml"/><Relationship Id="rId19" Type="http://schemas.openxmlformats.org/officeDocument/2006/relationships/image" Target="../media/image16.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4.png"/><Relationship Id="rId56" Type="http://schemas.openxmlformats.org/officeDocument/2006/relationships/customXml" Target="../ink/ink28.xml"/><Relationship Id="rId77" Type="http://schemas.openxmlformats.org/officeDocument/2006/relationships/image" Target="../media/image45.png"/><Relationship Id="rId100" Type="http://schemas.openxmlformats.org/officeDocument/2006/relationships/customXml" Target="../ink/ink50.xml"/><Relationship Id="rId105" Type="http://schemas.openxmlformats.org/officeDocument/2006/relationships/image" Target="../media/image59.png"/><Relationship Id="rId126" Type="http://schemas.openxmlformats.org/officeDocument/2006/relationships/customXml" Target="../ink/ink63.xml"/><Relationship Id="rId147" Type="http://schemas.openxmlformats.org/officeDocument/2006/relationships/image" Target="../media/image80.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32.png"/><Relationship Id="rId72" Type="http://schemas.openxmlformats.org/officeDocument/2006/relationships/customXml" Target="../ink/ink36.xml"/><Relationship Id="rId93" Type="http://schemas.openxmlformats.org/officeDocument/2006/relationships/image" Target="../media/image53.png"/><Relationship Id="rId98" Type="http://schemas.openxmlformats.org/officeDocument/2006/relationships/customXml" Target="../ink/ink49.xml"/><Relationship Id="rId121" Type="http://schemas.openxmlformats.org/officeDocument/2006/relationships/image" Target="../media/image67.png"/><Relationship Id="rId142" Type="http://schemas.openxmlformats.org/officeDocument/2006/relationships/customXml" Target="../ink/ink71.xml"/><Relationship Id="rId163" Type="http://schemas.openxmlformats.org/officeDocument/2006/relationships/image" Target="../media/image88.png"/><Relationship Id="rId184" Type="http://schemas.openxmlformats.org/officeDocument/2006/relationships/customXml" Target="../ink/ink91.xml"/><Relationship Id="rId189" Type="http://schemas.openxmlformats.org/officeDocument/2006/relationships/image" Target="../media/image101.png"/><Relationship Id="rId3" Type="http://schemas.openxmlformats.org/officeDocument/2006/relationships/image" Target="../media/image8.png"/><Relationship Id="rId25" Type="http://schemas.openxmlformats.org/officeDocument/2006/relationships/image" Target="../media/image19.png"/><Relationship Id="rId46" Type="http://schemas.openxmlformats.org/officeDocument/2006/relationships/customXml" Target="../ink/ink23.xml"/><Relationship Id="rId67" Type="http://schemas.openxmlformats.org/officeDocument/2006/relationships/image" Target="../media/image40.png"/><Relationship Id="rId116" Type="http://schemas.openxmlformats.org/officeDocument/2006/relationships/customXml" Target="../ink/ink58.xml"/><Relationship Id="rId137" Type="http://schemas.openxmlformats.org/officeDocument/2006/relationships/image" Target="../media/image75.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7.png"/><Relationship Id="rId62" Type="http://schemas.openxmlformats.org/officeDocument/2006/relationships/customXml" Target="../ink/ink31.xml"/><Relationship Id="rId83" Type="http://schemas.openxmlformats.org/officeDocument/2006/relationships/image" Target="../media/image48.png"/><Relationship Id="rId88" Type="http://schemas.openxmlformats.org/officeDocument/2006/relationships/customXml" Target="../ink/ink44.xml"/><Relationship Id="rId111" Type="http://schemas.openxmlformats.org/officeDocument/2006/relationships/image" Target="../media/image62.png"/><Relationship Id="rId132" Type="http://schemas.openxmlformats.org/officeDocument/2006/relationships/customXml" Target="../ink/ink66.xml"/><Relationship Id="rId153" Type="http://schemas.openxmlformats.org/officeDocument/2006/relationships/image" Target="../media/image83.png"/><Relationship Id="rId174" Type="http://schemas.openxmlformats.org/officeDocument/2006/relationships/image" Target="../media/image94.png"/><Relationship Id="rId179" Type="http://schemas.openxmlformats.org/officeDocument/2006/relationships/image" Target="../media/image96.png"/><Relationship Id="rId195" Type="http://schemas.openxmlformats.org/officeDocument/2006/relationships/image" Target="../media/image104.png"/><Relationship Id="rId190" Type="http://schemas.openxmlformats.org/officeDocument/2006/relationships/customXml" Target="../ink/ink94.xml"/><Relationship Id="rId15" Type="http://schemas.openxmlformats.org/officeDocument/2006/relationships/image" Target="../media/image14.png"/><Relationship Id="rId36" Type="http://schemas.openxmlformats.org/officeDocument/2006/relationships/customXml" Target="../ink/ink18.xml"/><Relationship Id="rId57" Type="http://schemas.openxmlformats.org/officeDocument/2006/relationships/image" Target="../media/image35.png"/><Relationship Id="rId106" Type="http://schemas.openxmlformats.org/officeDocument/2006/relationships/customXml" Target="../ink/ink53.xml"/><Relationship Id="rId127" Type="http://schemas.openxmlformats.org/officeDocument/2006/relationships/image" Target="../media/image70.png"/><Relationship Id="rId10" Type="http://schemas.openxmlformats.org/officeDocument/2006/relationships/customXml" Target="../ink/ink5.xml"/><Relationship Id="rId31" Type="http://schemas.openxmlformats.org/officeDocument/2006/relationships/image" Target="../media/image22.png"/><Relationship Id="rId52" Type="http://schemas.openxmlformats.org/officeDocument/2006/relationships/customXml" Target="../ink/ink26.xml"/><Relationship Id="rId73" Type="http://schemas.openxmlformats.org/officeDocument/2006/relationships/image" Target="../media/image43.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6.png"/><Relationship Id="rId101" Type="http://schemas.openxmlformats.org/officeDocument/2006/relationships/image" Target="../media/image57.png"/><Relationship Id="rId122" Type="http://schemas.openxmlformats.org/officeDocument/2006/relationships/customXml" Target="../ink/ink61.xml"/><Relationship Id="rId143" Type="http://schemas.openxmlformats.org/officeDocument/2006/relationships/image" Target="../media/image78.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91.png"/><Relationship Id="rId185" Type="http://schemas.openxmlformats.org/officeDocument/2006/relationships/image" Target="../media/image99.png"/><Relationship Id="rId4" Type="http://schemas.openxmlformats.org/officeDocument/2006/relationships/customXml" Target="../ink/ink2.xml"/><Relationship Id="rId9" Type="http://schemas.openxmlformats.org/officeDocument/2006/relationships/image" Target="../media/image11.png"/><Relationship Id="rId180" Type="http://schemas.openxmlformats.org/officeDocument/2006/relationships/customXml" Target="../ink/ink89.xml"/><Relationship Id="rId26" Type="http://schemas.openxmlformats.org/officeDocument/2006/relationships/customXml" Target="../ink/ink13.xml"/><Relationship Id="rId47" Type="http://schemas.openxmlformats.org/officeDocument/2006/relationships/image" Target="../media/image30.png"/><Relationship Id="rId68" Type="http://schemas.openxmlformats.org/officeDocument/2006/relationships/customXml" Target="../ink/ink34.xml"/><Relationship Id="rId89" Type="http://schemas.openxmlformats.org/officeDocument/2006/relationships/image" Target="../media/image51.png"/><Relationship Id="rId112" Type="http://schemas.openxmlformats.org/officeDocument/2006/relationships/customXml" Target="../ink/ink56.xml"/><Relationship Id="rId133" Type="http://schemas.openxmlformats.org/officeDocument/2006/relationships/image" Target="../media/image73.png"/><Relationship Id="rId154" Type="http://schemas.openxmlformats.org/officeDocument/2006/relationships/customXml" Target="../ink/ink77.xml"/><Relationship Id="rId175" Type="http://schemas.openxmlformats.org/officeDocument/2006/relationships/hyperlink" Target="https://openclipart.org/detail/15874" TargetMode="External"/><Relationship Id="rId16" Type="http://schemas.openxmlformats.org/officeDocument/2006/relationships/customXml" Target="../ink/ink8.xml"/><Relationship Id="rId37" Type="http://schemas.openxmlformats.org/officeDocument/2006/relationships/image" Target="../media/image25.png"/><Relationship Id="rId58" Type="http://schemas.openxmlformats.org/officeDocument/2006/relationships/customXml" Target="../ink/ink29.xml"/><Relationship Id="rId79" Type="http://schemas.openxmlformats.org/officeDocument/2006/relationships/image" Target="../media/image46.png"/><Relationship Id="rId102" Type="http://schemas.openxmlformats.org/officeDocument/2006/relationships/customXml" Target="../ink/ink51.xml"/><Relationship Id="rId123" Type="http://schemas.openxmlformats.org/officeDocument/2006/relationships/image" Target="../media/image68.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9.png"/><Relationship Id="rId186" Type="http://schemas.openxmlformats.org/officeDocument/2006/relationships/customXml" Target="../ink/ink92.xml"/><Relationship Id="rId27" Type="http://schemas.openxmlformats.org/officeDocument/2006/relationships/image" Target="../media/image20.png"/><Relationship Id="rId48" Type="http://schemas.openxmlformats.org/officeDocument/2006/relationships/customXml" Target="../ink/ink24.xml"/><Relationship Id="rId69" Type="http://schemas.openxmlformats.org/officeDocument/2006/relationships/image" Target="../media/image41.png"/><Relationship Id="rId113" Type="http://schemas.openxmlformats.org/officeDocument/2006/relationships/image" Target="../media/image63.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4.png"/><Relationship Id="rId176" Type="http://schemas.openxmlformats.org/officeDocument/2006/relationships/customXml" Target="../ink/ink87.xml"/><Relationship Id="rId17" Type="http://schemas.openxmlformats.org/officeDocument/2006/relationships/image" Target="../media/image15.png"/><Relationship Id="rId38" Type="http://schemas.openxmlformats.org/officeDocument/2006/relationships/customXml" Target="../ink/ink19.xml"/><Relationship Id="rId59" Type="http://schemas.openxmlformats.org/officeDocument/2006/relationships/image" Target="../media/image36.png"/><Relationship Id="rId103" Type="http://schemas.openxmlformats.org/officeDocument/2006/relationships/image" Target="../media/image58.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52.png"/><Relationship Id="rId145" Type="http://schemas.openxmlformats.org/officeDocument/2006/relationships/image" Target="../media/image79.png"/><Relationship Id="rId166" Type="http://schemas.openxmlformats.org/officeDocument/2006/relationships/customXml" Target="../ink/ink83.xml"/><Relationship Id="rId187" Type="http://schemas.openxmlformats.org/officeDocument/2006/relationships/image" Target="../media/image100.png"/><Relationship Id="rId1" Type="http://schemas.openxmlformats.org/officeDocument/2006/relationships/slideLayout" Target="../slideLayouts/slideLayout7.xml"/><Relationship Id="rId28" Type="http://schemas.openxmlformats.org/officeDocument/2006/relationships/customXml" Target="../ink/ink14.xml"/><Relationship Id="rId49" Type="http://schemas.openxmlformats.org/officeDocument/2006/relationships/image" Target="../media/image31.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7.png"/><Relationship Id="rId135" Type="http://schemas.openxmlformats.org/officeDocument/2006/relationships/image" Target="../media/image74.png"/><Relationship Id="rId156" Type="http://schemas.openxmlformats.org/officeDocument/2006/relationships/customXml" Target="../ink/ink78.xml"/><Relationship Id="rId177" Type="http://schemas.openxmlformats.org/officeDocument/2006/relationships/image" Target="../media/image95.png"/><Relationship Id="rId18" Type="http://schemas.openxmlformats.org/officeDocument/2006/relationships/customXml" Target="../ink/ink9.xml"/><Relationship Id="rId39"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hyperlink" Target="https://help.sap.com/docs/cloud-transport-management/sap-cloud-transport-management/creating-destinations-using-sap-cloud-deployment-service-with-basic-authentication" TargetMode="External"/><Relationship Id="rId2" Type="http://schemas.openxmlformats.org/officeDocument/2006/relationships/hyperlink" Target="https://api.cf.us10-001.hana.ondemand.com/"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help.sap.com/docs/CONTENT_AGENT_SERVICE/ae1a4f2d150d468d9ff56e13f9898e07/15406a06dfac4c1fabd7845c703773ba.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help.sap.com/docs/CONTENT_AGENT_SERVICE/ae1a4f2d150d468d9ff56e13f9898e07/eed66f35f9d148c8ae5b2d46ff097d8c.html"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2.jp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18.jpeg"/><Relationship Id="rId3" Type="http://schemas.openxmlformats.org/officeDocument/2006/relationships/image" Target="../media/image113.jpeg"/><Relationship Id="rId7" Type="http://schemas.openxmlformats.org/officeDocument/2006/relationships/image" Target="../media/image117.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16.tiff"/><Relationship Id="rId5" Type="http://schemas.openxmlformats.org/officeDocument/2006/relationships/image" Target="../media/image115.tiff"/><Relationship Id="rId4" Type="http://schemas.openxmlformats.org/officeDocument/2006/relationships/image" Target="../media/image114.tiff"/><Relationship Id="rId9"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DAY-20</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Content Transport</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TMS Service</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SAP CI CD Service</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SAP Build Transport</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3B4145-75ED-4A7A-C804-60EB1B425094}"/>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579CF47A-F6D4-B293-8C1F-1CE20537B12F}"/>
              </a:ext>
            </a:extLst>
          </p:cNvPr>
          <p:cNvSpPr>
            <a:spLocks noGrp="1"/>
          </p:cNvSpPr>
          <p:nvPr>
            <p:ph type="sldNum" sz="quarter" idx="12"/>
          </p:nvPr>
        </p:nvSpPr>
        <p:spPr/>
        <p:txBody>
          <a:bodyPr/>
          <a:lstStyle/>
          <a:p>
            <a:fld id="{B6F15528-21DE-4FAA-801E-634DDDAF4B2B}" type="slidenum">
              <a:rPr lang="en-US" smtClean="0"/>
              <a:pPr/>
              <a:t>4</a:t>
            </a:fld>
            <a:endParaRPr lang="en-US"/>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30982817-46B8-7AAB-D240-51E6B5972C04}"/>
                  </a:ext>
                </a:extLst>
              </p14:cNvPr>
              <p14:cNvContentPartPr/>
              <p14:nvPr/>
            </p14:nvContentPartPr>
            <p14:xfrm>
              <a:off x="5918670" y="2918982"/>
              <a:ext cx="1916640" cy="1152720"/>
            </p14:xfrm>
          </p:contentPart>
        </mc:Choice>
        <mc:Fallback xmlns="">
          <p:pic>
            <p:nvPicPr>
              <p:cNvPr id="8" name="Ink 7">
                <a:extLst>
                  <a:ext uri="{FF2B5EF4-FFF2-40B4-BE49-F238E27FC236}">
                    <a16:creationId xmlns:a16="http://schemas.microsoft.com/office/drawing/2014/main" id="{30982817-46B8-7AAB-D240-51E6B5972C04}"/>
                  </a:ext>
                </a:extLst>
              </p:cNvPr>
              <p:cNvPicPr/>
              <p:nvPr/>
            </p:nvPicPr>
            <p:blipFill>
              <a:blip r:embed="rId3"/>
              <a:stretch>
                <a:fillRect/>
              </a:stretch>
            </p:blipFill>
            <p:spPr>
              <a:xfrm>
                <a:off x="5910030" y="2909982"/>
                <a:ext cx="1934280" cy="1170360"/>
              </a:xfrm>
              <a:prstGeom prst="rect">
                <a:avLst/>
              </a:prstGeom>
            </p:spPr>
          </p:pic>
        </mc:Fallback>
      </mc:AlternateContent>
      <p:grpSp>
        <p:nvGrpSpPr>
          <p:cNvPr id="14" name="Group 13">
            <a:extLst>
              <a:ext uri="{FF2B5EF4-FFF2-40B4-BE49-F238E27FC236}">
                <a16:creationId xmlns:a16="http://schemas.microsoft.com/office/drawing/2014/main" id="{D091421B-03C4-8CBE-3B6C-F18D0258BB97}"/>
              </a:ext>
            </a:extLst>
          </p:cNvPr>
          <p:cNvGrpSpPr/>
          <p:nvPr/>
        </p:nvGrpSpPr>
        <p:grpSpPr>
          <a:xfrm>
            <a:off x="6446070" y="2655102"/>
            <a:ext cx="483840" cy="194040"/>
            <a:chOff x="6446070" y="2655102"/>
            <a:chExt cx="483840" cy="194040"/>
          </a:xfrm>
        </p:grpSpPr>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11BC9E34-0D11-4EA8-80BC-447FB2E90F5E}"/>
                    </a:ext>
                  </a:extLst>
                </p14:cNvPr>
                <p14:cNvContentPartPr/>
                <p14:nvPr/>
              </p14:nvContentPartPr>
              <p14:xfrm>
                <a:off x="6446070" y="2655102"/>
                <a:ext cx="135360" cy="194040"/>
              </p14:xfrm>
            </p:contentPart>
          </mc:Choice>
          <mc:Fallback xmlns="">
            <p:pic>
              <p:nvPicPr>
                <p:cNvPr id="9" name="Ink 8">
                  <a:extLst>
                    <a:ext uri="{FF2B5EF4-FFF2-40B4-BE49-F238E27FC236}">
                      <a16:creationId xmlns:a16="http://schemas.microsoft.com/office/drawing/2014/main" id="{11BC9E34-0D11-4EA8-80BC-447FB2E90F5E}"/>
                    </a:ext>
                  </a:extLst>
                </p:cNvPr>
                <p:cNvPicPr/>
                <p:nvPr/>
              </p:nvPicPr>
              <p:blipFill>
                <a:blip r:embed="rId5"/>
                <a:stretch>
                  <a:fillRect/>
                </a:stretch>
              </p:blipFill>
              <p:spPr>
                <a:xfrm>
                  <a:off x="6437070" y="2646102"/>
                  <a:ext cx="1530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2BB7B3CC-4224-4AB4-C2C5-D072186E123C}"/>
                    </a:ext>
                  </a:extLst>
                </p14:cNvPr>
                <p14:cNvContentPartPr/>
                <p14:nvPr/>
              </p14:nvContentPartPr>
              <p14:xfrm>
                <a:off x="6566310" y="2727462"/>
                <a:ext cx="84600" cy="105480"/>
              </p14:xfrm>
            </p:contentPart>
          </mc:Choice>
          <mc:Fallback xmlns="">
            <p:pic>
              <p:nvPicPr>
                <p:cNvPr id="10" name="Ink 9">
                  <a:extLst>
                    <a:ext uri="{FF2B5EF4-FFF2-40B4-BE49-F238E27FC236}">
                      <a16:creationId xmlns:a16="http://schemas.microsoft.com/office/drawing/2014/main" id="{2BB7B3CC-4224-4AB4-C2C5-D072186E123C}"/>
                    </a:ext>
                  </a:extLst>
                </p:cNvPr>
                <p:cNvPicPr/>
                <p:nvPr/>
              </p:nvPicPr>
              <p:blipFill>
                <a:blip r:embed="rId7"/>
                <a:stretch>
                  <a:fillRect/>
                </a:stretch>
              </p:blipFill>
              <p:spPr>
                <a:xfrm>
                  <a:off x="6557670" y="2718822"/>
                  <a:ext cx="1022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D7FD7646-67A8-64C0-7A27-F3EC3D88EAB0}"/>
                    </a:ext>
                  </a:extLst>
                </p14:cNvPr>
                <p14:cNvContentPartPr/>
                <p14:nvPr/>
              </p14:nvContentPartPr>
              <p14:xfrm>
                <a:off x="6689790" y="2732502"/>
                <a:ext cx="64800" cy="99360"/>
              </p14:xfrm>
            </p:contentPart>
          </mc:Choice>
          <mc:Fallback xmlns="">
            <p:pic>
              <p:nvPicPr>
                <p:cNvPr id="11" name="Ink 10">
                  <a:extLst>
                    <a:ext uri="{FF2B5EF4-FFF2-40B4-BE49-F238E27FC236}">
                      <a16:creationId xmlns:a16="http://schemas.microsoft.com/office/drawing/2014/main" id="{D7FD7646-67A8-64C0-7A27-F3EC3D88EAB0}"/>
                    </a:ext>
                  </a:extLst>
                </p:cNvPr>
                <p:cNvPicPr/>
                <p:nvPr/>
              </p:nvPicPr>
              <p:blipFill>
                <a:blip r:embed="rId9"/>
                <a:stretch>
                  <a:fillRect/>
                </a:stretch>
              </p:blipFill>
              <p:spPr>
                <a:xfrm>
                  <a:off x="6681150" y="2723862"/>
                  <a:ext cx="824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8E84D2EC-0ED3-F2AD-3770-B033964BB6D7}"/>
                    </a:ext>
                  </a:extLst>
                </p14:cNvPr>
                <p14:cNvContentPartPr/>
                <p14:nvPr/>
              </p14:nvContentPartPr>
              <p14:xfrm>
                <a:off x="6830550" y="2678862"/>
                <a:ext cx="20160" cy="148320"/>
              </p14:xfrm>
            </p:contentPart>
          </mc:Choice>
          <mc:Fallback xmlns="">
            <p:pic>
              <p:nvPicPr>
                <p:cNvPr id="12" name="Ink 11">
                  <a:extLst>
                    <a:ext uri="{FF2B5EF4-FFF2-40B4-BE49-F238E27FC236}">
                      <a16:creationId xmlns:a16="http://schemas.microsoft.com/office/drawing/2014/main" id="{8E84D2EC-0ED3-F2AD-3770-B033964BB6D7}"/>
                    </a:ext>
                  </a:extLst>
                </p:cNvPr>
                <p:cNvPicPr/>
                <p:nvPr/>
              </p:nvPicPr>
              <p:blipFill>
                <a:blip r:embed="rId11"/>
                <a:stretch>
                  <a:fillRect/>
                </a:stretch>
              </p:blipFill>
              <p:spPr>
                <a:xfrm>
                  <a:off x="6821550" y="2669862"/>
                  <a:ext cx="378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CF616B59-E1E8-37C9-D041-A925F7B41BA2}"/>
                    </a:ext>
                  </a:extLst>
                </p14:cNvPr>
                <p14:cNvContentPartPr/>
                <p14:nvPr/>
              </p14:nvContentPartPr>
              <p14:xfrm>
                <a:off x="6811470" y="2736102"/>
                <a:ext cx="118440" cy="6840"/>
              </p14:xfrm>
            </p:contentPart>
          </mc:Choice>
          <mc:Fallback xmlns="">
            <p:pic>
              <p:nvPicPr>
                <p:cNvPr id="13" name="Ink 12">
                  <a:extLst>
                    <a:ext uri="{FF2B5EF4-FFF2-40B4-BE49-F238E27FC236}">
                      <a16:creationId xmlns:a16="http://schemas.microsoft.com/office/drawing/2014/main" id="{CF616B59-E1E8-37C9-D041-A925F7B41BA2}"/>
                    </a:ext>
                  </a:extLst>
                </p:cNvPr>
                <p:cNvPicPr/>
                <p:nvPr/>
              </p:nvPicPr>
              <p:blipFill>
                <a:blip r:embed="rId13"/>
                <a:stretch>
                  <a:fillRect/>
                </a:stretch>
              </p:blipFill>
              <p:spPr>
                <a:xfrm>
                  <a:off x="6802470" y="2727102"/>
                  <a:ext cx="136080" cy="24480"/>
                </a:xfrm>
                <a:prstGeom prst="rect">
                  <a:avLst/>
                </a:prstGeom>
              </p:spPr>
            </p:pic>
          </mc:Fallback>
        </mc:AlternateContent>
      </p:grpSp>
      <p:sp>
        <p:nvSpPr>
          <p:cNvPr id="16" name="TextBox 15">
            <a:extLst>
              <a:ext uri="{FF2B5EF4-FFF2-40B4-BE49-F238E27FC236}">
                <a16:creationId xmlns:a16="http://schemas.microsoft.com/office/drawing/2014/main" id="{48DD8841-7F1F-F055-4EB6-443FB45ABAA0}"/>
              </a:ext>
            </a:extLst>
          </p:cNvPr>
          <p:cNvSpPr txBox="1"/>
          <p:nvPr/>
        </p:nvSpPr>
        <p:spPr>
          <a:xfrm>
            <a:off x="6177450" y="3081810"/>
            <a:ext cx="1524000" cy="461665"/>
          </a:xfrm>
          <a:prstGeom prst="rect">
            <a:avLst/>
          </a:prstGeom>
          <a:noFill/>
        </p:spPr>
        <p:txBody>
          <a:bodyPr wrap="square">
            <a:spAutoFit/>
          </a:bodyPr>
          <a:lstStyle/>
          <a:p>
            <a:pPr algn="ctr"/>
            <a:r>
              <a:rPr lang="en-IN" sz="1200" b="1" i="0" dirty="0">
                <a:solidFill>
                  <a:srgbClr val="FF0000"/>
                </a:solidFill>
                <a:effectLst/>
                <a:latin typeface="Courier New" panose="02070309020205020404" pitchFamily="49" charset="0"/>
              </a:rPr>
              <a:t>e433c0betrial</a:t>
            </a:r>
          </a:p>
          <a:p>
            <a:pPr algn="ctr"/>
            <a:r>
              <a:rPr lang="en-IN" sz="1200" b="1" dirty="0">
                <a:solidFill>
                  <a:srgbClr val="FF0000"/>
                </a:solidFill>
              </a:rPr>
              <a:t>Quality</a:t>
            </a:r>
          </a:p>
        </p:txBody>
      </p:sp>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F5F9581-BB9C-6D46-63CC-26C316E281DA}"/>
                  </a:ext>
                </a:extLst>
              </p14:cNvPr>
              <p14:cNvContentPartPr/>
              <p14:nvPr/>
            </p14:nvContentPartPr>
            <p14:xfrm>
              <a:off x="453150" y="2036622"/>
              <a:ext cx="1716480" cy="1114560"/>
            </p14:xfrm>
          </p:contentPart>
        </mc:Choice>
        <mc:Fallback xmlns="">
          <p:pic>
            <p:nvPicPr>
              <p:cNvPr id="18" name="Ink 17">
                <a:extLst>
                  <a:ext uri="{FF2B5EF4-FFF2-40B4-BE49-F238E27FC236}">
                    <a16:creationId xmlns:a16="http://schemas.microsoft.com/office/drawing/2014/main" id="{2F5F9581-BB9C-6D46-63CC-26C316E281DA}"/>
                  </a:ext>
                </a:extLst>
              </p:cNvPr>
              <p:cNvPicPr/>
              <p:nvPr/>
            </p:nvPicPr>
            <p:blipFill>
              <a:blip r:embed="rId15"/>
              <a:stretch>
                <a:fillRect/>
              </a:stretch>
            </p:blipFill>
            <p:spPr>
              <a:xfrm>
                <a:off x="444150" y="2027982"/>
                <a:ext cx="1734120" cy="1132200"/>
              </a:xfrm>
              <a:prstGeom prst="rect">
                <a:avLst/>
              </a:prstGeom>
            </p:spPr>
          </p:pic>
        </mc:Fallback>
      </mc:AlternateContent>
      <p:grpSp>
        <p:nvGrpSpPr>
          <p:cNvPr id="34" name="Group 33">
            <a:extLst>
              <a:ext uri="{FF2B5EF4-FFF2-40B4-BE49-F238E27FC236}">
                <a16:creationId xmlns:a16="http://schemas.microsoft.com/office/drawing/2014/main" id="{F0D6234D-E4C4-8906-2549-1153804AEAB7}"/>
              </a:ext>
            </a:extLst>
          </p:cNvPr>
          <p:cNvGrpSpPr/>
          <p:nvPr/>
        </p:nvGrpSpPr>
        <p:grpSpPr>
          <a:xfrm>
            <a:off x="933390" y="1182702"/>
            <a:ext cx="946800" cy="843480"/>
            <a:chOff x="933390" y="1182702"/>
            <a:chExt cx="946800" cy="843480"/>
          </a:xfrm>
        </p:grpSpPr>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6D9ABA02-9D8B-CBA9-DA7D-BAF68CF09E51}"/>
                    </a:ext>
                  </a:extLst>
                </p14:cNvPr>
                <p14:cNvContentPartPr/>
                <p14:nvPr/>
              </p14:nvContentPartPr>
              <p14:xfrm>
                <a:off x="1053270" y="1827102"/>
                <a:ext cx="18000" cy="165600"/>
              </p14:xfrm>
            </p:contentPart>
          </mc:Choice>
          <mc:Fallback xmlns="">
            <p:pic>
              <p:nvPicPr>
                <p:cNvPr id="19" name="Ink 18">
                  <a:extLst>
                    <a:ext uri="{FF2B5EF4-FFF2-40B4-BE49-F238E27FC236}">
                      <a16:creationId xmlns:a16="http://schemas.microsoft.com/office/drawing/2014/main" id="{6D9ABA02-9D8B-CBA9-DA7D-BAF68CF09E51}"/>
                    </a:ext>
                  </a:extLst>
                </p:cNvPr>
                <p:cNvPicPr/>
                <p:nvPr/>
              </p:nvPicPr>
              <p:blipFill>
                <a:blip r:embed="rId17"/>
                <a:stretch>
                  <a:fillRect/>
                </a:stretch>
              </p:blipFill>
              <p:spPr>
                <a:xfrm>
                  <a:off x="1044270" y="1818102"/>
                  <a:ext cx="3564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B6790103-3DF3-BA85-01A3-224F170B8A8A}"/>
                    </a:ext>
                  </a:extLst>
                </p14:cNvPr>
                <p14:cNvContentPartPr/>
                <p14:nvPr/>
              </p14:nvContentPartPr>
              <p14:xfrm>
                <a:off x="933390" y="1768782"/>
                <a:ext cx="202320" cy="252000"/>
              </p14:xfrm>
            </p:contentPart>
          </mc:Choice>
          <mc:Fallback xmlns="">
            <p:pic>
              <p:nvPicPr>
                <p:cNvPr id="20" name="Ink 19">
                  <a:extLst>
                    <a:ext uri="{FF2B5EF4-FFF2-40B4-BE49-F238E27FC236}">
                      <a16:creationId xmlns:a16="http://schemas.microsoft.com/office/drawing/2014/main" id="{B6790103-3DF3-BA85-01A3-224F170B8A8A}"/>
                    </a:ext>
                  </a:extLst>
                </p:cNvPr>
                <p:cNvPicPr/>
                <p:nvPr/>
              </p:nvPicPr>
              <p:blipFill>
                <a:blip r:embed="rId19"/>
                <a:stretch>
                  <a:fillRect/>
                </a:stretch>
              </p:blipFill>
              <p:spPr>
                <a:xfrm>
                  <a:off x="924750" y="1759782"/>
                  <a:ext cx="2199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118D20C0-316C-EA90-4AE5-71B75FA4E6B0}"/>
                    </a:ext>
                  </a:extLst>
                </p14:cNvPr>
                <p14:cNvContentPartPr/>
                <p14:nvPr/>
              </p14:nvContentPartPr>
              <p14:xfrm>
                <a:off x="1154430" y="1874982"/>
                <a:ext cx="74520" cy="128160"/>
              </p14:xfrm>
            </p:contentPart>
          </mc:Choice>
          <mc:Fallback xmlns="">
            <p:pic>
              <p:nvPicPr>
                <p:cNvPr id="21" name="Ink 20">
                  <a:extLst>
                    <a:ext uri="{FF2B5EF4-FFF2-40B4-BE49-F238E27FC236}">
                      <a16:creationId xmlns:a16="http://schemas.microsoft.com/office/drawing/2014/main" id="{118D20C0-316C-EA90-4AE5-71B75FA4E6B0}"/>
                    </a:ext>
                  </a:extLst>
                </p:cNvPr>
                <p:cNvPicPr/>
                <p:nvPr/>
              </p:nvPicPr>
              <p:blipFill>
                <a:blip r:embed="rId21"/>
                <a:stretch>
                  <a:fillRect/>
                </a:stretch>
              </p:blipFill>
              <p:spPr>
                <a:xfrm>
                  <a:off x="1145790" y="1865982"/>
                  <a:ext cx="921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E64912DA-FF3E-B44E-FA22-3C6427AD6944}"/>
                    </a:ext>
                  </a:extLst>
                </p14:cNvPr>
                <p14:cNvContentPartPr/>
                <p14:nvPr/>
              </p14:nvContentPartPr>
              <p14:xfrm>
                <a:off x="1244070" y="1866702"/>
                <a:ext cx="69840" cy="115560"/>
              </p14:xfrm>
            </p:contentPart>
          </mc:Choice>
          <mc:Fallback xmlns="">
            <p:pic>
              <p:nvPicPr>
                <p:cNvPr id="22" name="Ink 21">
                  <a:extLst>
                    <a:ext uri="{FF2B5EF4-FFF2-40B4-BE49-F238E27FC236}">
                      <a16:creationId xmlns:a16="http://schemas.microsoft.com/office/drawing/2014/main" id="{E64912DA-FF3E-B44E-FA22-3C6427AD6944}"/>
                    </a:ext>
                  </a:extLst>
                </p:cNvPr>
                <p:cNvPicPr/>
                <p:nvPr/>
              </p:nvPicPr>
              <p:blipFill>
                <a:blip r:embed="rId23"/>
                <a:stretch>
                  <a:fillRect/>
                </a:stretch>
              </p:blipFill>
              <p:spPr>
                <a:xfrm>
                  <a:off x="1235430" y="1857702"/>
                  <a:ext cx="874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E205075A-6CD4-2C74-3455-99858BA4FA89}"/>
                    </a:ext>
                  </a:extLst>
                </p14:cNvPr>
                <p14:cNvContentPartPr/>
                <p14:nvPr/>
              </p14:nvContentPartPr>
              <p14:xfrm>
                <a:off x="1120230" y="1182702"/>
                <a:ext cx="230400" cy="225360"/>
              </p14:xfrm>
            </p:contentPart>
          </mc:Choice>
          <mc:Fallback xmlns="">
            <p:pic>
              <p:nvPicPr>
                <p:cNvPr id="23" name="Ink 22">
                  <a:extLst>
                    <a:ext uri="{FF2B5EF4-FFF2-40B4-BE49-F238E27FC236}">
                      <a16:creationId xmlns:a16="http://schemas.microsoft.com/office/drawing/2014/main" id="{E205075A-6CD4-2C74-3455-99858BA4FA89}"/>
                    </a:ext>
                  </a:extLst>
                </p:cNvPr>
                <p:cNvPicPr/>
                <p:nvPr/>
              </p:nvPicPr>
              <p:blipFill>
                <a:blip r:embed="rId25"/>
                <a:stretch>
                  <a:fillRect/>
                </a:stretch>
              </p:blipFill>
              <p:spPr>
                <a:xfrm>
                  <a:off x="1111230" y="1173702"/>
                  <a:ext cx="2480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71DE8FB4-0F3E-5125-22EE-29F4024B9593}"/>
                    </a:ext>
                  </a:extLst>
                </p14:cNvPr>
                <p14:cNvContentPartPr/>
                <p14:nvPr/>
              </p14:nvContentPartPr>
              <p14:xfrm>
                <a:off x="1134630" y="1405902"/>
                <a:ext cx="209520" cy="175680"/>
              </p14:xfrm>
            </p:contentPart>
          </mc:Choice>
          <mc:Fallback xmlns="">
            <p:pic>
              <p:nvPicPr>
                <p:cNvPr id="24" name="Ink 23">
                  <a:extLst>
                    <a:ext uri="{FF2B5EF4-FFF2-40B4-BE49-F238E27FC236}">
                      <a16:creationId xmlns:a16="http://schemas.microsoft.com/office/drawing/2014/main" id="{71DE8FB4-0F3E-5125-22EE-29F4024B9593}"/>
                    </a:ext>
                  </a:extLst>
                </p:cNvPr>
                <p:cNvPicPr/>
                <p:nvPr/>
              </p:nvPicPr>
              <p:blipFill>
                <a:blip r:embed="rId27"/>
                <a:stretch>
                  <a:fillRect/>
                </a:stretch>
              </p:blipFill>
              <p:spPr>
                <a:xfrm>
                  <a:off x="1125630" y="1397262"/>
                  <a:ext cx="2271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87F4D5D8-9941-22B6-9383-85211909241C}"/>
                    </a:ext>
                  </a:extLst>
                </p14:cNvPr>
                <p14:cNvContentPartPr/>
                <p14:nvPr/>
              </p14:nvContentPartPr>
              <p14:xfrm>
                <a:off x="1202670" y="1308702"/>
                <a:ext cx="87840" cy="61200"/>
              </p14:xfrm>
            </p:contentPart>
          </mc:Choice>
          <mc:Fallback xmlns="">
            <p:pic>
              <p:nvPicPr>
                <p:cNvPr id="25" name="Ink 24">
                  <a:extLst>
                    <a:ext uri="{FF2B5EF4-FFF2-40B4-BE49-F238E27FC236}">
                      <a16:creationId xmlns:a16="http://schemas.microsoft.com/office/drawing/2014/main" id="{87F4D5D8-9941-22B6-9383-85211909241C}"/>
                    </a:ext>
                  </a:extLst>
                </p:cNvPr>
                <p:cNvPicPr/>
                <p:nvPr/>
              </p:nvPicPr>
              <p:blipFill>
                <a:blip r:embed="rId29"/>
                <a:stretch>
                  <a:fillRect/>
                </a:stretch>
              </p:blipFill>
              <p:spPr>
                <a:xfrm>
                  <a:off x="1194030" y="1299702"/>
                  <a:ext cx="10548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92C6D05B-75D8-A9A8-CABB-0A9CF12B602B}"/>
                    </a:ext>
                  </a:extLst>
                </p14:cNvPr>
                <p14:cNvContentPartPr/>
                <p14:nvPr/>
              </p14:nvContentPartPr>
              <p14:xfrm>
                <a:off x="1179990" y="1267302"/>
                <a:ext cx="8280" cy="4320"/>
              </p14:xfrm>
            </p:contentPart>
          </mc:Choice>
          <mc:Fallback xmlns="">
            <p:pic>
              <p:nvPicPr>
                <p:cNvPr id="26" name="Ink 25">
                  <a:extLst>
                    <a:ext uri="{FF2B5EF4-FFF2-40B4-BE49-F238E27FC236}">
                      <a16:creationId xmlns:a16="http://schemas.microsoft.com/office/drawing/2014/main" id="{92C6D05B-75D8-A9A8-CABB-0A9CF12B602B}"/>
                    </a:ext>
                  </a:extLst>
                </p:cNvPr>
                <p:cNvPicPr/>
                <p:nvPr/>
              </p:nvPicPr>
              <p:blipFill>
                <a:blip r:embed="rId31"/>
                <a:stretch>
                  <a:fillRect/>
                </a:stretch>
              </p:blipFill>
              <p:spPr>
                <a:xfrm>
                  <a:off x="1171350" y="1258302"/>
                  <a:ext cx="259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4532B3E1-AFA5-37F1-DA2C-4C5D7CF5CD3D}"/>
                    </a:ext>
                  </a:extLst>
                </p14:cNvPr>
                <p14:cNvContentPartPr/>
                <p14:nvPr/>
              </p14:nvContentPartPr>
              <p14:xfrm>
                <a:off x="1241910" y="1261542"/>
                <a:ext cx="6120" cy="360"/>
              </p14:xfrm>
            </p:contentPart>
          </mc:Choice>
          <mc:Fallback xmlns="">
            <p:pic>
              <p:nvPicPr>
                <p:cNvPr id="27" name="Ink 26">
                  <a:extLst>
                    <a:ext uri="{FF2B5EF4-FFF2-40B4-BE49-F238E27FC236}">
                      <a16:creationId xmlns:a16="http://schemas.microsoft.com/office/drawing/2014/main" id="{4532B3E1-AFA5-37F1-DA2C-4C5D7CF5CD3D}"/>
                    </a:ext>
                  </a:extLst>
                </p:cNvPr>
                <p:cNvPicPr/>
                <p:nvPr/>
              </p:nvPicPr>
              <p:blipFill>
                <a:blip r:embed="rId33"/>
                <a:stretch>
                  <a:fillRect/>
                </a:stretch>
              </p:blipFill>
              <p:spPr>
                <a:xfrm>
                  <a:off x="1232910" y="1252542"/>
                  <a:ext cx="237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064EEC2E-4F1E-F481-197B-0167AEBAECB1}"/>
                    </a:ext>
                  </a:extLst>
                </p14:cNvPr>
                <p14:cNvContentPartPr/>
                <p14:nvPr/>
              </p14:nvContentPartPr>
              <p14:xfrm>
                <a:off x="1420110" y="1387182"/>
                <a:ext cx="140040" cy="154440"/>
              </p14:xfrm>
            </p:contentPart>
          </mc:Choice>
          <mc:Fallback xmlns="">
            <p:pic>
              <p:nvPicPr>
                <p:cNvPr id="28" name="Ink 27">
                  <a:extLst>
                    <a:ext uri="{FF2B5EF4-FFF2-40B4-BE49-F238E27FC236}">
                      <a16:creationId xmlns:a16="http://schemas.microsoft.com/office/drawing/2014/main" id="{064EEC2E-4F1E-F481-197B-0167AEBAECB1}"/>
                    </a:ext>
                  </a:extLst>
                </p:cNvPr>
                <p:cNvPicPr/>
                <p:nvPr/>
              </p:nvPicPr>
              <p:blipFill>
                <a:blip r:embed="rId35"/>
                <a:stretch>
                  <a:fillRect/>
                </a:stretch>
              </p:blipFill>
              <p:spPr>
                <a:xfrm>
                  <a:off x="1411110" y="1378542"/>
                  <a:ext cx="1576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85725E7A-1316-F95B-CF7C-63F1316443F7}"/>
                    </a:ext>
                  </a:extLst>
                </p14:cNvPr>
                <p14:cNvContentPartPr/>
                <p14:nvPr/>
              </p14:nvContentPartPr>
              <p14:xfrm>
                <a:off x="1581030" y="1438662"/>
                <a:ext cx="67320" cy="100080"/>
              </p14:xfrm>
            </p:contentPart>
          </mc:Choice>
          <mc:Fallback xmlns="">
            <p:pic>
              <p:nvPicPr>
                <p:cNvPr id="29" name="Ink 28">
                  <a:extLst>
                    <a:ext uri="{FF2B5EF4-FFF2-40B4-BE49-F238E27FC236}">
                      <a16:creationId xmlns:a16="http://schemas.microsoft.com/office/drawing/2014/main" id="{85725E7A-1316-F95B-CF7C-63F1316443F7}"/>
                    </a:ext>
                  </a:extLst>
                </p:cNvPr>
                <p:cNvPicPr/>
                <p:nvPr/>
              </p:nvPicPr>
              <p:blipFill>
                <a:blip r:embed="rId37"/>
                <a:stretch>
                  <a:fillRect/>
                </a:stretch>
              </p:blipFill>
              <p:spPr>
                <a:xfrm>
                  <a:off x="1572030" y="1429662"/>
                  <a:ext cx="849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Ink 29">
                  <a:extLst>
                    <a:ext uri="{FF2B5EF4-FFF2-40B4-BE49-F238E27FC236}">
                      <a16:creationId xmlns:a16="http://schemas.microsoft.com/office/drawing/2014/main" id="{D9295B18-5CCB-29CA-8086-6563CF833DEE}"/>
                    </a:ext>
                  </a:extLst>
                </p14:cNvPr>
                <p14:cNvContentPartPr/>
                <p14:nvPr/>
              </p14:nvContentPartPr>
              <p14:xfrm>
                <a:off x="1667790" y="1442262"/>
                <a:ext cx="74520" cy="78840"/>
              </p14:xfrm>
            </p:contentPart>
          </mc:Choice>
          <mc:Fallback xmlns="">
            <p:pic>
              <p:nvPicPr>
                <p:cNvPr id="30" name="Ink 29">
                  <a:extLst>
                    <a:ext uri="{FF2B5EF4-FFF2-40B4-BE49-F238E27FC236}">
                      <a16:creationId xmlns:a16="http://schemas.microsoft.com/office/drawing/2014/main" id="{D9295B18-5CCB-29CA-8086-6563CF833DEE}"/>
                    </a:ext>
                  </a:extLst>
                </p:cNvPr>
                <p:cNvPicPr/>
                <p:nvPr/>
              </p:nvPicPr>
              <p:blipFill>
                <a:blip r:embed="rId39"/>
                <a:stretch>
                  <a:fillRect/>
                </a:stretch>
              </p:blipFill>
              <p:spPr>
                <a:xfrm>
                  <a:off x="1658790" y="1433262"/>
                  <a:ext cx="921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D7A40898-2EEF-202F-B36E-D5D45CC73044}"/>
                    </a:ext>
                  </a:extLst>
                </p14:cNvPr>
                <p14:cNvContentPartPr/>
                <p14:nvPr/>
              </p14:nvContentPartPr>
              <p14:xfrm>
                <a:off x="1774710" y="1426782"/>
                <a:ext cx="105480" cy="123840"/>
              </p14:xfrm>
            </p:contentPart>
          </mc:Choice>
          <mc:Fallback xmlns="">
            <p:pic>
              <p:nvPicPr>
                <p:cNvPr id="31" name="Ink 30">
                  <a:extLst>
                    <a:ext uri="{FF2B5EF4-FFF2-40B4-BE49-F238E27FC236}">
                      <a16:creationId xmlns:a16="http://schemas.microsoft.com/office/drawing/2014/main" id="{D7A40898-2EEF-202F-B36E-D5D45CC73044}"/>
                    </a:ext>
                  </a:extLst>
                </p:cNvPr>
                <p:cNvPicPr/>
                <p:nvPr/>
              </p:nvPicPr>
              <p:blipFill>
                <a:blip r:embed="rId41"/>
                <a:stretch>
                  <a:fillRect/>
                </a:stretch>
              </p:blipFill>
              <p:spPr>
                <a:xfrm>
                  <a:off x="1765710" y="1417782"/>
                  <a:ext cx="1231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2" name="Ink 31">
                  <a:extLst>
                    <a:ext uri="{FF2B5EF4-FFF2-40B4-BE49-F238E27FC236}">
                      <a16:creationId xmlns:a16="http://schemas.microsoft.com/office/drawing/2014/main" id="{328B3521-C2F3-1FBB-A987-775336C67DC7}"/>
                    </a:ext>
                  </a:extLst>
                </p14:cNvPr>
                <p14:cNvContentPartPr/>
                <p14:nvPr/>
              </p14:nvContentPartPr>
              <p14:xfrm>
                <a:off x="1309590" y="1616862"/>
                <a:ext cx="36000" cy="390960"/>
              </p14:xfrm>
            </p:contentPart>
          </mc:Choice>
          <mc:Fallback xmlns="">
            <p:pic>
              <p:nvPicPr>
                <p:cNvPr id="32" name="Ink 31">
                  <a:extLst>
                    <a:ext uri="{FF2B5EF4-FFF2-40B4-BE49-F238E27FC236}">
                      <a16:creationId xmlns:a16="http://schemas.microsoft.com/office/drawing/2014/main" id="{328B3521-C2F3-1FBB-A987-775336C67DC7}"/>
                    </a:ext>
                  </a:extLst>
                </p:cNvPr>
                <p:cNvPicPr/>
                <p:nvPr/>
              </p:nvPicPr>
              <p:blipFill>
                <a:blip r:embed="rId43"/>
                <a:stretch>
                  <a:fillRect/>
                </a:stretch>
              </p:blipFill>
              <p:spPr>
                <a:xfrm>
                  <a:off x="1300590" y="1607862"/>
                  <a:ext cx="53640" cy="408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A9A6F1A7-28D4-D6D9-089F-1B70C3423DCD}"/>
                    </a:ext>
                  </a:extLst>
                </p14:cNvPr>
                <p14:cNvContentPartPr/>
                <p14:nvPr/>
              </p14:nvContentPartPr>
              <p14:xfrm>
                <a:off x="1267470" y="1980462"/>
                <a:ext cx="114840" cy="45720"/>
              </p14:xfrm>
            </p:contentPart>
          </mc:Choice>
          <mc:Fallback xmlns="">
            <p:pic>
              <p:nvPicPr>
                <p:cNvPr id="33" name="Ink 32">
                  <a:extLst>
                    <a:ext uri="{FF2B5EF4-FFF2-40B4-BE49-F238E27FC236}">
                      <a16:creationId xmlns:a16="http://schemas.microsoft.com/office/drawing/2014/main" id="{A9A6F1A7-28D4-D6D9-089F-1B70C3423DCD}"/>
                    </a:ext>
                  </a:extLst>
                </p:cNvPr>
                <p:cNvPicPr/>
                <p:nvPr/>
              </p:nvPicPr>
              <p:blipFill>
                <a:blip r:embed="rId45"/>
                <a:stretch>
                  <a:fillRect/>
                </a:stretch>
              </p:blipFill>
              <p:spPr>
                <a:xfrm>
                  <a:off x="1258830" y="1971462"/>
                  <a:ext cx="132480" cy="63360"/>
                </a:xfrm>
                <a:prstGeom prst="rect">
                  <a:avLst/>
                </a:prstGeom>
              </p:spPr>
            </p:pic>
          </mc:Fallback>
        </mc:AlternateContent>
      </p:grpSp>
      <p:grpSp>
        <p:nvGrpSpPr>
          <p:cNvPr id="42" name="Group 41">
            <a:extLst>
              <a:ext uri="{FF2B5EF4-FFF2-40B4-BE49-F238E27FC236}">
                <a16:creationId xmlns:a16="http://schemas.microsoft.com/office/drawing/2014/main" id="{B6FBEC5D-2DB1-C5A8-9DF9-776F86321C3A}"/>
              </a:ext>
            </a:extLst>
          </p:cNvPr>
          <p:cNvGrpSpPr/>
          <p:nvPr/>
        </p:nvGrpSpPr>
        <p:grpSpPr>
          <a:xfrm>
            <a:off x="694350" y="3245502"/>
            <a:ext cx="882720" cy="270360"/>
            <a:chOff x="694350" y="3245502"/>
            <a:chExt cx="882720" cy="270360"/>
          </a:xfrm>
        </p:grpSpPr>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39AFC2AA-7324-19B5-25B7-EA39C45EF0C1}"/>
                    </a:ext>
                  </a:extLst>
                </p14:cNvPr>
                <p14:cNvContentPartPr/>
                <p14:nvPr/>
              </p14:nvContentPartPr>
              <p14:xfrm>
                <a:off x="694350" y="3281862"/>
                <a:ext cx="146520" cy="177480"/>
              </p14:xfrm>
            </p:contentPart>
          </mc:Choice>
          <mc:Fallback xmlns="">
            <p:pic>
              <p:nvPicPr>
                <p:cNvPr id="35" name="Ink 34">
                  <a:extLst>
                    <a:ext uri="{FF2B5EF4-FFF2-40B4-BE49-F238E27FC236}">
                      <a16:creationId xmlns:a16="http://schemas.microsoft.com/office/drawing/2014/main" id="{39AFC2AA-7324-19B5-25B7-EA39C45EF0C1}"/>
                    </a:ext>
                  </a:extLst>
                </p:cNvPr>
                <p:cNvPicPr/>
                <p:nvPr/>
              </p:nvPicPr>
              <p:blipFill>
                <a:blip r:embed="rId47"/>
                <a:stretch>
                  <a:fillRect/>
                </a:stretch>
              </p:blipFill>
              <p:spPr>
                <a:xfrm>
                  <a:off x="685710" y="3272862"/>
                  <a:ext cx="1641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6" name="Ink 35">
                  <a:extLst>
                    <a:ext uri="{FF2B5EF4-FFF2-40B4-BE49-F238E27FC236}">
                      <a16:creationId xmlns:a16="http://schemas.microsoft.com/office/drawing/2014/main" id="{7ED3D335-948B-4BE7-0440-35A81B0FFCA0}"/>
                    </a:ext>
                  </a:extLst>
                </p14:cNvPr>
                <p14:cNvContentPartPr/>
                <p14:nvPr/>
              </p14:nvContentPartPr>
              <p14:xfrm>
                <a:off x="871110" y="3321102"/>
                <a:ext cx="108720" cy="150840"/>
              </p14:xfrm>
            </p:contentPart>
          </mc:Choice>
          <mc:Fallback xmlns="">
            <p:pic>
              <p:nvPicPr>
                <p:cNvPr id="36" name="Ink 35">
                  <a:extLst>
                    <a:ext uri="{FF2B5EF4-FFF2-40B4-BE49-F238E27FC236}">
                      <a16:creationId xmlns:a16="http://schemas.microsoft.com/office/drawing/2014/main" id="{7ED3D335-948B-4BE7-0440-35A81B0FFCA0}"/>
                    </a:ext>
                  </a:extLst>
                </p:cNvPr>
                <p:cNvPicPr/>
                <p:nvPr/>
              </p:nvPicPr>
              <p:blipFill>
                <a:blip r:embed="rId49"/>
                <a:stretch>
                  <a:fillRect/>
                </a:stretch>
              </p:blipFill>
              <p:spPr>
                <a:xfrm>
                  <a:off x="862110" y="3312102"/>
                  <a:ext cx="1263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7" name="Ink 36">
                  <a:extLst>
                    <a:ext uri="{FF2B5EF4-FFF2-40B4-BE49-F238E27FC236}">
                      <a16:creationId xmlns:a16="http://schemas.microsoft.com/office/drawing/2014/main" id="{CD248A91-E47C-297F-6FC9-CF8E6C0DD099}"/>
                    </a:ext>
                  </a:extLst>
                </p14:cNvPr>
                <p14:cNvContentPartPr/>
                <p14:nvPr/>
              </p14:nvContentPartPr>
              <p14:xfrm>
                <a:off x="994950" y="3309222"/>
                <a:ext cx="154080" cy="142920"/>
              </p14:xfrm>
            </p:contentPart>
          </mc:Choice>
          <mc:Fallback xmlns="">
            <p:pic>
              <p:nvPicPr>
                <p:cNvPr id="37" name="Ink 36">
                  <a:extLst>
                    <a:ext uri="{FF2B5EF4-FFF2-40B4-BE49-F238E27FC236}">
                      <a16:creationId xmlns:a16="http://schemas.microsoft.com/office/drawing/2014/main" id="{CD248A91-E47C-297F-6FC9-CF8E6C0DD099}"/>
                    </a:ext>
                  </a:extLst>
                </p:cNvPr>
                <p:cNvPicPr/>
                <p:nvPr/>
              </p:nvPicPr>
              <p:blipFill>
                <a:blip r:embed="rId51"/>
                <a:stretch>
                  <a:fillRect/>
                </a:stretch>
              </p:blipFill>
              <p:spPr>
                <a:xfrm>
                  <a:off x="985950" y="3300582"/>
                  <a:ext cx="1717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969DEE28-B2F2-25A3-47A8-7CDBAB0F66F4}"/>
                    </a:ext>
                  </a:extLst>
                </p14:cNvPr>
                <p14:cNvContentPartPr/>
                <p14:nvPr/>
              </p14:nvContentPartPr>
              <p14:xfrm>
                <a:off x="1231830" y="3265662"/>
                <a:ext cx="123840" cy="148680"/>
              </p14:xfrm>
            </p:contentPart>
          </mc:Choice>
          <mc:Fallback xmlns="">
            <p:pic>
              <p:nvPicPr>
                <p:cNvPr id="38" name="Ink 37">
                  <a:extLst>
                    <a:ext uri="{FF2B5EF4-FFF2-40B4-BE49-F238E27FC236}">
                      <a16:creationId xmlns:a16="http://schemas.microsoft.com/office/drawing/2014/main" id="{969DEE28-B2F2-25A3-47A8-7CDBAB0F66F4}"/>
                    </a:ext>
                  </a:extLst>
                </p:cNvPr>
                <p:cNvPicPr/>
                <p:nvPr/>
              </p:nvPicPr>
              <p:blipFill>
                <a:blip r:embed="rId53"/>
                <a:stretch>
                  <a:fillRect/>
                </a:stretch>
              </p:blipFill>
              <p:spPr>
                <a:xfrm>
                  <a:off x="1223190" y="3256662"/>
                  <a:ext cx="1414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9" name="Ink 38">
                  <a:extLst>
                    <a:ext uri="{FF2B5EF4-FFF2-40B4-BE49-F238E27FC236}">
                      <a16:creationId xmlns:a16="http://schemas.microsoft.com/office/drawing/2014/main" id="{6BED4638-FA06-5565-7D8F-3F7E7FF8EB45}"/>
                    </a:ext>
                  </a:extLst>
                </p14:cNvPr>
                <p14:cNvContentPartPr/>
                <p14:nvPr/>
              </p14:nvContentPartPr>
              <p14:xfrm>
                <a:off x="1436670" y="3267822"/>
                <a:ext cx="140400" cy="168840"/>
              </p14:xfrm>
            </p:contentPart>
          </mc:Choice>
          <mc:Fallback xmlns="">
            <p:pic>
              <p:nvPicPr>
                <p:cNvPr id="39" name="Ink 38">
                  <a:extLst>
                    <a:ext uri="{FF2B5EF4-FFF2-40B4-BE49-F238E27FC236}">
                      <a16:creationId xmlns:a16="http://schemas.microsoft.com/office/drawing/2014/main" id="{6BED4638-FA06-5565-7D8F-3F7E7FF8EB45}"/>
                    </a:ext>
                  </a:extLst>
                </p:cNvPr>
                <p:cNvPicPr/>
                <p:nvPr/>
              </p:nvPicPr>
              <p:blipFill>
                <a:blip r:embed="rId55"/>
                <a:stretch>
                  <a:fillRect/>
                </a:stretch>
              </p:blipFill>
              <p:spPr>
                <a:xfrm>
                  <a:off x="1427670" y="3258822"/>
                  <a:ext cx="1580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0" name="Ink 39">
                  <a:extLst>
                    <a:ext uri="{FF2B5EF4-FFF2-40B4-BE49-F238E27FC236}">
                      <a16:creationId xmlns:a16="http://schemas.microsoft.com/office/drawing/2014/main" id="{907B867D-FA32-D727-1250-40FA5F846049}"/>
                    </a:ext>
                  </a:extLst>
                </p14:cNvPr>
                <p14:cNvContentPartPr/>
                <p14:nvPr/>
              </p14:nvContentPartPr>
              <p14:xfrm>
                <a:off x="1470510" y="3353142"/>
                <a:ext cx="98640" cy="25560"/>
              </p14:xfrm>
            </p:contentPart>
          </mc:Choice>
          <mc:Fallback xmlns="">
            <p:pic>
              <p:nvPicPr>
                <p:cNvPr id="40" name="Ink 39">
                  <a:extLst>
                    <a:ext uri="{FF2B5EF4-FFF2-40B4-BE49-F238E27FC236}">
                      <a16:creationId xmlns:a16="http://schemas.microsoft.com/office/drawing/2014/main" id="{907B867D-FA32-D727-1250-40FA5F846049}"/>
                    </a:ext>
                  </a:extLst>
                </p:cNvPr>
                <p:cNvPicPr/>
                <p:nvPr/>
              </p:nvPicPr>
              <p:blipFill>
                <a:blip r:embed="rId57"/>
                <a:stretch>
                  <a:fillRect/>
                </a:stretch>
              </p:blipFill>
              <p:spPr>
                <a:xfrm>
                  <a:off x="1461510" y="3344502"/>
                  <a:ext cx="116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1" name="Ink 40">
                  <a:extLst>
                    <a:ext uri="{FF2B5EF4-FFF2-40B4-BE49-F238E27FC236}">
                      <a16:creationId xmlns:a16="http://schemas.microsoft.com/office/drawing/2014/main" id="{CE36A968-4E41-5843-2536-8F260B71E00B}"/>
                    </a:ext>
                  </a:extLst>
                </p14:cNvPr>
                <p14:cNvContentPartPr/>
                <p14:nvPr/>
              </p14:nvContentPartPr>
              <p14:xfrm>
                <a:off x="1309590" y="3245502"/>
                <a:ext cx="145800" cy="270360"/>
              </p14:xfrm>
            </p:contentPart>
          </mc:Choice>
          <mc:Fallback xmlns="">
            <p:pic>
              <p:nvPicPr>
                <p:cNvPr id="41" name="Ink 40">
                  <a:extLst>
                    <a:ext uri="{FF2B5EF4-FFF2-40B4-BE49-F238E27FC236}">
                      <a16:creationId xmlns:a16="http://schemas.microsoft.com/office/drawing/2014/main" id="{CE36A968-4E41-5843-2536-8F260B71E00B}"/>
                    </a:ext>
                  </a:extLst>
                </p:cNvPr>
                <p:cNvPicPr/>
                <p:nvPr/>
              </p:nvPicPr>
              <p:blipFill>
                <a:blip r:embed="rId59"/>
                <a:stretch>
                  <a:fillRect/>
                </a:stretch>
              </p:blipFill>
              <p:spPr>
                <a:xfrm>
                  <a:off x="1300950" y="3236502"/>
                  <a:ext cx="163440" cy="288000"/>
                </a:xfrm>
                <a:prstGeom prst="rect">
                  <a:avLst/>
                </a:prstGeom>
              </p:spPr>
            </p:pic>
          </mc:Fallback>
        </mc:AlternateContent>
      </p:grpSp>
      <p:grpSp>
        <p:nvGrpSpPr>
          <p:cNvPr id="56" name="Group 55">
            <a:extLst>
              <a:ext uri="{FF2B5EF4-FFF2-40B4-BE49-F238E27FC236}">
                <a16:creationId xmlns:a16="http://schemas.microsoft.com/office/drawing/2014/main" id="{1D6BA298-1EAD-5256-B6A0-4B00C20F9878}"/>
              </a:ext>
            </a:extLst>
          </p:cNvPr>
          <p:cNvGrpSpPr/>
          <p:nvPr/>
        </p:nvGrpSpPr>
        <p:grpSpPr>
          <a:xfrm>
            <a:off x="609570" y="2855262"/>
            <a:ext cx="1219320" cy="236880"/>
            <a:chOff x="627030" y="2721702"/>
            <a:chExt cx="1219320" cy="236880"/>
          </a:xfrm>
        </p:grpSpPr>
        <mc:AlternateContent xmlns:mc="http://schemas.openxmlformats.org/markup-compatibility/2006" xmlns:p14="http://schemas.microsoft.com/office/powerpoint/2010/main">
          <mc:Choice Requires="p14">
            <p:contentPart p14:bwMode="auto" r:id="rId60">
              <p14:nvContentPartPr>
                <p14:cNvPr id="43" name="Ink 42">
                  <a:extLst>
                    <a:ext uri="{FF2B5EF4-FFF2-40B4-BE49-F238E27FC236}">
                      <a16:creationId xmlns:a16="http://schemas.microsoft.com/office/drawing/2014/main" id="{011FF26A-4762-D5D9-52E8-982B815FC5DF}"/>
                    </a:ext>
                  </a:extLst>
                </p14:cNvPr>
                <p14:cNvContentPartPr/>
                <p14:nvPr/>
              </p14:nvContentPartPr>
              <p14:xfrm>
                <a:off x="627030" y="2766702"/>
                <a:ext cx="121680" cy="187920"/>
              </p14:xfrm>
            </p:contentPart>
          </mc:Choice>
          <mc:Fallback xmlns="">
            <p:pic>
              <p:nvPicPr>
                <p:cNvPr id="43" name="Ink 42">
                  <a:extLst>
                    <a:ext uri="{FF2B5EF4-FFF2-40B4-BE49-F238E27FC236}">
                      <a16:creationId xmlns:a16="http://schemas.microsoft.com/office/drawing/2014/main" id="{011FF26A-4762-D5D9-52E8-982B815FC5DF}"/>
                    </a:ext>
                  </a:extLst>
                </p:cNvPr>
                <p:cNvPicPr/>
                <p:nvPr/>
              </p:nvPicPr>
              <p:blipFill>
                <a:blip r:embed="rId61"/>
                <a:stretch>
                  <a:fillRect/>
                </a:stretch>
              </p:blipFill>
              <p:spPr>
                <a:xfrm>
                  <a:off x="618390" y="2757702"/>
                  <a:ext cx="1393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4" name="Ink 43">
                  <a:extLst>
                    <a:ext uri="{FF2B5EF4-FFF2-40B4-BE49-F238E27FC236}">
                      <a16:creationId xmlns:a16="http://schemas.microsoft.com/office/drawing/2014/main" id="{1ED0BF70-748B-E8C1-A1B1-5908BF904D26}"/>
                    </a:ext>
                  </a:extLst>
                </p14:cNvPr>
                <p14:cNvContentPartPr/>
                <p14:nvPr/>
              </p14:nvContentPartPr>
              <p14:xfrm>
                <a:off x="791910" y="2753382"/>
                <a:ext cx="87840" cy="192240"/>
              </p14:xfrm>
            </p:contentPart>
          </mc:Choice>
          <mc:Fallback xmlns="">
            <p:pic>
              <p:nvPicPr>
                <p:cNvPr id="44" name="Ink 43">
                  <a:extLst>
                    <a:ext uri="{FF2B5EF4-FFF2-40B4-BE49-F238E27FC236}">
                      <a16:creationId xmlns:a16="http://schemas.microsoft.com/office/drawing/2014/main" id="{1ED0BF70-748B-E8C1-A1B1-5908BF904D26}"/>
                    </a:ext>
                  </a:extLst>
                </p:cNvPr>
                <p:cNvPicPr/>
                <p:nvPr/>
              </p:nvPicPr>
              <p:blipFill>
                <a:blip r:embed="rId63"/>
                <a:stretch>
                  <a:fillRect/>
                </a:stretch>
              </p:blipFill>
              <p:spPr>
                <a:xfrm>
                  <a:off x="783270" y="2744742"/>
                  <a:ext cx="1054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5" name="Ink 44">
                  <a:extLst>
                    <a:ext uri="{FF2B5EF4-FFF2-40B4-BE49-F238E27FC236}">
                      <a16:creationId xmlns:a16="http://schemas.microsoft.com/office/drawing/2014/main" id="{C35F0834-CB73-EBD0-ED84-E4171968032B}"/>
                    </a:ext>
                  </a:extLst>
                </p14:cNvPr>
                <p14:cNvContentPartPr/>
                <p14:nvPr/>
              </p14:nvContentPartPr>
              <p14:xfrm>
                <a:off x="948870" y="2752302"/>
                <a:ext cx="98280" cy="179280"/>
              </p14:xfrm>
            </p:contentPart>
          </mc:Choice>
          <mc:Fallback xmlns="">
            <p:pic>
              <p:nvPicPr>
                <p:cNvPr id="45" name="Ink 44">
                  <a:extLst>
                    <a:ext uri="{FF2B5EF4-FFF2-40B4-BE49-F238E27FC236}">
                      <a16:creationId xmlns:a16="http://schemas.microsoft.com/office/drawing/2014/main" id="{C35F0834-CB73-EBD0-ED84-E4171968032B}"/>
                    </a:ext>
                  </a:extLst>
                </p:cNvPr>
                <p:cNvPicPr/>
                <p:nvPr/>
              </p:nvPicPr>
              <p:blipFill>
                <a:blip r:embed="rId65"/>
                <a:stretch>
                  <a:fillRect/>
                </a:stretch>
              </p:blipFill>
              <p:spPr>
                <a:xfrm>
                  <a:off x="939870" y="2743302"/>
                  <a:ext cx="1159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B22632D1-957C-F92E-44CA-94680B80C754}"/>
                    </a:ext>
                  </a:extLst>
                </p14:cNvPr>
                <p14:cNvContentPartPr/>
                <p14:nvPr/>
              </p14:nvContentPartPr>
              <p14:xfrm>
                <a:off x="942750" y="2850222"/>
                <a:ext cx="84960" cy="15480"/>
              </p14:xfrm>
            </p:contentPart>
          </mc:Choice>
          <mc:Fallback xmlns="">
            <p:pic>
              <p:nvPicPr>
                <p:cNvPr id="46" name="Ink 45">
                  <a:extLst>
                    <a:ext uri="{FF2B5EF4-FFF2-40B4-BE49-F238E27FC236}">
                      <a16:creationId xmlns:a16="http://schemas.microsoft.com/office/drawing/2014/main" id="{B22632D1-957C-F92E-44CA-94680B80C754}"/>
                    </a:ext>
                  </a:extLst>
                </p:cNvPr>
                <p:cNvPicPr/>
                <p:nvPr/>
              </p:nvPicPr>
              <p:blipFill>
                <a:blip r:embed="rId67"/>
                <a:stretch>
                  <a:fillRect/>
                </a:stretch>
              </p:blipFill>
              <p:spPr>
                <a:xfrm>
                  <a:off x="934110" y="2841222"/>
                  <a:ext cx="102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EB01D079-EB78-7E43-E5B9-AE9FAF6B9F62}"/>
                    </a:ext>
                  </a:extLst>
                </p14:cNvPr>
                <p14:cNvContentPartPr/>
                <p14:nvPr/>
              </p14:nvContentPartPr>
              <p14:xfrm>
                <a:off x="1138590" y="2859942"/>
                <a:ext cx="70560" cy="15480"/>
              </p14:xfrm>
            </p:contentPart>
          </mc:Choice>
          <mc:Fallback xmlns="">
            <p:pic>
              <p:nvPicPr>
                <p:cNvPr id="47" name="Ink 46">
                  <a:extLst>
                    <a:ext uri="{FF2B5EF4-FFF2-40B4-BE49-F238E27FC236}">
                      <a16:creationId xmlns:a16="http://schemas.microsoft.com/office/drawing/2014/main" id="{EB01D079-EB78-7E43-E5B9-AE9FAF6B9F62}"/>
                    </a:ext>
                  </a:extLst>
                </p:cNvPr>
                <p:cNvPicPr/>
                <p:nvPr/>
              </p:nvPicPr>
              <p:blipFill>
                <a:blip r:embed="rId69"/>
                <a:stretch>
                  <a:fillRect/>
                </a:stretch>
              </p:blipFill>
              <p:spPr>
                <a:xfrm>
                  <a:off x="1129950" y="2850942"/>
                  <a:ext cx="882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Ink 47">
                  <a:extLst>
                    <a:ext uri="{FF2B5EF4-FFF2-40B4-BE49-F238E27FC236}">
                      <a16:creationId xmlns:a16="http://schemas.microsoft.com/office/drawing/2014/main" id="{503056C0-D2D5-1C77-8C49-98C89FB9FCF7}"/>
                    </a:ext>
                  </a:extLst>
                </p14:cNvPr>
                <p14:cNvContentPartPr/>
                <p14:nvPr/>
              </p14:nvContentPartPr>
              <p14:xfrm>
                <a:off x="1281150" y="2800542"/>
                <a:ext cx="10440" cy="158040"/>
              </p14:xfrm>
            </p:contentPart>
          </mc:Choice>
          <mc:Fallback xmlns="">
            <p:pic>
              <p:nvPicPr>
                <p:cNvPr id="48" name="Ink 47">
                  <a:extLst>
                    <a:ext uri="{FF2B5EF4-FFF2-40B4-BE49-F238E27FC236}">
                      <a16:creationId xmlns:a16="http://schemas.microsoft.com/office/drawing/2014/main" id="{503056C0-D2D5-1C77-8C49-98C89FB9FCF7}"/>
                    </a:ext>
                  </a:extLst>
                </p:cNvPr>
                <p:cNvPicPr/>
                <p:nvPr/>
              </p:nvPicPr>
              <p:blipFill>
                <a:blip r:embed="rId71"/>
                <a:stretch>
                  <a:fillRect/>
                </a:stretch>
              </p:blipFill>
              <p:spPr>
                <a:xfrm>
                  <a:off x="1272150" y="2791902"/>
                  <a:ext cx="280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9" name="Ink 48">
                  <a:extLst>
                    <a:ext uri="{FF2B5EF4-FFF2-40B4-BE49-F238E27FC236}">
                      <a16:creationId xmlns:a16="http://schemas.microsoft.com/office/drawing/2014/main" id="{2817D548-4FE8-4845-33C5-CAB4BDF0DDC0}"/>
                    </a:ext>
                  </a:extLst>
                </p14:cNvPr>
                <p14:cNvContentPartPr/>
                <p14:nvPr/>
              </p14:nvContentPartPr>
              <p14:xfrm>
                <a:off x="1266390" y="2721702"/>
                <a:ext cx="92520" cy="113760"/>
              </p14:xfrm>
            </p:contentPart>
          </mc:Choice>
          <mc:Fallback xmlns="">
            <p:pic>
              <p:nvPicPr>
                <p:cNvPr id="49" name="Ink 48">
                  <a:extLst>
                    <a:ext uri="{FF2B5EF4-FFF2-40B4-BE49-F238E27FC236}">
                      <a16:creationId xmlns:a16="http://schemas.microsoft.com/office/drawing/2014/main" id="{2817D548-4FE8-4845-33C5-CAB4BDF0DDC0}"/>
                    </a:ext>
                  </a:extLst>
                </p:cNvPr>
                <p:cNvPicPr/>
                <p:nvPr/>
              </p:nvPicPr>
              <p:blipFill>
                <a:blip r:embed="rId73"/>
                <a:stretch>
                  <a:fillRect/>
                </a:stretch>
              </p:blipFill>
              <p:spPr>
                <a:xfrm>
                  <a:off x="1257390" y="2713062"/>
                  <a:ext cx="1101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80C5C0E5-FCB0-A410-7EFE-BBFDA40E60E1}"/>
                    </a:ext>
                  </a:extLst>
                </p14:cNvPr>
                <p14:cNvContentPartPr/>
                <p14:nvPr/>
              </p14:nvContentPartPr>
              <p14:xfrm>
                <a:off x="1331910" y="2837622"/>
                <a:ext cx="71280" cy="82440"/>
              </p14:xfrm>
            </p:contentPart>
          </mc:Choice>
          <mc:Fallback xmlns="">
            <p:pic>
              <p:nvPicPr>
                <p:cNvPr id="50" name="Ink 49">
                  <a:extLst>
                    <a:ext uri="{FF2B5EF4-FFF2-40B4-BE49-F238E27FC236}">
                      <a16:creationId xmlns:a16="http://schemas.microsoft.com/office/drawing/2014/main" id="{80C5C0E5-FCB0-A410-7EFE-BBFDA40E60E1}"/>
                    </a:ext>
                  </a:extLst>
                </p:cNvPr>
                <p:cNvPicPr/>
                <p:nvPr/>
              </p:nvPicPr>
              <p:blipFill>
                <a:blip r:embed="rId75"/>
                <a:stretch>
                  <a:fillRect/>
                </a:stretch>
              </p:blipFill>
              <p:spPr>
                <a:xfrm>
                  <a:off x="1323270" y="2828982"/>
                  <a:ext cx="889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172BF23C-0170-6A24-D5E2-09DAF67F7FC6}"/>
                    </a:ext>
                  </a:extLst>
                </p14:cNvPr>
                <p14:cNvContentPartPr/>
                <p14:nvPr/>
              </p14:nvContentPartPr>
              <p14:xfrm>
                <a:off x="1442070" y="2832222"/>
                <a:ext cx="55800" cy="93240"/>
              </p14:xfrm>
            </p:contentPart>
          </mc:Choice>
          <mc:Fallback xmlns="">
            <p:pic>
              <p:nvPicPr>
                <p:cNvPr id="51" name="Ink 50">
                  <a:extLst>
                    <a:ext uri="{FF2B5EF4-FFF2-40B4-BE49-F238E27FC236}">
                      <a16:creationId xmlns:a16="http://schemas.microsoft.com/office/drawing/2014/main" id="{172BF23C-0170-6A24-D5E2-09DAF67F7FC6}"/>
                    </a:ext>
                  </a:extLst>
                </p:cNvPr>
                <p:cNvPicPr/>
                <p:nvPr/>
              </p:nvPicPr>
              <p:blipFill>
                <a:blip r:embed="rId77"/>
                <a:stretch>
                  <a:fillRect/>
                </a:stretch>
              </p:blipFill>
              <p:spPr>
                <a:xfrm>
                  <a:off x="1433430" y="2823582"/>
                  <a:ext cx="7344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CC5EEAD3-826D-8085-37D6-0E4AE053EA68}"/>
                    </a:ext>
                  </a:extLst>
                </p14:cNvPr>
                <p14:cNvContentPartPr/>
                <p14:nvPr/>
              </p14:nvContentPartPr>
              <p14:xfrm>
                <a:off x="1520550" y="2842302"/>
                <a:ext cx="56520" cy="96120"/>
              </p14:xfrm>
            </p:contentPart>
          </mc:Choice>
          <mc:Fallback xmlns="">
            <p:pic>
              <p:nvPicPr>
                <p:cNvPr id="52" name="Ink 51">
                  <a:extLst>
                    <a:ext uri="{FF2B5EF4-FFF2-40B4-BE49-F238E27FC236}">
                      <a16:creationId xmlns:a16="http://schemas.microsoft.com/office/drawing/2014/main" id="{CC5EEAD3-826D-8085-37D6-0E4AE053EA68}"/>
                    </a:ext>
                  </a:extLst>
                </p:cNvPr>
                <p:cNvPicPr/>
                <p:nvPr/>
              </p:nvPicPr>
              <p:blipFill>
                <a:blip r:embed="rId79"/>
                <a:stretch>
                  <a:fillRect/>
                </a:stretch>
              </p:blipFill>
              <p:spPr>
                <a:xfrm>
                  <a:off x="1511910" y="2833662"/>
                  <a:ext cx="741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0365B88F-A33B-DEB0-400A-DF7E9D940BE9}"/>
                    </a:ext>
                  </a:extLst>
                </p14:cNvPr>
                <p14:cNvContentPartPr/>
                <p14:nvPr/>
              </p14:nvContentPartPr>
              <p14:xfrm>
                <a:off x="1589310" y="2819982"/>
                <a:ext cx="78840" cy="93960"/>
              </p14:xfrm>
            </p:contentPart>
          </mc:Choice>
          <mc:Fallback xmlns="">
            <p:pic>
              <p:nvPicPr>
                <p:cNvPr id="53" name="Ink 52">
                  <a:extLst>
                    <a:ext uri="{FF2B5EF4-FFF2-40B4-BE49-F238E27FC236}">
                      <a16:creationId xmlns:a16="http://schemas.microsoft.com/office/drawing/2014/main" id="{0365B88F-A33B-DEB0-400A-DF7E9D940BE9}"/>
                    </a:ext>
                  </a:extLst>
                </p:cNvPr>
                <p:cNvPicPr/>
                <p:nvPr/>
              </p:nvPicPr>
              <p:blipFill>
                <a:blip r:embed="rId81"/>
                <a:stretch>
                  <a:fillRect/>
                </a:stretch>
              </p:blipFill>
              <p:spPr>
                <a:xfrm>
                  <a:off x="1580310" y="2810982"/>
                  <a:ext cx="964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0EBF77E6-6AE4-52BC-8173-0D6E36CA1423}"/>
                    </a:ext>
                  </a:extLst>
                </p14:cNvPr>
                <p14:cNvContentPartPr/>
                <p14:nvPr/>
              </p14:nvContentPartPr>
              <p14:xfrm>
                <a:off x="1660950" y="2821062"/>
                <a:ext cx="87120" cy="84600"/>
              </p14:xfrm>
            </p:contentPart>
          </mc:Choice>
          <mc:Fallback xmlns="">
            <p:pic>
              <p:nvPicPr>
                <p:cNvPr id="54" name="Ink 53">
                  <a:extLst>
                    <a:ext uri="{FF2B5EF4-FFF2-40B4-BE49-F238E27FC236}">
                      <a16:creationId xmlns:a16="http://schemas.microsoft.com/office/drawing/2014/main" id="{0EBF77E6-6AE4-52BC-8173-0D6E36CA1423}"/>
                    </a:ext>
                  </a:extLst>
                </p:cNvPr>
                <p:cNvPicPr/>
                <p:nvPr/>
              </p:nvPicPr>
              <p:blipFill>
                <a:blip r:embed="rId83"/>
                <a:stretch>
                  <a:fillRect/>
                </a:stretch>
              </p:blipFill>
              <p:spPr>
                <a:xfrm>
                  <a:off x="1652310" y="2812062"/>
                  <a:ext cx="1047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A04FD93A-BF96-D013-601C-45F9DD7475EE}"/>
                    </a:ext>
                  </a:extLst>
                </p14:cNvPr>
                <p14:cNvContentPartPr/>
                <p14:nvPr/>
              </p14:nvContentPartPr>
              <p14:xfrm>
                <a:off x="1789470" y="2810622"/>
                <a:ext cx="56880" cy="111240"/>
              </p14:xfrm>
            </p:contentPart>
          </mc:Choice>
          <mc:Fallback xmlns="">
            <p:pic>
              <p:nvPicPr>
                <p:cNvPr id="55" name="Ink 54">
                  <a:extLst>
                    <a:ext uri="{FF2B5EF4-FFF2-40B4-BE49-F238E27FC236}">
                      <a16:creationId xmlns:a16="http://schemas.microsoft.com/office/drawing/2014/main" id="{A04FD93A-BF96-D013-601C-45F9DD7475EE}"/>
                    </a:ext>
                  </a:extLst>
                </p:cNvPr>
                <p:cNvPicPr/>
                <p:nvPr/>
              </p:nvPicPr>
              <p:blipFill>
                <a:blip r:embed="rId85"/>
                <a:stretch>
                  <a:fillRect/>
                </a:stretch>
              </p:blipFill>
              <p:spPr>
                <a:xfrm>
                  <a:off x="1780470" y="2801982"/>
                  <a:ext cx="74520" cy="128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C784C74D-6930-C3A6-EAB6-84B3617FE9C9}"/>
                  </a:ext>
                </a:extLst>
              </p14:cNvPr>
              <p14:cNvContentPartPr/>
              <p14:nvPr/>
            </p14:nvContentPartPr>
            <p14:xfrm>
              <a:off x="2752830" y="1135542"/>
              <a:ext cx="1460520" cy="612360"/>
            </p14:xfrm>
          </p:contentPart>
        </mc:Choice>
        <mc:Fallback xmlns="">
          <p:pic>
            <p:nvPicPr>
              <p:cNvPr id="58" name="Ink 57">
                <a:extLst>
                  <a:ext uri="{FF2B5EF4-FFF2-40B4-BE49-F238E27FC236}">
                    <a16:creationId xmlns:a16="http://schemas.microsoft.com/office/drawing/2014/main" id="{C784C74D-6930-C3A6-EAB6-84B3617FE9C9}"/>
                  </a:ext>
                </a:extLst>
              </p:cNvPr>
              <p:cNvPicPr/>
              <p:nvPr/>
            </p:nvPicPr>
            <p:blipFill>
              <a:blip r:embed="rId87"/>
              <a:stretch>
                <a:fillRect/>
              </a:stretch>
            </p:blipFill>
            <p:spPr>
              <a:xfrm>
                <a:off x="2743830" y="1126542"/>
                <a:ext cx="1478160" cy="630000"/>
              </a:xfrm>
              <a:prstGeom prst="rect">
                <a:avLst/>
              </a:prstGeom>
            </p:spPr>
          </p:pic>
        </mc:Fallback>
      </mc:AlternateContent>
      <p:grpSp>
        <p:nvGrpSpPr>
          <p:cNvPr id="64" name="Group 63">
            <a:extLst>
              <a:ext uri="{FF2B5EF4-FFF2-40B4-BE49-F238E27FC236}">
                <a16:creationId xmlns:a16="http://schemas.microsoft.com/office/drawing/2014/main" id="{C11EE7BF-BACA-E566-157F-6F4A8884D0E3}"/>
              </a:ext>
            </a:extLst>
          </p:cNvPr>
          <p:cNvGrpSpPr/>
          <p:nvPr/>
        </p:nvGrpSpPr>
        <p:grpSpPr>
          <a:xfrm>
            <a:off x="2914110" y="1354422"/>
            <a:ext cx="949320" cy="211320"/>
            <a:chOff x="2914110" y="1354422"/>
            <a:chExt cx="949320" cy="211320"/>
          </a:xfrm>
        </p:grpSpPr>
        <mc:AlternateContent xmlns:mc="http://schemas.openxmlformats.org/markup-compatibility/2006" xmlns:p14="http://schemas.microsoft.com/office/powerpoint/2010/main">
          <mc:Choice Requires="p14">
            <p:contentPart p14:bwMode="auto" r:id="rId88">
              <p14:nvContentPartPr>
                <p14:cNvPr id="59" name="Ink 58">
                  <a:extLst>
                    <a:ext uri="{FF2B5EF4-FFF2-40B4-BE49-F238E27FC236}">
                      <a16:creationId xmlns:a16="http://schemas.microsoft.com/office/drawing/2014/main" id="{144023CE-C7E7-6CF5-6449-375199F7BAAC}"/>
                    </a:ext>
                  </a:extLst>
                </p14:cNvPr>
                <p14:cNvContentPartPr/>
                <p14:nvPr/>
              </p14:nvContentPartPr>
              <p14:xfrm>
                <a:off x="2914110" y="1369182"/>
                <a:ext cx="193680" cy="183240"/>
              </p14:xfrm>
            </p:contentPart>
          </mc:Choice>
          <mc:Fallback xmlns="">
            <p:pic>
              <p:nvPicPr>
                <p:cNvPr id="59" name="Ink 58">
                  <a:extLst>
                    <a:ext uri="{FF2B5EF4-FFF2-40B4-BE49-F238E27FC236}">
                      <a16:creationId xmlns:a16="http://schemas.microsoft.com/office/drawing/2014/main" id="{144023CE-C7E7-6CF5-6449-375199F7BAAC}"/>
                    </a:ext>
                  </a:extLst>
                </p:cNvPr>
                <p:cNvPicPr/>
                <p:nvPr/>
              </p:nvPicPr>
              <p:blipFill>
                <a:blip r:embed="rId89"/>
                <a:stretch>
                  <a:fillRect/>
                </a:stretch>
              </p:blipFill>
              <p:spPr>
                <a:xfrm>
                  <a:off x="2905110" y="1360542"/>
                  <a:ext cx="211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 name="Ink 59">
                  <a:extLst>
                    <a:ext uri="{FF2B5EF4-FFF2-40B4-BE49-F238E27FC236}">
                      <a16:creationId xmlns:a16="http://schemas.microsoft.com/office/drawing/2014/main" id="{7217B1DC-75D2-C4B6-61B2-A2376DD7D342}"/>
                    </a:ext>
                  </a:extLst>
                </p14:cNvPr>
                <p14:cNvContentPartPr/>
                <p14:nvPr/>
              </p14:nvContentPartPr>
              <p14:xfrm>
                <a:off x="3174030" y="1375662"/>
                <a:ext cx="174240" cy="13320"/>
              </p14:xfrm>
            </p:contentPart>
          </mc:Choice>
          <mc:Fallback xmlns="">
            <p:pic>
              <p:nvPicPr>
                <p:cNvPr id="60" name="Ink 59">
                  <a:extLst>
                    <a:ext uri="{FF2B5EF4-FFF2-40B4-BE49-F238E27FC236}">
                      <a16:creationId xmlns:a16="http://schemas.microsoft.com/office/drawing/2014/main" id="{7217B1DC-75D2-C4B6-61B2-A2376DD7D342}"/>
                    </a:ext>
                  </a:extLst>
                </p:cNvPr>
                <p:cNvPicPr/>
                <p:nvPr/>
              </p:nvPicPr>
              <p:blipFill>
                <a:blip r:embed="rId91"/>
                <a:stretch>
                  <a:fillRect/>
                </a:stretch>
              </p:blipFill>
              <p:spPr>
                <a:xfrm>
                  <a:off x="3165390" y="1366662"/>
                  <a:ext cx="1918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1" name="Ink 60">
                  <a:extLst>
                    <a:ext uri="{FF2B5EF4-FFF2-40B4-BE49-F238E27FC236}">
                      <a16:creationId xmlns:a16="http://schemas.microsoft.com/office/drawing/2014/main" id="{723EEC19-ABF2-6257-6DAB-D36D29274E8C}"/>
                    </a:ext>
                  </a:extLst>
                </p14:cNvPr>
                <p14:cNvContentPartPr/>
                <p14:nvPr/>
              </p14:nvContentPartPr>
              <p14:xfrm>
                <a:off x="3241710" y="1354422"/>
                <a:ext cx="15120" cy="204840"/>
              </p14:xfrm>
            </p:contentPart>
          </mc:Choice>
          <mc:Fallback xmlns="">
            <p:pic>
              <p:nvPicPr>
                <p:cNvPr id="61" name="Ink 60">
                  <a:extLst>
                    <a:ext uri="{FF2B5EF4-FFF2-40B4-BE49-F238E27FC236}">
                      <a16:creationId xmlns:a16="http://schemas.microsoft.com/office/drawing/2014/main" id="{723EEC19-ABF2-6257-6DAB-D36D29274E8C}"/>
                    </a:ext>
                  </a:extLst>
                </p:cNvPr>
                <p:cNvPicPr/>
                <p:nvPr/>
              </p:nvPicPr>
              <p:blipFill>
                <a:blip r:embed="rId93"/>
                <a:stretch>
                  <a:fillRect/>
                </a:stretch>
              </p:blipFill>
              <p:spPr>
                <a:xfrm>
                  <a:off x="3233070" y="1345422"/>
                  <a:ext cx="327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2" name="Ink 61">
                  <a:extLst>
                    <a:ext uri="{FF2B5EF4-FFF2-40B4-BE49-F238E27FC236}">
                      <a16:creationId xmlns:a16="http://schemas.microsoft.com/office/drawing/2014/main" id="{1A16FD96-9C33-6005-ED52-46B8364EE1E9}"/>
                    </a:ext>
                  </a:extLst>
                </p14:cNvPr>
                <p14:cNvContentPartPr/>
                <p14:nvPr/>
              </p14:nvContentPartPr>
              <p14:xfrm>
                <a:off x="3402270" y="1359102"/>
                <a:ext cx="250920" cy="195480"/>
              </p14:xfrm>
            </p:contentPart>
          </mc:Choice>
          <mc:Fallback xmlns="">
            <p:pic>
              <p:nvPicPr>
                <p:cNvPr id="62" name="Ink 61">
                  <a:extLst>
                    <a:ext uri="{FF2B5EF4-FFF2-40B4-BE49-F238E27FC236}">
                      <a16:creationId xmlns:a16="http://schemas.microsoft.com/office/drawing/2014/main" id="{1A16FD96-9C33-6005-ED52-46B8364EE1E9}"/>
                    </a:ext>
                  </a:extLst>
                </p:cNvPr>
                <p:cNvPicPr/>
                <p:nvPr/>
              </p:nvPicPr>
              <p:blipFill>
                <a:blip r:embed="rId95"/>
                <a:stretch>
                  <a:fillRect/>
                </a:stretch>
              </p:blipFill>
              <p:spPr>
                <a:xfrm>
                  <a:off x="3393270" y="1350102"/>
                  <a:ext cx="2685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3" name="Ink 62">
                  <a:extLst>
                    <a:ext uri="{FF2B5EF4-FFF2-40B4-BE49-F238E27FC236}">
                      <a16:creationId xmlns:a16="http://schemas.microsoft.com/office/drawing/2014/main" id="{8E8C704C-3087-C8ED-225B-061F07082297}"/>
                    </a:ext>
                  </a:extLst>
                </p14:cNvPr>
                <p14:cNvContentPartPr/>
                <p14:nvPr/>
              </p14:nvContentPartPr>
              <p14:xfrm>
                <a:off x="3708990" y="1357662"/>
                <a:ext cx="154440" cy="208080"/>
              </p14:xfrm>
            </p:contentPart>
          </mc:Choice>
          <mc:Fallback xmlns="">
            <p:pic>
              <p:nvPicPr>
                <p:cNvPr id="63" name="Ink 62">
                  <a:extLst>
                    <a:ext uri="{FF2B5EF4-FFF2-40B4-BE49-F238E27FC236}">
                      <a16:creationId xmlns:a16="http://schemas.microsoft.com/office/drawing/2014/main" id="{8E8C704C-3087-C8ED-225B-061F07082297}"/>
                    </a:ext>
                  </a:extLst>
                </p:cNvPr>
                <p:cNvPicPr/>
                <p:nvPr/>
              </p:nvPicPr>
              <p:blipFill>
                <a:blip r:embed="rId97"/>
                <a:stretch>
                  <a:fillRect/>
                </a:stretch>
              </p:blipFill>
              <p:spPr>
                <a:xfrm>
                  <a:off x="3699990" y="1349022"/>
                  <a:ext cx="172080" cy="22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EF9FFE47-E9B0-B799-9B85-3D25C24AAD0D}"/>
                  </a:ext>
                </a:extLst>
              </p14:cNvPr>
              <p14:cNvContentPartPr/>
              <p14:nvPr/>
            </p14:nvContentPartPr>
            <p14:xfrm>
              <a:off x="1984950" y="3007989"/>
              <a:ext cx="709200" cy="61560"/>
            </p14:xfrm>
          </p:contentPart>
        </mc:Choice>
        <mc:Fallback xmlns="">
          <p:pic>
            <p:nvPicPr>
              <p:cNvPr id="66" name="Ink 65">
                <a:extLst>
                  <a:ext uri="{FF2B5EF4-FFF2-40B4-BE49-F238E27FC236}">
                    <a16:creationId xmlns:a16="http://schemas.microsoft.com/office/drawing/2014/main" id="{EF9FFE47-E9B0-B799-9B85-3D25C24AAD0D}"/>
                  </a:ext>
                </a:extLst>
              </p:cNvPr>
              <p:cNvPicPr/>
              <p:nvPr/>
            </p:nvPicPr>
            <p:blipFill>
              <a:blip r:embed="rId99"/>
              <a:stretch>
                <a:fillRect/>
              </a:stretch>
            </p:blipFill>
            <p:spPr>
              <a:xfrm>
                <a:off x="1975950" y="2999349"/>
                <a:ext cx="7268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8" name="Ink 67">
                <a:extLst>
                  <a:ext uri="{FF2B5EF4-FFF2-40B4-BE49-F238E27FC236}">
                    <a16:creationId xmlns:a16="http://schemas.microsoft.com/office/drawing/2014/main" id="{EE327F2A-F985-9D66-B8B2-08029FDE94AB}"/>
                  </a:ext>
                </a:extLst>
              </p14:cNvPr>
              <p14:cNvContentPartPr/>
              <p14:nvPr/>
            </p14:nvContentPartPr>
            <p14:xfrm>
              <a:off x="2749950" y="2708742"/>
              <a:ext cx="1105200" cy="420840"/>
            </p14:xfrm>
          </p:contentPart>
        </mc:Choice>
        <mc:Fallback xmlns="">
          <p:pic>
            <p:nvPicPr>
              <p:cNvPr id="68" name="Ink 67">
                <a:extLst>
                  <a:ext uri="{FF2B5EF4-FFF2-40B4-BE49-F238E27FC236}">
                    <a16:creationId xmlns:a16="http://schemas.microsoft.com/office/drawing/2014/main" id="{EE327F2A-F985-9D66-B8B2-08029FDE94AB}"/>
                  </a:ext>
                </a:extLst>
              </p:cNvPr>
              <p:cNvPicPr/>
              <p:nvPr/>
            </p:nvPicPr>
            <p:blipFill>
              <a:blip r:embed="rId101"/>
              <a:stretch>
                <a:fillRect/>
              </a:stretch>
            </p:blipFill>
            <p:spPr>
              <a:xfrm>
                <a:off x="2741310" y="2699742"/>
                <a:ext cx="1122840" cy="438480"/>
              </a:xfrm>
              <a:prstGeom prst="rect">
                <a:avLst/>
              </a:prstGeom>
            </p:spPr>
          </p:pic>
        </mc:Fallback>
      </mc:AlternateContent>
      <p:grpSp>
        <p:nvGrpSpPr>
          <p:cNvPr id="73" name="Group 72">
            <a:extLst>
              <a:ext uri="{FF2B5EF4-FFF2-40B4-BE49-F238E27FC236}">
                <a16:creationId xmlns:a16="http://schemas.microsoft.com/office/drawing/2014/main" id="{FA14494A-9AF4-F073-E685-BF1ECF252B54}"/>
              </a:ext>
            </a:extLst>
          </p:cNvPr>
          <p:cNvGrpSpPr/>
          <p:nvPr/>
        </p:nvGrpSpPr>
        <p:grpSpPr>
          <a:xfrm>
            <a:off x="2854350" y="2822142"/>
            <a:ext cx="542520" cy="190080"/>
            <a:chOff x="2854350" y="2822142"/>
            <a:chExt cx="542520" cy="190080"/>
          </a:xfrm>
        </p:grpSpPr>
        <mc:AlternateContent xmlns:mc="http://schemas.openxmlformats.org/markup-compatibility/2006" xmlns:p14="http://schemas.microsoft.com/office/powerpoint/2010/main">
          <mc:Choice Requires="p14">
            <p:contentPart p14:bwMode="auto" r:id="rId102">
              <p14:nvContentPartPr>
                <p14:cNvPr id="69" name="Ink 68">
                  <a:extLst>
                    <a:ext uri="{FF2B5EF4-FFF2-40B4-BE49-F238E27FC236}">
                      <a16:creationId xmlns:a16="http://schemas.microsoft.com/office/drawing/2014/main" id="{6FF2E233-50F5-D310-A40A-236C77B7BF50}"/>
                    </a:ext>
                  </a:extLst>
                </p14:cNvPr>
                <p14:cNvContentPartPr/>
                <p14:nvPr/>
              </p14:nvContentPartPr>
              <p14:xfrm>
                <a:off x="2854350" y="2831862"/>
                <a:ext cx="132120" cy="180360"/>
              </p14:xfrm>
            </p:contentPart>
          </mc:Choice>
          <mc:Fallback xmlns="">
            <p:pic>
              <p:nvPicPr>
                <p:cNvPr id="69" name="Ink 68">
                  <a:extLst>
                    <a:ext uri="{FF2B5EF4-FFF2-40B4-BE49-F238E27FC236}">
                      <a16:creationId xmlns:a16="http://schemas.microsoft.com/office/drawing/2014/main" id="{6FF2E233-50F5-D310-A40A-236C77B7BF50}"/>
                    </a:ext>
                  </a:extLst>
                </p:cNvPr>
                <p:cNvPicPr/>
                <p:nvPr/>
              </p:nvPicPr>
              <p:blipFill>
                <a:blip r:embed="rId103"/>
                <a:stretch>
                  <a:fillRect/>
                </a:stretch>
              </p:blipFill>
              <p:spPr>
                <a:xfrm>
                  <a:off x="2845350" y="2822862"/>
                  <a:ext cx="1497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0" name="Ink 69">
                  <a:extLst>
                    <a:ext uri="{FF2B5EF4-FFF2-40B4-BE49-F238E27FC236}">
                      <a16:creationId xmlns:a16="http://schemas.microsoft.com/office/drawing/2014/main" id="{A1F4897F-4645-5C59-352C-E62B8DFA6BA9}"/>
                    </a:ext>
                  </a:extLst>
                </p14:cNvPr>
                <p14:cNvContentPartPr/>
                <p14:nvPr/>
              </p14:nvContentPartPr>
              <p14:xfrm>
                <a:off x="3072510" y="2822142"/>
                <a:ext cx="115920" cy="184680"/>
              </p14:xfrm>
            </p:contentPart>
          </mc:Choice>
          <mc:Fallback xmlns="">
            <p:pic>
              <p:nvPicPr>
                <p:cNvPr id="70" name="Ink 69">
                  <a:extLst>
                    <a:ext uri="{FF2B5EF4-FFF2-40B4-BE49-F238E27FC236}">
                      <a16:creationId xmlns:a16="http://schemas.microsoft.com/office/drawing/2014/main" id="{A1F4897F-4645-5C59-352C-E62B8DFA6BA9}"/>
                    </a:ext>
                  </a:extLst>
                </p:cNvPr>
                <p:cNvPicPr/>
                <p:nvPr/>
              </p:nvPicPr>
              <p:blipFill>
                <a:blip r:embed="rId105"/>
                <a:stretch>
                  <a:fillRect/>
                </a:stretch>
              </p:blipFill>
              <p:spPr>
                <a:xfrm>
                  <a:off x="3063510" y="2813502"/>
                  <a:ext cx="1335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1" name="Ink 70">
                  <a:extLst>
                    <a:ext uri="{FF2B5EF4-FFF2-40B4-BE49-F238E27FC236}">
                      <a16:creationId xmlns:a16="http://schemas.microsoft.com/office/drawing/2014/main" id="{F5A3BEA0-AC17-8565-6B5F-927539083584}"/>
                    </a:ext>
                  </a:extLst>
                </p14:cNvPr>
                <p14:cNvContentPartPr/>
                <p14:nvPr/>
              </p14:nvContentPartPr>
              <p14:xfrm>
                <a:off x="3108870" y="2925822"/>
                <a:ext cx="70560" cy="3240"/>
              </p14:xfrm>
            </p:contentPart>
          </mc:Choice>
          <mc:Fallback xmlns="">
            <p:pic>
              <p:nvPicPr>
                <p:cNvPr id="71" name="Ink 70">
                  <a:extLst>
                    <a:ext uri="{FF2B5EF4-FFF2-40B4-BE49-F238E27FC236}">
                      <a16:creationId xmlns:a16="http://schemas.microsoft.com/office/drawing/2014/main" id="{F5A3BEA0-AC17-8565-6B5F-927539083584}"/>
                    </a:ext>
                  </a:extLst>
                </p:cNvPr>
                <p:cNvPicPr/>
                <p:nvPr/>
              </p:nvPicPr>
              <p:blipFill>
                <a:blip r:embed="rId107"/>
                <a:stretch>
                  <a:fillRect/>
                </a:stretch>
              </p:blipFill>
              <p:spPr>
                <a:xfrm>
                  <a:off x="3099870" y="2917182"/>
                  <a:ext cx="882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2" name="Ink 71">
                  <a:extLst>
                    <a:ext uri="{FF2B5EF4-FFF2-40B4-BE49-F238E27FC236}">
                      <a16:creationId xmlns:a16="http://schemas.microsoft.com/office/drawing/2014/main" id="{CD961212-7803-FCC9-467E-3025D7C6BA7A}"/>
                    </a:ext>
                  </a:extLst>
                </p14:cNvPr>
                <p14:cNvContentPartPr/>
                <p14:nvPr/>
              </p14:nvContentPartPr>
              <p14:xfrm>
                <a:off x="3299310" y="2850222"/>
                <a:ext cx="97560" cy="158400"/>
              </p14:xfrm>
            </p:contentPart>
          </mc:Choice>
          <mc:Fallback xmlns="">
            <p:pic>
              <p:nvPicPr>
                <p:cNvPr id="72" name="Ink 71">
                  <a:extLst>
                    <a:ext uri="{FF2B5EF4-FFF2-40B4-BE49-F238E27FC236}">
                      <a16:creationId xmlns:a16="http://schemas.microsoft.com/office/drawing/2014/main" id="{CD961212-7803-FCC9-467E-3025D7C6BA7A}"/>
                    </a:ext>
                  </a:extLst>
                </p:cNvPr>
                <p:cNvPicPr/>
                <p:nvPr/>
              </p:nvPicPr>
              <p:blipFill>
                <a:blip r:embed="rId109"/>
                <a:stretch>
                  <a:fillRect/>
                </a:stretch>
              </p:blipFill>
              <p:spPr>
                <a:xfrm>
                  <a:off x="3290670" y="2841222"/>
                  <a:ext cx="115200" cy="17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0">
            <p14:nvContentPartPr>
              <p14:cNvPr id="83" name="Ink 82">
                <a:extLst>
                  <a:ext uri="{FF2B5EF4-FFF2-40B4-BE49-F238E27FC236}">
                    <a16:creationId xmlns:a16="http://schemas.microsoft.com/office/drawing/2014/main" id="{204A7EFE-B0FF-DB19-6596-E42A9ECD16B0}"/>
                  </a:ext>
                </a:extLst>
              </p14:cNvPr>
              <p14:cNvContentPartPr/>
              <p14:nvPr/>
            </p14:nvContentPartPr>
            <p14:xfrm>
              <a:off x="1457550" y="2119782"/>
              <a:ext cx="662040" cy="347760"/>
            </p14:xfrm>
          </p:contentPart>
        </mc:Choice>
        <mc:Fallback xmlns="">
          <p:pic>
            <p:nvPicPr>
              <p:cNvPr id="83" name="Ink 82">
                <a:extLst>
                  <a:ext uri="{FF2B5EF4-FFF2-40B4-BE49-F238E27FC236}">
                    <a16:creationId xmlns:a16="http://schemas.microsoft.com/office/drawing/2014/main" id="{204A7EFE-B0FF-DB19-6596-E42A9ECD16B0}"/>
                  </a:ext>
                </a:extLst>
              </p:cNvPr>
              <p:cNvPicPr/>
              <p:nvPr/>
            </p:nvPicPr>
            <p:blipFill>
              <a:blip r:embed="rId111"/>
              <a:stretch>
                <a:fillRect/>
              </a:stretch>
            </p:blipFill>
            <p:spPr>
              <a:xfrm>
                <a:off x="1448550" y="2110782"/>
                <a:ext cx="679680" cy="365400"/>
              </a:xfrm>
              <a:prstGeom prst="rect">
                <a:avLst/>
              </a:prstGeom>
            </p:spPr>
          </p:pic>
        </mc:Fallback>
      </mc:AlternateContent>
      <p:grpSp>
        <p:nvGrpSpPr>
          <p:cNvPr id="86" name="Group 85">
            <a:extLst>
              <a:ext uri="{FF2B5EF4-FFF2-40B4-BE49-F238E27FC236}">
                <a16:creationId xmlns:a16="http://schemas.microsoft.com/office/drawing/2014/main" id="{36FA259E-4174-A330-60FA-850FFA4B2C46}"/>
              </a:ext>
            </a:extLst>
          </p:cNvPr>
          <p:cNvGrpSpPr/>
          <p:nvPr/>
        </p:nvGrpSpPr>
        <p:grpSpPr>
          <a:xfrm>
            <a:off x="1530270" y="2210142"/>
            <a:ext cx="1264680" cy="503640"/>
            <a:chOff x="1530270" y="2210142"/>
            <a:chExt cx="1264680" cy="503640"/>
          </a:xfrm>
        </p:grpSpPr>
        <mc:AlternateContent xmlns:mc="http://schemas.openxmlformats.org/markup-compatibility/2006" xmlns:p14="http://schemas.microsoft.com/office/powerpoint/2010/main">
          <mc:Choice Requires="p14">
            <p:contentPart p14:bwMode="auto" r:id="rId112">
              <p14:nvContentPartPr>
                <p14:cNvPr id="74" name="Ink 73">
                  <a:extLst>
                    <a:ext uri="{FF2B5EF4-FFF2-40B4-BE49-F238E27FC236}">
                      <a16:creationId xmlns:a16="http://schemas.microsoft.com/office/drawing/2014/main" id="{E728A3D6-D21F-5F68-DEE0-A4EC7DF14723}"/>
                    </a:ext>
                  </a:extLst>
                </p14:cNvPr>
                <p14:cNvContentPartPr/>
                <p14:nvPr/>
              </p14:nvContentPartPr>
              <p14:xfrm>
                <a:off x="1530270" y="2210142"/>
                <a:ext cx="225360" cy="9360"/>
              </p14:xfrm>
            </p:contentPart>
          </mc:Choice>
          <mc:Fallback xmlns="">
            <p:pic>
              <p:nvPicPr>
                <p:cNvPr id="74" name="Ink 73">
                  <a:extLst>
                    <a:ext uri="{FF2B5EF4-FFF2-40B4-BE49-F238E27FC236}">
                      <a16:creationId xmlns:a16="http://schemas.microsoft.com/office/drawing/2014/main" id="{E728A3D6-D21F-5F68-DEE0-A4EC7DF14723}"/>
                    </a:ext>
                  </a:extLst>
                </p:cNvPr>
                <p:cNvPicPr/>
                <p:nvPr/>
              </p:nvPicPr>
              <p:blipFill>
                <a:blip r:embed="rId113"/>
                <a:stretch>
                  <a:fillRect/>
                </a:stretch>
              </p:blipFill>
              <p:spPr>
                <a:xfrm>
                  <a:off x="1521270" y="2201142"/>
                  <a:ext cx="2430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5" name="Ink 74">
                  <a:extLst>
                    <a:ext uri="{FF2B5EF4-FFF2-40B4-BE49-F238E27FC236}">
                      <a16:creationId xmlns:a16="http://schemas.microsoft.com/office/drawing/2014/main" id="{0EB27C3D-D85D-EB6A-FA36-E4AFCD32D30F}"/>
                    </a:ext>
                  </a:extLst>
                </p14:cNvPr>
                <p14:cNvContentPartPr/>
                <p14:nvPr/>
              </p14:nvContentPartPr>
              <p14:xfrm>
                <a:off x="1627110" y="2219862"/>
                <a:ext cx="11160" cy="159480"/>
              </p14:xfrm>
            </p:contentPart>
          </mc:Choice>
          <mc:Fallback xmlns="">
            <p:pic>
              <p:nvPicPr>
                <p:cNvPr id="75" name="Ink 74">
                  <a:extLst>
                    <a:ext uri="{FF2B5EF4-FFF2-40B4-BE49-F238E27FC236}">
                      <a16:creationId xmlns:a16="http://schemas.microsoft.com/office/drawing/2014/main" id="{0EB27C3D-D85D-EB6A-FA36-E4AFCD32D30F}"/>
                    </a:ext>
                  </a:extLst>
                </p:cNvPr>
                <p:cNvPicPr/>
                <p:nvPr/>
              </p:nvPicPr>
              <p:blipFill>
                <a:blip r:embed="rId115"/>
                <a:stretch>
                  <a:fillRect/>
                </a:stretch>
              </p:blipFill>
              <p:spPr>
                <a:xfrm>
                  <a:off x="1618470" y="2210862"/>
                  <a:ext cx="288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7" name="Ink 76">
                  <a:extLst>
                    <a:ext uri="{FF2B5EF4-FFF2-40B4-BE49-F238E27FC236}">
                      <a16:creationId xmlns:a16="http://schemas.microsoft.com/office/drawing/2014/main" id="{BDCE7EBC-6602-EC88-116D-471B7B3DA560}"/>
                    </a:ext>
                  </a:extLst>
                </p14:cNvPr>
                <p14:cNvContentPartPr/>
                <p14:nvPr/>
              </p14:nvContentPartPr>
              <p14:xfrm>
                <a:off x="1713150" y="2245062"/>
                <a:ext cx="99360" cy="145800"/>
              </p14:xfrm>
            </p:contentPart>
          </mc:Choice>
          <mc:Fallback xmlns="">
            <p:pic>
              <p:nvPicPr>
                <p:cNvPr id="77" name="Ink 76">
                  <a:extLst>
                    <a:ext uri="{FF2B5EF4-FFF2-40B4-BE49-F238E27FC236}">
                      <a16:creationId xmlns:a16="http://schemas.microsoft.com/office/drawing/2014/main" id="{BDCE7EBC-6602-EC88-116D-471B7B3DA560}"/>
                    </a:ext>
                  </a:extLst>
                </p:cNvPr>
                <p:cNvPicPr/>
                <p:nvPr/>
              </p:nvPicPr>
              <p:blipFill>
                <a:blip r:embed="rId117"/>
                <a:stretch>
                  <a:fillRect/>
                </a:stretch>
              </p:blipFill>
              <p:spPr>
                <a:xfrm>
                  <a:off x="1704150" y="2236422"/>
                  <a:ext cx="1170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8" name="Ink 77">
                  <a:extLst>
                    <a:ext uri="{FF2B5EF4-FFF2-40B4-BE49-F238E27FC236}">
                      <a16:creationId xmlns:a16="http://schemas.microsoft.com/office/drawing/2014/main" id="{7ABD98E3-6969-A4DC-25FC-008293893447}"/>
                    </a:ext>
                  </a:extLst>
                </p14:cNvPr>
                <p14:cNvContentPartPr/>
                <p14:nvPr/>
              </p14:nvContentPartPr>
              <p14:xfrm>
                <a:off x="1839510" y="2274582"/>
                <a:ext cx="57240" cy="75600"/>
              </p14:xfrm>
            </p:contentPart>
          </mc:Choice>
          <mc:Fallback xmlns="">
            <p:pic>
              <p:nvPicPr>
                <p:cNvPr id="78" name="Ink 77">
                  <a:extLst>
                    <a:ext uri="{FF2B5EF4-FFF2-40B4-BE49-F238E27FC236}">
                      <a16:creationId xmlns:a16="http://schemas.microsoft.com/office/drawing/2014/main" id="{7ABD98E3-6969-A4DC-25FC-008293893447}"/>
                    </a:ext>
                  </a:extLst>
                </p:cNvPr>
                <p:cNvPicPr/>
                <p:nvPr/>
              </p:nvPicPr>
              <p:blipFill>
                <a:blip r:embed="rId119"/>
                <a:stretch>
                  <a:fillRect/>
                </a:stretch>
              </p:blipFill>
              <p:spPr>
                <a:xfrm>
                  <a:off x="1830870" y="2265942"/>
                  <a:ext cx="748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9" name="Ink 78">
                  <a:extLst>
                    <a:ext uri="{FF2B5EF4-FFF2-40B4-BE49-F238E27FC236}">
                      <a16:creationId xmlns:a16="http://schemas.microsoft.com/office/drawing/2014/main" id="{E57B9EC1-4144-F13A-8850-366D534AEA8D}"/>
                    </a:ext>
                  </a:extLst>
                </p14:cNvPr>
                <p14:cNvContentPartPr/>
                <p14:nvPr/>
              </p14:nvContentPartPr>
              <p14:xfrm>
                <a:off x="1917630" y="2257302"/>
                <a:ext cx="41760" cy="105120"/>
              </p14:xfrm>
            </p:contentPart>
          </mc:Choice>
          <mc:Fallback xmlns="">
            <p:pic>
              <p:nvPicPr>
                <p:cNvPr id="79" name="Ink 78">
                  <a:extLst>
                    <a:ext uri="{FF2B5EF4-FFF2-40B4-BE49-F238E27FC236}">
                      <a16:creationId xmlns:a16="http://schemas.microsoft.com/office/drawing/2014/main" id="{E57B9EC1-4144-F13A-8850-366D534AEA8D}"/>
                    </a:ext>
                  </a:extLst>
                </p:cNvPr>
                <p:cNvPicPr/>
                <p:nvPr/>
              </p:nvPicPr>
              <p:blipFill>
                <a:blip r:embed="rId121"/>
                <a:stretch>
                  <a:fillRect/>
                </a:stretch>
              </p:blipFill>
              <p:spPr>
                <a:xfrm>
                  <a:off x="1908990" y="2248662"/>
                  <a:ext cx="594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0" name="Ink 79">
                  <a:extLst>
                    <a:ext uri="{FF2B5EF4-FFF2-40B4-BE49-F238E27FC236}">
                      <a16:creationId xmlns:a16="http://schemas.microsoft.com/office/drawing/2014/main" id="{3F1AE2E2-5874-814E-B5B4-714776537654}"/>
                    </a:ext>
                  </a:extLst>
                </p14:cNvPr>
                <p14:cNvContentPartPr/>
                <p14:nvPr/>
              </p14:nvContentPartPr>
              <p14:xfrm>
                <a:off x="1994310" y="2214462"/>
                <a:ext cx="11880" cy="146160"/>
              </p14:xfrm>
            </p:contentPart>
          </mc:Choice>
          <mc:Fallback xmlns="">
            <p:pic>
              <p:nvPicPr>
                <p:cNvPr id="80" name="Ink 79">
                  <a:extLst>
                    <a:ext uri="{FF2B5EF4-FFF2-40B4-BE49-F238E27FC236}">
                      <a16:creationId xmlns:a16="http://schemas.microsoft.com/office/drawing/2014/main" id="{3F1AE2E2-5874-814E-B5B4-714776537654}"/>
                    </a:ext>
                  </a:extLst>
                </p:cNvPr>
                <p:cNvPicPr/>
                <p:nvPr/>
              </p:nvPicPr>
              <p:blipFill>
                <a:blip r:embed="rId123"/>
                <a:stretch>
                  <a:fillRect/>
                </a:stretch>
              </p:blipFill>
              <p:spPr>
                <a:xfrm>
                  <a:off x="1985670" y="2205462"/>
                  <a:ext cx="295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1" name="Ink 80">
                  <a:extLst>
                    <a:ext uri="{FF2B5EF4-FFF2-40B4-BE49-F238E27FC236}">
                      <a16:creationId xmlns:a16="http://schemas.microsoft.com/office/drawing/2014/main" id="{89595085-56FA-2E37-1D5F-B9AA6DB6E776}"/>
                    </a:ext>
                  </a:extLst>
                </p14:cNvPr>
                <p14:cNvContentPartPr/>
                <p14:nvPr/>
              </p14:nvContentPartPr>
              <p14:xfrm>
                <a:off x="2005470" y="2285382"/>
                <a:ext cx="38520" cy="37440"/>
              </p14:xfrm>
            </p:contentPart>
          </mc:Choice>
          <mc:Fallback xmlns="">
            <p:pic>
              <p:nvPicPr>
                <p:cNvPr id="81" name="Ink 80">
                  <a:extLst>
                    <a:ext uri="{FF2B5EF4-FFF2-40B4-BE49-F238E27FC236}">
                      <a16:creationId xmlns:a16="http://schemas.microsoft.com/office/drawing/2014/main" id="{89595085-56FA-2E37-1D5F-B9AA6DB6E776}"/>
                    </a:ext>
                  </a:extLst>
                </p:cNvPr>
                <p:cNvPicPr/>
                <p:nvPr/>
              </p:nvPicPr>
              <p:blipFill>
                <a:blip r:embed="rId125"/>
                <a:stretch>
                  <a:fillRect/>
                </a:stretch>
              </p:blipFill>
              <p:spPr>
                <a:xfrm>
                  <a:off x="1996830" y="2276742"/>
                  <a:ext cx="561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4" name="Ink 83">
                  <a:extLst>
                    <a:ext uri="{FF2B5EF4-FFF2-40B4-BE49-F238E27FC236}">
                      <a16:creationId xmlns:a16="http://schemas.microsoft.com/office/drawing/2014/main" id="{89BF3A07-426D-BC13-0800-EA5796BFB7AA}"/>
                    </a:ext>
                  </a:extLst>
                </p14:cNvPr>
                <p14:cNvContentPartPr/>
                <p14:nvPr/>
              </p14:nvContentPartPr>
              <p14:xfrm>
                <a:off x="2129670" y="2295102"/>
                <a:ext cx="80640" cy="110880"/>
              </p14:xfrm>
            </p:contentPart>
          </mc:Choice>
          <mc:Fallback xmlns="">
            <p:pic>
              <p:nvPicPr>
                <p:cNvPr id="84" name="Ink 83">
                  <a:extLst>
                    <a:ext uri="{FF2B5EF4-FFF2-40B4-BE49-F238E27FC236}">
                      <a16:creationId xmlns:a16="http://schemas.microsoft.com/office/drawing/2014/main" id="{89BF3A07-426D-BC13-0800-EA5796BFB7AA}"/>
                    </a:ext>
                  </a:extLst>
                </p:cNvPr>
                <p:cNvPicPr/>
                <p:nvPr/>
              </p:nvPicPr>
              <p:blipFill>
                <a:blip r:embed="rId127"/>
                <a:stretch>
                  <a:fillRect/>
                </a:stretch>
              </p:blipFill>
              <p:spPr>
                <a:xfrm>
                  <a:off x="2120670" y="2286462"/>
                  <a:ext cx="982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5" name="Ink 84">
                  <a:extLst>
                    <a:ext uri="{FF2B5EF4-FFF2-40B4-BE49-F238E27FC236}">
                      <a16:creationId xmlns:a16="http://schemas.microsoft.com/office/drawing/2014/main" id="{4839D4EB-0B41-0903-D1C9-47CA3316D05E}"/>
                    </a:ext>
                  </a:extLst>
                </p14:cNvPr>
                <p14:cNvContentPartPr/>
                <p14:nvPr/>
              </p14:nvContentPartPr>
              <p14:xfrm>
                <a:off x="2156310" y="2353782"/>
                <a:ext cx="638640" cy="360000"/>
              </p14:xfrm>
            </p:contentPart>
          </mc:Choice>
          <mc:Fallback xmlns="">
            <p:pic>
              <p:nvPicPr>
                <p:cNvPr id="85" name="Ink 84">
                  <a:extLst>
                    <a:ext uri="{FF2B5EF4-FFF2-40B4-BE49-F238E27FC236}">
                      <a16:creationId xmlns:a16="http://schemas.microsoft.com/office/drawing/2014/main" id="{4839D4EB-0B41-0903-D1C9-47CA3316D05E}"/>
                    </a:ext>
                  </a:extLst>
                </p:cNvPr>
                <p:cNvPicPr/>
                <p:nvPr/>
              </p:nvPicPr>
              <p:blipFill>
                <a:blip r:embed="rId129"/>
                <a:stretch>
                  <a:fillRect/>
                </a:stretch>
              </p:blipFill>
              <p:spPr>
                <a:xfrm>
                  <a:off x="2147310" y="2344782"/>
                  <a:ext cx="656280" cy="377640"/>
                </a:xfrm>
                <a:prstGeom prst="rect">
                  <a:avLst/>
                </a:prstGeom>
              </p:spPr>
            </p:pic>
          </mc:Fallback>
        </mc:AlternateContent>
      </p:grpSp>
      <p:grpSp>
        <p:nvGrpSpPr>
          <p:cNvPr id="89" name="Group 88">
            <a:extLst>
              <a:ext uri="{FF2B5EF4-FFF2-40B4-BE49-F238E27FC236}">
                <a16:creationId xmlns:a16="http://schemas.microsoft.com/office/drawing/2014/main" id="{34657E3D-AB56-26C9-D9CC-83CDFAC9E4E7}"/>
              </a:ext>
            </a:extLst>
          </p:cNvPr>
          <p:cNvGrpSpPr/>
          <p:nvPr/>
        </p:nvGrpSpPr>
        <p:grpSpPr>
          <a:xfrm>
            <a:off x="1847790" y="1628382"/>
            <a:ext cx="887400" cy="490320"/>
            <a:chOff x="1847790" y="1628382"/>
            <a:chExt cx="887400" cy="490320"/>
          </a:xfrm>
        </p:grpSpPr>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BFF5E24A-3651-72CE-935A-A87D87807042}"/>
                    </a:ext>
                  </a:extLst>
                </p14:cNvPr>
                <p14:cNvContentPartPr/>
                <p14:nvPr/>
              </p14:nvContentPartPr>
              <p14:xfrm>
                <a:off x="1847790" y="1636662"/>
                <a:ext cx="864720" cy="482040"/>
              </p14:xfrm>
            </p:contentPart>
          </mc:Choice>
          <mc:Fallback xmlns="">
            <p:pic>
              <p:nvPicPr>
                <p:cNvPr id="87" name="Ink 86">
                  <a:extLst>
                    <a:ext uri="{FF2B5EF4-FFF2-40B4-BE49-F238E27FC236}">
                      <a16:creationId xmlns:a16="http://schemas.microsoft.com/office/drawing/2014/main" id="{BFF5E24A-3651-72CE-935A-A87D87807042}"/>
                    </a:ext>
                  </a:extLst>
                </p:cNvPr>
                <p:cNvPicPr/>
                <p:nvPr/>
              </p:nvPicPr>
              <p:blipFill>
                <a:blip r:embed="rId131"/>
                <a:stretch>
                  <a:fillRect/>
                </a:stretch>
              </p:blipFill>
              <p:spPr>
                <a:xfrm>
                  <a:off x="1839150" y="1628022"/>
                  <a:ext cx="88236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Ink 87">
                  <a:extLst>
                    <a:ext uri="{FF2B5EF4-FFF2-40B4-BE49-F238E27FC236}">
                      <a16:creationId xmlns:a16="http://schemas.microsoft.com/office/drawing/2014/main" id="{38A43F01-E8D0-268A-9E0C-A30B1C8204CB}"/>
                    </a:ext>
                  </a:extLst>
                </p14:cNvPr>
                <p14:cNvContentPartPr/>
                <p14:nvPr/>
              </p14:nvContentPartPr>
              <p14:xfrm>
                <a:off x="2649150" y="1628382"/>
                <a:ext cx="86040" cy="95760"/>
              </p14:xfrm>
            </p:contentPart>
          </mc:Choice>
          <mc:Fallback xmlns="">
            <p:pic>
              <p:nvPicPr>
                <p:cNvPr id="88" name="Ink 87">
                  <a:extLst>
                    <a:ext uri="{FF2B5EF4-FFF2-40B4-BE49-F238E27FC236}">
                      <a16:creationId xmlns:a16="http://schemas.microsoft.com/office/drawing/2014/main" id="{38A43F01-E8D0-268A-9E0C-A30B1C8204CB}"/>
                    </a:ext>
                  </a:extLst>
                </p:cNvPr>
                <p:cNvPicPr/>
                <p:nvPr/>
              </p:nvPicPr>
              <p:blipFill>
                <a:blip r:embed="rId133"/>
                <a:stretch>
                  <a:fillRect/>
                </a:stretch>
              </p:blipFill>
              <p:spPr>
                <a:xfrm>
                  <a:off x="2640510" y="1619382"/>
                  <a:ext cx="103680" cy="113400"/>
                </a:xfrm>
                <a:prstGeom prst="rect">
                  <a:avLst/>
                </a:prstGeom>
              </p:spPr>
            </p:pic>
          </mc:Fallback>
        </mc:AlternateContent>
      </p:grpSp>
      <p:grpSp>
        <p:nvGrpSpPr>
          <p:cNvPr id="93" name="Group 92">
            <a:extLst>
              <a:ext uri="{FF2B5EF4-FFF2-40B4-BE49-F238E27FC236}">
                <a16:creationId xmlns:a16="http://schemas.microsoft.com/office/drawing/2014/main" id="{4956C763-BC71-B097-6032-184CBD8290D1}"/>
              </a:ext>
            </a:extLst>
          </p:cNvPr>
          <p:cNvGrpSpPr/>
          <p:nvPr/>
        </p:nvGrpSpPr>
        <p:grpSpPr>
          <a:xfrm>
            <a:off x="3145590" y="758982"/>
            <a:ext cx="477720" cy="395280"/>
            <a:chOff x="3145590" y="758982"/>
            <a:chExt cx="477720" cy="395280"/>
          </a:xfrm>
        </p:grpSpPr>
        <mc:AlternateContent xmlns:mc="http://schemas.openxmlformats.org/markup-compatibility/2006" xmlns:p14="http://schemas.microsoft.com/office/powerpoint/2010/main">
          <mc:Choice Requires="p14">
            <p:contentPart p14:bwMode="auto" r:id="rId134">
              <p14:nvContentPartPr>
                <p14:cNvPr id="90" name="Ink 89">
                  <a:extLst>
                    <a:ext uri="{FF2B5EF4-FFF2-40B4-BE49-F238E27FC236}">
                      <a16:creationId xmlns:a16="http://schemas.microsoft.com/office/drawing/2014/main" id="{681C9BFD-1A25-ECD3-F728-0DF48489A8A3}"/>
                    </a:ext>
                  </a:extLst>
                </p14:cNvPr>
                <p14:cNvContentPartPr/>
                <p14:nvPr/>
              </p14:nvContentPartPr>
              <p14:xfrm>
                <a:off x="3363750" y="896862"/>
                <a:ext cx="10440" cy="170280"/>
              </p14:xfrm>
            </p:contentPart>
          </mc:Choice>
          <mc:Fallback xmlns="">
            <p:pic>
              <p:nvPicPr>
                <p:cNvPr id="90" name="Ink 89">
                  <a:extLst>
                    <a:ext uri="{FF2B5EF4-FFF2-40B4-BE49-F238E27FC236}">
                      <a16:creationId xmlns:a16="http://schemas.microsoft.com/office/drawing/2014/main" id="{681C9BFD-1A25-ECD3-F728-0DF48489A8A3}"/>
                    </a:ext>
                  </a:extLst>
                </p:cNvPr>
                <p:cNvPicPr/>
                <p:nvPr/>
              </p:nvPicPr>
              <p:blipFill>
                <a:blip r:embed="rId135"/>
                <a:stretch>
                  <a:fillRect/>
                </a:stretch>
              </p:blipFill>
              <p:spPr>
                <a:xfrm>
                  <a:off x="3355110" y="887862"/>
                  <a:ext cx="280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1" name="Ink 90">
                  <a:extLst>
                    <a:ext uri="{FF2B5EF4-FFF2-40B4-BE49-F238E27FC236}">
                      <a16:creationId xmlns:a16="http://schemas.microsoft.com/office/drawing/2014/main" id="{559D5C8D-AE57-3ED9-1BC0-904A8ED7C98E}"/>
                    </a:ext>
                  </a:extLst>
                </p14:cNvPr>
                <p14:cNvContentPartPr/>
                <p14:nvPr/>
              </p14:nvContentPartPr>
              <p14:xfrm>
                <a:off x="3261870" y="954102"/>
                <a:ext cx="280080" cy="105480"/>
              </p14:xfrm>
            </p:contentPart>
          </mc:Choice>
          <mc:Fallback xmlns="">
            <p:pic>
              <p:nvPicPr>
                <p:cNvPr id="91" name="Ink 90">
                  <a:extLst>
                    <a:ext uri="{FF2B5EF4-FFF2-40B4-BE49-F238E27FC236}">
                      <a16:creationId xmlns:a16="http://schemas.microsoft.com/office/drawing/2014/main" id="{559D5C8D-AE57-3ED9-1BC0-904A8ED7C98E}"/>
                    </a:ext>
                  </a:extLst>
                </p:cNvPr>
                <p:cNvPicPr/>
                <p:nvPr/>
              </p:nvPicPr>
              <p:blipFill>
                <a:blip r:embed="rId137"/>
                <a:stretch>
                  <a:fillRect/>
                </a:stretch>
              </p:blipFill>
              <p:spPr>
                <a:xfrm>
                  <a:off x="3253230" y="945462"/>
                  <a:ext cx="2977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2" name="Ink 91">
                  <a:extLst>
                    <a:ext uri="{FF2B5EF4-FFF2-40B4-BE49-F238E27FC236}">
                      <a16:creationId xmlns:a16="http://schemas.microsoft.com/office/drawing/2014/main" id="{3D093618-09E0-766D-7191-58B3015D7BB6}"/>
                    </a:ext>
                  </a:extLst>
                </p14:cNvPr>
                <p14:cNvContentPartPr/>
                <p14:nvPr/>
              </p14:nvContentPartPr>
              <p14:xfrm>
                <a:off x="3145590" y="758982"/>
                <a:ext cx="477720" cy="395280"/>
              </p14:xfrm>
            </p:contentPart>
          </mc:Choice>
          <mc:Fallback xmlns="">
            <p:pic>
              <p:nvPicPr>
                <p:cNvPr id="92" name="Ink 91">
                  <a:extLst>
                    <a:ext uri="{FF2B5EF4-FFF2-40B4-BE49-F238E27FC236}">
                      <a16:creationId xmlns:a16="http://schemas.microsoft.com/office/drawing/2014/main" id="{3D093618-09E0-766D-7191-58B3015D7BB6}"/>
                    </a:ext>
                  </a:extLst>
                </p:cNvPr>
                <p:cNvPicPr/>
                <p:nvPr/>
              </p:nvPicPr>
              <p:blipFill>
                <a:blip r:embed="rId139"/>
                <a:stretch>
                  <a:fillRect/>
                </a:stretch>
              </p:blipFill>
              <p:spPr>
                <a:xfrm>
                  <a:off x="3136590" y="750342"/>
                  <a:ext cx="495360" cy="41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0">
            <p14:nvContentPartPr>
              <p14:cNvPr id="101" name="Ink 100">
                <a:extLst>
                  <a:ext uri="{FF2B5EF4-FFF2-40B4-BE49-F238E27FC236}">
                    <a16:creationId xmlns:a16="http://schemas.microsoft.com/office/drawing/2014/main" id="{20D4C8B9-BEAF-7594-32BF-778116A08723}"/>
                  </a:ext>
                </a:extLst>
              </p14:cNvPr>
              <p14:cNvContentPartPr/>
              <p14:nvPr/>
            </p14:nvContentPartPr>
            <p14:xfrm>
              <a:off x="6165630" y="3711342"/>
              <a:ext cx="186480" cy="147960"/>
            </p14:xfrm>
          </p:contentPart>
        </mc:Choice>
        <mc:Fallback xmlns="">
          <p:pic>
            <p:nvPicPr>
              <p:cNvPr id="101" name="Ink 100">
                <a:extLst>
                  <a:ext uri="{FF2B5EF4-FFF2-40B4-BE49-F238E27FC236}">
                    <a16:creationId xmlns:a16="http://schemas.microsoft.com/office/drawing/2014/main" id="{20D4C8B9-BEAF-7594-32BF-778116A08723}"/>
                  </a:ext>
                </a:extLst>
              </p:cNvPr>
              <p:cNvPicPr/>
              <p:nvPr/>
            </p:nvPicPr>
            <p:blipFill>
              <a:blip r:embed="rId141"/>
              <a:stretch>
                <a:fillRect/>
              </a:stretch>
            </p:blipFill>
            <p:spPr>
              <a:xfrm>
                <a:off x="6156630" y="3702342"/>
                <a:ext cx="2041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2" name="Ink 101">
                <a:extLst>
                  <a:ext uri="{FF2B5EF4-FFF2-40B4-BE49-F238E27FC236}">
                    <a16:creationId xmlns:a16="http://schemas.microsoft.com/office/drawing/2014/main" id="{FFCBE082-F88F-B850-5E2A-632F0628E84D}"/>
                  </a:ext>
                </a:extLst>
              </p14:cNvPr>
              <p14:cNvContentPartPr/>
              <p14:nvPr/>
            </p14:nvContentPartPr>
            <p14:xfrm>
              <a:off x="6351030" y="3726102"/>
              <a:ext cx="127080" cy="111240"/>
            </p14:xfrm>
          </p:contentPart>
        </mc:Choice>
        <mc:Fallback xmlns="">
          <p:pic>
            <p:nvPicPr>
              <p:cNvPr id="102" name="Ink 101">
                <a:extLst>
                  <a:ext uri="{FF2B5EF4-FFF2-40B4-BE49-F238E27FC236}">
                    <a16:creationId xmlns:a16="http://schemas.microsoft.com/office/drawing/2014/main" id="{FFCBE082-F88F-B850-5E2A-632F0628E84D}"/>
                  </a:ext>
                </a:extLst>
              </p:cNvPr>
              <p:cNvPicPr/>
              <p:nvPr/>
            </p:nvPicPr>
            <p:blipFill>
              <a:blip r:embed="rId143"/>
              <a:stretch>
                <a:fillRect/>
              </a:stretch>
            </p:blipFill>
            <p:spPr>
              <a:xfrm>
                <a:off x="6342030" y="3717462"/>
                <a:ext cx="1447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3" name="Ink 102">
                <a:extLst>
                  <a:ext uri="{FF2B5EF4-FFF2-40B4-BE49-F238E27FC236}">
                    <a16:creationId xmlns:a16="http://schemas.microsoft.com/office/drawing/2014/main" id="{04809817-7EB6-C1B4-D276-DC20ED9CB2D7}"/>
                  </a:ext>
                </a:extLst>
              </p14:cNvPr>
              <p14:cNvContentPartPr/>
              <p14:nvPr/>
            </p14:nvContentPartPr>
            <p14:xfrm>
              <a:off x="6509430" y="3720702"/>
              <a:ext cx="113400" cy="126720"/>
            </p14:xfrm>
          </p:contentPart>
        </mc:Choice>
        <mc:Fallback xmlns="">
          <p:pic>
            <p:nvPicPr>
              <p:cNvPr id="103" name="Ink 102">
                <a:extLst>
                  <a:ext uri="{FF2B5EF4-FFF2-40B4-BE49-F238E27FC236}">
                    <a16:creationId xmlns:a16="http://schemas.microsoft.com/office/drawing/2014/main" id="{04809817-7EB6-C1B4-D276-DC20ED9CB2D7}"/>
                  </a:ext>
                </a:extLst>
              </p:cNvPr>
              <p:cNvPicPr/>
              <p:nvPr/>
            </p:nvPicPr>
            <p:blipFill>
              <a:blip r:embed="rId145"/>
              <a:stretch>
                <a:fillRect/>
              </a:stretch>
            </p:blipFill>
            <p:spPr>
              <a:xfrm>
                <a:off x="6500790" y="3712062"/>
                <a:ext cx="1310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5" name="Ink 104">
                <a:extLst>
                  <a:ext uri="{FF2B5EF4-FFF2-40B4-BE49-F238E27FC236}">
                    <a16:creationId xmlns:a16="http://schemas.microsoft.com/office/drawing/2014/main" id="{91C0CCA3-50A8-5ADD-A628-C2F9BC214CB5}"/>
                  </a:ext>
                </a:extLst>
              </p14:cNvPr>
              <p14:cNvContentPartPr/>
              <p14:nvPr/>
            </p14:nvContentPartPr>
            <p14:xfrm>
              <a:off x="6087870" y="3634302"/>
              <a:ext cx="681840" cy="300240"/>
            </p14:xfrm>
          </p:contentPart>
        </mc:Choice>
        <mc:Fallback xmlns="">
          <p:pic>
            <p:nvPicPr>
              <p:cNvPr id="105" name="Ink 104">
                <a:extLst>
                  <a:ext uri="{FF2B5EF4-FFF2-40B4-BE49-F238E27FC236}">
                    <a16:creationId xmlns:a16="http://schemas.microsoft.com/office/drawing/2014/main" id="{91C0CCA3-50A8-5ADD-A628-C2F9BC214CB5}"/>
                  </a:ext>
                </a:extLst>
              </p:cNvPr>
              <p:cNvPicPr/>
              <p:nvPr/>
            </p:nvPicPr>
            <p:blipFill>
              <a:blip r:embed="rId147"/>
              <a:stretch>
                <a:fillRect/>
              </a:stretch>
            </p:blipFill>
            <p:spPr>
              <a:xfrm>
                <a:off x="6079230" y="3625302"/>
                <a:ext cx="69948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6" name="Ink 105">
                <a:extLst>
                  <a:ext uri="{FF2B5EF4-FFF2-40B4-BE49-F238E27FC236}">
                    <a16:creationId xmlns:a16="http://schemas.microsoft.com/office/drawing/2014/main" id="{15AC9884-8964-0513-BE29-587E4F69F1DE}"/>
                  </a:ext>
                </a:extLst>
              </p14:cNvPr>
              <p14:cNvContentPartPr/>
              <p14:nvPr/>
            </p14:nvContentPartPr>
            <p14:xfrm>
              <a:off x="6890670" y="3749502"/>
              <a:ext cx="97560" cy="104760"/>
            </p14:xfrm>
          </p:contentPart>
        </mc:Choice>
        <mc:Fallback xmlns="">
          <p:pic>
            <p:nvPicPr>
              <p:cNvPr id="106" name="Ink 105">
                <a:extLst>
                  <a:ext uri="{FF2B5EF4-FFF2-40B4-BE49-F238E27FC236}">
                    <a16:creationId xmlns:a16="http://schemas.microsoft.com/office/drawing/2014/main" id="{15AC9884-8964-0513-BE29-587E4F69F1DE}"/>
                  </a:ext>
                </a:extLst>
              </p:cNvPr>
              <p:cNvPicPr/>
              <p:nvPr/>
            </p:nvPicPr>
            <p:blipFill>
              <a:blip r:embed="rId149"/>
              <a:stretch>
                <a:fillRect/>
              </a:stretch>
            </p:blipFill>
            <p:spPr>
              <a:xfrm>
                <a:off x="6881670" y="3740862"/>
                <a:ext cx="1152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5" name="Ink 114">
                <a:extLst>
                  <a:ext uri="{FF2B5EF4-FFF2-40B4-BE49-F238E27FC236}">
                    <a16:creationId xmlns:a16="http://schemas.microsoft.com/office/drawing/2014/main" id="{499C18F0-3D96-BE0D-6B38-A52CF9EB42CF}"/>
                  </a:ext>
                </a:extLst>
              </p14:cNvPr>
              <p14:cNvContentPartPr/>
              <p14:nvPr/>
            </p14:nvContentPartPr>
            <p14:xfrm>
              <a:off x="7041150" y="3706302"/>
              <a:ext cx="62640" cy="212040"/>
            </p14:xfrm>
          </p:contentPart>
        </mc:Choice>
        <mc:Fallback xmlns="">
          <p:pic>
            <p:nvPicPr>
              <p:cNvPr id="115" name="Ink 114">
                <a:extLst>
                  <a:ext uri="{FF2B5EF4-FFF2-40B4-BE49-F238E27FC236}">
                    <a16:creationId xmlns:a16="http://schemas.microsoft.com/office/drawing/2014/main" id="{499C18F0-3D96-BE0D-6B38-A52CF9EB42CF}"/>
                  </a:ext>
                </a:extLst>
              </p:cNvPr>
              <p:cNvPicPr/>
              <p:nvPr/>
            </p:nvPicPr>
            <p:blipFill>
              <a:blip r:embed="rId151"/>
              <a:stretch>
                <a:fillRect/>
              </a:stretch>
            </p:blipFill>
            <p:spPr>
              <a:xfrm>
                <a:off x="7032150" y="3697662"/>
                <a:ext cx="80280" cy="229680"/>
              </a:xfrm>
              <a:prstGeom prst="rect">
                <a:avLst/>
              </a:prstGeom>
            </p:spPr>
          </p:pic>
        </mc:Fallback>
      </mc:AlternateContent>
      <p:grpSp>
        <p:nvGrpSpPr>
          <p:cNvPr id="119" name="Group 118">
            <a:extLst>
              <a:ext uri="{FF2B5EF4-FFF2-40B4-BE49-F238E27FC236}">
                <a16:creationId xmlns:a16="http://schemas.microsoft.com/office/drawing/2014/main" id="{0A413F5F-8092-FE60-7953-C61EC0B1670B}"/>
              </a:ext>
            </a:extLst>
          </p:cNvPr>
          <p:cNvGrpSpPr/>
          <p:nvPr/>
        </p:nvGrpSpPr>
        <p:grpSpPr>
          <a:xfrm>
            <a:off x="3841470" y="607782"/>
            <a:ext cx="1004760" cy="492840"/>
            <a:chOff x="3841470" y="607782"/>
            <a:chExt cx="1004760" cy="492840"/>
          </a:xfrm>
        </p:grpSpPr>
        <mc:AlternateContent xmlns:mc="http://schemas.openxmlformats.org/markup-compatibility/2006" xmlns:p14="http://schemas.microsoft.com/office/powerpoint/2010/main">
          <mc:Choice Requires="p14">
            <p:contentPart p14:bwMode="auto" r:id="rId152">
              <p14:nvContentPartPr>
                <p14:cNvPr id="94" name="Ink 93">
                  <a:extLst>
                    <a:ext uri="{FF2B5EF4-FFF2-40B4-BE49-F238E27FC236}">
                      <a16:creationId xmlns:a16="http://schemas.microsoft.com/office/drawing/2014/main" id="{D93550C4-3249-AAC8-8095-9C46685C14F4}"/>
                    </a:ext>
                  </a:extLst>
                </p14:cNvPr>
                <p14:cNvContentPartPr/>
                <p14:nvPr/>
              </p14:nvContentPartPr>
              <p14:xfrm>
                <a:off x="3841470" y="813702"/>
                <a:ext cx="275400" cy="285120"/>
              </p14:xfrm>
            </p:contentPart>
          </mc:Choice>
          <mc:Fallback xmlns="">
            <p:pic>
              <p:nvPicPr>
                <p:cNvPr id="94" name="Ink 93">
                  <a:extLst>
                    <a:ext uri="{FF2B5EF4-FFF2-40B4-BE49-F238E27FC236}">
                      <a16:creationId xmlns:a16="http://schemas.microsoft.com/office/drawing/2014/main" id="{D93550C4-3249-AAC8-8095-9C46685C14F4}"/>
                    </a:ext>
                  </a:extLst>
                </p:cNvPr>
                <p:cNvPicPr/>
                <p:nvPr/>
              </p:nvPicPr>
              <p:blipFill>
                <a:blip r:embed="rId153"/>
                <a:stretch>
                  <a:fillRect/>
                </a:stretch>
              </p:blipFill>
              <p:spPr>
                <a:xfrm>
                  <a:off x="3832830" y="804702"/>
                  <a:ext cx="29304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5" name="Ink 94">
                  <a:extLst>
                    <a:ext uri="{FF2B5EF4-FFF2-40B4-BE49-F238E27FC236}">
                      <a16:creationId xmlns:a16="http://schemas.microsoft.com/office/drawing/2014/main" id="{8553F342-279C-CE89-FB71-30EB41F0E515}"/>
                    </a:ext>
                  </a:extLst>
                </p14:cNvPr>
                <p14:cNvContentPartPr/>
                <p14:nvPr/>
              </p14:nvContentPartPr>
              <p14:xfrm>
                <a:off x="4165110" y="811902"/>
                <a:ext cx="289800" cy="280800"/>
              </p14:xfrm>
            </p:contentPart>
          </mc:Choice>
          <mc:Fallback xmlns="">
            <p:pic>
              <p:nvPicPr>
                <p:cNvPr id="95" name="Ink 94">
                  <a:extLst>
                    <a:ext uri="{FF2B5EF4-FFF2-40B4-BE49-F238E27FC236}">
                      <a16:creationId xmlns:a16="http://schemas.microsoft.com/office/drawing/2014/main" id="{8553F342-279C-CE89-FB71-30EB41F0E515}"/>
                    </a:ext>
                  </a:extLst>
                </p:cNvPr>
                <p:cNvPicPr/>
                <p:nvPr/>
              </p:nvPicPr>
              <p:blipFill>
                <a:blip r:embed="rId155"/>
                <a:stretch>
                  <a:fillRect/>
                </a:stretch>
              </p:blipFill>
              <p:spPr>
                <a:xfrm>
                  <a:off x="4156470" y="802902"/>
                  <a:ext cx="30744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6" name="Ink 95">
                  <a:extLst>
                    <a:ext uri="{FF2B5EF4-FFF2-40B4-BE49-F238E27FC236}">
                      <a16:creationId xmlns:a16="http://schemas.microsoft.com/office/drawing/2014/main" id="{A9DD8B04-9B05-83BF-B400-FD42B81C39BE}"/>
                    </a:ext>
                  </a:extLst>
                </p14:cNvPr>
                <p14:cNvContentPartPr/>
                <p14:nvPr/>
              </p14:nvContentPartPr>
              <p14:xfrm>
                <a:off x="4491990" y="792102"/>
                <a:ext cx="354240" cy="308520"/>
              </p14:xfrm>
            </p:contentPart>
          </mc:Choice>
          <mc:Fallback xmlns="">
            <p:pic>
              <p:nvPicPr>
                <p:cNvPr id="96" name="Ink 95">
                  <a:extLst>
                    <a:ext uri="{FF2B5EF4-FFF2-40B4-BE49-F238E27FC236}">
                      <a16:creationId xmlns:a16="http://schemas.microsoft.com/office/drawing/2014/main" id="{A9DD8B04-9B05-83BF-B400-FD42B81C39BE}"/>
                    </a:ext>
                  </a:extLst>
                </p:cNvPr>
                <p:cNvPicPr/>
                <p:nvPr/>
              </p:nvPicPr>
              <p:blipFill>
                <a:blip r:embed="rId157"/>
                <a:stretch>
                  <a:fillRect/>
                </a:stretch>
              </p:blipFill>
              <p:spPr>
                <a:xfrm>
                  <a:off x="4482990" y="783102"/>
                  <a:ext cx="3718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7" name="Ink 96">
                  <a:extLst>
                    <a:ext uri="{FF2B5EF4-FFF2-40B4-BE49-F238E27FC236}">
                      <a16:creationId xmlns:a16="http://schemas.microsoft.com/office/drawing/2014/main" id="{26788D52-D129-3660-A353-374135E9E71C}"/>
                    </a:ext>
                  </a:extLst>
                </p14:cNvPr>
                <p14:cNvContentPartPr/>
                <p14:nvPr/>
              </p14:nvContentPartPr>
              <p14:xfrm>
                <a:off x="4497390" y="791742"/>
                <a:ext cx="35640" cy="157320"/>
              </p14:xfrm>
            </p:contentPart>
          </mc:Choice>
          <mc:Fallback xmlns="">
            <p:pic>
              <p:nvPicPr>
                <p:cNvPr id="97" name="Ink 96">
                  <a:extLst>
                    <a:ext uri="{FF2B5EF4-FFF2-40B4-BE49-F238E27FC236}">
                      <a16:creationId xmlns:a16="http://schemas.microsoft.com/office/drawing/2014/main" id="{26788D52-D129-3660-A353-374135E9E71C}"/>
                    </a:ext>
                  </a:extLst>
                </p:cNvPr>
                <p:cNvPicPr/>
                <p:nvPr/>
              </p:nvPicPr>
              <p:blipFill>
                <a:blip r:embed="rId159"/>
                <a:stretch>
                  <a:fillRect/>
                </a:stretch>
              </p:blipFill>
              <p:spPr>
                <a:xfrm>
                  <a:off x="4488750" y="783102"/>
                  <a:ext cx="532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8" name="Ink 97">
                  <a:extLst>
                    <a:ext uri="{FF2B5EF4-FFF2-40B4-BE49-F238E27FC236}">
                      <a16:creationId xmlns:a16="http://schemas.microsoft.com/office/drawing/2014/main" id="{A68CC4B6-7986-DBD6-E6B6-CB81E3FD41BE}"/>
                    </a:ext>
                  </a:extLst>
                </p14:cNvPr>
                <p14:cNvContentPartPr/>
                <p14:nvPr/>
              </p14:nvContentPartPr>
              <p14:xfrm>
                <a:off x="4204710" y="607782"/>
                <a:ext cx="162000" cy="156600"/>
              </p14:xfrm>
            </p:contentPart>
          </mc:Choice>
          <mc:Fallback xmlns="">
            <p:pic>
              <p:nvPicPr>
                <p:cNvPr id="98" name="Ink 97">
                  <a:extLst>
                    <a:ext uri="{FF2B5EF4-FFF2-40B4-BE49-F238E27FC236}">
                      <a16:creationId xmlns:a16="http://schemas.microsoft.com/office/drawing/2014/main" id="{A68CC4B6-7986-DBD6-E6B6-CB81E3FD41BE}"/>
                    </a:ext>
                  </a:extLst>
                </p:cNvPr>
                <p:cNvPicPr/>
                <p:nvPr/>
              </p:nvPicPr>
              <p:blipFill>
                <a:blip r:embed="rId161"/>
                <a:stretch>
                  <a:fillRect/>
                </a:stretch>
              </p:blipFill>
              <p:spPr>
                <a:xfrm>
                  <a:off x="4196070" y="598782"/>
                  <a:ext cx="1796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9" name="Ink 98">
                  <a:extLst>
                    <a:ext uri="{FF2B5EF4-FFF2-40B4-BE49-F238E27FC236}">
                      <a16:creationId xmlns:a16="http://schemas.microsoft.com/office/drawing/2014/main" id="{B77E3065-4F6E-8E44-9D9B-311B1F286387}"/>
                    </a:ext>
                  </a:extLst>
                </p14:cNvPr>
                <p14:cNvContentPartPr/>
                <p14:nvPr/>
              </p14:nvContentPartPr>
              <p14:xfrm>
                <a:off x="4288230" y="697062"/>
                <a:ext cx="147240" cy="100080"/>
              </p14:xfrm>
            </p:contentPart>
          </mc:Choice>
          <mc:Fallback xmlns="">
            <p:pic>
              <p:nvPicPr>
                <p:cNvPr id="99" name="Ink 98">
                  <a:extLst>
                    <a:ext uri="{FF2B5EF4-FFF2-40B4-BE49-F238E27FC236}">
                      <a16:creationId xmlns:a16="http://schemas.microsoft.com/office/drawing/2014/main" id="{B77E3065-4F6E-8E44-9D9B-311B1F286387}"/>
                    </a:ext>
                  </a:extLst>
                </p:cNvPr>
                <p:cNvPicPr/>
                <p:nvPr/>
              </p:nvPicPr>
              <p:blipFill>
                <a:blip r:embed="rId163"/>
                <a:stretch>
                  <a:fillRect/>
                </a:stretch>
              </p:blipFill>
              <p:spPr>
                <a:xfrm>
                  <a:off x="4279590" y="688422"/>
                  <a:ext cx="1648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6" name="Ink 115">
                  <a:extLst>
                    <a:ext uri="{FF2B5EF4-FFF2-40B4-BE49-F238E27FC236}">
                      <a16:creationId xmlns:a16="http://schemas.microsoft.com/office/drawing/2014/main" id="{A32F0725-5315-9412-4EBD-F7CFE1E5F8CB}"/>
                    </a:ext>
                  </a:extLst>
                </p14:cNvPr>
                <p14:cNvContentPartPr/>
                <p14:nvPr/>
              </p14:nvContentPartPr>
              <p14:xfrm>
                <a:off x="3943710" y="987582"/>
                <a:ext cx="60480" cy="58320"/>
              </p14:xfrm>
            </p:contentPart>
          </mc:Choice>
          <mc:Fallback xmlns="">
            <p:pic>
              <p:nvPicPr>
                <p:cNvPr id="116" name="Ink 115">
                  <a:extLst>
                    <a:ext uri="{FF2B5EF4-FFF2-40B4-BE49-F238E27FC236}">
                      <a16:creationId xmlns:a16="http://schemas.microsoft.com/office/drawing/2014/main" id="{A32F0725-5315-9412-4EBD-F7CFE1E5F8CB}"/>
                    </a:ext>
                  </a:extLst>
                </p:cNvPr>
                <p:cNvPicPr/>
                <p:nvPr/>
              </p:nvPicPr>
              <p:blipFill>
                <a:blip r:embed="rId165"/>
                <a:stretch>
                  <a:fillRect/>
                </a:stretch>
              </p:blipFill>
              <p:spPr>
                <a:xfrm>
                  <a:off x="3934710" y="978942"/>
                  <a:ext cx="7812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7" name="Ink 116">
                  <a:extLst>
                    <a:ext uri="{FF2B5EF4-FFF2-40B4-BE49-F238E27FC236}">
                      <a16:creationId xmlns:a16="http://schemas.microsoft.com/office/drawing/2014/main" id="{051D63FF-DFE9-CC66-4FC9-704C6958428F}"/>
                    </a:ext>
                  </a:extLst>
                </p14:cNvPr>
                <p14:cNvContentPartPr/>
                <p14:nvPr/>
              </p14:nvContentPartPr>
              <p14:xfrm>
                <a:off x="3970350" y="1021782"/>
                <a:ext cx="254520" cy="10800"/>
              </p14:xfrm>
            </p:contentPart>
          </mc:Choice>
          <mc:Fallback xmlns="">
            <p:pic>
              <p:nvPicPr>
                <p:cNvPr id="117" name="Ink 116">
                  <a:extLst>
                    <a:ext uri="{FF2B5EF4-FFF2-40B4-BE49-F238E27FC236}">
                      <a16:creationId xmlns:a16="http://schemas.microsoft.com/office/drawing/2014/main" id="{051D63FF-DFE9-CC66-4FC9-704C6958428F}"/>
                    </a:ext>
                  </a:extLst>
                </p:cNvPr>
                <p:cNvPicPr/>
                <p:nvPr/>
              </p:nvPicPr>
              <p:blipFill>
                <a:blip r:embed="rId167"/>
                <a:stretch>
                  <a:fillRect/>
                </a:stretch>
              </p:blipFill>
              <p:spPr>
                <a:xfrm>
                  <a:off x="3961350" y="1012782"/>
                  <a:ext cx="272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8" name="Ink 117">
                  <a:extLst>
                    <a:ext uri="{FF2B5EF4-FFF2-40B4-BE49-F238E27FC236}">
                      <a16:creationId xmlns:a16="http://schemas.microsoft.com/office/drawing/2014/main" id="{DA9C5024-7727-64F7-C67E-96D1FE51716C}"/>
                    </a:ext>
                  </a:extLst>
                </p14:cNvPr>
                <p14:cNvContentPartPr/>
                <p14:nvPr/>
              </p14:nvContentPartPr>
              <p14:xfrm>
                <a:off x="4186350" y="965622"/>
                <a:ext cx="54360" cy="88560"/>
              </p14:xfrm>
            </p:contentPart>
          </mc:Choice>
          <mc:Fallback xmlns="">
            <p:pic>
              <p:nvPicPr>
                <p:cNvPr id="118" name="Ink 117">
                  <a:extLst>
                    <a:ext uri="{FF2B5EF4-FFF2-40B4-BE49-F238E27FC236}">
                      <a16:creationId xmlns:a16="http://schemas.microsoft.com/office/drawing/2014/main" id="{DA9C5024-7727-64F7-C67E-96D1FE51716C}"/>
                    </a:ext>
                  </a:extLst>
                </p:cNvPr>
                <p:cNvPicPr/>
                <p:nvPr/>
              </p:nvPicPr>
              <p:blipFill>
                <a:blip r:embed="rId169"/>
                <a:stretch>
                  <a:fillRect/>
                </a:stretch>
              </p:blipFill>
              <p:spPr>
                <a:xfrm>
                  <a:off x="4177350" y="956622"/>
                  <a:ext cx="72000" cy="10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0">
            <p14:nvContentPartPr>
              <p14:cNvPr id="120" name="Ink 119">
                <a:extLst>
                  <a:ext uri="{FF2B5EF4-FFF2-40B4-BE49-F238E27FC236}">
                    <a16:creationId xmlns:a16="http://schemas.microsoft.com/office/drawing/2014/main" id="{B9CCE35E-6636-0DDA-8B8D-4E2752C49E1D}"/>
                  </a:ext>
                </a:extLst>
              </p14:cNvPr>
              <p14:cNvContentPartPr/>
              <p14:nvPr/>
            </p14:nvContentPartPr>
            <p14:xfrm>
              <a:off x="4298310" y="999102"/>
              <a:ext cx="62640" cy="38520"/>
            </p14:xfrm>
          </p:contentPart>
        </mc:Choice>
        <mc:Fallback xmlns="">
          <p:pic>
            <p:nvPicPr>
              <p:cNvPr id="120" name="Ink 119">
                <a:extLst>
                  <a:ext uri="{FF2B5EF4-FFF2-40B4-BE49-F238E27FC236}">
                    <a16:creationId xmlns:a16="http://schemas.microsoft.com/office/drawing/2014/main" id="{B9CCE35E-6636-0DDA-8B8D-4E2752C49E1D}"/>
                  </a:ext>
                </a:extLst>
              </p:cNvPr>
              <p:cNvPicPr/>
              <p:nvPr/>
            </p:nvPicPr>
            <p:blipFill>
              <a:blip r:embed="rId171"/>
              <a:stretch>
                <a:fillRect/>
              </a:stretch>
            </p:blipFill>
            <p:spPr>
              <a:xfrm>
                <a:off x="4289310" y="990102"/>
                <a:ext cx="8028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2" name="Ink 121">
                <a:extLst>
                  <a:ext uri="{FF2B5EF4-FFF2-40B4-BE49-F238E27FC236}">
                    <a16:creationId xmlns:a16="http://schemas.microsoft.com/office/drawing/2014/main" id="{B25FBF3B-BBE2-8E94-C921-557D244A357D}"/>
                  </a:ext>
                </a:extLst>
              </p14:cNvPr>
              <p14:cNvContentPartPr/>
              <p14:nvPr/>
            </p14:nvContentPartPr>
            <p14:xfrm>
              <a:off x="4336830" y="1017102"/>
              <a:ext cx="1526040" cy="2098080"/>
            </p14:xfrm>
          </p:contentPart>
        </mc:Choice>
        <mc:Fallback xmlns="">
          <p:pic>
            <p:nvPicPr>
              <p:cNvPr id="122" name="Ink 121">
                <a:extLst>
                  <a:ext uri="{FF2B5EF4-FFF2-40B4-BE49-F238E27FC236}">
                    <a16:creationId xmlns:a16="http://schemas.microsoft.com/office/drawing/2014/main" id="{B25FBF3B-BBE2-8E94-C921-557D244A357D}"/>
                  </a:ext>
                </a:extLst>
              </p:cNvPr>
              <p:cNvPicPr/>
              <p:nvPr/>
            </p:nvPicPr>
            <p:blipFill>
              <a:blip r:embed="rId173"/>
              <a:stretch>
                <a:fillRect/>
              </a:stretch>
            </p:blipFill>
            <p:spPr>
              <a:xfrm>
                <a:off x="4328190" y="1008102"/>
                <a:ext cx="1543680" cy="2115720"/>
              </a:xfrm>
              <a:prstGeom prst="rect">
                <a:avLst/>
              </a:prstGeom>
            </p:spPr>
          </p:pic>
        </mc:Fallback>
      </mc:AlternateContent>
      <p:pic>
        <p:nvPicPr>
          <p:cNvPr id="125" name="Picture 124" descr="A green tick on a black background&#10;&#10;AI-generated content may be incorrect.">
            <a:extLst>
              <a:ext uri="{FF2B5EF4-FFF2-40B4-BE49-F238E27FC236}">
                <a16:creationId xmlns:a16="http://schemas.microsoft.com/office/drawing/2014/main" id="{9BAF1468-B117-7DAB-011F-F1B9BF63BBE9}"/>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2694510" y="1079833"/>
            <a:ext cx="309062" cy="254976"/>
          </a:xfrm>
          <a:prstGeom prst="rect">
            <a:avLst/>
          </a:prstGeom>
        </p:spPr>
      </p:pic>
      <p:sp>
        <p:nvSpPr>
          <p:cNvPr id="127" name="TextBox 126">
            <a:extLst>
              <a:ext uri="{FF2B5EF4-FFF2-40B4-BE49-F238E27FC236}">
                <a16:creationId xmlns:a16="http://schemas.microsoft.com/office/drawing/2014/main" id="{FADDCFD7-72AF-275D-242B-9796203D4CF5}"/>
              </a:ext>
            </a:extLst>
          </p:cNvPr>
          <p:cNvSpPr txBox="1"/>
          <p:nvPr/>
        </p:nvSpPr>
        <p:spPr>
          <a:xfrm>
            <a:off x="453150" y="2440777"/>
            <a:ext cx="1666440" cy="461665"/>
          </a:xfrm>
          <a:prstGeom prst="rect">
            <a:avLst/>
          </a:prstGeom>
          <a:noFill/>
        </p:spPr>
        <p:txBody>
          <a:bodyPr wrap="square">
            <a:spAutoFit/>
          </a:bodyPr>
          <a:lstStyle/>
          <a:p>
            <a:pPr algn="ctr"/>
            <a:r>
              <a:rPr lang="en-IN" sz="1200" b="1" i="0" dirty="0">
                <a:solidFill>
                  <a:srgbClr val="002060"/>
                </a:solidFill>
                <a:effectLst/>
                <a:latin typeface="Courier New" panose="02070309020205020404" pitchFamily="49" charset="0"/>
              </a:rPr>
              <a:t>183776e1trial</a:t>
            </a:r>
          </a:p>
          <a:p>
            <a:pPr algn="ctr"/>
            <a:r>
              <a:rPr lang="en-IN" sz="1200" b="1" dirty="0" err="1">
                <a:solidFill>
                  <a:srgbClr val="002060"/>
                </a:solidFill>
                <a:latin typeface="Courier New" panose="02070309020205020404" pitchFamily="49" charset="0"/>
              </a:rPr>
              <a:t>devs</a:t>
            </a:r>
            <a:endParaRPr lang="en-IN" sz="1200" b="1" dirty="0">
              <a:solidFill>
                <a:srgbClr val="002060"/>
              </a:solidFill>
            </a:endParaRPr>
          </a:p>
        </p:txBody>
      </p:sp>
      <p:pic>
        <p:nvPicPr>
          <p:cNvPr id="128" name="Picture 127" descr="A green tick on a black background&#10;&#10;AI-generated content may be incorrect.">
            <a:extLst>
              <a:ext uri="{FF2B5EF4-FFF2-40B4-BE49-F238E27FC236}">
                <a16:creationId xmlns:a16="http://schemas.microsoft.com/office/drawing/2014/main" id="{4961EADE-0AAB-7098-B6E7-F17FC0044631}"/>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3855150" y="588946"/>
            <a:ext cx="309062" cy="254976"/>
          </a:xfrm>
          <a:prstGeom prst="rect">
            <a:avLst/>
          </a:prstGeom>
        </p:spPr>
      </p:pic>
      <p:pic>
        <p:nvPicPr>
          <p:cNvPr id="129" name="Picture 128" descr="A green tick on a black background&#10;&#10;AI-generated content may be incorrect.">
            <a:extLst>
              <a:ext uri="{FF2B5EF4-FFF2-40B4-BE49-F238E27FC236}">
                <a16:creationId xmlns:a16="http://schemas.microsoft.com/office/drawing/2014/main" id="{44B537EB-6620-F603-0AEE-BAD23847C1E8}"/>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3601888" y="2763155"/>
            <a:ext cx="309062" cy="254976"/>
          </a:xfrm>
          <a:prstGeom prst="rect">
            <a:avLst/>
          </a:prstGeom>
        </p:spPr>
      </p:pic>
      <p:pic>
        <p:nvPicPr>
          <p:cNvPr id="4" name="Picture 3" descr="A green tick on a black background&#10;&#10;AI-generated content may be incorrect.">
            <a:extLst>
              <a:ext uri="{FF2B5EF4-FFF2-40B4-BE49-F238E27FC236}">
                <a16:creationId xmlns:a16="http://schemas.microsoft.com/office/drawing/2014/main" id="{55F60937-32F1-0402-F717-300967C3E07B}"/>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6030177" y="3495342"/>
            <a:ext cx="309062" cy="254976"/>
          </a:xfrm>
          <a:prstGeom prst="rect">
            <a:avLst/>
          </a:prstGeom>
        </p:spPr>
      </p:pic>
      <p:pic>
        <p:nvPicPr>
          <p:cNvPr id="5" name="Picture 4" descr="A green tick on a black background&#10;&#10;AI-generated content may be incorrect.">
            <a:extLst>
              <a:ext uri="{FF2B5EF4-FFF2-40B4-BE49-F238E27FC236}">
                <a16:creationId xmlns:a16="http://schemas.microsoft.com/office/drawing/2014/main" id="{05E38C7A-FB95-D078-2AF1-1C52884A6043}"/>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5918670" y="2824698"/>
            <a:ext cx="309062" cy="254976"/>
          </a:xfrm>
          <a:prstGeom prst="rect">
            <a:avLst/>
          </a:prstGeom>
        </p:spPr>
      </p:pic>
      <p:pic>
        <p:nvPicPr>
          <p:cNvPr id="6" name="Picture 5" descr="A green tick on a black background&#10;&#10;AI-generated content may be incorrect.">
            <a:extLst>
              <a:ext uri="{FF2B5EF4-FFF2-40B4-BE49-F238E27FC236}">
                <a16:creationId xmlns:a16="http://schemas.microsoft.com/office/drawing/2014/main" id="{156B1660-04A6-23C2-14A4-9473431F4D8C}"/>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1328066" y="1992294"/>
            <a:ext cx="309062" cy="254976"/>
          </a:xfrm>
          <a:prstGeom prst="rect">
            <a:avLst/>
          </a:prstGeom>
        </p:spPr>
      </p:pic>
      <p:pic>
        <p:nvPicPr>
          <p:cNvPr id="7" name="Picture 6" descr="A green tick on a black background&#10;&#10;AI-generated content may be incorrect.">
            <a:extLst>
              <a:ext uri="{FF2B5EF4-FFF2-40B4-BE49-F238E27FC236}">
                <a16:creationId xmlns:a16="http://schemas.microsoft.com/office/drawing/2014/main" id="{559CBAE1-4D5B-326B-EEE9-3B22EE40E305}"/>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6865813" y="3508791"/>
            <a:ext cx="309062" cy="254976"/>
          </a:xfrm>
          <a:prstGeom prst="rect">
            <a:avLst/>
          </a:prstGeom>
        </p:spPr>
      </p:pic>
      <p:sp>
        <p:nvSpPr>
          <p:cNvPr id="15" name="Rectangle 14">
            <a:extLst>
              <a:ext uri="{FF2B5EF4-FFF2-40B4-BE49-F238E27FC236}">
                <a16:creationId xmlns:a16="http://schemas.microsoft.com/office/drawing/2014/main" id="{B8AC6BAD-0EA8-6BBD-5522-501510D43F7D}"/>
              </a:ext>
            </a:extLst>
          </p:cNvPr>
          <p:cNvSpPr/>
          <p:nvPr/>
        </p:nvSpPr>
        <p:spPr>
          <a:xfrm>
            <a:off x="4164212" y="361950"/>
            <a:ext cx="864988" cy="152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dest</a:t>
            </a:r>
            <a:endParaRPr lang="en-IN" dirty="0"/>
          </a:p>
        </p:txBody>
      </p:sp>
      <p:pic>
        <p:nvPicPr>
          <p:cNvPr id="17" name="Picture 16" descr="A green tick on a black background&#10;&#10;AI-generated content may be incorrect.">
            <a:extLst>
              <a:ext uri="{FF2B5EF4-FFF2-40B4-BE49-F238E27FC236}">
                <a16:creationId xmlns:a16="http://schemas.microsoft.com/office/drawing/2014/main" id="{EA244B13-7A47-28E5-F11F-8ED4894286F9}"/>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4058819" y="257354"/>
            <a:ext cx="309062" cy="254976"/>
          </a:xfrm>
          <a:prstGeom prst="rect">
            <a:avLst/>
          </a:prstGeom>
        </p:spPr>
      </p:pic>
      <p:sp>
        <p:nvSpPr>
          <p:cNvPr id="57" name="Smiley Face 56">
            <a:extLst>
              <a:ext uri="{FF2B5EF4-FFF2-40B4-BE49-F238E27FC236}">
                <a16:creationId xmlns:a16="http://schemas.microsoft.com/office/drawing/2014/main" id="{80405CDA-8545-23DE-0397-3D19C34AD170}"/>
              </a:ext>
            </a:extLst>
          </p:cNvPr>
          <p:cNvSpPr/>
          <p:nvPr/>
        </p:nvSpPr>
        <p:spPr>
          <a:xfrm>
            <a:off x="2667000" y="3634302"/>
            <a:ext cx="336572" cy="30024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Smiley Face 64">
            <a:extLst>
              <a:ext uri="{FF2B5EF4-FFF2-40B4-BE49-F238E27FC236}">
                <a16:creationId xmlns:a16="http://schemas.microsoft.com/office/drawing/2014/main" id="{BEB0D1C8-DFC4-ECF0-AF4E-7A335A9D2A58}"/>
              </a:ext>
            </a:extLst>
          </p:cNvPr>
          <p:cNvSpPr/>
          <p:nvPr/>
        </p:nvSpPr>
        <p:spPr>
          <a:xfrm>
            <a:off x="3082687" y="3634302"/>
            <a:ext cx="336572" cy="30024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Smiley Face 66">
            <a:extLst>
              <a:ext uri="{FF2B5EF4-FFF2-40B4-BE49-F238E27FC236}">
                <a16:creationId xmlns:a16="http://schemas.microsoft.com/office/drawing/2014/main" id="{47EA1D0E-9C6E-719B-0B81-7DC1C1083484}"/>
              </a:ext>
            </a:extLst>
          </p:cNvPr>
          <p:cNvSpPr/>
          <p:nvPr/>
        </p:nvSpPr>
        <p:spPr>
          <a:xfrm>
            <a:off x="3497019" y="3634302"/>
            <a:ext cx="336572" cy="30024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Rectangle 75">
            <a:extLst>
              <a:ext uri="{FF2B5EF4-FFF2-40B4-BE49-F238E27FC236}">
                <a16:creationId xmlns:a16="http://schemas.microsoft.com/office/drawing/2014/main" id="{84D02334-4C14-AE97-EC9F-1578491AAFAE}"/>
              </a:ext>
            </a:extLst>
          </p:cNvPr>
          <p:cNvSpPr/>
          <p:nvPr/>
        </p:nvSpPr>
        <p:spPr>
          <a:xfrm>
            <a:off x="2667000" y="4019550"/>
            <a:ext cx="1371600" cy="2549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role</a:t>
            </a:r>
          </a:p>
        </p:txBody>
      </p:sp>
      <p:pic>
        <p:nvPicPr>
          <p:cNvPr id="82" name="Picture 81" descr="A green tick on a black background&#10;&#10;AI-generated content may be incorrect.">
            <a:extLst>
              <a:ext uri="{FF2B5EF4-FFF2-40B4-BE49-F238E27FC236}">
                <a16:creationId xmlns:a16="http://schemas.microsoft.com/office/drawing/2014/main" id="{81D0E111-32A6-964A-84B2-A3BC3C96BA17}"/>
              </a:ext>
            </a:extLst>
          </p:cNvPr>
          <p:cNvPicPr>
            <a:picLocks noChangeAspect="1"/>
          </p:cNvPicPr>
          <p:nvPr/>
        </p:nvPicPr>
        <p:blipFill>
          <a:blip r:embed="rId174" cstate="print">
            <a:extLst>
              <a:ext uri="{28A0092B-C50C-407E-A947-70E740481C1C}">
                <a14:useLocalDpi xmlns:a14="http://schemas.microsoft.com/office/drawing/2010/main" val="0"/>
              </a:ext>
              <a:ext uri="{837473B0-CC2E-450A-ABE3-18F120FF3D39}">
                <a1611:picAttrSrcUrl xmlns:a1611="http://schemas.microsoft.com/office/drawing/2016/11/main" r:id="rId175"/>
              </a:ext>
            </a:extLst>
          </a:blip>
          <a:stretch>
            <a:fillRect/>
          </a:stretch>
        </p:blipFill>
        <p:spPr>
          <a:xfrm>
            <a:off x="3855150" y="3962934"/>
            <a:ext cx="309062" cy="254976"/>
          </a:xfrm>
          <a:prstGeom prst="rect">
            <a:avLst/>
          </a:prstGeom>
        </p:spPr>
      </p:pic>
      <p:sp>
        <p:nvSpPr>
          <p:cNvPr id="100" name="Rectangle 99">
            <a:extLst>
              <a:ext uri="{FF2B5EF4-FFF2-40B4-BE49-F238E27FC236}">
                <a16:creationId xmlns:a16="http://schemas.microsoft.com/office/drawing/2014/main" id="{1133DB69-3724-EEBD-B0BB-5D1DD5D9A39D}"/>
              </a:ext>
            </a:extLst>
          </p:cNvPr>
          <p:cNvSpPr/>
          <p:nvPr/>
        </p:nvSpPr>
        <p:spPr>
          <a:xfrm>
            <a:off x="3044546" y="1747902"/>
            <a:ext cx="152400" cy="960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176">
            <p14:nvContentPartPr>
              <p14:cNvPr id="150" name="Ink 149">
                <a:extLst>
                  <a:ext uri="{FF2B5EF4-FFF2-40B4-BE49-F238E27FC236}">
                    <a16:creationId xmlns:a16="http://schemas.microsoft.com/office/drawing/2014/main" id="{44CFEF55-EF02-6736-D823-7AA83CF6B599}"/>
                  </a:ext>
                </a:extLst>
              </p14:cNvPr>
              <p14:cNvContentPartPr/>
              <p14:nvPr/>
            </p14:nvContentPartPr>
            <p14:xfrm>
              <a:off x="1750230" y="87582"/>
              <a:ext cx="360" cy="360"/>
            </p14:xfrm>
          </p:contentPart>
        </mc:Choice>
        <mc:Fallback>
          <p:pic>
            <p:nvPicPr>
              <p:cNvPr id="150" name="Ink 149">
                <a:extLst>
                  <a:ext uri="{FF2B5EF4-FFF2-40B4-BE49-F238E27FC236}">
                    <a16:creationId xmlns:a16="http://schemas.microsoft.com/office/drawing/2014/main" id="{44CFEF55-EF02-6736-D823-7AA83CF6B599}"/>
                  </a:ext>
                </a:extLst>
              </p:cNvPr>
              <p:cNvPicPr/>
              <p:nvPr/>
            </p:nvPicPr>
            <p:blipFill>
              <a:blip r:embed="rId177"/>
              <a:stretch>
                <a:fillRect/>
              </a:stretch>
            </p:blipFill>
            <p:spPr>
              <a:xfrm>
                <a:off x="1741590" y="78942"/>
                <a:ext cx="18000" cy="18000"/>
              </a:xfrm>
              <a:prstGeom prst="rect">
                <a:avLst/>
              </a:prstGeom>
            </p:spPr>
          </p:pic>
        </mc:Fallback>
      </mc:AlternateContent>
      <p:grpSp>
        <p:nvGrpSpPr>
          <p:cNvPr id="162" name="Group 161">
            <a:extLst>
              <a:ext uri="{FF2B5EF4-FFF2-40B4-BE49-F238E27FC236}">
                <a16:creationId xmlns:a16="http://schemas.microsoft.com/office/drawing/2014/main" id="{9710FBDB-FDBA-C11F-79F4-057D2B2A9AF5}"/>
              </a:ext>
            </a:extLst>
          </p:cNvPr>
          <p:cNvGrpSpPr/>
          <p:nvPr/>
        </p:nvGrpSpPr>
        <p:grpSpPr>
          <a:xfrm>
            <a:off x="1759230" y="1054542"/>
            <a:ext cx="5060160" cy="2521080"/>
            <a:chOff x="1759230" y="1054542"/>
            <a:chExt cx="5060160" cy="2521080"/>
          </a:xfrm>
        </p:grpSpPr>
        <mc:AlternateContent xmlns:mc="http://schemas.openxmlformats.org/markup-compatibility/2006">
          <mc:Choice xmlns:p14="http://schemas.microsoft.com/office/powerpoint/2010/main" Requires="p14">
            <p:contentPart p14:bwMode="auto" r:id="rId178">
              <p14:nvContentPartPr>
                <p14:cNvPr id="151" name="Ink 150">
                  <a:extLst>
                    <a:ext uri="{FF2B5EF4-FFF2-40B4-BE49-F238E27FC236}">
                      <a16:creationId xmlns:a16="http://schemas.microsoft.com/office/drawing/2014/main" id="{A3531B26-4476-051B-6A78-8B043702D4B8}"/>
                    </a:ext>
                  </a:extLst>
                </p14:cNvPr>
                <p14:cNvContentPartPr/>
                <p14:nvPr/>
              </p14:nvContentPartPr>
              <p14:xfrm>
                <a:off x="1774710" y="2724582"/>
                <a:ext cx="271800" cy="114840"/>
              </p14:xfrm>
            </p:contentPart>
          </mc:Choice>
          <mc:Fallback>
            <p:pic>
              <p:nvPicPr>
                <p:cNvPr id="151" name="Ink 150">
                  <a:extLst>
                    <a:ext uri="{FF2B5EF4-FFF2-40B4-BE49-F238E27FC236}">
                      <a16:creationId xmlns:a16="http://schemas.microsoft.com/office/drawing/2014/main" id="{A3531B26-4476-051B-6A78-8B043702D4B8}"/>
                    </a:ext>
                  </a:extLst>
                </p:cNvPr>
                <p:cNvPicPr/>
                <p:nvPr/>
              </p:nvPicPr>
              <p:blipFill>
                <a:blip r:embed="rId179"/>
                <a:stretch>
                  <a:fillRect/>
                </a:stretch>
              </p:blipFill>
              <p:spPr>
                <a:xfrm>
                  <a:off x="1765710" y="2715582"/>
                  <a:ext cx="2894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52" name="Ink 151">
                  <a:extLst>
                    <a:ext uri="{FF2B5EF4-FFF2-40B4-BE49-F238E27FC236}">
                      <a16:creationId xmlns:a16="http://schemas.microsoft.com/office/drawing/2014/main" id="{25870221-CCA8-EE1D-EE79-78972D95673E}"/>
                    </a:ext>
                  </a:extLst>
                </p14:cNvPr>
                <p14:cNvContentPartPr/>
                <p14:nvPr/>
              </p14:nvContentPartPr>
              <p14:xfrm>
                <a:off x="1759230" y="2826102"/>
                <a:ext cx="214920" cy="117720"/>
              </p14:xfrm>
            </p:contentPart>
          </mc:Choice>
          <mc:Fallback>
            <p:pic>
              <p:nvPicPr>
                <p:cNvPr id="152" name="Ink 151">
                  <a:extLst>
                    <a:ext uri="{FF2B5EF4-FFF2-40B4-BE49-F238E27FC236}">
                      <a16:creationId xmlns:a16="http://schemas.microsoft.com/office/drawing/2014/main" id="{25870221-CCA8-EE1D-EE79-78972D95673E}"/>
                    </a:ext>
                  </a:extLst>
                </p:cNvPr>
                <p:cNvPicPr/>
                <p:nvPr/>
              </p:nvPicPr>
              <p:blipFill>
                <a:blip r:embed="rId181"/>
                <a:stretch>
                  <a:fillRect/>
                </a:stretch>
              </p:blipFill>
              <p:spPr>
                <a:xfrm>
                  <a:off x="1750230" y="2817462"/>
                  <a:ext cx="23256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54" name="Ink 153">
                  <a:extLst>
                    <a:ext uri="{FF2B5EF4-FFF2-40B4-BE49-F238E27FC236}">
                      <a16:creationId xmlns:a16="http://schemas.microsoft.com/office/drawing/2014/main" id="{86CE4EE0-F24D-ED8F-1212-81F8C139EFF5}"/>
                    </a:ext>
                  </a:extLst>
                </p14:cNvPr>
                <p14:cNvContentPartPr/>
                <p14:nvPr/>
              </p14:nvContentPartPr>
              <p14:xfrm>
                <a:off x="4020030" y="2925822"/>
                <a:ext cx="160920" cy="184320"/>
              </p14:xfrm>
            </p:contentPart>
          </mc:Choice>
          <mc:Fallback>
            <p:pic>
              <p:nvPicPr>
                <p:cNvPr id="154" name="Ink 153">
                  <a:extLst>
                    <a:ext uri="{FF2B5EF4-FFF2-40B4-BE49-F238E27FC236}">
                      <a16:creationId xmlns:a16="http://schemas.microsoft.com/office/drawing/2014/main" id="{86CE4EE0-F24D-ED8F-1212-81F8C139EFF5}"/>
                    </a:ext>
                  </a:extLst>
                </p:cNvPr>
                <p:cNvPicPr/>
                <p:nvPr/>
              </p:nvPicPr>
              <p:blipFill>
                <a:blip r:embed="rId183"/>
                <a:stretch>
                  <a:fillRect/>
                </a:stretch>
              </p:blipFill>
              <p:spPr>
                <a:xfrm>
                  <a:off x="4011390" y="2916822"/>
                  <a:ext cx="17856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55" name="Ink 154">
                  <a:extLst>
                    <a:ext uri="{FF2B5EF4-FFF2-40B4-BE49-F238E27FC236}">
                      <a16:creationId xmlns:a16="http://schemas.microsoft.com/office/drawing/2014/main" id="{EC594048-D7E9-5E05-905F-8AAA8DBF1DC1}"/>
                    </a:ext>
                  </a:extLst>
                </p14:cNvPr>
                <p14:cNvContentPartPr/>
                <p14:nvPr/>
              </p14:nvContentPartPr>
              <p14:xfrm>
                <a:off x="1960830" y="1629462"/>
                <a:ext cx="2199600" cy="1896120"/>
              </p14:xfrm>
            </p:contentPart>
          </mc:Choice>
          <mc:Fallback>
            <p:pic>
              <p:nvPicPr>
                <p:cNvPr id="155" name="Ink 154">
                  <a:extLst>
                    <a:ext uri="{FF2B5EF4-FFF2-40B4-BE49-F238E27FC236}">
                      <a16:creationId xmlns:a16="http://schemas.microsoft.com/office/drawing/2014/main" id="{EC594048-D7E9-5E05-905F-8AAA8DBF1DC1}"/>
                    </a:ext>
                  </a:extLst>
                </p:cNvPr>
                <p:cNvPicPr/>
                <p:nvPr/>
              </p:nvPicPr>
              <p:blipFill>
                <a:blip r:embed="rId185"/>
                <a:stretch>
                  <a:fillRect/>
                </a:stretch>
              </p:blipFill>
              <p:spPr>
                <a:xfrm>
                  <a:off x="1951830" y="1620462"/>
                  <a:ext cx="2217240" cy="19137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57" name="Ink 156">
                  <a:extLst>
                    <a:ext uri="{FF2B5EF4-FFF2-40B4-BE49-F238E27FC236}">
                      <a16:creationId xmlns:a16="http://schemas.microsoft.com/office/drawing/2014/main" id="{41535F26-B0CF-4798-25A2-F3C860D06EFE}"/>
                    </a:ext>
                  </a:extLst>
                </p14:cNvPr>
                <p14:cNvContentPartPr/>
                <p14:nvPr/>
              </p14:nvContentPartPr>
              <p14:xfrm>
                <a:off x="3950910" y="1389342"/>
                <a:ext cx="287640" cy="101520"/>
              </p14:xfrm>
            </p:contentPart>
          </mc:Choice>
          <mc:Fallback>
            <p:pic>
              <p:nvPicPr>
                <p:cNvPr id="157" name="Ink 156">
                  <a:extLst>
                    <a:ext uri="{FF2B5EF4-FFF2-40B4-BE49-F238E27FC236}">
                      <a16:creationId xmlns:a16="http://schemas.microsoft.com/office/drawing/2014/main" id="{41535F26-B0CF-4798-25A2-F3C860D06EFE}"/>
                    </a:ext>
                  </a:extLst>
                </p:cNvPr>
                <p:cNvPicPr/>
                <p:nvPr/>
              </p:nvPicPr>
              <p:blipFill>
                <a:blip r:embed="rId187"/>
                <a:stretch>
                  <a:fillRect/>
                </a:stretch>
              </p:blipFill>
              <p:spPr>
                <a:xfrm>
                  <a:off x="3942270" y="1380342"/>
                  <a:ext cx="30528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58" name="Ink 157">
                  <a:extLst>
                    <a:ext uri="{FF2B5EF4-FFF2-40B4-BE49-F238E27FC236}">
                      <a16:creationId xmlns:a16="http://schemas.microsoft.com/office/drawing/2014/main" id="{51BE543C-C448-9F03-CD3D-D110C97BB92B}"/>
                    </a:ext>
                  </a:extLst>
                </p14:cNvPr>
                <p14:cNvContentPartPr/>
                <p14:nvPr/>
              </p14:nvContentPartPr>
              <p14:xfrm>
                <a:off x="3944070" y="1508142"/>
                <a:ext cx="310680" cy="77040"/>
              </p14:xfrm>
            </p:contentPart>
          </mc:Choice>
          <mc:Fallback>
            <p:pic>
              <p:nvPicPr>
                <p:cNvPr id="158" name="Ink 157">
                  <a:extLst>
                    <a:ext uri="{FF2B5EF4-FFF2-40B4-BE49-F238E27FC236}">
                      <a16:creationId xmlns:a16="http://schemas.microsoft.com/office/drawing/2014/main" id="{51BE543C-C448-9F03-CD3D-D110C97BB92B}"/>
                    </a:ext>
                  </a:extLst>
                </p:cNvPr>
                <p:cNvPicPr/>
                <p:nvPr/>
              </p:nvPicPr>
              <p:blipFill>
                <a:blip r:embed="rId189"/>
                <a:stretch>
                  <a:fillRect/>
                </a:stretch>
              </p:blipFill>
              <p:spPr>
                <a:xfrm>
                  <a:off x="3935070" y="1499142"/>
                  <a:ext cx="32832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60" name="Ink 159">
                  <a:extLst>
                    <a:ext uri="{FF2B5EF4-FFF2-40B4-BE49-F238E27FC236}">
                      <a16:creationId xmlns:a16="http://schemas.microsoft.com/office/drawing/2014/main" id="{EE0B6C15-C438-B0B2-A2DD-4946F4379AD0}"/>
                    </a:ext>
                  </a:extLst>
                </p14:cNvPr>
                <p14:cNvContentPartPr/>
                <p14:nvPr/>
              </p14:nvContentPartPr>
              <p14:xfrm>
                <a:off x="4098870" y="1054542"/>
                <a:ext cx="1739880" cy="2157840"/>
              </p14:xfrm>
            </p:contentPart>
          </mc:Choice>
          <mc:Fallback>
            <p:pic>
              <p:nvPicPr>
                <p:cNvPr id="160" name="Ink 159">
                  <a:extLst>
                    <a:ext uri="{FF2B5EF4-FFF2-40B4-BE49-F238E27FC236}">
                      <a16:creationId xmlns:a16="http://schemas.microsoft.com/office/drawing/2014/main" id="{EE0B6C15-C438-B0B2-A2DD-4946F4379AD0}"/>
                    </a:ext>
                  </a:extLst>
                </p:cNvPr>
                <p:cNvPicPr/>
                <p:nvPr/>
              </p:nvPicPr>
              <p:blipFill>
                <a:blip r:embed="rId191"/>
                <a:stretch>
                  <a:fillRect/>
                </a:stretch>
              </p:blipFill>
              <p:spPr>
                <a:xfrm>
                  <a:off x="4090230" y="1045902"/>
                  <a:ext cx="1757520" cy="21754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61" name="Ink 160">
                  <a:extLst>
                    <a:ext uri="{FF2B5EF4-FFF2-40B4-BE49-F238E27FC236}">
                      <a16:creationId xmlns:a16="http://schemas.microsoft.com/office/drawing/2014/main" id="{21DAAF6A-3AFC-8C3D-77AB-970A2D5D39BE}"/>
                    </a:ext>
                  </a:extLst>
                </p14:cNvPr>
                <p14:cNvContentPartPr/>
                <p14:nvPr/>
              </p14:nvContentPartPr>
              <p14:xfrm>
                <a:off x="5891310" y="2926182"/>
                <a:ext cx="928080" cy="649440"/>
              </p14:xfrm>
            </p:contentPart>
          </mc:Choice>
          <mc:Fallback>
            <p:pic>
              <p:nvPicPr>
                <p:cNvPr id="161" name="Ink 160">
                  <a:extLst>
                    <a:ext uri="{FF2B5EF4-FFF2-40B4-BE49-F238E27FC236}">
                      <a16:creationId xmlns:a16="http://schemas.microsoft.com/office/drawing/2014/main" id="{21DAAF6A-3AFC-8C3D-77AB-970A2D5D39BE}"/>
                    </a:ext>
                  </a:extLst>
                </p:cNvPr>
                <p:cNvPicPr/>
                <p:nvPr/>
              </p:nvPicPr>
              <p:blipFill>
                <a:blip r:embed="rId193"/>
                <a:stretch>
                  <a:fillRect/>
                </a:stretch>
              </p:blipFill>
              <p:spPr>
                <a:xfrm>
                  <a:off x="5882670" y="2917182"/>
                  <a:ext cx="945720" cy="667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4">
            <p14:nvContentPartPr>
              <p14:cNvPr id="163" name="Ink 162">
                <a:extLst>
                  <a:ext uri="{FF2B5EF4-FFF2-40B4-BE49-F238E27FC236}">
                    <a16:creationId xmlns:a16="http://schemas.microsoft.com/office/drawing/2014/main" id="{CEB19B84-DFEB-5CD9-6089-9C7362CBFE95}"/>
                  </a:ext>
                </a:extLst>
              </p14:cNvPr>
              <p14:cNvContentPartPr/>
              <p14:nvPr/>
            </p14:nvContentPartPr>
            <p14:xfrm>
              <a:off x="6566670" y="3285822"/>
              <a:ext cx="662400" cy="5400"/>
            </p14:xfrm>
          </p:contentPart>
        </mc:Choice>
        <mc:Fallback>
          <p:pic>
            <p:nvPicPr>
              <p:cNvPr id="163" name="Ink 162">
                <a:extLst>
                  <a:ext uri="{FF2B5EF4-FFF2-40B4-BE49-F238E27FC236}">
                    <a16:creationId xmlns:a16="http://schemas.microsoft.com/office/drawing/2014/main" id="{CEB19B84-DFEB-5CD9-6089-9C7362CBFE95}"/>
                  </a:ext>
                </a:extLst>
              </p:cNvPr>
              <p:cNvPicPr/>
              <p:nvPr/>
            </p:nvPicPr>
            <p:blipFill>
              <a:blip r:embed="rId195"/>
              <a:stretch>
                <a:fillRect/>
              </a:stretch>
            </p:blipFill>
            <p:spPr>
              <a:xfrm>
                <a:off x="6558030" y="3276822"/>
                <a:ext cx="680040" cy="23040"/>
              </a:xfrm>
              <a:prstGeom prst="rect">
                <a:avLst/>
              </a:prstGeom>
            </p:spPr>
          </p:pic>
        </mc:Fallback>
      </mc:AlternateContent>
    </p:spTree>
    <p:extLst>
      <p:ext uri="{BB962C8B-B14F-4D97-AF65-F5344CB8AC3E}">
        <p14:creationId xmlns:p14="http://schemas.microsoft.com/office/powerpoint/2010/main" val="1036533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B7BD8B7-49A1-5D85-3D19-593C9370C0EC}"/>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73D6620E-DE49-7563-6D69-042969B7B1C6}"/>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Title 3">
            <a:extLst>
              <a:ext uri="{FF2B5EF4-FFF2-40B4-BE49-F238E27FC236}">
                <a16:creationId xmlns:a16="http://schemas.microsoft.com/office/drawing/2014/main" id="{64C26FDD-821A-84C7-A2C5-75A2CCD20B38}"/>
              </a:ext>
            </a:extLst>
          </p:cNvPr>
          <p:cNvSpPr>
            <a:spLocks noGrp="1"/>
          </p:cNvSpPr>
          <p:nvPr>
            <p:ph type="title"/>
          </p:nvPr>
        </p:nvSpPr>
        <p:spPr/>
        <p:txBody>
          <a:bodyPr/>
          <a:lstStyle/>
          <a:p>
            <a:r>
              <a:rPr lang="en-IN" dirty="0"/>
              <a:t>Steps</a:t>
            </a:r>
          </a:p>
        </p:txBody>
      </p:sp>
      <p:sp>
        <p:nvSpPr>
          <p:cNvPr id="5" name="TextBox 4">
            <a:extLst>
              <a:ext uri="{FF2B5EF4-FFF2-40B4-BE49-F238E27FC236}">
                <a16:creationId xmlns:a16="http://schemas.microsoft.com/office/drawing/2014/main" id="{E91DC55A-AD9E-908F-424A-2BF83E381639}"/>
              </a:ext>
            </a:extLst>
          </p:cNvPr>
          <p:cNvSpPr txBox="1"/>
          <p:nvPr/>
        </p:nvSpPr>
        <p:spPr>
          <a:xfrm>
            <a:off x="228600" y="819150"/>
            <a:ext cx="8686800" cy="2985433"/>
          </a:xfrm>
          <a:prstGeom prst="rect">
            <a:avLst/>
          </a:prstGeom>
          <a:noFill/>
        </p:spPr>
        <p:txBody>
          <a:bodyPr wrap="square" rtlCol="0">
            <a:spAutoFit/>
          </a:bodyPr>
          <a:lstStyle/>
          <a:p>
            <a:pPr marL="342900" indent="-342900">
              <a:buAutoNum type="arabicPeriod"/>
            </a:pPr>
            <a:r>
              <a:rPr lang="en-IN" sz="1100" dirty="0"/>
              <a:t>Create a subscription (lite) for Cloud Transport Management and assign role to our user for TMS</a:t>
            </a:r>
          </a:p>
          <a:p>
            <a:pPr marL="342900" indent="-342900">
              <a:buAutoNum type="arabicPeriod"/>
            </a:pPr>
            <a:r>
              <a:rPr lang="en-IN" sz="1100" dirty="0"/>
              <a:t>Create a instance for Cloud Transport management</a:t>
            </a:r>
          </a:p>
          <a:p>
            <a:pPr marL="342900" indent="-342900">
              <a:buAutoNum type="arabicPeriod"/>
            </a:pPr>
            <a:r>
              <a:rPr lang="en-IN" sz="1100" dirty="0"/>
              <a:t>Create a service key for the instance created in step 2</a:t>
            </a:r>
          </a:p>
          <a:p>
            <a:pPr marL="342900" indent="-342900">
              <a:buAutoNum type="arabicPeriod"/>
            </a:pPr>
            <a:r>
              <a:rPr lang="en-IN" sz="1100" dirty="0"/>
              <a:t>Create spaces for quality as </a:t>
            </a:r>
            <a:r>
              <a:rPr lang="en-IN" sz="1100" dirty="0" err="1"/>
              <a:t>qlt</a:t>
            </a:r>
            <a:r>
              <a:rPr lang="en-IN" sz="1100" dirty="0"/>
              <a:t> and production as prod</a:t>
            </a:r>
          </a:p>
          <a:p>
            <a:pPr marL="342900" indent="-342900">
              <a:buAutoNum type="arabicPeriod"/>
            </a:pPr>
            <a:r>
              <a:rPr lang="en-IN" sz="1100" dirty="0"/>
              <a:t>Go inside each space, and note down the space id</a:t>
            </a:r>
          </a:p>
          <a:p>
            <a:r>
              <a:rPr lang="en-IN" sz="1100" dirty="0" err="1"/>
              <a:t>Qlt</a:t>
            </a:r>
            <a:r>
              <a:rPr lang="en-IN" sz="1100" dirty="0"/>
              <a:t> - eeb23cb1-5693-4ec5-ab8f-369ddd2b5d83</a:t>
            </a:r>
          </a:p>
          <a:p>
            <a:r>
              <a:rPr lang="en-IN" sz="1100" dirty="0"/>
              <a:t>Prod - 98a68cb3-1f15-4c58-962c-d88b8f66f67e</a:t>
            </a:r>
          </a:p>
          <a:p>
            <a:r>
              <a:rPr lang="en-IN" sz="1100" b="0" i="0" dirty="0">
                <a:solidFill>
                  <a:srgbClr val="333333"/>
                </a:solidFill>
                <a:effectLst/>
                <a:latin typeface="Monaco"/>
              </a:rPr>
              <a:t>https://deploy-service.cf.</a:t>
            </a:r>
            <a:r>
              <a:rPr lang="en-IN" sz="1100" b="0" i="1" dirty="0">
                <a:solidFill>
                  <a:srgbClr val="333333"/>
                </a:solidFill>
                <a:effectLst/>
                <a:latin typeface="Monaco"/>
              </a:rPr>
              <a:t>&lt;domain&gt;</a:t>
            </a:r>
            <a:r>
              <a:rPr lang="en-IN" sz="1100" b="0" i="0" dirty="0">
                <a:solidFill>
                  <a:srgbClr val="333333"/>
                </a:solidFill>
                <a:effectLst/>
                <a:latin typeface="Monaco"/>
              </a:rPr>
              <a:t>/slprot/</a:t>
            </a:r>
            <a:r>
              <a:rPr lang="en-IN" sz="1100" b="0" i="1" dirty="0">
                <a:solidFill>
                  <a:srgbClr val="333333"/>
                </a:solidFill>
                <a:effectLst/>
                <a:latin typeface="Monaco"/>
              </a:rPr>
              <a:t>&lt;my-space-guid&gt;</a:t>
            </a:r>
            <a:r>
              <a:rPr lang="en-IN" sz="1100" b="0" i="0" dirty="0">
                <a:solidFill>
                  <a:srgbClr val="333333"/>
                </a:solidFill>
                <a:effectLst/>
                <a:latin typeface="Monaco"/>
              </a:rPr>
              <a:t>/slp</a:t>
            </a:r>
          </a:p>
          <a:p>
            <a:r>
              <a:rPr lang="en-IN" sz="1100" b="0" i="0" dirty="0">
                <a:solidFill>
                  <a:srgbClr val="333333"/>
                </a:solidFill>
                <a:effectLst/>
                <a:latin typeface="Monaco"/>
              </a:rPr>
              <a:t>https://deploy-service.cf.</a:t>
            </a:r>
            <a:r>
              <a:rPr lang="en-IN" sz="1100" b="0" i="0" u="none" strike="noStrike" dirty="0">
                <a:solidFill>
                  <a:srgbClr val="0064D9"/>
                </a:solidFill>
                <a:effectLst/>
                <a:latin typeface="72" panose="020B0503030000000003" pitchFamily="34" charset="0"/>
                <a:hlinkClick r:id="rId2" tooltip="https://api.cf.us10-001.hana.ondemand.com"/>
              </a:rPr>
              <a:t> us10-001.hana.ondemand.com</a:t>
            </a:r>
            <a:r>
              <a:rPr lang="en-IN" sz="1100" b="0" i="0" dirty="0">
                <a:solidFill>
                  <a:srgbClr val="333333"/>
                </a:solidFill>
                <a:effectLst/>
                <a:latin typeface="Monaco"/>
              </a:rPr>
              <a:t>/</a:t>
            </a:r>
            <a:r>
              <a:rPr lang="en-IN" sz="1100" b="0" i="0" dirty="0" err="1">
                <a:solidFill>
                  <a:srgbClr val="333333"/>
                </a:solidFill>
                <a:effectLst/>
                <a:latin typeface="Monaco"/>
              </a:rPr>
              <a:t>slprot</a:t>
            </a:r>
            <a:r>
              <a:rPr lang="en-IN" sz="1100" b="0" i="0" dirty="0">
                <a:solidFill>
                  <a:srgbClr val="333333"/>
                </a:solidFill>
                <a:effectLst/>
                <a:latin typeface="Monaco"/>
              </a:rPr>
              <a:t>/</a:t>
            </a:r>
            <a:r>
              <a:rPr lang="en-IN" sz="1100" dirty="0"/>
              <a:t>eeb23cb1-5693-4ec5-ab8f-369ddd2b5d83</a:t>
            </a:r>
            <a:r>
              <a:rPr lang="en-IN" sz="1100" b="0" i="0" dirty="0">
                <a:solidFill>
                  <a:srgbClr val="333333"/>
                </a:solidFill>
                <a:effectLst/>
                <a:latin typeface="Monaco"/>
              </a:rPr>
              <a:t>/</a:t>
            </a:r>
            <a:r>
              <a:rPr lang="en-IN" sz="1100" b="0" i="0" dirty="0" err="1">
                <a:solidFill>
                  <a:srgbClr val="333333"/>
                </a:solidFill>
                <a:effectLst/>
                <a:latin typeface="Monaco"/>
              </a:rPr>
              <a:t>slp</a:t>
            </a:r>
            <a:endParaRPr lang="en-IN" sz="1100" b="0" i="0" dirty="0">
              <a:solidFill>
                <a:srgbClr val="333333"/>
              </a:solidFill>
              <a:effectLst/>
              <a:latin typeface="Monaco"/>
            </a:endParaRPr>
          </a:p>
          <a:p>
            <a:r>
              <a:rPr lang="en-IN" sz="1100" b="0" i="0" dirty="0">
                <a:solidFill>
                  <a:srgbClr val="333333"/>
                </a:solidFill>
                <a:effectLst/>
                <a:latin typeface="Monaco"/>
              </a:rPr>
              <a:t>https://deploy-service.cf.</a:t>
            </a:r>
            <a:r>
              <a:rPr lang="en-IN" sz="1100" b="0" i="0" u="none" strike="noStrike" dirty="0">
                <a:solidFill>
                  <a:srgbClr val="0064D9"/>
                </a:solidFill>
                <a:effectLst/>
                <a:latin typeface="72" panose="020B0503030000000003" pitchFamily="34" charset="0"/>
                <a:hlinkClick r:id="rId2" tooltip="https://api.cf.us10-001.hana.ondemand.com"/>
              </a:rPr>
              <a:t> us10-001.hana.ondemand.com</a:t>
            </a:r>
            <a:r>
              <a:rPr lang="en-IN" sz="1100" b="0" i="0" dirty="0">
                <a:solidFill>
                  <a:srgbClr val="333333"/>
                </a:solidFill>
                <a:effectLst/>
                <a:latin typeface="Monaco"/>
              </a:rPr>
              <a:t>/</a:t>
            </a:r>
            <a:r>
              <a:rPr lang="en-IN" sz="1100" b="0" i="0" dirty="0" err="1">
                <a:solidFill>
                  <a:srgbClr val="333333"/>
                </a:solidFill>
                <a:effectLst/>
                <a:latin typeface="Monaco"/>
              </a:rPr>
              <a:t>slprot</a:t>
            </a:r>
            <a:r>
              <a:rPr lang="en-IN" sz="1100" b="0" i="0" dirty="0">
                <a:solidFill>
                  <a:srgbClr val="333333"/>
                </a:solidFill>
                <a:effectLst/>
                <a:latin typeface="Monaco"/>
              </a:rPr>
              <a:t>/</a:t>
            </a:r>
            <a:r>
              <a:rPr lang="en-IN" sz="1100" dirty="0"/>
              <a:t>98a68cb3-1f15-4c58-962c-d88b8f66f67e</a:t>
            </a:r>
            <a:r>
              <a:rPr lang="en-IN" sz="1100" b="0" i="0" dirty="0">
                <a:solidFill>
                  <a:srgbClr val="333333"/>
                </a:solidFill>
                <a:effectLst/>
                <a:latin typeface="Monaco"/>
              </a:rPr>
              <a:t>/</a:t>
            </a:r>
            <a:r>
              <a:rPr lang="en-IN" sz="1100" b="0" i="0" dirty="0" err="1">
                <a:solidFill>
                  <a:srgbClr val="333333"/>
                </a:solidFill>
                <a:effectLst/>
                <a:latin typeface="Monaco"/>
              </a:rPr>
              <a:t>slp</a:t>
            </a:r>
            <a:endParaRPr lang="en-IN" sz="1100" dirty="0"/>
          </a:p>
          <a:p>
            <a:r>
              <a:rPr lang="en-IN" sz="1100" dirty="0"/>
              <a:t>6. Create destination according to the documentation </a:t>
            </a:r>
            <a:r>
              <a:rPr lang="en-IN" sz="1100" dirty="0">
                <a:hlinkClick r:id="rId3"/>
              </a:rPr>
              <a:t>here</a:t>
            </a:r>
            <a:endParaRPr lang="en-IN" sz="1100" dirty="0"/>
          </a:p>
          <a:p>
            <a:r>
              <a:rPr lang="en-IN" sz="1100" dirty="0"/>
              <a:t>7. Launch the Cloud transport cockpit and configure our landscape and route</a:t>
            </a:r>
          </a:p>
          <a:p>
            <a:r>
              <a:rPr lang="en-IN" sz="1400" dirty="0"/>
              <a:t>Phase 2</a:t>
            </a:r>
          </a:p>
          <a:p>
            <a:pPr marL="342900" indent="-342900">
              <a:buAutoNum type="arabicPeriod"/>
            </a:pPr>
            <a:r>
              <a:rPr lang="en-IN" sz="1400" dirty="0"/>
              <a:t>Create subscription for content agent service and assign role to our user</a:t>
            </a:r>
          </a:p>
          <a:p>
            <a:pPr marL="342900" indent="-342900">
              <a:buAutoNum type="arabicPeriod"/>
            </a:pPr>
            <a:r>
              <a:rPr lang="en-IN" sz="1400" dirty="0"/>
              <a:t>Create instance for content agent service and create a service key</a:t>
            </a:r>
          </a:p>
          <a:p>
            <a:pPr marL="342900" indent="-342900">
              <a:buAutoNum type="arabicPeriod"/>
            </a:pPr>
            <a:endParaRPr lang="en-IN" sz="1400" dirty="0"/>
          </a:p>
        </p:txBody>
      </p:sp>
    </p:spTree>
    <p:extLst>
      <p:ext uri="{BB962C8B-B14F-4D97-AF65-F5344CB8AC3E}">
        <p14:creationId xmlns:p14="http://schemas.microsoft.com/office/powerpoint/2010/main" val="1296191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16B62-F53A-A566-5663-82065FE5A74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7607F3A-87D4-B4C9-6D47-CA960EBA98F5}"/>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A7D44857-4222-E689-9AF5-C5960CBA9D45}"/>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6</a:t>
            </a:fld>
            <a:endParaRPr lang="en-US" dirty="0"/>
          </a:p>
        </p:txBody>
      </p:sp>
      <p:sp>
        <p:nvSpPr>
          <p:cNvPr id="5" name="Title 4">
            <a:extLst>
              <a:ext uri="{FF2B5EF4-FFF2-40B4-BE49-F238E27FC236}">
                <a16:creationId xmlns:a16="http://schemas.microsoft.com/office/drawing/2014/main" id="{84A6D4D1-91C1-3A78-8AEF-CE8C98314879}"/>
              </a:ext>
            </a:extLst>
          </p:cNvPr>
          <p:cNvSpPr>
            <a:spLocks noGrp="1"/>
          </p:cNvSpPr>
          <p:nvPr>
            <p:ph type="title"/>
          </p:nvPr>
        </p:nvSpPr>
        <p:spPr>
          <a:xfrm>
            <a:off x="76200" y="133350"/>
            <a:ext cx="8229600" cy="533401"/>
          </a:xfrm>
        </p:spPr>
        <p:txBody>
          <a:bodyPr/>
          <a:lstStyle/>
          <a:p>
            <a:r>
              <a:rPr lang="en-IN" sz="2500" dirty="0"/>
              <a:t>What is CMS (Content Management Service)</a:t>
            </a:r>
            <a:endParaRPr lang="en-IN" sz="2500" dirty="0">
              <a:latin typeface="Cooper Black" panose="0208090404030B020404" pitchFamily="18" charset="0"/>
            </a:endParaRPr>
          </a:p>
        </p:txBody>
      </p:sp>
      <p:sp>
        <p:nvSpPr>
          <p:cNvPr id="7" name="TextBox 6">
            <a:extLst>
              <a:ext uri="{FF2B5EF4-FFF2-40B4-BE49-F238E27FC236}">
                <a16:creationId xmlns:a16="http://schemas.microsoft.com/office/drawing/2014/main" id="{BDC3CF52-11B6-821C-FE30-DBA0D98BDF29}"/>
              </a:ext>
            </a:extLst>
          </p:cNvPr>
          <p:cNvSpPr txBox="1"/>
          <p:nvPr/>
        </p:nvSpPr>
        <p:spPr>
          <a:xfrm>
            <a:off x="4439974" y="1276350"/>
            <a:ext cx="4572000" cy="1477328"/>
          </a:xfrm>
          <a:prstGeom prst="rect">
            <a:avLst/>
          </a:prstGeom>
          <a:noFill/>
        </p:spPr>
        <p:txBody>
          <a:bodyPr wrap="square">
            <a:spAutoFit/>
          </a:bodyPr>
          <a:lstStyle/>
          <a:p>
            <a:r>
              <a:rPr lang="en-US" b="0" i="0" dirty="0">
                <a:solidFill>
                  <a:srgbClr val="333333"/>
                </a:solidFill>
                <a:effectLst/>
                <a:latin typeface="72" panose="020B0503030000000003" pitchFamily="34" charset="0"/>
              </a:rPr>
              <a:t>A tool that acts as a local agent and operates at sub account level for managing content operations for different SAP BTP services. This service is offered in overall contract with SAP BTP and is auto-entitled.</a:t>
            </a:r>
            <a:endParaRPr lang="en-IN" dirty="0"/>
          </a:p>
        </p:txBody>
      </p:sp>
      <p:pic>
        <p:nvPicPr>
          <p:cNvPr id="2050" name="Picture 2">
            <a:extLst>
              <a:ext uri="{FF2B5EF4-FFF2-40B4-BE49-F238E27FC236}">
                <a16:creationId xmlns:a16="http://schemas.microsoft.com/office/drawing/2014/main" id="{00EED535-D4F3-34CB-31B0-1AEE581C3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86271"/>
            <a:ext cx="3624262" cy="2311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026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13D0-7A48-D203-D925-640FF9CCC47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D8E8B7E-86B7-52EE-5AF7-C5CD2479DDEE}"/>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8BD3A57F-A7D4-0CC3-2774-B8B4A2C6FC10}"/>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7</a:t>
            </a:fld>
            <a:endParaRPr lang="en-US" dirty="0"/>
          </a:p>
        </p:txBody>
      </p:sp>
      <p:sp>
        <p:nvSpPr>
          <p:cNvPr id="5" name="Title 4">
            <a:extLst>
              <a:ext uri="{FF2B5EF4-FFF2-40B4-BE49-F238E27FC236}">
                <a16:creationId xmlns:a16="http://schemas.microsoft.com/office/drawing/2014/main" id="{5FA470C4-1016-733D-297D-DB3B3B98D17C}"/>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Setting up CAS </a:t>
            </a:r>
          </a:p>
        </p:txBody>
      </p:sp>
      <p:sp>
        <p:nvSpPr>
          <p:cNvPr id="2" name="TextBox 1">
            <a:extLst>
              <a:ext uri="{FF2B5EF4-FFF2-40B4-BE49-F238E27FC236}">
                <a16:creationId xmlns:a16="http://schemas.microsoft.com/office/drawing/2014/main" id="{11091CC5-120D-4E89-377B-4C627CFED8A7}"/>
              </a:ext>
            </a:extLst>
          </p:cNvPr>
          <p:cNvSpPr txBox="1"/>
          <p:nvPr/>
        </p:nvSpPr>
        <p:spPr>
          <a:xfrm>
            <a:off x="152400" y="971549"/>
            <a:ext cx="8839200" cy="4069557"/>
          </a:xfrm>
          <a:prstGeom prst="rect">
            <a:avLst/>
          </a:prstGeom>
        </p:spPr>
        <p:txBody>
          <a:bodyPr vert="horz" lIns="91440" tIns="45720" rIns="91440" bIns="45720" rtlCol="0">
            <a:normAutofit/>
          </a:bodyPr>
          <a:lstStyle/>
          <a:p>
            <a:pPr algn="just">
              <a:buNone/>
            </a:pPr>
            <a:r>
              <a:rPr lang="en-US" sz="1400" b="0" i="0" dirty="0">
                <a:solidFill>
                  <a:srgbClr val="333333"/>
                </a:solidFill>
                <a:effectLst/>
                <a:latin typeface="Arial" panose="020B0604020202020204" pitchFamily="34" charset="0"/>
              </a:rPr>
              <a:t>In addition to the SAP BTP BUILD platform, the source tenant also requires an instance of the Content Agent Service (CAS) to work with the CTMS. </a:t>
            </a:r>
          </a:p>
          <a:p>
            <a:pPr algn="just">
              <a:buNone/>
            </a:pPr>
            <a:endParaRPr lang="en-US" sz="1400" dirty="0">
              <a:solidFill>
                <a:srgbClr val="333333"/>
              </a:solidFill>
              <a:latin typeface="Arial" panose="020B0604020202020204" pitchFamily="34" charset="0"/>
            </a:endParaRPr>
          </a:p>
          <a:p>
            <a:pPr algn="just">
              <a:buNone/>
            </a:pPr>
            <a:r>
              <a:rPr lang="en-US" sz="1400" b="0" i="0" dirty="0">
                <a:solidFill>
                  <a:srgbClr val="333333"/>
                </a:solidFill>
                <a:effectLst/>
                <a:latin typeface="Arial" panose="020B0604020202020204" pitchFamily="34" charset="0"/>
              </a:rPr>
              <a:t>The CAS serves as a link between BUILD content and the CTMS, providing the necessary functionality to export and import the content from and to the CTMS.</a:t>
            </a:r>
          </a:p>
          <a:p>
            <a:pPr algn="just">
              <a:buNone/>
            </a:pPr>
            <a:endParaRPr lang="en-US" sz="1400" b="0" i="0" dirty="0">
              <a:solidFill>
                <a:srgbClr val="333333"/>
              </a:solidFill>
              <a:effectLst/>
              <a:latin typeface="Arial" panose="020B0604020202020204" pitchFamily="34" charset="0"/>
            </a:endParaRPr>
          </a:p>
          <a:p>
            <a:pPr algn="just"/>
            <a:r>
              <a:rPr lang="en-US" sz="1400" b="0" i="0" dirty="0">
                <a:solidFill>
                  <a:srgbClr val="333333"/>
                </a:solidFill>
                <a:effectLst/>
                <a:latin typeface="Arial" panose="020B0604020202020204" pitchFamily="34" charset="0"/>
              </a:rPr>
              <a:t>To set up the CAS in the source tenant, you'll need to create an instance of the Content Agent Service in the subaccount. </a:t>
            </a:r>
          </a:p>
          <a:p>
            <a:pPr algn="just"/>
            <a:endParaRPr lang="en-US" sz="1400" dirty="0">
              <a:solidFill>
                <a:srgbClr val="333333"/>
              </a:solidFill>
              <a:latin typeface="Arial" panose="020B0604020202020204" pitchFamily="34" charset="0"/>
            </a:endParaRPr>
          </a:p>
          <a:p>
            <a:pPr algn="just"/>
            <a:r>
              <a:rPr lang="en-US" sz="1400" b="0" i="0" dirty="0">
                <a:solidFill>
                  <a:srgbClr val="333333"/>
                </a:solidFill>
                <a:effectLst/>
                <a:latin typeface="Arial" panose="020B0604020202020204" pitchFamily="34" charset="0"/>
              </a:rPr>
              <a:t>You can find detailed information on how to create an instance of the Content Agent Service in the SAP Help page on this link:</a:t>
            </a:r>
          </a:p>
          <a:p>
            <a:pPr algn="just"/>
            <a:endParaRPr lang="en-US" sz="1400" u="none" strike="noStrike" dirty="0">
              <a:solidFill>
                <a:srgbClr val="333333"/>
              </a:solidFill>
              <a:latin typeface="Arial" panose="020B0604020202020204" pitchFamily="34" charset="0"/>
              <a:hlinkClick r:id="rId2"/>
            </a:endParaRPr>
          </a:p>
          <a:p>
            <a:pPr algn="just"/>
            <a:r>
              <a:rPr lang="en-US" sz="1400" b="0" i="0" u="none" strike="noStrike" dirty="0">
                <a:solidFill>
                  <a:srgbClr val="009EB8"/>
                </a:solidFill>
                <a:effectLst/>
                <a:latin typeface="Helvetica Neue Light"/>
                <a:hlinkClick r:id="rId2"/>
              </a:rPr>
              <a:t>https://help.sap.com/docs/CONTENT_AGENT_SERVICE/ae1a4f2d150d468d9ff56e13f9898e07/15406a06dfac4c1fabd7845c703773ba.html</a:t>
            </a:r>
            <a:r>
              <a:rPr lang="en-US" sz="1400" b="0" i="0" dirty="0">
                <a:solidFill>
                  <a:srgbClr val="333333"/>
                </a:solidFill>
                <a:effectLst/>
                <a:latin typeface="Arial" panose="020B0604020202020204" pitchFamily="34" charset="0"/>
              </a:rPr>
              <a:t>.</a:t>
            </a:r>
          </a:p>
        </p:txBody>
      </p:sp>
    </p:spTree>
    <p:extLst>
      <p:ext uri="{BB962C8B-B14F-4D97-AF65-F5344CB8AC3E}">
        <p14:creationId xmlns:p14="http://schemas.microsoft.com/office/powerpoint/2010/main" val="372149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9F74-5844-DF29-B5EB-B692A53B7D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3F516C-4098-1777-2D50-EF8630F31332}"/>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F96AA869-5A8A-42EB-D92F-ED48941E5AE0}"/>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27DB8A80-08DE-3F42-1B8D-2C0C924D5DBE}"/>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Create destination to TMS</a:t>
            </a:r>
          </a:p>
        </p:txBody>
      </p:sp>
      <p:sp>
        <p:nvSpPr>
          <p:cNvPr id="2" name="TextBox 1">
            <a:extLst>
              <a:ext uri="{FF2B5EF4-FFF2-40B4-BE49-F238E27FC236}">
                <a16:creationId xmlns:a16="http://schemas.microsoft.com/office/drawing/2014/main" id="{2D9A4CA3-E78C-4CE5-56AC-B6DE18A72C79}"/>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solidFill>
                  <a:srgbClr val="333333"/>
                </a:solidFill>
                <a:effectLst/>
                <a:latin typeface="Arial" panose="020B0604020202020204" pitchFamily="34" charset="0"/>
              </a:rPr>
              <a:t>Once you have created the CAS instance, you'll need to create a new destination with the name "</a:t>
            </a:r>
            <a:r>
              <a:rPr lang="en-US" sz="1400" b="0" i="0" dirty="0" err="1">
                <a:solidFill>
                  <a:srgbClr val="333333"/>
                </a:solidFill>
                <a:effectLst/>
                <a:latin typeface="Arial" panose="020B0604020202020204" pitchFamily="34" charset="0"/>
              </a:rPr>
              <a:t>TransportManagementService</a:t>
            </a:r>
            <a:r>
              <a:rPr lang="en-US" sz="1400" b="0" i="0" dirty="0">
                <a:solidFill>
                  <a:srgbClr val="333333"/>
                </a:solidFill>
                <a:effectLst/>
                <a:latin typeface="Arial" panose="020B0604020202020204" pitchFamily="34" charset="0"/>
              </a:rPr>
              <a:t>". </a:t>
            </a:r>
          </a:p>
          <a:p>
            <a:pPr>
              <a:spcBef>
                <a:spcPct val="20000"/>
              </a:spcBef>
              <a:buFont typeface="Arial" pitchFamily="34" charset="0"/>
            </a:pPr>
            <a:endParaRPr lang="en-US" sz="1400" dirty="0">
              <a:solidFill>
                <a:srgbClr val="333333"/>
              </a:solidFill>
              <a:latin typeface="Arial" panose="020B0604020202020204" pitchFamily="34" charset="0"/>
            </a:endParaRPr>
          </a:p>
          <a:p>
            <a:pPr>
              <a:spcBef>
                <a:spcPct val="20000"/>
              </a:spcBef>
              <a:buFont typeface="Arial" pitchFamily="34" charset="0"/>
            </a:pPr>
            <a:r>
              <a:rPr lang="en-US" sz="1400" b="0" i="0" dirty="0">
                <a:solidFill>
                  <a:srgbClr val="333333"/>
                </a:solidFill>
                <a:effectLst/>
                <a:latin typeface="Arial" panose="020B0604020202020204" pitchFamily="34" charset="0"/>
              </a:rPr>
              <a:t>This destination serves as a connection to the CTMS instance. You can create this destination in the SAP BTP Cockpit by navigating to your subaccount and selecting "Destinations" from the left-hand menu. Detailed info can be found here: </a:t>
            </a:r>
          </a:p>
          <a:p>
            <a:pPr>
              <a:spcBef>
                <a:spcPct val="20000"/>
              </a:spcBef>
              <a:buFont typeface="Arial" pitchFamily="34" charset="0"/>
            </a:pPr>
            <a:endParaRPr lang="en-US" sz="1400" u="none" strike="noStrike" dirty="0">
              <a:solidFill>
                <a:srgbClr val="333333"/>
              </a:solidFill>
              <a:latin typeface="Arial" panose="020B0604020202020204" pitchFamily="34" charset="0"/>
              <a:hlinkClick r:id="rId2"/>
            </a:endParaRPr>
          </a:p>
          <a:p>
            <a:pPr>
              <a:spcBef>
                <a:spcPct val="20000"/>
              </a:spcBef>
              <a:buFont typeface="Arial" pitchFamily="34" charset="0"/>
            </a:pPr>
            <a:r>
              <a:rPr lang="en-US" sz="1400" b="0" i="0" u="none" strike="noStrike" dirty="0">
                <a:solidFill>
                  <a:srgbClr val="009EB8"/>
                </a:solidFill>
                <a:effectLst/>
                <a:latin typeface="Helvetica Neue Light"/>
                <a:hlinkClick r:id="rId2"/>
              </a:rPr>
              <a:t>https://help.sap.com/docs/CONTENT_AGENT_SERVICE/ae1a4f2d150d468d9ff56e13f9898e07/eed66f35f9d148c8ae5b2d46ff097d8c.html</a:t>
            </a:r>
            <a:endParaRPr lang="en-US" sz="1400" dirty="0"/>
          </a:p>
        </p:txBody>
      </p:sp>
    </p:spTree>
    <p:extLst>
      <p:ext uri="{BB962C8B-B14F-4D97-AF65-F5344CB8AC3E}">
        <p14:creationId xmlns:p14="http://schemas.microsoft.com/office/powerpoint/2010/main" val="3438378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452E9-00BA-1932-A693-91CE7340CE2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9385AF-6F72-F4A7-D972-A158D9FAACC0}"/>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A5DBDF66-DB21-C107-F9D2-E5CDD0554C17}"/>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9</a:t>
            </a:fld>
            <a:endParaRPr lang="en-US" dirty="0"/>
          </a:p>
        </p:txBody>
      </p:sp>
      <p:sp>
        <p:nvSpPr>
          <p:cNvPr id="5" name="Title 4">
            <a:extLst>
              <a:ext uri="{FF2B5EF4-FFF2-40B4-BE49-F238E27FC236}">
                <a16:creationId xmlns:a16="http://schemas.microsoft.com/office/drawing/2014/main" id="{A65F4437-0761-3A88-72E6-42B97BE1661A}"/>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The Process</a:t>
            </a:r>
          </a:p>
        </p:txBody>
      </p:sp>
      <p:pic>
        <p:nvPicPr>
          <p:cNvPr id="1026" name="Picture 2">
            <a:extLst>
              <a:ext uri="{FF2B5EF4-FFF2-40B4-BE49-F238E27FC236}">
                <a16:creationId xmlns:a16="http://schemas.microsoft.com/office/drawing/2014/main" id="{2F8D632D-784D-984C-65BF-13B9F3CA44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27150"/>
            <a:ext cx="9144000" cy="24876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DD7C4C2-0D98-49B7-3715-92BCF5CFA981}"/>
              </a:ext>
            </a:extLst>
          </p:cNvPr>
          <p:cNvSpPr txBox="1"/>
          <p:nvPr/>
        </p:nvSpPr>
        <p:spPr>
          <a:xfrm>
            <a:off x="152400" y="3638550"/>
            <a:ext cx="4572000" cy="923330"/>
          </a:xfrm>
          <a:prstGeom prst="rect">
            <a:avLst/>
          </a:prstGeom>
          <a:noFill/>
        </p:spPr>
        <p:txBody>
          <a:bodyPr wrap="square">
            <a:spAutoFit/>
          </a:bodyPr>
          <a:lstStyle/>
          <a:p>
            <a:r>
              <a:rPr lang="en-IN" dirty="0"/>
              <a:t>https://help.sap.com/docs/content-agent-service/user-guide/create-target-node-destination</a:t>
            </a:r>
          </a:p>
        </p:txBody>
      </p:sp>
    </p:spTree>
    <p:extLst>
      <p:ext uri="{BB962C8B-B14F-4D97-AF65-F5344CB8AC3E}">
        <p14:creationId xmlns:p14="http://schemas.microsoft.com/office/powerpoint/2010/main" val="4381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0EE7F-E514-30CF-A0FE-13000C06691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B8AEB6-816B-6421-51F8-0FB021CEEEEB}"/>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92DE6FD0-70C0-6E3B-36CB-4BAE00AE86DD}"/>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10</a:t>
            </a:fld>
            <a:endParaRPr lang="en-US" dirty="0"/>
          </a:p>
        </p:txBody>
      </p:sp>
      <p:sp>
        <p:nvSpPr>
          <p:cNvPr id="5" name="Title 4">
            <a:extLst>
              <a:ext uri="{FF2B5EF4-FFF2-40B4-BE49-F238E27FC236}">
                <a16:creationId xmlns:a16="http://schemas.microsoft.com/office/drawing/2014/main" id="{320B83AE-DAEF-3FF0-D2D0-D736F0001817}"/>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What is Build Apps?</a:t>
            </a:r>
          </a:p>
        </p:txBody>
      </p:sp>
      <p:sp>
        <p:nvSpPr>
          <p:cNvPr id="2" name="TextBox 1">
            <a:extLst>
              <a:ext uri="{FF2B5EF4-FFF2-40B4-BE49-F238E27FC236}">
                <a16:creationId xmlns:a16="http://schemas.microsoft.com/office/drawing/2014/main" id="{9A7C0E8A-37FF-B256-11B5-96411186DD48}"/>
              </a:ext>
            </a:extLst>
          </p:cNvPr>
          <p:cNvSpPr txBox="1"/>
          <p:nvPr/>
        </p:nvSpPr>
        <p:spPr>
          <a:xfrm>
            <a:off x="189756" y="1092385"/>
            <a:ext cx="8801844" cy="584775"/>
          </a:xfrm>
          <a:prstGeom prst="rect">
            <a:avLst/>
          </a:prstGeom>
          <a:noFill/>
        </p:spPr>
        <p:txBody>
          <a:bodyPr wrap="square" rtlCol="0">
            <a:spAutoFit/>
          </a:bodyPr>
          <a:lstStyle/>
          <a:p>
            <a:r>
              <a:rPr lang="en-US" sz="1600" b="0" i="0" dirty="0">
                <a:solidFill>
                  <a:srgbClr val="223548"/>
                </a:solidFill>
                <a:effectLst/>
                <a:latin typeface="72 Brand Variable"/>
              </a:rPr>
              <a:t>SAP Build Apps is an AI-infused professional application development solution designed for anyone to quickly create apps without code regardless of role or skill level.</a:t>
            </a:r>
            <a:endParaRPr lang="en-IN" sz="1600" dirty="0"/>
          </a:p>
        </p:txBody>
      </p:sp>
      <p:pic>
        <p:nvPicPr>
          <p:cNvPr id="7" name="Picture 6">
            <a:extLst>
              <a:ext uri="{FF2B5EF4-FFF2-40B4-BE49-F238E27FC236}">
                <a16:creationId xmlns:a16="http://schemas.microsoft.com/office/drawing/2014/main" id="{76BE1B0A-95B0-EF9F-7684-EA4FA264E171}"/>
              </a:ext>
            </a:extLst>
          </p:cNvPr>
          <p:cNvPicPr>
            <a:picLocks noChangeAspect="1"/>
          </p:cNvPicPr>
          <p:nvPr/>
        </p:nvPicPr>
        <p:blipFill>
          <a:blip r:embed="rId2"/>
          <a:stretch>
            <a:fillRect/>
          </a:stretch>
        </p:blipFill>
        <p:spPr>
          <a:xfrm>
            <a:off x="0" y="1722561"/>
            <a:ext cx="9144000" cy="2310319"/>
          </a:xfrm>
          <a:prstGeom prst="rect">
            <a:avLst/>
          </a:prstGeom>
        </p:spPr>
      </p:pic>
    </p:spTree>
    <p:extLst>
      <p:ext uri="{BB962C8B-B14F-4D97-AF65-F5344CB8AC3E}">
        <p14:creationId xmlns:p14="http://schemas.microsoft.com/office/powerpoint/2010/main" val="280988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DBB92-0448-10F1-FA6A-1DB07C3435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2F512E-4323-5FFE-F414-58920DD3EAE6}"/>
              </a:ext>
            </a:extLst>
          </p:cNvPr>
          <p:cNvSpPr>
            <a:spLocks noGrp="1"/>
          </p:cNvSpPr>
          <p:nvPr>
            <p:ph type="title"/>
          </p:nvPr>
        </p:nvSpPr>
        <p:spPr>
          <a:xfrm>
            <a:off x="457200" y="157637"/>
            <a:ext cx="4876800" cy="661513"/>
          </a:xfrm>
        </p:spPr>
        <p:txBody>
          <a:bodyPr anchor="b">
            <a:noAutofit/>
          </a:bodyPr>
          <a:lstStyle/>
          <a:p>
            <a:r>
              <a:rPr lang="en-US" sz="2400" b="1" kern="1200" dirty="0">
                <a:latin typeface="Cooper Black" panose="0208090404030B020404" pitchFamily="18" charset="0"/>
              </a:rPr>
              <a:t>Core Capabilities?</a:t>
            </a:r>
          </a:p>
        </p:txBody>
      </p:sp>
      <p:sp>
        <p:nvSpPr>
          <p:cNvPr id="6" name="TextBox 5">
            <a:extLst>
              <a:ext uri="{FF2B5EF4-FFF2-40B4-BE49-F238E27FC236}">
                <a16:creationId xmlns:a16="http://schemas.microsoft.com/office/drawing/2014/main" id="{5A3F413B-EFF8-C4B5-F722-AE70853A02F1}"/>
              </a:ext>
            </a:extLst>
          </p:cNvPr>
          <p:cNvSpPr txBox="1"/>
          <p:nvPr/>
        </p:nvSpPr>
        <p:spPr>
          <a:xfrm>
            <a:off x="427861" y="1052911"/>
            <a:ext cx="3838116" cy="4011932"/>
          </a:xfrm>
          <a:prstGeom prst="rect">
            <a:avLst/>
          </a:prstGeom>
        </p:spPr>
        <p:txBody>
          <a:bodyPr vert="horz" lIns="91440" tIns="45720" rIns="91440" bIns="45720" rtlCol="0">
            <a:noAutofit/>
          </a:bodyPr>
          <a:lstStyle/>
          <a:p>
            <a:pPr algn="just" fontAlgn="base"/>
            <a:r>
              <a:rPr lang="en-US" sz="1100" b="1" dirty="0"/>
              <a:t>Build Visually – </a:t>
            </a:r>
            <a:r>
              <a:rPr lang="en-US" sz="1100" dirty="0"/>
              <a:t>SAP Build Capabilities enable customers to build visually, using drag-and-drop tools and intuitive interfaces. This allows users to quickly and easily design, configure, and deploy applications with no coding. By leveraging the SAP Build capabilities, customers can quickly create rich, interactive applications that streamline business processes, drive greater efficiency, and reduce operational costs. The tools are designed to be easy to use and are backed by a comprehensive library of pre-configured components, integration APIs, and data connectors.</a:t>
            </a:r>
          </a:p>
          <a:p>
            <a:pPr algn="just" fontAlgn="base"/>
            <a:endParaRPr lang="en-US" sz="1100" dirty="0"/>
          </a:p>
          <a:p>
            <a:pPr algn="just" fontAlgn="base"/>
            <a:r>
              <a:rPr lang="en-US" sz="1100" b="1" dirty="0"/>
              <a:t>Integrate Seamlessly – </a:t>
            </a:r>
            <a:r>
              <a:rPr lang="en-US" sz="1100" dirty="0"/>
              <a:t>SAP Build capabilities help customers integrate their SAP solutions, applications, and systems with each other and with other systems and applications.</a:t>
            </a:r>
          </a:p>
          <a:p>
            <a:pPr algn="just" fontAlgn="base"/>
            <a:endParaRPr lang="en-US" sz="1100" dirty="0"/>
          </a:p>
          <a:p>
            <a:pPr algn="just" fontAlgn="base"/>
            <a:r>
              <a:rPr lang="en-US" sz="1100" b="1" dirty="0"/>
              <a:t>Collaborate Effectively –  </a:t>
            </a:r>
            <a:r>
              <a:rPr lang="en-US" sz="1100" dirty="0"/>
              <a:t>With its feature of seamless integration, SAP Build helps businesses leverage technologies like cloud-based tools with development teams to establish communication protocols like lifecycle management and built-in governance.</a:t>
            </a:r>
          </a:p>
        </p:txBody>
      </p:sp>
      <p:sp>
        <p:nvSpPr>
          <p:cNvPr id="3" name="Footer Placeholder 2">
            <a:extLst>
              <a:ext uri="{FF2B5EF4-FFF2-40B4-BE49-F238E27FC236}">
                <a16:creationId xmlns:a16="http://schemas.microsoft.com/office/drawing/2014/main" id="{1323F023-5153-4873-8349-333A1B64F85A}"/>
              </a:ext>
            </a:extLst>
          </p:cNvPr>
          <p:cNvSpPr>
            <a:spLocks noGrp="1"/>
          </p:cNvSpPr>
          <p:nvPr>
            <p:ph type="ftr" sz="quarter" idx="11"/>
          </p:nvPr>
        </p:nvSpPr>
        <p:spPr>
          <a:xfrm>
            <a:off x="3124200" y="4767263"/>
            <a:ext cx="2895600" cy="273844"/>
          </a:xfrm>
        </p:spPr>
        <p:txBody>
          <a:bodyPr vert="horz" lIns="91440" tIns="45720" rIns="91440" bIns="45720" rtlCol="0" anchor="ctr">
            <a:normAutofit/>
          </a:bodyPr>
          <a:lstStyle/>
          <a:p>
            <a:pPr>
              <a:lnSpc>
                <a:spcPct val="90000"/>
              </a:lnSpc>
              <a:spcAft>
                <a:spcPts val="600"/>
              </a:spcAft>
            </a:pPr>
            <a:r>
              <a:rPr lang="en-US" kern="1200">
                <a:latin typeface="+mn-lt"/>
                <a:ea typeface="+mn-ea"/>
                <a:cs typeface="+mn-cs"/>
              </a:rPr>
              <a:t>www.anubhavtrainings.com</a:t>
            </a:r>
          </a:p>
        </p:txBody>
      </p:sp>
      <p:sp>
        <p:nvSpPr>
          <p:cNvPr id="4" name="Slide Number Placeholder 3">
            <a:extLst>
              <a:ext uri="{FF2B5EF4-FFF2-40B4-BE49-F238E27FC236}">
                <a16:creationId xmlns:a16="http://schemas.microsoft.com/office/drawing/2014/main" id="{FAA42F60-A368-C0CC-8092-292F67DD5626}"/>
              </a:ext>
            </a:extLst>
          </p:cNvPr>
          <p:cNvSpPr>
            <a:spLocks noGrp="1"/>
          </p:cNvSpPr>
          <p:nvPr>
            <p:ph type="sldNum" sz="quarter" idx="12"/>
          </p:nvPr>
        </p:nvSpPr>
        <p:spPr>
          <a:xfrm>
            <a:off x="6553200" y="4767263"/>
            <a:ext cx="2133600" cy="273844"/>
          </a:xfrm>
        </p:spPr>
        <p:txBody>
          <a:bodyPr vert="horz" lIns="91440" tIns="45720" rIns="91440" bIns="45720" rtlCol="0" anchor="ctr">
            <a:normAutofit/>
          </a:bodyPr>
          <a:lstStyle/>
          <a:p>
            <a:pPr>
              <a:lnSpc>
                <a:spcPct val="90000"/>
              </a:lnSpc>
              <a:spcAft>
                <a:spcPts val="600"/>
              </a:spcAft>
            </a:pPr>
            <a:fld id="{B6F15528-21DE-4FAA-801E-634DDDAF4B2B}" type="slidenum">
              <a:rPr lang="en-US" smtClean="0"/>
              <a:pPr>
                <a:lnSpc>
                  <a:spcPct val="90000"/>
                </a:lnSpc>
                <a:spcAft>
                  <a:spcPts val="600"/>
                </a:spcAft>
              </a:pPr>
              <a:t>11</a:t>
            </a:fld>
            <a:endParaRPr lang="en-US"/>
          </a:p>
        </p:txBody>
      </p:sp>
      <p:pic>
        <p:nvPicPr>
          <p:cNvPr id="2050" name="Picture 2">
            <a:extLst>
              <a:ext uri="{FF2B5EF4-FFF2-40B4-BE49-F238E27FC236}">
                <a16:creationId xmlns:a16="http://schemas.microsoft.com/office/drawing/2014/main" id="{E6C5C3CF-D3AF-842C-ADD4-D11C6DD1B8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7499" y="1591014"/>
            <a:ext cx="4786501" cy="2299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447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8FA44-B90E-5854-33A6-502174D962B7}"/>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DBD07853-4EED-E16F-DEC4-F7A3AF32A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2388"/>
          <a:stretch/>
        </p:blipFill>
        <p:spPr bwMode="auto">
          <a:xfrm>
            <a:off x="457200" y="971550"/>
            <a:ext cx="8229600" cy="3623073"/>
          </a:xfrm>
          <a:prstGeom prst="rect">
            <a:avLst/>
          </a:prstGeom>
          <a:solidFill>
            <a:srgbClr val="FFFFFF"/>
          </a:solidFill>
        </p:spPr>
      </p:pic>
      <p:sp>
        <p:nvSpPr>
          <p:cNvPr id="3" name="Footer Placeholder 2">
            <a:extLst>
              <a:ext uri="{FF2B5EF4-FFF2-40B4-BE49-F238E27FC236}">
                <a16:creationId xmlns:a16="http://schemas.microsoft.com/office/drawing/2014/main" id="{8B0760AA-32FC-1251-13BD-651DE358BB09}"/>
              </a:ext>
            </a:extLst>
          </p:cNvPr>
          <p:cNvSpPr>
            <a:spLocks noGrp="1"/>
          </p:cNvSpPr>
          <p:nvPr>
            <p:ph type="ftr" sz="quarter" idx="11"/>
          </p:nvPr>
        </p:nvSpPr>
        <p:spPr>
          <a:xfrm>
            <a:off x="3124200" y="4767263"/>
            <a:ext cx="2895600" cy="273844"/>
          </a:xfrm>
        </p:spPr>
        <p:txBody>
          <a:bodyPr vert="horz" lIns="91440" tIns="45720" rIns="91440" bIns="45720" rtlCol="0" anchor="ctr">
            <a:normAutofit/>
          </a:bodyPr>
          <a:lstStyle/>
          <a:p>
            <a:pPr>
              <a:lnSpc>
                <a:spcPct val="90000"/>
              </a:lnSpc>
              <a:spcAft>
                <a:spcPts val="600"/>
              </a:spcAft>
            </a:pPr>
            <a:r>
              <a:rPr lang="en-US" kern="1200"/>
              <a:t>www.anubhavtrainings.com</a:t>
            </a:r>
          </a:p>
        </p:txBody>
      </p:sp>
      <p:sp>
        <p:nvSpPr>
          <p:cNvPr id="4" name="Slide Number Placeholder 3">
            <a:extLst>
              <a:ext uri="{FF2B5EF4-FFF2-40B4-BE49-F238E27FC236}">
                <a16:creationId xmlns:a16="http://schemas.microsoft.com/office/drawing/2014/main" id="{E36DD710-0733-E16F-5FA1-FA563FB9854B}"/>
              </a:ext>
            </a:extLst>
          </p:cNvPr>
          <p:cNvSpPr>
            <a:spLocks noGrp="1"/>
          </p:cNvSpPr>
          <p:nvPr>
            <p:ph type="sldNum" sz="quarter" idx="12"/>
          </p:nvPr>
        </p:nvSpPr>
        <p:spPr>
          <a:xfrm>
            <a:off x="457200" y="4767263"/>
            <a:ext cx="2133600" cy="273844"/>
          </a:xfrm>
        </p:spPr>
        <p:txBody>
          <a:bodyPr vert="horz" lIns="91440" tIns="45720" rIns="91440" bIns="45720" rtlCol="0" anchor="ctr">
            <a:normAutofit/>
          </a:bodyPr>
          <a:lstStyle/>
          <a:p>
            <a:pPr>
              <a:lnSpc>
                <a:spcPct val="90000"/>
              </a:lnSpc>
              <a:spcAft>
                <a:spcPts val="600"/>
              </a:spcAft>
            </a:pPr>
            <a:fld id="{B6F15528-21DE-4FAA-801E-634DDDAF4B2B}" type="slidenum">
              <a:rPr lang="en-US" smtClean="0"/>
              <a:pPr>
                <a:lnSpc>
                  <a:spcPct val="90000"/>
                </a:lnSpc>
                <a:spcAft>
                  <a:spcPts val="600"/>
                </a:spcAft>
              </a:pPr>
              <a:t>12</a:t>
            </a:fld>
            <a:endParaRPr lang="en-US"/>
          </a:p>
        </p:txBody>
      </p:sp>
      <p:sp>
        <p:nvSpPr>
          <p:cNvPr id="5" name="Title 4">
            <a:extLst>
              <a:ext uri="{FF2B5EF4-FFF2-40B4-BE49-F238E27FC236}">
                <a16:creationId xmlns:a16="http://schemas.microsoft.com/office/drawing/2014/main" id="{F97ED2CB-E0FF-588B-9D00-4E25739A7A6A}"/>
              </a:ext>
            </a:extLst>
          </p:cNvPr>
          <p:cNvSpPr>
            <a:spLocks noGrp="1"/>
          </p:cNvSpPr>
          <p:nvPr>
            <p:ph type="title"/>
          </p:nvPr>
        </p:nvSpPr>
        <p:spPr>
          <a:xfrm>
            <a:off x="457200" y="438150"/>
            <a:ext cx="8229600" cy="533401"/>
          </a:xfrm>
        </p:spPr>
        <p:txBody>
          <a:bodyPr>
            <a:normAutofit/>
          </a:bodyPr>
          <a:lstStyle/>
          <a:p>
            <a:r>
              <a:rPr lang="en-US" b="1" kern="1200" dirty="0">
                <a:latin typeface="Cooper Black" panose="0208090404030B020404" pitchFamily="18" charset="0"/>
              </a:rPr>
              <a:t>Who is the Build Apps for?</a:t>
            </a:r>
          </a:p>
        </p:txBody>
      </p:sp>
    </p:spTree>
    <p:extLst>
      <p:ext uri="{BB962C8B-B14F-4D97-AF65-F5344CB8AC3E}">
        <p14:creationId xmlns:p14="http://schemas.microsoft.com/office/powerpoint/2010/main" val="4171496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www.anubhavtrainings.com</a:t>
            </a:r>
          </a:p>
        </p:txBody>
      </p:sp>
      <p:sp>
        <p:nvSpPr>
          <p:cNvPr id="10" name="Slide Number Placeholder 9"/>
          <p:cNvSpPr>
            <a:spLocks noGrp="1"/>
          </p:cNvSpPr>
          <p:nvPr>
            <p:ph type="sldNum" sz="quarter" idx="12"/>
          </p:nvPr>
        </p:nvSpPr>
        <p:spPr>
          <a:xfrm>
            <a:off x="152400" y="4781550"/>
            <a:ext cx="228600" cy="273844"/>
          </a:xfrm>
        </p:spPr>
        <p:txBody>
          <a:bodyPr/>
          <a:lstStyle/>
          <a:p>
            <a:fld id="{B6F15528-21DE-4FAA-801E-634DDDAF4B2B}" type="slidenum">
              <a:rPr lang="en-US" smtClean="0"/>
              <a:pPr/>
              <a:t>13</a:t>
            </a:fld>
            <a:endParaRPr lang="en-US"/>
          </a:p>
        </p:txBody>
      </p:sp>
      <p:sp>
        <p:nvSpPr>
          <p:cNvPr id="4" name="Title 3"/>
          <p:cNvSpPr>
            <a:spLocks noGrp="1"/>
          </p:cNvSpPr>
          <p:nvPr>
            <p:ph type="title"/>
          </p:nvPr>
        </p:nvSpPr>
        <p:spPr/>
        <p:txBody>
          <a:bodyPr/>
          <a:lstStyle/>
          <a:p>
            <a:r>
              <a:rPr lang="en-US" dirty="0"/>
              <a:t>A Quick History</a:t>
            </a:r>
          </a:p>
        </p:txBody>
      </p:sp>
      <p:grpSp>
        <p:nvGrpSpPr>
          <p:cNvPr id="60" name="Group 59"/>
          <p:cNvGrpSpPr/>
          <p:nvPr/>
        </p:nvGrpSpPr>
        <p:grpSpPr>
          <a:xfrm>
            <a:off x="976602" y="1283630"/>
            <a:ext cx="7176798" cy="3319892"/>
            <a:chOff x="976602" y="1283630"/>
            <a:chExt cx="7176798" cy="3319892"/>
          </a:xfrm>
        </p:grpSpPr>
        <p:cxnSp>
          <p:nvCxnSpPr>
            <p:cNvPr id="28" name="Straight Connector 27"/>
            <p:cNvCxnSpPr/>
            <p:nvPr/>
          </p:nvCxnSpPr>
          <p:spPr>
            <a:xfrm>
              <a:off x="1085850" y="2771775"/>
              <a:ext cx="69723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1419225" y="1485900"/>
              <a:ext cx="666750" cy="66675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2828925" y="3390900"/>
              <a:ext cx="666750" cy="66675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4238625" y="1476375"/>
              <a:ext cx="666750" cy="66675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7058025" y="1476375"/>
              <a:ext cx="666750" cy="66675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1676400" y="2695575"/>
              <a:ext cx="152400" cy="15240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3086100" y="2695575"/>
              <a:ext cx="152400" cy="15240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4495800" y="2695575"/>
              <a:ext cx="152400" cy="15240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905500" y="2695575"/>
              <a:ext cx="152400" cy="15240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7315200" y="2695575"/>
              <a:ext cx="152400" cy="15240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976602" y="3064639"/>
              <a:ext cx="1524000" cy="1200329"/>
            </a:xfrm>
            <a:prstGeom prst="rect">
              <a:avLst/>
            </a:prstGeom>
            <a:noFill/>
          </p:spPr>
          <p:txBody>
            <a:bodyPr wrap="square" rtlCol="0">
              <a:spAutoFit/>
            </a:bodyPr>
            <a:lstStyle/>
            <a:p>
              <a:pPr algn="ctr">
                <a:lnSpc>
                  <a:spcPct val="200000"/>
                </a:lnSpc>
              </a:pPr>
              <a:r>
                <a:rPr lang="en-US" sz="1400" dirty="0">
                  <a:solidFill>
                    <a:schemeClr val="bg1">
                      <a:lumMod val="50000"/>
                    </a:schemeClr>
                  </a:solidFill>
                  <a:latin typeface="Arial" pitchFamily="34" charset="0"/>
                  <a:cs typeface="Arial" pitchFamily="34" charset="0"/>
                </a:rPr>
                <a:t>SAP UI5</a:t>
              </a:r>
              <a:endParaRPr lang="en-US" sz="1200" dirty="0">
                <a:solidFill>
                  <a:schemeClr val="bg1">
                    <a:lumMod val="50000"/>
                  </a:schemeClr>
                </a:solidFill>
                <a:latin typeface="Arial" pitchFamily="34" charset="0"/>
                <a:cs typeface="Arial" pitchFamily="34" charset="0"/>
              </a:endParaRPr>
            </a:p>
            <a:p>
              <a:pPr algn="ctr"/>
              <a:r>
                <a:rPr lang="en-US" sz="1100" dirty="0">
                  <a:solidFill>
                    <a:schemeClr val="bg1">
                      <a:lumMod val="50000"/>
                    </a:schemeClr>
                  </a:solidFill>
                  <a:latin typeface="Arial" pitchFamily="34" charset="0"/>
                  <a:cs typeface="Arial" pitchFamily="34" charset="0"/>
                </a:rPr>
                <a:t>UI5 framework was introduced to design responsive web applications</a:t>
              </a:r>
            </a:p>
          </p:txBody>
        </p:sp>
        <p:sp>
          <p:nvSpPr>
            <p:cNvPr id="42" name="TextBox 41"/>
            <p:cNvSpPr txBox="1"/>
            <p:nvPr/>
          </p:nvSpPr>
          <p:spPr>
            <a:xfrm>
              <a:off x="2443960" y="1334866"/>
              <a:ext cx="1524000" cy="1200329"/>
            </a:xfrm>
            <a:prstGeom prst="rect">
              <a:avLst/>
            </a:prstGeom>
            <a:noFill/>
          </p:spPr>
          <p:txBody>
            <a:bodyPr wrap="square" rtlCol="0">
              <a:spAutoFit/>
            </a:bodyPr>
            <a:lstStyle/>
            <a:p>
              <a:pPr algn="ctr">
                <a:lnSpc>
                  <a:spcPct val="200000"/>
                </a:lnSpc>
              </a:pPr>
              <a:r>
                <a:rPr lang="en-US" sz="1400" dirty="0">
                  <a:solidFill>
                    <a:schemeClr val="bg1">
                      <a:lumMod val="50000"/>
                    </a:schemeClr>
                  </a:solidFill>
                  <a:latin typeface="Arial" pitchFamily="34" charset="0"/>
                  <a:cs typeface="Arial" pitchFamily="34" charset="0"/>
                </a:rPr>
                <a:t>Hybrid App </a:t>
              </a:r>
              <a:endParaRPr lang="en-US" sz="1200" dirty="0">
                <a:solidFill>
                  <a:schemeClr val="bg1">
                    <a:lumMod val="50000"/>
                  </a:schemeClr>
                </a:solidFill>
                <a:latin typeface="Arial" pitchFamily="34" charset="0"/>
                <a:cs typeface="Arial" pitchFamily="34" charset="0"/>
              </a:endParaRPr>
            </a:p>
            <a:p>
              <a:pPr algn="ctr"/>
              <a:r>
                <a:rPr lang="en-US" sz="1100" dirty="0">
                  <a:solidFill>
                    <a:schemeClr val="bg1">
                      <a:lumMod val="50000"/>
                    </a:schemeClr>
                  </a:solidFill>
                  <a:latin typeface="Arial" pitchFamily="34" charset="0"/>
                  <a:cs typeface="Arial" pitchFamily="34" charset="0"/>
                </a:rPr>
                <a:t>Fiori Apps can be converted to APK using </a:t>
              </a:r>
              <a:r>
                <a:rPr lang="en-US" sz="1100" dirty="0" err="1">
                  <a:solidFill>
                    <a:schemeClr val="bg1">
                      <a:lumMod val="50000"/>
                    </a:schemeClr>
                  </a:solidFill>
                  <a:latin typeface="Arial" pitchFamily="34" charset="0"/>
                  <a:cs typeface="Arial" pitchFamily="34" charset="0"/>
                </a:rPr>
                <a:t>cordova</a:t>
              </a:r>
              <a:r>
                <a:rPr lang="en-US" sz="1100" dirty="0">
                  <a:solidFill>
                    <a:schemeClr val="bg1">
                      <a:lumMod val="50000"/>
                    </a:schemeClr>
                  </a:solidFill>
                  <a:latin typeface="Arial" pitchFamily="34" charset="0"/>
                  <a:cs typeface="Arial" pitchFamily="34" charset="0"/>
                </a:rPr>
                <a:t> plugin with </a:t>
              </a:r>
              <a:r>
                <a:rPr lang="en-US" sz="1100" dirty="0" err="1">
                  <a:solidFill>
                    <a:schemeClr val="bg1">
                      <a:lumMod val="50000"/>
                    </a:schemeClr>
                  </a:solidFill>
                  <a:latin typeface="Arial" pitchFamily="34" charset="0"/>
                  <a:cs typeface="Arial" pitchFamily="34" charset="0"/>
                </a:rPr>
                <a:t>WebIDE</a:t>
              </a:r>
              <a:r>
                <a:rPr lang="en-US" sz="1100" dirty="0">
                  <a:solidFill>
                    <a:schemeClr val="bg1">
                      <a:lumMod val="50000"/>
                    </a:schemeClr>
                  </a:solidFill>
                  <a:latin typeface="Arial" pitchFamily="34" charset="0"/>
                  <a:cs typeface="Arial" pitchFamily="34" charset="0"/>
                </a:rPr>
                <a:t> tool</a:t>
              </a:r>
            </a:p>
          </p:txBody>
        </p:sp>
        <p:cxnSp>
          <p:nvCxnSpPr>
            <p:cNvPr id="44" name="Straight Connector 43"/>
            <p:cNvCxnSpPr/>
            <p:nvPr/>
          </p:nvCxnSpPr>
          <p:spPr>
            <a:xfrm rot="5400000">
              <a:off x="1519238" y="2424112"/>
              <a:ext cx="46672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4338640" y="2424113"/>
              <a:ext cx="466725" cy="1588"/>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457325" y="1666875"/>
              <a:ext cx="582211" cy="307777"/>
            </a:xfrm>
            <a:prstGeom prst="rect">
              <a:avLst/>
            </a:prstGeom>
            <a:noFill/>
          </p:spPr>
          <p:txBody>
            <a:bodyPr wrap="none" rtlCol="0">
              <a:spAutoFit/>
            </a:bodyPr>
            <a:lstStyle/>
            <a:p>
              <a:pPr algn="ctr"/>
              <a:r>
                <a:rPr lang="en-US" sz="1400" dirty="0">
                  <a:solidFill>
                    <a:schemeClr val="bg1"/>
                  </a:solidFill>
                  <a:latin typeface="Arial" pitchFamily="34" charset="0"/>
                  <a:cs typeface="Arial" pitchFamily="34" charset="0"/>
                </a:rPr>
                <a:t>2013</a:t>
              </a:r>
            </a:p>
          </p:txBody>
        </p:sp>
        <p:sp>
          <p:nvSpPr>
            <p:cNvPr id="47" name="TextBox 46"/>
            <p:cNvSpPr txBox="1"/>
            <p:nvPr/>
          </p:nvSpPr>
          <p:spPr>
            <a:xfrm>
              <a:off x="4286250" y="1666875"/>
              <a:ext cx="582211" cy="307777"/>
            </a:xfrm>
            <a:prstGeom prst="rect">
              <a:avLst/>
            </a:prstGeom>
            <a:noFill/>
          </p:spPr>
          <p:txBody>
            <a:bodyPr wrap="none" rtlCol="0">
              <a:spAutoFit/>
            </a:bodyPr>
            <a:lstStyle/>
            <a:p>
              <a:pPr algn="ctr"/>
              <a:r>
                <a:rPr lang="en-US" sz="1400" dirty="0">
                  <a:solidFill>
                    <a:schemeClr val="bg1"/>
                  </a:solidFill>
                  <a:latin typeface="Arial" pitchFamily="34" charset="0"/>
                  <a:cs typeface="Arial" pitchFamily="34" charset="0"/>
                </a:rPr>
                <a:t>2021</a:t>
              </a:r>
            </a:p>
          </p:txBody>
        </p:sp>
        <p:sp>
          <p:nvSpPr>
            <p:cNvPr id="48" name="TextBox 47"/>
            <p:cNvSpPr txBox="1"/>
            <p:nvPr/>
          </p:nvSpPr>
          <p:spPr>
            <a:xfrm>
              <a:off x="7096125" y="1666875"/>
              <a:ext cx="582211" cy="307777"/>
            </a:xfrm>
            <a:prstGeom prst="rect">
              <a:avLst/>
            </a:prstGeom>
            <a:noFill/>
          </p:spPr>
          <p:txBody>
            <a:bodyPr wrap="none" rtlCol="0">
              <a:spAutoFit/>
            </a:bodyPr>
            <a:lstStyle/>
            <a:p>
              <a:pPr algn="ctr"/>
              <a:r>
                <a:rPr lang="en-US" sz="1400" dirty="0">
                  <a:solidFill>
                    <a:schemeClr val="bg1"/>
                  </a:solidFill>
                  <a:latin typeface="Arial" pitchFamily="34" charset="0"/>
                  <a:cs typeface="Arial" pitchFamily="34" charset="0"/>
                </a:rPr>
                <a:t>2022</a:t>
              </a:r>
            </a:p>
          </p:txBody>
        </p:sp>
        <p:cxnSp>
          <p:nvCxnSpPr>
            <p:cNvPr id="49" name="Straight Connector 48"/>
            <p:cNvCxnSpPr/>
            <p:nvPr/>
          </p:nvCxnSpPr>
          <p:spPr>
            <a:xfrm rot="5400000">
              <a:off x="7158042" y="2424114"/>
              <a:ext cx="46672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2919413" y="3118644"/>
              <a:ext cx="466725" cy="1588"/>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2867025" y="3571875"/>
              <a:ext cx="582211" cy="307777"/>
            </a:xfrm>
            <a:prstGeom prst="rect">
              <a:avLst/>
            </a:prstGeom>
            <a:noFill/>
          </p:spPr>
          <p:txBody>
            <a:bodyPr wrap="none" rtlCol="0">
              <a:spAutoFit/>
            </a:bodyPr>
            <a:lstStyle/>
            <a:p>
              <a:pPr algn="ctr"/>
              <a:r>
                <a:rPr lang="en-US" sz="1400" dirty="0">
                  <a:solidFill>
                    <a:schemeClr val="bg1"/>
                  </a:solidFill>
                  <a:latin typeface="Arial" pitchFamily="34" charset="0"/>
                  <a:cs typeface="Arial" pitchFamily="34" charset="0"/>
                </a:rPr>
                <a:t>2015</a:t>
              </a:r>
            </a:p>
          </p:txBody>
        </p:sp>
        <p:sp>
          <p:nvSpPr>
            <p:cNvPr id="53" name="Oval 52"/>
            <p:cNvSpPr/>
            <p:nvPr/>
          </p:nvSpPr>
          <p:spPr>
            <a:xfrm>
              <a:off x="5648325" y="3390900"/>
              <a:ext cx="666750" cy="666750"/>
            </a:xfrm>
            <a:prstGeom prst="ellipse">
              <a:avLst/>
            </a:prstGeom>
            <a:solidFill>
              <a:srgbClr val="056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p:cNvCxnSpPr/>
            <p:nvPr/>
          </p:nvCxnSpPr>
          <p:spPr>
            <a:xfrm rot="5400000">
              <a:off x="5738813" y="3118644"/>
              <a:ext cx="466725" cy="1588"/>
            </a:xfrm>
            <a:prstGeom prst="line">
              <a:avLst/>
            </a:prstGeom>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5686425" y="3571875"/>
              <a:ext cx="582211" cy="307777"/>
            </a:xfrm>
            <a:prstGeom prst="rect">
              <a:avLst/>
            </a:prstGeom>
            <a:noFill/>
          </p:spPr>
          <p:txBody>
            <a:bodyPr wrap="none" rtlCol="0">
              <a:spAutoFit/>
            </a:bodyPr>
            <a:lstStyle/>
            <a:p>
              <a:pPr algn="ctr"/>
              <a:r>
                <a:rPr lang="en-US" sz="1400" dirty="0">
                  <a:solidFill>
                    <a:schemeClr val="bg1"/>
                  </a:solidFill>
                  <a:latin typeface="Arial" pitchFamily="34" charset="0"/>
                  <a:cs typeface="Arial" pitchFamily="34" charset="0"/>
                </a:rPr>
                <a:t>2021</a:t>
              </a:r>
            </a:p>
          </p:txBody>
        </p:sp>
        <p:sp>
          <p:nvSpPr>
            <p:cNvPr id="56" name="TextBox 55"/>
            <p:cNvSpPr txBox="1"/>
            <p:nvPr/>
          </p:nvSpPr>
          <p:spPr>
            <a:xfrm>
              <a:off x="3467895" y="3064639"/>
              <a:ext cx="2110185" cy="1538883"/>
            </a:xfrm>
            <a:prstGeom prst="rect">
              <a:avLst/>
            </a:prstGeom>
            <a:noFill/>
          </p:spPr>
          <p:txBody>
            <a:bodyPr wrap="square" rtlCol="0">
              <a:spAutoFit/>
            </a:bodyPr>
            <a:lstStyle/>
            <a:p>
              <a:pPr algn="ctr">
                <a:lnSpc>
                  <a:spcPct val="200000"/>
                </a:lnSpc>
              </a:pPr>
              <a:r>
                <a:rPr lang="en-US" sz="1400" dirty="0" err="1">
                  <a:solidFill>
                    <a:schemeClr val="bg1">
                      <a:lumMod val="50000"/>
                    </a:schemeClr>
                  </a:solidFill>
                  <a:latin typeface="Arial" pitchFamily="34" charset="0"/>
                  <a:cs typeface="Arial" pitchFamily="34" charset="0"/>
                </a:rPr>
                <a:t>AppGyver</a:t>
              </a:r>
              <a:r>
                <a:rPr lang="en-US" sz="1400" dirty="0">
                  <a:solidFill>
                    <a:schemeClr val="bg1">
                      <a:lumMod val="50000"/>
                    </a:schemeClr>
                  </a:solidFill>
                  <a:latin typeface="Arial" pitchFamily="34" charset="0"/>
                  <a:cs typeface="Arial" pitchFamily="34" charset="0"/>
                </a:rPr>
                <a:t> </a:t>
              </a:r>
              <a:endParaRPr lang="en-US" sz="1200" dirty="0">
                <a:solidFill>
                  <a:schemeClr val="bg1">
                    <a:lumMod val="50000"/>
                  </a:schemeClr>
                </a:solidFill>
                <a:latin typeface="Arial" pitchFamily="34" charset="0"/>
                <a:cs typeface="Arial" pitchFamily="34" charset="0"/>
              </a:endParaRPr>
            </a:p>
            <a:p>
              <a:pPr algn="ctr"/>
              <a:r>
                <a:rPr lang="en-US" sz="1100" dirty="0" err="1">
                  <a:solidFill>
                    <a:schemeClr val="bg1">
                      <a:lumMod val="50000"/>
                    </a:schemeClr>
                  </a:solidFill>
                  <a:latin typeface="Arial" pitchFamily="34" charset="0"/>
                  <a:cs typeface="Arial" pitchFamily="34" charset="0"/>
                </a:rPr>
                <a:t>AppGyver</a:t>
              </a:r>
              <a:r>
                <a:rPr lang="en-US" sz="1100" dirty="0">
                  <a:solidFill>
                    <a:schemeClr val="bg1">
                      <a:lumMod val="50000"/>
                    </a:schemeClr>
                  </a:solidFill>
                  <a:latin typeface="Arial" pitchFamily="34" charset="0"/>
                  <a:cs typeface="Arial" pitchFamily="34" charset="0"/>
                </a:rPr>
                <a:t> Oy, a pioneer in no-code development platforms that enable users with no coding skills to build applications for Web and mobile uses</a:t>
              </a:r>
            </a:p>
          </p:txBody>
        </p:sp>
        <p:sp>
          <p:nvSpPr>
            <p:cNvPr id="57" name="TextBox 56"/>
            <p:cNvSpPr txBox="1"/>
            <p:nvPr/>
          </p:nvSpPr>
          <p:spPr>
            <a:xfrm>
              <a:off x="6629400" y="3000375"/>
              <a:ext cx="1524000" cy="1200329"/>
            </a:xfrm>
            <a:prstGeom prst="rect">
              <a:avLst/>
            </a:prstGeom>
            <a:noFill/>
          </p:spPr>
          <p:txBody>
            <a:bodyPr wrap="square" rtlCol="0">
              <a:spAutoFit/>
            </a:bodyPr>
            <a:lstStyle/>
            <a:p>
              <a:pPr algn="ctr">
                <a:lnSpc>
                  <a:spcPct val="200000"/>
                </a:lnSpc>
              </a:pPr>
              <a:r>
                <a:rPr lang="en-US" sz="1400" dirty="0">
                  <a:solidFill>
                    <a:schemeClr val="bg1">
                      <a:lumMod val="50000"/>
                    </a:schemeClr>
                  </a:solidFill>
                  <a:latin typeface="Arial" pitchFamily="34" charset="0"/>
                  <a:cs typeface="Arial" pitchFamily="34" charset="0"/>
                </a:rPr>
                <a:t>SAP Build</a:t>
              </a:r>
              <a:endParaRPr lang="en-US" sz="1200" dirty="0">
                <a:solidFill>
                  <a:schemeClr val="bg1">
                    <a:lumMod val="50000"/>
                  </a:schemeClr>
                </a:solidFill>
                <a:latin typeface="Arial" pitchFamily="34" charset="0"/>
                <a:cs typeface="Arial" pitchFamily="34" charset="0"/>
              </a:endParaRPr>
            </a:p>
            <a:p>
              <a:pPr algn="ctr"/>
              <a:r>
                <a:rPr lang="en-US" sz="1100" dirty="0">
                  <a:solidFill>
                    <a:schemeClr val="bg1">
                      <a:lumMod val="50000"/>
                    </a:schemeClr>
                  </a:solidFill>
                  <a:latin typeface="Arial" pitchFamily="34" charset="0"/>
                  <a:cs typeface="Arial" pitchFamily="34" charset="0"/>
                </a:rPr>
                <a:t>Build Apps combining </a:t>
              </a:r>
              <a:r>
                <a:rPr lang="en-US" sz="1100" dirty="0" err="1">
                  <a:solidFill>
                    <a:schemeClr val="bg1">
                      <a:lumMod val="50000"/>
                    </a:schemeClr>
                  </a:solidFill>
                  <a:latin typeface="Arial" pitchFamily="34" charset="0"/>
                  <a:cs typeface="Arial" pitchFamily="34" charset="0"/>
                </a:rPr>
                <a:t>AppGyver</a:t>
              </a:r>
              <a:r>
                <a:rPr lang="en-US" sz="1100" dirty="0">
                  <a:solidFill>
                    <a:schemeClr val="bg1">
                      <a:lumMod val="50000"/>
                    </a:schemeClr>
                  </a:solidFill>
                  <a:latin typeface="Arial" pitchFamily="34" charset="0"/>
                  <a:cs typeface="Arial" pitchFamily="34" charset="0"/>
                </a:rPr>
                <a:t>, Medix and Build.me prototyping tool</a:t>
              </a:r>
            </a:p>
          </p:txBody>
        </p:sp>
        <p:sp>
          <p:nvSpPr>
            <p:cNvPr id="58" name="TextBox 57"/>
            <p:cNvSpPr txBox="1"/>
            <p:nvPr/>
          </p:nvSpPr>
          <p:spPr>
            <a:xfrm>
              <a:off x="4843462" y="1283630"/>
              <a:ext cx="2214563" cy="1369606"/>
            </a:xfrm>
            <a:prstGeom prst="rect">
              <a:avLst/>
            </a:prstGeom>
            <a:noFill/>
          </p:spPr>
          <p:txBody>
            <a:bodyPr wrap="square" rtlCol="0">
              <a:spAutoFit/>
            </a:bodyPr>
            <a:lstStyle/>
            <a:p>
              <a:pPr algn="ctr">
                <a:lnSpc>
                  <a:spcPct val="200000"/>
                </a:lnSpc>
              </a:pPr>
              <a:r>
                <a:rPr lang="en-US" sz="1400" dirty="0">
                  <a:solidFill>
                    <a:schemeClr val="bg1">
                      <a:lumMod val="50000"/>
                    </a:schemeClr>
                  </a:solidFill>
                  <a:latin typeface="Arial" pitchFamily="34" charset="0"/>
                  <a:cs typeface="Arial" pitchFamily="34" charset="0"/>
                </a:rPr>
                <a:t>Medix</a:t>
              </a:r>
              <a:endParaRPr lang="en-US" sz="1200" dirty="0">
                <a:solidFill>
                  <a:schemeClr val="bg1">
                    <a:lumMod val="50000"/>
                  </a:schemeClr>
                </a:solidFill>
                <a:latin typeface="Arial" pitchFamily="34" charset="0"/>
                <a:cs typeface="Arial" pitchFamily="34" charset="0"/>
              </a:endParaRPr>
            </a:p>
            <a:p>
              <a:pPr algn="ctr"/>
              <a:r>
                <a:rPr lang="en-US" sz="1100" dirty="0" err="1">
                  <a:solidFill>
                    <a:schemeClr val="bg1">
                      <a:lumMod val="50000"/>
                    </a:schemeClr>
                  </a:solidFill>
                  <a:latin typeface="Arial" pitchFamily="34" charset="0"/>
                  <a:cs typeface="Arial" pitchFamily="34" charset="0"/>
                </a:rPr>
                <a:t>Mendix</a:t>
              </a:r>
              <a:r>
                <a:rPr lang="en-US" sz="1100" dirty="0">
                  <a:solidFill>
                    <a:schemeClr val="bg1">
                      <a:lumMod val="50000"/>
                    </a:schemeClr>
                  </a:solidFill>
                  <a:latin typeface="Arial" pitchFamily="34" charset="0"/>
                  <a:cs typeface="Arial" pitchFamily="34" charset="0"/>
                </a:rPr>
                <a:t> is a low-code platform that allows users to build applications, including those with SAP Fiori UI styling, without extensive coding</a:t>
              </a:r>
            </a:p>
          </p:txBody>
        </p:sp>
      </p:grpSp>
    </p:spTree>
    <p:extLst>
      <p:ext uri="{BB962C8B-B14F-4D97-AF65-F5344CB8AC3E}">
        <p14:creationId xmlns:p14="http://schemas.microsoft.com/office/powerpoint/2010/main" val="233267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F21ED3-353A-6D0C-0BD8-5F91E5C66007}"/>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F6C2B81E-7681-2654-0EBF-267249150716}"/>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4" name="Title 3">
            <a:extLst>
              <a:ext uri="{FF2B5EF4-FFF2-40B4-BE49-F238E27FC236}">
                <a16:creationId xmlns:a16="http://schemas.microsoft.com/office/drawing/2014/main" id="{3FF64436-2F43-F950-147E-D085DF428132}"/>
              </a:ext>
            </a:extLst>
          </p:cNvPr>
          <p:cNvSpPr>
            <a:spLocks noGrp="1"/>
          </p:cNvSpPr>
          <p:nvPr>
            <p:ph type="title"/>
          </p:nvPr>
        </p:nvSpPr>
        <p:spPr/>
        <p:txBody>
          <a:bodyPr/>
          <a:lstStyle/>
          <a:p>
            <a:r>
              <a:rPr lang="en-IN" dirty="0"/>
              <a:t>What is SAP Build</a:t>
            </a:r>
          </a:p>
        </p:txBody>
      </p:sp>
      <p:pic>
        <p:nvPicPr>
          <p:cNvPr id="6" name="Picture 5">
            <a:extLst>
              <a:ext uri="{FF2B5EF4-FFF2-40B4-BE49-F238E27FC236}">
                <a16:creationId xmlns:a16="http://schemas.microsoft.com/office/drawing/2014/main" id="{12262289-2289-7C0B-846C-54CB9DB46751}"/>
              </a:ext>
            </a:extLst>
          </p:cNvPr>
          <p:cNvPicPr>
            <a:picLocks noChangeAspect="1"/>
          </p:cNvPicPr>
          <p:nvPr/>
        </p:nvPicPr>
        <p:blipFill>
          <a:blip r:embed="rId2"/>
          <a:srcRect t="15260"/>
          <a:stretch/>
        </p:blipFill>
        <p:spPr>
          <a:xfrm>
            <a:off x="762000" y="1123950"/>
            <a:ext cx="7463381" cy="3337591"/>
          </a:xfrm>
          <a:prstGeom prst="rect">
            <a:avLst/>
          </a:prstGeom>
        </p:spPr>
      </p:pic>
    </p:spTree>
    <p:extLst>
      <p:ext uri="{BB962C8B-B14F-4D97-AF65-F5344CB8AC3E}">
        <p14:creationId xmlns:p14="http://schemas.microsoft.com/office/powerpoint/2010/main" val="907971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D3F9BD-4E27-6192-EB51-0968D95CF1E7}"/>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FCAD42C-50B2-164A-AAAF-7E47D209AA25}"/>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15</a:t>
            </a:fld>
            <a:endParaRPr lang="en-US" dirty="0"/>
          </a:p>
        </p:txBody>
      </p:sp>
      <p:sp>
        <p:nvSpPr>
          <p:cNvPr id="5" name="Title 4">
            <a:extLst>
              <a:ext uri="{FF2B5EF4-FFF2-40B4-BE49-F238E27FC236}">
                <a16:creationId xmlns:a16="http://schemas.microsoft.com/office/drawing/2014/main" id="{B7055351-1DEC-8E55-15D8-AB8288783B4E}"/>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Key Capabilities</a:t>
            </a:r>
          </a:p>
        </p:txBody>
      </p:sp>
      <p:pic>
        <p:nvPicPr>
          <p:cNvPr id="1028" name="Picture 4" descr="SAP Build Apps overview of the capabilities">
            <a:extLst>
              <a:ext uri="{FF2B5EF4-FFF2-40B4-BE49-F238E27FC236}">
                <a16:creationId xmlns:a16="http://schemas.microsoft.com/office/drawing/2014/main" id="{7075BD8F-8559-5D0D-576F-D7C7AA2FF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76350"/>
            <a:ext cx="9144000" cy="3446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591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dirty="0">
                <a:solidFill>
                  <a:srgbClr val="75C042"/>
                </a:solidFill>
                <a:latin typeface="Segoe UI" panose="020B0502040204020203" pitchFamily="34" charset="0"/>
                <a:ea typeface="Calibri Light" charset="0"/>
                <a:cs typeface="Segoe UI" panose="020B0502040204020203" pitchFamily="34" charset="0"/>
              </a:rPr>
              <a:t>Day 20</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2202</TotalTime>
  <Words>972</Words>
  <Application>Microsoft Office PowerPoint</Application>
  <PresentationFormat>On-screen Show (16:9)</PresentationFormat>
  <Paragraphs>129</Paragraphs>
  <Slides>18</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72</vt:lpstr>
      <vt:lpstr>72 Brand Variable</vt:lpstr>
      <vt:lpstr>Arial</vt:lpstr>
      <vt:lpstr>Calibri</vt:lpstr>
      <vt:lpstr>Cambria</vt:lpstr>
      <vt:lpstr>Cooper Black</vt:lpstr>
      <vt:lpstr>Courier New</vt:lpstr>
      <vt:lpstr>Helvetica Neue Light</vt:lpstr>
      <vt:lpstr>Monaco</vt:lpstr>
      <vt:lpstr>Segoe UI</vt:lpstr>
      <vt:lpstr>Segoe UI Light</vt:lpstr>
      <vt:lpstr>Office Theme</vt:lpstr>
      <vt:lpstr>SAP Build Training for Corporate Professionals</vt:lpstr>
      <vt:lpstr>PowerPoint Presentation</vt:lpstr>
      <vt:lpstr>Agenda</vt:lpstr>
      <vt:lpstr>PowerPoint Presentation</vt:lpstr>
      <vt:lpstr>Steps</vt:lpstr>
      <vt:lpstr>What is CMS (Content Management Service)</vt:lpstr>
      <vt:lpstr>Setting up CAS </vt:lpstr>
      <vt:lpstr>Create destination to TMS</vt:lpstr>
      <vt:lpstr>The Process</vt:lpstr>
      <vt:lpstr>What is Build Apps?</vt:lpstr>
      <vt:lpstr>Core Capabilities?</vt:lpstr>
      <vt:lpstr>Who is the Build Apps for?</vt:lpstr>
      <vt:lpstr>A Quick History</vt:lpstr>
      <vt:lpstr>What is SAP Build</vt:lpstr>
      <vt:lpstr>Key Capabilities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137</cp:revision>
  <dcterms:created xsi:type="dcterms:W3CDTF">2013-12-05T19:37:13Z</dcterms:created>
  <dcterms:modified xsi:type="dcterms:W3CDTF">2025-08-07T06:30:36Z</dcterms:modified>
</cp:coreProperties>
</file>