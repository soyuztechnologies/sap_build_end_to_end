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Override1.xml" ContentType="application/vnd.openxmlformats-officedocument.themeOverride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handoutMasterIdLst>
    <p:handoutMasterId r:id="rId18"/>
  </p:handoutMasterIdLst>
  <p:sldIdLst>
    <p:sldId id="256" r:id="rId2"/>
    <p:sldId id="494" r:id="rId3"/>
    <p:sldId id="265" r:id="rId4"/>
    <p:sldId id="393" r:id="rId5"/>
    <p:sldId id="394" r:id="rId6"/>
    <p:sldId id="401" r:id="rId7"/>
    <p:sldId id="410" r:id="rId8"/>
    <p:sldId id="413" r:id="rId9"/>
    <p:sldId id="416" r:id="rId10"/>
    <p:sldId id="417" r:id="rId11"/>
    <p:sldId id="418" r:id="rId12"/>
    <p:sldId id="471" r:id="rId13"/>
    <p:sldId id="495" r:id="rId14"/>
    <p:sldId id="496" r:id="rId15"/>
    <p:sldId id="497" r:id="rId16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E6753"/>
    <a:srgbClr val="1B4134"/>
    <a:srgbClr val="FFFFFF"/>
    <a:srgbClr val="222222"/>
    <a:srgbClr val="76B8B5"/>
    <a:srgbClr val="90B6DD"/>
    <a:srgbClr val="057CFF"/>
    <a:srgbClr val="4649D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355" autoAdjust="0"/>
    <p:restoredTop sz="96236" autoAdjust="0"/>
  </p:normalViewPr>
  <p:slideViewPr>
    <p:cSldViewPr>
      <p:cViewPr varScale="1">
        <p:scale>
          <a:sx n="130" d="100"/>
          <a:sy n="130" d="100"/>
        </p:scale>
        <p:origin x="736" y="300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67" d="100"/>
          <a:sy n="67" d="100"/>
        </p:scale>
        <p:origin x="-3186" y="-96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CD1819-8EAB-4094-BBB1-E11C3AABA846}" type="datetimeFigureOut">
              <a:rPr lang="en-US" smtClean="0"/>
              <a:t>8/5/2025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A62D1B-AC76-4092-A22E-9E6DF2EB69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15343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7:40.5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1 161 24575,'1'5'0,"0"-1"0,0 0 0,0 0 0,1-1 0,-1 1 0,1 0 0,0 0 0,0-1 0,0 1 0,4 2 0,8 18 0,-14-22 0,1 0 0,0-1 0,-1 1 0,1 0 0,0 0 0,0-1 0,1 1 0,-1 0 0,0-1 0,0 1 0,1-1 0,-1 0 0,1 1 0,0-1 0,-1 0 0,1 0 0,3 2 0,-4-3 0,1 0 0,0 0 0,-1 0 0,1 0 0,0 0 0,-1-1 0,1 1 0,0 0 0,-1-1 0,1 1 0,-1-1 0,1 0 0,-1 1 0,1-1 0,-1 0 0,1 0 0,-1 0 0,0 0 0,1 0 0,-1 0 0,0 0 0,1-2 0,20-21 0,27-37 0,13-14 0,-57 70 14,10-11-474,0 1 1,33-24-1,-34 30-6366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33.5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14436 1 24575,'0'4'0,"-1"1"0,0-1 0,0 0 0,0 1 0,-4 7 0,-2 9 0,2 5 0,1-1 0,2 1 0,0 35 0,10 80 0,0 27 0,-15-39 0,2-57 0,8 132 0,6-14 0,-1-17 0,-7-162 0,14 218 0,-14-172 0,-3-1 0,-9 60 0,5-56 0,1 73 0,3-38 0,-4 3 0,-2 60 0,-1 218 0,14 123 0,0-368 0,8 76 0,2 85 0,-16-64 0,2 211 0,5-287 0,1 82 0,-8-130 0,21 563 0,30-23 0,-36-511 0,-8-91 0,-2 0 0,-1 1 0,-4 54 0,1-96 0,0-1 0,0 1 0,0 0 0,0-1 0,0 1 0,-1 0 0,1-1 0,0 1 0,0-1 0,-1 1 0,1 0 0,0-1 0,-1 1 0,1-1 0,0 1 0,-1-1 0,1 1 0,-1-1 0,1 1 0,-1-1 0,1 1 0,-1-1 0,1 0 0,-1 1 0,0-1 0,1 0 0,-1 1 0,1-1 0,-1 0 0,0 0 0,1 0 0,-1 0 0,0 0 0,1 1 0,-1-1 0,0 0 0,0-1 0,-30-6 0,12 2 0,-4 4 0,0 1 0,1 1 0,-1 1 0,-39 9 0,-8 1 0,-678 37 0,553-42 0,-1488-25 0,1136-33 0,-72-4 0,-689-17 0,-220-14 0,461 37 0,447 25 0,-605 10 0,850 15 0,-767 32 0,-1045 75 0,1279-86 0,805-22-1365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35.4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173 1 24575,'2'3'0,"0"1"0,-1 0 0,1 0 0,-1 1 0,0-1 0,0 0 0,0 0 0,0 1 0,-1-1 0,1 0 0,-1 1 0,-1 6 0,1 2 0,57 504 0,-15-184 0,-30-222 0,83 935 0,-80-652 0,7 79 0,-21-458 0,26 335 0,-24-244 0,-14 138 0,-13 47 0,20-194 0,9 98 0,15 270 0,-21-370 0,-5-1 0,-4 0 0,-25 108 0,-46 65 0,14-56 0,-73 409 0,123-540 0,-3 0 0,-41 105 0,54-157-1365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37.7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1 368 24575,'4'-3'0,"0"0"0,1 1 0,-1 0 0,1 0 0,0 0 0,0 1 0,0-1 0,0 1 0,7-1 0,2 0 0,77-15 0,118-6 0,-108 14 0,1136-92 0,469 15-580,-533 49 580,-1104 35 0,1434-28 0,-475 21 580,-553-4-580,507-5 0,-223 29 0,-508-7 0,215 8 0,-130 5 0,176 10 0,379 24 0,-376-23 0,59 4 0,-440-23 0,308 17 0,-294-27 0,39 3 0,17 24 0,-201-26 0,3 0 0,0 1 0,0 0 0,0 0 0,0 0 0,7 3 0,-12-4 0,0 0 0,0 1 0,0-1 0,0 1 0,0-1 0,-1 1 0,1-1 0,0 1 0,0 0 0,-1-1 0,1 1 0,0 0 0,-1 0 0,1-1 0,0 1 0,-1 0 0,1 0 0,-1 0 0,0 0 0,1 0 0,-1 0 0,0 0 0,1 0 0,-1 0 0,0 0 0,0 0 0,0 0 0,0 0 0,0 0 0,0 0 0,0 0 0,0 0 0,0 0 0,-1 0 0,1 0 0,0 0 0,-1 0 0,0 1 0,-6 16 0,0-1 0,2 1 0,0 0 0,1 0 0,0 1 0,-1 29 0,6-17 0,5 36 0,-3-48 0,-3-4-1365,-1-3-5461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39.5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1 372 24575,'0'-5'0,"1"-1"0,0 1 0,0 0 0,0 0 0,1 0 0,1-5 0,-2 8 0,0 1 0,-1-1 0,1 1 0,0-1 0,0 1 0,0-1 0,1 1 0,-1 0 0,2-3 0,-2 4 0,0-1 0,-1 1 0,1 0 0,-1-1 0,1 1 0,0 0 0,-1 0 0,1 0 0,0-1 0,-1 1 0,1 0 0,0 0 0,-1 0 0,1 0 0,0 0 0,-1 0 0,1 0 0,0 0 0,-1 1 0,1-1 0,0 0 0,-1 0 0,1 0 0,0 1 0,0 0 0,1 0 0,-1 0 0,0 0 0,0 0 0,1 1 0,-1-1 0,0 1 0,0-1 0,0 1 0,0-1 0,-1 1 0,1-1 0,0 1 0,-1 0 0,1 0 0,-1-1 0,0 1 0,1 0 0,-1 3 0,1 37 0,-2-30 0,0 175 0,3-173 0,3-21 0,4-23 0,-1-19 0,5-93 0,0-6 0,-11 133 0,1 1 0,0 0 0,1 0 0,1 0 0,0 0 0,1 1 0,0 0 0,1 0 0,16-22 0,-19 30 0,1-1 0,0 1 0,1 0 0,-1 0 0,1 0 0,0 1 0,0 0 0,1 0 0,-1 1 0,1-1 0,-1 2 0,1-1 0,0 1 0,0 0 0,1 0 0,-1 0 0,0 1 0,0 1 0,1-1 0,-1 1 0,9 1 0,-10-1 0,0 1 0,0 0 0,-1 0 0,1 0 0,0 1 0,-1 0 0,1 0 0,-1 1 0,0-1 0,0 1 0,0 0 0,0 1 0,0-1 0,7 8 0,-9-9 0,-1 1 0,0 1 0,1-1 0,-1 0 0,-1 0 0,1 1 0,0-1 0,-1 1 0,1-1 0,-1 1 0,0 0 0,-1-1 0,1 1 0,0 0 0,-1 0 0,0 0 0,0 0 0,0-1 0,-1 1 0,1 0 0,-1 0 0,0 0 0,-1 4 0,-1 1 0,-1 0 0,0 1 0,-1-2 0,0 1 0,0 0 0,-1-1 0,0 0 0,0-1 0,-15 15 0,-3-2 0,-48 32 0,15-12 0,56-40 0,1 1 0,-1-1 0,1 0 0,-1 0 0,1 0 0,0 1 0,-1-1 0,1 0 0,-1 1 0,1-1 0,0 0 0,-1 1 0,1-1 0,0 0 0,0 1 0,-1-1 0,1 1 0,0-1 0,0 1 0,0-1 0,-1 0 0,1 1 0,0-1 0,0 1 0,0-1 0,0 1 0,0-1 0,0 1 0,12 3 0,31-8 0,-36 3 0,15-1 0,0 1 0,0 1 0,-1 1 0,39 6 0,-51-5 0,0 0 0,-1 0 0,1 1 0,0 0 0,-1 0 0,0 1 0,1 0 0,-1 1 0,-1 0 0,1 0 0,-1 1 0,0 0 0,12 13 0,-16-16 0,-1 0 0,1 0 0,-1 0 0,0 0 0,0 0 0,-1 1 0,1-1 0,-1 1 0,1-1 0,-1 1 0,0 0 0,-1 0 0,1-1 0,0 1 0,-1 0 0,0 0 0,0 0 0,0-1 0,-1 1 0,1 0 0,-1 0 0,0 0 0,0-1 0,0 1 0,0-1 0,-1 1 0,0-1 0,1 1 0,-1-1 0,0 0 0,-1 0 0,-3 5 0,-1-1 0,0 0 0,-1 0 0,1-1 0,-2 0 0,1 0 0,-1 0 0,0-1 0,0-1 0,0 0 0,0 0 0,-13 3 0,-1-1 0,-1-1 0,0-1 0,0-1 0,-28-1 0,41-1 0,0-2 0,0 0 0,0 0 0,0-1 0,0 0 0,0-1 0,0 0 0,0-1 0,1 0 0,0 0 0,-12-8 0,2-5-1365,5-1-5461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39.9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40 82 24575,'-27'9'0,"15"-6"0,26-1 0,70-5 0,145-23 0,-190 20 0,-29 5 0,23-5 0,-32 6 0,1-1 0,0 1 0,0-1 0,-1 1 0,1-1 0,0 0 0,-1 0 0,1 1 0,-1-1 0,1 0 0,-1-1 0,0 1 0,3-3 0,-4 4 0,0-1 0,0 1 0,0-1 0,0 1 0,0-1 0,-1 1 0,1-1 0,0 1 0,0-1 0,-1 1 0,1-1 0,0 1 0,-1-1 0,1 1 0,-1-1 0,1 1 0,0 0 0,-1-1 0,1 1 0,-1 0 0,1-1 0,-1 1 0,1 0 0,-1 0 0,1-1 0,-1 1 0,1 0 0,-1 0 0,0 0 0,1 0 0,-1 0 0,1 0 0,-2 0 0,-21-6 0,-23-3 0,-93-4 0,137 13 0,1-1 0,-1 1 0,0 0 0,1 0 0,-1 1 0,1-1 0,-1 0 0,1 0 0,-1 1 0,1-1 0,-1 1 0,1-1 0,-1 1 0,1 0 0,-1 0 0,1-1 0,0 1 0,0 0 0,-1 0 0,1 0 0,0 0 0,0 1 0,0-1 0,0 0 0,0 0 0,0 1 0,0-1 0,1 0 0,-1 1 0,0-1 0,1 1 0,-1-1 0,1 1 0,0-1 0,-1 1 0,1-1 0,0 1 0,0 2 0,0 5 0,1 1 0,0 0 0,1 0 0,0-1 0,4 12 0,-1-1 0,10 46-341,-3 2 0,-3 0-1,0 101 1,-9-151-6485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40.5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50 197 24575,'-10'35'0,"-4"52"0,5 1 0,1 96 0,3-340 0,1-52 0,5 192 0,0-1 0,1 1 0,1-1 0,1 1 0,0 0 0,1 0 0,12-27 0,-15 38 0,1 1 0,0-1 0,0 1 0,0 0 0,0 0 0,0 0 0,1 0 0,0 0 0,0 1 0,0 0 0,0 0 0,0 0 0,1 0 0,0 0 0,-1 1 0,1 0 0,0 0 0,0 0 0,0 1 0,0 0 0,0 0 0,0 0 0,1 0 0,-1 1 0,0 0 0,0 0 0,0 0 0,7 2 0,-2 0 0,-1 0 0,0 1 0,0 0 0,0 0 0,0 1 0,-1 0 0,0 1 0,1 0 0,-2 0 0,1 1 0,-1 0 0,1 0 0,9 12 0,-14-15 0,-1 0 0,1 0 0,-1 0 0,0 0 0,0 0 0,0 1 0,0-1 0,-1 1 0,1-1 0,-1 1 0,0 0 0,0-1 0,0 1 0,-1 0 0,1 0 0,-1 0 0,0 0 0,0 0 0,0-1 0,0 1 0,-1 0 0,0 0 0,0 0 0,0 0 0,0-1 0,0 1 0,-1-1 0,0 1 0,1-1 0,-1 1 0,-1-1 0,1 0 0,0 0 0,-1 0 0,-3 3 0,-2 2 0,-1-1 0,0 0 0,0-1 0,0 0 0,-1 0 0,0-1 0,0 0 0,-19 5 0,15-5 0,-1-1 0,1-1 0,-1-1 0,0 0 0,0-1 0,-15 0 0,29-1 16,-1 0-1,1 0 1,-1 0-1,1-1 1,0 1-1,-1 0 1,1 0-1,-1-1 1,1 1-1,0-1 1,-1 1-1,1-1 1,0 0-1,0 0 1,-1 1-1,1-1 1,0 0 0,0 0-1,0 0 1,0 0-1,-1-2 1,2 3-64,0-1 1,0 0-1,0 0 1,0 0 0,0 0-1,0 1 1,0-1-1,0 0 1,0 0 0,0 0-1,1 0 1,-1 1-1,0-1 1,1 0-1,-1 0 1,0 1 0,1-1-1,-1 0 1,1 0-1,0 1 1,-1-1 0,1 1-1,-1-1 1,1 1-1,0-1 1,-1 1 0,1-1-1,0 1 1,0-1-1,-1 1 1,1 0 0,0-1-1,0 1 1,0 0-1,1-1 1,9-3-6779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16.6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67 0 24575,'-36'583'269,"9"-234"-1903,24-295-5192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16.9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77 24575,'0'0'0,"1"-1"0,-1 1 0,0-1 0,1 1 0,-1-1 0,1 1 0,-1-1 0,1 1 0,-1-1 0,1 1 0,-1 0 0,1-1 0,-1 1 0,1 0 0,-1 0 0,1-1 0,-1 1 0,1 0 0,0 0 0,-1 0 0,1 0 0,0-1 0,19-3 0,-16 4 0,80-12 0,149-2 0,-141 11 0,660-9 11,162-8-1960,-857 17-4304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17.5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 94 24575,'-4'-2'0,"8"-1"0,12-3 0,271 1 0,-169 7 0,139-2-102,542-4-962,-4-49 299,-787 53 778,116-19 212,-114 16 240,-17 3 95,-17 7 108,19-4-668,-1 1 0,1 0 0,0 0 0,0 0 0,0 1 0,0 0 0,1 0 0,0 0 0,0 1 0,0-1 0,1 1 0,-1 0 0,1 0 0,1 0 0,-1 0 0,1 1 0,-2 9 0,-1 10 0,1 0 0,1 1 0,1 27 0,1-41 0,2 593 0,10-452-1365,-6-118-5461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18.2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363 117 24575,'-1'-5'0,"1"0"0,-1 0 0,0 0 0,0 1 0,0-1 0,0 1 0,-1-1 0,0 1 0,0-1 0,0 1 0,-1 0 0,1 0 0,-1 0 0,0 0 0,0 0 0,-1 1 0,1-1 0,-1 1 0,1 0 0,-1 0 0,0 1 0,0-1 0,-1 1 0,1-1 0,0 1 0,-7-2 0,2 1 0,1 1 0,0-1 0,0 1 0,-1 1 0,1 0 0,-1 0 0,0 0 0,1 1 0,-1 1 0,1-1 0,-1 1 0,1 1 0,-1 0 0,-8 2 0,6 1 0,1 0 0,0 0 0,0 1 0,1 0 0,-1 0 0,1 1 0,0 1 0,1-1 0,0 2 0,0-1 0,1 1 0,-10 14 0,14-18 0,0 0 0,0 0 0,1 0 0,0 0 0,0 1 0,0-1 0,0 1 0,1-1 0,0 1 0,0 0 0,1-1 0,-1 1 0,1 0 0,0-1 0,1 1 0,0 0 0,0-1 0,0 1 0,0-1 0,1 1 0,0-1 0,0 1 0,0-1 0,1 0 0,0 0 0,5 7 0,-1-2 0,1-1 0,1 0 0,0-1 0,0 1 0,1-2 0,-1 1 0,13 5 0,78 37 0,-72-38 0,-1 1 0,39 25 0,-64-36 0,1-1 0,-1 1 0,0-1 0,0 1 0,0 0 0,-1-1 0,1 1 0,0 0 0,-1 0 0,1 0 0,-1 1 0,0-1 0,0 0 0,0 0 0,0 1 0,1 3 0,-2-5 0,0 1 0,0 0 0,0-1 0,-1 1 0,1 0 0,-1-1 0,1 1 0,-1-1 0,0 1 0,1-1 0,-1 1 0,0-1 0,0 1 0,0-1 0,0 0 0,0 1 0,0-1 0,-1 0 0,1 0 0,0 0 0,-1 0 0,1 0 0,0 0 0,-1-1 0,-2 2 0,-9 5 38,0-1 0,-1-1 0,1 0 0,-1-1 0,0-1 0,-1 0 0,1-1 0,-18 1 0,1-2-607,-1-1 0,-53-8 0,49 3-6257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18.5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288 47 24575,'0'-2'0,"1"0"0,-1 0 0,0 1 0,-1-1 0,1 0 0,0 0 0,0 1 0,-1-1 0,1 0 0,-1 0 0,1 1 0,-1-1 0,0 1 0,0-1 0,0 1 0,0-1 0,0 1 0,0-1 0,0 1 0,0 0 0,-1-1 0,1 1 0,0 0 0,-1 0 0,1 0 0,-1 0 0,1 0 0,-1 1 0,1-1 0,-1 0 0,0 1 0,1-1 0,-1 1 0,0-1 0,0 1 0,1 0 0,-1 0 0,0 0 0,0 0 0,1 0 0,-4 0 0,-2 1 0,-1 1 0,1-1 0,-1 1 0,1 0 0,0 1 0,0 0 0,0 0 0,-9 5 0,2 1 0,0 1 0,1 1 0,0 0 0,1 1 0,0 0 0,1 1 0,0 0 0,1 1 0,0 0 0,-13 27 0,19-33 0,1 1 0,-1 0 0,2 0 0,-1 0 0,1 0 0,0 1 0,1-1 0,0 1 0,1 10 0,0-13 0,1 0 0,0-1 0,1 1 0,-1-1 0,1 1 0,1-1 0,-1 0 0,1 0 0,0 0 0,0 0 0,1 0 0,-1-1 0,1 1 0,6 4 0,-5-4-170,1-1-1,-1 0 0,1 0 1,1-1-1,-1 0 0,1 0 1,8 3-1,15 5-6655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18.8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288 48 24575,'1'-2'0,"-1"0"0,0 0 0,-1 0 0,1 0 0,0 0 0,0 0 0,-1 0 0,1 0 0,-1 0 0,0 0 0,0 0 0,1 1 0,-1-1 0,0 0 0,0 1 0,-1-1 0,1 0 0,0 1 0,-3-3 0,2 3 0,0 0 0,0 0 0,0 0 0,-1 0 0,1 0 0,0 1 0,0-1 0,-1 1 0,1-1 0,0 1 0,-1 0 0,1 0 0,0 0 0,-1 0 0,1 0 0,-5 2 0,-5 0 0,-1 2 0,1 0 0,0 0 0,0 1 0,0 0 0,1 1 0,0 1 0,0 0 0,0 0 0,1 1 0,0 0 0,1 1 0,0 0 0,-8 10 0,10-11 0,1 1 0,0-1 0,1 1 0,0 0 0,0 1 0,1-1 0,0 1 0,0 0 0,1 0 0,1 0 0,0 0 0,0 0 0,1 1 0,0-1 0,1 0 0,0 1 0,3 18 0,-2-22 16,1 0-1,0-1 1,0 1-1,1 0 1,0-1-1,0 1 1,0-1-1,1 0 1,0 0-1,0-1 1,1 1-1,0-1 1,0 0-1,0 0 1,0 0-1,1-1 1,0 0 0,-1 0-1,2 0 1,-1-1-1,10 4 1,0-1-230,0-1 1,0 0 0,1-1-1,-1-1 1,1 0 0,0-2-1,30 0 1,6-4-6613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19.5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50 1 24575,'-1'23'0,"-1"-1"0,-2 1 0,-6 26 0,-4 19 0,4 19 0,4 1 0,4 0 0,3 1 0,16 101 0,10 14-1365,-20-150-5461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19.9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 62 24575,'0'-61'0,"-11"107"0,0-7 0,5-12-273,2 0 0,1 1 0,1-1 0,3 39 0,2-35-6553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20.6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 0 24575,'-3'0'0,"2"3"0,2 2 0,-1 3 0,3 5 0,1 3 0,-1 2 0,0 6 0,-2 3 0,1 5 0,-4 0 0,-1 2 0,-2 3 0,-1-1 0,2-7-8191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21.0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24575,'0'2'0,"0"4"0,0 2 0,0 3 0,0 1 0,0 4 0,0 3 0,0 4 0,0 1 0,0 5 0,0 2 0,0 2 0,0 2 0,0 1 0,0-2 0,0-2 0,0-7-8191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21.3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24575,'6'114'0,"1"-9"0,-7-33 206,5 108-1777,-2-153-5255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22.1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24575,'0'2'0,"0"-1"0,0 0 0,1 0 0,-1 0 0,0 0 0,1 1 0,-1-1 0,1 0 0,-1 0 0,1 0 0,-1 0 0,1 0 0,0 0 0,-1 0 0,1 0 0,0-1 0,0 1 0,0 0 0,0 0 0,0-1 0,0 1 0,0 0 0,0-1 0,0 1 0,0-1 0,0 1 0,0-1 0,0 0 0,1 1 0,-1-1 0,1 0 0,7 1 0,-1 0 0,1 0 0,11-1 0,-9 0 0,396 0 193,-214-1-1751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22.5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 13 24575,'0'-1'0,"0"1"0,0-1 0,0 1 0,0-1 0,0 1 0,0-1 0,0 1 0,0-1 0,0 1 0,0 0 0,0-1 0,0 1 0,0-1 0,-1 1 0,1 0 0,0-1 0,0 1 0,-1-1 0,1 1 0,0 0 0,0-1 0,-1 1 0,1 0 0,0-1 0,-1 1 0,1 0 0,-1 0 0,1-1 0,0 1 0,-1 0 0,1 0 0,-1 0 0,1 0 0,0-1 0,-1 1 0,1 0 0,-1 0 0,1 0 0,-1 0 0,1 0 0,-1 0 0,1 0 0,-1 0 0,1 0 0,-1 1 0,0-1 0,0 0 0,0 0 0,0 1 0,0-1 0,0 1 0,0-1 0,0 1 0,0 0 0,0-1 0,0 1 0,0 0 0,0-1 0,0 1 0,1 0 0,-1 0 0,0 0 0,-1 2 0,0 4 0,-1 0 0,1 0 0,0 1 0,1-1 0,-1 1 0,2 0 0,-1 7 0,3 59 0,-1-60 0,-1-9 0,1 1 0,0-1 0,0 0 0,1 1 0,0-1 0,0 0 0,0 0 0,0 0 0,1 0 0,0 0 0,0 0 0,0-1 0,0 1 0,1-1 0,0 0 0,0 0 0,0 0 0,0-1 0,1 1 0,7 3 0,-8-5 0,-1 0 0,1 0 0,0-1 0,-1 1 0,1-1 0,0 0 0,0 0 0,0-1 0,0 1 0,0-1 0,0 0 0,0 0 0,0 0 0,0 0 0,0-1 0,0 0 0,0 1 0,0-2 0,0 1 0,0 0 0,-1-1 0,1 1 0,0-1 0,-1 0 0,0-1 0,1 1 0,-1 0 0,0-1 0,3-3 0,-2 2 14,0 0 1,-1 0-1,0-1 0,1 1 0,-1-1 1,-1 1-1,1-1 0,-1 0 0,0 0 0,0-1 1,0 1-1,-1 0 0,0 0 0,0-1 1,0 1-1,-1-1 0,0 1 0,0-1 0,0 1 1,0-1-1,-1 1 0,0 0 0,-3-9 1,2 7-110,-1 0 0,0 1 0,0-1 0,0 1 1,-1 0-1,0 0 0,0 0 0,-1 1 0,1-1 0,-1 1 1,0 0-1,-1 0 0,1 1 0,-1 0 0,0 0 1,0 0-1,-10-4 0,-6-1-6731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23.3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37 24575,'682'0'0,"-669"-1"0,0 0 0,16-4 0,23-2 0,-41 6-195,1-1 0,-1 0 0,0 0 0,0-1 0,0 0 0,11-6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28.9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99 1 24575,'-1'0'0,"-1"0"0,1 1 0,-1-1 0,1 1 0,0 0 0,-1-1 0,1 1 0,0 0 0,0 0 0,-1 0 0,1 0 0,0 0 0,0 0 0,0 0 0,0 0 0,0 0 0,1 0 0,-2 3 0,-14 24 0,10-13 0,1 0 0,0 1 0,1-1 0,1 1 0,0 0 0,0 17 0,1 101 0,2-101 0,14 356 0,1 44 0,-37 0 0,9-342 0,-7 64 0,19-126 0,0-1 0,1 0 0,7 41 0,-5-62 0,-1 0 0,2 0 0,-1 0 0,1 0 0,0-1 0,0 1 0,8 10 0,-5-8 0,-6-8 0,1-1 0,-1 1 0,1 0 0,-1 0 0,0 0 0,1 0 0,-1-1 0,0 1 0,0 0 0,1 0 0,-1 0 0,0 0 0,0 0 0,0 0 0,0 0 0,0 0 0,0 0 0,0-1 0,0 1 0,-1 0 0,1 0 0,0 0 0,-1 0 0,1 0 0,0 0 0,-1-1 0,1 1 0,-1 0 0,1 0 0,-1-1 0,1 1 0,-1 0 0,-1 0 0,-1 4 0,6-4 0,0 0 0,0 0 0,1 0 0,-1-1 0,0 0 0,0 1 0,1-1 0,3-1 0,476-14-358,-180 2-5,1286-11-1870,-1446 23 2198,1709 17-3212,-1604-8 3529,161 4 4380,-375-12-5565,-11-2-5093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30.4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41 24575,'538'-12'-551,"-119"0"174,2168-5-1235,-2346 17 1592,1112 13 217,-1271-11 2164,-132-9-2358,40 5-3,-1 0 0,0 0-1,-15 1 1,26 1 0,-1 0 0,1 0 0,0 1 0,-1-1 0,1 0 0,0 0 0,-1 1 0,1-1 0,0 0 0,0 0 0,-1 1 0,1-1 0,0 0 0,0 1 0,-1-1 0,1 0 0,0 1 0,0-1 0,0 0 0,0 1 0,-1-1 0,1 0 0,0 1 0,0-1 0,0 1 0,0-1 0,0 0 0,0 1 0,0-1 0,0 1 0,0-1 0,0 0 0,0 1 0,1-1 0,-1 1 0,0-1 0,0 0 0,0 1 0,0-1 0,1 0 0,-1 1 0,0-1 0,1 1 0,10 25 0,-5-15 0,-3 0 0,0 0 0,-1 1 0,0-1 0,-1 1 0,0 19 0,-8 62 0,1-25 0,-78 1075 0,78-1088 0,-55 586 0,58-576 0,3 0 0,11 95 0,-8-133-682,-2 46-1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51.0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120 0 24575,'0'3'0,"0"2"0,-2 3 0,-3 3 0,-4 4 0,1 4 0,-1 1 0,-2 4 0,-1 2 0,0 2 0,1 1 0,1 0 0,1-1 0,3-2 0,0-4 0,1-3 0,1-4-8191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51.4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 4 24575,'0'-3'0,"0"2"0,0 4 0,0 3 0,2 5 0,1 3 0,2 4 0,1 4 0,-2 4 0,0 3 0,-2 1 0,-3 3 0,-2 0 0,-2-2 0,-3 0 0,-2-4 0,-2-2 0,1-4-8191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51.6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49 24575,'0'-2'0,"0"-3"0,0-4 0,3 1 0,2 1 0,4 2 0,1 2 0,5 1 0,4 1 0,3 1 0,5 0 0,3 0 0,2 1 0,2-3 0,-2-1 0,-5 0-8191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51.8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 98 24575,'-4'-5'0,"-5"-3"0,0-3 0,2-2 0,3-1 0,8-1 0,8 3 0,6 3 0,5 3 0,5 3 0,5 1 0,4 2 0,2 0 0,2 3 0,-6 1-8191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52.2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 0 24575,'-2'2'0,"0"-1"0,1 0 0,-1 0 0,0 0 0,0 0 0,0 0 0,0-1 0,0 1 0,1 0 0,-1-1 0,-4 1 0,-2 1 0,43 29 0,-31-26 0,-1 0 0,0 0 0,0 0 0,0 1 0,-1-1 0,0 1 0,0 0 0,0 0 0,-1 0 0,2 10 0,-2-11 0,-1-1 0,1 1 0,-1 0 0,0 0 0,-1 0 0,1 0 0,-1 0 0,0 0 0,0-1 0,0 1 0,-1 0 0,0-1 0,-3 9 0,4-13 0,1 1 0,0-1 0,0 1 0,-1-1 0,1 1 0,-1-1 0,1 1 0,0-1 0,-1 1 0,1-1 0,-1 1 0,1-1 0,-1 0 0,1 1 0,-1-1 0,1 0 0,-1 1 0,0-1 0,1 0 0,-1 0 0,1 1 0,-1-1 0,0 0 0,1 0 0,-1 0 0,0 0 0,1 0 0,-1 0 0,1 0 0,-1 0 0,0 0 0,0-1 0,0 1 0,1-1 0,-1 1 0,1-1 0,-1 1 0,1-1 0,-1 0 0,1 1 0,0-1 0,-1 0 0,1 1 0,0-1 0,0 0 0,0 1 0,-1-1 0,1 0 0,0 0 0,0 1 0,0-1 0,0 0 0,0 1 0,0-1 0,0 0 0,1 0 0,-1 1 0,0-1 0,0 0 0,0 0 0,1 0 0,3-11 0,1 0 0,1 1 0,-1 0 0,2 0 0,14-20 0,-16 25 0,0 0 0,0 0 0,0 1 0,1-1 0,0 1 0,0 1 0,0-1 0,0 1 0,1 0 0,14-6 0,-20 9 8,1 1 0,-1 0 0,1-1-1,-1 1 1,1 0 0,0 0 0,-1-1-1,1 1 1,-1 0 0,1 1 0,0-1-1,-1 0 1,1 0 0,-1 1 0,1-1-1,-1 1 1,1-1 0,-1 1 0,1 0-1,-1 0 1,2 1 0,0 0 7,-1 0 1,0 0-1,0 0 1,0 1-1,-1-1 1,1 1 0,0 0-1,-1-1 1,0 1-1,2 4 1,1 6-358,-1-1 1,-1 0 0,0 1-1,1 16 1,-2-9-6485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52.4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25 24575,'16'-23'0,"-16"23"0,0 0 0,0 0 0,0-1 0,0 1 0,1 0 0,-1 0 0,0 0 0,0 0 0,0 0 0,0 0 0,1 0 0,-1 0 0,0 0 0,0 0 0,0 0 0,0 0 0,1 0 0,-1 0 0,0 0 0,0 0 0,0 0 0,1 0 0,-1 0 0,0 0 0,0 0 0,0 0 0,0 0 0,1 0 0,-1 0 0,0 0 0,0 0 0,0 0 0,0 1 0,0-1 0,1 0 0,-1 0 0,0 0 0,0 0 0,0 0 0,0 1 0,4 15 0,-1 214 174,-5-123-1713,2-89-5287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52.6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26 24575,'0'-2'0,"-2"-1"0,-1-2 0,2-1 0,4 2 0,4 0 0,3 2 0,2 3 0,3 2 0,4 0 0,4-1 0,-3 0-8191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52.8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 1 24575,'-3'0'0,"-2"0"0,-3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53.2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240 164 24575,'1'-20'0,"-1"7"0,0 0 0,0 0 0,-1 0 0,-1 0 0,-4-20 0,5 30 0,0 1 0,0-1 0,0 1 0,0-1 0,-1 1 0,1 0 0,-1-1 0,1 1 0,-1 0 0,0 0 0,0 0 0,0 0 0,0 0 0,0 1 0,-1-1 0,1 1 0,0-1 0,-1 1 0,1 0 0,-1 0 0,1 0 0,-1 0 0,0 0 0,1 1 0,-1-1 0,0 1 0,1-1 0,-1 1 0,0 0 0,0 0 0,1 1 0,-5 0 0,2-1 0,0 1 0,1 0 0,-1 0 0,1 0 0,-1 1 0,1-1 0,0 1 0,-1 0 0,1 1 0,0-1 0,0 1 0,1-1 0,-1 1 0,0 0 0,1 1 0,0-1 0,0 0 0,0 1 0,0 0 0,0 0 0,1 0 0,0 0 0,-1 0 0,2 0 0,-1 1 0,0-1 0,1 1 0,-1 5 0,0-2 0,1-1 0,0 1 0,1-1 0,0 0 0,0 1 0,1-1 0,0 1 0,0-1 0,0 0 0,1 0 0,0 1 0,1-1 0,-1 0 0,2-1 0,-1 1 0,1-1 0,5 8 0,2-1 0,0-1 0,2-1 0,-1 0 0,1-1 0,20 12 0,-16-11 0,-1 0 0,-1 1 0,17 17 0,-31-28 0,0 0 0,0 0 0,0 0 0,0 0 0,0 0 0,0 0 0,0 1 0,-1-1 0,1 0 0,-1 1 0,1-1 0,-1 0 0,1 1 0,-1-1 0,0 0 0,1 1 0,-1-1 0,0 1 0,0-1 0,0 1 0,0-1 0,-1 0 0,1 1 0,0-1 0,0 1 0,-1-1 0,1 0 0,-1 1 0,1-1 0,-1 0 0,0 1 0,0-1 0,1 0 0,-1 0 0,0 0 0,0 0 0,0 0 0,0 0 0,0 0 0,0 0 0,-1 0 0,1 0 0,0 0 0,-2 0 0,-5 4 0,0-1 0,0 1 0,-1-2 0,1 1 0,-16 3 0,13-4 57,-1-1 0,1 0 0,-1-1 0,0 0 0,-22-2 0,27 1-200,1-1 1,-1 0 0,1-1 0,-1 0-1,1 0 1,0 0 0,-1 0 0,1-1 0,1 0-1,-1-1 1,-10-6 0,4-2-6684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53.6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 0 24575,'-1'1'0,"1"-1"0,-1 0 0,1 0 0,-1 1 0,1-1 0,-1 0 0,1 1 0,-1-1 0,1 0 0,-1 1 0,1-1 0,-1 0 0,1 1 0,0-1 0,-1 1 0,1-1 0,0 1 0,-1-1 0,1 1 0,0-1 0,0 1 0,-1 0 0,1-1 0,0 1 0,0 0 0,-5 20 0,4-14 0,-2 8 0,0-1 0,1 1 0,1-1 0,0 1 0,2 21 0,-1-31 0,1-1 0,-1 1 0,1-1 0,0 1 0,0 0 0,0-1 0,1 0 0,0 1 0,-1-1 0,2 0 0,-1 0 0,0 0 0,1 0 0,0 0 0,0 0 0,0-1 0,0 0 0,0 1 0,1-1 0,0 0 0,4 2 0,-6-4 0,1 1 0,-1-1 0,1 0 0,-1-1 0,1 1 0,0 0 0,-1-1 0,1 0 0,0 1 0,-1-1 0,1 0 0,0 0 0,-1-1 0,1 1 0,0-1 0,-1 1 0,5-2 0,-3 0 0,1 0 0,-1 0 0,-1-1 0,1 1 0,0-1 0,-1 0 0,1 0 0,-1 0 0,6-7 0,-4 4 0,0-1 0,0-1 0,-1 1 0,0 0 0,0-1 0,-1 0 0,0 0 0,0 0 0,-1 0 0,2-16 0,-3 16 57,-2 1 0,1 0 0,-1-1 0,0 1 0,-3-11 0,4 16-129,-1 0 1,1 0 0,-1 0 0,0 0 0,1 0 0,-1 0 0,0 0 0,0 1 0,0-1-1,0 0 1,-1 0 0,1 1 0,0-1 0,-1 1 0,1-1 0,-1 1 0,1 0 0,-1 0 0,0-1-1,0 1 1,1 0 0,-1 0 0,-4-1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53.8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17 24575,'0'-2'0,"0"-3"0,-3-1 0,0 3 0,0 4 0,1 5 0,0 5 0,1 6 0,0 2 0,1 3 0,0 2 0,0-1 0,0-2 0,0-2 0,1-2 0,-1-4-8191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54.0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 51 24575,'-3'-5'0,"0"-3"0,1-4 0,-3-1 0,0 4 0,1 5 0,1 6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54.2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41 4 24575,'0'-3'0,"0"2"0,0 4 0,0 3 0,-3 5 0,0 6 0,0 6 0,-2 11 0,1 5 0,0 0 0,-2-2 0,1-3 0,2-4 0,0-4 0,1-5-8191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54.6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0 163 24575,'0'-1'0,"1"-1"0,-1 1 0,0 0 0,1 0 0,-1-1 0,1 1 0,-1 0 0,1 0 0,-1 0 0,1 0 0,0 0 0,0 0 0,0 0 0,-1 0 0,1 0 0,0 0 0,0 0 0,0 0 0,0 0 0,0 1 0,1-1 0,-1 0 0,0 1 0,0-1 0,0 1 0,1 0 0,-1-1 0,0 1 0,0 0 0,1 0 0,1-1 0,8 0 0,0 0 0,20 2 0,-18-1 0,42 0 0,19 0 0,92-10 0,-162 9 0,1 1 0,-1-1 0,0 0 0,0-1 0,1 1 0,-1-1 0,0 0 0,0 0 0,0 0 0,-1 0 0,1-1 0,0 0 0,-1 1 0,4-5 0,-5 5 0,-1 0 0,0 0 0,0 0 0,1 0 0,-1 0 0,0 0 0,-1 0 0,1-1 0,0 1 0,-1 0 0,1 0 0,-1-1 0,0 1 0,1 0 0,-1-1 0,0 1 0,-1 0 0,1 0 0,0-1 0,-1 1 0,1 0 0,-1-1 0,0 1 0,1 0 0,-1 0 0,0 0 0,-1 0 0,-1-3 0,2 3 0,0 0 0,0 0 0,0 0 0,-1 1 0,1-1 0,-1 1 0,1-1 0,-1 1 0,1-1 0,-1 1 0,0 0 0,0-1 0,0 1 0,0 0 0,0 0 0,0 1 0,0-1 0,0 0 0,0 1 0,0-1 0,0 1 0,0 0 0,-1-1 0,1 1 0,0 0 0,0 1 0,0-1 0,0 0 0,-1 0 0,1 1 0,0 0 0,0-1 0,-4 3 0,1-1 0,0 1 0,-1 0 0,1 0 0,0 1 0,0-1 0,1 1 0,-1 0 0,1 1 0,0-1 0,0 1 0,-4 5 0,2 0 27,0 1-1,1-1 0,0 1 0,1 0 1,0 0-1,0 1 0,2-1 0,-1 1 1,1-1-1,1 1 0,0 0 0,1 21 1,1-27-96,-1 1 1,1-1 0,1 1 0,-1-1-1,1 0 1,0 1 0,0-1-1,1 0 1,0-1 0,0 1 0,0 0-1,1-1 1,-1 0 0,2 1 0,-1-2-1,0 1 1,1 0 0,0-1 0,0 0-1,0 0 1,0 0 0,1-1-1,0 0 1,7 4 0,18 3-6758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55.2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25 24575,'0'-3'0,"0"-2"0,0-4 0,0 3 0,0 5 0,0 6 0,3 8 0,0 6 0,0 4 0,-1 6 0,0 4 0,-1 1 0,-1 3 0,1-4 0,-1-2 0,0-5 0,-1-6-8191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55.4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 21 24575,'0'-2'0,"0"-3"0,-2-2 0,-2 2 0,1 3 0,1 5 0,3 1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55.8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 85 24575,'-3'5'0,"-1"-1"0,1 1 0,0 0 0,1 0 0,-1 0 0,1 0 0,0 0 0,0 1 0,0-1 0,1 1 0,0 0 0,0-1 0,0 1 0,1 0 0,0-1 0,0 7 0,2 16 0,1-1 0,7 29 0,-6-34 0,13 55 0,6 50 0,-27-167 0,-6-80 0,8 70 0,0-11 0,8-81 0,-6 136 0,1 1 0,0 0 0,0 0 0,0 0 0,1-1 0,0 1 0,0 0 0,0 1 0,0-1 0,1 0 0,0 1 0,0-1 0,5-5 0,-4 7 0,0 0 0,0 0 0,0 0 0,0 0 0,0 1 0,1 0 0,-1 0 0,1 0 0,-1 1 0,1-1 0,0 1 0,0 0 0,0 1 0,9-1 0,0 0 0,0 1 0,-1 1 0,1 0 0,0 1 0,26 8 0,-32-8 0,0 1 0,0 0 0,0 0 0,0 1 0,-1 0 0,1 1 0,-1-1 0,0 2 0,-1-1 0,12 12 0,-16-15-151,0 1-1,0 0 0,-1-1 0,1 1 1,-1 0-1,1 0 0,-1 0 1,1 5-1,1 7-6674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56.0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 1 24575,'-2'2'0,"-3"3"0,-1 4 0,3-1 0,7 1 0,4-1 0,7-1 0,6-3 0,8-2 0,5-3 0,4-1 0,2-4 0,-5 0-8191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56.2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24575,'0'388'-1365,"0"-369"-5461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56.6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65 15 24575,'-3'0'0,"1"0"0,0 0 0,-1 0 0,1 0 0,0 1 0,-1-1 0,1 1 0,0 0 0,0 0 0,0 0 0,-1 0 0,1 0 0,0 0 0,0 0 0,0 1 0,1-1 0,-1 1 0,0 0 0,-1 1 0,0 1 0,1-1 0,0 1 0,0-1 0,0 1 0,1 0 0,-1 0 0,1 0 0,0 0 0,0 0 0,-1 5 0,1 2 0,0 0 0,1 1 0,0-1 0,1 0 0,0 1 0,1-1 0,4 14 0,-4-18 0,0 0 0,1 0 0,0 0 0,0-1 0,1 1 0,0-1 0,0 0 0,0 0 0,1 0 0,10 10 0,-13-14 0,1 0 0,-1 0 0,1 0 0,0-1 0,0 1 0,0-1 0,0 0 0,0 0 0,0 0 0,0 0 0,0 0 0,0-1 0,1 1 0,-1-1 0,0 0 0,0 0 0,1 0 0,-1 0 0,0-1 0,0 1 0,0-1 0,1 0 0,-1 0 0,0 0 0,0 0 0,0 0 0,3-3 0,0 1 0,0-2 0,0 1 0,0-1 0,-1 0 0,0 0 0,0 0 0,0-1 0,0 0 0,-1 1 0,0-2 0,0 1 0,0-1 0,-1 1 0,0-1 0,-1 0 0,1 0 0,2-14 0,-4 15 0,0 0 0,0 0 0,-1-1 0,1 1 0,-1 0 0,0 0 0,-1-1 0,0 1 0,0 0 0,0 0 0,-1 0 0,0 0 0,0 0 0,0 0 0,-1 1 0,0-1 0,0 1 0,0 0 0,-1-1 0,1 1 0,-8-6 0,9 9-50,-1-1-1,1 1 1,-1 1-1,0-1 0,1 0 1,-1 1-1,0-1 1,0 1-1,0 0 1,0 0-1,0 0 0,-1 1 1,1-1-1,0 1 1,0-1-1,0 1 1,-1 0-1,1 0 0,0 1 1,0-1-1,-1 1 1,1-1-1,0 1 1,0 0-1,0 0 1,-5 3-1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57.2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60 24575,'-1'52'0,"-1"-26"0,1 0 0,2 0 0,1 0 0,0-1 0,8 31 0,-9-53 0,-1-1 0,1 0 0,0 1 0,0-1 0,0 0 0,0 0 0,0 0 0,1 0 0,-1 0 0,0 0 0,1 0 0,0 0 0,-1-1 0,1 1 0,0 0 0,0-1 0,3 3 0,-3-4 0,0 0 0,-1 1 0,1-1 0,0 0 0,-1 0 0,1 0 0,0 0 0,-1 0 0,1 0 0,0-1 0,-1 1 0,1 0 0,0-1 0,-1 1 0,1-1 0,-1 0 0,1 0 0,-1 1 0,1-1 0,-1 0 0,0 0 0,1 0 0,-1-1 0,0 1 0,0 0 0,1-2 0,5-4 0,-1 0 0,0-1 0,-1 1 0,0-1 0,0 0 0,-1-1 0,5-11 0,1-8 0,6-29 0,-7 20 0,-3 29 0,-1 14 0,4 22 0,-7-23 0,3 11 0,0 3 0,2 1 0,17 37 0,-21-53 0,-1 1 0,1-1 0,0 0 0,0 0 0,0 0 0,0 0 0,1 0 0,0-1 0,-1 1 0,2-1 0,-1 0 0,0-1 0,0 1 0,1 0 0,-1-1 0,1 0 0,8 2 0,-10-3 0,-1-1 0,1 1 0,0-1 0,0 0 0,-1 0 0,1 0 0,0 0 0,0 0 0,0-1 0,-1 1 0,1-1 0,0 0 0,-1 0 0,1 0 0,0 0 0,-1 0 0,4-2 0,-3 0 0,0 0 0,1 0 0,-1 0 0,0 0 0,0 0 0,-1-1 0,1 1 0,-1-1 0,1 0 0,1-4 0,0-3 0,1 0 0,-2 0 0,1-1 0,-2 1 0,0-1 0,0 0 0,0-14 0,-2 16 0,0 0 0,-1 0 0,0 0 0,0 0 0,-1 0 0,-1 1 0,1-1 0,-1 1 0,-1-1 0,0 1 0,-6-9 0,8 14 0,0 1 0,-1-1 0,0 1 0,0 0 0,0-1 0,0 1 0,0 1 0,-1-1 0,1 0 0,-1 1 0,0 0 0,0 0 0,0 0 0,0 0 0,0 1 0,0-1 0,0 1 0,0 0 0,-1 0 0,1 1 0,0-1 0,-1 1 0,1 0 0,0 0 0,-1 1 0,1-1 0,-6 2 0,-12 4-1365,3 1-5461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57.6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331 83 24575,'0'-4'0,"-1"1"0,1 0 0,-1 0 0,0-1 0,0 1 0,0 0 0,-1 0 0,1 0 0,-1 0 0,0 0 0,0 0 0,0 1 0,0-1 0,0 1 0,0-1 0,-1 1 0,1 0 0,-1 0 0,1 0 0,-1 0 0,0 0 0,-4-1 0,2 0 0,-1 0 0,0 0 0,0 1 0,0 0 0,0 0 0,0 1 0,-1-1 0,1 1 0,0 1 0,-12-1 0,15 2 0,-1-1 0,0 1 0,0 0 0,0 1 0,0-1 0,1 1 0,-1-1 0,0 1 0,1 0 0,0 1 0,-1-1 0,1 0 0,0 1 0,0 0 0,1 0 0,-1 0 0,0 0 0,1 0 0,0 0 0,-4 8 0,4-8 0,1 0 0,-1 0 0,1 0 0,0 0 0,0 1 0,0-1 0,1 0 0,-1 1 0,1-1 0,0 0 0,-1 1 0,2-1 0,-1 1 0,0-1 0,1 0 0,-1 1 0,1-1 0,0 0 0,0 1 0,0-1 0,1 0 0,-1 0 0,1 0 0,3 5 0,4 1 0,0-1 0,0 0 0,1 0 0,0-1 0,0 0 0,18 8 0,-12-6 0,-1 0 0,17 13 0,-28-19 0,0 1 0,-1 0 0,1 0 0,0 0 0,-1 0 0,0 0 0,0 1 0,0-1 0,-1 1 0,1 0 0,2 7 0,-5-10 0,1-1 0,-1 1 0,1-1 0,-1 1 0,0-1 0,1 1 0,-1 0 0,0-1 0,0 1 0,0 0 0,0-1 0,0 1 0,-1-1 0,1 1 0,0 0 0,-1-1 0,1 1 0,-1-1 0,0 1 0,1-1 0,-1 1 0,-1 1 0,0-2 0,0 1 0,1-1 0,-1 0 0,0 0 0,0 1 0,0-1 0,0-1 0,0 1 0,0 0 0,0 0 0,0-1 0,0 1 0,-1-1 0,-2 1 0,-5-1 0,0 0 0,0-1 0,0 1 0,0-2 0,0 0 0,-10-2 0,-9-5-227,0-2-1,0 0 1,1-2-1,1-1 1,-31-20-1,45 24-6598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58.9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24575,'3'0'0,"0"0"0,0 0 0,0 1 0,0-1 0,0 1 0,0-1 0,0 1 0,0 0 0,0 0 0,0 0 0,-1 1 0,1-1 0,0 1 0,-1 0 0,1-1 0,-1 1 0,3 3 0,-2-1 0,0 0 0,0-1 0,-1 1 0,1 0 0,-1 1 0,0-1 0,0 0 0,-1 1 0,0-1 0,2 6 0,-1 9 0,0-1 0,-1 0 0,0 1 0,-4 27 0,-11 181 0,-17 160 0,8-291 0,13-56 0,9-40 0,1 1 0,0 0 0,0-1 0,0 1 0,1-1 0,-1 1 0,0-1 0,0 1 0,0-1 0,0 1 0,0 0 0,1-1 0,-1 1 0,0-1 0,0 1 0,1-1 0,-1 0 0,0 1 0,1-1 0,-1 1 0,1-1 0,-1 0 0,1 1 0,-1-1 0,0 0 0,1 1 0,-1-1 0,1 0 0,-1 1 0,1-1 0,-1 0 0,1 0 0,0 0 0,-1 0 0,1 0 0,-1 0 0,1 0 0,-1 0 0,1 0 0,0 0 0,-1 0 0,1 0 0,0 0 0,37-2 0,-23 0 0,707 25 0,-394-4 0,226 2-228,271 13-187,-382-24 1058,-487-21-2008,18 6-5461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00.0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39 24575,'0'-1'0,"1"-1"0,-1 1 0,0-1 0,1 1 0,-1 0 0,1-1 0,0 1 0,-1-1 0,1 1 0,0 0 0,0 0 0,0-1 0,0 1 0,0 0 0,0 0 0,0 0 0,0 0 0,0 0 0,1 0 0,-1 0 0,0 1 0,1-1 0,1 0 0,1-1 0,1 0 0,-1 0 0,1 1 0,-1 0 0,0 0 0,9-1 0,28 2 0,0 2 0,46 8 0,-12-1 0,1930 136-2249,-1524-124 4074,-456-23-1443,-25 2-381,0 0 0,0 0-1,0 0 1,1 0-1,-1 0 1,0 0-1,0 0 1,0 0-1,0 0 1,0 0 0,0 0-1,0 0 1,0 0-1,0 0 1,0 0-1,0-1 1,0 1 0,0 0-1,0 0 1,0 0-1,1 0 1,-1 0-1,0 0 1,0 0-1,0 0 1,0 0 0,0 0-1,0 0 1,0 0-1,0 0 1,0 0-1,0 0 1,0 0 0,0 0-1,0 0 1,0 0-1,0-1 1,0 1-1,0 0 1,0 0-1,0 0 1,0 0 0,0 0-1,0 0 1,0 0-1,0 0 1,0 0-1,0 0 1,0 0 0,0 0-1,0 0 1,0 0-1,0 0 1,0-1-1,0 1 1,0 0-1,0 0 1,0 0 0,0 0-1,0 0 1,0 0-1,0 0 1,-1 0-1,1 0 1,0 0 0,0 0-1,0 0 1,0 0-1,0 0 1,-13-2 1,11 1-2,1 1 0,-1 0 0,0 0 0,0 1 0,0-1 0,0 0 0,1 0 0,-1 1 0,0 0 0,0-1 0,1 1 0,-1 0 0,0-1 0,1 1 0,-1 0 0,1 0 0,-1 1 0,1-1 0,-1 0 0,1 0 0,0 1 0,0-1 0,0 0 0,-1 1 0,1-1 0,1 1 0,-1 0 0,0-1 0,0 1 0,1 0 0,-1 0 0,1-1 0,-1 4 0,-1 6 0,0 0 0,1 1 0,0-1 0,2 16 0,-1-12 0,-23 495 0,13-427 0,5 1 0,5 118 0,2-187 81,-1-12-52,-1 1 0,1-1 0,-1 1 0,0-1 0,0 1 0,0-1 0,-2 7 0,2-9-93,-1 1-1,0-1 1,1 0-1,-1 0 1,0 0-1,0 0 1,0 0-1,0 0 0,0 0 1,0 0-1,0 0 1,0-1-1,0 1 1,0 0-1,0-1 1,0 1-1,-1 0 0,1-1 1,0 0-1,0 1 1,-1-1-1,1 0 1,0 1-1,-1-1 1,-1 0-1,-11 1-6761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02.6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85 1 24575,'-2'0'0,"-2"7"0,-3 12 0,7-11 0,0-1 0,1 1 0,-1-1 0,1 1 0,3 9 0,3 27 0,-9 6 0,-1 0 0,-20 94 0,2-27 0,-14 357 0,35 4 0,2-205 0,-2-264-195,1 1 0,0-1 0,0 0 0,1 0 0,0 0 0,6 15 0,-4-15-6631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03.6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17 24575,'0'0'0,"0"-1"0,0 1 0,0-1 0,0 0 0,0 1 0,0-1 0,0 1 0,0-1 0,0 0 0,0 1 0,1-1 0,-1 1 0,0-1 0,0 1 0,1-1 0,-1 0 0,0 1 0,1-1 0,-1 1 0,0-1 0,1 1 0,-1 0 0,1-1 0,-1 1 0,0-1 0,1 1 0,0 0 0,-1-1 0,1 1 0,-1 0 0,1 0 0,-1-1 0,1 1 0,-1 0 0,1 0 0,0 0 0,-1 0 0,1 0 0,-1 0 0,1 0 0,0 0 0,-1 0 0,1 0 0,-1 0 0,1 0 0,0 0 0,-1 0 0,1 1 0,-1-1 0,1 0 0,-1 0 0,1 1 0,0-1 0,2 1 0,0 1 0,0-1 0,0 1 0,-1 0 0,1-1 0,-1 1 0,1 0 0,3 5 0,1 3 0,-1 0 0,0 1 0,-1 0 0,0 0 0,-1 0 0,0 0 0,-1 1 0,3 15 0,-1 9 0,1 53 0,-6-41 0,-3-1 0,-2 1 0,-2-1 0,-1 0 0,-3-1 0,-2 0 0,-29 67 0,41-110 0,0 0 0,0-1 0,0 1 0,0 0 0,0 0 0,0 0 0,1 0 0,0 0 0,-1 1 0,1-1 0,0 0 0,1 5 0,0-6 0,0-1 0,-1 0 0,1 0 0,0 1 0,0-1 0,0 0 0,0 0 0,0 0 0,0 0 0,0 0 0,1 0 0,-1 0 0,0-1 0,0 1 0,1 0 0,-1-1 0,1 1 0,-1-1 0,0 1 0,1-1 0,-1 0 0,1 1 0,-1-1 0,1 0 0,-1 0 0,1 0 0,-1 0 0,3-1 0,169-10 0,-84 3 0,1010-39-121,1 43-1668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04.6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 14 24575,'-14'-9'0,"10"6"0,19 2 0,939 14-646,-548-2 469,-277-8 161,452 7 48,-2-24-309,-336 4 1361,-252 11-1084,-52 7 0,56-7 0,1 0 0,-1 0 0,1 0 0,-1 1 0,1 0 0,0 0 0,0 0 0,0 0 0,0 1 0,-6 4 0,8-4 0,1-1 0,-1 1 0,1 0 0,-1-1 0,1 1 0,0 0 0,0 0 0,0 0 0,0 0 0,1 0 0,-1 0 0,1 0 0,0 1 0,0 4 0,5 49 0,-3-41 0,20 342 0,-21-322 0,1 13 0,20 254 0,-20-295 0,-1-1 0,0-1 0,0 1 0,-1-1 0,0 1 0,-1 11 0,1-17 0,0 0 0,-1 0 0,1 0 0,0 0 0,-1 0 0,1-1 0,0 1 0,-1 0 0,1 0 0,-1 0 0,0 0 0,1-1 0,-1 1 0,0 0 0,1-1 0,-1 1 0,0 0 0,-1 0 0,1-1 0,-1 1 0,1-1 0,0 1 0,-1-1 0,1 0 0,-1 0 0,1 0 0,-1 0 0,1 0 0,-1 0 0,1 0 0,-1 0 0,1 0 0,-1-1 0,-2 0 0,-98-44 0,62 34 0,-1 1 0,-62-6 0,-86 3 0,158 11 0,-496-17-1886,397 17-4419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05.4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258 350 24575,'0'-9'0,"0"1"0,0-1 0,-1 1 0,0-1 0,-1 1 0,-3-11 0,5 17 0,-1 0 0,-1-1 0,1 1 0,0 0 0,-1 0 0,1 0 0,-1 0 0,1 1 0,-1-1 0,0 0 0,0 1 0,0-1 0,0 1 0,0-1 0,0 1 0,0 0 0,-1 0 0,1 0 0,0 0 0,0 0 0,-1 1 0,1-1 0,-1 1 0,1-1 0,-1 1 0,-3 0 0,-1 0 0,0 1 0,0 0 0,1 0 0,-1 0 0,0 1 0,1 0 0,-1 0 0,1 1 0,-1-1 0,1 2 0,0-1 0,0 1 0,1-1 0,-10 9 0,6-4 0,0 1 0,0-1 0,1 2 0,0-1 0,1 1 0,0 0 0,-8 16 0,12-21 0,1 0 0,-1 0 0,1 1 0,1-1 0,-1 1 0,1 0 0,0-1 0,0 1 0,1 0 0,-1 0 0,2 9 0,0-13 0,-1 1 0,1-1 0,-1 1 0,1-1 0,0 0 0,0 1 0,1-1 0,-1 0 0,0 0 0,1 0 0,-1 0 0,1 0 0,0 0 0,-1 0 0,1 0 0,0-1 0,0 1 0,0-1 0,0 0 0,1 1 0,-1-1 0,0 0 0,1 0 0,-1 0 0,0 0 0,1-1 0,-1 1 0,4 0 0,1 0 0,1 0 0,-1 0 0,0-1 0,1 0 0,-1 0 0,1-1 0,-1 0 0,0 0 0,1-1 0,-1 0 0,0 0 0,0 0 0,0-1 0,0 0 0,-1-1 0,1 1 0,-1-1 0,0 0 0,0-1 0,0 0 0,-1 0 0,0 0 0,0 0 0,0-1 0,0 0 0,3-6 0,2-4 0,-1 1 0,-1-2 0,-1 1 0,0-1 0,-1 0 0,0 0 0,-2 0 0,0-1 0,2-30 0,-5-176 0,-2 417 0,1 40 0,2-202-1365,1-7-5461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05.8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20 137 24575,'30'1'0,"-6"0"0,49-5 0,-67 3 0,1 0 0,-1 0 0,0-1 0,0 0 0,0 0 0,0 0 0,0-1 0,0 0 0,0 0 0,-1 0 0,1-1 0,8-7 0,-12 10 0,-1-1 0,0 1 0,1 0 0,-1-1 0,0 1 0,0 0 0,1-1 0,-1 1 0,-1-1 0,1 0 0,0 1 0,0-1 0,0 0 0,-1 0 0,1 1 0,-1-1 0,0 0 0,1 0 0,-1 0 0,0 1 0,0-1 0,0 0 0,0 0 0,0 0 0,-1 0 0,1 1 0,0-1 0,-1 0 0,0 0 0,1 0 0,-1 1 0,0-1 0,0 0 0,0 1 0,0-1 0,0 1 0,0-1 0,0 1 0,0 0 0,-1-1 0,-2-1 0,0 0 0,-1 0 0,1 0 0,-1 0 0,0 1 0,0 0 0,0-1 0,0 2 0,0-1 0,-1 1 0,1 0 0,0 0 0,-1 0 0,-6 0 0,5 2 0,0-1 0,0 2 0,1-1 0,-1 1 0,0-1 0,1 2 0,-1-1 0,1 1 0,-1 0 0,1 0 0,0 1 0,1 0 0,-1 0 0,1 0 0,-1 1 0,1 0 0,0 0 0,1 0 0,-1 0 0,1 1 0,-6 11 0,7-12 0,0 1 0,0 0 0,1 0 0,-1 0 0,2 0 0,-1 0 0,1 1 0,-1-1 0,2 1 0,-1-1 0,1 1 0,0-1 0,0 1 0,1-1 0,0 0 0,0 1 0,0-1 0,1 0 0,0 1 0,0-1 0,1 0 0,0 0 0,5 8 0,-5-10-151,0-1-1,0 1 0,0-1 0,0 1 1,1-1-1,-1 0 0,1-1 1,7 5-1,8 3-6674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06.2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131 66 24575,'5'-5'0,"-1"-1"0,0 1 0,7-13 0,3-4 0,-14 22 0,0 0 0,1 0 0,-1 0 0,0 0 0,0-1 0,0 1 0,1 0 0,-1 0 0,0 0 0,0 0 0,0-1 0,0 1 0,1 0 0,-1 0 0,0 0 0,0-1 0,0 1 0,0 0 0,0 0 0,0-1 0,0 1 0,0 0 0,0 0 0,0-1 0,0 1 0,0 0 0,0 0 0,0-1 0,0 1 0,0 0 0,0 0 0,0-1 0,0 1 0,0 0 0,0 0 0,0 0 0,0-1 0,0 1 0,-1 0 0,1 0 0,0-1 0,0 1 0,0 0 0,-1 0 0,-13 1 0,-16 10 0,18-5 0,-1 1 0,1 0 0,1 1 0,-20 16 0,29-23 0,0 1 0,0 0 0,0 0 0,1 0 0,-1 0 0,0 0 0,1 0 0,0 0 0,-1 1 0,1-1 0,0 0 0,0 1 0,0-1 0,1 1 0,-1-1 0,1 1 0,-1-1 0,1 1 0,0 0 0,0-1 0,0 1 0,0 0 0,0-1 0,0 1 0,1-1 0,0 1 0,-1-1 0,1 1 0,0-1 0,0 1 0,0-1 0,1 0 0,1 4 0,4 2 0,0 1 0,1-1 0,0-1 0,1 1 0,0-1 0,0-1 0,0 0 0,13 7 0,-6-4 0,26 20 0,-41-28 0,0 0 0,0 0 0,1 0 0,-1 0 0,0 0 0,0 1 0,0-1 0,0 0 0,0 1 0,0-1 0,0 1 0,-1-1 0,1 1 0,-1-1 0,1 1 0,0 1 0,-1-2 0,0 0 0,0 0 0,-1 0 0,1-1 0,0 1 0,0 0 0,0 0 0,-1-1 0,1 1 0,-1 0 0,1 0 0,0-1 0,-1 1 0,1 0 0,-1-1 0,1 1 0,-1-1 0,0 1 0,1-1 0,-1 1 0,0-1 0,-1 1 0,-3 2 0,0-1 0,0 0 0,0 0 0,0-1 0,0 0 0,-1 0 0,-9 1 0,0-1-227,0 0-1,0-1 1,0-1-1,0 0 1,-24-6-1,18 0-6598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06.4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 15 24575,'0'-1'0,"0"1"0,0 0 0,0-1 0,1 1 0,-1-1 0,0 1 0,0-1 0,0 1 0,0-1 0,0 1 0,0-1 0,-1 1 0,1-1 0,0 1 0,0-1 0,0 1 0,0-1 0,-1 1 0,1-1 0,0 1 0,0 0 0,-1-1 0,1 1 0,0-1 0,-1 1 0,1 0 0,0-1 0,-1 1 0,1 0 0,0-1 0,-1 1 0,0 0 0,1 1 0,-1-1 0,1 1 0,-1-1 0,1 1 0,0 0 0,-1-1 0,1 1 0,0-1 0,0 1 0,-1 0 0,1-1 0,0 1 0,0 0 0,0-1 0,0 1 0,0 0 0,0-1 0,0 1 0,0 0 0,0-1 0,0 1 0,0 0 0,0 0 0,17 114 0,1 13 0,-14-12-1365,-4-98-5461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06.7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64 24575,'0'-2'0,"1"1"0,-1-1 0,0 0 0,1 0 0,-1 1 0,1-1 0,0 0 0,0 1 0,-1-1 0,1 1 0,0-1 0,0 1 0,0 0 0,1-1 0,-1 1 0,0 0 0,0-1 0,1 1 0,-1 0 0,1 0 0,-1 0 0,1 1 0,-1-1 0,1 0 0,0 0 0,-1 1 0,1-1 0,3 0 0,7-2 0,1 1 0,0 0 0,13 0 0,-6 0 0,23 0 0,-33 2 0,0 0 0,0-1 0,0 0 0,0-1 0,0 0 0,13-4 0,-23 5 0,1 1 0,-1 0 0,1 0 0,0 0 0,-1 0 0,1-1 0,-1 1 0,1 0 0,-1 0 0,1 0 0,-1 0 0,1 0 0,-1 0 0,1 1 0,0-1 0,-1 0 0,1 0 0,-1 0 0,1 0 0,-1 1 0,1-1 0,-1 0 0,1 0 0,-1 1 0,0-1 0,1 0 0,0 1 0,9 17 0,1 30 0,-9-36 0,33 141-1365,-31-137-5461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06.9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 24575,'0'-2'0,"0"1"0,0 3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07.3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22 24575,'1'6'0,"0"0"0,1 0 0,0 0 0,-1 0 0,2 0 0,-1-1 0,1 1 0,4 7 0,8 16 0,-9-12 0,0 0 0,-1 1 0,0 0 0,-2 0 0,0 1 0,1 32 0,-7-39 0,0-12 0,-3-22 0,6 7 0,1 0 0,0-1 0,1 1 0,1 0 0,0 0 0,1 1 0,1-1 0,0 1 0,1 0 0,1 0 0,0 1 0,0-1 0,14-16 0,-18 26 0,1 0 0,-1 0 0,0 1 0,1 0 0,0-1 0,0 1 0,0 0 0,0 1 0,0-1 0,6-2 0,-9 5 0,0-1 0,0 1 0,1 0 0,-1 0 0,0-1 0,0 1 0,0 0 0,1 0 0,-1 0 0,0 0 0,0 0 0,1 0 0,-1 1 0,0-1 0,0 0 0,0 1 0,1-1 0,0 1 0,-1 0 0,1 0 0,-1 0 0,0 1 0,0-1 0,0 0 0,0 1 0,0-1 0,0 0 0,0 1 0,0-1 0,0 1 0,0 0 0,-1-1 0,1 1 0,-1 0 0,1 2 0,3 23 18,-1 0 0,-2 0 0,0 0 0,-5 35 0,1 3-1473,3-44-5371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07.8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93 136 24575,'2'0'0,"0"-1"0,0 0 0,0 1 0,0-1 0,0 0 0,0 0 0,-1 0 0,1 0 0,0 0 0,-1 0 0,1-1 0,0 1 0,-1-1 0,1 1 0,-1-1 0,0 1 0,0-1 0,0 0 0,2-2 0,-1 0 0,1 0 0,-1-1 0,1 0 0,-1 1 0,-1-1 0,3-8 0,-4 10 0,1 0 0,-1 0 0,0 0 0,0 0 0,-1 0 0,1 0 0,-1 1 0,1-1 0,-1 0 0,0 0 0,0 1 0,0-1 0,0 0 0,-1 1 0,1-1 0,-1 1 0,1 0 0,-1-1 0,0 1 0,-2-2 0,2 3 0,1-1 0,0 1 0,-1 0 0,0 0 0,1 0 0,-1 1 0,1-1 0,-1 0 0,0 1 0,0-1 0,1 1 0,-1-1 0,0 1 0,0 0 0,0 0 0,1-1 0,-1 1 0,0 1 0,0-1 0,0 0 0,1 0 0,-1 1 0,0-1 0,0 1 0,1-1 0,-1 1 0,0 0 0,1 0 0,-1 0 0,1 0 0,-1 0 0,-1 2 0,-3 2 0,1 1 0,-1-1 0,1 1 0,1 1 0,-1-1 0,1 1 0,1 0 0,-1 0 0,1 0 0,0 0 0,-2 8 0,2-4 0,0 1 0,0-1 0,1 1 0,1 0 0,0 0 0,1 19 0,0-27 0,0-1 0,1 1 0,0 0 0,-1-1 0,1 1 0,1 0 0,-1-1 0,1 0 0,-1 1 0,1-1 0,0 0 0,0 0 0,0 0 0,1 0 0,-1 0 0,1 0 0,-1-1 0,6 4 0,-6-4 0,0-1 0,0 0 0,1 0 0,-1 0 0,1 0 0,-1-1 0,1 1 0,-1-1 0,1 1 0,-1-1 0,1 0 0,-1 0 0,1 0 0,-1 0 0,1-1 0,-1 1 0,1-1 0,-1 1 0,1-1 0,-1 0 0,1 0 0,-1 0 0,0 0 0,0 0 0,1-1 0,-1 1 0,3-4 0,1 0 0,-1 0 0,-1 0 0,1-1 0,-1 0 0,0 0 0,0 0 0,-1 0 0,1 0 0,-1-1 0,3-12 0,-2 9 0,0 0 0,1 0 0,7-11 0,-7 18 0,-4 10 0,-3 12 0,-5 9 0,2-10 0,-5 39 0,10-53 0,-1 1 0,1-1 0,0 1 0,1-1 0,-1 1 0,1-1 0,0 0 0,0 1 0,0-1 0,0 0 0,1 0 0,0 0 0,-1 1 0,4 2 0,-4-5 16,0-1-1,0 1 1,0-1-1,1 0 1,-1 0-1,0 0 1,0 0-1,1 0 1,-1 0-1,1 0 1,-1 0-1,1 0 1,0-1-1,-1 1 1,1-1-1,0 1 1,-1-1 0,1 1-1,0-1 1,-1 0-1,4 0 1,-2 0-206,1-1 0,0 1 1,-1-1-1,1 0 0,-1 0 1,1-1-1,-1 1 1,7-4-1,5-4-6636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08.0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22 104 24575,'-1'-24'0,"-7"-36"0,5 41 0,4 41 0,-2 33 0,-1-3 0,3 14 165,1-1-930,-10 77 0,5-120-6061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08.3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42 24575,'0'-1'0,"1"1"0,-1-1 0,0 0 0,0 1 0,1-1 0,-1 1 0,1-1 0,-1 0 0,1 1 0,-1 0 0,1-1 0,-1 1 0,1-1 0,-1 1 0,1-1 0,-1 1 0,1 0 0,0-1 0,-1 1 0,1 0 0,0 0 0,-1 0 0,1-1 0,0 1 0,-1 0 0,1 0 0,1 0 0,23-2 0,-22 2 0,13-1 0,0 0 0,0-1 0,0-1 0,0 0 0,-1-1 0,21-9 0,-35 13 0,-1 0 0,1 0 0,-1 0 0,0-1 0,1 1 0,-1 0 0,1 0 0,-1 0 0,1 0 0,-1 0 0,1 0 0,-1 0 0,0 0 0,1 0 0,-1 0 0,1 0 0,-1 0 0,1 0 0,-1 0 0,1 0 0,-1 1 0,0-1 0,1 0 0,-1 0 0,1 1 0,-1-1 0,0 0 0,1 0 0,-1 1 0,6 14 0,-7 27 0,0-31 0,0 5 112,1 2-850,2 34-1,0-36-6087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08.4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 57 24575,'-2'-4'0,"-1"-5"0,-2-2 0,-3-2 0,-2 1 0,1 6 0,1 5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09.0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55 32 24575,'-1'0'0,"-1"1"0,1-1 0,0 0 0,0 1 0,-1 0 0,1-1 0,0 1 0,0 0 0,0 0 0,0-1 0,0 1 0,0 0 0,0 0 0,0 0 0,0 0 0,1 0 0,-1 0 0,0 0 0,1 1 0,-1-1 0,0 2 0,-12 29 0,13-29 0,-3 6 0,-12 44 0,15-50 0,-1 0 0,1-1 0,0 1 0,-1 0 0,1 0 0,1 0 0,-1-1 0,0 1 0,1 0 0,-1 0 0,1-1 0,0 1 0,0 0 0,0-1 0,0 1 0,2 2 0,-2-3 0,0-1 0,0 0 0,0 0 0,1-1 0,-1 1 0,0 0 0,0 0 0,1 0 0,-1-1 0,0 1 0,1-1 0,-1 1 0,0-1 0,1 0 0,-1 1 0,1-1 0,-1 0 0,1 0 0,-1 0 0,1 0 0,-1 0 0,0 0 0,1-1 0,-1 1 0,1 0 0,-1-1 0,1 1 0,-1-1 0,0 1 0,1-1 0,-1 0 0,0 1 0,0-1 0,0 0 0,1 0 0,0-2 0,3 0 0,-1-1 0,0 0 0,0 0 0,0 0 0,-1 0 0,1-1 0,-1 0 0,4-7 0,-4 6 0,-1 0 0,0-1 0,0 1 0,-1-1 0,0 1 0,0-1 0,0 0 0,-1 0 0,0 1 0,-1-9 0,0 11 0,1 0 0,-1 0 0,0 0 0,0 0 0,0 0 0,-1 1 0,0-1 0,1 0 0,-1 1 0,0-1 0,-1 1 0,1 0 0,-1 0 0,1-1 0,-1 2 0,0-1 0,0 0 0,-4-2 0,6 4 0,-1 0 0,1 0 0,-1 1 0,0-1 0,1 1 0,-1-1 0,0 1 0,0 0 0,1-1 0,-5 1 0,6 0 0,-1 0 0,1 0 0,-1 0 0,0 0 0,1 0 0,-1 0 0,1 0 0,-1 1 0,0-1 0,1 0 0,-1 0 0,1 1 0,-1-1 0,1 0 0,-1 1 0,1-1 0,-1 0 0,1 1 0,-1-1 0,1 1 0,-1-1 0,1 0 0,0 1 0,-1-1 0,1 1 0,0 0 0,-1-1 0,1 1 0,0-1 0,0 1 0,0-1 0,-1 2 0,1-1 0,0-1 0,0 0 0,1 1 0,-1-1 0,0 1 0,0-1 0,0 0 0,0 1 0,1-1 0,-1 0 0,0 1 0,0-1 0,1 0 0,-1 1 0,0-1 0,1 0 0,-1 1 0,0-1 0,1 0 0,-1 0 0,0 0 0,1 1 0,-1-1 0,1 0 0,-1 0 0,0 0 0,1 0 0,-1 0 0,1 0 0,-1 1 0,0-1 0,1 0 0,-1 0 0,1-1 0,-1 1 0,1 0 0,-1 0 0,1 0 0,17-2 0,-12 1 0,1-1 0,-1 1 0,1 0 0,0 0 0,-1 0 0,1 1 0,8 1 0,-13-1 0,0 0 0,0 1 0,0 0 0,-1-1 0,1 1 0,0 0 0,0 0 0,-1 0 0,1 0 0,-1 0 0,1 0 0,-1 0 0,1 1 0,-1-1 0,0 0 0,1 1 0,-1-1 0,0 1 0,0 0 0,0-1 0,0 1 0,-1 0 0,1-1 0,0 1 0,-1 0 0,1 0 0,-1 2 0,2 4 0,-1-1 0,0 1 0,-1-1 0,0 1 0,0 0 0,-1-1 0,0 1 0,-3 10 0,-20 61 0,17-60 0,47-51-1365,-31 22-5461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10.8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0 883 24575,'45'11'0,"117"-6"0,-61-4 0,981 36 0,-553 1 0,-518-37 0,4 0 0,-11-1 0,-1-1 0,1 1 0,-1 0 0,1 1 0,-1-1 0,1 1 0,-1 0 0,0-1 0,1 2 0,-1-1 0,4 2 0,-36-5 0,22 1 0,0-1 0,0 0 0,0 0 0,0-1 0,1 0 0,-1 0 0,-6-4 0,10 4 0,0 0 0,0 1 0,0-1 0,0 0 0,1 0 0,-1-1 0,1 1 0,-1 0 0,1-1 0,1 0 0,-1 1 0,0-1 0,1 0 0,-2-4 0,-7-40 0,2-1 0,-5-91 0,8 64 0,-17-389 0,16 421 0,4 36 0,1 0 0,-1 0 0,1-13 0,1 19 0,0 1 0,1 0 0,-1-1 0,1 1 0,-1 0 0,1 0 0,0-1 0,-1 1 0,1 0 0,0 0 0,0 0 0,0 0 0,0 0 0,0 0 0,0 0 0,0 0 0,0 0 0,0 0 0,1 0 0,-1 1 0,0-1 0,0 1 0,1-1 0,-1 1 0,0-1 0,1 1 0,-1 0 0,0-1 0,1 1 0,-1 0 0,2 0 0,10-1 0,-1 0 0,21 2 0,-19 0 0,313-7 0,-24 1 0,-262 10-1365,-30-2-5461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12.7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 0 24575,'-14'66'0,"14"95"-1365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16.8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69 221 24575,'-1'2'0,"1"0"0,-1 1 0,1-1 0,-1 1 0,1-1 0,0 1 0,0-1 0,1 1 0,-1-1 0,1 5 0,-1-6 0,5 33 0,-2-16 0,-1 0 0,0 28 0,-2-40 0,-1 0 0,0 0 0,0 0 0,0 0 0,-1 0 0,0 0 0,0 0 0,0 0 0,-1-1 0,0 1 0,-5 6 0,8-11 0,-1 0 0,1 0 0,-1 0 0,1 0 0,-1 0 0,0-1 0,1 1 0,-1 0 0,0 0 0,0-1 0,0 1 0,1-1 0,-1 1 0,0-1 0,0 1 0,0-1 0,0 1 0,0-1 0,0 0 0,0 1 0,0-1 0,0 0 0,0 0 0,-1 0 0,1 0 0,0-1 0,-1 1 0,1-1 0,0 1 0,0-1 0,0 0 0,0 1 0,1-1 0,-1 0 0,0 0 0,0 0 0,0 0 0,1 0 0,-1 0 0,0 0 0,1 0 0,-2-1 0,0-4 0,-1 0 0,1-1 0,0 1 0,0 0 0,0-1 0,0-7 0,1-7 0,1-1 0,2 1 0,0-1 0,0 1 0,2 0 0,1 0 0,1 0 0,0 1 0,2 0 0,0 0 0,1 0 0,1 1 0,1 1 0,16-21 0,-21 32 0,0 1 0,0 1 0,1-1 0,-1 1 0,1 0 0,0 1 0,1-1 0,-1 2 0,1-1 0,0 1 0,0 0 0,0 0 0,0 1 0,0 0 0,1 1 0,-1 0 0,12 0 0,-12 0 0,-1 1 0,1 1 0,-1-1 0,1 1 0,-1 1 0,0-1 0,1 1 0,-1 1 0,0-1 0,0 1 0,0 0 0,-1 1 0,1 0 0,-1 0 0,0 0 0,0 1 0,0 0 0,-1 0 0,10 11 0,-12-13 0,-1 0 0,0 0 0,0 1 0,-1-1 0,1 0 0,-1 1 0,0-1 0,1 1 0,-1-1 0,-1 1 0,1 0 0,-1 0 0,1-1 0,-1 1 0,0 0 0,-1 5 0,0-3 0,-1-1 0,1 1 0,-1 0 0,0-1 0,-1 0 0,1 1 0,-1-1 0,0 0 0,-7 7 0,0 0 0,-1 0 0,0-2 0,-1 1 0,0-1 0,0-1 0,-28 15 0,26-16 0,-1 0 0,0-1 0,0-1 0,0-1 0,-26 6 0,84-24 0,-28 10 0,1 1 0,0 1 0,0 1 0,0 0 0,22 4 0,-31-3 0,0 0 0,0 0 0,0 1 0,-1 0 0,1 1 0,0 0 0,-1 0 0,0 0 0,0 1 0,0-1 0,0 2 0,-1-1 0,1 0 0,7 11 0,-11-14 0,0 1 0,-1 0 0,0 0 0,0-1 0,1 1 0,-1 0 0,0 0 0,0 0 0,-1 0 0,1 1 0,0-1 0,-1 0 0,1 0 0,-1 0 0,0 1 0,0-1 0,0 0 0,0 0 0,0 1 0,0-1 0,-1 3 0,0-2 0,-1 0 0,1 0 0,-1-1 0,1 1 0,-1 0 0,0-1 0,0 1 0,0-1 0,-1 0 0,1 1 0,0-1 0,-1 0 0,-3 2 0,-4 2 0,-1 0 0,0-1 0,0 0 0,-1-1 0,0 0 0,-20 4 0,7-4 0,-1-1 0,-39-1 0,51-2 0,-1-1 0,1-1 0,-1 0 0,1-1 0,-26-9 0,36 10-136,0 1-1,0-1 1,1 0-1,0 0 1,-1-1-1,1 1 1,0-1-1,0 1 0,-5-6 1,-2-7-6690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17.2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152 27 24575,'-4'-2'0,"-1"-1"0,0 0 0,0 1 0,0 0 0,0 0 0,0 1 0,0 0 0,0-1 0,-11 0 0,5 0 0,9 2 0,-4-1 0,0-1 0,-1 1 0,1 1 0,0-1 0,0 1 0,-8 1 0,13-1 0,-1 1 0,1-1 0,0 1 0,-1-1 0,1 1 0,0-1 0,-1 1 0,1 0 0,0-1 0,0 1 0,0 0 0,0 0 0,0 0 0,0 0 0,0 0 0,0 0 0,0 0 0,0 1 0,0-1 0,1 0 0,-1 0 0,1 1 0,-1-1 0,1 0 0,-1 1 0,1-1 0,-1 0 0,1 1 0,0-1 0,0 1 0,0-1 0,0 3 0,0 5 0,1 0 0,0-1 0,0 1 0,1 0 0,0 0 0,1-1 0,4 12 0,2-1 0,21 36 0,-28-50 0,1-1 0,0 0 0,1 0 0,-1-1 0,1 1 0,0-1 0,0 1 0,0-1 0,0-1 0,0 1 0,1 0 0,-1-1 0,1 0 0,0 0 0,0 0 0,-1-1 0,1 0 0,0 0 0,0 0 0,0 0 0,0-1 0,1 0 0,-1 0 0,0 0 0,0-1 0,0 1 0,0-1 0,0-1 0,0 1 0,-1-1 0,1 1 0,0-1 0,0-1 0,-1 1 0,0-1 0,1 1 0,-1-1 0,0-1 0,0 1 0,-1 0 0,1-1 0,-1 0 0,0 0 0,0 0 0,0 0 0,0 0 0,-1-1 0,1 1 0,-1-1 0,0 0 0,1-7 0,0 1 0,0 0 0,-1 0 0,0-21 0,-1 26 0,-2 0 0,1 1 0,0-1 0,-1 1 0,0 0 0,0-1 0,-1 1 0,1 0 0,-6-11 0,7 16 13,-1-1 0,1 0-1,0 0 1,-1 1-1,1-1 1,-1 1 0,1-1-1,-1 0 1,1 1 0,-1-1-1,0 1 1,1-1 0,-1 1-1,0-1 1,1 1 0,-1 0-1,0-1 1,1 1-1,-1 0 1,0-1 0,0 1-1,1 0 1,-1 0 0,0 0-1,0 0 1,-1 0 0,2 0-60,-1 0 1,1 1 0,0-1 0,-1 0 0,1 1 0,-1-1 0,1 0 0,0 1-1,-1-1 1,1 1 0,-1-1 0,1 1 0,0-1 0,0 1 0,-1-1 0,1 1-1,0-1 1,0 1 0,0-1 0,0 1 0,0-1 0,-1 1 0,1-1 0,0 1-1,0 0 1,0-1 0,0 1 0,1-1 0,-1 1 0,0-1 0,0 1 0,0-1-1,0 1 1,0-1 0,1 1 0,-1 0 0,4 10-6780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17.4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38 24575,'0'-2'0,"0"-4"0,0-2 0,0-3 0,0 4 0,0 4 0,0 8 0,0 7 0,0 5 0,2 3 0,1 4 0,0 1 0,2 2 0,-1 1 0,0-3 0,2-4 0,-1-7-8191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17.6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56 24 24575,'-2'-2'0,"-1"-4"0,-2 1 0,-3-1 0,-2 2 0,1 4 0,1 4 0,3 3 0,1 3 0,3 0-8191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17.8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87 9 24575,'0'-2'0,"-2"-1"0,-3 0 0,-1 3 0,-2 4 0,1 5 0,-1 9 0,1 5 0,2 4 0,-1 2 0,1 0 0,-2 1 0,2-1 0,0-3 0,0-1 0,0-5-8191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18.3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154 319 24575,'1'-1'0,"0"1"0,0 0 0,0-1 0,0 0 0,0 1 0,-1-1 0,1 1 0,0-1 0,0 0 0,-1 0 0,1 1 0,0-1 0,-1 0 0,1 0 0,-1 0 0,1 0 0,-1 0 0,1 0 0,-1 0 0,0-1 0,8-21 0,-8 20 0,0 1 0,0-1 0,0 0 0,0 0 0,0 0 0,0 0 0,-1 0 0,1 0 0,-1 1 0,0-1 0,0 0 0,0 0 0,0 1 0,0-1 0,-1 1 0,1-1 0,-1 1 0,0 0 0,1-1 0,-1 1 0,0 0 0,0 0 0,-1 0 0,1 0 0,0 1 0,-1-1 0,1 1 0,-1-1 0,1 1 0,-1 0 0,0 0 0,-4-1 0,4 0 0,-1 1 0,0 0 0,0 1 0,0-1 0,0 1 0,1-1 0,-1 1 0,0 0 0,0 0 0,0 1 0,0-1 0,0 1 0,0 0 0,1 0 0,-1 0 0,0 1 0,1-1 0,-1 1 0,1 0 0,0 0 0,-1 0 0,1 0 0,-5 6 0,4-3 0,1-1 0,-1 1 0,1 1 0,1-1 0,-1 0 0,1 1 0,0-1 0,0 1 0,0 0 0,1 0 0,-1 9 0,1-13 0,1 0 0,0 1 0,0-1 0,0 0 0,0 0 0,0 0 0,0 1 0,1-1 0,-1 0 0,1 0 0,-1 0 0,1 0 0,0 0 0,0 1 0,0-1 0,0-1 0,0 1 0,0 0 0,0 0 0,1 0 0,-1-1 0,1 1 0,0-1 0,-1 1 0,1-1 0,0 1 0,0-1 0,0 0 0,0 0 0,0 0 0,0 0 0,4 1 0,0-1 0,1 0 0,-1-1 0,1 0 0,-1 0 0,1 0 0,0-1 0,-1 0 0,1 0 0,-1-1 0,0 0 0,1 0 0,-1 0 0,0-1 0,0 0 0,-1 0 0,1 0 0,10-9 0,-3 2 0,1-2 0,-1 0 0,-1 0 0,0-1 0,15-23 0,-17 21 0,-1-1 0,0 0 0,-1-1 0,7-19 0,-12 26 0,0 0 0,0 0 0,-1 0 0,-1 0 0,1 0 0,-2 0 0,1 0 0,-3-20 0,2 29 0,0 0 0,0-1 0,0 1 0,-1 0 0,1-1 0,-1 1 0,1 0 0,-1-1 0,1 1 0,-1 0 0,0 0 0,-1-2 0,2 3 0,0 0 0,0 0 0,-1-1 0,1 1 0,0 0 0,0 0 0,-1 0 0,1 0 0,0 0 0,-1-1 0,1 1 0,0 0 0,-1 0 0,1 0 0,0 0 0,-1 0 0,1 0 0,0 0 0,-1 0 0,1 0 0,0 0 0,-1 0 0,1 1 0,0-1 0,0 0 0,-1 0 0,1 0 0,0 0 0,-1 0 0,1 1 0,0-1 0,-2 2 0,0 0 0,0 0 0,0 0 0,0 0 0,1 0 0,-1 0 0,1 1 0,0-1 0,0 1 0,-2 4 0,-2 8-105,1 2 0,0-1 0,1 0 0,1 1 0,1 0 0,0-1 0,1 1 0,1 0 0,0-1 0,1 1 0,1-1 0,8 27 0,1-14-6721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19.0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138 260 24575,'-5'-4'0,"2"0"0,1 1 0,-1 0 0,-1 0 0,1 0 0,0 0 0,-1 1 0,-5-3 0,8 4 0,0 1 0,0 0 0,-1-1 0,1 1 0,0 0 0,0 0 0,0 0 0,-1 0 0,1 0 0,0 0 0,0 1 0,0-1 0,-1 0 0,1 1 0,0-1 0,0 1 0,0-1 0,0 1 0,0-1 0,0 1 0,0 0 0,0-1 0,0 1 0,0 0 0,0 0 0,0 0 0,1 0 0,-1 0 0,0 0 0,1 0 0,-1 0 0,0 1 0,-8 13 0,1 1 0,1-1 0,1 1 0,-7 22 0,0 1 0,11-33 0,-4 9 0,4-15 0,1-10 0,1-19 0,1 0 0,1 0 0,2 0 0,0 0 0,2 1 0,15-41 0,-17 58 0,1 0 0,0 0 0,1 1 0,0 0 0,1 0 0,0 1 0,0 0 0,11-10 0,-12 14 0,1-1 0,0 1 0,0 0 0,0 1 0,1-1 0,0 2 0,-1-1 0,1 1 0,1 0 0,-1 1 0,0-1 0,12 0 0,-14 2 0,0 1 0,-1 0 0,1 0 0,0 0 0,0 0 0,0 1 0,0 0 0,-1 1 0,1-1 0,0 1 0,-1 0 0,0 0 0,1 1 0,-1-1 0,0 1 0,0 0 0,0 1 0,-1-1 0,8 8 0,-9-8 0,-1 0 0,1 1 0,-1-1 0,1 1 0,-1-1 0,0 1 0,-1 0 0,1 0 0,-1 0 0,1 0 0,-1 0 0,-1 0 0,1 0 0,0 1 0,-1-1 0,0 0 0,0 0 0,0 1 0,-1-1 0,1 0 0,-1 0 0,0 0 0,0 0 0,0 0 0,-1 0 0,0 0 0,-3 7 0,0-4 0,0 1 0,0-1 0,-1 0 0,0-1 0,-1 1 0,1-1 0,-1 0 0,0-1 0,-1 0 0,-11 7 0,-1-1 0,-1-1 0,-40 13 0,50-19 0,22-5 0,10-3 0,-8 3 0,1 1 0,0 1 0,-1 0 0,1 1 0,-1 0 0,19 6 0,-27-7 0,0 1 0,0 0 0,0 0 0,0 0 0,0 0 0,0 1 0,-1 0 0,1 0 0,-1 0 0,0 1 0,0-1 0,0 1 0,0 0 0,-1 0 0,1 0 0,-1 1 0,0-1 0,-1 1 0,3 5 0,-4-8 0,0 0 0,-1 0 0,1 0 0,-1 1 0,0-1 0,0 0 0,0 0 0,0 1 0,0-1 0,0 0 0,0 0 0,-1 1 0,1-1 0,-1 0 0,0 0 0,0 0 0,0 0 0,0 0 0,0 0 0,0 0 0,0 0 0,0 0 0,-1 0 0,1-1 0,-1 1 0,0 0 0,1-1 0,-1 0 0,0 1 0,0-1 0,0 0 0,0 0 0,-3 2 0,-4 1 0,-1 0 0,1 0 0,-1-1 0,1-1 0,-1 1 0,-13 0 0,7-1 57,-1-2 0,1 1 0,0-2 0,-1-1 0,-25-4 0,34 4-189,0 0 1,0 0 0,0-1-1,1 0 1,-1 0 0,0-1 0,1 0-1,0 0 1,0-1 0,0 0 0,1 0-1,-11-11 1,8 3-6695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19.5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69 147 24575,'0'-22'0,"0"-9"0,-6 56 0,-1 33 0,2-17 0,-1 0 0,-23 76 0,29-148 0,6-12 0,19-103 0,-21 131 0,1 1 0,0-1 0,0 1 0,2 0 0,0 1 0,0 0 0,15-19 0,-21 30 0,0 0 0,0 0 0,1 0 0,-1 1 0,1-1 0,-1 1 0,1-1 0,0 1 0,0 0 0,-1-1 0,1 1 0,0 0 0,0 0 0,0 0 0,0 1 0,0-1 0,1 0 0,-1 1 0,0-1 0,0 1 0,0 0 0,0 0 0,1 0 0,-1 0 0,0 0 0,0 0 0,0 1 0,1-1 0,-1 1 0,0-1 0,4 2 0,-3 0 0,0 1 0,0-1 0,0 0 0,-1 1 0,1-1 0,-1 1 0,1 0 0,-1 0 0,0 0 0,0 0 0,0 0 0,0 0 0,-1 0 0,1 1 0,-1-1 0,0 1 0,0-1 0,1 7 0,-2-4 0,1 1 0,-1-1 0,-1 1 0,1 0 0,-1-1 0,0 1 0,-1-1 0,0 0 0,0 0 0,0 1 0,0-1 0,-1 0 0,0-1 0,-1 1 0,1 0 0,-1-1 0,0 0 0,-9 9 0,10-10 0,-1-1 0,1 1 0,-1-1 0,0 0 0,0 0 0,0 0 0,0-1 0,-1 0 0,1 0 0,-1 0 0,1 0 0,-1 0 0,0-1 0,0 0 0,0 0 0,0 0 0,0-1 0,1 0 0,-1 0 0,0 0 0,0 0 0,0-1 0,0 0 0,0 0 0,-8-3 0,10 3-97,0 0-1,0-1 1,1 0-1,-1 1 1,0-1-1,1 0 1,-1-1-1,1 1 1,-1 0-1,1-1 1,0 1-1,0-1 0,-2-3 1,-1-6-6729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19.9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29 116 24575,'0'0'0,"0"0"0,0 0 0,0-1 0,-1 1 0,1 0 0,0 0 0,0 0 0,-1 0 0,1 0 0,0 0 0,0 0 0,-1-1 0,1 1 0,0 0 0,-1 0 0,1 0 0,0 0 0,0 0 0,-1 0 0,1 0 0,0 1 0,-1-1 0,1 0 0,0 0 0,0 0 0,-1 0 0,1 0 0,0 0 0,0 0 0,-1 0 0,1 1 0,0-1 0,0 0 0,0 0 0,-1 0 0,1 1 0,0-1 0,0 0 0,0 0 0,0 1 0,-1-1 0,1 0 0,0 0 0,0 1 0,0-1 0,0 0 0,0 0 0,0 1 0,0-1 0,0 0 0,0 0 0,0 1 0,0-1 0,0 0 0,0 1 0,0-1 0,0 0 0,0 1 0,-3 23 0,2-21 0,-13 209 0,14-212 0,0 1 0,0-1 0,0 1 0,-1-1 0,1 1 0,0-1 0,0 1 0,0-1 0,0 1 0,0 0 0,1-1 0,-1 1 0,0-1 0,0 1 0,0-1 0,0 1 0,1-1 0,-1 1 0,0-1 0,0 1 0,1-1 0,-1 1 0,0-1 0,1 1 0,0 0 0,7-11 0,7-24 0,17-60 0,-18 51 0,1 1 0,34-68 0,-46 106 0,-1 0 0,0 1 0,1-1 0,0 1 0,0-1 0,0 1 0,0 0 0,0 0 0,7-4 0,-8 6 0,-1 1 0,0-1 0,1 1 0,-1-1 0,0 1 0,1-1 0,-1 1 0,1 0 0,-1 0 0,1-1 0,-1 1 0,0 0 0,1 1 0,-1-1 0,1 0 0,-1 0 0,1 0 0,-1 1 0,0-1 0,1 1 0,-1-1 0,0 1 0,1 0 0,-1-1 0,0 1 0,0 0 0,1 0 0,-1 0 0,0 0 0,0 0 0,0 0 0,0 0 0,0 2 0,4 3 0,0 1 0,-1 0 0,0 1 0,-1-1 0,0 1 0,0-1 0,0 1 0,-1 0 0,2 16 0,0 8 0,0 37 0,-4-57 0,1 7-227,-1 1-1,0 0 1,-2-1-1,0 1 1,-10 35-1,7-38-6598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20.1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57 24575,'-2'-3'0,"-1"-4"0,2-2 0,4-2 0,4 2 0,5 2 0,7 2 0,6 2 0,7 1 0,8 2 0,3 2 0,5 1 0,0 1 0,-8-2-8191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21.6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259 1 24575,'-7'116'0,"0"-11"0,23 390 0,-11-435 0,-3 0 0,-3 0 0,-2 0 0,-3 0 0,-3-1 0,-2 0 0,-3 0 0,-34 92 0,40-130 0,-100 276 0,92-242 0,2 1 0,3 0 0,-7 86 0,17-132 0,1 0 0,1 0 0,-1 0 0,4 13 0,-4-20 0,0-1 0,1 0 0,-1 0 0,1 0 0,0 0 0,0 0 0,0 0 0,0 0 0,0 0 0,0 0 0,0 0 0,0 0 0,1 0 0,-1-1 0,1 1 0,0-1 0,-1 1 0,1-1 0,0 1 0,0-1 0,0 0 0,0 0 0,0 0 0,0 0 0,3 1 0,-3-2 0,0-1 0,1 1 0,-1 0 0,0-1 0,0 1 0,0-1 0,0 0 0,0 0 0,0 0 0,0 0 0,0 0 0,0 0 0,0 0 0,0-1 0,0 1 0,-1-1 0,1 1 0,1-3 0,-1 2 0,1-1 0,0 1 0,-1 0 0,1 0 0,0 0 0,0 0 0,0 1 0,5-3 0,11 1 0,1 1 0,-1 1 0,0 1 0,1 0 0,30 5 0,-5-1 0,1175 41-1042,-683-37 851,414 11-633,-2 27 308,128 38-519,-616-42 3318,-430-39-2030,2 1 15,0-1 0,-1-2 0,49-4 0,-53-4 74,-27 7-420,0-1 0,0 1 1,0-1-1,0 0 1,0 1-1,0-1 1,0 0-1,0 1 0,0-1 1,0 0-1,-1 0 1,1 0-1,0 0 1,0 0-1,-1 0 0,1 0 1,-1 0-1,1 0 1,-1 0-1,0 0 1,1-2-1,-1-10-6748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23.1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1 125 24575,'580'-35'-404,"-318"14"128,1294-42-1605,3 58 2199,-1063 6-469,430 8-876,-531 4 3113,-289-11-1360,41 2-117,-147-4-609,0 0 0,0 0 0,1 0 0,-1 0 0,0 0 0,0 1 0,0-1 0,1 0 0,-1 0 0,0 0 0,0 0 0,1 0 0,-1 0 0,0 1 0,0-1 0,0 0 0,0 0 0,1 0 0,-1 1 0,0-1 0,0 0 0,0 0 0,0 0 0,0 1 0,0-1 0,1 0 0,-1 0 0,0 1 0,0-1 0,0 0 0,0 0 0,0 1 0,0-1 0,0 0 0,0 0 0,0 1 0,0-1 0,0 0 0,0 0 0,0 1 0,0-1 0,-1 0 0,1 0 0,0 0 0,0 1 0,0-1 0,0 0 0,0 0 0,0 0 0,-1 1 0,1-1 0,0 0 0,0 0 0,0 0 0,-1 1 0,-13 18 0,5-8 0,3 2 0,0 0 0,1-1 0,0 2 0,1-1 0,0 1 0,-1 14 0,-6 87 0,8-78 0,-8 133 0,16 276 0,2-355 0,-5 1 0,-3-1 0,-4 0 0,-26 142 0,-7-66 0,-15 83 0,44-193 0,3 0 0,1 84 0,5-136 0,-1 0 0,1 0 0,-1 0 0,0 0 0,0 0 0,-1 0 0,1-1 0,-1 1 0,0-1 0,0 1 0,-1-1 0,1 0 0,-1 0 0,0 0 0,0 0 0,-1 0 0,1 0 0,-1-1 0,1 0 0,-1 0 0,0 0 0,0 0 0,-1 0 0,1-1 0,-9 4 0,-1-1 0,0 1 0,-1-2 0,0 0 0,0 0 0,0-2 0,0 0 0,-20 0 0,-32-4-493,-120-20-1,175 20 116,-55-8-6448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26.8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151 1 24575,'-6'0'0,"-6"2"0,5 14 0,-108 585 0,114-591 0,-4 23 0,2 1 0,2 48 0,0-81 0,1-1 0,0 1 0,1 0 0,-1 0 0,0 0 0,0 0 0,0 0 0,1 0 0,-1 0 0,0 0 0,1 0 0,-1 0 0,0-1 0,1 1 0,0 0 0,-1 0 0,1 0 0,-1-1 0,1 1 0,0 0 0,-1-1 0,1 1 0,0-1 0,0 1 0,0-1 0,-1 1 0,1-1 0,0 1 0,0-1 0,0 0 0,0 0 0,0 1 0,0-1 0,0 0 0,0 0 0,0 0 0,0 0 0,-1 0 0,1 0 0,0 0 0,2-1 0,5 0 0,0-1 0,0-1 0,-1 0 0,11-4 0,6-3 0,-1 5 0,1 0 0,-1 2 0,1 1 0,26 0 0,100 11 0,-95-5 0,762 27 0,-787-31 0,-23-2 0,-16-3 0,-16-4 0,-64-13-1365,40 10-5461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27.4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1 166 24575,'0'-6'0,"1"1"0,0-1 0,0 1 0,1 0 0,0-1 0,0 1 0,0 0 0,0 0 0,1 0 0,0 0 0,0 1 0,0-1 0,0 1 0,1 0 0,0 0 0,0 0 0,6-5 0,-1 1 0,1 1 0,0 1 0,0 0 0,0 0 0,0 1 0,1 0 0,15-5 0,-2 4 0,0 1 0,1 1 0,28 0 0,77 2 0,-100 3 0,761 48 0,-682-39 0,-83-9 0,-15 0 0,0-1 0,0 2 0,0-1 0,14 5 0,-24-5 0,-1-1 0,1 0 0,-1 0 0,0 1 0,1-1 0,-1 0 0,1 1 0,-1-1 0,0 0 0,1 1 0,-1-1 0,0 0 0,0 1 0,1-1 0,-1 1 0,0-1 0,0 0 0,1 1 0,-1-1 0,0 1 0,0-1 0,0 1 0,0-1 0,0 1 0,0-1 0,0 1 0,0-1 0,0 1 0,0-1 0,0 1 0,0-1 0,0 1 0,0-1 0,0 0 0,-1 1 0,1-1 0,0 2 0,-12 20 0,7-12 0,-3 9 0,1 1 0,1 0 0,1 1 0,0-1 0,-1 23 0,-2 109 0,6-68 0,-10 293 0,12-372 0,0 5 0,0 0 0,-1 1 0,-1-1 0,-3 14 0,4-22 0,0 0 0,1 0 0,-1 0 0,0 0 0,0 0 0,0 0 0,0-1 0,0 1 0,-1 0 0,1-1 0,0 1 0,-1-1 0,1 1 0,-1-1 0,0 1 0,1-1 0,-1 0 0,0 0 0,0 0 0,0 0 0,0 0 0,0-1 0,0 1 0,0 0 0,0-1 0,0 0 0,-3 1 0,-11-2 0,0 0 0,0-1 0,1 0 0,-28-9 0,-5 0 0,-9-1-1365,34 5-5461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28.1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97 20 24575,'0'0'0,"0"-1"0,0 0 0,0 0 0,0 0 0,0 0 0,0 0 0,0 0 0,1 1 0,-1-1 0,0 0 0,0 0 0,1 0 0,-1 0 0,0 1 0,1-1 0,-1 0 0,1 0 0,-1 1 0,1-1 0,-1 0 0,1 1 0,-1-1 0,2-1 0,-1 2 0,0 1 0,-1-1 0,1 0 0,0 0 0,-1 0 0,1 1 0,-1-1 0,1 0 0,-1 0 0,1 1 0,0-1 0,-1 1 0,0-1 0,1 0 0,-1 1 0,1-1 0,-1 1 0,1-1 0,-1 1 0,0-1 0,1 1 0,-1-1 0,0 1 0,0 0 0,1-1 0,-1 1 0,0-1 0,0 1 0,0 0 0,0-1 0,0 1 0,0 0 0,0 0 0,5 24 0,-2 1 0,-1-1 0,-1 1 0,-3 37 0,1-37 0,0 3 0,-1 0 0,-2 0 0,-1 0 0,-1-1 0,-1 0 0,-1 0 0,-2 0 0,-1-1 0,-14 26 0,19-44 0,-3 9 0,-14 31 0,21-45 0,1 1 0,0-1 0,-1 0 0,1 0 0,1 1 0,-1-1 0,1 1 0,-1-1 0,1 1 0,1-1 0,-1 1 0,1-1 0,1 8 0,0-8 0,0-1 0,0 1 0,1-1 0,-1 0 0,1 0 0,0 0 0,-1 0 0,1-1 0,0 1 0,1-1 0,-1 0 0,0 0 0,1 0 0,-1 0 0,1 0 0,0-1 0,4 2 0,12 3 0,0-1 0,21 3 0,-29-6 0,68 10 0,94 2 0,85-11 0,-68-2 0,468 22 0,-694-38-1365,16 6-5461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28.8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24575,'83'8'0,"-13"1"0,1088 110 0,-1100-108 0,-39-6 0,0-2 0,0 0 0,26 0 0,-45-3 0,0 0 0,1 0 0,-1 1 0,0-1 0,1 0 0,-1 0 0,0 0 0,0 0 0,1 1 0,-1-1 0,0 0 0,0 0 0,1 1 0,-1-1 0,0 0 0,0 1 0,0-1 0,1 0 0,-1 0 0,0 1 0,0-1 0,0 0 0,0 1 0,0-1 0,0 0 0,0 1 0,0-1 0,0 0 0,0 1 0,0-1 0,0 0 0,0 1 0,0-1 0,0 1 0,0-1 0,0 1 0,-3 19 0,1-12 0,-4 305 0,8-191 0,-1-23 0,-5 145 0,-4-186-1365,3-41-5461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29.5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849 10 24575,'0'-1'0,"0"1"0,0-1 0,-1 1 0,1-1 0,0 1 0,0-1 0,0 1 0,-1 0 0,1-1 0,0 1 0,0 0 0,-1-1 0,1 1 0,0-1 0,-1 1 0,1 0 0,-1 0 0,1-1 0,0 1 0,-1 0 0,1 0 0,-1-1 0,1 1 0,-1 0 0,1 0 0,0 0 0,-1 0 0,1 0 0,-1 0 0,1 0 0,-1 0 0,1 0 0,-1 0 0,0 0 0,-20 2 0,20-2 0,-33 7 0,-62 22 0,22-6 0,-228 41 0,59-16 0,235-47-273,0 2 0,0-1 0,0 1 0,-12 6 0,8-1-6553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29.9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784 4 24575,'0'-1'0,"-1"1"0,1 0 0,0 0 0,-1-1 0,1 1 0,-1 0 0,1 0 0,-1-1 0,1 1 0,-1 0 0,1 0 0,-1 0 0,1 0 0,-1 0 0,0 0 0,1 0 0,-1 0 0,1 0 0,-1 0 0,1 0 0,-1 0 0,1 0 0,-1 0 0,1 1 0,-1-1 0,1 0 0,-1 0 0,1 1 0,-1-1 0,-19 7 0,20-7 0,-532 204 41,341-133-1447,166-62-5420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30.3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629 1 24575,'0'1'0,"-1"1"0,1-1 0,-1 1 0,1-1 0,-1 1 0,0-1 0,1 0 0,-1 0 0,0 1 0,0-1 0,0 0 0,0 0 0,0 0 0,0 0 0,-3 2 0,-19 14 0,21-16 0,-154 96 0,-110 73 0,115-63-1365,136-95-5461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30.8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747 1 24575,'-11'2'0,"-1"0"0,1 1 0,0 0 0,0 0 0,0 2 0,1-1 0,-1 1 0,-12 9 0,0-2 0,-174 85 0,-176 96 0,368-190 0,2-2 0,1 1 0,-1-1 0,0 1 0,1-1 0,-1 1 0,1 0 0,-1 0 0,1 0 0,0 0 0,0 1 0,0-1 0,0 1 0,0-1 0,1 1 0,-2 2 0,6 0-1365,5-3-5461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33.2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1210 15 24575,'0'-1'0,"0"1"0,0-1 0,0 1 0,0-1 0,0 1 0,0 0 0,0-1 0,0 1 0,0-1 0,0 1 0,0-1 0,0 1 0,0 0 0,0-1 0,0 1 0,0-1 0,-1 1 0,1-1 0,0 1 0,0 0 0,0-1 0,-1 1 0,1 0 0,0-1 0,0 1 0,-1 0 0,1-1 0,0 1 0,-1 0 0,1-1 0,0 1 0,-1 0 0,1 0 0,-1 0 0,1-1 0,0 1 0,-1 0 0,1 0 0,-1 0 0,1 0 0,-1 0 0,1 0 0,0 0 0,-1 0 0,1 0 0,-1 0 0,1 0 0,-1 0 0,1 0 0,-1 0 0,1 0 0,0 0 0,-1 0 0,1 1 0,-1-1 0,-14 2 0,0 1 0,1 0 0,-1 2 0,1-1 0,0 2 0,-16 7 0,12-5 0,-5 3 0,1 1 0,-1 1 0,2 1 0,-33 26 0,-68 76 0,61-54 0,-47 37 0,-50 51 0,133-123 0,1 1 0,1 1 0,-36 63 0,12 5 0,-43 129 0,12-24 0,50-135 0,2 1 0,-17 76 0,35-106 0,1 0 0,2 0 0,2 0 0,1 1 0,6 63 0,23 79 0,-5-38 0,-21-134 85,0-3-327,0 1 0,0-1 1,-1 1-1,0 0 1,-1 6-1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33.5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24575,'0'0'0,"0"1"0,0-1 0,0 1 0,0-1 0,-1 1 0,1-1 0,0 1 0,0-1 0,0 1 0,0 0 0,0-1 0,1 1 0,-1-1 0,0 1 0,0-1 0,0 1 0,0-1 0,1 1 0,-1-1 0,0 1 0,0-1 0,1 1 0,-1-1 0,1 1 0,10 21 0,-8-16 0,3 7 86,1 0-1,1 0 0,17 23 1,-21-32-208,0 1 0,0-1 0,0 0 0,1 0 0,-1-1 0,1 1 0,0-1 0,0 0 0,0-1 1,1 1-1,-1-1 0,1 0 0,5 2 0,1-2-6704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33.7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149 11 24575,'0'-2'0,"2"-1"0,-1 0 0,-4 0 0,-3 4 0,-3 4 0,-2 2 0,-2 4 0,0 1 0,-1 2 0,-1 2 0,1-1 0,0-1 0,0 0 0,0-3 0,3-3-8191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38.9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 1 24575,'0'0'0,"0"0"0,0 0 0,0 0 0,0 0 0,-1 0 0,1 0 0,0 0 0,0 0 0,0 0 0,0 0 0,0 0 0,-1 0 0,1 0 0,0 0 0,0 0 0,0 0 0,0 0 0,-1 0 0,1 0 0,0 0 0,0 0 0,0 0 0,0 1 0,0-1 0,0 0 0,-1 0 0,1 0 0,0 0 0,0 0 0,0 0 0,0 0 0,0 1 0,0-1 0,0 0 0,0 0 0,0 0 0,0 0 0,0 0 0,-1 1 0,1-1 0,0 0 0,0 0 0,0 0 0,0 0 0,0 0 0,0 1 0,0-1 0,0 0 0,0 0 0,0 0 0,7 10 0,11 6 0,25 14 0,-13-9 0,55 49 0,-75-57 0,-1-1 0,0 2 0,-1-1 0,0 1 0,-1 0 0,-1 1 0,7 23 0,13 25 0,3 8 0,-3 1 0,27 124 0,-9-30 0,-27-100 0,16 117 0,-10 69 0,-11-97 0,-5 207 0,-9-215 0,1-118 0,-2-1 0,-2 0 0,-10 40 0,-1 4 0,16-72-35,0 1 0,0 0 0,0-1 0,0 1 0,0 0 0,0-1 0,-1 1 0,1 0 0,0-1 0,0 1 0,0-1 0,-1 1 0,1 0 0,0-1 0,-1 1 0,1-1 0,-1 1 0,1-1 0,0 1 0,-1-1 0,1 1 0,-1-1 0,0 1 0,1-1 0,-1 0 0,1 1 0,-1-1 0,1 0 0,-1 1 0,0-1 0,1 0 0,-1 0 0,0 0 0,1 0 0,-1 0 0,0 0 0,1 1 0,-2-2 0,-6-1-6791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39.3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24575,'2'3'0,"-1"0"0,1-1 0,0 1 0,0 0 0,0-1 0,0 1 0,0-1 0,1 1 0,4 3 0,2 2 0,14 20 0,-20-22 0,1-1 0,1 1 0,-1-1 0,1 0 0,0 0 0,0-1 0,1 1 0,-1-1 0,13 6 0,-5-4-195,0-1 0,0-1 0,0 0 0,1-1 0,-1 0 0,26 1 0,-18-3-6631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39.7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271 0 24575,'-24'10'0,"-14"3"0,-46 23 0,64-23 0,1 2 0,-36 32 0,42-35 0,12-11-28,1-1 1,0 1-1,0-1 0,0 0 0,-1 1 0,1-1 0,0 0 0,0 1 0,-1-1 1,1 0-1,0 0 0,-1 1 0,1-1 0,0 0 0,-1 0 0,1 1 1,-1-1-1,1 0 0,0 0 0,-1 0 0,1 0 0,-1 0 0,1 0 1,-1 0-1,1 0 0,0 0 0,-1 0 0,1 0 0,-1 0 0,1 0 1,0 0-1,-1 0 0,1 0 0,-1 0 0,1 0 0,0 0 0,-1-1 0,1 1 1,-1 0-1,1 0 0,0-1 0,-1 1 0,1 0 0,0 0 0,-1-1 1,1 1-1,0 0 0,-1-1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46.8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64 19 24575,'0'-1'0,"0"0"0,0 0 0,0 0 0,1 0 0,-1 0 0,0 0 0,0 0 0,1 0 0,-1 0 0,1-1 0,-1 2 0,1-1 0,-1 0 0,1 0 0,0 0 0,0-1 0,6 1 0,-2 11 0,1 19 0,-2-1 0,-1 1 0,0 33 0,-1-18 0,-2 9 0,-2 0 0,-2 0 0,-3-1 0,-2 0 0,-2 0 0,-27 76 0,29-102 0,3-7 0,-9 35 0,15-53 0,0 0 0,0 0 0,0 0 0,0 0 0,1 0 0,-1 0 0,0 0 0,0 0 0,1 0 0,-1 0 0,0 0 0,1 0 0,-1 0 0,1-1 0,-1 1 0,1 0 0,0 0 0,-1 0 0,1-1 0,0 1 0,-1 0 0,1-1 0,0 1 0,0-1 0,0 1 0,0-1 0,-1 1 0,1-1 0,0 1 0,0-1 0,0 0 0,0 0 0,0 1 0,0-1 0,0 0 0,0 0 0,2 0 0,7 1 0,0 0 0,0-1 0,11-1 0,-8 0 0,1713 40-1051,-980 10 1051,-702-48-1190,-17-2-4760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47.6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 0 24575,'-19'2'0,"19"-2"0,0 0 0,0 1 0,-1-1 0,1 0 0,0 0 0,0 0 0,0 0 0,0 0 0,0 0 0,0 1 0,0-1 0,0 0 0,0 0 0,0 0 0,0 0 0,0 0 0,0 1 0,0-1 0,0 0 0,0 0 0,0 0 0,0 0 0,0 0 0,0 0 0,0 1 0,0-1 0,0 0 0,0 0 0,0 0 0,0 0 0,1 0 0,-1 0 0,0 1 0,0-1 0,0 0 0,0 0 0,0 0 0,0 0 0,0 0 0,0 0 0,1 0 0,-1 0 0,0 0 0,0 0 0,0 0 0,0 0 0,0 0 0,0 1 0,1-1 0,-1 0 0,0 0 0,0 0 0,0 0 0,0 0 0,36 10 0,253 21 0,-189-23 0,1811 121-2771,-1128-110 4765,-789-17-1957,0 0 0,0 0 0,1 0 0,-1 1 0,1 0 0,0 0 0,0 0 0,0 1 0,0-1 0,0 1 0,1 0 0,0 1 0,0-1 0,0 1 0,0 0 0,1 0 0,0 0 0,0 0 0,0 1 0,-3 10 0,2 13-37,1 0 0,2 0 0,3 49 0,1-13 0,-3 12 0,-3 0 0,-4 0 0,-3-1 0,-24 93 0,33-164 0,0-1 0,-1 0 0,1 0 0,-1 0 0,0 1 0,0-1 0,0-1 0,-6 8 0,7-10 0,-1 1 0,0-1 0,0 1 0,0-1 0,0 0 0,0 0 0,0 0 0,0 0 0,0 0 0,0 0 0,0-1 0,0 1 0,-1-1 0,1 0 0,0 1 0,-1-1 0,1 0 0,0 0 0,-3-1 0,-127-15 290,49 4-1945,28 6-5171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48.3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53 283 24575,'2'-12'0,"2"12"0,-3 2 0,0-1 0,-1 1 0,1 0 0,0-1 0,-1 1 0,1-1 0,-1 1 0,1 0 0,-1 0 0,0 1 0,1 11 0,-2 0 0,1 0 0,-2 0 0,0 0 0,0 0 0,-6 16 0,-33 78 0,33-95 0,6-20 0,8-23 0,18-54 0,1-6 0,52-123 0,-71 200 0,0 0 0,1 0 0,1 1 0,12-15 0,-18 24 0,0 1 0,0 0 0,0 0 0,0 0 0,0 1 0,0-1 0,1 0 0,-1 1 0,1 0 0,-1-1 0,1 1 0,5-1 0,-7 2 0,1-1 0,0 1 0,0 0 0,0 1 0,-1-1 0,1 0 0,0 0 0,0 1 0,-1-1 0,1 1 0,0 0 0,-1-1 0,1 1 0,0 0 0,-1 0 0,1 0 0,-1 0 0,0 0 0,1 0 0,-1 1 0,0-1 0,2 2 0,4 5 0,-1 1 0,0 0 0,-1 0 0,0 0 0,0 0 0,-1 1 0,4 13 0,17 74 0,-23-87 0,35 211-1365,-34-192-5461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48.5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 21 24575,'-2'-2'0,"-4"-3"0,3-1 0,3 0 0,4 5 0,6 1 0,6 1 0,5 3 0,6 1 0,3-1 0,3-1 0,-4-1-8191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48.7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136 82 24575,'0'-2'0,"0"1"0,1-1 0,-1 1 0,1 0 0,-1-1 0,1 1 0,-1-1 0,1 1 0,0 0 0,0-1 0,0 1 0,0 0 0,0 0 0,1-2 0,-1 2 0,0 0 0,0 0 0,0 0 0,0 0 0,0 0 0,0 0 0,0-1 0,-1 1 0,1 0 0,0-1 0,-1 1 0,1 0 0,-1-1 0,0 1 0,1-1 0,-1 1 0,0-1 0,0 1 0,0-1 0,0 1 0,0-2 0,-1 1 0,1 1 0,-1-1 0,0 0 0,1 1 0,-1-1 0,0 1 0,0-1 0,0 1 0,-1-1 0,1 1 0,0 0 0,0-1 0,-1 1 0,1 0 0,-1 0 0,1 0 0,-1 0 0,1 0 0,-1 1 0,1-1 0,-1 0 0,0 1 0,0-1 0,1 1 0,-1 0 0,0-1 0,0 1 0,1 0 0,-1 0 0,-2 0 0,-1 0 0,0 1 0,1-1 0,-1 1 0,0-1 0,1 1 0,-1 1 0,1-1 0,0 1 0,-1-1 0,-6 5 0,6-3 0,1 1 0,0-1 0,-1 0 0,2 1 0,-1 0 0,0 0 0,1 0 0,0 1 0,0-1 0,0 1 0,0-1 0,1 1 0,0 0 0,0 0 0,0 0 0,0 0 0,1 1 0,0-1 0,0 0 0,1 1 0,-1-1 0,1 0 0,0 1 0,1-1 0,-1 1 0,1-1 0,0 0 0,0 0 0,1 1 0,0-1 0,-1 0 0,2 0 0,-1 0 0,1-1 0,-1 1 0,1-1 0,1 1 0,-1-1 0,0 0 0,1 0 0,0 0 0,0-1 0,0 1 0,1-1 0,-1 0 0,1 0 0,-1-1 0,1 1 0,0-1 0,0 0 0,6 1 0,2 0-455,0-1 0,20 2 0,-5-3-6371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48.9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 82 24575,'-6'-81'0,"98"450"-1365,-87-348-5461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49.3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85 24575,'0'-1'0,"0"0"0,0 0 0,0 0 0,0 0 0,1 1 0,-1-1 0,0 0 0,0 0 0,1 0 0,-1 0 0,0 1 0,1-1 0,-1 0 0,1 0 0,-1 1 0,1-1 0,-1 0 0,1 1 0,0-1 0,-1 1 0,1-1 0,0 1 0,-1-1 0,1 1 0,0-1 0,0 1 0,-1-1 0,1 1 0,0 0 0,0 0 0,0-1 0,0 1 0,-1 0 0,1 0 0,0 0 0,0 0 0,1 0 0,5 0 0,0 1 0,0-1 0,13 4 0,-9-2 0,108 13 0,-100-14 0,-1-1 0,1-1 0,-1-1 0,28-5 0,-45 7 0,1-1 0,-1 1 0,1-1 0,0 0 0,-1 1 0,0-1 0,1 0 0,-1 0 0,1 0 0,-1 0 0,0 0 0,0 0 0,1 0 0,-1-1 0,0 1 0,0 0 0,0-1 0,0 1 0,-1 0 0,1-1 0,0 1 0,-1-1 0,1 0 0,-1 1 0,1-1 0,0-2 0,-1-1 0,0 0 0,0 0 0,0-1 0,0 1 0,-2-8 0,1 9 0,23 125 300,-6-39-1965,-14-66-5161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49.4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49 9 24575,'0'-3'0,"-2"0"0,-4 0 0,0 3 0,-1 2 0,0 2 0,-1 3 0,1 3 0,1-1-8191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50.5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91 106 24575,'-1'-1'0,"0"0"0,0-1 0,0 1 0,0 1 0,0-1 0,0 0 0,0 0 0,-1 0 0,1 1 0,0-1 0,0 0 0,0 1 0,-1-1 0,1 1 0,0-1 0,-1 1 0,1 0 0,-1 0 0,1 0 0,0-1 0,-1 1 0,1 0 0,0 1 0,-1-1 0,1 0 0,-1 0 0,1 1 0,0-1 0,0 0 0,-1 1 0,1 0 0,0-1 0,0 1 0,-1 0 0,1-1 0,0 1 0,0 0 0,0 0 0,0 0 0,0 0 0,0 0 0,0 0 0,0 0 0,1 0 0,-1 1 0,-1 1 0,-3 7 0,0-1 0,0 2 0,0-1 0,-3 15 0,7-22 0,0 2 0,-1-1 0,2 1 0,-1-1 0,0 1 0,1 0 0,0 0 0,0-1 0,0 1 0,1 0 0,0-1 0,0 1 0,2 9 0,-2-13 0,0 1 0,0 0 0,-1-1 0,1 1 0,0 0 0,0-1 0,1 1 0,-1-1 0,0 0 0,0 1 0,1-1 0,-1 0 0,1 0 0,-1 0 0,1 0 0,-1 0 0,1 0 0,0 0 0,-1 0 0,1-1 0,0 1 0,0-1 0,-1 1 0,1-1 0,0 0 0,0 1 0,0-1 0,0 0 0,0 0 0,-1-1 0,1 1 0,0 0 0,0-1 0,0 1 0,2-2 0,2 0 0,0-1 0,0 1 0,-1-2 0,1 1 0,-1-1 0,0 1 0,0-2 0,-1 1 0,1 0 0,-1-1 0,0 0 0,0 0 0,0 0 0,0 0 0,-1-1 0,0 1 0,-1-1 0,5-10 0,-5 11 0,-1 0 0,1 1 0,-1-1 0,0 0 0,0 0 0,0 0 0,-1 0 0,1-1 0,-1 1 0,-1 0 0,1 0 0,-1 0 0,1 0 0,-2 0 0,1 0 0,0 0 0,-1 1 0,0-1 0,0 0 0,0 1 0,-1-1 0,0 1 0,-6-8 0,7 10 0,0 0 0,-1 1 0,0-1 0,1 0 0,-1 1 0,0 0 0,0 0 0,0 0 0,0 0 0,0 0 0,0 0 0,0 1 0,0-1 0,0 1 0,0 0 0,0 0 0,0 0 0,0 0 0,0 1 0,-1-1 0,-2 2 0,4-2 0,0 1 0,0 0 0,0-1 0,0 1 0,0 0 0,1 0 0,-1 0 0,0 0 0,0 0 0,1 0 0,-1 0 0,1 1 0,-1-1 0,1 1 0,0-1 0,-1 1 0,1 0 0,0-1 0,0 1 0,0 0 0,0 0 0,0-1 0,1 1 0,-1 0 0,1 0 0,-1 0 0,1 0 0,-1 0 0,1 0 0,0 0 0,0 0 0,0 0 0,1 3 0,-1-4 0,0 0 0,1 0 0,-1 1 0,1-1 0,-1 0 0,1 0 0,-1 0 0,1 0 0,0 0 0,0 0 0,0 0 0,-1 0 0,1 0 0,0 0 0,0 0 0,0 0 0,0 0 0,1-1 0,-1 1 0,0 0 0,0-1 0,0 1 0,0-1 0,1 0 0,-1 1 0,0-1 0,0 0 0,1 0 0,-1 1 0,0-1 0,1 0 0,-1-1 0,0 1 0,1 0 0,-1 0 0,2-1 0,7 0 0,0-1 0,1-1 0,13-4 0,-18 5 0,27-10 0,39-11 0,-66 22 0,1-1 0,0 1 0,0 0 0,0 1 0,0 0 0,0 0 0,14 2 0,-20-2 0,1 1 0,0-1 0,0 1 0,-1-1 0,1 1 0,0 0 0,-1 0 0,1 0 0,-1 0 0,1 0 0,-1 0 0,0 0 0,1 1 0,-1-1 0,0 0 0,0 1 0,0-1 0,2 4 0,-2-2 0,1 1 0,-1-1 0,0 1 0,0 0 0,0-1 0,0 1 0,-1 0 0,0 6 0,0 2 0,-1-1 0,0 1 0,-1-1 0,-1 1 0,-3 10 0,-17 36 0,85-151 0,-52 80 0,1 0 0,0 1 0,1 0 0,22-17 0,-32 27 0,0 1 0,-1 0 0,1 0 0,0 0 0,-1 0 0,1 0 0,0 0 0,0 0 0,0 1 0,0-1 0,0 1 0,0-1 0,0 1 0,0 0 0,0 0 0,3 0 0,-4 0 0,0 1 0,0-1 0,1 1 0,-1-1 0,0 1 0,0 0 0,0-1 0,0 1 0,0 0 0,0 0 0,0 0 0,0 0 0,0 0 0,0 0 0,0 0 0,0 0 0,-1 0 0,2 2 0,1 6 0,0 0 0,0 0 0,-1 0 0,0 0 0,1 16 0,-1-8 0,-1-13 0,-1-1 0,1 0 0,0 0 0,-1 0 0,2 0 0,-1 0 0,0 0 0,0-1 0,1 1 0,0 0 0,-1-1 0,1 1 0,3 2 0,-4-4 0,0 0 0,0 0 0,1-1 0,-1 1 0,0 0 0,1-1 0,-1 1 0,1-1 0,-1 0 0,1 1 0,-1-1 0,1 0 0,-1 0 0,1 0 0,-1 0 0,1 0 0,-1 0 0,1 0 0,-1-1 0,0 1 0,1 0 0,-1-1 0,1 1 0,-1-1 0,0 0 0,1 1 0,-1-1 0,0 0 0,2-1 0,21-15 0,0-2 0,-1 0 0,-1-2 0,-1 0 0,23-31 0,-40 47 0,21-28 0,-24 32 0,0-1 0,0 0 0,0 1 0,0-1 0,0 0 0,0 0 0,-1 0 0,1 0 0,-1 0 0,1 0 0,-1 0 0,0 0 0,0 0 0,0 0 0,0 0 0,0-2 0,0 3 0,0 1 0,0 0 0,0-1 0,-1 1 0,1 0 0,0-1 0,0 1 0,0 0 0,-1 0 0,1-1 0,0 1 0,0 0 0,-1 0 0,1-1 0,0 1 0,-1 0 0,1 0 0,0 0 0,0-1 0,-1 1 0,1 0 0,0 0 0,-1 0 0,1 0 0,-1 0 0,1 0 0,0 0 0,-1 0 0,1 0 0,0 0 0,-1 0 0,-14 4 0,-10 13 0,19-12 0,1 0 0,0 0 0,0 0 0,1 0 0,0 1 0,0 0 0,0 0 0,0 0 0,1 0 0,0 1 0,0-1 0,1 1 0,-3 10 0,4-12 0,1 0 0,0-1 0,-1 1 0,2 0 0,-1-1 0,0 1 0,1 0 0,0-1 0,0 1 0,0-1 0,1 1 0,-1-1 0,1 0 0,0 1 0,1-1 0,-1 0 0,1 0 0,-1-1 0,1 1 0,0 0 0,5 4 0,34 22 0,-11-8 0,-30-22 0,-1 1 0,1-1 0,-1 0 0,1 1 0,-1-1 0,1 0 0,-1 1 0,1-1 0,-1 1 0,0-1 0,1 1 0,-1-1 0,0 0 0,1 1 0,-1 0 0,0-1 0,0 1 0,0-1 0,1 1 0,-1-1 0,0 1 0,0-1 0,0 1 0,0 0 0,0-1 0,0 1 0,0-1 0,0 1 0,0-1 0,0 2 0,-1-1 0,0 0 0,0 0 0,0-1 0,1 1 0,-1 0 0,0 0 0,0-1 0,0 1 0,0 0 0,0-1 0,0 1 0,-1-1 0,1 0 0,-1 1 0,-49 9 0,44-10 0,-38 6-1365,-1 0-5461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51.8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7 438 24575,'0'1'0,"-1"-1"0,1 0 0,-1 0 0,1 1 0,-1-1 0,1 1 0,0-1 0,-1 0 0,1 1 0,0-1 0,-1 1 0,1-1 0,0 1 0,0-1 0,-1 1 0,1-1 0,0 1 0,0-1 0,0 1 0,0-1 0,0 1 0,0 0 0,0-1 0,0 1 0,0-1 0,0 1 0,0-1 0,0 1 0,0-1 0,0 2 0,3 21 0,-2-20 0,3 24 0,1 5 0,3 60 0,-9-90 0,1 1 0,0-1 0,0 1 0,1-1 0,-1 1 0,0-1 0,1 0 0,0 1 0,-1-1 0,1 1 0,0-1 0,0 0 0,0 0 0,1 0 0,-1 1 0,0-1 0,1 0 0,0-1 0,-1 1 0,1 0 0,0 0 0,2 1 0,0-1 0,1 1 0,0-1 0,0-1 0,0 1 0,0-1 0,0 0 0,0 0 0,0 0 0,0-1 0,5 1 0,234 1 0,-2 1 0,44 10 0,450 18 0,-455-24 0,581 4 0,-618-26 0,-240 14 0,1 1 0,0-1 0,-1 0 0,1 0 0,0 0 0,6-4 0,-10 5 0,-1 0 0,1-1 0,0 1 0,-1-1 0,1 1 0,-1-1 0,1 1 0,-1-1 0,1 1 0,-1-1 0,0 1 0,1-1 0,-1 1 0,0-1 0,1 0 0,-1 1 0,0-1 0,0 0 0,0 1 0,1-1 0,-1 0 0,0 1 0,0-1 0,0 0 0,0 1 0,0-1 0,0 0 0,0 1 0,0-1 0,-1 0 0,1 1 0,0-1 0,0 0 0,-1 1 0,1-1 0,0 0 0,-1 1 0,1-1 0,0 1 0,-1-1 0,1 1 0,-1-1 0,1 1 0,-2-2 0,-3-6 0,0 0 0,1 0 0,0 0 0,0-1 0,1 0 0,0 0 0,0 0 0,-2-19 0,1-6 0,1-39 0,2 46 0,-1-180 0,5 156 0,1-1 0,12-52 0,-15 100 0,0 0 0,0-1 0,0 0 0,-1 1 0,0-1 0,0 1 0,0-1 0,-1-5 0,0 8 0,1 1 0,-1 0 0,0-1 0,1 1 0,-1 0 0,0 0 0,0 0 0,0 0 0,0-1 0,0 1 0,0 1 0,0-1 0,0 0 0,-1 0 0,1 0 0,0 1 0,0-1 0,-1 0 0,1 1 0,0-1 0,-1 1 0,1 0 0,-1-1 0,1 1 0,-1 0 0,1 0 0,0 0 0,-1 0 0,-2 0 0,-122 2-1365,91-1-5461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53.2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12 422 24575,'-6'48'0,"4"-42"0,1 1 0,0-1 0,0 1 0,1 0 0,-1-1 0,1 1 0,1 0 0,-1 0 0,3 6 0,-2-7 0,2-1 0,-1 0 0,0 1 0,1-1 0,0 0 0,0 0 0,1-1 0,-1 1 0,1-1 0,0 1 0,0-1 0,0-1 0,1 1 0,0 0 0,-1-1 0,1 0 0,0 0 0,1-1 0,-1 1 0,0-1 0,11 3 0,10 1 0,0 0 0,0-1 0,40 1 0,-34-4 0,387 41 0,215 18 0,1-34 0,-35-28 0,-585 1 0,0-1 0,1 0 0,-1-1 0,0-1 0,21-6 0,-35 9 0,0-1 0,0 1 0,0-1 0,0 1 0,0-1 0,0 0 0,-1 1 0,1-1 0,0 0 0,0 0 0,0 1 0,-1-1 0,1 0 0,-1 0 0,1 0 0,0 0 0,-1 0 0,1 0 0,-1 0 0,0 0 0,1 0 0,-1 0 0,0 0 0,0 0 0,0-1 0,0 1 0,0 0 0,0 0 0,0 0 0,0 0 0,0 0 0,0 0 0,0 0 0,-2-2 0,0-6 0,-1 1 0,-1 0 0,-7-14 0,1 1 0,8 13 0,-1 0 0,2 0 0,-1 0 0,1 0 0,0 0 0,1 0 0,0 0 0,0 0 0,2-10 0,3-11 0,11-36 0,1-6 0,-11 34 0,-2 0 0,-1-38 0,-3 54 0,-2 0 0,0 1 0,-1-1 0,-1 1 0,-8-25 0,11 41 0,-1 0 0,0-1 0,0 1 0,0 0 0,0 0 0,0 0 0,-1 0 0,0 1 0,0-1 0,0 1 0,0 0 0,0-1 0,-5-2 0,2 3 0,-1-1 0,1 1 0,-1 0 0,0 1 0,0-1 0,0 1 0,-11-1 0,-279-28 0,243 27 0,-64-1-1365,93 4-5461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55.0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0 947 24575,'1'1'0,"-1"-1"0,0 0 0,0 1 0,1-1 0,-1 1 0,0-1 0,0 1 0,1-1 0,-1 0 0,0 1 0,1-1 0,-1 0 0,1 1 0,-1-1 0,1 0 0,-1 1 0,0-1 0,1 0 0,-1 0 0,1 0 0,-1 1 0,1-1 0,-1 0 0,1 0 0,-1 0 0,1 0 0,17 3 0,-16-3 0,255 5 0,-125-6 0,242 15 0,176-2 0,-547-12 0,28-2 0,-31 2 0,1 0 0,0 0 0,0 0 0,0 0 0,0 0 0,0 0 0,0-1 0,0 1 0,-1 0 0,1 0 0,0-1 0,0 1 0,0-1 0,-1 1 0,1-1 0,0 1 0,0-1 0,-1 1 0,1-1 0,-1 0 0,1 1 0,0-1 0,-1 0 0,1 1 0,0-2 0,-2 0 0,0 0 0,0 1 0,0-1 0,0 0 0,-1 1 0,1-1 0,0 1 0,-1 0 0,1-1 0,-3-1 0,-8-9 0,10 8 0,0-1 0,0 1 0,0-1 0,0 0 0,1 0 0,0 0 0,0 0 0,0 0 0,0-5 0,3-51 0,-1 30 0,30-431 0,-26 422 0,14-148 0,-19 180 0,0 1 0,0-1 0,-1 1 0,0 0 0,0-1 0,-1 1 0,0 0 0,0 0 0,-1 0 0,0 0 0,0 1 0,0-1 0,-7-8 0,14 26 0,-3-10 0,0 1 0,0 0 0,1-1 0,-1 1 0,0-1 0,0 1 0,1-1 0,-1 0 0,1 0 0,-1 1 0,3 0 0,14 4 0,0 0 0,0-2 0,1 0 0,0-1 0,27 1 0,-19-2 0,894 65 0,-818-61 0,-55-4 0,596 24 0,-614-29 0,-30 3 0,0 0 0,0 0 0,0 0 0,0 0 0,0 0 0,0 0 0,0 0 0,0 0 0,0 0 0,1 0 0,-1 0 0,0 0 0,0 0 0,0 0 0,0 0 0,0-1 0,0 1 0,0 0 0,0 0 0,0 0 0,0 0 0,0 0 0,0 0 0,0 0 0,1 0 0,-1 0 0,0 0 0,0 0 0,0 0 0,0 0 0,0 0 0,0 0 0,0-1 0,0 1 0,0 0 0,0 0 0,0 0 0,0 0 0,0 0 0,0 0 0,0 0 0,0 0 0,0 0 0,0 0 0,0 0 0,0-1 0,0 1 0,0 0 0,0 0 0,0 0 0,0 0 0,0 0 0,0 0 0,0 0 0,-1 0 0,1 0 0,0 0 0,0 0 0,0 0 0,0 0 0,0-1 0,0 1 0,0 0 0,0 0 0,0 0 0,0 0 0,0 0 0,0 0 0,-17-4 0,-28-2-1365,34 3-5461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2:55.4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71 12 24575,'-27'-6'0,"25"5"0,0 0 0,-1 0 0,1 1 0,0-1 0,0 0 0,-1 1 0,1 0 0,0-1 0,-1 1 0,1 0 0,-1 0 0,1 1 0,0-1 0,-1 0 0,1 1 0,-4 1 0,6-2 0,0 0 0,0 1 0,0-1 0,0 0 0,0 1 0,0-1 0,0 1 0,0-1 0,0 0 0,0 1 0,0-1 0,0 0 0,0 1 0,0-1 0,0 0 0,0 1 0,0-1 0,0 1 0,0-1 0,1 0 0,-1 0 0,0 1 0,0-1 0,0 0 0,1 1 0,-1-1 0,0 0 0,1 0 0,-1 1 0,0-1 0,0 0 0,1 0 0,-1 0 0,1 1 0,11 9 0,35 15 0,7 5 0,-50-28 0,0 1 0,0 0 0,-1 0 0,1 0 0,-1 0 0,0 0 0,0 1 0,0 0 0,0-1 0,2 6 0,-4-6 0,0-1 0,-1 1 0,1-1 0,-1 1 0,1 0 0,-1-1 0,0 1 0,0 0 0,0-1 0,0 1 0,0-1 0,-1 1 0,1 0 0,-1-1 0,0 1 0,0-1 0,0 1 0,-1 2 0,-4 6 0,-1 1 0,-11 15 0,7-11 0,-86 131-1365,85-130-5461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3:04.9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42 24575,'0'-3'0,"1"0"0,-1 0 0,1-1 0,0 1 0,0 0 0,0 0 0,1 0 0,-1 0 0,1 0 0,0 1 0,3-6 0,-5 8 0,1 0 0,-1 0 0,0 0 0,0 0 0,1 0 0,-1 0 0,0 0 0,0 0 0,0 0 0,1 0 0,-1 0 0,0 0 0,0 0 0,1 0 0,-1 0 0,0 1 0,0-1 0,0 0 0,1 0 0,-1 0 0,0 0 0,0 0 0,0 1 0,1-1 0,-1 0 0,0 0 0,0 0 0,0 0 0,0 1 0,0-1 0,0 0 0,1 0 0,-1 1 0,0-1 0,0 0 0,0 0 0,0 0 0,0 1 0,0-1 0,0 0 0,0 0 0,0 1 0,0-1 0,0 0 0,0 1 0,2 13 0,-2-14 0,4 81 0,-3 0 0,-16 128 0,11-185-1365,0-5-5461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3:05.2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14 197 24575,'-3'-12'0,"0"0"0,0 1 0,1-1 0,1 0 0,0 0 0,1 0 0,0 0 0,0 0 0,2 0 0,3-19 0,-4 28 0,0 1 0,0 0 0,0-1 0,0 1 0,0 0 0,0 0 0,1 0 0,-1 0 0,1 0 0,-1 0 0,1 1 0,0-1 0,0 0 0,0 1 0,0-1 0,3-1 0,-1 1 0,0 1 0,1-1 0,-1 0 0,1 1 0,-1 0 0,1 0 0,-1 1 0,6-1 0,7 1 0,0 1 0,-1 0 0,29 7 0,-21-3 0,-1 1 0,32 12 0,-48-15 0,-1 0 0,1 0 0,-1 0 0,0 1 0,1 0 0,-2 0 0,1 1 0,0 0 0,-1 0 0,0 0 0,0 0 0,6 10 0,-10-13 0,0 0 0,0 0 0,0 0 0,0 1 0,0-1 0,0 1 0,-1-1 0,1 0 0,-1 1 0,1-1 0,-1 1 0,0-1 0,0 1 0,0-1 0,0 1 0,-1-1 0,1 1 0,-2 4 0,0-3 0,0 0 0,0 0 0,0 0 0,-1 0 0,0 0 0,1-1 0,-1 1 0,0-1 0,-6 5 0,-7 4 0,1-1 0,-1-1 0,-33 15 0,47-24 0,-155 63-1365,130-55-5461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3:05.6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59 24575,'42'-4'0,"-32"2"0,1 1 0,0 0 0,-1 1 0,1 0 0,0 0 0,14 3 0,-18-1 0,0 0 0,1 0 0,-1 1 0,-1 0 0,1 0 0,0 1 0,-1 0 0,0 0 0,9 7 0,-13-9 0,0-1 0,-1 1 0,1 0 0,0 0 0,-1 0 0,1 0 0,-1 0 0,0 1 0,0-1 0,0 0 0,0 1 0,0-1 0,0 1 0,-1-1 0,1 0 0,-1 1 0,0 0 0,1-1 0,-1 1 0,0-1 0,-1 1 0,1-1 0,0 1 0,-1-1 0,1 1 0,-1-1 0,0 1 0,0-1 0,0 0 0,-2 4 0,-1 0 0,0 1 0,0-1 0,-1 0 0,0-1 0,0 1 0,-7 5 0,10-9 0,-1 0 0,1 0 0,0 0 0,-1 0 0,1-1 0,-1 1 0,0-1 0,0 1 0,1-1 0,-1 0 0,0 0 0,0-1 0,0 1 0,0-1 0,0 1 0,0-1 0,-6 0 0,8 0 0,1-1 0,-1 1 0,0 0 0,1 0 0,-1-1 0,0 1 0,1 0 0,-1-1 0,1 1 0,-1-1 0,1 1 0,-1-1 0,1 1 0,-1-1 0,1 1 0,-1-1 0,1 1 0,0-1 0,-1 0 0,1 1 0,0-1 0,-1 1 0,1-1 0,0 0 0,0 0 0,0 1 0,0-1 0,-1 0 0,1 1 0,0-1 0,0 0 0,0 1 0,1-1 0,-1 0 0,0 0 0,0 1 0,0-1 0,1 0 0,10-28 0,7 1-273,1 0 0,1 1 0,1 1 0,29-27 0,-29 32-6553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3:06.0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43 7 24575,'-4'5'0,"0"0"0,0 0 0,1 0 0,0 1 0,0-1 0,0 1 0,1 0 0,0 0 0,0 0 0,0 0 0,0 9 0,-2 9 0,0 35 0,4-53 0,0-1 0,0 1 0,0 0 0,1-1 0,-1 1 0,1-1 0,1 1 0,-1-1 0,5 10 0,-5-13 0,0 0 0,0-1 0,1 1 0,-1 0 0,1-1 0,-1 1 0,1-1 0,-1 0 0,1 1 0,0-1 0,0 0 0,0 0 0,0 0 0,0 0 0,0-1 0,0 1 0,0 0 0,0-1 0,0 1 0,0-1 0,0 0 0,0 0 0,0 0 0,1 0 0,-1 0 0,0 0 0,0 0 0,3-2 0,3 0 0,0 0 0,-1 0 0,0-1 0,1-1 0,-1 1 0,0-1 0,-1 0 0,1 0 0,-1-1 0,0 0 0,0 0 0,0-1 0,-1 0 0,1 0 0,5-9 0,-8 11 0,1-1 0,-1 0 0,0 0 0,0 0 0,-1-1 0,1 1 0,-1 0 0,0-1 0,-1 0 0,0 0 0,1 1 0,-2-1 0,1 0 0,-1 0 0,0 0 0,0 0 0,0 0 0,-1 1 0,0-1 0,0 0 0,-3-6 0,2 8 0,0 1 0,-1 0 0,1-1 0,-1 1 0,1 1 0,-1-1 0,0 0 0,0 1 0,-1-1 0,1 1 0,0 0 0,-1 0 0,1 0 0,-1 1 0,0-1 0,0 1 0,1 0 0,-1 0 0,0 0 0,-7 0 0,4 0 0,0 0 0,0 1 0,0-1 0,0 2 0,0-1 0,0 1 0,0 0 0,0 0 0,1 1 0,-1 0 0,-7 3 0,13-5-91,-1 1 0,1 0 0,-1 0 0,1 0 0,0 0 0,0 0 0,-1 0 0,1 0 0,0 0 0,0 0 0,0 0 0,0 1 0,0-1 0,0 2 0,-1 5-6735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3:06.2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165 69 24575,'1'0'0,"0"0"0,0 0 0,1-1 0,-1 1 0,0 0 0,0-1 0,0 1 0,0-1 0,0 1 0,0-1 0,0 0 0,0 1 0,-1-1 0,1 0 0,0 0 0,0 0 0,0 1 0,-1-1 0,1 0 0,-1 0 0,1 0 0,0 0 0,-1 0 0,0 0 0,1 0 0,-1 0 0,0-1 0,1 1 0,-1 0 0,0 0 0,0-2 0,0 1 0,1 1 0,-1-1 0,0 1 0,0-1 0,0 1 0,0-1 0,-1 1 0,1-1 0,0 1 0,0-1 0,-1 1 0,1-1 0,-1 1 0,0-1 0,1 1 0,-1 0 0,0 0 0,0-1 0,0 1 0,0 0 0,0 0 0,0 0 0,0 0 0,-1-1 0,-2 0 0,1 1 0,-1 0 0,1 0 0,-1 0 0,1 0 0,-1 1 0,1-1 0,-1 1 0,0 0 0,1 0 0,-1 0 0,0 1 0,1 0 0,-1-1 0,1 1 0,-1 0 0,1 0 0,-1 1 0,1-1 0,0 1 0,0 0 0,0 0 0,0 0 0,0 0 0,-5 5 0,0-1 0,1 1 0,0 0 0,1 1 0,-1 0 0,1 0 0,1 0 0,0 1 0,-6 12 0,7-12 0,1 0 0,0 1 0,0-1 0,1 1 0,1-1 0,0 1 0,0 0 0,0 0 0,2 14 0,0-20 0,-1 0 0,1 0 0,0 1 0,0-1 0,0 0 0,0 0 0,1 0 0,0 0 0,0 0 0,0-1 0,0 1 0,0 0 0,1-1 0,0 0 0,-1 0 0,1 1 0,0-2 0,1 1 0,-1 0 0,1-1 0,-1 1 0,1-1 0,7 3 0,21 5-1365,-1-5-5461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3:06.6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85 127 24575,'-10'0'0,"-30"1"0,37-1 0,1 1 0,0-1 0,0 1 0,-1-1 0,1 1 0,0 0 0,0-1 0,0 1 0,0 0 0,0 0 0,0 1 0,0-1 0,0 0 0,-1 3 0,2-4 0,1 0 0,0 0 0,0 0 0,0 0 0,0 0 0,0 0 0,0 1 0,0-1 0,0 0 0,0 0 0,0 0 0,-1 0 0,1 0 0,0 1 0,0-1 0,0 0 0,0 0 0,0 0 0,0 0 0,0 1 0,0-1 0,0 0 0,0 0 0,0 0 0,1 0 0,-1 1 0,0-1 0,0 0 0,0 0 0,0 0 0,0 0 0,0 0 0,0 0 0,0 1 0,0-1 0,0 0 0,1 0 0,-1 0 0,0 0 0,0 0 0,0 0 0,0 0 0,0 1 0,0-1 0,1 0 0,-1 0 0,12 3 0,12 0 0,-19-3 0,11 1 0,0-1 0,32-5 0,-42 4 0,0 0 0,-1-1 0,1 0 0,-1 0 0,1-1 0,-1 1 0,0-1 0,0 0 0,0-1 0,0 1 0,7-7 0,-8 5 0,1 0 0,0 0 0,-1-1 0,0 1 0,5-11 0,-8 14 0,1-1 0,-1 0 0,0 0 0,0 0 0,0 0 0,0 0 0,-1 0 0,1 0 0,-1 0 0,0 0 0,0 0 0,0 0 0,0 0 0,-1-6 0,0 8 0,0 0 0,0-1 0,0 1 0,1-1 0,-1 1 0,0 0 0,-1 0 0,1-1 0,0 1 0,0 0 0,0 0 0,-1 0 0,1 0 0,0 0 0,-1 1 0,1-1 0,-1 0 0,1 1 0,-1-1 0,0 1 0,1-1 0,-1 1 0,1 0 0,-1 0 0,0-1 0,1 1 0,-1 0 0,0 1 0,-2-1 0,-2 1 0,-1-1 0,1 1 0,-1 0 0,1 1 0,0 0 0,-8 3 0,5-1 0,0 2 0,0-1 0,0 1 0,1 1 0,0 0 0,0 0 0,1 0 0,-1 1 0,2 0 0,-1 0 0,1 1 0,1 0 0,-8 15 0,9-16 0,0 0 0,1-1 0,0 2 0,1-1 0,0 0 0,0 0 0,1 1 0,0-1 0,0 1 0,1-1 0,0 1 0,1-1 0,-1 1 0,2-1 0,-1 1 0,1-1 0,4 10 0,-4-14-76,-1-1 1,1 1-1,0-1 0,1 1 0,-1-1 0,1 0 0,-1 0 0,1 0 1,0 0-1,0-1 0,0 1 0,0-1 0,1 0 0,-1 0 1,1 0-1,-1 0 0,7 2 0,14 3-6750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3:07.0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183 73 24575,'4'-4'0,"1"1"0,0-1 0,0 1 0,0 0 0,9-3 0,-10 4 0,0 1 0,-1-1 0,1 0 0,0 0 0,-1 0 0,0-1 0,1 1 0,-1-1 0,0 0 0,0 0 0,5-6 0,-8 9 0,0 0 0,0 0 0,0 0 0,0-1 0,0 1 0,0 0 0,0 0 0,0-1 0,0 1 0,0 0 0,0 0 0,0 0 0,0-1 0,0 1 0,0 0 0,0 0 0,0 0 0,0-1 0,0 1 0,0 0 0,0 0 0,0-1 0,0 1 0,0 0 0,0 0 0,0 0 0,0 0 0,-1-1 0,1 1 0,0 0 0,0 0 0,0 0 0,0 0 0,-1-1 0,1 1 0,0 0 0,-11-4 0,-16 2 0,25 2 0,-18-1 0,-3 0 0,-1 0 0,0 2 0,1 0 0,-1 2 0,-35 8 0,57-11 0,1 0 0,-1 1 0,1-1 0,-1 1 0,1-1 0,0 1 0,-1 0 0,1 0 0,0 0 0,-1-1 0,1 1 0,0 1 0,0-1 0,0 0 0,0 0 0,0 0 0,0 0 0,0 1 0,0-1 0,-1 3 0,2-2 0,-1 0 0,1-1 0,0 1 0,0-1 0,0 1 0,1 0 0,-1-1 0,0 1 0,0-1 0,1 1 0,-1-1 0,1 1 0,0-1 0,-1 1 0,1-1 0,2 3 0,2 4 0,1-1 0,0 0 0,1 0 0,0-1 0,12 10 0,45 26 0,-46-31 0,-1 0 0,0 1 0,0 1 0,23 23 0,-39-34 0,1 0 0,0-1 0,-1 1 0,1 0 0,-1 0 0,0 0 0,1 0 0,-1 1 0,0-1 0,-1 0 0,1 0 0,0 1 0,0-1 0,-1 0 0,0 1 0,1-1 0,-1 1 0,0-1 0,0 0 0,-1 5 0,0-4 0,0 0 0,-1 0 0,1-1 0,-1 1 0,1 0 0,-1-1 0,0 0 0,0 1 0,0-1 0,0 0 0,-1 0 0,1 0 0,0-1 0,-1 1 0,1 0 0,-5 1 0,0 1-62,0-1 0,0 0 0,-1 0 0,1 0 0,-1-1 0,0 0 0,0 0 0,0-1 0,1 0 0,-1-1 0,-1 1 0,1-2-1,0 1 1,0-1 0,1 0 0,-1-1 0,0 0 0,0 0 0,1-1 0,-1 1 0,-11-7 0,4-2-6764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3:07.3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105 39 24575,'10'-7'0,"2"-3"0,-12 10 0,0-1 0,0 1 0,0-1 0,-1 1 0,1-1 0,0 1 0,0-1 0,0 1 0,0-1 0,0 1 0,-1-1 0,1 1 0,0-1 0,0 1 0,-1-1 0,1 1 0,0-1 0,-1 1 0,1 0 0,0-1 0,-1 1 0,1 0 0,-1-1 0,1 1 0,-1 0 0,1 0 0,0-1 0,-1 1 0,1 0 0,-1 0 0,0-1 0,-2 0 0,0-1 0,0 1 0,-1 0 0,1 0 0,0 0 0,0 0 0,-1 1 0,1-1 0,-1 1 0,1 0 0,-1 0 0,1 0 0,0 1 0,-1-1 0,1 1 0,0-1 0,-1 1 0,1 0 0,0 1 0,0-1 0,-1 0 0,1 1 0,1 0 0,-1 0 0,-4 3 0,5-4 0,0 1 0,-1 0 0,1 0 0,0 0 0,0 0 0,1 0 0,-1 1 0,0-1 0,1 0 0,-1 1 0,1 0 0,0-1 0,0 1 0,0 0 0,0-1 0,0 1 0,1 0 0,-1 0 0,1 0 0,0-1 0,0 1 0,0 0 0,0 0 0,0 0 0,0 0 0,1 0 0,0-1 0,-1 1 0,1 0 0,2 3 0,4 6 0,1 0 0,0-1 0,1 0 0,0 0 0,1-1 0,16 13 0,-16-15 0,0 1 0,-1 0 0,0 1 0,-1-1 0,0 2 0,0-1 0,10 20 0,-17-28 13,-1 0 0,1-1-1,-1 1 1,1-1-1,-1 1 1,1-1 0,-1 1-1,0 0 1,0-1 0,0 1-1,0 0 1,0-1 0,0 1-1,0 0 1,0-1 0,-1 1-1,1 0 1,-1-1-1,1 1 1,-1-1 0,0 1-1,1-1 1,-1 1 0,0-1-1,0 1 1,-2 1 0,-1 0-203,0 0 0,1 0 1,-1 0-1,0 0 0,-1-1 1,1 0-1,0 0 1,-6 1-1,-24 9-6636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3:08.2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24575,'13'170'0,"0"-12"0,-6-19 0,-2-40 0,-10 161 0,4-254 0,0-1 0,1 0 0,0 0 0,0 0 0,0 0 0,1 0 0,0 1 0,2 6 0,-3-11 0,1 1 0,0 0 0,0 0 0,1 0 0,-1-1 0,0 1 0,0 0 0,1-1 0,-1 0 0,1 1 0,0-1 0,-1 0 0,1 1 0,0-1 0,0 0 0,0 0 0,-1-1 0,1 1 0,0 0 0,0-1 0,0 1 0,0-1 0,4 1 0,25 2 0,0-1 0,0-1 0,58-7 0,-22 1 0,1349-20-1814,-3 127 182,-1364-96 1225,-15-2-3931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3:09.0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 84 24575,'-5'-5'0,"-5"-7"0,10 11 0,0 1 0,0-1 0,0 1 0,0 0 0,0-1 0,0 1 0,0-1 0,0 1 0,0-1 0,0 1 0,0-1 0,0 1 0,1-1 0,-1 1 0,0 0 0,0-1 0,1 1 0,-1-1 0,0 1 0,0 0 0,1-1 0,-1 1 0,0 0 0,1-1 0,-1 1 0,1 0 0,-1 0 0,0-1 0,1 1 0,-1 0 0,1 0 0,-1 0 0,1-1 0,0 1 0,15-5 0,0 0 0,0 1 0,0 1 0,0 0 0,25-1 0,-21 3 0,461-26-484,1 26-463,-411 1 815,1363 40-853,-1213-32 765,-156-6 479,-9-2 369,-1 3-1,0 2 0,64 15 0,-117-20-627,0 1 0,0-1 0,0 1 0,0-1 0,-1 1 0,1 0 0,0-1 0,0 1 0,0 0 0,0 1 0,-1-1 0,1 0 0,-1 0 0,1 1 0,-1-1 0,1 0 0,-1 1 0,0 0 0,0-1 0,1 1 0,-1 0 0,0 0 0,-1-1 0,2 5 0,-1-2 0,-1 0 0,0 0 0,0 0 0,-1 0 0,1-1 0,-1 1 0,0 0 0,0 0 0,0 0 0,-1-1 0,-2 7 0,-3 5 0,1 0 0,1 0 0,0 1 0,1 0 0,0-1 0,2 1 0,0 0 0,1 0 0,0 1 0,1-1 0,3 19 0,21 327 0,-24-322 0,2 0 0,2 0 0,1 0 0,12 43 0,-15-79 0,-1 1 0,0-1 0,-1 1 0,1 0 0,-1-1 0,1 1 0,-2 0 0,1 5 0,-1-8 0,1 0 0,-1 0 0,0-1 0,1 1 0,-1 0 0,0 0 0,0-1 0,0 1 0,0 0 0,0-1 0,-1 1 0,1-1 0,0 1 0,-1-1 0,1 0 0,-1 1 0,0-1 0,1 0 0,-1 0 0,0 0 0,1 0 0,-4 0 0,-9 3-84,1 0-1,-2-1 1,1-1-1,0 0 1,-27 0-1,25-2-773,-38 2-5968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3:10.2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4 880 24575,'-2'13'0,"2"-12"0,0 0 0,-1 0 0,1 0 0,0 0 0,0 0 0,0 0 0,0 0 0,0 0 0,0 0 0,0 1 0,0-1 0,1 0 0,-1 0 0,0 0 0,1 0 0,-1 0 0,0 0 0,1 0 0,-1 0 0,1 0 0,1 1 0,8 14 0,1 0 0,1 0 0,16 16 0,-21-26 0,-1-1 0,1 1 0,0-1 0,0-1 0,0 1 0,1-1 0,0-1 0,0 1 0,15 3 0,9 1 0,0-2 0,61 4 0,69-8 0,-100-3 0,932 14 0,-482-5 0,319-5 0,-683-10 0,287-52 0,-431 58 0,-1 1 0,1-1 0,-1 0 0,1 0 0,-1 0 0,1 0 0,-1-1 0,1 1 0,-1-1 0,0 0 0,0 0 0,0 0 0,0-1 0,0 1 0,-1-1 0,5-4 0,-4 3 0,-1 1 0,0-1 0,0 0 0,0 0 0,0 0 0,-1 0 0,0 0 0,0 0 0,0-1 0,0 1 0,0 0 0,-1-1 0,0 1 0,0 0 0,-1-8 0,-2-6 0,0 0 0,-10-27 0,0-1 0,-27-265 0,32 215 0,-4 1 0,-26-96 0,36 182 0,0 0 0,0 0 0,-1 0 0,0 0 0,-1 1 0,1-1 0,-11-14 0,12 21 0,-1 1 0,1-1 0,-1 1 0,1 0 0,-1-1 0,0 1 0,0 1 0,0-1 0,1 0 0,-1 1 0,0-1 0,0 1 0,0 0 0,0 0 0,0 0 0,0 0 0,-4 1 0,-3-1 0,-405-5-1365,348 3-5461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3:11.3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1062 24575,'1'0'0,"0"0"0,0 0 0,0-1 0,0 1 0,1 0 0,-1-1 0,0 1 0,0 0 0,0-1 0,0 0 0,0 1 0,0-1 0,0 0 0,0 1 0,0-1 0,0 0 0,0 0 0,-1 0 0,1 0 0,0 0 0,0 0 0,-1 0 0,1 0 0,-1 0 0,1 0 0,-1 0 0,1 0 0,-1 0 0,0 0 0,1 0 0,-1-3 0,1-4 0,0 0 0,0 0 0,-1-14 0,-1 11 0,0-884 0,1 885 0,1 1 0,-1 1 0,0-1 0,-1 1 0,0-1 0,-1 1 0,-3-15 0,1 38 0,2 8 0,2-9-1365,0 0-5461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3:11.6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281 12 24575,'-2'-1'0,"0"-1"0,0 1 0,0 0 0,0 0 0,0 0 0,0 0 0,0 0 0,0 1 0,0-1 0,0 0 0,0 1 0,0 0 0,-1-1 0,1 1 0,0 0 0,0 0 0,0 0 0,-1 1 0,1-1 0,0 0 0,0 1 0,0-1 0,0 1 0,0 0 0,-3 1 0,-3 1 0,1 1 0,-1 0 0,1 1 0,0-1 0,-8 8 0,-4 5 0,1 1 0,0 2 0,2-1 0,0 2 0,1 0 0,1 1 0,1 1 0,1 0 0,-16 43 0,28-66 0,0 1-52,0-1-1,-1 1 1,1-1-1,0 1 1,0-1-1,-1 1 1,1 0-1,0-1 1,0 1-1,0-1 1,0 1-1,0-1 1,0 1-1,0 0 1,0-1-1,0 1 1,0-1-1,0 1 1,0-1-1,1 1 1,-1 0-1,0-1 0,0 1 1,0-1-1,1 1 1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3:11.8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34 24575,'3'-2'0,"2"-3"0,1-4 0,1 1 0,3 1 0,1 4 0,-1 5 0,0 7 0,3 4 0,1 5 0,4 6 0,0 3 0,2 4 0,3 2 0,1 2 0,2 2 0,-4-6-8191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3:15.1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233 0 24575,'-13'55'0,"12"-1"0,2 0 0,10 69 0,-4-61 0,-2 77 0,-11-41 0,-30 152 0,-43 93 0,28-129 0,25-110 0,12-58 0,3 1 0,-8 72 0,19-116 0,-1 1 0,1 0 0,0 0 0,0-1 0,1 1 0,-1 0 0,1-1 0,0 1 0,0 0 0,0-1 0,0 1 0,1-1 0,-1 0 0,5 7 0,-4-8 0,1 1 0,-1-1 0,1 0 0,-1 0 0,1 0 0,0 0 0,0 0 0,0 0 0,0-1 0,1 0 0,-1 1 0,0-1 0,1 0 0,-1-1 0,7 2 0,142 12 0,-15-2 0,410 42 0,-454-47 0,1243 54 0,-1061-61 0,1270 17 0,-293-13 0,-553-51 0,-685 46 0,0-1 0,-1 0 0,1-1 0,0-1 0,16-7 0,-18 7 125,-10 4-196,1-1 0,-1 1 0,0-1 0,0 0 0,1 1 0,-1-1 0,0 0 0,0 0 0,0-1 0,0 1 0,0 0 0,0-1 0,0 1 1,0-1-1,-1 1 0,1-1 0,-1 0 0,1 0 0,-1 0 0,2-3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3:15.9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24575,'6'172'0,"-1"61"0,-16 692 0,37-559 0,-26-363 37,0 0-154,1 1 0,-1-1 0,0 0 0,1 0 1,0 0-1,0 1 0,0-1 0,0 0 0,0 0 1,1 0-1,1 2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02.9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312 0 24575,'0'3'0,"-1"-1"0,0 1 0,0-1 0,0 0 0,0 0 0,-1 1 0,1-1 0,-1 0 0,1 0 0,-4 3 0,-3 5 0,-8 14 0,1 2 0,1 0 0,2 0 0,0 1 0,-8 34 0,8-18 0,3 0 0,-8 81 0,14-3 0,17 188 0,-10-261 0,4 56 0,-5 0 0,-5 0 0,-19 144 0,-47 108 0,-18 132 0,81-438 0,2 0 0,2 1 0,9 83 0,-5-108 0,2 0 0,1-1 0,0 1 0,2-1 0,1-1 0,1 0 0,1 0 0,27 42 0,-34-61 0,0 0 0,0 0 0,0-1 0,1 1 0,0-1 0,0 0 0,0 0 0,0-1 0,1 1 0,0-1 0,-1-1 0,1 1 0,0-1 0,0 0 0,12 3 0,4-2 0,0-1 0,0-1 0,29-1 0,-17-1 0,537-34-697,-336 16 271,617-23-1932,3 27 2333,106-3-803,-917 16 761,64 0 114,150-24 1,-254 25 38,33-9 595,-36 10-659,0 0 1,0-1 0,0 1 0,0 0-1,-1-1 1,1 1 0,0 0 0,0-1-1,-1 1 1,1-1 0,0 1-1,-1-1 1,1 0 0,-1 1 0,1-1-1,0 0 1,-1 1 0,0-1 0,1 0-1,-1 1 1,1-1 0,-1 0 0,0 0-1,1 0 1,-1 1 0,0-1 0,0 0-1,0 0 1,0 0 0,0 0 0,0 0-1,0 1 1,0-1 0,0 0-1,0 0 1,0-1 0,-8-11-5516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03.9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35 240 24575,'-4'-4'0,"0"0"0,0 0 0,1 0 0,-1-1 0,1 1 0,0-1 0,1 0 0,-3-6 0,4 9 0,1 1 0,-1-1 0,1 0 0,0 1 0,-1-1 0,1 0 0,0 0 0,0 1 0,0-1 0,1 0 0,-1 0 0,0 1 0,1-1 0,-1 0 0,1 1 0,-1-1 0,1 0 0,0 1 0,0-1 0,0 1 0,0-1 0,0 1 0,0 0 0,0-1 0,0 1 0,0 0 0,1 0 0,-1 0 0,3-2 0,6-3 0,-1 0 0,1 1 0,0 0 0,1 0 0,19-4 0,60-12 0,-67 17 0,419-54-761,6 34-151,-383 21 889,2481 34-4735,-2487-28 5175,-21-2 613,0 2 1,57 11-1,-93-14-989,-1 0 0,0 0 0,1 1 0,-1-1 0,0 0 0,1 1 0,-1-1 0,0 1 0,0 0 0,0-1 0,0 1 0,1 0 0,-1 0 0,0 0 0,0 0 0,-1 0 0,1 0 0,0 0 0,0 0 0,0 0 0,-1 0 0,1 0 0,0 1 1,-1-1-1,1 0 0,-1 0 0,0 1 0,1-1 0,-1 0 0,0 1 0,0-1 0,0 0 0,0 2 0,0 4 175,-2-1 1,1 1-1,-1-1 1,0 1-1,-5 10 1,-2 8 35,-5 31-252,3 0 0,2 1 0,-2 64 0,9-35 0,13 123 0,8-83 0,35 128 0,19 123 0,-59 54 0,-10-114 0,2 12 0,-6-327-54,0-1-1,0 1 0,0 0 1,0 0-1,0 0 1,0-1-1,0 1 0,-1 0 1,1 0-1,-1-1 1,1 1-1,-1 0 0,0-1 1,1 1-1,-1 0 0,0-1 1,0 1-1,0-1 1,0 0-1,-1 1 0,1-1 1,0 0-1,-1 0 1,-2 3-1,-7 1-6771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04.7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500 163 24575,'-1'-8'0,"0"0"0,-1 0 0,0 0 0,0 0 0,-1 1 0,0-1 0,0 1 0,0 0 0,-1 0 0,0 0 0,-1 0 0,0 1 0,0 0 0,0-1 0,0 2 0,-1-1 0,0 1 0,-1 0 0,1 0 0,-1 1 0,0-1 0,-13-5 0,10 8 0,0 0 0,0 0 0,0 1 0,0 0 0,0 1 0,0 0 0,-1 0 0,1 1 0,-15 3 0,-6 4 0,-50 17 0,61-18 0,0 1 0,1 1 0,-25 15 0,38-20 0,1 0 0,0 0 0,-1 0 0,1 1 0,1 0 0,-7 7 0,9-9 0,0 0 0,1 0 0,-1 0 0,1 0 0,-1 0 0,1 1 0,0-1 0,0 0 0,1 0 0,-1 1 0,0-1 0,1 1 0,0 5 0,1-4 0,0 0 0,0 0 0,1-1 0,0 1 0,0 0 0,0 0 0,0-1 0,1 0 0,0 1 0,0-1 0,0 0 0,0 0 0,1 0 0,-1-1 0,1 1 0,0-1 0,0 0 0,6 4 0,11 6 0,0-1 0,32 13 0,-50-23 0,134 52 0,-76-32 0,60 32 0,-115-51 0,-1 0 0,1 0 0,-1 1 0,0 0 0,7 6 0,-11-9 0,-1 0 0,1-1 0,0 1 0,-1 0 0,1 0 0,0 0 0,-1 0 0,1 0 0,-1 0 0,1 0 0,-1 0 0,0 0 0,0 0 0,1 0 0,-1 0 0,0 0 0,0 0 0,0 0 0,0 0 0,0 0 0,0 0 0,0 0 0,0 0 0,-1 0 0,1 0 0,0 0 0,-1 0 0,1 0 0,0 0 0,-1 0 0,1 0 0,-1 0 0,0 0 0,1 0 0,-1 0 0,0-1 0,1 1 0,-1 0 0,-1 0 0,-4 4 0,0-1 0,0 0 0,0 0 0,-1-1 0,1 0 0,-1 0 0,1 0 0,-14 2 0,-60 10 0,70-13 0,-31 4-227,1-1-1,-1-2 1,0-2-1,0-2 1,-54-8-1,53 0-6598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05.0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73 3 24575,'0'-2'0,"0"1"0,0 4 0,0 5 0,0 6 0,0 6 0,0 6 0,0 8 0,-2 5 0,-4 5 0,-2 4 0,-3 1 0,-1 2 0,-1-1 0,1-5 0,4-10-8191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05.4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 1 24575,'-1'47'0,"0"46"0,2-81 0,0-1 0,0 0 0,2 0 0,-1 0 0,1 0 0,5 11 0,-7-19 0,0 1 0,0-1 0,1 0 0,0 0 0,0 0 0,-1 0 0,2 0 0,-1 0 0,0-1 0,0 1 0,1-1 0,0 1 0,-1-1 0,1 0 0,0 0 0,0 0 0,0-1 0,0 1 0,1-1 0,-1 1 0,0-1 0,1 0 0,-1 0 0,0-1 0,1 1 0,-1-1 0,1 1 0,-1-1 0,1 0 0,-1-1 0,1 1 0,-1-1 0,1 1 0,-1-1 0,1 0 0,5-3 0,-1 1 0,0-1 0,0 0 0,0-1 0,-1 0 0,0 0 0,0 0 0,0-1 0,0 0 0,-1 0 0,0-1 0,-1 0 0,1 0 0,7-14 0,-7 7 0,-1 0 0,0 0 0,-1 0 0,0 0 0,-1-1 0,-1 1 0,0-1 0,-1 0 0,-1-22 0,-4 234 0,4 8-1365,0-178-5461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05.6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15 24575,'4'-5'0,"8"-5"0,-12 11 0,1-1 0,-1 0 0,0 0 0,1 0 0,-1 1 0,1-1 0,-1 0 0,1 0 0,-1 1 0,0-1 0,1 0 0,-1 1 0,0-1 0,1 0 0,-1 1 0,0-1 0,0 1 0,1-1 0,-1 0 0,0 1 0,0-1 0,0 1 0,1-1 0,-1 1 0,0-1 0,0 1 0,0-1 0,0 1 0,0-1 0,0 1 0,0-1 0,0 1 0,3 25 0,0 0 0,-3 48 0,0-1 0,6-3-682,20 92-1,-23-143-6143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06.0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1 208 24575,'0'-2'0,"0"1"0,0-1 0,0 1 0,0-1 0,0 1 0,1-1 0,-1 1 0,1-1 0,-1 1 0,1-1 0,0 1 0,-1-1 0,1 1 0,0 0 0,0 0 0,0-1 0,0 1 0,0 0 0,0 0 0,0 0 0,1 0 0,-1 0 0,0 0 0,0 0 0,1 1 0,-1-1 0,1 0 0,-1 1 0,1-1 0,-1 1 0,1-1 0,-1 1 0,1 0 0,-1 0 0,1-1 0,-1 1 0,3 1 0,7-1 0,0 0 0,0 1 0,0 1 0,13 3 0,-12-3 0,0 0 0,73 11 0,-77-12 0,0-1 0,0 0 0,-1 0 0,1-1 0,0 0 0,0 0 0,0-1 0,10-3 0,-15 4 0,-1-1 0,1 1 0,-1 0 0,1-1 0,-1 0 0,1 0 0,-1 1 0,0-1 0,0-1 0,0 1 0,0 0 0,0 0 0,-1-1 0,1 1 0,-1-1 0,1 1 0,-1-1 0,0 0 0,0 0 0,0 1 0,0-4 0,1-5 0,-1-1 0,0 1 0,-1-1 0,-1-13 0,0 14 0,1 1 0,0-1 0,2-15 0,-2 26 0,0 0 0,0 0 0,0-1 0,0 1 0,0 0 0,0-1 0,0 1 0,0 0 0,0 0 0,0-1 0,0 1 0,0 0 0,0 0 0,1-1 0,-1 1 0,0 0 0,0 0 0,0-1 0,0 1 0,0 0 0,1 0 0,-1 0 0,0-1 0,0 1 0,0 0 0,0 0 0,1 0 0,-1-1 0,0 1 0,0 0 0,1 0 0,-1 0 0,0 0 0,0 0 0,1 0 0,-1 0 0,6 9 0,2 18 0,2 43-302,-3 2 0,-4 121-1,-3-172-155,-1 4-6368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06.4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68 76 24575,'11'2'0,"-8"13"0,-3 24 0,-2 1 0,-2-1 0,-9 43 0,11-67 0,-2 0 0,1 0 0,-2 0 0,0 0 0,0-1 0,-11 20 0,16-34 0,-1 0 0,1 1 0,0-1 0,0 0 0,0 1 0,0-1 0,0 0 0,-1 1 0,1-1 0,0 0 0,0 1 0,-1-1 0,1 0 0,0 0 0,0 1 0,-1-1 0,1 0 0,0 0 0,-1 0 0,1 1 0,0-1 0,-1 0 0,1 0 0,0 0 0,-1 0 0,1 0 0,0 0 0,-1 0 0,1 1 0,-1-1 0,1 0 0,0 0 0,-1 0 0,1-1 0,0 1 0,-1 0 0,1 0 0,0 0 0,-1 0 0,1 0 0,0 0 0,-1 0 0,1-1 0,0 1 0,-1 0 0,1 0 0,0 0 0,-1-1 0,1 1 0,0 0 0,0-1 0,-1 1 0,1 0 0,0 0 0,0-1 0,0 1 0,-1 0 0,1-1 0,0 1 0,0-1 0,0 1 0,0 0 0,0-1 0,0 1 0,0 0 0,0-1 0,0 1 0,0-1 0,-5-28 0,6 2 0,1-1 0,2 0 0,1 1 0,1 0 0,1 0 0,1 0 0,1 1 0,2 1 0,1-1 0,21-33 0,-30 54 0,1-1 0,-1 1 0,1 1 0,0-1 0,1 1 0,-1-1 0,1 1 0,0 1 0,0-1 0,6-3 0,-9 6 0,0 1 0,0-1 0,0 0 0,0 1 0,0-1 0,0 1 0,0-1 0,1 1 0,-1 0 0,0 0 0,0 0 0,0 0 0,1 1 0,-1-1 0,0 0 0,0 1 0,0 0 0,0-1 0,0 1 0,0 0 0,0 0 0,0 0 0,0 0 0,0 1 0,-1-1 0,1 0 0,0 1 0,-1-1 0,1 1 0,-1 0 0,2 2 0,5 7 0,-1-1 0,0 1 0,-1 1 0,0-1 0,-1 1 0,-1 0 0,5 16 0,16 92 0,-20-92 0,0-1-341,-1 0 0,-2 0-1,0 34 1,-4-37-6485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06.5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28 24575,'0'-2'0,"2"-1"0,3 0 0,4 1 0,4 0 0,4 1 0,5 1 0,5-3 0,5-2 0,-3-1-8191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06.8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95 41 24575,'0'-2'0,"-1"-1"0,1 1 0,-1-1 0,0 1 0,0 0 0,0 0 0,0-1 0,0 1 0,0 0 0,0 0 0,-1 0 0,-2-3 0,3 4 0,1 1 0,0-1 0,-1 1 0,1-1 0,-1 1 0,1-1 0,-1 1 0,1-1 0,-1 1 0,1 0 0,-1-1 0,0 1 0,1 0 0,-1-1 0,1 1 0,-1 0 0,0 0 0,1-1 0,-1 1 0,0 0 0,1 0 0,-1 0 0,0 0 0,1 0 0,-1 0 0,0 0 0,1 0 0,-1 0 0,0 0 0,1 1 0,-1-1 0,0 0 0,1 0 0,-1 1 0,0-1 0,1 0 0,-1 1 0,1-1 0,-1 0 0,1 1 0,-1-1 0,1 1 0,-1-1 0,1 1 0,-1-1 0,1 1 0,-1 1 0,-3 6 0,-1 1 0,2 0 0,-1 0 0,1 0 0,1 0 0,-2 13 0,-5 61 0,7-56 0,-13 157-1365,14-161-5461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07.1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30 24575,'0'0'0,"0"-1"0,0 1 0,0 0 0,0-1 0,0 1 0,0-1 0,0 1 0,0 0 0,0-1 0,0 1 0,0 0 0,0-1 0,0 1 0,0 0 0,0-1 0,0 1 0,0 0 0,0-1 0,0 1 0,1 0 0,-1-1 0,0 1 0,0 0 0,0-1 0,1 1 0,-1 0 0,0 0 0,0-1 0,1 1 0,-1 0 0,0 0 0,1-1 0,-1 1 0,0 0 0,1 0 0,9 8 0,7 20 0,1 9 0,2-1 0,1 0 0,2-2 0,1-1 0,2-1 0,41 41 0,-65-70 0,0-1 0,1 0 0,-1 0 0,1 0 0,0 0 0,0-1 0,-1 1 0,1-1 0,0 1 0,0-1 0,0 0 0,0 0 0,1 0 0,-1-1 0,6 1 0,-7-1 0,0 0 0,0-1 0,0 1 0,0-1 0,0 0 0,0 0 0,0 0 0,0 0 0,0 0 0,-1 0 0,1 0 0,0 0 0,-1-1 0,1 1 0,-1-1 0,1 1 0,-1-1 0,0 1 0,0-1 0,0 0 0,1 0 0,-2 0 0,1 0 0,0 0 0,1-3 0,2-9 0,0 0 0,0-1 0,-1 1 0,1-30 0,-3-61 0,-2 66 0,1 29 0,0 1 0,0-1 0,-1 0 0,0 1 0,-4-17 0,1 22 171,2 12 0,-1 12-1878,3-1-5119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07.5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38 111 24575,'0'-5'0,"0"-6"0,0 14 0,0 29 0,0 20 0,-2 0 0,-3 0 0,-2 0 0,-17 66 0,26-161 0,10-24 0,2 2 0,37-104 0,-46 155 0,1 1 0,0-1 0,15-21 0,-19 31 0,1 1 0,-1 0 0,1 0 0,0-1 0,0 2 0,0-1 0,1 0 0,3-2 0,-5 4 0,0 0 0,-1 1 0,1-1 0,0 0 0,0 1 0,0-1 0,0 1 0,0 0 0,-1 0 0,1-1 0,0 1 0,0 0 0,0 1 0,0-1 0,0 0 0,0 0 0,0 1 0,3 1 0,-2-1 0,0 1 0,0 0 0,0 1 0,0-1 0,0 0 0,0 1 0,-1 0 0,1 0 0,-1-1 0,0 1 0,0 1 0,0-1 0,0 0 0,0 0 0,-1 1 0,1-1 0,0 5 0,3 9 0,0 0 0,2 20 0,-6-33 0,18 168 289,-9-61-1943,-7-85-5172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07.7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0 24575,'-2'0'0,"1"0"0,3 0 0,4 0 0,3 0 0,5 3 0,2 0 0,3 0 0,2-1 0,4 0 0,-4-1-8191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09.7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108 6 24575,'-2'-5'0,"-3"12"0,-3 13 0,-24 75 0,-17 62 0,45-140 0,1-1 0,1 2 0,0-1 0,2 0 0,0 0 0,0 0 0,5 23 0,-4-32-114,1-1 1,1 1-1,-1-1 0,1 0 0,0 0 1,1 0-1,-1 0 0,1-1 0,1 1 1,-1-1-1,9 8 0,7 5-6712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10.2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83 289 24575,'-2'1'0,"1"-1"0,-1 0 0,1 0 0,-1 1 0,1-1 0,-1 1 0,1-1 0,0 1 0,-1 0 0,1-1 0,0 1 0,0 0 0,-1 0 0,1 0 0,0 0 0,0 0 0,0 0 0,0 0 0,0 1 0,0-1 0,1 0 0,-1 0 0,0 1 0,0-1 0,1 1 0,-1-1 0,0 3 0,-1 5 0,0 0 0,0 0 0,-1 13 0,3-13 0,-15 170 0,15-176 0,-1 1 0,1-1 0,-1 0 0,0 1 0,0-1 0,-2 5 0,3-7 0,0-1 0,0 0 0,0 0 0,0 0 0,0 0 0,-1 1 0,1-1 0,0 0 0,0 0 0,0 0 0,0 0 0,0 0 0,0 1 0,0-1 0,-1 0 0,1 0 0,0 0 0,0 0 0,0 0 0,0 0 0,-1 0 0,1 1 0,0-1 0,0 0 0,0 0 0,0 0 0,-1 0 0,1 0 0,0 0 0,0 0 0,0 0 0,0 0 0,-1 0 0,1 0 0,0 0 0,0 0 0,0 0 0,-1 0 0,1 0 0,0-1 0,-6-14 0,3-1 0,1-1 0,0 0 0,2 1 0,0-1 0,3-19 0,17-86 0,-10 67 0,-5 23 0,1 0 0,2 0 0,1 1 0,1 0 0,25-51 0,-34 79 0,1 1 0,0-1 0,0 0 0,0 1 0,0-1 0,0 1 0,0 0 0,1 0 0,-1-1 0,1 2 0,5-4 0,-7 4 0,0 1 0,0 0 0,0-1 0,0 1 0,0 0 0,1 0 0,-1 0 0,0 0 0,0 0 0,0 0 0,1 0 0,-1 0 0,0 0 0,0 1 0,0-1 0,0 0 0,0 1 0,0-1 0,0 1 0,0-1 0,0 1 0,0 0 0,0-1 0,0 1 0,0 0 0,0 0 0,0 0 0,0-1 0,-1 1 0,1 0 0,0 0 0,-1 0 0,1 0 0,-1 0 0,1 2 0,5 8 0,-1 0 0,-1 0 0,0 1 0,0-1 0,-1 1 0,2 16 0,5 78 0,-9-85 0,12 282-1365,-11-272-5461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10.3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 1 24575,'-3'0'0,"0"2"0,0 3 0,5 1 0,7 0 0,7-2 0,5-2 0,6 0 0,-2-1-8191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10.7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196 111 24575,'1'0'0,"0"-1"0,1 1 0,-1-1 0,0 0 0,0 1 0,0-1 0,1 0 0,-1 0 0,0 0 0,0 1 0,0-1 0,0 0 0,-1 0 0,1-1 0,0 1 0,0 0 0,0-1 0,12-22 0,-12 23 0,0-1 0,0 0 0,-1 0 0,1 0 0,0 0 0,-1 0 0,0 0 0,1 0 0,-1 0 0,0-1 0,0 1 0,0 0 0,0 0 0,0 0 0,-1 0 0,1 0 0,-1 0 0,1 0 0,-1 0 0,0 0 0,0 0 0,0 0 0,0 0 0,0 1 0,0-1 0,0 0 0,-2-1 0,1 1 0,-1 0 0,1 1 0,-1-1 0,1 1 0,-1 0 0,1 0 0,-1 0 0,0 0 0,0 0 0,0 0 0,1 1 0,-1 0 0,0-1 0,0 1 0,0 0 0,0 0 0,0 0 0,0 1 0,-4 0 0,3 0 0,-1 0 0,1 0 0,0 0 0,0 1 0,0-1 0,0 1 0,0 0 0,0 0 0,1 1 0,-1-1 0,0 1 0,1 0 0,0 0 0,0 0 0,0 0 0,0 0 0,0 1 0,1-1 0,-1 1 0,1 0 0,0-1 0,0 1 0,1 0 0,-1 0 0,1 1 0,0-1 0,0 0 0,-1 5 0,2-2 0,-1 0 0,1-1 0,0 1 0,1 0 0,0 0 0,0-1 0,1 1 0,-1 0 0,1-1 0,1 0 0,-1 1 0,1-1 0,0 0 0,0 0 0,1 0 0,0-1 0,7 9 0,-2-6 0,-1-1 0,2 0 0,-1 0 0,1 0 0,0-1 0,15 6 0,-13-6 0,0 1 0,0 0 0,18 14 0,-29-20 0,0 0 0,0-1 0,-1 1 0,1 0 0,0 0 0,0 0 0,-1 0 0,1 0 0,0 0 0,-1 0 0,1 0 0,-1 0 0,1 0 0,-1 0 0,0 0 0,0 0 0,1 0 0,-1 1 0,0-1 0,0 0 0,0 0 0,0 0 0,0 0 0,0 1 0,0-1 0,-1 0 0,1 0 0,0 0 0,-1 0 0,1 0 0,-1 0 0,1 0 0,-1 0 0,1 0 0,-1 0 0,0 0 0,0 0 0,1 0 0,-1 0 0,0 0 0,0-1 0,0 1 0,0 0 0,-1 0 0,-5 4 0,0 0 0,0 0 0,0-1 0,-14 6 0,5-4 86,0 0-1,0-1 0,-32 4 1,37-7-300,1-1 1,-1 0 0,1-1-1,0-1 1,-1 1 0,1-2-1,-16-3 1,9-1-6613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11.1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135 94 24575,'2'-1'0,"-1"-1"0,0 1 0,0-1 0,0 0 0,0 1 0,0-1 0,0 0 0,0 0 0,0 1 0,-1-1 0,1 0 0,-1 0 0,1 0 0,-1 0 0,0 0 0,0 0 0,0 0 0,0 1 0,0-1 0,0 0 0,-1 0 0,1 0 0,0 0 0,-1 0 0,0 0 0,1 1 0,-1-1 0,0 0 0,0 0 0,0 1 0,0-1 0,0 1 0,-3-4 0,2 3 0,0-1 0,0 1 0,-1-1 0,1 1 0,-1 0 0,0 0 0,1 0 0,-1 0 0,0 1 0,0-1 0,0 1 0,0 0 0,0-1 0,-1 1 0,1 1 0,0-1 0,0 0 0,-7 1 0,6 0 0,1 0 0,0 1 0,-1 0 0,1 0 0,0 0 0,0 0 0,-1 0 0,1 1 0,0-1 0,0 1 0,0 0 0,1 0 0,-1 0 0,0 0 0,1 1 0,-1-1 0,1 1 0,0-1 0,0 1 0,0 0 0,0 0 0,1 0 0,-1 0 0,1 0 0,-1 0 0,1 0 0,0 1 0,0-1 0,1 0 0,-1 1 0,0 4 0,0 0 0,1 0 0,0-1 0,0 1 0,1 0 0,0 0 0,0 0 0,1 0 0,0-1 0,0 1 0,0-1 0,1 1 0,7 10 0,-3-7 0,0-1 0,1 0 0,1-1 0,-1 0 0,19 15 0,55 32 0,-69-47 0,-11-8 0,-1 0 0,1-1 0,-1 1 0,0 0 0,1 0 0,-1 0 0,0 1 0,0-1 0,0 0 0,0 0 0,0 1 0,0-1 0,0 0 0,0 1 0,0-1 0,-1 1 0,1-1 0,-1 1 0,1 2 0,-1-3 0,0 1 0,0-1 0,-1 0 0,1 1 0,-1-1 0,1 0 0,-1 0 0,0 1 0,1-1 0,-1 0 0,0 0 0,0 0 0,0 0 0,1 0 0,-1 0 0,-1 0 0,1 0 0,0 0 0,0 0 0,0-1 0,0 1 0,0 0 0,-3 0 0,-9 5-170,0-1-1,0-1 0,-1 0 1,0-1-1,0-1 0,1 0 1,-27 1-1,15-2-6655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11.5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56 135 24575,'-13'1'0,"14"4"0,1-4 0,0 0 0,0 0 0,0-1 0,0 1 0,1 0 0,-1-1 0,0 1 0,4-1 0,11 1 0,1 0 0,-1-1 0,23-4 0,-36 3 0,-1 1 0,1-1 0,-1 1 0,0-1 0,1 0 0,-1 0 0,0-1 0,0 1 0,0-1 0,0 1 0,0-1 0,0 0 0,0 0 0,-1 0 0,1-1 0,-1 1 0,1-1 0,-1 1 0,0-1 0,0 0 0,0 0 0,0 0 0,-1 0 0,3-4 0,-4 4 0,0 1 0,0-1 0,1 1 0,-2 0 0,1-1 0,0 1 0,0-1 0,-1 1 0,1 0 0,-1-1 0,0 1 0,0 0 0,0-1 0,0 1 0,0 0 0,0 0 0,0 0 0,-1 0 0,1 0 0,-1 0 0,0 1 0,1-1 0,-1 0 0,0 1 0,0-1 0,0 1 0,0 0 0,-3-2 0,-4-2 0,0 0 0,0 1 0,0 0 0,-1 0 0,-13-3 0,18 6 0,1 0 0,-1 0 0,0 1 0,1 0 0,-1-1 0,0 1 0,1 1 0,-1-1 0,0 1 0,1-1 0,-1 2 0,1-1 0,-1 0 0,1 1 0,-8 3 0,9-3 0,0 1 0,-1-1 0,1 1 0,0 0 0,0 0 0,1 0 0,-1 0 0,1 1 0,-1-1 0,1 0 0,0 1 0,0 0 0,1 0 0,-1-1 0,1 1 0,0 0 0,0 0 0,-1 5 0,1-3 18,0 1 0,0-1 0,1 1 0,0 0 0,0 0 0,1-1 0,-1 1 0,2-1 0,-1 1 0,1-1 0,0 1 0,0-1 0,0 0 0,1 0 0,0 0 0,0 0 0,1 0 0,6 8 0,-3-7-150,-1-1 1,1 1 0,0-1-1,1 0 1,-1-1 0,1 0 0,0 0-1,0-1 1,1 0 0,-1-1 0,1 1-1,16 3 1,2-2-6695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11.8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30 120 24575,'1'-32'0,"0"23"0,-1 0 0,1-1 0,-2 1 0,1-1 0,-1 1 0,-1 0 0,-3-14 0,0 34 0,1 9 0,-4 34 0,4 1 0,1 1 0,3-1 0,2 0 0,14 79 0,-15-127-170,1 1-1,0 0 0,0-1 1,1 1-1,-1-1 0,2 0 1,6 13-1,0-7-6655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11.9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 1 24575,'-2'0'0,"-3"0"0,-4 0 0,1 2 0,3 1 0,5 2 0,8 1 0,6-2 0,8 0 0,7-2 0,6-3 0,4-2 0,-5 0-8191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12.5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265 124 24575,'1'0'0,"0"-1"0,0 1 0,0 0 0,0-1 0,-1 1 0,1-1 0,0 1 0,0-1 0,0 1 0,-1-1 0,1 0 0,0 0 0,0 1 0,-1-1 0,1 0 0,-1 0 0,1 1 0,0-2 0,11-20 0,-9 16 0,-1 2 0,1-1 0,-1 0 0,1 0 0,-1 0 0,-1 0 0,1 0 0,0-6 0,-2 9 0,0 1 0,0-1 0,0 1 0,0 0 0,0-1 0,-1 1 0,1 0 0,-1-1 0,1 1 0,-1 0 0,1 0 0,-1-1 0,0 1 0,1 0 0,-1 0 0,0 0 0,0 0 0,0 0 0,0 0 0,0 0 0,0 0 0,0 0 0,0 1 0,0-1 0,-1 0 0,1 1 0,0-1 0,0 1 0,-1-1 0,1 1 0,0-1 0,-1 1 0,-1 0 0,-6-2 0,-1 1 0,1-1 0,-1 2 0,1 0 0,0 0 0,-1 0 0,1 1 0,-1 1 0,1 0 0,-13 4 0,6-1 0,-1 1 0,2 1 0,-1 1 0,-26 16 0,38-21 0,0 0 0,0 0 0,0 0 0,0 0 0,1 1 0,-1-1 0,1 1 0,0 0 0,0 0 0,0 0 0,1 1 0,0-1 0,-3 6 0,5-8 0,-1 1 0,1-1 0,-1 1 0,1 0 0,0-1 0,0 1 0,0-1 0,1 1 0,-1-1 0,1 1 0,-1 0 0,1-1 0,0 0 0,0 1 0,0-1 0,0 1 0,0-1 0,0 0 0,1 0 0,-1 0 0,1 0 0,0 0 0,-1 0 0,1 0 0,0 0 0,4 2 0,3 3 0,2 1 0,-1-2 0,1 1 0,0-2 0,1 1 0,12 3 0,78 20 0,-38-12 0,-60-16 0,-1 0 0,1 1 0,-1-1 0,0 1 0,1 0 0,-1 0 0,0 0 0,0 0 0,3 3 0,-6-5 0,1 1 0,-1-1 0,1 1 0,-1-1 0,0 1 0,1 0 0,-1-1 0,0 1 0,0-1 0,1 1 0,-1-1 0,0 1 0,0 0 0,0-1 0,0 1 0,1 0 0,-1-1 0,0 1 0,0 0 0,-1-1 0,1 1 0,0 0 0,0 0 0,-1 0 0,0 0 0,1 0 0,-1 0 0,0 0 0,0 0 0,1 0 0,-1 0 0,0 0 0,0-1 0,0 1 0,0 0 0,0-1 0,0 1 0,0-1 0,-2 1 0,-7 3 0,1-1 0,-1 0 0,1-1 0,-1 0 0,0-1 0,0 1 0,0-2 0,-12 0 0,-11-2 0,-36-7 0,47 5-455,1-1 0,-27-8 0,26 4-6371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12.8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8 24575,'-6'-8'0,"12"10"0,14 13 0,-3 5 0,-1 0 0,-1 1 0,0 1 0,-2 0 0,-1 1 0,0 0 0,-2 1 0,-1 0 0,10 39 0,-16-46 0,0-1 0,-1 1 0,0 0 0,-2 0 0,0 0 0,-4 30 0,2-36 0,-1 1 0,0 0 0,-1-1 0,0 0 0,0 0 0,-1 0 0,-1 0 0,0-1 0,-1 0 0,-9 12 0,-22 18-1365,-1-9-5461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14.2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40 1 24575,'-1'0'0,"0"0"0,1 0 0,-1 1 0,0-1 0,1 0 0,-1 1 0,1-1 0,-1 1 0,1-1 0,-1 1 0,1-1 0,-1 1 0,1-1 0,0 1 0,-1-1 0,1 1 0,-1 0 0,1-1 0,0 1 0,0 0 0,0-1 0,-1 1 0,1 0 0,0-1 0,0 1 0,0 0 0,0 1 0,-2 25 0,1-20 0,-9 99 155,2-40-535,3 1 0,3 0 0,7 80 0,-2-125-6446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14.6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192 29 24575,'-10'1'0,"1"0"0,-1 1 0,1-1 0,-1 2 0,1-1 0,0 1 0,0 1 0,1 0 0,-1 0 0,-10 7 0,13-7 0,-1 0 0,1 1 0,0 0 0,0 0 0,0 0 0,1 1 0,0 0 0,0 0 0,0 0 0,1 0 0,0 1 0,0 0 0,-3 7 0,6-11 0,0 0 0,1-1 0,-1 1 0,0 0 0,1 0 0,0 0 0,0 0 0,-1 0 0,2 0 0,-1 0 0,0 0 0,1 0 0,-1 0 0,1 0 0,0-1 0,0 1 0,0 0 0,2 4 0,0-3 0,0-1 0,-1 1 0,1-1 0,1 0 0,-1 0 0,0 0 0,1 0 0,-1-1 0,1 1 0,0-1 0,5 3 0,3-1 0,-1 1 0,1-2 0,0 1 0,0-2 0,1 1 0,-1-2 0,0 0 0,13 0 0,-9-2 0,0-1 0,0 0 0,0-2 0,-1 1 0,0-2 0,1 0 0,23-12 0,-31 13 0,0 0 0,0-1 0,-1 0 0,1 0 0,-1 0 0,0-1 0,0 0 0,-1-1 0,0 0 0,0 0 0,-1 0 0,0 0 0,0-1 0,7-15 0,-11 20 0,0 0 0,0 0 0,0 0 0,0 0 0,-1 0 0,1 0 0,-1 0 0,0 0 0,0 0 0,0 0 0,0-1 0,-1 1 0,1 0 0,-1 0 0,0 0 0,0 0 0,0 0 0,0 1 0,0-1 0,-1 0 0,1 0 0,-1 1 0,0-1 0,0 1 0,0-1 0,0 1 0,0 0 0,0 0 0,-1 0 0,1 0 0,-1 0 0,0 0 0,-3-1 0,-5-2 0,0 0 0,0 0 0,0 1 0,0 1 0,-1 0 0,1 0 0,-18-1 0,2 2-682,-39 3-1,25 2-6143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14.9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85 0 24575,'-12'1'0,"0"0"0,0 0 0,0 1 0,1 1 0,-13 4 0,24-7 0,0 0 0,0 0 0,0 0 0,0 0 0,0 0 0,0 0 0,0 0 0,0 0 0,0 0 0,1 1 0,-1-1 0,0 0 0,0 0 0,0 0 0,0 0 0,0 0 0,0 0 0,0 0 0,0 0 0,0 0 0,0 0 0,0 1 0,0-1 0,0 0 0,0 0 0,0 0 0,0 0 0,0 0 0,0 0 0,0 0 0,0 0 0,0 1 0,0-1 0,0 0 0,0 0 0,0 0 0,0 0 0,0 0 0,0 0 0,0 0 0,0 0 0,0 0 0,0 1 0,-1-1 0,1 0 0,0 0 0,0 0 0,0 0 0,0 0 0,0 0 0,0 0 0,0 0 0,0 0 0,0 0 0,0 0 0,-1 0 0,1 0 0,0 0 0,0 0 0,0 0 0,0 0 0,0 0 0,0 0 0,0 0 0,0 0 0,-1 0 0,1 0 0,0 0 0,0 0 0,12 4 0,18-1 0,101 1-682,172-17-1,-257 7-6143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1:15.2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55 24575,'2'0'0,"6"-2"0,5-2 0,11-1 0,10 0 0,10-2 0,10 0 0,7 0 0,3-2 0,-10 1-8191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3:21.5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 24575,'23'-1'0,"-14"0"0,0 1 0,0 0 0,0 0 0,16 4 0,-23-4 0,0 1 0,0 0 0,0-1 0,0 1 0,0 0 0,0 0 0,-1 0 0,1 0 0,0 0 0,-1 0 0,1 1 0,-1-1 0,1 1 0,-1-1 0,1 1 0,-1-1 0,0 1 0,0 0 0,0 0 0,0-1 0,0 1 0,0 0 0,-1 0 0,1 0 0,-1 0 0,1 3 0,1 14-151,-1 0-1,-2 0 0,0 0 0,0 0 1,-2 0-1,-1 0 0,0-1 1,-11 29-1,10-31-6674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3:21.9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403 1 24575,'-12'0'0,"1"1"0,-1 1 0,1 0 0,-1 1 0,-20 7 0,-51 28 0,61-27 0,1 1 0,0 1 0,1 1 0,1 1 0,0 0 0,1 1 0,-24 29 0,36-37 0,1 0 0,-1 0 0,2 0 0,-1 1 0,1-1 0,0 1 0,1 0 0,0 1 0,-3 13 0,5-16 0,0 0 0,1 1 0,0-1 0,0 0 0,1 0 0,0 1 0,0-1 0,1 0 0,0 0 0,0 0 0,1 0 0,-1 0 0,8 11 0,-2-6 0,0 0 0,1-1 0,0-1 0,1 0 0,0 0 0,1 0 0,0-2 0,0 1 0,1-1 0,0-1 0,0 0 0,1-1 0,20 8 0,-7-5 0,0-1 0,1-1 0,-1-2 0,1 0 0,1-2 0,28 0 0,-35-3 0,0-1 0,0-1 0,-1 0 0,1-2 0,-1 0 0,0-2 0,0 0 0,-1-1 0,29-15 0,-40 18 0,0-1 0,0 0 0,0 0 0,-1-1 0,0 0 0,0 0 0,-1-1 0,1 0 0,-1 0 0,-1 0 0,1-1 0,-1 0 0,-1 0 0,0 0 0,0-1 0,0 1 0,-1-1 0,0 0 0,-1 0 0,0 0 0,0 0 0,-1 0 0,0-14 0,-1 14 0,-1-1 0,0 1 0,0-1 0,-1 1 0,0 0 0,0 0 0,-1 0 0,0 0 0,-1 1 0,0-1 0,-1 1 0,-6-10 0,3 7 0,0 1 0,-2 0 0,1 0 0,-1 1 0,0 0 0,-1 1 0,-20-13 0,2 6 0,0 1 0,-1 2 0,0 1 0,-1 1 0,0 1 0,-45-5 0,9 5-1365,6 4-5461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3:24.2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97 111 24575,'0'0'0,"-1"-1"0,1 1 0,-1 0 0,1 0 0,0 0 0,-1-1 0,1 1 0,0 0 0,-1 0 0,1-1 0,0 1 0,-1 0 0,1-1 0,0 1 0,0-1 0,-1 1 0,1 0 0,0-1 0,0 1 0,0-1 0,0 1 0,-1 0 0,1-1 0,0 1 0,0-1 0,0 1 0,0-1 0,0 1 0,0 0 0,0-1 0,0 1 0,0-1 0,0 1 0,1-1 0,-1 1 0,0 0 0,0-1 0,0 1 0,0-1 0,1 1 0,-1-1 0,7-17 0,-3 12 0,0 0 0,0 0 0,1 1 0,0-1 0,0 1 0,0 0 0,0 1 0,1 0 0,0-1 0,7-2 0,-9 4 0,0 1 0,0 0 0,1 0 0,-1 0 0,1 1 0,0-1 0,-1 1 0,1 0 0,0 1 0,-1-1 0,1 1 0,0 0 0,0 0 0,0 0 0,-1 1 0,6 0 0,-9 0 0,1-1 0,0 1 0,-1-1 0,1 1 0,-1-1 0,1 1 0,-1 0 0,0 0 0,1 0 0,-1 0 0,0 0 0,1 0 0,-1 0 0,0 0 0,0 1 0,0-1 0,0 0 0,0 1 0,0-1 0,-1 1 0,1-1 0,0 1 0,0 1 0,-1 0 0,1-1 0,-1 1 0,0 0 0,0 0 0,0 0 0,-1 0 0,1-1 0,-1 1 0,1 0 0,-1 0 0,0-1 0,-2 4 0,-1 3 0,-1 0 0,0 0 0,-1-1 0,0 0 0,0 0 0,-11 11 0,-3-3 0,-1 0 0,-1-2 0,0 0 0,0-2 0,-29 12 0,0 0 0,51-24 0,0 0 0,-1 0 0,1 1 0,0-1 0,-1 0 0,1 0 0,-1 0 0,1 0 0,0 0 0,-1 0 0,1 1 0,0-1 0,-1 0 0,1 0 0,0 1 0,-1-1 0,1 0 0,0 0 0,0 1 0,-1-1 0,1 0 0,0 1 0,0-1 0,0 0 0,-1 1 0,1-1 0,0 1 0,0-1 0,0 0 0,0 1 0,0-1 0,0 0 0,0 1 0,0 0 0,13 3 0,25-2 0,17-5-341,-1-3 0,-1-1-1,71-21 1,-90 19-6485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3:24.6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510 91 24575,'-5'-5'0,"0"1"0,-1 0 0,0 1 0,1-1 0,-1 1 0,0 0 0,0 0 0,-1 1 0,1 0 0,0 0 0,-1 0 0,0 1 0,1 0 0,-1 0 0,0 1 0,1 0 0,-11 1 0,-3 0 0,0 2 0,0 0 0,0 1 0,-29 11 0,30-8 0,0 1 0,0 1 0,1 1 0,0 0 0,1 1 0,0 1 0,1 1 0,0 0 0,-26 29 0,35-33 0,0 0 0,1 0 0,0 0 0,1 1 0,0 0 0,0 0 0,1 0 0,-5 20 0,7-22 0,1 0 0,0 1 0,0-1 0,1 1 0,0-1 0,1 1 0,0-1 0,0 1 0,1-1 0,0 0 0,0 0 0,6 13 0,-5-14 0,1 0 0,0 0 0,0 0 0,1-1 0,-1 0 0,1 0 0,1 0 0,-1 0 0,1-1 0,9 7 0,-4-5 0,0 0 0,1 0 0,-1-2 0,1 1 0,24 6 0,-14-7 0,0 0 0,0-1 0,1-2 0,-1 0 0,1-1 0,44-5 0,-50 2 0,-1-1 0,0-1 0,0 0 0,0-1 0,0-1 0,-1-1 0,0 0 0,0 0 0,-1-2 0,25-18 0,-30 19 0,0 0 0,0 0 0,-1-1 0,-1 0 0,1-1 0,-2 1 0,1-2 0,-1 1 0,-1 0 0,0-1 0,0 0 0,-1 0 0,-1-1 0,0 1 0,3-23 0,-4 21-52,-2 1-1,1 0 1,-2-1-1,0 1 1,0 0-1,-1-1 1,0 1-1,-1 0 1,-1 0-1,0 1 1,-1-1-1,0 1 1,0 0-1,-1 0 1,-1 1-1,0-1 1,0 1-1,-1 1 1,0-1-1,-1 2 0,0-1 1,0 1-1,-1 0 1,0 1-1,-16-9 1,-23-10-6774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3:26.5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 71 24575,'-2'-1'0,"1"1"0,-1 0 0,1 0 0,0-1 0,0 1 0,-1-1 0,1 1 0,0-1 0,0 0 0,-1 1 0,1-1 0,0 0 0,0 0 0,0 0 0,0 0 0,0 0 0,0 0 0,0 0 0,1 0 0,-1 0 0,-1-3 0,1 3 0,1 0 0,-1 0 0,1 0 0,-1 0 0,1 0 0,0 0 0,-1 0 0,1 0 0,0 0 0,0 0 0,0 0 0,0 0 0,0 0 0,0 0 0,0 0 0,0-1 0,0 1 0,1 0 0,-1 0 0,0 0 0,1 0 0,-1 0 0,0 0 0,1 0 0,0 0 0,-1 0 0,2-1 0,1-1 0,1 1 0,-1 0 0,1 0 0,-1 0 0,1 0 0,0 0 0,0 1 0,0 0 0,0 0 0,0 0 0,0 0 0,7 0 0,56 0 0,-43 2 0,-1-1 0,42 2 0,-59-2 0,-1 1 0,1 0 0,-1 0 0,1 1 0,-1 0 0,1 0 0,-1 0 0,9 5 0,-13-6 0,0-1 0,-1 0 0,1 1 0,0 0 0,0-1 0,-1 1 0,1-1 0,0 1 0,-1 0 0,1-1 0,-1 1 0,1 0 0,-1 0 0,1-1 0,-1 1 0,1 0 0,-1 0 0,0 0 0,0-1 0,1 1 0,-1 0 0,0 0 0,0 0 0,0 0 0,0 0 0,0 0 0,0 0 0,0 0 0,-1 1 0,0 0 0,1 0 0,-1-1 0,0 1 0,0 0 0,-1-1 0,1 1 0,0-1 0,0 0 0,-1 1 0,1-1 0,-3 2 0,-7 4 0,1-1 0,-1 0 0,-13 5 0,22-11 0,-123 45 0,124-45 0,1 0 0,-1 0 0,1 0 0,-1 0 0,1 0 0,-1 0 0,1 0 0,-1 1 0,1-1 0,-1 0 0,1 0 0,0 1 0,-1-1 0,1 0 0,-1 0 0,1 1 0,0-1 0,-1 0 0,1 1 0,0-1 0,-1 1 0,1-1 0,0 0 0,0 1 0,0-1 0,-1 1 0,1-1 0,0 1 0,0-1 0,0 1 0,0 0 0,1 0 0,-1-1 0,1 1 0,0 0 0,-1-1 0,1 1 0,0-1 0,-1 1 0,1-1 0,0 0 0,0 1 0,0-1 0,-1 0 0,1 1 0,1-1 0,42 10 0,-38-10 0,7 3 0,1 0 0,-1 1 0,22 9 0,-32-12 0,0 0 0,0 0 0,-1 0 0,1 1 0,-1-1 0,1 1 0,-1 0 0,1-1 0,-1 1 0,0 0 0,0 1 0,0-1 0,0 0 0,0 0 0,-1 1 0,1-1 0,-1 1 0,1 0 0,-1-1 0,0 1 0,0 0 0,0 0 0,-1 0 0,2 3 0,-3-4 0,1 0 0,-1 0 0,1-1 0,-1 1 0,1 0 0,-1 0 0,0 0 0,0-1 0,0 1 0,0 0 0,0-1 0,-1 1 0,1-1 0,0 1 0,-1-1 0,1 1 0,-1-1 0,1 0 0,-1 0 0,0 0 0,1 0 0,-1 0 0,0 0 0,0 0 0,0-1 0,-3 2 0,-6 1 0,0 0 0,-24 3 0,34-6 0,-10 2-151,-1-1-1,0-1 0,0 0 0,1-1 1,-1 0-1,0-1 0,1 0 1,-14-5-1,0-2-6674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3:26.9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419 48 24575,'-25'-9'0,"-2"1"0,1 1 0,-1 1 0,-35-2 0,53 7 0,0 1 0,0 0 0,0 1 0,0 0 0,0 0 0,0 1 0,0 0 0,0 1 0,0 0 0,1 0 0,-1 1 0,1 0 0,0 0 0,0 1 0,1 0 0,-12 10 0,10-6 0,0 1 0,0 0 0,1 0 0,1 1 0,0 0 0,0 1 0,1-1 0,1 1 0,0 0 0,1 1 0,0-1 0,0 1 0,-1 19 0,2-15 0,1-1 0,2 2 0,-1-1 0,2 0 0,0 0 0,1 0 0,1-1 0,1 1 0,10 30 0,-9-35 0,0 0 0,1-1 0,1 0 0,-1 0 0,2-1 0,0 0 0,0 0 0,0-1 0,2 0 0,-1 0 0,1-1 0,0 0 0,0-1 0,1 0 0,0-1 0,0 0 0,1-1 0,0 0 0,0-1 0,17 4 0,-12-4 0,-1-1 0,1-1 0,-1-1 0,1-1 0,0 0 0,-1-1 0,1 0 0,0-2 0,-1 0 0,0 0 0,0-2 0,0 0 0,0-1 0,-1-1 0,18-9 0,-14 4 0,0-1 0,-1-1 0,0 0 0,-2-1 0,1-1 0,-2-1 0,20-25 0,-24 25 0,0 1 0,0-2 0,-2 1 0,0-1 0,-1-1 0,-1 0 0,-1 0 0,7-32 0,-12 43 0,0 0 0,0 0 0,-1 0 0,0 0 0,0 0 0,-1 0 0,0 0 0,-1 0 0,1 0 0,-1 1 0,-1-1 0,0 0 0,0 1 0,0 0 0,-1 0 0,-6-10 0,4 10 0,0 0 0,-1 0 0,0 0 0,0 1 0,0 0 0,-1 0 0,0 1 0,0 0 0,-1 0 0,1 1 0,-1 0 0,0 1 0,-14-4 0,-7 0-227,0 2-1,0 1 1,0 1-1,-1 2 1,-46 4-1,30 1-6598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3:29.3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9 24575,'8'-5'0,"-3"1"0,-4 15 0,-6 20 0,3-21 0,0 0 0,0 0 0,2 0 0,-1 1 0,2 14 0,-1-23 0,0 0 0,1 0 0,-1 0 0,1 0 0,0 0 0,-1 0 0,1 0 0,0-1 0,0 1 0,0 0 0,0 0 0,1-1 0,-1 1 0,0-1 0,1 1 0,-1-1 0,1 1 0,-1-1 0,1 0 0,0 0 0,0 0 0,-1 0 0,1 0 0,0 0 0,0 0 0,0-1 0,0 1 0,0-1 0,0 1 0,0-1 0,0 0 0,4 0 0,-3 0 0,0 0 0,-1 0 0,1 0 0,0 0 0,0-1 0,0 1 0,-1-1 0,1 0 0,0 1 0,-1-1 0,1-1 0,-1 1 0,1 0 0,-1-1 0,0 1 0,1-1 0,2-2 0,0-2 0,0 0 0,0 0 0,0-1 0,6-10 0,10-14 0,-21 31 0,0 0 0,0 0 0,0-1 0,0 1 0,0 0 0,0 0 0,0 0 0,0 0 0,1 0 0,-1 0 0,0 0 0,0 0 0,0 0 0,0-1 0,0 1 0,0 0 0,0 0 0,1 0 0,-1 0 0,0 0 0,0 0 0,0 0 0,0 0 0,0 0 0,0 0 0,1 0 0,-1 0 0,0 0 0,0 0 0,0 0 0,0 0 0,0 0 0,0 0 0,1 0 0,-1 0 0,0 0 0,0 0 0,0 0 0,0 0 0,0 0 0,0 1 0,0-1 0,1 0 0,-1 0 0,0 0 0,0 0 0,0 0 0,0 0 0,0 0 0,0 0 0,0 1 0,3 9 0,-1 14 0,-2 56 263,-1-35-1077,6 64 0,-2-89-6012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3:29.7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397 27 24575,'-6'-3'0,"0"0"0,0 0 0,0 0 0,0 1 0,0 0 0,0 0 0,-1 0 0,1 1 0,-1 0 0,-9 0 0,12 0 0,-8 0 0,0 0 0,-1 1 0,1 0 0,-1 1 0,1 0 0,0 1 0,-1 0 0,1 1 0,0 0 0,0 1 0,-11 6 0,13-5 0,1 0 0,0 1 0,0 1 0,0-1 0,1 1 0,0 1 0,0-1 0,1 1 0,0 1 0,0-1 0,1 1 0,0 0 0,-4 11 0,2-5 0,1 1 0,1 0 0,1 0 0,0 1 0,1-1 0,1 1 0,1 0 0,0 0 0,1 0 0,1 0 0,0 0 0,1 0 0,5 20 0,-4-27 0,0 0 0,1-1 0,0 1 0,1-1 0,0 0 0,0 0 0,1 0 0,0-1 0,1 0 0,0 0 0,0 0 0,1-1 0,0 1 0,0-2 0,0 1 0,1-1 0,0 0 0,0 0 0,1-1 0,0-1 0,0 1 0,0-1 0,17 5 0,-15-6 0,1-1 0,0 0 0,-1 0 0,1-1 0,0-1 0,0 0 0,0-1 0,-1 0 0,1 0 0,0-1 0,11-4 0,-8 1 0,0-1 0,0 0 0,0-1 0,-1-1 0,0 0 0,0-1 0,19-17 0,-18 14 0,-1-1 0,-1-1 0,0-1 0,-1 1 0,-1-2 0,0 0 0,-1 0 0,0-1 0,-2 0 0,0-1 0,-1 1 0,-1-2 0,0 1 0,3-23 0,-8 34 0,0-1 0,0 1 0,-1 0 0,0-1 0,0 1 0,0-1 0,-1 1 0,-1 0 0,1-1 0,-1 1 0,0 0 0,-1 0 0,0 0 0,0 1 0,0-1 0,-1 0 0,0 1 0,0 0 0,-1 0 0,0 0 0,0 1 0,0 0 0,0 0 0,-1 0 0,0 0 0,0 1 0,0 0 0,-1 0 0,-12-5 0,1 2 69,1 2-1,-1-1 0,-1 2 0,-34-4 1,11 5-923,-44 3 1,25 3-5973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3:32.4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54 0 24575,'-1'9'0,"-1"-1"0,0 1 0,0-1 0,0 0 0,-1 0 0,0 0 0,-1 0 0,-5 8 0,-12 35 0,20-47 0,0 0 0,0 0 0,0 0 0,1 0 0,-1 0 0,1 7 0,0-10 0,0 0 0,0-1 0,1 1 0,-1 0 0,0-1 0,0 1 0,1 0 0,-1-1 0,0 1 0,1 0 0,-1-1 0,1 1 0,-1-1 0,0 1 0,1-1 0,-1 1 0,1-1 0,0 1 0,-1-1 0,1 1 0,-1-1 0,1 0 0,0 1 0,-1-1 0,1 0 0,0 1 0,-1-1 0,1 0 0,0 0 0,0 0 0,-1 0 0,1 0 0,0 0 0,-1 0 0,1 0 0,0 0 0,0 0 0,-1 0 0,1 0 0,0 0 0,-1-1 0,1 1 0,0 0 0,0-1 0,65-24 0,0 1 0,-59 21 0,0 2 0,1-1 0,-1 1 0,0 0 0,0 1 0,1 0 0,8 0 0,-15 0 0,1 1 0,0-1 0,-1 0 0,1 1 0,-1-1 0,1 1 0,0-1 0,-1 1 0,1 0 0,-1-1 0,0 1 0,1 0 0,-1 0 0,0 0 0,1 0 0,-1 0 0,0 1 0,0-1 0,0 0 0,0 1 0,0-1 0,1 2 0,-1 0 0,0 0 0,0 0 0,0 0 0,-1 0 0,1 0 0,-1 1 0,0-1 0,1 0 0,-2 0 0,1 0 0,-1 4 0,-1 3 0,0 1 0,-1-1 0,0 0 0,-1 0 0,0 0 0,-5 9 0,4-11-195,-1 0 0,0 0 0,0-1 0,0 1 0,-1-2 0,-9 9 0,-2-1-6631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3:32.6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47 24575,'2'-3'0,"1"-2"0,3-4 0,1 1 0,3 1 0,2 2 0,3 2 0,4 1 0,4 1 0,1 1 0,3 0 0,0 1 0,1-1 0,0-2 0,-5-1-8191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3:33.0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488 50 24575,'-5'-6'0,"0"2"0,-1-1 0,0 1 0,0 0 0,0 0 0,-1 1 0,1-1 0,-1 1 0,0 1 0,0-1 0,0 1 0,0 1 0,0-1 0,0 1 0,-11 0 0,8 1 0,0 1 0,0 0 0,0 1 0,0 0 0,0 1 0,0 0 0,1 0 0,-1 1 0,1 0 0,-14 9 0,-1 2 0,2 1 0,-1 1 0,2 1 0,0 0 0,-19 25 0,28-29 0,0 0 0,2 0 0,-1 1 0,2 1 0,0 0 0,1 0 0,1 0 0,-10 34 0,15-41 0,0 0 0,1 0 0,0 0 0,0 0 0,1 0 0,0 0 0,1 0 0,0 0 0,1 0 0,-1 0 0,2 0 0,-1-1 0,7 15 0,-3-13 0,-1 0 0,1-1 0,1 0 0,0 0 0,0 0 0,0-1 0,1 0 0,1-1 0,-1 0 0,11 7 0,-2-4 0,0 0 0,1-1 0,0-1 0,1 0 0,0-2 0,0 0 0,0-1 0,1-1 0,0 0 0,-1-2 0,1 0 0,22-2 0,-27-1 0,0 0 0,0-2 0,0 1 0,0-2 0,0 0 0,0-1 0,-1 0 0,0-1 0,0-1 0,-1 0 0,20-14 0,-24 13 0,0 1 0,0-1 0,0-1 0,-1 1 0,-1-1 0,1-1 0,-2 0 0,1 0 0,-1 0 0,-1 0 0,0-1 0,0 0 0,-1 0 0,0-1 0,2-15 0,-3 11 0,-1 1 0,-1 0 0,0-1 0,-1 1 0,-1-1 0,0 1 0,-1 0 0,-1-1 0,0 1 0,-10-26 0,9 31 0,-1 0 0,0 0 0,0 1 0,-1 0 0,0 0 0,-1 1 0,0-1 0,0 1 0,-1 1 0,0-1 0,0 1 0,0 1 0,-1 0 0,0 0 0,0 1 0,-14-6 0,6 4-341,0 1 0,-1 1-1,-30-4 1,1 3-6485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3:35.1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136 22 24575,'0'-1'0,"0"0"0,0 0 0,0 0 0,0 1 0,0-1 0,-1 0 0,1 0 0,0 0 0,0 0 0,0 1 0,-1-1 0,1 0 0,0 0 0,-1 1 0,1-1 0,-1 0 0,1 0 0,-1 1 0,1-1 0,-1 1 0,1-1 0,-1 0 0,0 1 0,1-1 0,-1 1 0,0-1 0,0 1 0,1 0 0,-1-1 0,0 1 0,0 0 0,0 0 0,0-1 0,-1 1 0,1 0 0,0 0 0,0 0 0,-1 0 0,1 0 0,0 1 0,0-1 0,0 0 0,-1 1 0,1-1 0,0 1 0,0-1 0,0 1 0,0 0 0,0-1 0,0 1 0,0 0 0,0 0 0,0-1 0,0 1 0,0 0 0,0 2 0,-9 11 0,2 1 0,-1 0 0,2 0 0,-9 29 0,-15 67 0,27-96 0,1 1 0,1-1 0,0 1 0,1-1 0,0 20 0,1-32 0,1 0 0,-1 0 0,0 0 0,1 0 0,-1-1 0,1 1 0,0 0 0,0 0 0,0-1 0,0 1 0,1-1 0,-1 1 0,1-1 0,-1 1 0,1-1 0,0 0 0,0 0 0,0 0 0,0 0 0,0 0 0,1 0 0,-1-1 0,1 1 0,-1-1 0,1 0 0,-1 1 0,1-1 0,0 0 0,-1 0 0,1-1 0,0 1 0,0-1 0,0 1 0,-1-1 0,6 0 0,0 0 0,-1-1 0,1 0 0,-1-1 0,1 1 0,-1-1 0,0-1 0,1 1 0,-1-1 0,0-1 0,-1 1 0,1-1 0,-1 0 0,1-1 0,-1 1 0,-1-1 0,1-1 0,-1 1 0,1-1 0,-2 0 0,1 0 0,-1 0 0,0 0 0,5-11 0,-8 15 0,0 1 0,-1-1 0,1 1 0,-1-1 0,1 0 0,-1 1 0,0-1 0,0 0 0,0 0 0,0 1 0,0-1 0,0 0 0,0 0 0,-1 1 0,1-1 0,0 0 0,-1 1 0,1-1 0,-1 1 0,-1-3 0,1 3 0,0 0 0,0-1 0,-1 1 0,1 0 0,0 0 0,-1 0 0,1 0 0,-1 1 0,1-1 0,-1 0 0,1 1 0,-1-1 0,0 1 0,1-1 0,-1 1 0,-3-1 0,-1 1 0,-1 0 0,0 0 0,0 1 0,1 0 0,-1 0 0,0 0 0,1 1 0,-1 0 0,-6 3 0,8-3-76,-1 1 1,1-1-1,-1 1 0,1 0 0,0 0 0,1 1 0,-1 0 0,0 0 1,1 0-1,0 0 0,0 0 0,0 1 0,1 0 0,-1 0 1,1 0-1,0 0 0,-4 11 0,5-4-6750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3:35.5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407 0 24575,'-6'1'0,"0"0"0,-1 0 0,1 0 0,0 1 0,0 0 0,0 0 0,0 0 0,-10 6 0,-43 29 0,55-33 0,-25 15 0,2 2 0,0 1 0,1 2 0,2 0 0,0 1 0,-25 37 0,39-48 0,2 0 0,-1 1 0,2 0 0,0 0 0,0 1 0,2-1 0,0 1 0,1 1 0,0-1 0,1 1 0,1-1 0,1 1 0,1 0 0,0-1 0,2 19 0,1-18 0,0-1 0,0 0 0,2-1 0,0 1 0,1-1 0,0 0 0,1 0 0,1 0 0,0-1 0,16 19 0,-19-26 0,2 0 0,-1 0 0,1 0 0,0-1 0,1 0 0,0-1 0,-1 1 0,2-1 0,-1-1 0,1 0 0,-1 0 0,1 0 0,0-1 0,0-1 0,1 1 0,-1-1 0,0-1 0,1 0 0,12 0 0,-4-3 0,-1 0 0,0-1 0,0 0 0,0-2 0,0 0 0,0 0 0,-1-2 0,0 0 0,-1-1 0,1-1 0,21-16 0,-6 2 0,-1-2 0,-2-1 0,0-2 0,27-35 0,-35 39 0,-1-2 0,-1-1 0,-2 0 0,16-35 0,-26 50 0,-1 0 0,-1 0 0,0 0 0,-1 0 0,0-1 0,-1 1 0,0-1 0,-1 0 0,-1 1 0,0-1 0,0 0 0,-2 0 0,-3-17 0,3 24-68,0-1 0,-1 0-1,0 1 1,-1-1 0,0 1 0,0 0-1,0 0 1,0 0 0,-1 1 0,0-1-1,0 1 1,-1 1 0,1-1 0,-1 1-1,0 0 1,0 0 0,-1 0-1,1 1 1,-11-4 0,-33-11-6758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7:19.9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24575,'0'1'0,"0"-1"0,0 0 0,0 0 0,0 0 0,0 0 0,0 0 0,1 0 0,-1 0 0,0 0 0,0 0 0,0 1 0,0-1 0,0 0 0,0 0 0,1 0 0,-1 0 0,0 0 0,0 0 0,0 0 0,0 0 0,1 0 0,-1 0 0,0 0 0,0 0 0,0 0 0,0 0 0,0 0 0,1 0 0,-1 0 0,0-1 0,0 1 0,0 0 0,0 0 0,0 0 0,0 0 0,1 0 0,-1 0 0,0 0 0,0 0 0,0 0 0,0-1 0,0 1 0,0 0 0,0 0 0,0 0 0,0 0 0,0 0 0,1 0 0,-1-1 0,6 17 0,-4 13 0,-3 47 0,0-51 0,0 0 0,6 46 0,-4-66-39,0 0 0,1 0 0,-1 0 0,1 0 0,0 0 0,0-1 0,0 1 0,1-1 0,-1 1 0,1-1 0,1 0 0,-1 0 0,0 0 0,1 0 0,0-1 0,0 1 0,0-1 0,0 0 0,0 0 0,1-1 0,-1 1 0,1-1 0,0 0 0,-1 0 0,1-1 0,0 1 0,0-1 0,0 0 0,1-1 0,-1 1 0,0-1 0,0 0 0,0 0 0,6-1 0,6-2-6787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7:20.1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 20 24575,'-2'0'0,"-4"2"0,3 1 0,3 0 0,4-3 0,6-1 0,4-3 0,4-1 0,3 0 0,4 2 0,-2-2 0,-3 1-8191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7:20.6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153 51 24575,'0'-2'0,"0"0"0,0 0 0,0 0 0,0 0 0,0 0 0,-1 0 0,1 0 0,-1 0 0,1 0 0,-1 0 0,0 0 0,0 0 0,0 1 0,0-1 0,0 0 0,0 1 0,-1-1 0,1 0 0,0 1 0,-1 0 0,1-1 0,-1 1 0,1 0 0,-1 0 0,0 0 0,0 0 0,1 0 0,-1 0 0,0 0 0,0 1 0,0-1 0,0 1 0,-3-1 0,1 1 0,1-1 0,-1 1 0,1 0 0,-1 1 0,1-1 0,-1 1 0,1-1 0,-1 1 0,1 0 0,-1 0 0,1 1 0,0-1 0,0 1 0,0-1 0,0 1 0,0 0 0,0 0 0,-4 4 0,2-1 0,1 1 0,-1 0 0,1 1 0,0-1 0,0 1 0,1-1 0,-5 14 0,6-16 0,1 1 0,0-1 0,-1 1 0,2 0 0,-1-1 0,0 1 0,1 0 0,0 0 0,0-1 0,1 1 0,-1 0 0,1-1 0,2 8 0,-3-10 0,1 0 0,0-1 0,-1 1 0,1-1 0,0 0 0,0 1 0,0-1 0,0 0 0,0 1 0,0-1 0,0 0 0,0 0 0,1 0 0,-1 0 0,0 0 0,1 0 0,-1 0 0,1 0 0,-1-1 0,1 1 0,-1 0 0,3 0 0,-1-1 0,0 0 0,-1 0 0,1 0 0,0 0 0,0-1 0,-1 1 0,1-1 0,0 1 0,-1-1 0,1 0 0,-1 0 0,5-2 0,-2 0 0,1-1 0,-1 1 0,1-1 0,-1 0 0,0 0 0,-1 0 0,1-1 0,-1 0 0,0 0 0,7-11 0,-9 11 0,0 0 0,0-1 0,-1 1 0,0-1 0,0 1 0,0-1 0,-1 1 0,1-1 0,-2-9 0,5 26 0,0 1 0,1-1 0,1 0 0,0-1 0,0 1 0,10 10 0,-7-10-1365,0-2-5461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7:21.0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55 24575,'0'-4'0,"0"0"0,0 1 0,0-1 0,1 0 0,-1 1 0,1-1 0,0 0 0,3-6 0,-4 10 0,0-1 0,1 1 0,-1-1 0,0 1 0,1-1 0,-1 1 0,1 0 0,-1-1 0,1 1 0,-1-1 0,1 1 0,-1 0 0,1-1 0,-1 1 0,1 0 0,-1 0 0,1 0 0,-1-1 0,1 1 0,-1 0 0,1 0 0,1 0 0,-1 0 0,1 0 0,0 1 0,-1-1 0,1 1 0,-1-1 0,1 1 0,-1 0 0,1-1 0,-1 1 0,0 0 0,1 0 0,1 2 0,19 14 0,-2 1 0,0 1 0,0 1 0,22 30 0,-41-49 0,0 1 0,0-1 0,0 1 0,0 0 0,0-1 0,-1 1 0,1 0 0,0 0 0,-1 0 0,1-1 0,-1 1 0,0 0 0,0 0 0,0 0 0,0 0 0,0 0 0,0 0 0,-1 3 0,1-4 0,0 0 0,-1-1 0,0 1 0,1 0 0,-1 0 0,0 0 0,1-1 0,-1 1 0,0 0 0,0 0 0,1-1 0,-1 1 0,0-1 0,0 1 0,0-1 0,0 1 0,0-1 0,0 0 0,0 1 0,0-1 0,0 0 0,0 0 0,0 0 0,0 0 0,0 0 0,0 0 0,0 0 0,0 0 0,0 0 0,0 0 0,0-1 0,0 1 0,0 0 0,0-1 0,-1 0 0,0 1 0,0-1 0,1 1 0,-1-1 0,0 0 0,1 0 0,-1 0 0,0 0 0,1 0 0,0 0 0,-1-1 0,1 1 0,0 0 0,-1-1 0,1 1 0,0-1 0,0 1 0,0-1 0,0 0 0,1 1 0,-1-1 0,0 0 0,1 1 0,-1-1 0,1 0 0,-1 0 0,1 0 0,0 0 0,0 1 0,0-1 0,0 0 0,1-3 0,-1 0 0,1 0 0,-1 0 0,2 1 0,-1-1 0,0 0 0,1 1 0,0-1 0,0 1 0,0-1 0,1 1 0,2-5 0,2 2 49,1-1 0,-1 1 0,1 0-1,0 1 1,1-1 0,17-9 0,-19 13-205,0-1 1,0 1 0,0 0 0,0 1 0,0 0 0,1 0 0,-1 1-1,1-1 1,0 2 0,8-1 0,-3 3-6671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7:22.6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42 0 24575,'-1'1'0,"0"-1"0,0 0 0,0 1 0,0-1 0,1 1 0,-1-1 0,0 1 0,1-1 0,-1 1 0,0-1 0,1 1 0,-1 0 0,1-1 0,-1 1 0,1 0 0,-1 0 0,1-1 0,-1 1 0,1 0 0,0 0 0,-1 0 0,1-1 0,0 1 0,0 0 0,0 0 0,-1 0 0,1 0 0,0 0 0,0 0 0,1 0 0,-2 36 0,1-29 0,-2 29 0,-10 64 0,1-25 0,10-74 0,1-1 0,0 0 0,0 0 0,0 0 0,0 0 0,0 0 0,0 1 0,0-1 0,1 0 0,-1 0 0,0 0 0,0 0 0,1 0 0,-1 0 0,1 0 0,-1 0 0,1 0 0,0 0 0,-1 0 0,1 0 0,0 0 0,0 0 0,1 1 0,0-1 0,0 0 0,0 0 0,0 0 0,0 0 0,1-1 0,-1 1 0,0-1 0,0 1 0,0-1 0,1 0 0,3 0 0,8-1 0,-1-1 0,1 0 0,18-6 0,-21 5 0,314-67 0,-247 58 0,0 4 0,97 2 0,-154 6-1365,-6 1-5461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7:23.4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 6 24575,'-3'-6'0,"-2"11"0,-4 10 0,3 0 0,1 2 0,1-1 0,0 1 0,-1 33 0,3-12 0,4 42 0,-2-76 0,0 1 0,1-1 0,-1 0 0,1 0 0,0 0 0,0 0 0,1 0 0,-1 0 0,1 0 0,3 6 0,-3-8 0,0 1 0,0-1 0,0 0 0,0-1 0,0 1 0,1 0 0,-1-1 0,1 1 0,-1-1 0,1 1 0,-1-1 0,1 0 0,0 0 0,-1-1 0,1 1 0,5 0 0,21 2 0,0-2 0,0-1 0,0-1 0,41-8 0,-18 3 0,40-3 0,375-31 0,-437 43-1365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7:23.9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28 24575,'-2'-2'0,"-1"-3"0,2-1 0,4 0 0,4 2 0,2 2 0,5 0 0,5 1 0,3 1 0,3 0 0,2 0 0,-2 1 0,-2-1 0,-4 0 0,-4 0-8191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7:24.0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0 24575,'-3'0'0,"0"3"0,1 2 0,-1 3 0,2 5 0,0 3 0,0 2 0,1 4 0,0 2 0,0 0 0,0 0 0,0 0 0,0 0 0,0-4 0,1-1 0,-1-3 0,0-3-8191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7:24.5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86 85 24575,'23'-31'0,"-21"28"0,-1 1 0,1 0 0,-1 0 0,0-1 0,0 1 0,0-1 0,0 1 0,-1-1 0,1 1 0,-1-1 0,1 0 0,-1-3 0,0 5 0,-1 0 0,0 0 0,1-1 0,-1 1 0,0 0 0,0 0 0,0 1 0,0-1 0,1 0 0,-1 0 0,-1 0 0,1 1 0,0-1 0,0 0 0,0 1 0,0-1 0,0 1 0,-1-1 0,1 1 0,0 0 0,0-1 0,-1 1 0,1 0 0,0 0 0,0 0 0,-1 0 0,1 0 0,0 0 0,-2 1 0,-4-1 0,1 0 0,-1 1 0,1 0 0,-10 3 0,13-2 0,0-1 0,0 1 0,0 0 0,1 0 0,-1 0 0,1 0 0,-1 0 0,1 1 0,0-1 0,-1 1 0,1 0 0,1-1 0,-1 1 0,0 0 0,1 0 0,-2 4 0,2-6 0,0 1 0,1-1 0,-1 1 0,1-1 0,-1 1 0,1 0 0,-1-1 0,1 1 0,0 0 0,0 0 0,0-1 0,0 1 0,0 0 0,0-1 0,1 1 0,-1 0 0,0-1 0,1 1 0,-1 0 0,1-1 0,0 1 0,0-1 0,-1 1 0,1-1 0,0 1 0,0-1 0,0 0 0,0 1 0,1-1 0,-1 0 0,0 0 0,3 2 0,-3-3 0,1 1 0,-1-1 0,0 1 0,1-1 0,-1 0 0,1 0 0,-1 0 0,1 1 0,-1-1 0,1-1 0,-1 1 0,1 0 0,-1 0 0,1-1 0,-1 1 0,1 0 0,-1-1 0,0 1 0,1-1 0,-1 0 0,0 0 0,1 1 0,-1-1 0,0 0 0,0 0 0,2-2 0,16-17 0,-21 29 69,1 0-1,0 0 0,0 0 0,1 10 1,0-16-201,0 1 1,1 0 0,0 0-1,-1-1 1,1 1 0,0-1 0,1 1-1,-1-1 1,1 1 0,-1-1 0,1 0-1,4 6 1,2-1-6695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7:24.9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105 36 24575,'2'-13'0,"-1"-3"0,-1 15 0,0 1 0,-1-1 0,1 1 0,-1-1 0,1 1 0,0 0 0,-1-1 0,1 1 0,-1 0 0,1-1 0,-1 1 0,1 0 0,-1 0 0,0-1 0,1 1 0,-1 0 0,1 0 0,-1 0 0,1 0 0,-1 0 0,0-1 0,1 1 0,-1 0 0,1 1 0,-1-1 0,1 0 0,-1 0 0,0 0 0,1 0 0,-1 0 0,0 1 0,-5 0 0,0 1 0,0 0 0,1 0 0,-1 1 0,0-1 0,1 1 0,0 1 0,-5 3 0,7-5 0,0-1 0,1 1 0,-1 0 0,1 0 0,-1 1 0,1-1 0,0 0 0,0 1 0,0 0 0,1-1 0,-1 1 0,0 0 0,1 0 0,0 0 0,0 0 0,-2 6 0,3-7 0,0-1 0,0 1 0,0 0 0,0-1 0,1 1 0,-1 0 0,0 0 0,1-1 0,0 1 0,-1-1 0,1 1 0,0 0 0,0-1 0,0 1 0,0-1 0,0 0 0,0 1 0,0-1 0,0 0 0,0 0 0,1 1 0,1 0 0,2 1 0,1 0 0,0 0 0,0 0 0,10 2 0,18 10 0,-33-15 0,-1 0 0,0 0 0,1 0 0,-1 1 0,0-1 0,0 0 0,1 0 0,-1 1 0,0-1 0,0 0 0,1 0 0,-1 1 0,0-1 0,0 0 0,0 0 0,1 1 0,-1-1 0,0 0 0,0 1 0,0-1 0,0 0 0,0 1 0,0-1 0,0 0 0,0 1 0,0-1 0,0 0 0,0 1 0,0-1 0,0 0 0,0 1 0,0-1 0,0 0 0,0 1 0,0-1 0,0 0 0,-1 1 0,1-1 0,-14 11 0,-19 2 0,16-9-1365,2-2-5461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7:25.4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58 26 24575,'0'-1'0,"0"0"0,0 0 0,0 0 0,0 0 0,0 0 0,0 0 0,0 0 0,0 0 0,0 0 0,-1 0 0,1 0 0,0 0 0,-1 0 0,1 0 0,0 0 0,-1 1 0,0-1 0,1 0 0,-1 0 0,1 0 0,-1 0 0,0 1 0,0-1 0,1 0 0,-1 1 0,0-1 0,0 1 0,-1-2 0,1 2 0,0 0 0,0 1 0,0-1 0,0 0 0,0 0 0,0 0 0,0 1 0,0-1 0,0 0 0,0 1 0,0-1 0,0 1 0,0-1 0,0 1 0,0 0 0,1-1 0,-1 1 0,0 0 0,0 0 0,1-1 0,-1 1 0,1 0 0,-1 0 0,0 0 0,1 0 0,0 0 0,-1 1 0,-3 7 0,0 0 0,1 0 0,1 0 0,-1 0 0,1 0 0,1 0 0,-1 14 0,1 5 0,3 32 0,-1-56 0,-1-1 0,1 1 0,-1-1 0,1 0 0,0 1 0,0-1 0,0 0 0,1 0 0,-1 0 0,3 4 0,-3-6 0,0 0 0,-1-1 0,1 1 0,0 0 0,-1-1 0,1 1 0,0-1 0,0 1 0,-1-1 0,1 1 0,0-1 0,0 1 0,0-1 0,0 0 0,0 1 0,0-1 0,0 0 0,-1 0 0,1 0 0,0 0 0,0 0 0,0 0 0,0 0 0,0 0 0,0 0 0,0 0 0,0-1 0,0 1 0,0 0 0,0-1 0,-1 1 0,1 0 0,0-1 0,0 1 0,0-1 0,-1 1 0,1-1 0,0 0 0,0 1 0,-1-1 0,2-1 0,16-15 0,-1-2 0,18-23 0,-23 26 0,-5 4 0,-15 12 0,-16 12 0,20-9 0,0 0 0,0 0 0,0 1 0,1-1 0,-1 1 0,1 0 0,0 0 0,0 0 0,1 0 0,-1 1 0,1-1 0,-2 5 0,3-6 0,1 0 0,-1-1 0,1 1 0,0-1 0,0 1 0,0 0 0,0-1 0,0 1 0,0 0 0,1-1 0,-1 1 0,1-1 0,0 1 0,0-1 0,0 1 0,0-1 0,0 1 0,1-1 0,-1 0 0,1 0 0,-1 0 0,1 0 0,0 0 0,3 3 0,-2-2-97,1 0-1,-1 0 1,1 0-1,0-1 1,0 1-1,1-1 1,-1 0-1,0 0 1,1 0-1,-1-1 1,1 1-1,0-1 0,8 1 1,-1-2-6729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7:25.7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90 24575,'5'-22'0,"-5"20"0,1 0 0,0 0 0,-1 0 0,1 0 0,-1 0 0,0 0 0,1 0 0,-1 0 0,0 0 0,0 0 0,0 0 0,-1 0 0,1 0 0,-1-2 0,-5 36 0,5-14 0,1 1 0,3 24 0,-2-37 0,0 0 0,0 0 0,1 1 0,-1-1 0,1-1 0,1 1 0,-1 0 0,1 0 0,0-1 0,7 9 0,-9-12 0,0 0 0,1-1 0,-1 1 0,1-1 0,0 0 0,-1 0 0,1 1 0,0-1 0,0 0 0,0 0 0,0-1 0,0 1 0,0 0 0,0-1 0,0 1 0,0-1 0,0 0 0,0 1 0,3-1 0,-1-1 0,0 1 0,0-1 0,-1 0 0,1 0 0,0 0 0,-1-1 0,1 1 0,-1-1 0,1 0 0,3-2 0,1-3 0,1 0 0,-1 0 0,0-1 0,0 0 0,-1 0 0,10-15 0,-11 14 0,-1 0 0,0 0 0,-1 0 0,0-1 0,-1 1 0,0-1 0,0 0 0,-1 0 0,0 0 0,-1 0 0,1-19 0,-2 28-97,-1-1-1,1 1 1,0-1-1,0 1 1,-1 0-1,1-1 1,0 1-1,-1-1 1,0 1-1,1 0 1,-1-1-1,0 1 0,-1-2 1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7:25.9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41 6 24575,'0'-2'0,"-2"-1"0,-1 2 0,-2 4 0,-1 4 0,2 3 0,0 1 0,2 5 0,-2 3 0,1 6 0,0 3 0,0 2 0,2 2 0,0-4-8191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7:26.6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186 55 24575,'1'-2'0,"0"0"0,0 0 0,0 1 0,1-1 0,-1 1 0,0-1 0,1 0 0,-1 1 0,1 0 0,-1-1 0,1 1 0,0 0 0,0 0 0,2-1 0,8-7 0,-11 9 0,-1-1 0,1 1 0,-1 0 0,0-1 0,1 1 0,-1 0 0,0-1 0,1 1 0,-1 0 0,0-1 0,1 1 0,-1-1 0,0 1 0,0 0 0,0-1 0,1 1 0,-1-1 0,0 1 0,0-1 0,0 1 0,0-1 0,0 1 0,0-1 0,0 1 0,0-1 0,0 1 0,0-1 0,0 1 0,0-1 0,0 1 0,0-1 0,-1 1 0,1 0 0,0-1 0,0 1 0,-1-1 0,0 0 0,0 0 0,-1 0 0,1 1 0,0-1 0,-1 0 0,1 1 0,-1-1 0,1 1 0,-1 0 0,1-1 0,-3 1 0,-43 1 0,39 0 0,1 1 0,-1-1 0,1 2 0,-1-1 0,1 1 0,0 0 0,0 0 0,-8 6 0,13-8 0,1 0 0,-1 0 0,0 0 0,1 1 0,-1-1 0,1 1 0,-1-1 0,1 1 0,0 0 0,-1-1 0,1 1 0,0 0 0,0 0 0,0 0 0,1 0 0,-1 0 0,0 0 0,1 0 0,-1 0 0,1 0 0,0 0 0,0 0 0,0 0 0,0 1 0,0-1 0,0 0 0,0 0 0,1 0 0,-1 0 0,1 0 0,-1 0 0,1 0 0,0 0 0,2 3 0,2 3 0,0 0 0,1 0 0,1-1 0,-1 0 0,1 0 0,0-1 0,0 0 0,1 0 0,8 5 0,23 19 0,-38-30 0,-1 1 0,1-1 0,-1 0 0,1 1 0,-1-1 0,1 1 0,-1-1 0,0 0 0,1 1 0,-1-1 0,0 1 0,1-1 0,-1 1 0,0-1 0,1 1 0,-1 0 0,0-1 0,0 1 0,0-1 0,0 1 0,1-1 0,-1 1 0,0 0 0,0-1 0,0 1 0,0-1 0,0 1 0,0 0 0,-1-1 0,1 1 0,0 0 0,-1 0 0,0 0 0,0 0 0,0 0 0,0 0 0,0-1 0,0 1 0,0 0 0,0-1 0,-1 1 0,1-1 0,0 1 0,0-1 0,-3 1 0,-43 5 0,46-6 0,-22 1-455,-1-1 0,-32-3 0,37-1-6371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7:26.8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24575,'0'3'0,"0"2"0,0 3 0,0 3 0,2 1 0,1 4 0,0 1 0,0 0 0,-2 2 0,0 0 0,0-1 0,-1-4-8191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7:27.3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1 147 24575,'0'-2'0,"0"1"0,1-1 0,-1 1 0,0 0 0,1-1 0,-1 1 0,1 0 0,0 0 0,-1-1 0,1 1 0,0 0 0,0 0 0,0 0 0,0 0 0,0 0 0,0 0 0,0 0 0,0 0 0,0 0 0,0 1 0,0-1 0,1 0 0,-1 1 0,0-1 0,0 1 0,3-1 0,41-10 0,-32 9 0,45-9 0,-23 5 0,0-1 0,59-20 0,-92 26 0,0 1 0,-1-1 0,1 0 0,-1 1 0,1-1 0,-1 0 0,1 0 0,-1 0 0,0 0 0,1 0 0,-1 0 0,0-1 0,0 1 0,0 0 0,2-3 0,-3 3 0,0 0 0,0 1 0,0-1 0,0 0 0,1 0 0,-1 1 0,0-1 0,-1 0 0,1 1 0,0-1 0,0 0 0,0 0 0,0 1 0,0-1 0,-1 0 0,1 1 0,0-1 0,-1 0 0,1 1 0,0-1 0,-1 1 0,1-1 0,-1 1 0,1-1 0,-1 0 0,-2-1 0,0 0 0,1 0 0,-1 0 0,0 1 0,0-1 0,0 1 0,0 0 0,0 0 0,0 0 0,0 0 0,-1 0 0,1 1 0,0-1 0,-6 1 0,3 0 0,0 1 0,-1 0 0,1 1 0,0-1 0,0 1 0,0 1 0,0-1 0,0 1 0,1 0 0,-10 6 0,11-6 0,0 0 0,0 0 0,1 0 0,-1 0 0,1 0 0,0 1 0,0-1 0,0 1 0,1 0 0,-1 0 0,1 0 0,0 1 0,0-1 0,0 0 0,-1 6 0,3-8 0,-1 0 0,1 0 0,0 0 0,0 0 0,0 0 0,0 0 0,0 0 0,0 0 0,0 0 0,1 0 0,-1 0 0,1 0 0,0 0 0,-1 0 0,1-1 0,0 1 0,0 0 0,0 0 0,2 2 0,0-2 0,-1 1 0,1-1 0,-1 0 0,1-1 0,0 1 0,-1 0 0,1-1 0,0 1 0,0-1 0,0 0 0,4 1 0,1 0 0,-1-1 0,1 0 0,0 0 0,-1-1 0,1 0 0,0 0 0,-1-1 0,1 0 0,11-3 0,18-15 0,-37 19 0,1 0 0,-1 0 0,0 0 0,1 0 0,-1 0 0,0 1 0,0-1 0,1 0 0,-1 0 0,0 1 0,0-1 0,1 0 0,-1 0 0,0 1 0,0-1 0,0 0 0,0 0 0,1 1 0,-1-1 0,0 0 0,0 1 0,0-1 0,0 0 0,0 1 0,0-1 0,0 0 0,0 0 0,0 1 0,0-1 0,0 0 0,0 1 0,2 18 0,-1-11 0,1 2-1365,1 0-5461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7:27.6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 30 24575,'-1'0'0,"1"-1"0,-1 1 0,1 0 0,-1-1 0,0 1 0,1 0 0,-1-1 0,1 1 0,-1 0 0,1-1 0,0 1 0,-1-1 0,1 1 0,-1-1 0,1 1 0,0-1 0,-1 1 0,1-1 0,0 1 0,-1-1 0,1 0 0,0 1 0,0-1 0,0 1 0,0-1 0,0 0 0,0 1 0,0-1 0,0 0 0,0 1 0,0-1 0,0 1 0,0-1 0,0 0 0,0 0 0,0 1 0,0-1 0,0 1 0,1-1 0,-1 1 0,0 0 0,0-1 0,0 1 0,0 0 0,1-1 0,-1 1 0,0 0 0,0-1 0,1 1 0,-1 0 0,0-1 0,0 1 0,1 0 0,-1 0 0,0-1 0,1 1 0,-1 0 0,1-1 0,0 1 0,-1 0 0,1 0 0,0 0 0,0 0 0,-1 1 0,1-1 0,0 0 0,-1 0 0,1 0 0,0 0 0,-1 1 0,1-1 0,0 0 0,-1 1 0,1-1 0,-1 0 0,1 1 0,-1-1 0,1 1 0,0 0 0,4 4 0,-1 0 0,0 0 0,0 0 0,0 0 0,-1 1 0,1-1 0,-1 1 0,-1 0 0,1 0 0,-1 0 0,0 1 0,0-1 0,-1 0 0,0 1 0,0-1 0,-1 1 0,0 10 0,-4-4 0,-3-12 0,7-1 0,-1-1 0,0 0 0,0 0 0,1 1 0,-1-1 0,0 0 0,1 0 0,-1 0 0,0 1 0,1-1 0,-1 0 0,1 0 0,0 0 0,-1 0 0,1 0 0,0 0 0,-1 0 0,1 0 0,0 0 0,0-2 0,0-2 0,0 0 0,1 0 0,-1 0 0,1 0 0,0 0 0,1 0 0,-1 0 0,1 0 0,0 0 0,0 1 0,0-1 0,1 1 0,-1-1 0,8-7 0,-8 9 0,1-1 0,0 1 0,0 0 0,1 0 0,-1 1 0,1-1 0,-1 1 0,1-1 0,0 1 0,0 0 0,0 1 0,0-1 0,0 1 0,0-1 0,0 1 0,1 1 0,7-2 0,-11 2-49,0 0 1,0 0-1,1 0 0,-1 1 0,0-1 1,0 0-1,0 0 0,0 1 0,0-1 1,0 0-1,-1 1 0,1-1 0,0 1 1,0-1-1,0 1 0,0 0 0,0-1 1,-1 1-1,1 0 0,0 0 0,-1 0 1,1-1-1,0 1 0,-1 0 0,1 0 0,-1 0 1,1 1-1,2 7-6777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7:27.9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12 24575,'0'-2'0,"0"-3"0,0 1 0,0 4 0,0 6 0,0 5 0,0 5 0,2 5 0,1 0 0,2 2 0,1 1 0,1 0 0,1-1 0,3-1 0,1-5 0,-2-5-8191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7:28.0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57 0 24575,'-5'0'0,"-3"0"0,-3 0 0,-2 0 0,1 2 0,5 2 0,7 1 0,7 0 0,7 0 0,6-2 0,-1-1-8191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7:28.4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 14 24575,'-1'0'0,"-9"2"0,8 11 0,0 4 0,2 0 0,0 0 0,0 0 0,2 0 0,5 25 0,-6-38 0,0 0 0,1 0 0,-1 0 0,1 0 0,0-1 0,0 1 0,0 0 0,1-1 0,-1 0 0,1 1 0,0-1 0,3 3 0,-3-4 0,0 0 0,-1-1 0,1 1 0,0-1 0,0 0 0,0 0 0,0 0 0,0 0 0,1 0 0,-1-1 0,0 1 0,0-1 0,0 0 0,1 0 0,-1 0 0,0 0 0,0-1 0,4 0 0,-1 0 0,0-1 0,0 0 0,0-1 0,0 1 0,0-1 0,0 0 0,-1-1 0,1 1 0,-1-1 0,0 0 0,0-1 0,0 1 0,-1-1 0,7-8 0,-7 8 0,-1 0 0,0 0 0,0 0 0,0 0 0,0-1 0,-1 1 0,0-1 0,0 1 0,-1-1 0,1 0 0,-1 0 0,0 0 0,-1 1 0,0-1 0,1 0 0,-3-9 0,2 12-44,-1 1 0,1-1 0,-1 0 0,0 0 0,0 1 0,0-1 0,-1 1 0,1-1 0,0 1 0,-1-1 0,0 1 0,0 0 0,1 0 0,-1 0 0,0 0 0,-1 0 0,1 0 0,0 0-1,-1 1 1,1-1 0,-1 1 0,1 0 0,-1 0 0,1 0 0,-1 0 0,0 0 0,0 0 0,1 1 0,-1-1 0,-6 1 0,-3 2-6782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7:28.7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 24575,'0'-2'0,"0"1"0,0 4 0,0 2 0,0 4 0,0 5 0,2 4 0,3 6 0,3 4 0,3 4 0,1 1 0,2 0 0,-3 1 0,-2-6-8191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7:30.0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97 24575,'-2'-13'0,"1"13"0,1-1 0,0 0 0,0 1 0,0-1 0,0 0 0,-1 1 0,1-1 0,0 0 0,0 1 0,0-1 0,0 0 0,0 0 0,1 1 0,-1-1 0,0 0 0,0 1 0,0-1 0,1 0 0,-1 1 0,0-1 0,1 1 0,-1-1 0,0 0 0,1 1 0,-1-1 0,1 1 0,-1-1 0,1 1 0,-1-1 0,1 1 0,-1 0 0,1-1 0,-1 1 0,1 0 0,0-1 0,-1 1 0,1 0 0,0 0 0,-1-1 0,1 1 0,1 0 0,27-12 0,0 1 0,0 2 0,1 0 0,0 2 0,1 2 0,0 1 0,60-1 0,-90 5 0,0 1 0,-1-1 0,1 0 0,-1 1 0,1-1 0,-1 0 0,1 1 0,-1-1 0,1 1 0,-1-1 0,1 1 0,-1-1 0,1 1 0,-1-1 0,0 1 0,1 0 0,-1-1 0,0 1 0,0-1 0,1 1 0,-1 0 0,0-1 0,0 1 0,0 0 0,0-1 0,0 1 0,0 0 0,0 0 0,1 30 0,-1-18 0,31 288 0,-28-281-1365,0-5-5461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7:30.3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8 24575,'0'1'0,"1"1"0,-1-1 0,1 0 0,-1 0 0,1 0 0,0 1 0,0-1 0,-1 0 0,1 0 0,0 0 0,0 0 0,0 0 0,0 0 0,0-1 0,3 2 0,19 13 0,-22-14 0,8 4 0,0 0 0,1-1 0,-1 0 0,1 0 0,0-1 0,0 0 0,0-1 0,17 2 0,-22-4 0,-1 0 0,1 0 0,-1 0 0,1 0 0,0-1 0,-1 0 0,1 0 0,-1 0 0,0-1 0,1 0 0,-1 1 0,0-1 0,0-1 0,0 1 0,0-1 0,0 1 0,-1-1 0,1 0 0,-1-1 0,0 1 0,5-6 0,5-10 0,-3 5 0,-18 34 0,1-4-1365,1-1-5461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7:30.9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16 24575,'0'-1'0,"0"0"0,1 1 0,-1-1 0,0 1 0,1-1 0,-1 0 0,0 1 0,1-1 0,-1 1 0,1-1 0,-1 1 0,1-1 0,-1 1 0,1-1 0,-1 1 0,1 0 0,0-1 0,-1 1 0,1 0 0,0-1 0,-1 1 0,1 0 0,0 0 0,-1 0 0,1 0 0,0 0 0,-1 0 0,2 0 0,23-3 0,-21 3 0,6 0 0,18-2 0,51 4 0,-78-2 0,0 0 0,-1 1 0,1-1 0,0 0 0,0 0 0,-1 1 0,1-1 0,0 1 0,0-1 0,-1 1 0,1-1 0,0 1 0,-1-1 0,1 1 0,0-1 0,-1 1 0,1 0 0,-1-1 0,1 1 0,-1 0 0,0-1 0,1 1 0,-1 0 0,0 0 0,1 0 0,-1-1 0,0 1 0,0 0 0,0 0 0,0 0 0,1 0 0,-1-1 0,-1 1 0,1 0 0,0 1 0,-6 36 0,2-22 0,2 10-195,0 1 0,2-1 0,1 0 0,1 0 0,2 0 0,9 39 0,-9-51-6631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7:31.1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24575,'3'0'0,"2"0"0,3 0 0,3 0 0,4 0 0,1 0 0,1 0 0,0 3 0,-2 0 0,1 2 0,-2 1 0,-2-2-8191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7:31.3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 24 24575,'2'-2'0,"1"-3"0,2-4 0,-2 3 0,-3 5 0,-5 4 0,-4 7 0,-4 3 0,-1 1-8191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06T13:57:53.7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1 138 24575,'3'0'0,"-1"0"0,1 0 0,0 0 0,0 1 0,0-1 0,-1 1 0,1 0 0,0-1 0,-1 1 0,1 0 0,0 1 0,-1-1 0,1 0 0,-1 1 0,4 2 0,-2 1 0,0-1 0,0 1 0,0 1 0,-1-1 0,5 9 0,-2-4 0,-6-9 0,0 0 0,1 0 0,-1 0 0,1 0 0,-1 0 0,1 0 0,-1 0 0,1 0 0,0 0 0,0 0 0,-1 0 0,1 0 0,0-1 0,0 1 0,0 0 0,0-1 0,0 1 0,0-1 0,0 1 0,0-1 0,0 1 0,0-1 0,0 1 0,0-1 0,0 0 0,0 0 0,0 0 0,0 0 0,1 1 0,0-2 0,1 0 0,0-1 0,0 1 0,0-1 0,-1 0 0,1 0 0,-1-1 0,1 1 0,-1 0 0,4-6 0,25-30 0,-14 16 0,0 1 0,2 1 0,0 1 0,1 1 0,31-23 0,-21 27-1365,-18 11-5461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76A73D-237B-4034-AB8C-962174A8D351}" type="datetimeFigureOut">
              <a:rPr lang="en-US" smtClean="0"/>
              <a:t>8/5/2025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123B04-A11E-4ECA-8C2F-B25EF2142B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1429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123B04-A11E-4ECA-8C2F-B25EF2142BD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2589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6B8D726-D0BC-B240-A677-46F99704B74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121898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538230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1.xml"/><Relationship Id="rId4" Type="http://schemas.openxmlformats.org/officeDocument/2006/relationships/image" Target="../media/image3.png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276600" y="1123950"/>
            <a:ext cx="5257800" cy="5334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lang="en-US" sz="3600" dirty="0"/>
            </a:lvl1pPr>
          </a:lstStyle>
          <a:p>
            <a:pPr lvl="0"/>
            <a:r>
              <a:rPr lang="en-US" dirty="0"/>
              <a:t>Click to edit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76600" y="1657350"/>
            <a:ext cx="5257800" cy="914400"/>
          </a:xfrm>
        </p:spPr>
        <p:txBody>
          <a:bodyPr/>
          <a:lstStyle>
            <a:lvl1pPr marL="0" indent="0" algn="r">
              <a:buNone/>
              <a:defRPr>
                <a:solidFill>
                  <a:schemeClr val="bg1">
                    <a:lumMod val="50000"/>
                  </a:schemeClr>
                </a:solidFill>
                <a:effectLst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BA5CE939-B381-3A45-13A6-F58CC000B48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27414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57200" y="4767263"/>
            <a:ext cx="2133600" cy="273844"/>
          </a:xfrm>
        </p:spPr>
        <p:txBody>
          <a:bodyPr/>
          <a:lstStyle>
            <a:lvl1pPr algn="l"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38150"/>
            <a:ext cx="8229600" cy="533401"/>
          </a:xfrm>
          <a:prstGeom prst="rect">
            <a:avLst/>
          </a:prstGeom>
        </p:spPr>
        <p:txBody>
          <a:bodyPr/>
          <a:lstStyle>
            <a:lvl1pPr>
              <a:defRPr sz="2800">
                <a:gradFill>
                  <a:gsLst>
                    <a:gs pos="0">
                      <a:srgbClr val="002060"/>
                    </a:gs>
                    <a:gs pos="100000">
                      <a:srgbClr val="0070C0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pic>
        <p:nvPicPr>
          <p:cNvPr id="2" name="Picture 1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BE9035D6-1EB0-67FD-788E-258B941A5BB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2313" y="3305176"/>
            <a:ext cx="7772400" cy="1021556"/>
          </a:xfrm>
          <a:prstGeom prst="rect">
            <a:avLst/>
          </a:prstGeom>
        </p:spPr>
        <p:txBody>
          <a:bodyPr anchor="t"/>
          <a:lstStyle>
            <a:lvl1pPr algn="l">
              <a:defRPr sz="3200" b="1" cap="none"/>
            </a:lvl1pPr>
          </a:lstStyle>
          <a:p>
            <a:r>
              <a:rPr lang="en-US"/>
              <a:t>Click to edit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228600" y="4767263"/>
            <a:ext cx="2133600" cy="273844"/>
          </a:xfrm>
        </p:spPr>
        <p:txBody>
          <a:bodyPr/>
          <a:lstStyle>
            <a:lvl1pPr algn="l"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19859E39-C1F4-F452-A609-81C93B9864E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57150"/>
            <a:ext cx="8229600" cy="609601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Click to edit title style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457200" y="971550"/>
            <a:ext cx="4038600" cy="3657600"/>
          </a:xfrm>
        </p:spPr>
        <p:txBody>
          <a:bodyPr>
            <a:normAutofit/>
          </a:bodyPr>
          <a:lstStyle>
            <a:lvl1pPr marL="0" indent="0">
              <a:buFont typeface="Arial" pitchFamily="34" charset="0"/>
              <a:buNone/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8"/>
          <p:cNvSpPr>
            <a:spLocks noGrp="1"/>
          </p:cNvSpPr>
          <p:nvPr>
            <p:ph sz="quarter" idx="14"/>
          </p:nvPr>
        </p:nvSpPr>
        <p:spPr>
          <a:xfrm>
            <a:off x="4648200" y="971550"/>
            <a:ext cx="4038600" cy="3657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3" name="Picture 2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361F23F3-4276-7AC6-FA37-CDC6351B9F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457200" y="971550"/>
            <a:ext cx="2667000" cy="3657600"/>
          </a:xfrm>
        </p:spPr>
        <p:txBody>
          <a:bodyPr>
            <a:normAutofit/>
          </a:bodyPr>
          <a:lstStyle>
            <a:lvl1pPr marL="0" indent="0">
              <a:buFont typeface="Arial" pitchFamily="34" charset="0"/>
              <a:buNone/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8"/>
          <p:cNvSpPr>
            <a:spLocks noGrp="1"/>
          </p:cNvSpPr>
          <p:nvPr>
            <p:ph sz="quarter" idx="14"/>
          </p:nvPr>
        </p:nvSpPr>
        <p:spPr>
          <a:xfrm>
            <a:off x="3238500" y="971550"/>
            <a:ext cx="2667000" cy="3657600"/>
          </a:xfrm>
        </p:spPr>
        <p:txBody>
          <a:bodyPr>
            <a:normAutofit/>
          </a:bodyPr>
          <a:lstStyle>
            <a:lvl1pPr marL="0" indent="0">
              <a:buFont typeface="Arial" pitchFamily="34" charset="0"/>
              <a:buNone/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8"/>
          <p:cNvSpPr>
            <a:spLocks noGrp="1"/>
          </p:cNvSpPr>
          <p:nvPr>
            <p:ph sz="quarter" idx="15"/>
          </p:nvPr>
        </p:nvSpPr>
        <p:spPr>
          <a:xfrm>
            <a:off x="6019800" y="971550"/>
            <a:ext cx="2667000" cy="3657600"/>
          </a:xfrm>
        </p:spPr>
        <p:txBody>
          <a:bodyPr>
            <a:normAutofit/>
          </a:bodyPr>
          <a:lstStyle>
            <a:lvl1pPr marL="0" indent="0">
              <a:buFont typeface="Arial" pitchFamily="34" charset="0"/>
              <a:buNone/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38150"/>
            <a:ext cx="8229600" cy="533401"/>
          </a:xfrm>
          <a:prstGeom prst="rect">
            <a:avLst/>
          </a:prstGeom>
        </p:spPr>
        <p:txBody>
          <a:bodyPr/>
          <a:lstStyle>
            <a:lvl1pPr>
              <a:defRPr sz="2800">
                <a:gradFill>
                  <a:gsLst>
                    <a:gs pos="0">
                      <a:srgbClr val="002060"/>
                    </a:gs>
                    <a:gs pos="100000">
                      <a:srgbClr val="0070C0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pic>
        <p:nvPicPr>
          <p:cNvPr id="2" name="Picture 1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5FDBF0D3-6CF9-4440-94E9-AA4A7421695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5675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457200" y="971550"/>
            <a:ext cx="2667000" cy="3657600"/>
          </a:xfrm>
        </p:spPr>
        <p:txBody>
          <a:bodyPr>
            <a:normAutofit/>
          </a:bodyPr>
          <a:lstStyle>
            <a:lvl1pPr marL="0" indent="0">
              <a:buFont typeface="Arial" pitchFamily="34" charset="0"/>
              <a:buNone/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8"/>
          <p:cNvSpPr>
            <a:spLocks noGrp="1"/>
          </p:cNvSpPr>
          <p:nvPr>
            <p:ph sz="quarter" idx="14"/>
          </p:nvPr>
        </p:nvSpPr>
        <p:spPr>
          <a:xfrm>
            <a:off x="3238500" y="971550"/>
            <a:ext cx="2667000" cy="3657600"/>
          </a:xfrm>
        </p:spPr>
        <p:txBody>
          <a:bodyPr>
            <a:normAutofit/>
          </a:bodyPr>
          <a:lstStyle>
            <a:lvl1pPr marL="0" indent="0">
              <a:buFont typeface="Arial" pitchFamily="34" charset="0"/>
              <a:buNone/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38150"/>
            <a:ext cx="8229600" cy="533401"/>
          </a:xfrm>
          <a:prstGeom prst="rect">
            <a:avLst/>
          </a:prstGeom>
        </p:spPr>
        <p:txBody>
          <a:bodyPr/>
          <a:lstStyle>
            <a:lvl1pPr>
              <a:defRPr sz="2800">
                <a:gradFill>
                  <a:gsLst>
                    <a:gs pos="0">
                      <a:srgbClr val="002060"/>
                    </a:gs>
                    <a:gs pos="100000">
                      <a:srgbClr val="0070C0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pic>
        <p:nvPicPr>
          <p:cNvPr id="2" name="Picture 1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CB3935A3-C998-9B3D-079E-B7BC7E8C2A3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95024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52400" y="4781550"/>
            <a:ext cx="2133600" cy="273844"/>
          </a:xfrm>
        </p:spPr>
        <p:txBody>
          <a:bodyPr/>
          <a:lstStyle>
            <a:lvl1pPr algn="l"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166577" y="209550"/>
            <a:ext cx="8229600" cy="533401"/>
          </a:xfrm>
          <a:prstGeom prst="rect">
            <a:avLst/>
          </a:prstGeom>
        </p:spPr>
        <p:txBody>
          <a:bodyPr/>
          <a:lstStyle>
            <a:lvl1pPr>
              <a:defRPr sz="2600">
                <a:gradFill>
                  <a:gsLst>
                    <a:gs pos="0">
                      <a:srgbClr val="002060"/>
                    </a:gs>
                    <a:gs pos="100000">
                      <a:srgbClr val="0070C0"/>
                    </a:gs>
                  </a:gsLst>
                  <a:lin ang="5400000" scaled="0"/>
                </a:gradFill>
                <a:latin typeface="Cooper Black" panose="0208090404030B020404" pitchFamily="18" charset="0"/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pic>
        <p:nvPicPr>
          <p:cNvPr id="8" name="Picture 7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547D5447-D822-E114-D105-30608DBB5E2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0600" y="57150"/>
            <a:ext cx="493786" cy="48771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52400" y="4767263"/>
            <a:ext cx="2133600" cy="273844"/>
          </a:xfrm>
        </p:spPr>
        <p:txBody>
          <a:bodyPr/>
          <a:lstStyle>
            <a:lvl1pPr algn="l"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5" name="Picture 4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BFC459EA-C247-C5E7-6491-AEF2B5F94E2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819150"/>
            <a:ext cx="3008313" cy="8715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819150"/>
            <a:ext cx="5111750" cy="3775473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733550"/>
            <a:ext cx="3008313" cy="286107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Picture 7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40C7AE83-204E-A484-7237-A7EA3EBC4DA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895349"/>
            <a:ext cx="5486400" cy="265033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Picture 7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23DAEE89-C03B-1705-0782-CE3B90349AF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38150"/>
            <a:ext cx="8229600" cy="533401"/>
          </a:xfrm>
          <a:prstGeom prst="rect">
            <a:avLst/>
          </a:prstGeom>
        </p:spPr>
        <p:txBody>
          <a:bodyPr/>
          <a:lstStyle>
            <a:lvl1pPr>
              <a:defRPr sz="2800">
                <a:gradFill>
                  <a:gsLst>
                    <a:gs pos="0">
                      <a:srgbClr val="002060"/>
                    </a:gs>
                    <a:gs pos="100000">
                      <a:srgbClr val="0070C0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pic>
        <p:nvPicPr>
          <p:cNvPr id="2" name="Picture 1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FDBE062A-C013-A203-17DC-F9C61DBF2E3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 hasCustomPrompt="1"/>
          </p:nvPr>
        </p:nvSpPr>
        <p:spPr>
          <a:xfrm>
            <a:off x="6629400" y="1047749"/>
            <a:ext cx="2057400" cy="3546873"/>
          </a:xfrm>
          <a:prstGeom prst="rect">
            <a:avLst/>
          </a:prstGeom>
        </p:spPr>
        <p:txBody>
          <a:bodyPr vert="eaVert"/>
          <a:lstStyle/>
          <a:p>
            <a:r>
              <a:rPr lang="en-US" dirty="0"/>
              <a:t>Click to edit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047749"/>
            <a:ext cx="6019800" cy="354687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CA6DBE16-F08A-6A41-329C-56621EE5368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bg>
      <p:bgPr>
        <a:blipFill dpi="0" rotWithShape="1">
          <a:blip r:embed="rId3">
            <a:lum/>
          </a:blip>
          <a:srcRect/>
          <a:stretch>
            <a:fillRect b="-2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7200" y="1352550"/>
            <a:ext cx="8229600" cy="1295400"/>
          </a:xfrm>
          <a:prstGeom prst="rect">
            <a:avLst/>
          </a:prstGeom>
        </p:spPr>
        <p:txBody>
          <a:bodyPr/>
          <a:lstStyle>
            <a:lvl1pPr algn="l">
              <a:defRPr sz="6000" b="1">
                <a:gradFill flip="none" rotWithShape="1">
                  <a:gsLst>
                    <a:gs pos="0">
                      <a:srgbClr val="0070C0"/>
                    </a:gs>
                    <a:gs pos="100000">
                      <a:srgbClr val="00B0F0"/>
                    </a:gs>
                  </a:gsLst>
                  <a:lin ang="16200000" scaled="1"/>
                  <a:tileRect/>
                </a:gradFill>
                <a:effectLst/>
              </a:defRPr>
            </a:lvl1pPr>
          </a:lstStyle>
          <a:p>
            <a:r>
              <a:rPr lang="en-US"/>
              <a:t>Thank You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7200" y="2647950"/>
            <a:ext cx="8229600" cy="914400"/>
          </a:xfrm>
        </p:spPr>
        <p:txBody>
          <a:bodyPr/>
          <a:lstStyle>
            <a:lvl1pPr marL="0" indent="0" algn="l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Contact Information</a:t>
            </a:r>
            <a:endParaRPr lang="en-US" dirty="0"/>
          </a:p>
        </p:txBody>
      </p:sp>
      <p:pic>
        <p:nvPicPr>
          <p:cNvPr id="4" name="Picture 3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624E307F-BC23-D6AD-3DDE-45757A637AC3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806275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mages and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0" y="0"/>
            <a:ext cx="9144000" cy="51434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6949" indent="0">
              <a:buNone/>
              <a:defRPr sz="2799"/>
            </a:lvl2pPr>
            <a:lvl3pPr marL="913897" indent="0">
              <a:buNone/>
              <a:defRPr sz="2399"/>
            </a:lvl3pPr>
            <a:lvl4pPr marL="1370846" indent="0">
              <a:buNone/>
              <a:defRPr sz="1999"/>
            </a:lvl4pPr>
            <a:lvl5pPr marL="1827795" indent="0">
              <a:buNone/>
              <a:defRPr sz="1999"/>
            </a:lvl5pPr>
            <a:lvl6pPr marL="2284743" indent="0">
              <a:buNone/>
              <a:defRPr sz="1999"/>
            </a:lvl6pPr>
            <a:lvl7pPr marL="2741692" indent="0">
              <a:buNone/>
              <a:defRPr sz="1999"/>
            </a:lvl7pPr>
            <a:lvl8pPr marL="3198640" indent="0">
              <a:buNone/>
              <a:defRPr sz="1999"/>
            </a:lvl8pPr>
            <a:lvl9pPr marL="3655589" indent="0">
              <a:buNone/>
              <a:defRPr sz="1999"/>
            </a:lvl9pPr>
          </a:lstStyle>
          <a:p>
            <a:r>
              <a:rPr lang="en-US" altLang="ko-KR" dirty="0"/>
              <a:t>Insert Your Image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6348082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E11C3564-CF67-FE45-A9E2-4B3C230C88D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-1"/>
            <a:ext cx="9144000" cy="257175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788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52796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7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971550"/>
            <a:ext cx="8229600" cy="36230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0CB006-912F-44E1-9560-9CBFEBE946EF}" type="datetime4">
              <a:rPr lang="en-US" smtClean="0"/>
              <a:t>August 5, 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50" r:id="rId2"/>
    <p:sldLayoutId id="2147483651" r:id="rId3"/>
    <p:sldLayoutId id="2147483652" r:id="rId4"/>
    <p:sldLayoutId id="2147483672" r:id="rId5"/>
    <p:sldLayoutId id="214748367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75" r:id="rId13"/>
    <p:sldLayoutId id="2147483687" r:id="rId14"/>
    <p:sldLayoutId id="2147483688" r:id="rId15"/>
  </p:sldLayoutIdLst>
  <p:hf hdr="0"/>
  <p:txStyles>
    <p:titleStyle>
      <a:lvl1pPr algn="l" defTabSz="914400" rtl="0" eaLnBrk="1" latinLnBrk="0" hangingPunct="1">
        <a:spcBef>
          <a:spcPct val="0"/>
        </a:spcBef>
        <a:buNone/>
        <a:defRPr lang="en-US" sz="2800" b="1" kern="1200" dirty="0">
          <a:gradFill flip="none" rotWithShape="1">
            <a:gsLst>
              <a:gs pos="0">
                <a:srgbClr val="26588D"/>
              </a:gs>
              <a:gs pos="100000">
                <a:srgbClr val="4197C6"/>
              </a:gs>
            </a:gsLst>
            <a:lin ang="16200000" scaled="1"/>
            <a:tileRect/>
          </a:gradFill>
          <a:latin typeface="Arial" pitchFamily="34" charset="0"/>
          <a:ea typeface="+mj-ea"/>
          <a:cs typeface="Arial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jpe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://s4dev.st.com:8021/sap/opu/odata/sap/API_SALES_ORDER_SRV/A_SalesOrder?$format=json&amp;$filter=TotalNetAmount%20gt%2010000&amp;$select=SalesOrder,SalesOrganization,TotalNetAmount" TargetMode="External"/><Relationship Id="rId2" Type="http://schemas.openxmlformats.org/officeDocument/2006/relationships/hyperlink" Target="https://help.sap.com/docs/process-visibility/process-visibility-capability/creating-visibility-scenario" TargetMode="Externa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png"/><Relationship Id="rId4" Type="http://schemas.openxmlformats.org/officeDocument/2006/relationships/image" Target="../media/image19.jpe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59.xml"/><Relationship Id="rId299" Type="http://schemas.openxmlformats.org/officeDocument/2006/relationships/customXml" Target="../ink/ink150.xml"/><Relationship Id="rId21" Type="http://schemas.openxmlformats.org/officeDocument/2006/relationships/image" Target="../media/image1636.png"/><Relationship Id="rId63" Type="http://schemas.openxmlformats.org/officeDocument/2006/relationships/image" Target="../media/image1657.png"/><Relationship Id="rId159" Type="http://schemas.openxmlformats.org/officeDocument/2006/relationships/customXml" Target="../ink/ink80.xml"/><Relationship Id="rId324" Type="http://schemas.openxmlformats.org/officeDocument/2006/relationships/image" Target="../media/image1787.png"/><Relationship Id="rId366" Type="http://schemas.openxmlformats.org/officeDocument/2006/relationships/image" Target="../media/image1808.png"/><Relationship Id="rId170" Type="http://schemas.openxmlformats.org/officeDocument/2006/relationships/image" Target="../media/image1710.png"/><Relationship Id="rId226" Type="http://schemas.openxmlformats.org/officeDocument/2006/relationships/image" Target="../media/image1738.png"/><Relationship Id="rId268" Type="http://schemas.openxmlformats.org/officeDocument/2006/relationships/image" Target="../media/image1759.png"/><Relationship Id="rId32" Type="http://schemas.openxmlformats.org/officeDocument/2006/relationships/customXml" Target="../ink/ink16.xml"/><Relationship Id="rId74" Type="http://schemas.openxmlformats.org/officeDocument/2006/relationships/customXml" Target="../ink/ink37.xml"/><Relationship Id="rId128" Type="http://schemas.openxmlformats.org/officeDocument/2006/relationships/image" Target="../media/image1689.png"/><Relationship Id="rId335" Type="http://schemas.openxmlformats.org/officeDocument/2006/relationships/customXml" Target="../ink/ink168.xml"/><Relationship Id="rId5" Type="http://schemas.openxmlformats.org/officeDocument/2006/relationships/image" Target="../media/image1628.png"/><Relationship Id="rId181" Type="http://schemas.openxmlformats.org/officeDocument/2006/relationships/customXml" Target="../ink/ink91.xml"/><Relationship Id="rId237" Type="http://schemas.openxmlformats.org/officeDocument/2006/relationships/customXml" Target="../ink/ink119.xml"/><Relationship Id="rId279" Type="http://schemas.openxmlformats.org/officeDocument/2006/relationships/customXml" Target="../ink/ink140.xml"/><Relationship Id="rId43" Type="http://schemas.openxmlformats.org/officeDocument/2006/relationships/image" Target="../media/image1647.png"/><Relationship Id="rId139" Type="http://schemas.openxmlformats.org/officeDocument/2006/relationships/customXml" Target="../ink/ink70.xml"/><Relationship Id="rId290" Type="http://schemas.openxmlformats.org/officeDocument/2006/relationships/image" Target="../media/image1770.png"/><Relationship Id="rId304" Type="http://schemas.openxmlformats.org/officeDocument/2006/relationships/image" Target="../media/image1777.png"/><Relationship Id="rId346" Type="http://schemas.openxmlformats.org/officeDocument/2006/relationships/image" Target="../media/image1798.png"/><Relationship Id="rId85" Type="http://schemas.openxmlformats.org/officeDocument/2006/relationships/image" Target="../media/image1668.png"/><Relationship Id="rId150" Type="http://schemas.openxmlformats.org/officeDocument/2006/relationships/image" Target="../media/image1700.png"/><Relationship Id="rId192" Type="http://schemas.openxmlformats.org/officeDocument/2006/relationships/image" Target="../media/image1721.png"/><Relationship Id="rId206" Type="http://schemas.openxmlformats.org/officeDocument/2006/relationships/image" Target="../media/image1728.png"/><Relationship Id="rId248" Type="http://schemas.openxmlformats.org/officeDocument/2006/relationships/image" Target="../media/image1749.png"/><Relationship Id="rId12" Type="http://schemas.openxmlformats.org/officeDocument/2006/relationships/customXml" Target="../ink/ink6.xml"/><Relationship Id="rId108" Type="http://schemas.openxmlformats.org/officeDocument/2006/relationships/customXml" Target="../ink/ink54.xml"/><Relationship Id="rId315" Type="http://schemas.openxmlformats.org/officeDocument/2006/relationships/customXml" Target="../ink/ink158.xml"/><Relationship Id="rId357" Type="http://schemas.openxmlformats.org/officeDocument/2006/relationships/customXml" Target="../ink/ink179.xml"/><Relationship Id="rId54" Type="http://schemas.openxmlformats.org/officeDocument/2006/relationships/customXml" Target="../ink/ink27.xml"/><Relationship Id="rId96" Type="http://schemas.openxmlformats.org/officeDocument/2006/relationships/customXml" Target="../ink/ink48.xml"/><Relationship Id="rId161" Type="http://schemas.openxmlformats.org/officeDocument/2006/relationships/customXml" Target="../ink/ink81.xml"/><Relationship Id="rId217" Type="http://schemas.openxmlformats.org/officeDocument/2006/relationships/customXml" Target="../ink/ink109.xml"/><Relationship Id="rId259" Type="http://schemas.openxmlformats.org/officeDocument/2006/relationships/customXml" Target="../ink/ink130.xml"/><Relationship Id="rId23" Type="http://schemas.openxmlformats.org/officeDocument/2006/relationships/image" Target="../media/image1637.png"/><Relationship Id="rId119" Type="http://schemas.openxmlformats.org/officeDocument/2006/relationships/customXml" Target="../ink/ink60.xml"/><Relationship Id="rId270" Type="http://schemas.openxmlformats.org/officeDocument/2006/relationships/image" Target="../media/image1760.png"/><Relationship Id="rId326" Type="http://schemas.openxmlformats.org/officeDocument/2006/relationships/image" Target="../media/image1788.png"/><Relationship Id="rId65" Type="http://schemas.openxmlformats.org/officeDocument/2006/relationships/image" Target="../media/image1658.png"/><Relationship Id="rId130" Type="http://schemas.openxmlformats.org/officeDocument/2006/relationships/image" Target="../media/image1690.png"/><Relationship Id="rId368" Type="http://schemas.openxmlformats.org/officeDocument/2006/relationships/image" Target="../media/image1809.png"/><Relationship Id="rId172" Type="http://schemas.openxmlformats.org/officeDocument/2006/relationships/image" Target="../media/image1711.png"/><Relationship Id="rId228" Type="http://schemas.openxmlformats.org/officeDocument/2006/relationships/image" Target="../media/image1739.png"/><Relationship Id="rId281" Type="http://schemas.openxmlformats.org/officeDocument/2006/relationships/customXml" Target="../ink/ink141.xml"/><Relationship Id="rId337" Type="http://schemas.openxmlformats.org/officeDocument/2006/relationships/customXml" Target="../ink/ink169.xml"/><Relationship Id="rId34" Type="http://schemas.openxmlformats.org/officeDocument/2006/relationships/customXml" Target="../ink/ink17.xml"/><Relationship Id="rId76" Type="http://schemas.openxmlformats.org/officeDocument/2006/relationships/customXml" Target="../ink/ink38.xml"/><Relationship Id="rId141" Type="http://schemas.openxmlformats.org/officeDocument/2006/relationships/customXml" Target="../ink/ink71.xml"/><Relationship Id="rId7" Type="http://schemas.openxmlformats.org/officeDocument/2006/relationships/image" Target="../media/image1629.png"/><Relationship Id="rId183" Type="http://schemas.openxmlformats.org/officeDocument/2006/relationships/customXml" Target="../ink/ink92.xml"/><Relationship Id="rId239" Type="http://schemas.openxmlformats.org/officeDocument/2006/relationships/customXml" Target="../ink/ink120.xml"/><Relationship Id="rId250" Type="http://schemas.openxmlformats.org/officeDocument/2006/relationships/image" Target="../media/image1750.png"/><Relationship Id="rId292" Type="http://schemas.openxmlformats.org/officeDocument/2006/relationships/image" Target="../media/image1771.png"/><Relationship Id="rId306" Type="http://schemas.openxmlformats.org/officeDocument/2006/relationships/image" Target="../media/image1778.png"/><Relationship Id="rId45" Type="http://schemas.openxmlformats.org/officeDocument/2006/relationships/image" Target="../media/image1648.png"/><Relationship Id="rId87" Type="http://schemas.openxmlformats.org/officeDocument/2006/relationships/image" Target="../media/image1669.png"/><Relationship Id="rId110" Type="http://schemas.openxmlformats.org/officeDocument/2006/relationships/customXml" Target="../ink/ink55.xml"/><Relationship Id="rId348" Type="http://schemas.openxmlformats.org/officeDocument/2006/relationships/image" Target="../media/image1799.png"/><Relationship Id="rId152" Type="http://schemas.openxmlformats.org/officeDocument/2006/relationships/image" Target="../media/image1701.png"/><Relationship Id="rId194" Type="http://schemas.openxmlformats.org/officeDocument/2006/relationships/image" Target="../media/image1722.png"/><Relationship Id="rId208" Type="http://schemas.openxmlformats.org/officeDocument/2006/relationships/image" Target="../media/image1729.png"/><Relationship Id="rId261" Type="http://schemas.openxmlformats.org/officeDocument/2006/relationships/customXml" Target="../ink/ink131.xml"/><Relationship Id="rId14" Type="http://schemas.openxmlformats.org/officeDocument/2006/relationships/customXml" Target="../ink/ink7.xml"/><Relationship Id="rId56" Type="http://schemas.openxmlformats.org/officeDocument/2006/relationships/customXml" Target="../ink/ink28.xml"/><Relationship Id="rId317" Type="http://schemas.openxmlformats.org/officeDocument/2006/relationships/customXml" Target="../ink/ink159.xml"/><Relationship Id="rId359" Type="http://schemas.openxmlformats.org/officeDocument/2006/relationships/customXml" Target="../ink/ink180.xml"/><Relationship Id="rId98" Type="http://schemas.openxmlformats.org/officeDocument/2006/relationships/customXml" Target="../ink/ink49.xml"/><Relationship Id="rId121" Type="http://schemas.openxmlformats.org/officeDocument/2006/relationships/customXml" Target="../ink/ink61.xml"/><Relationship Id="rId163" Type="http://schemas.openxmlformats.org/officeDocument/2006/relationships/customXml" Target="../ink/ink82.xml"/><Relationship Id="rId219" Type="http://schemas.openxmlformats.org/officeDocument/2006/relationships/customXml" Target="../ink/ink110.xml"/><Relationship Id="rId370" Type="http://schemas.openxmlformats.org/officeDocument/2006/relationships/image" Target="../media/image1810.png"/><Relationship Id="rId230" Type="http://schemas.openxmlformats.org/officeDocument/2006/relationships/image" Target="../media/image1740.png"/><Relationship Id="rId25" Type="http://schemas.openxmlformats.org/officeDocument/2006/relationships/image" Target="../media/image1638.png"/><Relationship Id="rId67" Type="http://schemas.openxmlformats.org/officeDocument/2006/relationships/image" Target="../media/image1659.png"/><Relationship Id="rId272" Type="http://schemas.openxmlformats.org/officeDocument/2006/relationships/image" Target="../media/image1761.png"/><Relationship Id="rId328" Type="http://schemas.openxmlformats.org/officeDocument/2006/relationships/image" Target="../media/image1789.png"/><Relationship Id="rId132" Type="http://schemas.openxmlformats.org/officeDocument/2006/relationships/image" Target="../media/image1691.png"/><Relationship Id="rId174" Type="http://schemas.openxmlformats.org/officeDocument/2006/relationships/image" Target="../media/image1712.png"/><Relationship Id="rId241" Type="http://schemas.openxmlformats.org/officeDocument/2006/relationships/customXml" Target="../ink/ink121.xml"/><Relationship Id="rId15" Type="http://schemas.openxmlformats.org/officeDocument/2006/relationships/image" Target="../media/image1633.png"/><Relationship Id="rId36" Type="http://schemas.openxmlformats.org/officeDocument/2006/relationships/customXml" Target="../ink/ink18.xml"/><Relationship Id="rId57" Type="http://schemas.openxmlformats.org/officeDocument/2006/relationships/image" Target="../media/image1654.png"/><Relationship Id="rId262" Type="http://schemas.openxmlformats.org/officeDocument/2006/relationships/image" Target="../media/image1756.png"/><Relationship Id="rId283" Type="http://schemas.openxmlformats.org/officeDocument/2006/relationships/customXml" Target="../ink/ink142.xml"/><Relationship Id="rId318" Type="http://schemas.openxmlformats.org/officeDocument/2006/relationships/image" Target="../media/image1784.png"/><Relationship Id="rId339" Type="http://schemas.openxmlformats.org/officeDocument/2006/relationships/customXml" Target="../ink/ink170.xml"/><Relationship Id="rId78" Type="http://schemas.openxmlformats.org/officeDocument/2006/relationships/customXml" Target="../ink/ink39.xml"/><Relationship Id="rId99" Type="http://schemas.openxmlformats.org/officeDocument/2006/relationships/image" Target="../media/image1675.png"/><Relationship Id="rId101" Type="http://schemas.openxmlformats.org/officeDocument/2006/relationships/image" Target="../media/image1676.png"/><Relationship Id="rId122" Type="http://schemas.openxmlformats.org/officeDocument/2006/relationships/image" Target="../media/image1686.png"/><Relationship Id="rId143" Type="http://schemas.openxmlformats.org/officeDocument/2006/relationships/customXml" Target="../ink/ink72.xml"/><Relationship Id="rId164" Type="http://schemas.openxmlformats.org/officeDocument/2006/relationships/image" Target="../media/image1707.png"/><Relationship Id="rId185" Type="http://schemas.openxmlformats.org/officeDocument/2006/relationships/customXml" Target="../ink/ink93.xml"/><Relationship Id="rId350" Type="http://schemas.openxmlformats.org/officeDocument/2006/relationships/image" Target="../media/image1800.png"/><Relationship Id="rId371" Type="http://schemas.openxmlformats.org/officeDocument/2006/relationships/customXml" Target="../ink/ink186.xml"/><Relationship Id="rId9" Type="http://schemas.openxmlformats.org/officeDocument/2006/relationships/image" Target="../media/image1630.png"/><Relationship Id="rId210" Type="http://schemas.openxmlformats.org/officeDocument/2006/relationships/image" Target="../media/image1730.png"/><Relationship Id="rId26" Type="http://schemas.openxmlformats.org/officeDocument/2006/relationships/customXml" Target="../ink/ink13.xml"/><Relationship Id="rId231" Type="http://schemas.openxmlformats.org/officeDocument/2006/relationships/customXml" Target="../ink/ink116.xml"/><Relationship Id="rId252" Type="http://schemas.openxmlformats.org/officeDocument/2006/relationships/image" Target="../media/image1751.png"/><Relationship Id="rId273" Type="http://schemas.openxmlformats.org/officeDocument/2006/relationships/customXml" Target="../ink/ink137.xml"/><Relationship Id="rId294" Type="http://schemas.openxmlformats.org/officeDocument/2006/relationships/image" Target="../media/image1772.png"/><Relationship Id="rId308" Type="http://schemas.openxmlformats.org/officeDocument/2006/relationships/image" Target="../media/image1779.png"/><Relationship Id="rId329" Type="http://schemas.openxmlformats.org/officeDocument/2006/relationships/customXml" Target="../ink/ink165.xml"/><Relationship Id="rId47" Type="http://schemas.openxmlformats.org/officeDocument/2006/relationships/image" Target="../media/image1649.png"/><Relationship Id="rId68" Type="http://schemas.openxmlformats.org/officeDocument/2006/relationships/customXml" Target="../ink/ink34.xml"/><Relationship Id="rId89" Type="http://schemas.openxmlformats.org/officeDocument/2006/relationships/image" Target="../media/image1670.png"/><Relationship Id="rId112" Type="http://schemas.openxmlformats.org/officeDocument/2006/relationships/customXml" Target="../ink/ink56.xml"/><Relationship Id="rId133" Type="http://schemas.openxmlformats.org/officeDocument/2006/relationships/customXml" Target="../ink/ink67.xml"/><Relationship Id="rId154" Type="http://schemas.openxmlformats.org/officeDocument/2006/relationships/image" Target="../media/image1702.png"/><Relationship Id="rId175" Type="http://schemas.openxmlformats.org/officeDocument/2006/relationships/customXml" Target="../ink/ink88.xml"/><Relationship Id="rId340" Type="http://schemas.openxmlformats.org/officeDocument/2006/relationships/image" Target="../media/image1795.png"/><Relationship Id="rId361" Type="http://schemas.openxmlformats.org/officeDocument/2006/relationships/customXml" Target="../ink/ink181.xml"/><Relationship Id="rId196" Type="http://schemas.openxmlformats.org/officeDocument/2006/relationships/image" Target="../media/image1723.png"/><Relationship Id="rId200" Type="http://schemas.openxmlformats.org/officeDocument/2006/relationships/image" Target="../media/image1725.png"/><Relationship Id="rId16" Type="http://schemas.openxmlformats.org/officeDocument/2006/relationships/customXml" Target="../ink/ink8.xml"/><Relationship Id="rId221" Type="http://schemas.openxmlformats.org/officeDocument/2006/relationships/customXml" Target="../ink/ink111.xml"/><Relationship Id="rId242" Type="http://schemas.openxmlformats.org/officeDocument/2006/relationships/image" Target="../media/image1746.png"/><Relationship Id="rId263" Type="http://schemas.openxmlformats.org/officeDocument/2006/relationships/customXml" Target="../ink/ink132.xml"/><Relationship Id="rId284" Type="http://schemas.openxmlformats.org/officeDocument/2006/relationships/image" Target="../media/image1767.png"/><Relationship Id="rId319" Type="http://schemas.openxmlformats.org/officeDocument/2006/relationships/customXml" Target="../ink/ink160.xml"/><Relationship Id="rId37" Type="http://schemas.openxmlformats.org/officeDocument/2006/relationships/image" Target="../media/image1644.png"/><Relationship Id="rId58" Type="http://schemas.openxmlformats.org/officeDocument/2006/relationships/customXml" Target="../ink/ink29.xml"/><Relationship Id="rId79" Type="http://schemas.openxmlformats.org/officeDocument/2006/relationships/image" Target="../media/image1665.png"/><Relationship Id="rId102" Type="http://schemas.openxmlformats.org/officeDocument/2006/relationships/customXml" Target="../ink/ink51.xml"/><Relationship Id="rId123" Type="http://schemas.openxmlformats.org/officeDocument/2006/relationships/customXml" Target="../ink/ink62.xml"/><Relationship Id="rId144" Type="http://schemas.openxmlformats.org/officeDocument/2006/relationships/image" Target="../media/image1697.png"/><Relationship Id="rId330" Type="http://schemas.openxmlformats.org/officeDocument/2006/relationships/image" Target="../media/image1790.png"/><Relationship Id="rId90" Type="http://schemas.openxmlformats.org/officeDocument/2006/relationships/customXml" Target="../ink/ink45.xml"/><Relationship Id="rId165" Type="http://schemas.openxmlformats.org/officeDocument/2006/relationships/customXml" Target="../ink/ink83.xml"/><Relationship Id="rId186" Type="http://schemas.openxmlformats.org/officeDocument/2006/relationships/image" Target="../media/image1718.png"/><Relationship Id="rId351" Type="http://schemas.openxmlformats.org/officeDocument/2006/relationships/customXml" Target="../ink/ink176.xml"/><Relationship Id="rId372" Type="http://schemas.openxmlformats.org/officeDocument/2006/relationships/image" Target="../media/image1811.png"/><Relationship Id="rId211" Type="http://schemas.openxmlformats.org/officeDocument/2006/relationships/customXml" Target="../ink/ink106.xml"/><Relationship Id="rId232" Type="http://schemas.openxmlformats.org/officeDocument/2006/relationships/image" Target="../media/image1741.png"/><Relationship Id="rId253" Type="http://schemas.openxmlformats.org/officeDocument/2006/relationships/customXml" Target="../ink/ink127.xml"/><Relationship Id="rId274" Type="http://schemas.openxmlformats.org/officeDocument/2006/relationships/image" Target="../media/image1762.png"/><Relationship Id="rId295" Type="http://schemas.openxmlformats.org/officeDocument/2006/relationships/customXml" Target="../ink/ink148.xml"/><Relationship Id="rId309" Type="http://schemas.openxmlformats.org/officeDocument/2006/relationships/customXml" Target="../ink/ink155.xml"/><Relationship Id="rId27" Type="http://schemas.openxmlformats.org/officeDocument/2006/relationships/image" Target="../media/image1639.png"/><Relationship Id="rId48" Type="http://schemas.openxmlformats.org/officeDocument/2006/relationships/customXml" Target="../ink/ink24.xml"/><Relationship Id="rId69" Type="http://schemas.openxmlformats.org/officeDocument/2006/relationships/image" Target="../media/image1660.png"/><Relationship Id="rId113" Type="http://schemas.openxmlformats.org/officeDocument/2006/relationships/customXml" Target="../ink/ink57.xml"/><Relationship Id="rId134" Type="http://schemas.openxmlformats.org/officeDocument/2006/relationships/image" Target="../media/image1692.png"/><Relationship Id="rId320" Type="http://schemas.openxmlformats.org/officeDocument/2006/relationships/image" Target="../media/image1785.png"/><Relationship Id="rId80" Type="http://schemas.openxmlformats.org/officeDocument/2006/relationships/customXml" Target="../ink/ink40.xml"/><Relationship Id="rId155" Type="http://schemas.openxmlformats.org/officeDocument/2006/relationships/customXml" Target="../ink/ink78.xml"/><Relationship Id="rId176" Type="http://schemas.openxmlformats.org/officeDocument/2006/relationships/image" Target="../media/image1713.png"/><Relationship Id="rId197" Type="http://schemas.openxmlformats.org/officeDocument/2006/relationships/customXml" Target="../ink/ink99.xml"/><Relationship Id="rId341" Type="http://schemas.openxmlformats.org/officeDocument/2006/relationships/customXml" Target="../ink/ink171.xml"/><Relationship Id="rId362" Type="http://schemas.openxmlformats.org/officeDocument/2006/relationships/image" Target="../media/image1806.png"/><Relationship Id="rId201" Type="http://schemas.openxmlformats.org/officeDocument/2006/relationships/customXml" Target="../ink/ink101.xml"/><Relationship Id="rId222" Type="http://schemas.openxmlformats.org/officeDocument/2006/relationships/image" Target="../media/image1736.png"/><Relationship Id="rId243" Type="http://schemas.openxmlformats.org/officeDocument/2006/relationships/customXml" Target="../ink/ink122.xml"/><Relationship Id="rId264" Type="http://schemas.openxmlformats.org/officeDocument/2006/relationships/image" Target="../media/image1757.png"/><Relationship Id="rId285" Type="http://schemas.openxmlformats.org/officeDocument/2006/relationships/customXml" Target="../ink/ink143.xml"/><Relationship Id="rId17" Type="http://schemas.openxmlformats.org/officeDocument/2006/relationships/image" Target="../media/image1634.png"/><Relationship Id="rId38" Type="http://schemas.openxmlformats.org/officeDocument/2006/relationships/customXml" Target="../ink/ink19.xml"/><Relationship Id="rId59" Type="http://schemas.openxmlformats.org/officeDocument/2006/relationships/image" Target="../media/image1655.png"/><Relationship Id="rId103" Type="http://schemas.openxmlformats.org/officeDocument/2006/relationships/image" Target="../media/image1677.png"/><Relationship Id="rId124" Type="http://schemas.openxmlformats.org/officeDocument/2006/relationships/image" Target="../media/image1687.png"/><Relationship Id="rId310" Type="http://schemas.openxmlformats.org/officeDocument/2006/relationships/image" Target="../media/image1780.png"/><Relationship Id="rId70" Type="http://schemas.openxmlformats.org/officeDocument/2006/relationships/customXml" Target="../ink/ink35.xml"/><Relationship Id="rId91" Type="http://schemas.openxmlformats.org/officeDocument/2006/relationships/image" Target="../media/image1671.png"/><Relationship Id="rId145" Type="http://schemas.openxmlformats.org/officeDocument/2006/relationships/customXml" Target="../ink/ink73.xml"/><Relationship Id="rId166" Type="http://schemas.openxmlformats.org/officeDocument/2006/relationships/image" Target="../media/image1708.png"/><Relationship Id="rId187" Type="http://schemas.openxmlformats.org/officeDocument/2006/relationships/customXml" Target="../ink/ink94.xml"/><Relationship Id="rId331" Type="http://schemas.openxmlformats.org/officeDocument/2006/relationships/customXml" Target="../ink/ink166.xml"/><Relationship Id="rId352" Type="http://schemas.openxmlformats.org/officeDocument/2006/relationships/image" Target="../media/image1801.png"/><Relationship Id="rId1" Type="http://schemas.openxmlformats.org/officeDocument/2006/relationships/slideLayout" Target="../slideLayouts/slideLayout7.xml"/><Relationship Id="rId212" Type="http://schemas.openxmlformats.org/officeDocument/2006/relationships/image" Target="../media/image1731.png"/><Relationship Id="rId233" Type="http://schemas.openxmlformats.org/officeDocument/2006/relationships/customXml" Target="../ink/ink117.xml"/><Relationship Id="rId254" Type="http://schemas.openxmlformats.org/officeDocument/2006/relationships/image" Target="../media/image1752.png"/><Relationship Id="rId28" Type="http://schemas.openxmlformats.org/officeDocument/2006/relationships/customXml" Target="../ink/ink14.xml"/><Relationship Id="rId49" Type="http://schemas.openxmlformats.org/officeDocument/2006/relationships/image" Target="../media/image1650.png"/><Relationship Id="rId114" Type="http://schemas.openxmlformats.org/officeDocument/2006/relationships/image" Target="../media/image1682.png"/><Relationship Id="rId275" Type="http://schemas.openxmlformats.org/officeDocument/2006/relationships/customXml" Target="../ink/ink138.xml"/><Relationship Id="rId296" Type="http://schemas.openxmlformats.org/officeDocument/2006/relationships/image" Target="../media/image1773.png"/><Relationship Id="rId300" Type="http://schemas.openxmlformats.org/officeDocument/2006/relationships/image" Target="../media/image1775.png"/><Relationship Id="rId60" Type="http://schemas.openxmlformats.org/officeDocument/2006/relationships/customXml" Target="../ink/ink30.xml"/><Relationship Id="rId81" Type="http://schemas.openxmlformats.org/officeDocument/2006/relationships/image" Target="../media/image1666.png"/><Relationship Id="rId135" Type="http://schemas.openxmlformats.org/officeDocument/2006/relationships/customXml" Target="../ink/ink68.xml"/><Relationship Id="rId156" Type="http://schemas.openxmlformats.org/officeDocument/2006/relationships/image" Target="../media/image1703.png"/><Relationship Id="rId177" Type="http://schemas.openxmlformats.org/officeDocument/2006/relationships/customXml" Target="../ink/ink89.xml"/><Relationship Id="rId198" Type="http://schemas.openxmlformats.org/officeDocument/2006/relationships/image" Target="../media/image1724.png"/><Relationship Id="rId321" Type="http://schemas.openxmlformats.org/officeDocument/2006/relationships/customXml" Target="../ink/ink161.xml"/><Relationship Id="rId342" Type="http://schemas.openxmlformats.org/officeDocument/2006/relationships/image" Target="../media/image1796.png"/><Relationship Id="rId363" Type="http://schemas.openxmlformats.org/officeDocument/2006/relationships/customXml" Target="../ink/ink182.xml"/><Relationship Id="rId202" Type="http://schemas.openxmlformats.org/officeDocument/2006/relationships/image" Target="../media/image1726.png"/><Relationship Id="rId223" Type="http://schemas.openxmlformats.org/officeDocument/2006/relationships/customXml" Target="../ink/ink112.xml"/><Relationship Id="rId244" Type="http://schemas.openxmlformats.org/officeDocument/2006/relationships/image" Target="../media/image1747.png"/><Relationship Id="rId18" Type="http://schemas.openxmlformats.org/officeDocument/2006/relationships/customXml" Target="../ink/ink9.xml"/><Relationship Id="rId39" Type="http://schemas.openxmlformats.org/officeDocument/2006/relationships/image" Target="../media/image1645.png"/><Relationship Id="rId265" Type="http://schemas.openxmlformats.org/officeDocument/2006/relationships/customXml" Target="../ink/ink133.xml"/><Relationship Id="rId286" Type="http://schemas.openxmlformats.org/officeDocument/2006/relationships/image" Target="../media/image1768.png"/><Relationship Id="rId50" Type="http://schemas.openxmlformats.org/officeDocument/2006/relationships/customXml" Target="../ink/ink25.xml"/><Relationship Id="rId104" Type="http://schemas.openxmlformats.org/officeDocument/2006/relationships/customXml" Target="../ink/ink52.xml"/><Relationship Id="rId125" Type="http://schemas.openxmlformats.org/officeDocument/2006/relationships/customXml" Target="../ink/ink63.xml"/><Relationship Id="rId146" Type="http://schemas.openxmlformats.org/officeDocument/2006/relationships/image" Target="../media/image1698.png"/><Relationship Id="rId167" Type="http://schemas.openxmlformats.org/officeDocument/2006/relationships/customXml" Target="../ink/ink84.xml"/><Relationship Id="rId188" Type="http://schemas.openxmlformats.org/officeDocument/2006/relationships/image" Target="../media/image1719.png"/><Relationship Id="rId311" Type="http://schemas.openxmlformats.org/officeDocument/2006/relationships/customXml" Target="../ink/ink156.xml"/><Relationship Id="rId332" Type="http://schemas.openxmlformats.org/officeDocument/2006/relationships/image" Target="../media/image1791.png"/><Relationship Id="rId353" Type="http://schemas.openxmlformats.org/officeDocument/2006/relationships/customXml" Target="../ink/ink177.xml"/><Relationship Id="rId71" Type="http://schemas.openxmlformats.org/officeDocument/2006/relationships/image" Target="../media/image1661.png"/><Relationship Id="rId92" Type="http://schemas.openxmlformats.org/officeDocument/2006/relationships/customXml" Target="../ink/ink46.xml"/><Relationship Id="rId213" Type="http://schemas.openxmlformats.org/officeDocument/2006/relationships/customXml" Target="../ink/ink107.xml"/><Relationship Id="rId234" Type="http://schemas.openxmlformats.org/officeDocument/2006/relationships/image" Target="../media/image1742.png"/><Relationship Id="rId2" Type="http://schemas.openxmlformats.org/officeDocument/2006/relationships/customXml" Target="../ink/ink1.xml"/><Relationship Id="rId29" Type="http://schemas.openxmlformats.org/officeDocument/2006/relationships/image" Target="../media/image1640.png"/><Relationship Id="rId255" Type="http://schemas.openxmlformats.org/officeDocument/2006/relationships/customXml" Target="../ink/ink128.xml"/><Relationship Id="rId276" Type="http://schemas.openxmlformats.org/officeDocument/2006/relationships/image" Target="../media/image1763.png"/><Relationship Id="rId297" Type="http://schemas.openxmlformats.org/officeDocument/2006/relationships/customXml" Target="../ink/ink149.xml"/><Relationship Id="rId40" Type="http://schemas.openxmlformats.org/officeDocument/2006/relationships/customXml" Target="../ink/ink20.xml"/><Relationship Id="rId115" Type="http://schemas.openxmlformats.org/officeDocument/2006/relationships/customXml" Target="../ink/ink58.xml"/><Relationship Id="rId136" Type="http://schemas.openxmlformats.org/officeDocument/2006/relationships/image" Target="../media/image1693.png"/><Relationship Id="rId157" Type="http://schemas.openxmlformats.org/officeDocument/2006/relationships/customXml" Target="../ink/ink79.xml"/><Relationship Id="rId178" Type="http://schemas.openxmlformats.org/officeDocument/2006/relationships/image" Target="../media/image1714.png"/><Relationship Id="rId301" Type="http://schemas.openxmlformats.org/officeDocument/2006/relationships/customXml" Target="../ink/ink151.xml"/><Relationship Id="rId322" Type="http://schemas.openxmlformats.org/officeDocument/2006/relationships/image" Target="../media/image1786.png"/><Relationship Id="rId343" Type="http://schemas.openxmlformats.org/officeDocument/2006/relationships/customXml" Target="../ink/ink172.xml"/><Relationship Id="rId364" Type="http://schemas.openxmlformats.org/officeDocument/2006/relationships/image" Target="../media/image1807.png"/><Relationship Id="rId61" Type="http://schemas.openxmlformats.org/officeDocument/2006/relationships/image" Target="../media/image1656.png"/><Relationship Id="rId82" Type="http://schemas.openxmlformats.org/officeDocument/2006/relationships/customXml" Target="../ink/ink41.xml"/><Relationship Id="rId199" Type="http://schemas.openxmlformats.org/officeDocument/2006/relationships/customXml" Target="../ink/ink100.xml"/><Relationship Id="rId203" Type="http://schemas.openxmlformats.org/officeDocument/2006/relationships/customXml" Target="../ink/ink102.xml"/><Relationship Id="rId19" Type="http://schemas.openxmlformats.org/officeDocument/2006/relationships/image" Target="../media/image1635.png"/><Relationship Id="rId224" Type="http://schemas.openxmlformats.org/officeDocument/2006/relationships/image" Target="../media/image1737.png"/><Relationship Id="rId245" Type="http://schemas.openxmlformats.org/officeDocument/2006/relationships/customXml" Target="../ink/ink123.xml"/><Relationship Id="rId266" Type="http://schemas.openxmlformats.org/officeDocument/2006/relationships/image" Target="../media/image1758.png"/><Relationship Id="rId287" Type="http://schemas.openxmlformats.org/officeDocument/2006/relationships/customXml" Target="../ink/ink144.xml"/><Relationship Id="rId30" Type="http://schemas.openxmlformats.org/officeDocument/2006/relationships/customXml" Target="../ink/ink15.xml"/><Relationship Id="rId105" Type="http://schemas.openxmlformats.org/officeDocument/2006/relationships/image" Target="../media/image1678.png"/><Relationship Id="rId126" Type="http://schemas.openxmlformats.org/officeDocument/2006/relationships/image" Target="../media/image1688.png"/><Relationship Id="rId147" Type="http://schemas.openxmlformats.org/officeDocument/2006/relationships/customXml" Target="../ink/ink74.xml"/><Relationship Id="rId168" Type="http://schemas.openxmlformats.org/officeDocument/2006/relationships/image" Target="../media/image1709.png"/><Relationship Id="rId312" Type="http://schemas.openxmlformats.org/officeDocument/2006/relationships/image" Target="../media/image1781.png"/><Relationship Id="rId333" Type="http://schemas.openxmlformats.org/officeDocument/2006/relationships/customXml" Target="../ink/ink167.xml"/><Relationship Id="rId354" Type="http://schemas.openxmlformats.org/officeDocument/2006/relationships/image" Target="../media/image1802.png"/><Relationship Id="rId51" Type="http://schemas.openxmlformats.org/officeDocument/2006/relationships/image" Target="../media/image1651.png"/><Relationship Id="rId72" Type="http://schemas.openxmlformats.org/officeDocument/2006/relationships/customXml" Target="../ink/ink36.xml"/><Relationship Id="rId93" Type="http://schemas.openxmlformats.org/officeDocument/2006/relationships/image" Target="../media/image1672.png"/><Relationship Id="rId189" Type="http://schemas.openxmlformats.org/officeDocument/2006/relationships/customXml" Target="../ink/ink95.xml"/><Relationship Id="rId3" Type="http://schemas.openxmlformats.org/officeDocument/2006/relationships/image" Target="../media/image1627.png"/><Relationship Id="rId214" Type="http://schemas.openxmlformats.org/officeDocument/2006/relationships/image" Target="../media/image1732.png"/><Relationship Id="rId235" Type="http://schemas.openxmlformats.org/officeDocument/2006/relationships/customXml" Target="../ink/ink118.xml"/><Relationship Id="rId256" Type="http://schemas.openxmlformats.org/officeDocument/2006/relationships/image" Target="../media/image1753.png"/><Relationship Id="rId277" Type="http://schemas.openxmlformats.org/officeDocument/2006/relationships/customXml" Target="../ink/ink139.xml"/><Relationship Id="rId298" Type="http://schemas.openxmlformats.org/officeDocument/2006/relationships/image" Target="../media/image1774.png"/><Relationship Id="rId116" Type="http://schemas.openxmlformats.org/officeDocument/2006/relationships/image" Target="../media/image1683.png"/><Relationship Id="rId137" Type="http://schemas.openxmlformats.org/officeDocument/2006/relationships/customXml" Target="../ink/ink69.xml"/><Relationship Id="rId158" Type="http://schemas.openxmlformats.org/officeDocument/2006/relationships/image" Target="../media/image1704.png"/><Relationship Id="rId302" Type="http://schemas.openxmlformats.org/officeDocument/2006/relationships/image" Target="../media/image1776.png"/><Relationship Id="rId323" Type="http://schemas.openxmlformats.org/officeDocument/2006/relationships/customXml" Target="../ink/ink162.xml"/><Relationship Id="rId344" Type="http://schemas.openxmlformats.org/officeDocument/2006/relationships/image" Target="../media/image1797.png"/><Relationship Id="rId20" Type="http://schemas.openxmlformats.org/officeDocument/2006/relationships/customXml" Target="../ink/ink10.xml"/><Relationship Id="rId41" Type="http://schemas.openxmlformats.org/officeDocument/2006/relationships/image" Target="../media/image1646.png"/><Relationship Id="rId62" Type="http://schemas.openxmlformats.org/officeDocument/2006/relationships/customXml" Target="../ink/ink31.xml"/><Relationship Id="rId83" Type="http://schemas.openxmlformats.org/officeDocument/2006/relationships/image" Target="../media/image1667.png"/><Relationship Id="rId179" Type="http://schemas.openxmlformats.org/officeDocument/2006/relationships/customXml" Target="../ink/ink90.xml"/><Relationship Id="rId365" Type="http://schemas.openxmlformats.org/officeDocument/2006/relationships/customXml" Target="../ink/ink183.xml"/><Relationship Id="rId190" Type="http://schemas.openxmlformats.org/officeDocument/2006/relationships/image" Target="../media/image1720.png"/><Relationship Id="rId204" Type="http://schemas.openxmlformats.org/officeDocument/2006/relationships/image" Target="../media/image1727.png"/><Relationship Id="rId225" Type="http://schemas.openxmlformats.org/officeDocument/2006/relationships/customXml" Target="../ink/ink113.xml"/><Relationship Id="rId246" Type="http://schemas.openxmlformats.org/officeDocument/2006/relationships/image" Target="../media/image1748.png"/><Relationship Id="rId267" Type="http://schemas.openxmlformats.org/officeDocument/2006/relationships/customXml" Target="../ink/ink134.xml"/><Relationship Id="rId288" Type="http://schemas.openxmlformats.org/officeDocument/2006/relationships/image" Target="../media/image1769.png"/><Relationship Id="rId106" Type="http://schemas.openxmlformats.org/officeDocument/2006/relationships/customXml" Target="../ink/ink53.xml"/><Relationship Id="rId127" Type="http://schemas.openxmlformats.org/officeDocument/2006/relationships/customXml" Target="../ink/ink64.xml"/><Relationship Id="rId313" Type="http://schemas.openxmlformats.org/officeDocument/2006/relationships/customXml" Target="../ink/ink157.xml"/><Relationship Id="rId10" Type="http://schemas.openxmlformats.org/officeDocument/2006/relationships/customXml" Target="../ink/ink5.xml"/><Relationship Id="rId31" Type="http://schemas.openxmlformats.org/officeDocument/2006/relationships/image" Target="../media/image1641.png"/><Relationship Id="rId52" Type="http://schemas.openxmlformats.org/officeDocument/2006/relationships/customXml" Target="../ink/ink26.xml"/><Relationship Id="rId73" Type="http://schemas.openxmlformats.org/officeDocument/2006/relationships/image" Target="../media/image1662.png"/><Relationship Id="rId94" Type="http://schemas.openxmlformats.org/officeDocument/2006/relationships/customXml" Target="../ink/ink47.xml"/><Relationship Id="rId148" Type="http://schemas.openxmlformats.org/officeDocument/2006/relationships/image" Target="../media/image1699.png"/><Relationship Id="rId169" Type="http://schemas.openxmlformats.org/officeDocument/2006/relationships/customXml" Target="../ink/ink85.xml"/><Relationship Id="rId334" Type="http://schemas.openxmlformats.org/officeDocument/2006/relationships/image" Target="../media/image1792.png"/><Relationship Id="rId355" Type="http://schemas.openxmlformats.org/officeDocument/2006/relationships/customXml" Target="../ink/ink178.xml"/><Relationship Id="rId4" Type="http://schemas.openxmlformats.org/officeDocument/2006/relationships/customXml" Target="../ink/ink2.xml"/><Relationship Id="rId180" Type="http://schemas.openxmlformats.org/officeDocument/2006/relationships/image" Target="../media/image1715.png"/><Relationship Id="rId215" Type="http://schemas.openxmlformats.org/officeDocument/2006/relationships/customXml" Target="../ink/ink108.xml"/><Relationship Id="rId236" Type="http://schemas.openxmlformats.org/officeDocument/2006/relationships/image" Target="../media/image1743.png"/><Relationship Id="rId257" Type="http://schemas.openxmlformats.org/officeDocument/2006/relationships/customXml" Target="../ink/ink129.xml"/><Relationship Id="rId278" Type="http://schemas.openxmlformats.org/officeDocument/2006/relationships/image" Target="../media/image1764.png"/><Relationship Id="rId303" Type="http://schemas.openxmlformats.org/officeDocument/2006/relationships/customXml" Target="../ink/ink152.xml"/><Relationship Id="rId42" Type="http://schemas.openxmlformats.org/officeDocument/2006/relationships/customXml" Target="../ink/ink21.xml"/><Relationship Id="rId84" Type="http://schemas.openxmlformats.org/officeDocument/2006/relationships/customXml" Target="../ink/ink42.xml"/><Relationship Id="rId138" Type="http://schemas.openxmlformats.org/officeDocument/2006/relationships/image" Target="../media/image1694.png"/><Relationship Id="rId345" Type="http://schemas.openxmlformats.org/officeDocument/2006/relationships/customXml" Target="../ink/ink173.xml"/><Relationship Id="rId191" Type="http://schemas.openxmlformats.org/officeDocument/2006/relationships/customXml" Target="../ink/ink96.xml"/><Relationship Id="rId205" Type="http://schemas.openxmlformats.org/officeDocument/2006/relationships/customXml" Target="../ink/ink103.xml"/><Relationship Id="rId247" Type="http://schemas.openxmlformats.org/officeDocument/2006/relationships/customXml" Target="../ink/ink124.xml"/><Relationship Id="rId107" Type="http://schemas.openxmlformats.org/officeDocument/2006/relationships/image" Target="../media/image1679.png"/><Relationship Id="rId289" Type="http://schemas.openxmlformats.org/officeDocument/2006/relationships/customXml" Target="../ink/ink145.xml"/><Relationship Id="rId11" Type="http://schemas.openxmlformats.org/officeDocument/2006/relationships/image" Target="../media/image1631.png"/><Relationship Id="rId53" Type="http://schemas.openxmlformats.org/officeDocument/2006/relationships/image" Target="../media/image1652.png"/><Relationship Id="rId149" Type="http://schemas.openxmlformats.org/officeDocument/2006/relationships/customXml" Target="../ink/ink75.xml"/><Relationship Id="rId314" Type="http://schemas.openxmlformats.org/officeDocument/2006/relationships/image" Target="../media/image1782.png"/><Relationship Id="rId356" Type="http://schemas.openxmlformats.org/officeDocument/2006/relationships/image" Target="../media/image1803.png"/><Relationship Id="rId95" Type="http://schemas.openxmlformats.org/officeDocument/2006/relationships/image" Target="../media/image1673.png"/><Relationship Id="rId160" Type="http://schemas.openxmlformats.org/officeDocument/2006/relationships/image" Target="../media/image1705.png"/><Relationship Id="rId216" Type="http://schemas.openxmlformats.org/officeDocument/2006/relationships/image" Target="../media/image1733.png"/><Relationship Id="rId258" Type="http://schemas.openxmlformats.org/officeDocument/2006/relationships/image" Target="../media/image1754.png"/><Relationship Id="rId22" Type="http://schemas.openxmlformats.org/officeDocument/2006/relationships/customXml" Target="../ink/ink11.xml"/><Relationship Id="rId64" Type="http://schemas.openxmlformats.org/officeDocument/2006/relationships/customXml" Target="../ink/ink32.xml"/><Relationship Id="rId118" Type="http://schemas.openxmlformats.org/officeDocument/2006/relationships/image" Target="../media/image1684.png"/><Relationship Id="rId325" Type="http://schemas.openxmlformats.org/officeDocument/2006/relationships/customXml" Target="../ink/ink163.xml"/><Relationship Id="rId367" Type="http://schemas.openxmlformats.org/officeDocument/2006/relationships/customXml" Target="../ink/ink184.xml"/><Relationship Id="rId171" Type="http://schemas.openxmlformats.org/officeDocument/2006/relationships/customXml" Target="../ink/ink86.xml"/><Relationship Id="rId227" Type="http://schemas.openxmlformats.org/officeDocument/2006/relationships/customXml" Target="../ink/ink114.xml"/><Relationship Id="rId269" Type="http://schemas.openxmlformats.org/officeDocument/2006/relationships/customXml" Target="../ink/ink135.xml"/><Relationship Id="rId33" Type="http://schemas.openxmlformats.org/officeDocument/2006/relationships/image" Target="../media/image1642.png"/><Relationship Id="rId129" Type="http://schemas.openxmlformats.org/officeDocument/2006/relationships/customXml" Target="../ink/ink65.xml"/><Relationship Id="rId280" Type="http://schemas.openxmlformats.org/officeDocument/2006/relationships/image" Target="../media/image1765.png"/><Relationship Id="rId336" Type="http://schemas.openxmlformats.org/officeDocument/2006/relationships/image" Target="../media/image1793.png"/><Relationship Id="rId75" Type="http://schemas.openxmlformats.org/officeDocument/2006/relationships/image" Target="../media/image1663.png"/><Relationship Id="rId140" Type="http://schemas.openxmlformats.org/officeDocument/2006/relationships/image" Target="../media/image1695.png"/><Relationship Id="rId182" Type="http://schemas.openxmlformats.org/officeDocument/2006/relationships/image" Target="../media/image1716.png"/><Relationship Id="rId6" Type="http://schemas.openxmlformats.org/officeDocument/2006/relationships/customXml" Target="../ink/ink3.xml"/><Relationship Id="rId238" Type="http://schemas.openxmlformats.org/officeDocument/2006/relationships/image" Target="../media/image1744.png"/><Relationship Id="rId291" Type="http://schemas.openxmlformats.org/officeDocument/2006/relationships/customXml" Target="../ink/ink146.xml"/><Relationship Id="rId305" Type="http://schemas.openxmlformats.org/officeDocument/2006/relationships/customXml" Target="../ink/ink153.xml"/><Relationship Id="rId347" Type="http://schemas.openxmlformats.org/officeDocument/2006/relationships/customXml" Target="../ink/ink174.xml"/><Relationship Id="rId44" Type="http://schemas.openxmlformats.org/officeDocument/2006/relationships/customXml" Target="../ink/ink22.xml"/><Relationship Id="rId86" Type="http://schemas.openxmlformats.org/officeDocument/2006/relationships/customXml" Target="../ink/ink43.xml"/><Relationship Id="rId151" Type="http://schemas.openxmlformats.org/officeDocument/2006/relationships/customXml" Target="../ink/ink76.xml"/><Relationship Id="rId193" Type="http://schemas.openxmlformats.org/officeDocument/2006/relationships/customXml" Target="../ink/ink97.xml"/><Relationship Id="rId207" Type="http://schemas.openxmlformats.org/officeDocument/2006/relationships/customXml" Target="../ink/ink104.xml"/><Relationship Id="rId249" Type="http://schemas.openxmlformats.org/officeDocument/2006/relationships/customXml" Target="../ink/ink125.xml"/><Relationship Id="rId13" Type="http://schemas.openxmlformats.org/officeDocument/2006/relationships/image" Target="../media/image1632.png"/><Relationship Id="rId109" Type="http://schemas.openxmlformats.org/officeDocument/2006/relationships/image" Target="../media/image1680.png"/><Relationship Id="rId260" Type="http://schemas.openxmlformats.org/officeDocument/2006/relationships/image" Target="../media/image1755.png"/><Relationship Id="rId316" Type="http://schemas.openxmlformats.org/officeDocument/2006/relationships/image" Target="../media/image1783.png"/><Relationship Id="rId55" Type="http://schemas.openxmlformats.org/officeDocument/2006/relationships/image" Target="../media/image1653.png"/><Relationship Id="rId97" Type="http://schemas.openxmlformats.org/officeDocument/2006/relationships/image" Target="../media/image1674.png"/><Relationship Id="rId120" Type="http://schemas.openxmlformats.org/officeDocument/2006/relationships/image" Target="../media/image1685.png"/><Relationship Id="rId358" Type="http://schemas.openxmlformats.org/officeDocument/2006/relationships/image" Target="../media/image1804.png"/><Relationship Id="rId162" Type="http://schemas.openxmlformats.org/officeDocument/2006/relationships/image" Target="../media/image1706.png"/><Relationship Id="rId218" Type="http://schemas.openxmlformats.org/officeDocument/2006/relationships/image" Target="../media/image1734.png"/><Relationship Id="rId271" Type="http://schemas.openxmlformats.org/officeDocument/2006/relationships/customXml" Target="../ink/ink136.xml"/><Relationship Id="rId24" Type="http://schemas.openxmlformats.org/officeDocument/2006/relationships/customXml" Target="../ink/ink12.xml"/><Relationship Id="rId66" Type="http://schemas.openxmlformats.org/officeDocument/2006/relationships/customXml" Target="../ink/ink33.xml"/><Relationship Id="rId131" Type="http://schemas.openxmlformats.org/officeDocument/2006/relationships/customXml" Target="../ink/ink66.xml"/><Relationship Id="rId327" Type="http://schemas.openxmlformats.org/officeDocument/2006/relationships/customXml" Target="../ink/ink164.xml"/><Relationship Id="rId369" Type="http://schemas.openxmlformats.org/officeDocument/2006/relationships/customXml" Target="../ink/ink185.xml"/><Relationship Id="rId173" Type="http://schemas.openxmlformats.org/officeDocument/2006/relationships/customXml" Target="../ink/ink87.xml"/><Relationship Id="rId229" Type="http://schemas.openxmlformats.org/officeDocument/2006/relationships/customXml" Target="../ink/ink115.xml"/><Relationship Id="rId240" Type="http://schemas.openxmlformats.org/officeDocument/2006/relationships/image" Target="../media/image1745.png"/><Relationship Id="rId35" Type="http://schemas.openxmlformats.org/officeDocument/2006/relationships/image" Target="../media/image1643.png"/><Relationship Id="rId77" Type="http://schemas.openxmlformats.org/officeDocument/2006/relationships/image" Target="../media/image1664.png"/><Relationship Id="rId100" Type="http://schemas.openxmlformats.org/officeDocument/2006/relationships/customXml" Target="../ink/ink50.xml"/><Relationship Id="rId282" Type="http://schemas.openxmlformats.org/officeDocument/2006/relationships/image" Target="../media/image1766.png"/><Relationship Id="rId338" Type="http://schemas.openxmlformats.org/officeDocument/2006/relationships/image" Target="../media/image1794.png"/><Relationship Id="rId8" Type="http://schemas.openxmlformats.org/officeDocument/2006/relationships/customXml" Target="../ink/ink4.xml"/><Relationship Id="rId142" Type="http://schemas.openxmlformats.org/officeDocument/2006/relationships/image" Target="../media/image1696.png"/><Relationship Id="rId184" Type="http://schemas.openxmlformats.org/officeDocument/2006/relationships/image" Target="../media/image1717.png"/><Relationship Id="rId251" Type="http://schemas.openxmlformats.org/officeDocument/2006/relationships/customXml" Target="../ink/ink126.xml"/><Relationship Id="rId46" Type="http://schemas.openxmlformats.org/officeDocument/2006/relationships/customXml" Target="../ink/ink23.xml"/><Relationship Id="rId293" Type="http://schemas.openxmlformats.org/officeDocument/2006/relationships/customXml" Target="../ink/ink147.xml"/><Relationship Id="rId307" Type="http://schemas.openxmlformats.org/officeDocument/2006/relationships/customXml" Target="../ink/ink154.xml"/><Relationship Id="rId349" Type="http://schemas.openxmlformats.org/officeDocument/2006/relationships/customXml" Target="../ink/ink175.xml"/><Relationship Id="rId88" Type="http://schemas.openxmlformats.org/officeDocument/2006/relationships/customXml" Target="../ink/ink44.xml"/><Relationship Id="rId111" Type="http://schemas.openxmlformats.org/officeDocument/2006/relationships/image" Target="../media/image1681.png"/><Relationship Id="rId153" Type="http://schemas.openxmlformats.org/officeDocument/2006/relationships/customXml" Target="../ink/ink77.xml"/><Relationship Id="rId195" Type="http://schemas.openxmlformats.org/officeDocument/2006/relationships/customXml" Target="../ink/ink98.xml"/><Relationship Id="rId209" Type="http://schemas.openxmlformats.org/officeDocument/2006/relationships/customXml" Target="../ink/ink105.xml"/><Relationship Id="rId360" Type="http://schemas.openxmlformats.org/officeDocument/2006/relationships/image" Target="../media/image1805.png"/><Relationship Id="rId220" Type="http://schemas.openxmlformats.org/officeDocument/2006/relationships/image" Target="../media/image1735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://www.twitter.com/" TargetMode="External"/><Relationship Id="rId2" Type="http://schemas.openxmlformats.org/officeDocument/2006/relationships/hyperlink" Target="http://www.facebook.com/" TargetMode="Externa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7.png"/><Relationship Id="rId4" Type="http://schemas.openxmlformats.org/officeDocument/2006/relationships/hyperlink" Target="http://www.dribbble.com/" TargetMode="Externa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jpeg"/><Relationship Id="rId3" Type="http://schemas.openxmlformats.org/officeDocument/2006/relationships/image" Target="../media/image22.jpeg"/><Relationship Id="rId7" Type="http://schemas.openxmlformats.org/officeDocument/2006/relationships/image" Target="../media/image26.tif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25.tiff"/><Relationship Id="rId5" Type="http://schemas.openxmlformats.org/officeDocument/2006/relationships/image" Target="../media/image24.tiff"/><Relationship Id="rId4" Type="http://schemas.openxmlformats.org/officeDocument/2006/relationships/image" Target="../media/image23.tiff"/><Relationship Id="rId9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352550"/>
            <a:ext cx="8229600" cy="129540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PH" sz="3600" dirty="0"/>
              <a:t>SAP Build Training for Corporate Professionals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" y="2495550"/>
            <a:ext cx="8229600" cy="914400"/>
          </a:xfrm>
        </p:spPr>
        <p:txBody>
          <a:bodyPr>
            <a:normAutofit/>
          </a:bodyPr>
          <a:lstStyle/>
          <a:p>
            <a:r>
              <a:rPr lang="en-PH" sz="3600" b="1">
                <a:solidFill>
                  <a:srgbClr val="00B050"/>
                </a:solidFill>
                <a:latin typeface="Cooper Black" panose="0208090404030B020404" pitchFamily="18" charset="0"/>
              </a:rPr>
              <a:t>www.anubhavtrainings.com</a:t>
            </a:r>
            <a:endParaRPr lang="en-PH" sz="3600" b="1" dirty="0">
              <a:solidFill>
                <a:srgbClr val="00B050"/>
              </a:solidFill>
              <a:latin typeface="Cooper Black" panose="0208090404030B020404" pitchFamily="18" charset="0"/>
            </a:endParaRPr>
          </a:p>
        </p:txBody>
      </p:sp>
      <p:sp>
        <p:nvSpPr>
          <p:cNvPr id="4" name="Google Shape;500;p1">
            <a:extLst>
              <a:ext uri="{FF2B5EF4-FFF2-40B4-BE49-F238E27FC236}">
                <a16:creationId xmlns:a16="http://schemas.microsoft.com/office/drawing/2014/main" id="{A035E2B0-75D9-4BCC-1173-8F7FB8C99C8A}"/>
              </a:ext>
            </a:extLst>
          </p:cNvPr>
          <p:cNvSpPr txBox="1"/>
          <p:nvPr/>
        </p:nvSpPr>
        <p:spPr>
          <a:xfrm>
            <a:off x="609600" y="496005"/>
            <a:ext cx="1828800" cy="646290"/>
          </a:xfrm>
          <a:prstGeom prst="rect">
            <a:avLst/>
          </a:prstGeom>
          <a:gradFill>
            <a:gsLst>
              <a:gs pos="0">
                <a:srgbClr val="F3FCFF"/>
              </a:gs>
              <a:gs pos="35000">
                <a:srgbClr val="F6FCFF"/>
              </a:gs>
              <a:gs pos="100000">
                <a:srgbClr val="FBFFFF"/>
              </a:gs>
            </a:gsLst>
            <a:lin ang="16200000" scaled="0"/>
          </a:gra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7647"/>
              </a:srgbClr>
            </a:outerShdw>
          </a:effectLst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gradFill flip="none" rotWithShape="1">
                  <a:gsLst>
                    <a:gs pos="0">
                      <a:srgbClr val="0070C0"/>
                    </a:gs>
                    <a:gs pos="100000">
                      <a:srgbClr val="00B0F0"/>
                    </a:gs>
                  </a:gsLst>
                  <a:lin ang="16200000" scaled="1"/>
                  <a:tileRect/>
                </a:gradFill>
                <a:latin typeface="Arial" pitchFamily="34" charset="0"/>
                <a:ea typeface="+mj-ea"/>
                <a:cs typeface="Arial" pitchFamily="34" charset="0"/>
                <a:sym typeface="Corben"/>
              </a:rPr>
              <a:t>DAY-19</a:t>
            </a:r>
          </a:p>
        </p:txBody>
      </p:sp>
      <p:pic>
        <p:nvPicPr>
          <p:cNvPr id="6" name="Google Shape;497;p1">
            <a:extLst>
              <a:ext uri="{FF2B5EF4-FFF2-40B4-BE49-F238E27FC236}">
                <a16:creationId xmlns:a16="http://schemas.microsoft.com/office/drawing/2014/main" id="{503397FB-5BCD-D008-7827-9E43E26D9D1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10400" y="3181350"/>
            <a:ext cx="1733995" cy="165618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380878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Placeholder 1"/>
          <p:cNvPicPr>
            <a:picLocks noGrp="1" noChangeAspect="1"/>
          </p:cNvPicPr>
          <p:nvPr>
            <p:ph type="pic" idx="1"/>
          </p:nvPr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solidFill>
            <a:schemeClr val="bg1">
              <a:lumMod val="95000"/>
            </a:schemeClr>
          </a:solidFill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EE1D1380-BC28-F74F-8866-BD4C0AD42595}"/>
              </a:ext>
            </a:extLst>
          </p:cNvPr>
          <p:cNvSpPr/>
          <p:nvPr/>
        </p:nvSpPr>
        <p:spPr>
          <a:xfrm>
            <a:off x="2382" y="-10043"/>
            <a:ext cx="9139238" cy="5691851"/>
          </a:xfrm>
          <a:prstGeom prst="rect">
            <a:avLst/>
          </a:prstGeom>
          <a:solidFill>
            <a:schemeClr val="bg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457">
              <a:defRPr/>
            </a:pPr>
            <a:endParaRPr lang="en-US" sz="134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382" y="2392863"/>
            <a:ext cx="9139238" cy="1882229"/>
          </a:xfrm>
          <a:prstGeom prst="rect">
            <a:avLst/>
          </a:prstGeom>
          <a:gradFill flip="none" rotWithShape="1">
            <a:gsLst>
              <a:gs pos="13000">
                <a:srgbClr val="25B6C2">
                  <a:alpha val="50000"/>
                </a:srgbClr>
              </a:gs>
              <a:gs pos="100000">
                <a:srgbClr val="0692DB">
                  <a:alpha val="50000"/>
                </a:srgbClr>
              </a:gs>
            </a:gsLst>
            <a:lin ang="27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457">
              <a:defRPr/>
            </a:pPr>
            <a:endParaRPr lang="ko-KR" altLang="en-US" sz="1349">
              <a:solidFill>
                <a:srgbClr val="FFFFFF"/>
              </a:solidFill>
              <a:latin typeface="Arial" panose="020B0604020202020204"/>
              <a:ea typeface="굴림" panose="020B0600000101010101" pitchFamily="34" charset="-127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382" y="2522237"/>
            <a:ext cx="9139238" cy="1595821"/>
          </a:xfrm>
          <a:prstGeom prst="rect">
            <a:avLst/>
          </a:prstGeom>
          <a:gradFill flip="none" rotWithShape="1">
            <a:gsLst>
              <a:gs pos="13000">
                <a:srgbClr val="25B6C2"/>
              </a:gs>
              <a:gs pos="100000">
                <a:srgbClr val="0692DB"/>
              </a:gs>
            </a:gsLst>
            <a:lin ang="27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457">
              <a:defRPr/>
            </a:pPr>
            <a:endParaRPr lang="ko-KR" altLang="en-US" sz="1349">
              <a:solidFill>
                <a:srgbClr val="FFFFFF"/>
              </a:solidFill>
              <a:latin typeface="Arial" panose="020B0604020202020204"/>
              <a:ea typeface="굴림" panose="020B0600000101010101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945CD40-9ABD-7441-A0F8-C5ACA34BB34C}"/>
              </a:ext>
            </a:extLst>
          </p:cNvPr>
          <p:cNvSpPr txBox="1"/>
          <p:nvPr/>
        </p:nvSpPr>
        <p:spPr>
          <a:xfrm>
            <a:off x="2881727" y="2577435"/>
            <a:ext cx="3380548" cy="50770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 defTabSz="685457">
              <a:defRPr/>
            </a:pPr>
            <a:r>
              <a:rPr lang="en-IN" sz="2699" b="1" dirty="0">
                <a:solidFill>
                  <a:srgbClr val="FFFFFF"/>
                </a:solidFill>
                <a:latin typeface="Arial" panose="020B0604020202020204" pitchFamily="34" charset="0"/>
                <a:ea typeface="Cambria" panose="02040503050406030204" pitchFamily="18" charset="0"/>
                <a:cs typeface="Arial" panose="020B0604020202020204" pitchFamily="34" charset="0"/>
              </a:rPr>
              <a:t>DISCLAIMER</a:t>
            </a:r>
            <a:endParaRPr lang="en-US" sz="2474" spc="113" dirty="0">
              <a:solidFill>
                <a:srgbClr val="FFFFFF"/>
              </a:solidFill>
              <a:latin typeface="Arial" panose="020B0604020202020204" pitchFamily="34" charset="0"/>
              <a:ea typeface="Lato Medium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945CD40-9ABD-7441-A0F8-C5ACA34BB34C}"/>
              </a:ext>
            </a:extLst>
          </p:cNvPr>
          <p:cNvSpPr txBox="1"/>
          <p:nvPr/>
        </p:nvSpPr>
        <p:spPr>
          <a:xfrm>
            <a:off x="332706" y="3044889"/>
            <a:ext cx="8478590" cy="92294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 defTabSz="685457">
              <a:defRPr/>
            </a:pPr>
            <a:r>
              <a:rPr lang="en-IN" sz="1799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training content and delivery of this presentation is confidential, and cannot be recorded, or copied and distributed to any third party, without the written consent of Anubhav Trainings</a:t>
            </a:r>
          </a:p>
        </p:txBody>
      </p:sp>
      <p:pic>
        <p:nvPicPr>
          <p:cNvPr id="9" name="Picture 4">
            <a:extLst>
              <a:ext uri="{FF2B5EF4-FFF2-40B4-BE49-F238E27FC236}">
                <a16:creationId xmlns:a16="http://schemas.microsoft.com/office/drawing/2014/main" id="{DB8A7F7E-7F2C-20C1-2A09-7D9F11F6AD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0243" y="0"/>
            <a:ext cx="491377" cy="485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38062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" name="Straight Connector 31"/>
          <p:cNvCxnSpPr/>
          <p:nvPr/>
        </p:nvCxnSpPr>
        <p:spPr>
          <a:xfrm>
            <a:off x="609600" y="2190750"/>
            <a:ext cx="7924800" cy="158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1219200" y="1733550"/>
            <a:ext cx="6705600" cy="933450"/>
            <a:chOff x="914400" y="2190750"/>
            <a:chExt cx="6705600" cy="933450"/>
          </a:xfrm>
          <a:solidFill>
            <a:srgbClr val="0563B8"/>
          </a:solidFill>
        </p:grpSpPr>
        <p:sp>
          <p:nvSpPr>
            <p:cNvPr id="4" name="Oval 3"/>
            <p:cNvSpPr/>
            <p:nvPr/>
          </p:nvSpPr>
          <p:spPr>
            <a:xfrm>
              <a:off x="914400" y="2190750"/>
              <a:ext cx="933450" cy="93345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Oval 4"/>
            <p:cNvSpPr/>
            <p:nvPr/>
          </p:nvSpPr>
          <p:spPr>
            <a:xfrm>
              <a:off x="2838450" y="2190750"/>
              <a:ext cx="933450" cy="93345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/>
            <p:cNvSpPr/>
            <p:nvPr/>
          </p:nvSpPr>
          <p:spPr>
            <a:xfrm>
              <a:off x="4762500" y="2190750"/>
              <a:ext cx="933450" cy="93345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/>
            <p:cNvSpPr/>
            <p:nvPr/>
          </p:nvSpPr>
          <p:spPr>
            <a:xfrm>
              <a:off x="6686550" y="2190750"/>
              <a:ext cx="933450" cy="93345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6705600" y="2929176"/>
            <a:ext cx="1600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>
                <a:solidFill>
                  <a:srgbClr val="0563B8"/>
                </a:solidFill>
                <a:latin typeface="Arial" pitchFamily="34" charset="0"/>
                <a:cs typeface="Arial" pitchFamily="34" charset="0"/>
              </a:rPr>
              <a:t>Configuring Process</a:t>
            </a:r>
            <a:endParaRPr lang="en-US" sz="1050" dirty="0">
              <a:solidFill>
                <a:schemeClr val="bg1">
                  <a:lumMod val="50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grpSp>
        <p:nvGrpSpPr>
          <p:cNvPr id="28" name="Group 27"/>
          <p:cNvGrpSpPr/>
          <p:nvPr/>
        </p:nvGrpSpPr>
        <p:grpSpPr>
          <a:xfrm>
            <a:off x="1457325" y="1952625"/>
            <a:ext cx="443206" cy="484863"/>
            <a:chOff x="1981201" y="1547809"/>
            <a:chExt cx="443206" cy="484863"/>
          </a:xfrm>
          <a:solidFill>
            <a:schemeClr val="bg1"/>
          </a:solidFill>
        </p:grpSpPr>
        <p:sp>
          <p:nvSpPr>
            <p:cNvPr id="1030" name="Freeform 6"/>
            <p:cNvSpPr>
              <a:spLocks noEditPoints="1"/>
            </p:cNvSpPr>
            <p:nvPr/>
          </p:nvSpPr>
          <p:spPr bwMode="auto">
            <a:xfrm>
              <a:off x="2085003" y="1547809"/>
              <a:ext cx="339404" cy="340770"/>
            </a:xfrm>
            <a:custGeom>
              <a:avLst/>
              <a:gdLst/>
              <a:ahLst/>
              <a:cxnLst>
                <a:cxn ang="0">
                  <a:pos x="219" y="91"/>
                </a:cxn>
                <a:cxn ang="0">
                  <a:pos x="166" y="110"/>
                </a:cxn>
                <a:cxn ang="0">
                  <a:pos x="123" y="147"/>
                </a:cxn>
                <a:cxn ang="0">
                  <a:pos x="96" y="197"/>
                </a:cxn>
                <a:cxn ang="0">
                  <a:pos x="87" y="251"/>
                </a:cxn>
                <a:cxn ang="0">
                  <a:pos x="97" y="306"/>
                </a:cxn>
                <a:cxn ang="0">
                  <a:pos x="126" y="354"/>
                </a:cxn>
                <a:cxn ang="0">
                  <a:pos x="170" y="390"/>
                </a:cxn>
                <a:cxn ang="0">
                  <a:pos x="223" y="410"/>
                </a:cxn>
                <a:cxn ang="0">
                  <a:pos x="279" y="408"/>
                </a:cxn>
                <a:cxn ang="0">
                  <a:pos x="330" y="389"/>
                </a:cxn>
                <a:cxn ang="0">
                  <a:pos x="373" y="352"/>
                </a:cxn>
                <a:cxn ang="0">
                  <a:pos x="401" y="301"/>
                </a:cxn>
                <a:cxn ang="0">
                  <a:pos x="409" y="247"/>
                </a:cxn>
                <a:cxn ang="0">
                  <a:pos x="399" y="193"/>
                </a:cxn>
                <a:cxn ang="0">
                  <a:pos x="370" y="145"/>
                </a:cxn>
                <a:cxn ang="0">
                  <a:pos x="326" y="108"/>
                </a:cxn>
                <a:cxn ang="0">
                  <a:pos x="274" y="90"/>
                </a:cxn>
                <a:cxn ang="0">
                  <a:pos x="241" y="0"/>
                </a:cxn>
                <a:cxn ang="0">
                  <a:pos x="310" y="8"/>
                </a:cxn>
                <a:cxn ang="0">
                  <a:pos x="376" y="35"/>
                </a:cxn>
                <a:cxn ang="0">
                  <a:pos x="433" y="82"/>
                </a:cxn>
                <a:cxn ang="0">
                  <a:pos x="472" y="141"/>
                </a:cxn>
                <a:cxn ang="0">
                  <a:pos x="494" y="207"/>
                </a:cxn>
                <a:cxn ang="0">
                  <a:pos x="495" y="278"/>
                </a:cxn>
                <a:cxn ang="0">
                  <a:pos x="478" y="345"/>
                </a:cxn>
                <a:cxn ang="0">
                  <a:pos x="441" y="407"/>
                </a:cxn>
                <a:cxn ang="0">
                  <a:pos x="387" y="456"/>
                </a:cxn>
                <a:cxn ang="0">
                  <a:pos x="324" y="487"/>
                </a:cxn>
                <a:cxn ang="0">
                  <a:pos x="256" y="499"/>
                </a:cxn>
                <a:cxn ang="0">
                  <a:pos x="187" y="491"/>
                </a:cxn>
                <a:cxn ang="0">
                  <a:pos x="121" y="464"/>
                </a:cxn>
                <a:cxn ang="0">
                  <a:pos x="64" y="418"/>
                </a:cxn>
                <a:cxn ang="0">
                  <a:pos x="25" y="358"/>
                </a:cxn>
                <a:cxn ang="0">
                  <a:pos x="3" y="292"/>
                </a:cxn>
                <a:cxn ang="0">
                  <a:pos x="2" y="222"/>
                </a:cxn>
                <a:cxn ang="0">
                  <a:pos x="19" y="155"/>
                </a:cxn>
                <a:cxn ang="0">
                  <a:pos x="56" y="92"/>
                </a:cxn>
                <a:cxn ang="0">
                  <a:pos x="110" y="43"/>
                </a:cxn>
                <a:cxn ang="0">
                  <a:pos x="173" y="13"/>
                </a:cxn>
                <a:cxn ang="0">
                  <a:pos x="241" y="0"/>
                </a:cxn>
              </a:cxnLst>
              <a:rect l="0" t="0" r="r" b="b"/>
              <a:pathLst>
                <a:path w="497" h="499">
                  <a:moveTo>
                    <a:pt x="246" y="88"/>
                  </a:moveTo>
                  <a:lnTo>
                    <a:pt x="219" y="91"/>
                  </a:lnTo>
                  <a:lnTo>
                    <a:pt x="192" y="98"/>
                  </a:lnTo>
                  <a:lnTo>
                    <a:pt x="166" y="110"/>
                  </a:lnTo>
                  <a:lnTo>
                    <a:pt x="144" y="126"/>
                  </a:lnTo>
                  <a:lnTo>
                    <a:pt x="123" y="147"/>
                  </a:lnTo>
                  <a:lnTo>
                    <a:pt x="107" y="171"/>
                  </a:lnTo>
                  <a:lnTo>
                    <a:pt x="96" y="197"/>
                  </a:lnTo>
                  <a:lnTo>
                    <a:pt x="89" y="224"/>
                  </a:lnTo>
                  <a:lnTo>
                    <a:pt x="87" y="251"/>
                  </a:lnTo>
                  <a:lnTo>
                    <a:pt x="90" y="280"/>
                  </a:lnTo>
                  <a:lnTo>
                    <a:pt x="97" y="306"/>
                  </a:lnTo>
                  <a:lnTo>
                    <a:pt x="110" y="331"/>
                  </a:lnTo>
                  <a:lnTo>
                    <a:pt x="126" y="354"/>
                  </a:lnTo>
                  <a:lnTo>
                    <a:pt x="146" y="374"/>
                  </a:lnTo>
                  <a:lnTo>
                    <a:pt x="170" y="390"/>
                  </a:lnTo>
                  <a:lnTo>
                    <a:pt x="196" y="403"/>
                  </a:lnTo>
                  <a:lnTo>
                    <a:pt x="223" y="410"/>
                  </a:lnTo>
                  <a:lnTo>
                    <a:pt x="250" y="411"/>
                  </a:lnTo>
                  <a:lnTo>
                    <a:pt x="279" y="408"/>
                  </a:lnTo>
                  <a:lnTo>
                    <a:pt x="305" y="400"/>
                  </a:lnTo>
                  <a:lnTo>
                    <a:pt x="330" y="389"/>
                  </a:lnTo>
                  <a:lnTo>
                    <a:pt x="352" y="372"/>
                  </a:lnTo>
                  <a:lnTo>
                    <a:pt x="373" y="352"/>
                  </a:lnTo>
                  <a:lnTo>
                    <a:pt x="388" y="328"/>
                  </a:lnTo>
                  <a:lnTo>
                    <a:pt x="401" y="301"/>
                  </a:lnTo>
                  <a:lnTo>
                    <a:pt x="408" y="275"/>
                  </a:lnTo>
                  <a:lnTo>
                    <a:pt x="409" y="247"/>
                  </a:lnTo>
                  <a:lnTo>
                    <a:pt x="407" y="220"/>
                  </a:lnTo>
                  <a:lnTo>
                    <a:pt x="399" y="193"/>
                  </a:lnTo>
                  <a:lnTo>
                    <a:pt x="387" y="167"/>
                  </a:lnTo>
                  <a:lnTo>
                    <a:pt x="370" y="145"/>
                  </a:lnTo>
                  <a:lnTo>
                    <a:pt x="350" y="124"/>
                  </a:lnTo>
                  <a:lnTo>
                    <a:pt x="326" y="108"/>
                  </a:lnTo>
                  <a:lnTo>
                    <a:pt x="300" y="97"/>
                  </a:lnTo>
                  <a:lnTo>
                    <a:pt x="274" y="90"/>
                  </a:lnTo>
                  <a:lnTo>
                    <a:pt x="246" y="88"/>
                  </a:lnTo>
                  <a:close/>
                  <a:moveTo>
                    <a:pt x="241" y="0"/>
                  </a:moveTo>
                  <a:lnTo>
                    <a:pt x="276" y="2"/>
                  </a:lnTo>
                  <a:lnTo>
                    <a:pt x="310" y="8"/>
                  </a:lnTo>
                  <a:lnTo>
                    <a:pt x="343" y="19"/>
                  </a:lnTo>
                  <a:lnTo>
                    <a:pt x="376" y="35"/>
                  </a:lnTo>
                  <a:lnTo>
                    <a:pt x="405" y="57"/>
                  </a:lnTo>
                  <a:lnTo>
                    <a:pt x="433" y="82"/>
                  </a:lnTo>
                  <a:lnTo>
                    <a:pt x="454" y="110"/>
                  </a:lnTo>
                  <a:lnTo>
                    <a:pt x="472" y="141"/>
                  </a:lnTo>
                  <a:lnTo>
                    <a:pt x="485" y="174"/>
                  </a:lnTo>
                  <a:lnTo>
                    <a:pt x="494" y="207"/>
                  </a:lnTo>
                  <a:lnTo>
                    <a:pt x="497" y="242"/>
                  </a:lnTo>
                  <a:lnTo>
                    <a:pt x="495" y="278"/>
                  </a:lnTo>
                  <a:lnTo>
                    <a:pt x="489" y="312"/>
                  </a:lnTo>
                  <a:lnTo>
                    <a:pt x="478" y="345"/>
                  </a:lnTo>
                  <a:lnTo>
                    <a:pt x="462" y="378"/>
                  </a:lnTo>
                  <a:lnTo>
                    <a:pt x="441" y="407"/>
                  </a:lnTo>
                  <a:lnTo>
                    <a:pt x="416" y="435"/>
                  </a:lnTo>
                  <a:lnTo>
                    <a:pt x="387" y="456"/>
                  </a:lnTo>
                  <a:lnTo>
                    <a:pt x="357" y="474"/>
                  </a:lnTo>
                  <a:lnTo>
                    <a:pt x="324" y="487"/>
                  </a:lnTo>
                  <a:lnTo>
                    <a:pt x="291" y="496"/>
                  </a:lnTo>
                  <a:lnTo>
                    <a:pt x="256" y="499"/>
                  </a:lnTo>
                  <a:lnTo>
                    <a:pt x="221" y="497"/>
                  </a:lnTo>
                  <a:lnTo>
                    <a:pt x="187" y="491"/>
                  </a:lnTo>
                  <a:lnTo>
                    <a:pt x="154" y="480"/>
                  </a:lnTo>
                  <a:lnTo>
                    <a:pt x="121" y="464"/>
                  </a:lnTo>
                  <a:lnTo>
                    <a:pt x="92" y="443"/>
                  </a:lnTo>
                  <a:lnTo>
                    <a:pt x="64" y="418"/>
                  </a:lnTo>
                  <a:lnTo>
                    <a:pt x="43" y="389"/>
                  </a:lnTo>
                  <a:lnTo>
                    <a:pt x="25" y="358"/>
                  </a:lnTo>
                  <a:lnTo>
                    <a:pt x="12" y="325"/>
                  </a:lnTo>
                  <a:lnTo>
                    <a:pt x="3" y="292"/>
                  </a:lnTo>
                  <a:lnTo>
                    <a:pt x="0" y="257"/>
                  </a:lnTo>
                  <a:lnTo>
                    <a:pt x="2" y="222"/>
                  </a:lnTo>
                  <a:lnTo>
                    <a:pt x="8" y="188"/>
                  </a:lnTo>
                  <a:lnTo>
                    <a:pt x="19" y="155"/>
                  </a:lnTo>
                  <a:lnTo>
                    <a:pt x="35" y="122"/>
                  </a:lnTo>
                  <a:lnTo>
                    <a:pt x="56" y="92"/>
                  </a:lnTo>
                  <a:lnTo>
                    <a:pt x="81" y="65"/>
                  </a:lnTo>
                  <a:lnTo>
                    <a:pt x="110" y="43"/>
                  </a:lnTo>
                  <a:lnTo>
                    <a:pt x="140" y="25"/>
                  </a:lnTo>
                  <a:lnTo>
                    <a:pt x="173" y="13"/>
                  </a:lnTo>
                  <a:lnTo>
                    <a:pt x="206" y="3"/>
                  </a:lnTo>
                  <a:lnTo>
                    <a:pt x="24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31" name="Freeform 7"/>
            <p:cNvSpPr>
              <a:spLocks/>
            </p:cNvSpPr>
            <p:nvPr/>
          </p:nvSpPr>
          <p:spPr bwMode="auto">
            <a:xfrm>
              <a:off x="1981201" y="1803216"/>
              <a:ext cx="204872" cy="229456"/>
            </a:xfrm>
            <a:custGeom>
              <a:avLst/>
              <a:gdLst/>
              <a:ahLst/>
              <a:cxnLst>
                <a:cxn ang="0">
                  <a:pos x="221" y="0"/>
                </a:cxn>
                <a:cxn ang="0">
                  <a:pos x="232" y="4"/>
                </a:cxn>
                <a:cxn ang="0">
                  <a:pos x="242" y="11"/>
                </a:cxn>
                <a:cxn ang="0">
                  <a:pos x="287" y="47"/>
                </a:cxn>
                <a:cxn ang="0">
                  <a:pos x="295" y="56"/>
                </a:cxn>
                <a:cxn ang="0">
                  <a:pos x="299" y="66"/>
                </a:cxn>
                <a:cxn ang="0">
                  <a:pos x="300" y="78"/>
                </a:cxn>
                <a:cxn ang="0">
                  <a:pos x="298" y="89"/>
                </a:cxn>
                <a:cxn ang="0">
                  <a:pos x="292" y="99"/>
                </a:cxn>
                <a:cxn ang="0">
                  <a:pos x="111" y="322"/>
                </a:cxn>
                <a:cxn ang="0">
                  <a:pos x="100" y="331"/>
                </a:cxn>
                <a:cxn ang="0">
                  <a:pos x="85" y="336"/>
                </a:cxn>
                <a:cxn ang="0">
                  <a:pos x="71" y="335"/>
                </a:cxn>
                <a:cxn ang="0">
                  <a:pos x="58" y="328"/>
                </a:cxn>
                <a:cxn ang="0">
                  <a:pos x="14" y="292"/>
                </a:cxn>
                <a:cxn ang="0">
                  <a:pos x="5" y="280"/>
                </a:cxn>
                <a:cxn ang="0">
                  <a:pos x="0" y="265"/>
                </a:cxn>
                <a:cxn ang="0">
                  <a:pos x="1" y="252"/>
                </a:cxn>
                <a:cxn ang="0">
                  <a:pos x="8" y="238"/>
                </a:cxn>
                <a:cxn ang="0">
                  <a:pos x="190" y="15"/>
                </a:cxn>
                <a:cxn ang="0">
                  <a:pos x="199" y="7"/>
                </a:cxn>
                <a:cxn ang="0">
                  <a:pos x="210" y="3"/>
                </a:cxn>
                <a:cxn ang="0">
                  <a:pos x="221" y="0"/>
                </a:cxn>
              </a:cxnLst>
              <a:rect l="0" t="0" r="r" b="b"/>
              <a:pathLst>
                <a:path w="300" h="336">
                  <a:moveTo>
                    <a:pt x="221" y="0"/>
                  </a:moveTo>
                  <a:lnTo>
                    <a:pt x="232" y="4"/>
                  </a:lnTo>
                  <a:lnTo>
                    <a:pt x="242" y="11"/>
                  </a:lnTo>
                  <a:lnTo>
                    <a:pt x="287" y="47"/>
                  </a:lnTo>
                  <a:lnTo>
                    <a:pt x="295" y="56"/>
                  </a:lnTo>
                  <a:lnTo>
                    <a:pt x="299" y="66"/>
                  </a:lnTo>
                  <a:lnTo>
                    <a:pt x="300" y="78"/>
                  </a:lnTo>
                  <a:lnTo>
                    <a:pt x="298" y="89"/>
                  </a:lnTo>
                  <a:lnTo>
                    <a:pt x="292" y="99"/>
                  </a:lnTo>
                  <a:lnTo>
                    <a:pt x="111" y="322"/>
                  </a:lnTo>
                  <a:lnTo>
                    <a:pt x="100" y="331"/>
                  </a:lnTo>
                  <a:lnTo>
                    <a:pt x="85" y="336"/>
                  </a:lnTo>
                  <a:lnTo>
                    <a:pt x="71" y="335"/>
                  </a:lnTo>
                  <a:lnTo>
                    <a:pt x="58" y="328"/>
                  </a:lnTo>
                  <a:lnTo>
                    <a:pt x="14" y="292"/>
                  </a:lnTo>
                  <a:lnTo>
                    <a:pt x="5" y="280"/>
                  </a:lnTo>
                  <a:lnTo>
                    <a:pt x="0" y="265"/>
                  </a:lnTo>
                  <a:lnTo>
                    <a:pt x="1" y="252"/>
                  </a:lnTo>
                  <a:lnTo>
                    <a:pt x="8" y="238"/>
                  </a:lnTo>
                  <a:lnTo>
                    <a:pt x="190" y="15"/>
                  </a:lnTo>
                  <a:lnTo>
                    <a:pt x="199" y="7"/>
                  </a:lnTo>
                  <a:lnTo>
                    <a:pt x="210" y="3"/>
                  </a:lnTo>
                  <a:lnTo>
                    <a:pt x="22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29" name="Group 28"/>
          <p:cNvGrpSpPr/>
          <p:nvPr/>
        </p:nvGrpSpPr>
        <p:grpSpPr>
          <a:xfrm>
            <a:off x="3362325" y="1924050"/>
            <a:ext cx="482814" cy="544275"/>
            <a:chOff x="2698251" y="1515030"/>
            <a:chExt cx="482814" cy="544275"/>
          </a:xfrm>
          <a:solidFill>
            <a:schemeClr val="bg1"/>
          </a:solidFill>
        </p:grpSpPr>
        <p:sp>
          <p:nvSpPr>
            <p:cNvPr id="1032" name="Freeform 8"/>
            <p:cNvSpPr>
              <a:spLocks noEditPoints="1"/>
            </p:cNvSpPr>
            <p:nvPr/>
          </p:nvSpPr>
          <p:spPr bwMode="auto">
            <a:xfrm>
              <a:off x="2698251" y="1575125"/>
              <a:ext cx="482814" cy="484180"/>
            </a:xfrm>
            <a:custGeom>
              <a:avLst/>
              <a:gdLst/>
              <a:ahLst/>
              <a:cxnLst>
                <a:cxn ang="0">
                  <a:pos x="79" y="78"/>
                </a:cxn>
                <a:cxn ang="0">
                  <a:pos x="79" y="631"/>
                </a:cxn>
                <a:cxn ang="0">
                  <a:pos x="629" y="631"/>
                </a:cxn>
                <a:cxn ang="0">
                  <a:pos x="629" y="78"/>
                </a:cxn>
                <a:cxn ang="0">
                  <a:pos x="79" y="78"/>
                </a:cxn>
                <a:cxn ang="0">
                  <a:pos x="71" y="0"/>
                </a:cxn>
                <a:cxn ang="0">
                  <a:pos x="637" y="0"/>
                </a:cxn>
                <a:cxn ang="0">
                  <a:pos x="655" y="2"/>
                </a:cxn>
                <a:cxn ang="0">
                  <a:pos x="672" y="10"/>
                </a:cxn>
                <a:cxn ang="0">
                  <a:pos x="687" y="20"/>
                </a:cxn>
                <a:cxn ang="0">
                  <a:pos x="697" y="35"/>
                </a:cxn>
                <a:cxn ang="0">
                  <a:pos x="705" y="52"/>
                </a:cxn>
                <a:cxn ang="0">
                  <a:pos x="707" y="70"/>
                </a:cxn>
                <a:cxn ang="0">
                  <a:pos x="707" y="638"/>
                </a:cxn>
                <a:cxn ang="0">
                  <a:pos x="705" y="657"/>
                </a:cxn>
                <a:cxn ang="0">
                  <a:pos x="697" y="674"/>
                </a:cxn>
                <a:cxn ang="0">
                  <a:pos x="687" y="688"/>
                </a:cxn>
                <a:cxn ang="0">
                  <a:pos x="672" y="699"/>
                </a:cxn>
                <a:cxn ang="0">
                  <a:pos x="655" y="706"/>
                </a:cxn>
                <a:cxn ang="0">
                  <a:pos x="637" y="709"/>
                </a:cxn>
                <a:cxn ang="0">
                  <a:pos x="71" y="709"/>
                </a:cxn>
                <a:cxn ang="0">
                  <a:pos x="53" y="706"/>
                </a:cxn>
                <a:cxn ang="0">
                  <a:pos x="36" y="699"/>
                </a:cxn>
                <a:cxn ang="0">
                  <a:pos x="21" y="688"/>
                </a:cxn>
                <a:cxn ang="0">
                  <a:pos x="11" y="674"/>
                </a:cxn>
                <a:cxn ang="0">
                  <a:pos x="3" y="657"/>
                </a:cxn>
                <a:cxn ang="0">
                  <a:pos x="0" y="638"/>
                </a:cxn>
                <a:cxn ang="0">
                  <a:pos x="0" y="70"/>
                </a:cxn>
                <a:cxn ang="0">
                  <a:pos x="3" y="52"/>
                </a:cxn>
                <a:cxn ang="0">
                  <a:pos x="11" y="35"/>
                </a:cxn>
                <a:cxn ang="0">
                  <a:pos x="21" y="20"/>
                </a:cxn>
                <a:cxn ang="0">
                  <a:pos x="36" y="10"/>
                </a:cxn>
                <a:cxn ang="0">
                  <a:pos x="53" y="2"/>
                </a:cxn>
                <a:cxn ang="0">
                  <a:pos x="71" y="0"/>
                </a:cxn>
              </a:cxnLst>
              <a:rect l="0" t="0" r="r" b="b"/>
              <a:pathLst>
                <a:path w="707" h="709">
                  <a:moveTo>
                    <a:pt x="79" y="78"/>
                  </a:moveTo>
                  <a:lnTo>
                    <a:pt x="79" y="631"/>
                  </a:lnTo>
                  <a:lnTo>
                    <a:pt x="629" y="631"/>
                  </a:lnTo>
                  <a:lnTo>
                    <a:pt x="629" y="78"/>
                  </a:lnTo>
                  <a:lnTo>
                    <a:pt x="79" y="78"/>
                  </a:lnTo>
                  <a:close/>
                  <a:moveTo>
                    <a:pt x="71" y="0"/>
                  </a:moveTo>
                  <a:lnTo>
                    <a:pt x="637" y="0"/>
                  </a:lnTo>
                  <a:lnTo>
                    <a:pt x="655" y="2"/>
                  </a:lnTo>
                  <a:lnTo>
                    <a:pt x="672" y="10"/>
                  </a:lnTo>
                  <a:lnTo>
                    <a:pt x="687" y="20"/>
                  </a:lnTo>
                  <a:lnTo>
                    <a:pt x="697" y="35"/>
                  </a:lnTo>
                  <a:lnTo>
                    <a:pt x="705" y="52"/>
                  </a:lnTo>
                  <a:lnTo>
                    <a:pt x="707" y="70"/>
                  </a:lnTo>
                  <a:lnTo>
                    <a:pt x="707" y="638"/>
                  </a:lnTo>
                  <a:lnTo>
                    <a:pt x="705" y="657"/>
                  </a:lnTo>
                  <a:lnTo>
                    <a:pt x="697" y="674"/>
                  </a:lnTo>
                  <a:lnTo>
                    <a:pt x="687" y="688"/>
                  </a:lnTo>
                  <a:lnTo>
                    <a:pt x="672" y="699"/>
                  </a:lnTo>
                  <a:lnTo>
                    <a:pt x="655" y="706"/>
                  </a:lnTo>
                  <a:lnTo>
                    <a:pt x="637" y="709"/>
                  </a:lnTo>
                  <a:lnTo>
                    <a:pt x="71" y="709"/>
                  </a:lnTo>
                  <a:lnTo>
                    <a:pt x="53" y="706"/>
                  </a:lnTo>
                  <a:lnTo>
                    <a:pt x="36" y="699"/>
                  </a:lnTo>
                  <a:lnTo>
                    <a:pt x="21" y="688"/>
                  </a:lnTo>
                  <a:lnTo>
                    <a:pt x="11" y="674"/>
                  </a:lnTo>
                  <a:lnTo>
                    <a:pt x="3" y="657"/>
                  </a:lnTo>
                  <a:lnTo>
                    <a:pt x="0" y="638"/>
                  </a:lnTo>
                  <a:lnTo>
                    <a:pt x="0" y="70"/>
                  </a:lnTo>
                  <a:lnTo>
                    <a:pt x="3" y="52"/>
                  </a:lnTo>
                  <a:lnTo>
                    <a:pt x="11" y="35"/>
                  </a:lnTo>
                  <a:lnTo>
                    <a:pt x="21" y="20"/>
                  </a:lnTo>
                  <a:lnTo>
                    <a:pt x="36" y="10"/>
                  </a:lnTo>
                  <a:lnTo>
                    <a:pt x="53" y="2"/>
                  </a:lnTo>
                  <a:lnTo>
                    <a:pt x="7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33" name="Freeform 9"/>
            <p:cNvSpPr>
              <a:spLocks/>
            </p:cNvSpPr>
            <p:nvPr/>
          </p:nvSpPr>
          <p:spPr bwMode="auto">
            <a:xfrm>
              <a:off x="2817077" y="1515030"/>
              <a:ext cx="55998" cy="172775"/>
            </a:xfrm>
            <a:custGeom>
              <a:avLst/>
              <a:gdLst/>
              <a:ahLst/>
              <a:cxnLst>
                <a:cxn ang="0">
                  <a:pos x="31" y="0"/>
                </a:cxn>
                <a:cxn ang="0">
                  <a:pos x="51" y="0"/>
                </a:cxn>
                <a:cxn ang="0">
                  <a:pos x="63" y="3"/>
                </a:cxn>
                <a:cxn ang="0">
                  <a:pos x="73" y="9"/>
                </a:cxn>
                <a:cxn ang="0">
                  <a:pos x="80" y="20"/>
                </a:cxn>
                <a:cxn ang="0">
                  <a:pos x="82" y="32"/>
                </a:cxn>
                <a:cxn ang="0">
                  <a:pos x="82" y="222"/>
                </a:cxn>
                <a:cxn ang="0">
                  <a:pos x="80" y="235"/>
                </a:cxn>
                <a:cxn ang="0">
                  <a:pos x="73" y="244"/>
                </a:cxn>
                <a:cxn ang="0">
                  <a:pos x="63" y="251"/>
                </a:cxn>
                <a:cxn ang="0">
                  <a:pos x="51" y="253"/>
                </a:cxn>
                <a:cxn ang="0">
                  <a:pos x="31" y="253"/>
                </a:cxn>
                <a:cxn ang="0">
                  <a:pos x="19" y="251"/>
                </a:cxn>
                <a:cxn ang="0">
                  <a:pos x="9" y="244"/>
                </a:cxn>
                <a:cxn ang="0">
                  <a:pos x="2" y="235"/>
                </a:cxn>
                <a:cxn ang="0">
                  <a:pos x="0" y="222"/>
                </a:cxn>
                <a:cxn ang="0">
                  <a:pos x="0" y="32"/>
                </a:cxn>
                <a:cxn ang="0">
                  <a:pos x="2" y="20"/>
                </a:cxn>
                <a:cxn ang="0">
                  <a:pos x="9" y="9"/>
                </a:cxn>
                <a:cxn ang="0">
                  <a:pos x="19" y="3"/>
                </a:cxn>
                <a:cxn ang="0">
                  <a:pos x="31" y="0"/>
                </a:cxn>
              </a:cxnLst>
              <a:rect l="0" t="0" r="r" b="b"/>
              <a:pathLst>
                <a:path w="82" h="253">
                  <a:moveTo>
                    <a:pt x="31" y="0"/>
                  </a:moveTo>
                  <a:lnTo>
                    <a:pt x="51" y="0"/>
                  </a:lnTo>
                  <a:lnTo>
                    <a:pt x="63" y="3"/>
                  </a:lnTo>
                  <a:lnTo>
                    <a:pt x="73" y="9"/>
                  </a:lnTo>
                  <a:lnTo>
                    <a:pt x="80" y="20"/>
                  </a:lnTo>
                  <a:lnTo>
                    <a:pt x="82" y="32"/>
                  </a:lnTo>
                  <a:lnTo>
                    <a:pt x="82" y="222"/>
                  </a:lnTo>
                  <a:lnTo>
                    <a:pt x="80" y="235"/>
                  </a:lnTo>
                  <a:lnTo>
                    <a:pt x="73" y="244"/>
                  </a:lnTo>
                  <a:lnTo>
                    <a:pt x="63" y="251"/>
                  </a:lnTo>
                  <a:lnTo>
                    <a:pt x="51" y="253"/>
                  </a:lnTo>
                  <a:lnTo>
                    <a:pt x="31" y="253"/>
                  </a:lnTo>
                  <a:lnTo>
                    <a:pt x="19" y="251"/>
                  </a:lnTo>
                  <a:lnTo>
                    <a:pt x="9" y="244"/>
                  </a:lnTo>
                  <a:lnTo>
                    <a:pt x="2" y="235"/>
                  </a:lnTo>
                  <a:lnTo>
                    <a:pt x="0" y="222"/>
                  </a:lnTo>
                  <a:lnTo>
                    <a:pt x="0" y="32"/>
                  </a:lnTo>
                  <a:lnTo>
                    <a:pt x="2" y="20"/>
                  </a:lnTo>
                  <a:lnTo>
                    <a:pt x="9" y="9"/>
                  </a:lnTo>
                  <a:lnTo>
                    <a:pt x="19" y="3"/>
                  </a:lnTo>
                  <a:lnTo>
                    <a:pt x="3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34" name="Freeform 10"/>
            <p:cNvSpPr>
              <a:spLocks/>
            </p:cNvSpPr>
            <p:nvPr/>
          </p:nvSpPr>
          <p:spPr bwMode="auto">
            <a:xfrm>
              <a:off x="3004876" y="1515030"/>
              <a:ext cx="55998" cy="172775"/>
            </a:xfrm>
            <a:custGeom>
              <a:avLst/>
              <a:gdLst/>
              <a:ahLst/>
              <a:cxnLst>
                <a:cxn ang="0">
                  <a:pos x="32" y="0"/>
                </a:cxn>
                <a:cxn ang="0">
                  <a:pos x="51" y="0"/>
                </a:cxn>
                <a:cxn ang="0">
                  <a:pos x="64" y="3"/>
                </a:cxn>
                <a:cxn ang="0">
                  <a:pos x="73" y="9"/>
                </a:cxn>
                <a:cxn ang="0">
                  <a:pos x="79" y="20"/>
                </a:cxn>
                <a:cxn ang="0">
                  <a:pos x="82" y="32"/>
                </a:cxn>
                <a:cxn ang="0">
                  <a:pos x="82" y="222"/>
                </a:cxn>
                <a:cxn ang="0">
                  <a:pos x="79" y="235"/>
                </a:cxn>
                <a:cxn ang="0">
                  <a:pos x="73" y="244"/>
                </a:cxn>
                <a:cxn ang="0">
                  <a:pos x="64" y="251"/>
                </a:cxn>
                <a:cxn ang="0">
                  <a:pos x="51" y="253"/>
                </a:cxn>
                <a:cxn ang="0">
                  <a:pos x="32" y="253"/>
                </a:cxn>
                <a:cxn ang="0">
                  <a:pos x="19" y="251"/>
                </a:cxn>
                <a:cxn ang="0">
                  <a:pos x="9" y="244"/>
                </a:cxn>
                <a:cxn ang="0">
                  <a:pos x="2" y="235"/>
                </a:cxn>
                <a:cxn ang="0">
                  <a:pos x="0" y="222"/>
                </a:cxn>
                <a:cxn ang="0">
                  <a:pos x="0" y="32"/>
                </a:cxn>
                <a:cxn ang="0">
                  <a:pos x="2" y="20"/>
                </a:cxn>
                <a:cxn ang="0">
                  <a:pos x="9" y="9"/>
                </a:cxn>
                <a:cxn ang="0">
                  <a:pos x="19" y="3"/>
                </a:cxn>
                <a:cxn ang="0">
                  <a:pos x="32" y="0"/>
                </a:cxn>
              </a:cxnLst>
              <a:rect l="0" t="0" r="r" b="b"/>
              <a:pathLst>
                <a:path w="82" h="253">
                  <a:moveTo>
                    <a:pt x="32" y="0"/>
                  </a:moveTo>
                  <a:lnTo>
                    <a:pt x="51" y="0"/>
                  </a:lnTo>
                  <a:lnTo>
                    <a:pt x="64" y="3"/>
                  </a:lnTo>
                  <a:lnTo>
                    <a:pt x="73" y="9"/>
                  </a:lnTo>
                  <a:lnTo>
                    <a:pt x="79" y="20"/>
                  </a:lnTo>
                  <a:lnTo>
                    <a:pt x="82" y="32"/>
                  </a:lnTo>
                  <a:lnTo>
                    <a:pt x="82" y="222"/>
                  </a:lnTo>
                  <a:lnTo>
                    <a:pt x="79" y="235"/>
                  </a:lnTo>
                  <a:lnTo>
                    <a:pt x="73" y="244"/>
                  </a:lnTo>
                  <a:lnTo>
                    <a:pt x="64" y="251"/>
                  </a:lnTo>
                  <a:lnTo>
                    <a:pt x="51" y="253"/>
                  </a:lnTo>
                  <a:lnTo>
                    <a:pt x="32" y="253"/>
                  </a:lnTo>
                  <a:lnTo>
                    <a:pt x="19" y="251"/>
                  </a:lnTo>
                  <a:lnTo>
                    <a:pt x="9" y="244"/>
                  </a:lnTo>
                  <a:lnTo>
                    <a:pt x="2" y="235"/>
                  </a:lnTo>
                  <a:lnTo>
                    <a:pt x="0" y="222"/>
                  </a:lnTo>
                  <a:lnTo>
                    <a:pt x="0" y="32"/>
                  </a:lnTo>
                  <a:lnTo>
                    <a:pt x="2" y="20"/>
                  </a:lnTo>
                  <a:lnTo>
                    <a:pt x="9" y="9"/>
                  </a:lnTo>
                  <a:lnTo>
                    <a:pt x="19" y="3"/>
                  </a:lnTo>
                  <a:lnTo>
                    <a:pt x="3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35" name="Freeform 11"/>
            <p:cNvSpPr>
              <a:spLocks/>
            </p:cNvSpPr>
            <p:nvPr/>
          </p:nvSpPr>
          <p:spPr bwMode="auto">
            <a:xfrm>
              <a:off x="2811614" y="1741754"/>
              <a:ext cx="258821" cy="48486"/>
            </a:xfrm>
            <a:custGeom>
              <a:avLst/>
              <a:gdLst/>
              <a:ahLst/>
              <a:cxnLst>
                <a:cxn ang="0">
                  <a:pos x="30" y="0"/>
                </a:cxn>
                <a:cxn ang="0">
                  <a:pos x="348" y="0"/>
                </a:cxn>
                <a:cxn ang="0">
                  <a:pos x="360" y="3"/>
                </a:cxn>
                <a:cxn ang="0">
                  <a:pos x="370" y="10"/>
                </a:cxn>
                <a:cxn ang="0">
                  <a:pos x="377" y="20"/>
                </a:cxn>
                <a:cxn ang="0">
                  <a:pos x="379" y="32"/>
                </a:cxn>
                <a:cxn ang="0">
                  <a:pos x="379" y="39"/>
                </a:cxn>
                <a:cxn ang="0">
                  <a:pos x="377" y="52"/>
                </a:cxn>
                <a:cxn ang="0">
                  <a:pos x="370" y="62"/>
                </a:cxn>
                <a:cxn ang="0">
                  <a:pos x="360" y="69"/>
                </a:cxn>
                <a:cxn ang="0">
                  <a:pos x="348" y="71"/>
                </a:cxn>
                <a:cxn ang="0">
                  <a:pos x="30" y="71"/>
                </a:cxn>
                <a:cxn ang="0">
                  <a:pos x="18" y="69"/>
                </a:cxn>
                <a:cxn ang="0">
                  <a:pos x="9" y="62"/>
                </a:cxn>
                <a:cxn ang="0">
                  <a:pos x="2" y="52"/>
                </a:cxn>
                <a:cxn ang="0">
                  <a:pos x="0" y="39"/>
                </a:cxn>
                <a:cxn ang="0">
                  <a:pos x="0" y="32"/>
                </a:cxn>
                <a:cxn ang="0">
                  <a:pos x="2" y="20"/>
                </a:cxn>
                <a:cxn ang="0">
                  <a:pos x="9" y="10"/>
                </a:cxn>
                <a:cxn ang="0">
                  <a:pos x="18" y="3"/>
                </a:cxn>
                <a:cxn ang="0">
                  <a:pos x="30" y="0"/>
                </a:cxn>
              </a:cxnLst>
              <a:rect l="0" t="0" r="r" b="b"/>
              <a:pathLst>
                <a:path w="379" h="71">
                  <a:moveTo>
                    <a:pt x="30" y="0"/>
                  </a:moveTo>
                  <a:lnTo>
                    <a:pt x="348" y="0"/>
                  </a:lnTo>
                  <a:lnTo>
                    <a:pt x="360" y="3"/>
                  </a:lnTo>
                  <a:lnTo>
                    <a:pt x="370" y="10"/>
                  </a:lnTo>
                  <a:lnTo>
                    <a:pt x="377" y="20"/>
                  </a:lnTo>
                  <a:lnTo>
                    <a:pt x="379" y="32"/>
                  </a:lnTo>
                  <a:lnTo>
                    <a:pt x="379" y="39"/>
                  </a:lnTo>
                  <a:lnTo>
                    <a:pt x="377" y="52"/>
                  </a:lnTo>
                  <a:lnTo>
                    <a:pt x="370" y="62"/>
                  </a:lnTo>
                  <a:lnTo>
                    <a:pt x="360" y="69"/>
                  </a:lnTo>
                  <a:lnTo>
                    <a:pt x="348" y="71"/>
                  </a:lnTo>
                  <a:lnTo>
                    <a:pt x="30" y="71"/>
                  </a:lnTo>
                  <a:lnTo>
                    <a:pt x="18" y="69"/>
                  </a:lnTo>
                  <a:lnTo>
                    <a:pt x="9" y="62"/>
                  </a:lnTo>
                  <a:lnTo>
                    <a:pt x="2" y="52"/>
                  </a:lnTo>
                  <a:lnTo>
                    <a:pt x="0" y="39"/>
                  </a:lnTo>
                  <a:lnTo>
                    <a:pt x="0" y="32"/>
                  </a:lnTo>
                  <a:lnTo>
                    <a:pt x="2" y="20"/>
                  </a:lnTo>
                  <a:lnTo>
                    <a:pt x="9" y="10"/>
                  </a:lnTo>
                  <a:lnTo>
                    <a:pt x="18" y="3"/>
                  </a:lnTo>
                  <a:lnTo>
                    <a:pt x="3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36" name="Freeform 12"/>
            <p:cNvSpPr>
              <a:spLocks/>
            </p:cNvSpPr>
            <p:nvPr/>
          </p:nvSpPr>
          <p:spPr bwMode="auto">
            <a:xfrm>
              <a:off x="2811614" y="1814142"/>
              <a:ext cx="258821" cy="48486"/>
            </a:xfrm>
            <a:custGeom>
              <a:avLst/>
              <a:gdLst/>
              <a:ahLst/>
              <a:cxnLst>
                <a:cxn ang="0">
                  <a:pos x="30" y="0"/>
                </a:cxn>
                <a:cxn ang="0">
                  <a:pos x="348" y="0"/>
                </a:cxn>
                <a:cxn ang="0">
                  <a:pos x="360" y="3"/>
                </a:cxn>
                <a:cxn ang="0">
                  <a:pos x="370" y="9"/>
                </a:cxn>
                <a:cxn ang="0">
                  <a:pos x="377" y="20"/>
                </a:cxn>
                <a:cxn ang="0">
                  <a:pos x="379" y="32"/>
                </a:cxn>
                <a:cxn ang="0">
                  <a:pos x="379" y="39"/>
                </a:cxn>
                <a:cxn ang="0">
                  <a:pos x="377" y="51"/>
                </a:cxn>
                <a:cxn ang="0">
                  <a:pos x="370" y="62"/>
                </a:cxn>
                <a:cxn ang="0">
                  <a:pos x="360" y="68"/>
                </a:cxn>
                <a:cxn ang="0">
                  <a:pos x="348" y="71"/>
                </a:cxn>
                <a:cxn ang="0">
                  <a:pos x="30" y="71"/>
                </a:cxn>
                <a:cxn ang="0">
                  <a:pos x="18" y="68"/>
                </a:cxn>
                <a:cxn ang="0">
                  <a:pos x="9" y="62"/>
                </a:cxn>
                <a:cxn ang="0">
                  <a:pos x="2" y="51"/>
                </a:cxn>
                <a:cxn ang="0">
                  <a:pos x="0" y="39"/>
                </a:cxn>
                <a:cxn ang="0">
                  <a:pos x="0" y="32"/>
                </a:cxn>
                <a:cxn ang="0">
                  <a:pos x="2" y="20"/>
                </a:cxn>
                <a:cxn ang="0">
                  <a:pos x="9" y="9"/>
                </a:cxn>
                <a:cxn ang="0">
                  <a:pos x="18" y="3"/>
                </a:cxn>
                <a:cxn ang="0">
                  <a:pos x="30" y="0"/>
                </a:cxn>
              </a:cxnLst>
              <a:rect l="0" t="0" r="r" b="b"/>
              <a:pathLst>
                <a:path w="379" h="71">
                  <a:moveTo>
                    <a:pt x="30" y="0"/>
                  </a:moveTo>
                  <a:lnTo>
                    <a:pt x="348" y="0"/>
                  </a:lnTo>
                  <a:lnTo>
                    <a:pt x="360" y="3"/>
                  </a:lnTo>
                  <a:lnTo>
                    <a:pt x="370" y="9"/>
                  </a:lnTo>
                  <a:lnTo>
                    <a:pt x="377" y="20"/>
                  </a:lnTo>
                  <a:lnTo>
                    <a:pt x="379" y="32"/>
                  </a:lnTo>
                  <a:lnTo>
                    <a:pt x="379" y="39"/>
                  </a:lnTo>
                  <a:lnTo>
                    <a:pt x="377" y="51"/>
                  </a:lnTo>
                  <a:lnTo>
                    <a:pt x="370" y="62"/>
                  </a:lnTo>
                  <a:lnTo>
                    <a:pt x="360" y="68"/>
                  </a:lnTo>
                  <a:lnTo>
                    <a:pt x="348" y="71"/>
                  </a:lnTo>
                  <a:lnTo>
                    <a:pt x="30" y="71"/>
                  </a:lnTo>
                  <a:lnTo>
                    <a:pt x="18" y="68"/>
                  </a:lnTo>
                  <a:lnTo>
                    <a:pt x="9" y="62"/>
                  </a:lnTo>
                  <a:lnTo>
                    <a:pt x="2" y="51"/>
                  </a:lnTo>
                  <a:lnTo>
                    <a:pt x="0" y="39"/>
                  </a:lnTo>
                  <a:lnTo>
                    <a:pt x="0" y="32"/>
                  </a:lnTo>
                  <a:lnTo>
                    <a:pt x="2" y="20"/>
                  </a:lnTo>
                  <a:lnTo>
                    <a:pt x="9" y="9"/>
                  </a:lnTo>
                  <a:lnTo>
                    <a:pt x="18" y="3"/>
                  </a:lnTo>
                  <a:lnTo>
                    <a:pt x="3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37" name="Freeform 13"/>
            <p:cNvSpPr>
              <a:spLocks/>
            </p:cNvSpPr>
            <p:nvPr/>
          </p:nvSpPr>
          <p:spPr bwMode="auto">
            <a:xfrm>
              <a:off x="2811614" y="1890628"/>
              <a:ext cx="258821" cy="47803"/>
            </a:xfrm>
            <a:custGeom>
              <a:avLst/>
              <a:gdLst/>
              <a:ahLst/>
              <a:cxnLst>
                <a:cxn ang="0">
                  <a:pos x="30" y="0"/>
                </a:cxn>
                <a:cxn ang="0">
                  <a:pos x="348" y="0"/>
                </a:cxn>
                <a:cxn ang="0">
                  <a:pos x="360" y="2"/>
                </a:cxn>
                <a:cxn ang="0">
                  <a:pos x="370" y="9"/>
                </a:cxn>
                <a:cxn ang="0">
                  <a:pos x="377" y="19"/>
                </a:cxn>
                <a:cxn ang="0">
                  <a:pos x="379" y="32"/>
                </a:cxn>
                <a:cxn ang="0">
                  <a:pos x="379" y="38"/>
                </a:cxn>
                <a:cxn ang="0">
                  <a:pos x="377" y="51"/>
                </a:cxn>
                <a:cxn ang="0">
                  <a:pos x="370" y="61"/>
                </a:cxn>
                <a:cxn ang="0">
                  <a:pos x="360" y="68"/>
                </a:cxn>
                <a:cxn ang="0">
                  <a:pos x="348" y="70"/>
                </a:cxn>
                <a:cxn ang="0">
                  <a:pos x="30" y="70"/>
                </a:cxn>
                <a:cxn ang="0">
                  <a:pos x="18" y="68"/>
                </a:cxn>
                <a:cxn ang="0">
                  <a:pos x="9" y="61"/>
                </a:cxn>
                <a:cxn ang="0">
                  <a:pos x="2" y="51"/>
                </a:cxn>
                <a:cxn ang="0">
                  <a:pos x="0" y="38"/>
                </a:cxn>
                <a:cxn ang="0">
                  <a:pos x="0" y="32"/>
                </a:cxn>
                <a:cxn ang="0">
                  <a:pos x="2" y="19"/>
                </a:cxn>
                <a:cxn ang="0">
                  <a:pos x="9" y="9"/>
                </a:cxn>
                <a:cxn ang="0">
                  <a:pos x="18" y="2"/>
                </a:cxn>
                <a:cxn ang="0">
                  <a:pos x="30" y="0"/>
                </a:cxn>
              </a:cxnLst>
              <a:rect l="0" t="0" r="r" b="b"/>
              <a:pathLst>
                <a:path w="379" h="70">
                  <a:moveTo>
                    <a:pt x="30" y="0"/>
                  </a:moveTo>
                  <a:lnTo>
                    <a:pt x="348" y="0"/>
                  </a:lnTo>
                  <a:lnTo>
                    <a:pt x="360" y="2"/>
                  </a:lnTo>
                  <a:lnTo>
                    <a:pt x="370" y="9"/>
                  </a:lnTo>
                  <a:lnTo>
                    <a:pt x="377" y="19"/>
                  </a:lnTo>
                  <a:lnTo>
                    <a:pt x="379" y="32"/>
                  </a:lnTo>
                  <a:lnTo>
                    <a:pt x="379" y="38"/>
                  </a:lnTo>
                  <a:lnTo>
                    <a:pt x="377" y="51"/>
                  </a:lnTo>
                  <a:lnTo>
                    <a:pt x="370" y="61"/>
                  </a:lnTo>
                  <a:lnTo>
                    <a:pt x="360" y="68"/>
                  </a:lnTo>
                  <a:lnTo>
                    <a:pt x="348" y="70"/>
                  </a:lnTo>
                  <a:lnTo>
                    <a:pt x="30" y="70"/>
                  </a:lnTo>
                  <a:lnTo>
                    <a:pt x="18" y="68"/>
                  </a:lnTo>
                  <a:lnTo>
                    <a:pt x="9" y="61"/>
                  </a:lnTo>
                  <a:lnTo>
                    <a:pt x="2" y="51"/>
                  </a:lnTo>
                  <a:lnTo>
                    <a:pt x="0" y="38"/>
                  </a:lnTo>
                  <a:lnTo>
                    <a:pt x="0" y="32"/>
                  </a:lnTo>
                  <a:lnTo>
                    <a:pt x="2" y="19"/>
                  </a:lnTo>
                  <a:lnTo>
                    <a:pt x="9" y="9"/>
                  </a:lnTo>
                  <a:lnTo>
                    <a:pt x="18" y="2"/>
                  </a:lnTo>
                  <a:lnTo>
                    <a:pt x="3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30" name="Group 29"/>
          <p:cNvGrpSpPr/>
          <p:nvPr/>
        </p:nvGrpSpPr>
        <p:grpSpPr>
          <a:xfrm>
            <a:off x="5276850" y="1990725"/>
            <a:ext cx="515593" cy="493740"/>
            <a:chOff x="3359303" y="1601759"/>
            <a:chExt cx="515593" cy="493740"/>
          </a:xfrm>
          <a:solidFill>
            <a:schemeClr val="bg1"/>
          </a:solidFill>
        </p:grpSpPr>
        <p:sp>
          <p:nvSpPr>
            <p:cNvPr id="1038" name="Freeform 14"/>
            <p:cNvSpPr>
              <a:spLocks noEditPoints="1"/>
            </p:cNvSpPr>
            <p:nvPr/>
          </p:nvSpPr>
          <p:spPr bwMode="auto">
            <a:xfrm>
              <a:off x="3359303" y="1601759"/>
              <a:ext cx="515593" cy="376964"/>
            </a:xfrm>
            <a:custGeom>
              <a:avLst/>
              <a:gdLst/>
              <a:ahLst/>
              <a:cxnLst>
                <a:cxn ang="0">
                  <a:pos x="69" y="72"/>
                </a:cxn>
                <a:cxn ang="0">
                  <a:pos x="69" y="477"/>
                </a:cxn>
                <a:cxn ang="0">
                  <a:pos x="683" y="477"/>
                </a:cxn>
                <a:cxn ang="0">
                  <a:pos x="683" y="72"/>
                </a:cxn>
                <a:cxn ang="0">
                  <a:pos x="69" y="72"/>
                </a:cxn>
                <a:cxn ang="0">
                  <a:pos x="32" y="0"/>
                </a:cxn>
                <a:cxn ang="0">
                  <a:pos x="723" y="0"/>
                </a:cxn>
                <a:cxn ang="0">
                  <a:pos x="735" y="2"/>
                </a:cxn>
                <a:cxn ang="0">
                  <a:pos x="746" y="9"/>
                </a:cxn>
                <a:cxn ang="0">
                  <a:pos x="752" y="19"/>
                </a:cxn>
                <a:cxn ang="0">
                  <a:pos x="755" y="31"/>
                </a:cxn>
                <a:cxn ang="0">
                  <a:pos x="755" y="521"/>
                </a:cxn>
                <a:cxn ang="0">
                  <a:pos x="752" y="533"/>
                </a:cxn>
                <a:cxn ang="0">
                  <a:pos x="746" y="543"/>
                </a:cxn>
                <a:cxn ang="0">
                  <a:pos x="735" y="550"/>
                </a:cxn>
                <a:cxn ang="0">
                  <a:pos x="723" y="552"/>
                </a:cxn>
                <a:cxn ang="0">
                  <a:pos x="32" y="552"/>
                </a:cxn>
                <a:cxn ang="0">
                  <a:pos x="19" y="550"/>
                </a:cxn>
                <a:cxn ang="0">
                  <a:pos x="9" y="543"/>
                </a:cxn>
                <a:cxn ang="0">
                  <a:pos x="2" y="533"/>
                </a:cxn>
                <a:cxn ang="0">
                  <a:pos x="0" y="521"/>
                </a:cxn>
                <a:cxn ang="0">
                  <a:pos x="0" y="31"/>
                </a:cxn>
                <a:cxn ang="0">
                  <a:pos x="2" y="19"/>
                </a:cxn>
                <a:cxn ang="0">
                  <a:pos x="9" y="9"/>
                </a:cxn>
                <a:cxn ang="0">
                  <a:pos x="19" y="2"/>
                </a:cxn>
                <a:cxn ang="0">
                  <a:pos x="32" y="0"/>
                </a:cxn>
              </a:cxnLst>
              <a:rect l="0" t="0" r="r" b="b"/>
              <a:pathLst>
                <a:path w="755" h="552">
                  <a:moveTo>
                    <a:pt x="69" y="72"/>
                  </a:moveTo>
                  <a:lnTo>
                    <a:pt x="69" y="477"/>
                  </a:lnTo>
                  <a:lnTo>
                    <a:pt x="683" y="477"/>
                  </a:lnTo>
                  <a:lnTo>
                    <a:pt x="683" y="72"/>
                  </a:lnTo>
                  <a:lnTo>
                    <a:pt x="69" y="72"/>
                  </a:lnTo>
                  <a:close/>
                  <a:moveTo>
                    <a:pt x="32" y="0"/>
                  </a:moveTo>
                  <a:lnTo>
                    <a:pt x="723" y="0"/>
                  </a:lnTo>
                  <a:lnTo>
                    <a:pt x="735" y="2"/>
                  </a:lnTo>
                  <a:lnTo>
                    <a:pt x="746" y="9"/>
                  </a:lnTo>
                  <a:lnTo>
                    <a:pt x="752" y="19"/>
                  </a:lnTo>
                  <a:lnTo>
                    <a:pt x="755" y="31"/>
                  </a:lnTo>
                  <a:lnTo>
                    <a:pt x="755" y="521"/>
                  </a:lnTo>
                  <a:lnTo>
                    <a:pt x="752" y="533"/>
                  </a:lnTo>
                  <a:lnTo>
                    <a:pt x="746" y="543"/>
                  </a:lnTo>
                  <a:lnTo>
                    <a:pt x="735" y="550"/>
                  </a:lnTo>
                  <a:lnTo>
                    <a:pt x="723" y="552"/>
                  </a:lnTo>
                  <a:lnTo>
                    <a:pt x="32" y="552"/>
                  </a:lnTo>
                  <a:lnTo>
                    <a:pt x="19" y="550"/>
                  </a:lnTo>
                  <a:lnTo>
                    <a:pt x="9" y="543"/>
                  </a:lnTo>
                  <a:lnTo>
                    <a:pt x="2" y="533"/>
                  </a:lnTo>
                  <a:lnTo>
                    <a:pt x="0" y="521"/>
                  </a:lnTo>
                  <a:lnTo>
                    <a:pt x="0" y="31"/>
                  </a:lnTo>
                  <a:lnTo>
                    <a:pt x="2" y="19"/>
                  </a:lnTo>
                  <a:lnTo>
                    <a:pt x="9" y="9"/>
                  </a:lnTo>
                  <a:lnTo>
                    <a:pt x="19" y="2"/>
                  </a:lnTo>
                  <a:lnTo>
                    <a:pt x="3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39" name="Freeform 15"/>
            <p:cNvSpPr>
              <a:spLocks/>
            </p:cNvSpPr>
            <p:nvPr/>
          </p:nvSpPr>
          <p:spPr bwMode="auto">
            <a:xfrm>
              <a:off x="3489055" y="2012185"/>
              <a:ext cx="255406" cy="83314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374" y="0"/>
                </a:cxn>
                <a:cxn ang="0">
                  <a:pos x="358" y="30"/>
                </a:cxn>
                <a:cxn ang="0">
                  <a:pos x="338" y="56"/>
                </a:cxn>
                <a:cxn ang="0">
                  <a:pos x="314" y="79"/>
                </a:cxn>
                <a:cxn ang="0">
                  <a:pos x="286" y="97"/>
                </a:cxn>
                <a:cxn ang="0">
                  <a:pos x="255" y="111"/>
                </a:cxn>
                <a:cxn ang="0">
                  <a:pos x="223" y="119"/>
                </a:cxn>
                <a:cxn ang="0">
                  <a:pos x="187" y="122"/>
                </a:cxn>
                <a:cxn ang="0">
                  <a:pos x="152" y="119"/>
                </a:cxn>
                <a:cxn ang="0">
                  <a:pos x="119" y="111"/>
                </a:cxn>
                <a:cxn ang="0">
                  <a:pos x="89" y="97"/>
                </a:cxn>
                <a:cxn ang="0">
                  <a:pos x="60" y="79"/>
                </a:cxn>
                <a:cxn ang="0">
                  <a:pos x="37" y="56"/>
                </a:cxn>
                <a:cxn ang="0">
                  <a:pos x="16" y="30"/>
                </a:cxn>
                <a:cxn ang="0">
                  <a:pos x="0" y="0"/>
                </a:cxn>
              </a:cxnLst>
              <a:rect l="0" t="0" r="r" b="b"/>
              <a:pathLst>
                <a:path w="374" h="122">
                  <a:moveTo>
                    <a:pt x="0" y="0"/>
                  </a:moveTo>
                  <a:lnTo>
                    <a:pt x="374" y="0"/>
                  </a:lnTo>
                  <a:lnTo>
                    <a:pt x="358" y="30"/>
                  </a:lnTo>
                  <a:lnTo>
                    <a:pt x="338" y="56"/>
                  </a:lnTo>
                  <a:lnTo>
                    <a:pt x="314" y="79"/>
                  </a:lnTo>
                  <a:lnTo>
                    <a:pt x="286" y="97"/>
                  </a:lnTo>
                  <a:lnTo>
                    <a:pt x="255" y="111"/>
                  </a:lnTo>
                  <a:lnTo>
                    <a:pt x="223" y="119"/>
                  </a:lnTo>
                  <a:lnTo>
                    <a:pt x="187" y="122"/>
                  </a:lnTo>
                  <a:lnTo>
                    <a:pt x="152" y="119"/>
                  </a:lnTo>
                  <a:lnTo>
                    <a:pt x="119" y="111"/>
                  </a:lnTo>
                  <a:lnTo>
                    <a:pt x="89" y="97"/>
                  </a:lnTo>
                  <a:lnTo>
                    <a:pt x="60" y="79"/>
                  </a:lnTo>
                  <a:lnTo>
                    <a:pt x="37" y="56"/>
                  </a:lnTo>
                  <a:lnTo>
                    <a:pt x="16" y="3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1040" name="Freeform 16"/>
          <p:cNvSpPr>
            <a:spLocks/>
          </p:cNvSpPr>
          <p:nvPr/>
        </p:nvSpPr>
        <p:spPr bwMode="auto">
          <a:xfrm>
            <a:off x="7229475" y="2066925"/>
            <a:ext cx="463693" cy="288869"/>
          </a:xfrm>
          <a:custGeom>
            <a:avLst/>
            <a:gdLst/>
            <a:ahLst/>
            <a:cxnLst>
              <a:cxn ang="0">
                <a:pos x="418" y="0"/>
              </a:cxn>
              <a:cxn ang="0">
                <a:pos x="679" y="0"/>
              </a:cxn>
              <a:cxn ang="0">
                <a:pos x="679" y="257"/>
              </a:cxn>
              <a:cxn ang="0">
                <a:pos x="614" y="192"/>
              </a:cxn>
              <a:cxn ang="0">
                <a:pos x="387" y="423"/>
              </a:cxn>
              <a:cxn ang="0">
                <a:pos x="257" y="293"/>
              </a:cxn>
              <a:cxn ang="0">
                <a:pos x="127" y="423"/>
              </a:cxn>
              <a:cxn ang="0">
                <a:pos x="0" y="290"/>
              </a:cxn>
              <a:cxn ang="0">
                <a:pos x="257" y="34"/>
              </a:cxn>
              <a:cxn ang="0">
                <a:pos x="387" y="162"/>
              </a:cxn>
              <a:cxn ang="0">
                <a:pos x="482" y="68"/>
              </a:cxn>
              <a:cxn ang="0">
                <a:pos x="418" y="0"/>
              </a:cxn>
            </a:cxnLst>
            <a:rect l="0" t="0" r="r" b="b"/>
            <a:pathLst>
              <a:path w="679" h="423">
                <a:moveTo>
                  <a:pt x="418" y="0"/>
                </a:moveTo>
                <a:lnTo>
                  <a:pt x="679" y="0"/>
                </a:lnTo>
                <a:lnTo>
                  <a:pt x="679" y="257"/>
                </a:lnTo>
                <a:lnTo>
                  <a:pt x="614" y="192"/>
                </a:lnTo>
                <a:lnTo>
                  <a:pt x="387" y="423"/>
                </a:lnTo>
                <a:lnTo>
                  <a:pt x="257" y="293"/>
                </a:lnTo>
                <a:lnTo>
                  <a:pt x="127" y="423"/>
                </a:lnTo>
                <a:lnTo>
                  <a:pt x="0" y="290"/>
                </a:lnTo>
                <a:lnTo>
                  <a:pt x="257" y="34"/>
                </a:lnTo>
                <a:lnTo>
                  <a:pt x="387" y="162"/>
                </a:lnTo>
                <a:lnTo>
                  <a:pt x="482" y="68"/>
                </a:lnTo>
                <a:lnTo>
                  <a:pt x="418" y="0"/>
                </a:lnTo>
                <a:close/>
              </a:path>
            </a:pathLst>
          </a:custGeom>
          <a:solidFill>
            <a:schemeClr val="bg1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4724400" y="2929176"/>
            <a:ext cx="1600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0563B8"/>
                </a:solidFill>
                <a:latin typeface="Arial" pitchFamily="34" charset="0"/>
                <a:cs typeface="Arial" pitchFamily="34" charset="0"/>
              </a:rPr>
              <a:t>Integration Suite</a:t>
            </a:r>
            <a:endParaRPr lang="en-US" sz="1100" dirty="0">
              <a:solidFill>
                <a:schemeClr val="bg1">
                  <a:lumMod val="50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2809875" y="2929176"/>
            <a:ext cx="1600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0563B8"/>
                </a:solidFill>
                <a:latin typeface="Arial" pitchFamily="34" charset="0"/>
                <a:cs typeface="Arial" pitchFamily="34" charset="0"/>
              </a:rPr>
              <a:t>Scenario</a:t>
            </a:r>
            <a:endParaRPr lang="en-US" sz="1100" dirty="0">
              <a:solidFill>
                <a:schemeClr val="bg1">
                  <a:lumMod val="50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85825" y="2929176"/>
            <a:ext cx="1600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0563B8"/>
                </a:solidFill>
                <a:latin typeface="Arial" pitchFamily="34" charset="0"/>
                <a:cs typeface="Arial" pitchFamily="34" charset="0"/>
              </a:rPr>
              <a:t>Pre-packaged content</a:t>
            </a:r>
            <a:endParaRPr lang="en-US" sz="1100" dirty="0">
              <a:solidFill>
                <a:schemeClr val="bg1">
                  <a:lumMod val="50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2325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E35B9-F38A-1D2E-2FA2-42F11B337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F59D6A-EB84-95AE-0F89-15E294F571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9D953C-063F-8EB2-1F0C-4AFAB4D94A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2400" y="4781550"/>
            <a:ext cx="457200" cy="273844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1BAA234-96D4-8ED4-8B31-36B3F83AD3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" y="133350"/>
            <a:ext cx="8229600" cy="533401"/>
          </a:xfrm>
        </p:spPr>
        <p:txBody>
          <a:bodyPr/>
          <a:lstStyle/>
          <a:p>
            <a:r>
              <a:rPr lang="en-IN" sz="2500" dirty="0">
                <a:latin typeface="Cooper Black" panose="0208090404030B020404" pitchFamily="18" charset="0"/>
              </a:rPr>
              <a:t>Scenario – Extract SAP S/4HANA Sales order</a:t>
            </a:r>
          </a:p>
        </p:txBody>
      </p:sp>
      <p:pic>
        <p:nvPicPr>
          <p:cNvPr id="1026" name="Picture 2" descr="SAP S/4HANA -">
            <a:extLst>
              <a:ext uri="{FF2B5EF4-FFF2-40B4-BE49-F238E27FC236}">
                <a16:creationId xmlns:a16="http://schemas.microsoft.com/office/drawing/2014/main" id="{EEDA9077-FAE5-8CB0-ED5F-57A517DA46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301" b="18447"/>
          <a:stretch/>
        </p:blipFill>
        <p:spPr bwMode="auto">
          <a:xfrm>
            <a:off x="3505200" y="3596372"/>
            <a:ext cx="1962150" cy="1143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App icon sales order Vector Icons free download in SVG, PNG Format">
            <a:extLst>
              <a:ext uri="{FF2B5EF4-FFF2-40B4-BE49-F238E27FC236}">
                <a16:creationId xmlns:a16="http://schemas.microsoft.com/office/drawing/2014/main" id="{948413C3-DC5C-C9C5-259A-D045821546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7800" y="3710672"/>
            <a:ext cx="457200" cy="457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4" descr="App icon sales order Vector Icons free download in SVG, PNG Format">
            <a:extLst>
              <a:ext uri="{FF2B5EF4-FFF2-40B4-BE49-F238E27FC236}">
                <a16:creationId xmlns:a16="http://schemas.microsoft.com/office/drawing/2014/main" id="{B1CD5861-CA17-8991-C07B-28BF781685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0200" y="3863072"/>
            <a:ext cx="457200" cy="457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App icon sales order Vector Icons free download in SVG, PNG Format">
            <a:extLst>
              <a:ext uri="{FF2B5EF4-FFF2-40B4-BE49-F238E27FC236}">
                <a16:creationId xmlns:a16="http://schemas.microsoft.com/office/drawing/2014/main" id="{3CA528F7-DF6D-DB27-5D68-998051D12D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2600" y="4015472"/>
            <a:ext cx="457200" cy="457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App icon sales order Vector Icons free download in SVG, PNG Format">
            <a:extLst>
              <a:ext uri="{FF2B5EF4-FFF2-40B4-BE49-F238E27FC236}">
                <a16:creationId xmlns:a16="http://schemas.microsoft.com/office/drawing/2014/main" id="{316229F2-E012-A557-5FDC-5CEB68DEDC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5000" y="4167872"/>
            <a:ext cx="457200" cy="457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AACF2F2-CD5B-91AC-14A2-8D879F00479B}"/>
              </a:ext>
            </a:extLst>
          </p:cNvPr>
          <p:cNvSpPr txBox="1"/>
          <p:nvPr/>
        </p:nvSpPr>
        <p:spPr>
          <a:xfrm>
            <a:off x="6019800" y="3863072"/>
            <a:ext cx="1447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orders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5DD7C58-A905-2224-186C-33F3CDE9ED0A}"/>
              </a:ext>
            </a:extLst>
          </p:cNvPr>
          <p:cNvSpPr/>
          <p:nvPr/>
        </p:nvSpPr>
        <p:spPr>
          <a:xfrm>
            <a:off x="609600" y="2411143"/>
            <a:ext cx="3048000" cy="94496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r>
              <a:rPr lang="en-IN" dirty="0"/>
              <a:t>SAP Build process Automation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3B9501A-1577-A94B-EDC0-9A1AA64ED515}"/>
              </a:ext>
            </a:extLst>
          </p:cNvPr>
          <p:cNvSpPr/>
          <p:nvPr/>
        </p:nvSpPr>
        <p:spPr>
          <a:xfrm>
            <a:off x="3733800" y="2407134"/>
            <a:ext cx="5181600" cy="9489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r>
              <a:rPr lang="en-IN" dirty="0"/>
              <a:t>SAP Build work zone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C02F5A0-AA71-7F94-60CD-5743F2490537}"/>
              </a:ext>
            </a:extLst>
          </p:cNvPr>
          <p:cNvSpPr/>
          <p:nvPr/>
        </p:nvSpPr>
        <p:spPr>
          <a:xfrm>
            <a:off x="1143000" y="2495550"/>
            <a:ext cx="1905000" cy="381000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Build process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B6898F0-399D-635D-2588-1C7DAEFF0C26}"/>
              </a:ext>
            </a:extLst>
          </p:cNvPr>
          <p:cNvSpPr/>
          <p:nvPr/>
        </p:nvSpPr>
        <p:spPr>
          <a:xfrm>
            <a:off x="5602664" y="2467489"/>
            <a:ext cx="1582328" cy="381000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My Inbox App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003723B-BBEB-CD7B-753E-E5A31441D9CC}"/>
              </a:ext>
            </a:extLst>
          </p:cNvPr>
          <p:cNvSpPr/>
          <p:nvPr/>
        </p:nvSpPr>
        <p:spPr>
          <a:xfrm>
            <a:off x="3850064" y="2467489"/>
            <a:ext cx="1636336" cy="381000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Process Trigger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8171AB5-BBEC-6768-90EB-61CF4EDC5F4A}"/>
              </a:ext>
            </a:extLst>
          </p:cNvPr>
          <p:cNvSpPr/>
          <p:nvPr/>
        </p:nvSpPr>
        <p:spPr>
          <a:xfrm>
            <a:off x="7301256" y="2452074"/>
            <a:ext cx="1582328" cy="815615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Visibility Scenario Dashboard</a:t>
            </a:r>
          </a:p>
        </p:txBody>
      </p:sp>
      <p:pic>
        <p:nvPicPr>
          <p:cNvPr id="1030" name="Picture 6" descr="Developer - Free computer icons">
            <a:extLst>
              <a:ext uri="{FF2B5EF4-FFF2-40B4-BE49-F238E27FC236}">
                <a16:creationId xmlns:a16="http://schemas.microsoft.com/office/drawing/2014/main" id="{A3B8E747-F473-39F2-CBE1-775A85ABAB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0" y="666751"/>
            <a:ext cx="838200" cy="838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038642CC-71E7-6C93-B811-662567507D35}"/>
              </a:ext>
            </a:extLst>
          </p:cNvPr>
          <p:cNvCxnSpPr>
            <a:stCxn id="1030" idx="2"/>
            <a:endCxn id="10" idx="0"/>
          </p:cNvCxnSpPr>
          <p:nvPr/>
        </p:nvCxnSpPr>
        <p:spPr>
          <a:xfrm rot="5400000">
            <a:off x="1699554" y="1938997"/>
            <a:ext cx="906192" cy="3810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750FB94-BCB4-39F2-CA91-5BB428B8E7FB}"/>
              </a:ext>
            </a:extLst>
          </p:cNvPr>
          <p:cNvSpPr txBox="1"/>
          <p:nvPr/>
        </p:nvSpPr>
        <p:spPr>
          <a:xfrm>
            <a:off x="0" y="1513157"/>
            <a:ext cx="24384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50" b="1" dirty="0"/>
              <a:t>Citizen Developer</a:t>
            </a:r>
          </a:p>
          <a:p>
            <a:r>
              <a:rPr lang="en-IN" sz="1050" dirty="0">
                <a:latin typeface="Biome" panose="020B0502040204020203" pitchFamily="34" charset="0"/>
                <a:cs typeface="Biome" panose="020B0502040204020203" pitchFamily="34" charset="0"/>
              </a:rPr>
              <a:t>Design and deploy the build business process with process visibility scenario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95BF858-ED8D-87ED-5CC6-FCEB50C683EA}"/>
              </a:ext>
            </a:extLst>
          </p:cNvPr>
          <p:cNvSpPr txBox="1"/>
          <p:nvPr/>
        </p:nvSpPr>
        <p:spPr>
          <a:xfrm>
            <a:off x="2857500" y="1505330"/>
            <a:ext cx="1600200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50" b="1" dirty="0"/>
              <a:t>Sales Representative</a:t>
            </a:r>
          </a:p>
          <a:p>
            <a:r>
              <a:rPr lang="en-IN" sz="1050" dirty="0">
                <a:latin typeface="Biome" panose="020B0502040204020203" pitchFamily="34" charset="0"/>
                <a:cs typeface="Biome" panose="020B0502040204020203" pitchFamily="34" charset="0"/>
              </a:rPr>
              <a:t>Starts the sales order process by providing order no. for approval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D6636F2-B4E6-9D66-0965-9441B6B4F118}"/>
              </a:ext>
            </a:extLst>
          </p:cNvPr>
          <p:cNvSpPr txBox="1"/>
          <p:nvPr/>
        </p:nvSpPr>
        <p:spPr>
          <a:xfrm>
            <a:off x="4758965" y="1513157"/>
            <a:ext cx="16002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50" b="1" dirty="0"/>
              <a:t>Sales Manager</a:t>
            </a:r>
          </a:p>
          <a:p>
            <a:r>
              <a:rPr lang="en-IN" sz="1050" dirty="0">
                <a:latin typeface="Biome" panose="020B0502040204020203" pitchFamily="34" charset="0"/>
                <a:cs typeface="Biome" panose="020B0502040204020203" pitchFamily="34" charset="0"/>
              </a:rPr>
              <a:t>Provides the necessary approval for the sales order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770328F-DC44-EDBC-3D81-CC25C9799298}"/>
              </a:ext>
            </a:extLst>
          </p:cNvPr>
          <p:cNvSpPr txBox="1"/>
          <p:nvPr/>
        </p:nvSpPr>
        <p:spPr>
          <a:xfrm>
            <a:off x="6705600" y="1513157"/>
            <a:ext cx="16764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50" b="1" dirty="0"/>
              <a:t>Sales Head</a:t>
            </a:r>
          </a:p>
          <a:p>
            <a:r>
              <a:rPr lang="en-IN" sz="1050" dirty="0">
                <a:latin typeface="Biome" panose="020B0502040204020203" pitchFamily="34" charset="0"/>
                <a:cs typeface="Biome" panose="020B0502040204020203" pitchFamily="34" charset="0"/>
              </a:rPr>
              <a:t>Track the progress of business process and KPIs (transparency)</a:t>
            </a:r>
          </a:p>
        </p:txBody>
      </p:sp>
      <p:pic>
        <p:nvPicPr>
          <p:cNvPr id="1032" name="Picture 8" descr="Salesperson Icon Images – Browse 58,765 Stock Photos, Vectors, and Video |  Adobe Stock">
            <a:extLst>
              <a:ext uri="{FF2B5EF4-FFF2-40B4-BE49-F238E27FC236}">
                <a16:creationId xmlns:a16="http://schemas.microsoft.com/office/drawing/2014/main" id="{DFC72079-592E-6FFD-E207-ABE52FC0E4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1350" y="752595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5D986337-CE5A-C1AD-CF4A-A3B28DF12422}"/>
              </a:ext>
            </a:extLst>
          </p:cNvPr>
          <p:cNvCxnSpPr>
            <a:stCxn id="1032" idx="3"/>
            <a:endCxn id="14" idx="0"/>
          </p:cNvCxnSpPr>
          <p:nvPr/>
        </p:nvCxnSpPr>
        <p:spPr>
          <a:xfrm>
            <a:off x="3943350" y="1133595"/>
            <a:ext cx="724882" cy="1333894"/>
          </a:xfrm>
          <a:prstGeom prst="bentConnector2">
            <a:avLst/>
          </a:prstGeom>
          <a:ln w="57150"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45BCDB7F-18F0-DD32-3D05-505AAFCE4C5B}"/>
              </a:ext>
            </a:extLst>
          </p:cNvPr>
          <p:cNvCxnSpPr/>
          <p:nvPr/>
        </p:nvCxnSpPr>
        <p:spPr>
          <a:xfrm>
            <a:off x="5718437" y="1130997"/>
            <a:ext cx="724882" cy="1333894"/>
          </a:xfrm>
          <a:prstGeom prst="bentConnector2">
            <a:avLst/>
          </a:prstGeom>
          <a:ln w="57150"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7374760C-E45B-A4FD-CDBC-7D897075FC72}"/>
              </a:ext>
            </a:extLst>
          </p:cNvPr>
          <p:cNvCxnSpPr/>
          <p:nvPr/>
        </p:nvCxnSpPr>
        <p:spPr>
          <a:xfrm>
            <a:off x="7801073" y="1094417"/>
            <a:ext cx="724882" cy="1333894"/>
          </a:xfrm>
          <a:prstGeom prst="bentConnector2">
            <a:avLst/>
          </a:prstGeom>
          <a:ln w="57150"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34" name="Picture 10" descr="Sales rep - Free professions and jobs icons">
            <a:extLst>
              <a:ext uri="{FF2B5EF4-FFF2-40B4-BE49-F238E27FC236}">
                <a16:creationId xmlns:a16="http://schemas.microsoft.com/office/drawing/2014/main" id="{863D0AE4-CBA6-7DE6-6A19-D958E38887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88275" y="614918"/>
            <a:ext cx="997647" cy="9976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Old Man Icon #194315 - Free Icons Library">
            <a:extLst>
              <a:ext uri="{FF2B5EF4-FFF2-40B4-BE49-F238E27FC236}">
                <a16:creationId xmlns:a16="http://schemas.microsoft.com/office/drawing/2014/main" id="{021A2DA6-7EB1-14A3-58E2-93A991A46A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6127" y="673232"/>
            <a:ext cx="825238" cy="8252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F6FE5304-6B9D-73E9-A454-C3DF8B3B6C2B}"/>
              </a:ext>
            </a:extLst>
          </p:cNvPr>
          <p:cNvCxnSpPr>
            <a:stCxn id="1026" idx="1"/>
            <a:endCxn id="10" idx="2"/>
          </p:cNvCxnSpPr>
          <p:nvPr/>
        </p:nvCxnSpPr>
        <p:spPr>
          <a:xfrm rot="10800000">
            <a:off x="2133600" y="3356104"/>
            <a:ext cx="1371600" cy="811768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2CB3CE1A-283E-E88D-D393-A0EAE4572A09}"/>
              </a:ext>
            </a:extLst>
          </p:cNvPr>
          <p:cNvSpPr txBox="1"/>
          <p:nvPr/>
        </p:nvSpPr>
        <p:spPr>
          <a:xfrm>
            <a:off x="632381" y="3650590"/>
            <a:ext cx="2832558" cy="12234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50" b="1" dirty="0"/>
              <a:t>Requirement</a:t>
            </a:r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lang="en-IN" sz="1050" dirty="0">
                <a:latin typeface="Biome" panose="020B0502040204020203" pitchFamily="34" charset="0"/>
                <a:cs typeface="Biome" panose="020B0502040204020203" pitchFamily="34" charset="0"/>
              </a:rPr>
              <a:t>Start the process    with order no</a:t>
            </a:r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lang="en-IN" sz="1050" dirty="0">
                <a:latin typeface="Biome" panose="020B0502040204020203" pitchFamily="34" charset="0"/>
                <a:cs typeface="Biome" panose="020B0502040204020203" pitchFamily="34" charset="0"/>
              </a:rPr>
              <a:t>Retrieve the order details from S4</a:t>
            </a:r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lang="en-IN" sz="1050" dirty="0">
                <a:latin typeface="Biome" panose="020B0502040204020203" pitchFamily="34" charset="0"/>
                <a:cs typeface="Biome" panose="020B0502040204020203" pitchFamily="34" charset="0"/>
              </a:rPr>
              <a:t>Determine the approver based on Sales organization</a:t>
            </a:r>
          </a:p>
          <a:p>
            <a:pPr marL="171450" indent="-171450">
              <a:buFont typeface="Wingdings" panose="05000000000000000000" pitchFamily="2" charset="2"/>
              <a:buChar char="ü"/>
            </a:pPr>
            <a:r>
              <a:rPr lang="en-IN" sz="1050" dirty="0">
                <a:latin typeface="Biome" panose="020B0502040204020203" pitchFamily="34" charset="0"/>
                <a:cs typeface="Biome" panose="020B0502040204020203" pitchFamily="34" charset="0"/>
              </a:rPr>
              <a:t>Allows monitoring of process through key KPIs</a:t>
            </a:r>
          </a:p>
        </p:txBody>
      </p:sp>
    </p:spTree>
    <p:extLst>
      <p:ext uri="{BB962C8B-B14F-4D97-AF65-F5344CB8AC3E}">
        <p14:creationId xmlns:p14="http://schemas.microsoft.com/office/powerpoint/2010/main" val="12844884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6BDF9-0E23-BEF7-1BDD-B53213A85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69667A-14E1-2048-013C-A10976D512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4BDFA9-5F68-9754-4B95-2FEAF8EE8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2400" y="4781550"/>
            <a:ext cx="457200" cy="273844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DC39F52-F1F7-1483-B65A-7F453D7122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" y="133350"/>
            <a:ext cx="8229600" cy="533401"/>
          </a:xfrm>
        </p:spPr>
        <p:txBody>
          <a:bodyPr/>
          <a:lstStyle/>
          <a:p>
            <a:r>
              <a:rPr lang="en-IN" sz="2500" dirty="0">
                <a:latin typeface="Cooper Black" panose="0208090404030B020404" pitchFamily="18" charset="0"/>
              </a:rPr>
              <a:t>Process Visibility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A3F3A2D-011E-C897-59F4-57263D2E0229}"/>
              </a:ext>
            </a:extLst>
          </p:cNvPr>
          <p:cNvSpPr txBox="1"/>
          <p:nvPr/>
        </p:nvSpPr>
        <p:spPr>
          <a:xfrm>
            <a:off x="152400" y="742950"/>
            <a:ext cx="8839200" cy="40695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algn="l"/>
            <a:r>
              <a:rPr lang="en-US" sz="1400" b="0" i="0" dirty="0">
                <a:solidFill>
                  <a:srgbClr val="333333"/>
                </a:solidFill>
                <a:effectLst/>
                <a:latin typeface="72" panose="020B0503030000000003" pitchFamily="34" charset="0"/>
              </a:rPr>
              <a:t>The process visibility capability within the SAP Workflow Management service provides end-to-end visibility and intelligence to processes, which run on cloud, on-premise, and in hybrid environments.</a:t>
            </a:r>
          </a:p>
          <a:p>
            <a:pPr algn="l"/>
            <a:r>
              <a:rPr lang="en-US" sz="1400" b="0" i="0" dirty="0">
                <a:solidFill>
                  <a:srgbClr val="333333"/>
                </a:solidFill>
                <a:effectLst/>
                <a:latin typeface="72" panose="020B0503030000000003" pitchFamily="34" charset="0"/>
              </a:rPr>
              <a:t>The Process Visibility capability provides visibility on business processes with their extensions to enable process excellence by:</a:t>
            </a:r>
          </a:p>
          <a:p>
            <a:pPr algn="l"/>
            <a:endParaRPr lang="en-US" sz="1400" b="0" i="0" dirty="0">
              <a:solidFill>
                <a:srgbClr val="333333"/>
              </a:solidFill>
              <a:effectLst/>
              <a:latin typeface="72" panose="020B0503030000000003" pitchFamily="34" charset="0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400" b="0" i="0" dirty="0">
                <a:solidFill>
                  <a:srgbClr val="333333"/>
                </a:solidFill>
                <a:effectLst/>
                <a:latin typeface="72" panose="020B0503030000000003" pitchFamily="34" charset="0"/>
              </a:rPr>
              <a:t>Providing a real-time view of an entire process regardless of the platform it operates on.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400" b="0" i="0" dirty="0">
                <a:solidFill>
                  <a:srgbClr val="333333"/>
                </a:solidFill>
                <a:effectLst/>
                <a:latin typeface="72" panose="020B0503030000000003" pitchFamily="34" charset="0"/>
              </a:rPr>
              <a:t>Providing actionable insights to steer the process forward.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400" b="0" i="0" dirty="0">
                <a:solidFill>
                  <a:srgbClr val="333333"/>
                </a:solidFill>
                <a:effectLst/>
                <a:latin typeface="72" panose="020B0503030000000003" pitchFamily="34" charset="0"/>
              </a:rPr>
              <a:t>Providing performance indicators for a business process to understand the current and the past performance.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sz="1400" b="0" i="0" dirty="0">
              <a:solidFill>
                <a:srgbClr val="333333"/>
              </a:solidFill>
              <a:effectLst/>
              <a:latin typeface="72" panose="020B0503030000000003" pitchFamily="34" charset="0"/>
            </a:endParaRPr>
          </a:p>
          <a:p>
            <a:pPr algn="l"/>
            <a:r>
              <a:rPr lang="en-US" sz="1400" b="0" i="0" dirty="0">
                <a:solidFill>
                  <a:srgbClr val="333333"/>
                </a:solidFill>
                <a:effectLst/>
                <a:latin typeface="72" panose="020B0503030000000003" pitchFamily="34" charset="0"/>
              </a:rPr>
              <a:t>The capability provides </a:t>
            </a:r>
            <a:r>
              <a:rPr lang="en-US" sz="1400" b="1" i="0" dirty="0">
                <a:solidFill>
                  <a:srgbClr val="333333"/>
                </a:solidFill>
                <a:effectLst/>
                <a:latin typeface="72" panose="020B0503030000000003" pitchFamily="34" charset="0"/>
              </a:rPr>
              <a:t>Process Workspace</a:t>
            </a:r>
            <a:r>
              <a:rPr lang="en-US" sz="1400" b="0" i="0" dirty="0">
                <a:solidFill>
                  <a:srgbClr val="333333"/>
                </a:solidFill>
                <a:effectLst/>
                <a:latin typeface="72" panose="020B0503030000000003" pitchFamily="34" charset="0"/>
              </a:rPr>
              <a:t> to track processes in real-time, search and filter instances, analyze performance indicators, and view detailed information about an instance. </a:t>
            </a:r>
          </a:p>
          <a:p>
            <a:pPr algn="l"/>
            <a:endParaRPr lang="en-US" sz="1400" dirty="0">
              <a:solidFill>
                <a:srgbClr val="333333"/>
              </a:solidFill>
              <a:latin typeface="72" panose="020B0503030000000003" pitchFamily="34" charset="0"/>
            </a:endParaRPr>
          </a:p>
          <a:p>
            <a:r>
              <a:rPr lang="en-US" sz="1400" dirty="0">
                <a:solidFill>
                  <a:srgbClr val="333333"/>
                </a:solidFill>
                <a:latin typeface="72" panose="020B0503030000000003" pitchFamily="34" charset="0"/>
                <a:hlinkClick r:id="rId2"/>
              </a:rPr>
              <a:t>https://help.sap.com/docs/process-visibility/process-visibility-capability/creating-visibility-scenario</a:t>
            </a:r>
            <a:endParaRPr lang="en-US" sz="1400" dirty="0">
              <a:solidFill>
                <a:srgbClr val="333333"/>
              </a:solidFill>
              <a:latin typeface="72" panose="020B0503030000000003" pitchFamily="34" charset="0"/>
            </a:endParaRPr>
          </a:p>
          <a:p>
            <a:endParaRPr lang="en-US" sz="1400" b="0" i="0" dirty="0">
              <a:solidFill>
                <a:srgbClr val="333333"/>
              </a:solidFill>
              <a:effectLst/>
              <a:latin typeface="72" panose="020B0503030000000003" pitchFamily="34" charset="0"/>
            </a:endParaRPr>
          </a:p>
          <a:p>
            <a:r>
              <a:rPr lang="en-US" sz="1400" dirty="0">
                <a:solidFill>
                  <a:srgbClr val="333333"/>
                </a:solidFill>
                <a:latin typeface="72" panose="020B0503030000000003" pitchFamily="34" charset="0"/>
                <a:hlinkClick r:id="rId3"/>
              </a:rPr>
              <a:t>http://s4dev.st.com:8021/sap/opu/odata/sap/API_SALES_ORDER_SRV/A_SalesOrder?$format=json&amp;$filter=TotalNetAmount%20gt%2010000&amp;$select=SalesOrder,SalesOrganization,TotalNetAmount</a:t>
            </a:r>
            <a:endParaRPr lang="en-US" sz="1400" dirty="0">
              <a:solidFill>
                <a:srgbClr val="333333"/>
              </a:solidFill>
              <a:latin typeface="72" panose="020B0503030000000003" pitchFamily="34" charset="0"/>
            </a:endParaRPr>
          </a:p>
          <a:p>
            <a:endParaRPr lang="en-US" sz="1400" b="0" i="0" dirty="0">
              <a:solidFill>
                <a:srgbClr val="333333"/>
              </a:solidFill>
              <a:effectLst/>
              <a:latin typeface="72" panose="020B05030300000000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09688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B464A-1F7A-A8A0-A7F8-35C797AB6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221A1EA-7B25-348D-AE44-9762980DB7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D5E152-88CF-4586-32DE-9F081B4DA0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2400" y="4781550"/>
            <a:ext cx="457200" cy="273844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055F056-96BA-4BD4-C4E2-14881E36F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" y="133350"/>
            <a:ext cx="8229600" cy="533401"/>
          </a:xfrm>
        </p:spPr>
        <p:txBody>
          <a:bodyPr/>
          <a:lstStyle/>
          <a:p>
            <a:r>
              <a:rPr lang="en-IN" sz="2500" dirty="0">
                <a:latin typeface="Cooper Black" panose="0208090404030B020404" pitchFamily="18" charset="0"/>
              </a:rPr>
              <a:t>SAP Build Content Package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DB4887A-B121-71EB-1AE3-205185C9C70E}"/>
              </a:ext>
            </a:extLst>
          </p:cNvPr>
          <p:cNvSpPr txBox="1"/>
          <p:nvPr/>
        </p:nvSpPr>
        <p:spPr>
          <a:xfrm>
            <a:off x="152400" y="971549"/>
            <a:ext cx="8839200" cy="40695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spcBef>
                <a:spcPct val="20000"/>
              </a:spcBef>
              <a:buFont typeface="Arial" pitchFamily="34" charset="0"/>
            </a:pPr>
            <a:r>
              <a:rPr lang="en-US" sz="1400" b="0" i="0" dirty="0">
                <a:effectLst/>
              </a:rPr>
              <a:t>&lt;content&gt;</a:t>
            </a:r>
            <a:endParaRPr lang="en-US" sz="1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CE6795-5FBE-AF3E-310A-19B35402F2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" y="666751"/>
            <a:ext cx="8156618" cy="4161341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F0A8F0A1-4BB5-AD44-8D2D-D311A8B05E8A}"/>
              </a:ext>
            </a:extLst>
          </p:cNvPr>
          <p:cNvSpPr/>
          <p:nvPr/>
        </p:nvSpPr>
        <p:spPr>
          <a:xfrm>
            <a:off x="7823548" y="4385072"/>
            <a:ext cx="329852" cy="382191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998211C-33B5-8C1B-0D2F-72CD9F7D9AD0}"/>
              </a:ext>
            </a:extLst>
          </p:cNvPr>
          <p:cNvSpPr/>
          <p:nvPr/>
        </p:nvSpPr>
        <p:spPr>
          <a:xfrm>
            <a:off x="7493696" y="4399359"/>
            <a:ext cx="329852" cy="382191"/>
          </a:xfrm>
          <a:prstGeom prst="rect">
            <a:avLst/>
          </a:prstGeom>
          <a:solidFill>
            <a:srgbClr val="1B4134"/>
          </a:solidFill>
          <a:ln>
            <a:solidFill>
              <a:srgbClr val="2E675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563818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15253-2CC4-DCDA-331C-494DEB4A8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775444-7FCA-3ABC-E945-AB74DA792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www.anubhavtrainings.com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16192A-61CA-CE25-C523-8F79CBE5E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2400" y="4781550"/>
            <a:ext cx="457200" cy="273844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1D07E9D-4E3A-5C68-4381-CDC2808F6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" y="133350"/>
            <a:ext cx="8229600" cy="533401"/>
          </a:xfrm>
        </p:spPr>
        <p:txBody>
          <a:bodyPr/>
          <a:lstStyle/>
          <a:p>
            <a:r>
              <a:rPr lang="en-IN" sz="2500" dirty="0">
                <a:latin typeface="Cooper Black" panose="0208090404030B020404" pitchFamily="18" charset="0"/>
              </a:rPr>
              <a:t>SAP Build content Store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93C119E-6A97-EE59-780E-F529C459E8F8}"/>
              </a:ext>
            </a:extLst>
          </p:cNvPr>
          <p:cNvSpPr txBox="1"/>
          <p:nvPr/>
        </p:nvSpPr>
        <p:spPr>
          <a:xfrm>
            <a:off x="152400" y="971549"/>
            <a:ext cx="8839200" cy="40695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spcBef>
                <a:spcPct val="20000"/>
              </a:spcBef>
              <a:buFont typeface="Arial" pitchFamily="34" charset="0"/>
            </a:pPr>
            <a:r>
              <a:rPr lang="en-US" sz="1400" b="0" i="0">
                <a:effectLst/>
              </a:rPr>
              <a:t>&lt;content&gt;</a:t>
            </a:r>
            <a:endParaRPr lang="en-US" sz="1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A8EDB51-90D1-9B06-674E-C1F242436A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44" y="666750"/>
            <a:ext cx="8984262" cy="403859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7EE71AB-9944-1E03-B603-77C343DD11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5800" y="4198144"/>
            <a:ext cx="409575" cy="561975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C8A42A42-3F94-0AA3-B9D7-FFA8366E84E8}"/>
              </a:ext>
            </a:extLst>
          </p:cNvPr>
          <p:cNvSpPr/>
          <p:nvPr/>
        </p:nvSpPr>
        <p:spPr>
          <a:xfrm>
            <a:off x="8690486" y="4194486"/>
            <a:ext cx="409575" cy="510863"/>
          </a:xfrm>
          <a:prstGeom prst="rect">
            <a:avLst/>
          </a:prstGeom>
          <a:solidFill>
            <a:srgbClr val="222222"/>
          </a:solidFill>
          <a:ln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374903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2EF19-7510-7AF7-71C5-441738049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C9AFAAA-7A15-205E-46A0-FD967FD848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FF3ADD-5058-51C3-E9C7-B2C8676B5C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2400" y="4781550"/>
            <a:ext cx="457200" cy="273844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476A636-FF60-BA98-A8BC-F2A618C3C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" y="133350"/>
            <a:ext cx="8229600" cy="533401"/>
          </a:xfrm>
        </p:spPr>
        <p:txBody>
          <a:bodyPr/>
          <a:lstStyle/>
          <a:p>
            <a:r>
              <a:rPr lang="en-IN" sz="2500" dirty="0">
                <a:latin typeface="Cooper Black" panose="0208090404030B020404" pitchFamily="18" charset="0"/>
              </a:rPr>
              <a:t>Scenario Asset Transfer between organization</a:t>
            </a:r>
          </a:p>
        </p:txBody>
      </p:sp>
      <p:pic>
        <p:nvPicPr>
          <p:cNvPr id="1026" name="Picture 2" descr="Caricature of Elon Musk, for Avatar Profile Picture Editorial Image -  Illustration of entertainment, drawing: 281433590">
            <a:extLst>
              <a:ext uri="{FF2B5EF4-FFF2-40B4-BE49-F238E27FC236}">
                <a16:creationId xmlns:a16="http://schemas.microsoft.com/office/drawing/2014/main" id="{3FB286BC-A60D-F008-E549-3DB8D7467CF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48" t="8391" r="19013" b="10489"/>
          <a:stretch/>
        </p:blipFill>
        <p:spPr bwMode="auto">
          <a:xfrm>
            <a:off x="180974" y="1657350"/>
            <a:ext cx="1657352" cy="2209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47D16126-ABBF-2421-BD2F-67FE581052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7000" y="742950"/>
            <a:ext cx="1657350" cy="1657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Spacex Logo PNG Images (Transparent HD Photo Clipart)">
            <a:extLst>
              <a:ext uri="{FF2B5EF4-FFF2-40B4-BE49-F238E27FC236}">
                <a16:creationId xmlns:a16="http://schemas.microsoft.com/office/drawing/2014/main" id="{8DA8BB8E-40B2-2AF7-982D-A197E9A2D1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3200" y="2952750"/>
            <a:ext cx="1809750" cy="1809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Free Cybertruck Vector Art - Download 1+ Cybertruck Icons &amp; Graphics -  Pixabay">
            <a:extLst>
              <a:ext uri="{FF2B5EF4-FFF2-40B4-BE49-F238E27FC236}">
                <a16:creationId xmlns:a16="http://schemas.microsoft.com/office/drawing/2014/main" id="{73565AE3-2992-145B-59E4-BCE3309269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4588" y="1852613"/>
            <a:ext cx="3486150" cy="1743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96692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0" presetClass="entr" presetSubtype="0" decel="10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0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+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0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1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EC452-B210-4EC1-D04E-49990EA83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301F688-F0E8-AB06-885E-CC42E7D46B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C1DE1F-8B95-9EFC-15E1-C138E5AFE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2400" y="4781550"/>
            <a:ext cx="457200" cy="273844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F863C06-AF03-E649-D9F4-51D90E1626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" y="133350"/>
            <a:ext cx="8229600" cy="533401"/>
          </a:xfrm>
        </p:spPr>
        <p:txBody>
          <a:bodyPr/>
          <a:lstStyle/>
          <a:p>
            <a:r>
              <a:rPr lang="en-IN" sz="2500" dirty="0">
                <a:latin typeface="Cooper Black" panose="0208090404030B020404" pitchFamily="18" charset="0"/>
              </a:rPr>
              <a:t>Overview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63D35CF-995A-6317-6FEB-2A40566EE1B6}"/>
              </a:ext>
            </a:extLst>
          </p:cNvPr>
          <p:cNvSpPr/>
          <p:nvPr/>
        </p:nvSpPr>
        <p:spPr>
          <a:xfrm>
            <a:off x="1066800" y="2952750"/>
            <a:ext cx="7467600" cy="800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SAP BTP Platform</a:t>
            </a:r>
          </a:p>
          <a:p>
            <a:pPr algn="ctr"/>
            <a:endParaRPr lang="en-IN" dirty="0"/>
          </a:p>
          <a:p>
            <a:pPr algn="ctr"/>
            <a:endParaRPr lang="en-IN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7AC29CA-0C72-AA3A-A5F8-D76B31D9F95C}"/>
              </a:ext>
            </a:extLst>
          </p:cNvPr>
          <p:cNvSpPr/>
          <p:nvPr/>
        </p:nvSpPr>
        <p:spPr>
          <a:xfrm>
            <a:off x="3429000" y="285750"/>
            <a:ext cx="2362200" cy="10668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SAP Build Process automation</a:t>
            </a:r>
          </a:p>
          <a:p>
            <a:pPr algn="ctr"/>
            <a:endParaRPr lang="en-IN" dirty="0"/>
          </a:p>
          <a:p>
            <a:pPr algn="ctr"/>
            <a:endParaRPr lang="en-IN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EEBCBD9-698A-D374-3592-67A4396B0C3C}"/>
              </a:ext>
            </a:extLst>
          </p:cNvPr>
          <p:cNvSpPr/>
          <p:nvPr/>
        </p:nvSpPr>
        <p:spPr>
          <a:xfrm>
            <a:off x="4343400" y="895350"/>
            <a:ext cx="1295400" cy="381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100" dirty="0"/>
              <a:t>Standard process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FF1B4A8-1EAB-7651-E848-1B50755394DC}"/>
              </a:ext>
            </a:extLst>
          </p:cNvPr>
          <p:cNvSpPr/>
          <p:nvPr/>
        </p:nvSpPr>
        <p:spPr>
          <a:xfrm>
            <a:off x="3505200" y="819150"/>
            <a:ext cx="762000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dirty="0"/>
              <a:t>actions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8C3FB3A-5E20-44A4-F5D8-C5DAA0BE634A}"/>
              </a:ext>
            </a:extLst>
          </p:cNvPr>
          <p:cNvSpPr/>
          <p:nvPr/>
        </p:nvSpPr>
        <p:spPr>
          <a:xfrm>
            <a:off x="6400800" y="4248150"/>
            <a:ext cx="2133600" cy="533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SAP S/4HANA system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FA547F3-3368-07A5-159E-ACF33A1BAE9C}"/>
              </a:ext>
            </a:extLst>
          </p:cNvPr>
          <p:cNvSpPr/>
          <p:nvPr/>
        </p:nvSpPr>
        <p:spPr>
          <a:xfrm>
            <a:off x="1981200" y="3257550"/>
            <a:ext cx="2133600" cy="4572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 err="1"/>
              <a:t>Odata</a:t>
            </a:r>
            <a:r>
              <a:rPr lang="en-IN" dirty="0"/>
              <a:t> Service destination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4B573AD-92EE-CD36-80BD-68BD1DFDAA9A}"/>
              </a:ext>
            </a:extLst>
          </p:cNvPr>
          <p:cNvSpPr/>
          <p:nvPr/>
        </p:nvSpPr>
        <p:spPr>
          <a:xfrm>
            <a:off x="5385343" y="3257550"/>
            <a:ext cx="2133600" cy="4572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RFC destination</a:t>
            </a:r>
          </a:p>
        </p:txBody>
      </p:sp>
      <p:sp>
        <p:nvSpPr>
          <p:cNvPr id="13" name="Flowchart: Manual Operation 12">
            <a:extLst>
              <a:ext uri="{FF2B5EF4-FFF2-40B4-BE49-F238E27FC236}">
                <a16:creationId xmlns:a16="http://schemas.microsoft.com/office/drawing/2014/main" id="{A39E6205-C36E-D520-BDB0-62601E7EC7E5}"/>
              </a:ext>
            </a:extLst>
          </p:cNvPr>
          <p:cNvSpPr/>
          <p:nvPr/>
        </p:nvSpPr>
        <p:spPr>
          <a:xfrm>
            <a:off x="4038600" y="4019550"/>
            <a:ext cx="990600" cy="533400"/>
          </a:xfrm>
          <a:prstGeom prst="flowChartManualOperat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SCC</a:t>
            </a:r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D4BFE4A0-CC02-5B2F-D9CC-CA898139CFC7}"/>
              </a:ext>
            </a:extLst>
          </p:cNvPr>
          <p:cNvCxnSpPr>
            <a:stCxn id="13" idx="2"/>
            <a:endCxn id="10" idx="1"/>
          </p:cNvCxnSpPr>
          <p:nvPr/>
        </p:nvCxnSpPr>
        <p:spPr>
          <a:xfrm rot="5400000" flipH="1" flipV="1">
            <a:off x="5448300" y="3600450"/>
            <a:ext cx="38100" cy="1866900"/>
          </a:xfrm>
          <a:prstGeom prst="bentConnector4">
            <a:avLst>
              <a:gd name="adj1" fmla="val -600000"/>
              <a:gd name="adj2" fmla="val 6326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389D4B52-3A7F-FCCB-E3D7-E5DD0772A301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 rot="5400000">
            <a:off x="5340622" y="2908029"/>
            <a:ext cx="304800" cy="1918243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6A97DDC4-DC6F-6E7E-5B89-E0214DA41F7D}"/>
              </a:ext>
            </a:extLst>
          </p:cNvPr>
          <p:cNvCxnSpPr>
            <a:stCxn id="11" idx="2"/>
            <a:endCxn id="13" idx="0"/>
          </p:cNvCxnSpPr>
          <p:nvPr/>
        </p:nvCxnSpPr>
        <p:spPr>
          <a:xfrm rot="16200000" flipH="1">
            <a:off x="3638550" y="3124200"/>
            <a:ext cx="304800" cy="148590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C5ED3644-92D8-EB5C-2B97-21F5B3120282}"/>
              </a:ext>
            </a:extLst>
          </p:cNvPr>
          <p:cNvSpPr/>
          <p:nvPr/>
        </p:nvSpPr>
        <p:spPr>
          <a:xfrm>
            <a:off x="2209800" y="1733550"/>
            <a:ext cx="5105400" cy="990600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SAP Integration Suite</a:t>
            </a:r>
          </a:p>
          <a:p>
            <a:pPr algn="ctr"/>
            <a:endParaRPr lang="en-IN" dirty="0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684D654-1557-DD76-B5EF-644407B56568}"/>
              </a:ext>
            </a:extLst>
          </p:cNvPr>
          <p:cNvSpPr/>
          <p:nvPr/>
        </p:nvSpPr>
        <p:spPr>
          <a:xfrm>
            <a:off x="2614842" y="2274094"/>
            <a:ext cx="1295400" cy="381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100" dirty="0"/>
              <a:t>Standard Package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E02B2BB-234D-D143-3A38-EECEA3A566F5}"/>
              </a:ext>
            </a:extLst>
          </p:cNvPr>
          <p:cNvSpPr/>
          <p:nvPr/>
        </p:nvSpPr>
        <p:spPr>
          <a:xfrm>
            <a:off x="4572000" y="2312194"/>
            <a:ext cx="2552700" cy="3048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 err="1"/>
              <a:t>iFlow</a:t>
            </a:r>
            <a:endParaRPr lang="en-IN" dirty="0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9F321EAD-16FF-E6CA-4ACE-C4E2E72022C0}"/>
              </a:ext>
            </a:extLst>
          </p:cNvPr>
          <p:cNvCxnSpPr>
            <a:stCxn id="7" idx="2"/>
            <a:endCxn id="22" idx="0"/>
          </p:cNvCxnSpPr>
          <p:nvPr/>
        </p:nvCxnSpPr>
        <p:spPr>
          <a:xfrm rot="16200000" flipH="1">
            <a:off x="4749403" y="1213247"/>
            <a:ext cx="959644" cy="1238250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73BA4FF0-ED3D-5C46-A167-81B18D6E4E26}"/>
              </a:ext>
            </a:extLst>
          </p:cNvPr>
          <p:cNvCxnSpPr>
            <a:cxnSpLocks/>
            <a:stCxn id="20" idx="2"/>
            <a:endCxn id="6" idx="0"/>
          </p:cNvCxnSpPr>
          <p:nvPr/>
        </p:nvCxnSpPr>
        <p:spPr>
          <a:xfrm rot="16200000" flipH="1">
            <a:off x="4667250" y="2819400"/>
            <a:ext cx="228600" cy="381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36651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B8642E-B7E6-DE29-CA96-5F3D462D50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CA0C4BA-9566-2C98-44B8-5196F43B6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BFBABA-27EE-C81E-1660-2693DB3A6F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2400" y="4781550"/>
            <a:ext cx="457200" cy="273844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10</a:t>
            </a:fld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19" name="Ink 218">
                <a:extLst>
                  <a:ext uri="{FF2B5EF4-FFF2-40B4-BE49-F238E27FC236}">
                    <a16:creationId xmlns:a16="http://schemas.microsoft.com/office/drawing/2014/main" id="{3610E1B9-D88C-1119-4071-9E52EE52AC7B}"/>
                  </a:ext>
                </a:extLst>
              </p14:cNvPr>
              <p14:cNvContentPartPr/>
              <p14:nvPr/>
            </p14:nvContentPartPr>
            <p14:xfrm>
              <a:off x="2870107" y="2171622"/>
              <a:ext cx="117360" cy="93600"/>
            </p14:xfrm>
          </p:contentPart>
        </mc:Choice>
        <mc:Fallback xmlns="">
          <p:pic>
            <p:nvPicPr>
              <p:cNvPr id="219" name="Ink 218">
                <a:extLst>
                  <a:ext uri="{FF2B5EF4-FFF2-40B4-BE49-F238E27FC236}">
                    <a16:creationId xmlns:a16="http://schemas.microsoft.com/office/drawing/2014/main" id="{3610E1B9-D88C-1119-4071-9E52EE52AC7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861467" y="2162622"/>
                <a:ext cx="135000" cy="111240"/>
              </a:xfrm>
              <a:prstGeom prst="rect">
                <a:avLst/>
              </a:prstGeom>
            </p:spPr>
          </p:pic>
        </mc:Fallback>
      </mc:AlternateContent>
      <p:grpSp>
        <p:nvGrpSpPr>
          <p:cNvPr id="222" name="Group 221">
            <a:extLst>
              <a:ext uri="{FF2B5EF4-FFF2-40B4-BE49-F238E27FC236}">
                <a16:creationId xmlns:a16="http://schemas.microsoft.com/office/drawing/2014/main" id="{E8F53009-6B04-37B4-9F8E-40132BCC02D2}"/>
              </a:ext>
            </a:extLst>
          </p:cNvPr>
          <p:cNvGrpSpPr/>
          <p:nvPr/>
        </p:nvGrpSpPr>
        <p:grpSpPr>
          <a:xfrm>
            <a:off x="-38243" y="92622"/>
            <a:ext cx="8708400" cy="3129480"/>
            <a:chOff x="-38243" y="92622"/>
            <a:chExt cx="8708400" cy="3129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C2DB8186-ED26-6B4F-2C00-907E81C88D62}"/>
                    </a:ext>
                  </a:extLst>
                </p14:cNvPr>
                <p14:cNvContentPartPr/>
                <p14:nvPr/>
              </p14:nvContentPartPr>
              <p14:xfrm>
                <a:off x="-38243" y="801822"/>
                <a:ext cx="5236920" cy="24116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C2DB8186-ED26-6B4F-2C00-907E81C88D62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-47243" y="793182"/>
                  <a:ext cx="5254560" cy="242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88C4C980-03D7-0A58-63A2-E45019526B8B}"/>
                    </a:ext>
                  </a:extLst>
                </p14:cNvPr>
                <p14:cNvContentPartPr/>
                <p14:nvPr/>
              </p14:nvContentPartPr>
              <p14:xfrm>
                <a:off x="11077" y="821262"/>
                <a:ext cx="165600" cy="24008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88C4C980-03D7-0A58-63A2-E45019526B8B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077" y="812622"/>
                  <a:ext cx="183240" cy="241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DCC7834-6E02-A9C2-4439-501ED5B1BD36}"/>
                    </a:ext>
                  </a:extLst>
                </p14:cNvPr>
                <p14:cNvContentPartPr/>
                <p14:nvPr/>
              </p14:nvContentPartPr>
              <p14:xfrm>
                <a:off x="58597" y="684102"/>
                <a:ext cx="5085000" cy="2109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DCC7834-6E02-A9C2-4439-501ED5B1BD3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9957" y="675462"/>
                  <a:ext cx="510264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8A295AC0-9F63-BA4C-CB1E-DA6A8DB661FA}"/>
                    </a:ext>
                  </a:extLst>
                </p14:cNvPr>
                <p14:cNvContentPartPr/>
                <p14:nvPr/>
              </p14:nvContentPartPr>
              <p14:xfrm>
                <a:off x="3794317" y="570342"/>
                <a:ext cx="200880" cy="2289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8A295AC0-9F63-BA4C-CB1E-DA6A8DB661FA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785677" y="561702"/>
                  <a:ext cx="21852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B8459795-E4BF-4BB7-A4EA-6AE35B80913D}"/>
                    </a:ext>
                  </a:extLst>
                </p14:cNvPr>
                <p14:cNvContentPartPr/>
                <p14:nvPr/>
              </p14:nvContentPartPr>
              <p14:xfrm>
                <a:off x="4019677" y="601302"/>
                <a:ext cx="156600" cy="1861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B8459795-E4BF-4BB7-A4EA-6AE35B80913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011037" y="592302"/>
                  <a:ext cx="17424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6DCBF6E2-56E3-DB83-C5D4-BD517D938287}"/>
                    </a:ext>
                  </a:extLst>
                </p14:cNvPr>
                <p14:cNvContentPartPr/>
                <p14:nvPr/>
              </p14:nvContentPartPr>
              <p14:xfrm>
                <a:off x="4211557" y="589062"/>
                <a:ext cx="115920" cy="2127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6DCBF6E2-56E3-DB83-C5D4-BD517D938287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202557" y="580422"/>
                  <a:ext cx="13356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7EB69375-0F7D-F097-C257-C5D55C78A002}"/>
                    </a:ext>
                  </a:extLst>
                </p14:cNvPr>
                <p14:cNvContentPartPr/>
                <p14:nvPr/>
              </p14:nvContentPartPr>
              <p14:xfrm>
                <a:off x="5721397" y="1730982"/>
                <a:ext cx="24120" cy="3553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7EB69375-0F7D-F097-C257-C5D55C78A00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712757" y="1721982"/>
                  <a:ext cx="41760" cy="37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241575E7-43B9-D9EA-0EAB-4892AD8F6EBA}"/>
                    </a:ext>
                  </a:extLst>
                </p14:cNvPr>
                <p14:cNvContentPartPr/>
                <p14:nvPr/>
              </p14:nvContentPartPr>
              <p14:xfrm>
                <a:off x="5711317" y="2133462"/>
                <a:ext cx="780840" cy="280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241575E7-43B9-D9EA-0EAB-4892AD8F6EBA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702317" y="2124822"/>
                  <a:ext cx="79848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D8B641E2-F8A6-2A3B-2B7B-4775E047F1B8}"/>
                    </a:ext>
                  </a:extLst>
                </p14:cNvPr>
                <p14:cNvContentPartPr/>
                <p14:nvPr/>
              </p14:nvContentPartPr>
              <p14:xfrm>
                <a:off x="5689717" y="1702182"/>
                <a:ext cx="870840" cy="3790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D8B641E2-F8A6-2A3B-2B7B-4775E047F1B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681077" y="1693542"/>
                  <a:ext cx="888480" cy="39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6E8B4350-13D0-3109-53FD-8F8ABECDBC15}"/>
                    </a:ext>
                  </a:extLst>
                </p14:cNvPr>
                <p14:cNvContentPartPr/>
                <p14:nvPr/>
              </p14:nvContentPartPr>
              <p14:xfrm>
                <a:off x="5888797" y="1816302"/>
                <a:ext cx="130680" cy="2034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6E8B4350-13D0-3109-53FD-8F8ABECDBC15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879797" y="1807302"/>
                  <a:ext cx="14832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46324422-CC3B-CF92-9422-5C5700F45094}"/>
                    </a:ext>
                  </a:extLst>
                </p14:cNvPr>
                <p14:cNvContentPartPr/>
                <p14:nvPr/>
              </p14:nvContentPartPr>
              <p14:xfrm>
                <a:off x="6047557" y="1855902"/>
                <a:ext cx="104040" cy="1576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46324422-CC3B-CF92-9422-5C5700F45094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038917" y="1847262"/>
                  <a:ext cx="12168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9691E6F-42D0-12EF-4210-898F9401D266}"/>
                    </a:ext>
                  </a:extLst>
                </p14:cNvPr>
                <p14:cNvContentPartPr/>
                <p14:nvPr/>
              </p14:nvContentPartPr>
              <p14:xfrm>
                <a:off x="6199117" y="1855542"/>
                <a:ext cx="115920" cy="1620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9691E6F-42D0-12EF-4210-898F9401D266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190477" y="1846902"/>
                  <a:ext cx="13356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1788162-6B6F-6160-2825-95F971812BA8}"/>
                    </a:ext>
                  </a:extLst>
                </p14:cNvPr>
                <p14:cNvContentPartPr/>
                <p14:nvPr/>
              </p14:nvContentPartPr>
              <p14:xfrm>
                <a:off x="6123517" y="987582"/>
                <a:ext cx="19440" cy="3549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1788162-6B6F-6160-2825-95F971812BA8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114877" y="978942"/>
                  <a:ext cx="37080" cy="37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576A7BEC-2E81-2E50-2444-665A8B8A8AF3}"/>
                    </a:ext>
                  </a:extLst>
                </p14:cNvPr>
                <p14:cNvContentPartPr/>
                <p14:nvPr/>
              </p14:nvContentPartPr>
              <p14:xfrm>
                <a:off x="6137917" y="1537662"/>
                <a:ext cx="13680" cy="1051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576A7BEC-2E81-2E50-2444-665A8B8A8AF3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128917" y="1529022"/>
                  <a:ext cx="3132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26A89CF4-3F4A-4755-30A8-64AA92ECD9B5}"/>
                    </a:ext>
                  </a:extLst>
                </p14:cNvPr>
                <p14:cNvContentPartPr/>
                <p14:nvPr/>
              </p14:nvContentPartPr>
              <p14:xfrm>
                <a:off x="6104797" y="2151462"/>
                <a:ext cx="7560" cy="1134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26A89CF4-3F4A-4755-30A8-64AA92ECD9B5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096157" y="2142462"/>
                  <a:ext cx="2520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CE83C058-7259-5278-7B99-B9AC841144F6}"/>
                    </a:ext>
                  </a:extLst>
                </p14:cNvPr>
                <p14:cNvContentPartPr/>
                <p14:nvPr/>
              </p14:nvContentPartPr>
              <p14:xfrm>
                <a:off x="6117037" y="2376102"/>
                <a:ext cx="360" cy="1360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CE83C058-7259-5278-7B99-B9AC841144F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108397" y="2367462"/>
                  <a:ext cx="1800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253BEFE-A3B5-C6DD-7373-F651A5633C72}"/>
                    </a:ext>
                  </a:extLst>
                </p14:cNvPr>
                <p14:cNvContentPartPr/>
                <p14:nvPr/>
              </p14:nvContentPartPr>
              <p14:xfrm>
                <a:off x="6092557" y="2669862"/>
                <a:ext cx="8280" cy="1796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253BEFE-A3B5-C6DD-7373-F651A5633C72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083917" y="2660862"/>
                  <a:ext cx="2592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7BB69E4B-C9DA-2155-B679-EF47D3C7B30A}"/>
                    </a:ext>
                  </a:extLst>
                </p14:cNvPr>
                <p14:cNvContentPartPr/>
                <p14:nvPr/>
              </p14:nvContentPartPr>
              <p14:xfrm>
                <a:off x="6522757" y="1887222"/>
                <a:ext cx="245880" cy="108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7BB69E4B-C9DA-2155-B679-EF47D3C7B30A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514117" y="1878222"/>
                  <a:ext cx="26352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66B8DC2D-99DB-0E8B-2454-372A078945F6}"/>
                    </a:ext>
                  </a:extLst>
                </p14:cNvPr>
                <p14:cNvContentPartPr/>
                <p14:nvPr/>
              </p14:nvContentPartPr>
              <p14:xfrm>
                <a:off x="6746317" y="1863462"/>
                <a:ext cx="79920" cy="1022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66B8DC2D-99DB-0E8B-2454-372A078945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737677" y="1854462"/>
                  <a:ext cx="9756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2DCEBA38-A48E-AA01-A00D-3780B2AACA53}"/>
                    </a:ext>
                  </a:extLst>
                </p14:cNvPr>
                <p14:cNvContentPartPr/>
                <p14:nvPr/>
              </p14:nvContentPartPr>
              <p14:xfrm>
                <a:off x="6821197" y="1898742"/>
                <a:ext cx="316440" cy="133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2DCEBA38-A48E-AA01-A00D-3780B2AACA53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812197" y="1890102"/>
                  <a:ext cx="33408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EF23BA3F-E7DA-BD7D-1051-459592E20DDE}"/>
                    </a:ext>
                  </a:extLst>
                </p14:cNvPr>
                <p14:cNvContentPartPr/>
                <p14:nvPr/>
              </p14:nvContentPartPr>
              <p14:xfrm>
                <a:off x="3049837" y="1168302"/>
                <a:ext cx="1854720" cy="7588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EF23BA3F-E7DA-BD7D-1051-459592E20DDE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3041197" y="1159662"/>
                  <a:ext cx="1872360" cy="77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55016A22-3A50-55C4-CED6-4BAF4BA0A4C9}"/>
                    </a:ext>
                  </a:extLst>
                </p14:cNvPr>
                <p14:cNvContentPartPr/>
                <p14:nvPr/>
              </p14:nvContentPartPr>
              <p14:xfrm>
                <a:off x="3095197" y="1095222"/>
                <a:ext cx="1879560" cy="9111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55016A22-3A50-55C4-CED6-4BAF4BA0A4C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3086197" y="1086222"/>
                  <a:ext cx="1897200" cy="9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E20E3B4E-DD79-40FC-B733-9DA889E56FE1}"/>
                    </a:ext>
                  </a:extLst>
                </p14:cNvPr>
                <p14:cNvContentPartPr/>
                <p14:nvPr/>
              </p14:nvContentPartPr>
              <p14:xfrm>
                <a:off x="3051997" y="1114662"/>
                <a:ext cx="43200" cy="1177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E20E3B4E-DD79-40FC-B733-9DA889E56FE1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043357" y="1105662"/>
                  <a:ext cx="6084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CE0D3E6F-6C9F-9B50-178F-3BBF52AF76E4}"/>
                    </a:ext>
                  </a:extLst>
                </p14:cNvPr>
                <p14:cNvContentPartPr/>
                <p14:nvPr/>
              </p14:nvContentPartPr>
              <p14:xfrm>
                <a:off x="3174757" y="976782"/>
                <a:ext cx="18000" cy="12960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CE0D3E6F-6C9F-9B50-178F-3BBF52AF76E4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165757" y="967782"/>
                  <a:ext cx="3564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75A5A1C0-6748-BC63-5042-7C0A1E129506}"/>
                    </a:ext>
                  </a:extLst>
                </p14:cNvPr>
                <p14:cNvContentPartPr/>
                <p14:nvPr/>
              </p14:nvContentPartPr>
              <p14:xfrm>
                <a:off x="3139117" y="1077582"/>
                <a:ext cx="95400" cy="180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75A5A1C0-6748-BC63-5042-7C0A1E12950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130117" y="1068582"/>
                  <a:ext cx="11304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494E996A-CD28-F9E6-FD25-1082FBEF3FF2}"/>
                    </a:ext>
                  </a:extLst>
                </p14:cNvPr>
                <p14:cNvContentPartPr/>
                <p14:nvPr/>
              </p14:nvContentPartPr>
              <p14:xfrm>
                <a:off x="3161437" y="957342"/>
                <a:ext cx="97560" cy="356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494E996A-CD28-F9E6-FD25-1082FBEF3FF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152437" y="948342"/>
                  <a:ext cx="11520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21F278BD-01E6-14D7-3354-0465419FD4A0}"/>
                    </a:ext>
                  </a:extLst>
                </p14:cNvPr>
                <p14:cNvContentPartPr/>
                <p14:nvPr/>
              </p14:nvContentPartPr>
              <p14:xfrm>
                <a:off x="3278437" y="1021782"/>
                <a:ext cx="81720" cy="720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21F278BD-01E6-14D7-3354-0465419FD4A0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269797" y="1012782"/>
                  <a:ext cx="9936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54692A42-E983-9B92-5A9F-39C910925E97}"/>
                    </a:ext>
                  </a:extLst>
                </p14:cNvPr>
                <p14:cNvContentPartPr/>
                <p14:nvPr/>
              </p14:nvContentPartPr>
              <p14:xfrm>
                <a:off x="3408037" y="964182"/>
                <a:ext cx="10800" cy="1350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54692A42-E983-9B92-5A9F-39C910925E97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3399037" y="955542"/>
                  <a:ext cx="2844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3956F047-E6C3-859A-F1B0-1D4046CDE227}"/>
                    </a:ext>
                  </a:extLst>
                </p14:cNvPr>
                <p14:cNvContentPartPr/>
                <p14:nvPr/>
              </p14:nvContentPartPr>
              <p14:xfrm>
                <a:off x="3405877" y="1027182"/>
                <a:ext cx="39600" cy="972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3956F047-E6C3-859A-F1B0-1D4046CDE227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396877" y="1018182"/>
                  <a:ext cx="5724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C19B63B9-FDB8-AA4F-767B-AF3269FCE329}"/>
                    </a:ext>
                  </a:extLst>
                </p14:cNvPr>
                <p14:cNvContentPartPr/>
                <p14:nvPr/>
              </p14:nvContentPartPr>
              <p14:xfrm>
                <a:off x="3563557" y="1055982"/>
                <a:ext cx="6120" cy="3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C19B63B9-FDB8-AA4F-767B-AF3269FCE329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554917" y="1047342"/>
                  <a:ext cx="2376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B32BE5B6-78B2-776C-7CA1-871085B2DD43}"/>
                    </a:ext>
                  </a:extLst>
                </p14:cNvPr>
                <p14:cNvContentPartPr/>
                <p14:nvPr/>
              </p14:nvContentPartPr>
              <p14:xfrm>
                <a:off x="3585877" y="919182"/>
                <a:ext cx="99000" cy="1663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B32BE5B6-78B2-776C-7CA1-871085B2DD43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577237" y="910182"/>
                  <a:ext cx="11664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1FB99C0D-FF2D-3A41-76FF-DEE39CE66FF0}"/>
                    </a:ext>
                  </a:extLst>
                </p14:cNvPr>
                <p14:cNvContentPartPr/>
                <p14:nvPr/>
              </p14:nvContentPartPr>
              <p14:xfrm>
                <a:off x="3711877" y="1007022"/>
                <a:ext cx="68040" cy="889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1FB99C0D-FF2D-3A41-76FF-DEE39CE66FF0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3702877" y="998022"/>
                  <a:ext cx="8568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D6E681D7-50FE-70E9-5E6C-30AF445E5515}"/>
                    </a:ext>
                  </a:extLst>
                </p14:cNvPr>
                <p14:cNvContentPartPr/>
                <p14:nvPr/>
              </p14:nvContentPartPr>
              <p14:xfrm>
                <a:off x="3828517" y="1015662"/>
                <a:ext cx="5400" cy="698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D6E681D7-50FE-70E9-5E6C-30AF445E551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819517" y="1007022"/>
                  <a:ext cx="2304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0A79831D-9356-2DA9-F903-B5FA3C30F22B}"/>
                    </a:ext>
                  </a:extLst>
                </p14:cNvPr>
                <p14:cNvContentPartPr/>
                <p14:nvPr/>
              </p14:nvContentPartPr>
              <p14:xfrm>
                <a:off x="3829597" y="954822"/>
                <a:ext cx="9000" cy="1872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0A79831D-9356-2DA9-F903-B5FA3C30F22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820597" y="945822"/>
                  <a:ext cx="2664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D7D03524-C03B-1F30-529B-B92708C42D29}"/>
                    </a:ext>
                  </a:extLst>
                </p14:cNvPr>
                <p14:cNvContentPartPr/>
                <p14:nvPr/>
              </p14:nvContentPartPr>
              <p14:xfrm>
                <a:off x="3887557" y="976782"/>
                <a:ext cx="15120" cy="11556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D7D03524-C03B-1F30-529B-B92708C42D29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878557" y="967782"/>
                  <a:ext cx="3276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C475867E-F8E0-7DBC-D874-8C8BF2912FC7}"/>
                    </a:ext>
                  </a:extLst>
                </p14:cNvPr>
                <p14:cNvContentPartPr/>
                <p14:nvPr/>
              </p14:nvContentPartPr>
              <p14:xfrm>
                <a:off x="3858037" y="992622"/>
                <a:ext cx="168120" cy="1321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C475867E-F8E0-7DBC-D874-8C8BF2912FC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849037" y="983622"/>
                  <a:ext cx="18576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24B30CF5-ED96-ACC7-FAF6-2D47EE10F29B}"/>
                    </a:ext>
                  </a:extLst>
                </p14:cNvPr>
                <p14:cNvContentPartPr/>
                <p14:nvPr/>
              </p14:nvContentPartPr>
              <p14:xfrm>
                <a:off x="3598837" y="1340742"/>
                <a:ext cx="5400" cy="10944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24B30CF5-ED96-ACC7-FAF6-2D47EE10F29B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3589837" y="1332102"/>
                  <a:ext cx="2304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A813B5D2-4F9C-32FB-ECFB-E72F7AD61776}"/>
                    </a:ext>
                  </a:extLst>
                </p14:cNvPr>
                <p14:cNvContentPartPr/>
                <p14:nvPr/>
              </p14:nvContentPartPr>
              <p14:xfrm>
                <a:off x="3614677" y="1253982"/>
                <a:ext cx="4320" cy="79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A813B5D2-4F9C-32FB-ECFB-E72F7AD61776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3605677" y="1244982"/>
                  <a:ext cx="2196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6DEC338B-4689-4454-82FB-CABB586566AA}"/>
                    </a:ext>
                  </a:extLst>
                </p14:cNvPr>
                <p14:cNvContentPartPr/>
                <p14:nvPr/>
              </p14:nvContentPartPr>
              <p14:xfrm>
                <a:off x="3675517" y="1255422"/>
                <a:ext cx="135000" cy="1864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6DEC338B-4689-4454-82FB-CABB586566AA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3666877" y="1246422"/>
                  <a:ext cx="15264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95B10F6A-DB33-6393-6394-9594C493A946}"/>
                    </a:ext>
                  </a:extLst>
                </p14:cNvPr>
                <p14:cNvContentPartPr/>
                <p14:nvPr/>
              </p14:nvContentPartPr>
              <p14:xfrm>
                <a:off x="3680557" y="1349382"/>
                <a:ext cx="81000" cy="201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95B10F6A-DB33-6393-6394-9594C493A946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3671917" y="1340742"/>
                  <a:ext cx="9864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66BF144F-5946-A0FF-4743-EBE377EB9129}"/>
                    </a:ext>
                  </a:extLst>
                </p14:cNvPr>
                <p14:cNvContentPartPr/>
                <p14:nvPr/>
              </p14:nvContentPartPr>
              <p14:xfrm>
                <a:off x="3852997" y="1280982"/>
                <a:ext cx="360" cy="1468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66BF144F-5946-A0FF-4743-EBE377EB9129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843997" y="1271982"/>
                  <a:ext cx="1800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B572381B-5BC0-DD58-C578-A97C7E024A39}"/>
                    </a:ext>
                  </a:extLst>
                </p14:cNvPr>
                <p14:cNvContentPartPr/>
                <p14:nvPr/>
              </p14:nvContentPartPr>
              <p14:xfrm>
                <a:off x="3893317" y="1339302"/>
                <a:ext cx="83880" cy="1026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B572381B-5BC0-DD58-C578-A97C7E024A39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884317" y="1330302"/>
                  <a:ext cx="10152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938C7E01-9E52-9647-82D9-6E01A1492C33}"/>
                    </a:ext>
                  </a:extLst>
                </p14:cNvPr>
                <p14:cNvContentPartPr/>
                <p14:nvPr/>
              </p14:nvContentPartPr>
              <p14:xfrm>
                <a:off x="4022917" y="1323102"/>
                <a:ext cx="149040" cy="1213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938C7E01-9E52-9647-82D9-6E01A1492C33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4013917" y="1314102"/>
                  <a:ext cx="16668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119C720E-5AAF-A7EE-142C-D417D7468E68}"/>
                    </a:ext>
                  </a:extLst>
                </p14:cNvPr>
                <p14:cNvContentPartPr/>
                <p14:nvPr/>
              </p14:nvContentPartPr>
              <p14:xfrm>
                <a:off x="4183837" y="1314822"/>
                <a:ext cx="120240" cy="1263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119C720E-5AAF-A7EE-142C-D417D7468E68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4175197" y="1305822"/>
                  <a:ext cx="13788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96C9D074-6CB8-C766-E994-DF92255D615C}"/>
                    </a:ext>
                  </a:extLst>
                </p14:cNvPr>
                <p14:cNvContentPartPr/>
                <p14:nvPr/>
              </p14:nvContentPartPr>
              <p14:xfrm>
                <a:off x="3437557" y="1207542"/>
                <a:ext cx="1060200" cy="38160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96C9D074-6CB8-C766-E994-DF92255D615C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3428557" y="1198902"/>
                  <a:ext cx="1077840" cy="39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CD2CA9EE-1DD9-6950-E15A-486F95DE28CD}"/>
                    </a:ext>
                  </a:extLst>
                </p14:cNvPr>
                <p14:cNvContentPartPr/>
                <p14:nvPr/>
              </p14:nvContentPartPr>
              <p14:xfrm>
                <a:off x="3520717" y="1169022"/>
                <a:ext cx="1015200" cy="45072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CD2CA9EE-1DD9-6950-E15A-486F95DE28CD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3511717" y="1160022"/>
                  <a:ext cx="1032840" cy="46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8E8FBBAC-9F50-D330-8DA1-D96743EE61B1}"/>
                    </a:ext>
                  </a:extLst>
                </p14:cNvPr>
                <p14:cNvContentPartPr/>
                <p14:nvPr/>
              </p14:nvContentPartPr>
              <p14:xfrm>
                <a:off x="3959557" y="1559622"/>
                <a:ext cx="30600" cy="6480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8E8FBBAC-9F50-D330-8DA1-D96743EE61B1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3950917" y="1550982"/>
                  <a:ext cx="48240" cy="66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989BBC33-EF59-26F5-1F90-4A4ACFAB3340}"/>
                    </a:ext>
                  </a:extLst>
                </p14:cNvPr>
                <p14:cNvContentPartPr/>
                <p14:nvPr/>
              </p14:nvContentPartPr>
              <p14:xfrm>
                <a:off x="3784237" y="2223462"/>
                <a:ext cx="904320" cy="27648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989BBC33-EF59-26F5-1F90-4A4ACFAB3340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775597" y="2214822"/>
                  <a:ext cx="921960" cy="29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BF6CDD03-89AE-DE97-537F-E6F8628EC673}"/>
                    </a:ext>
                  </a:extLst>
                </p14:cNvPr>
                <p14:cNvContentPartPr/>
                <p14:nvPr/>
              </p14:nvContentPartPr>
              <p14:xfrm>
                <a:off x="3836437" y="2180622"/>
                <a:ext cx="1046880" cy="35748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BF6CDD03-89AE-DE97-537F-E6F8628EC673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827797" y="2171982"/>
                  <a:ext cx="1064520" cy="37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AB77B043-BE2B-9649-1322-4EC153106FFF}"/>
                    </a:ext>
                  </a:extLst>
                </p14:cNvPr>
                <p14:cNvContentPartPr/>
                <p14:nvPr/>
              </p14:nvContentPartPr>
              <p14:xfrm>
                <a:off x="3921757" y="2225982"/>
                <a:ext cx="109440" cy="1814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AB77B043-BE2B-9649-1322-4EC153106FFF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912757" y="2216982"/>
                  <a:ext cx="12708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3782A159-8D5D-BD2F-5698-D3E27660D8A0}"/>
                    </a:ext>
                  </a:extLst>
                </p14:cNvPr>
                <p14:cNvContentPartPr/>
                <p14:nvPr/>
              </p14:nvContentPartPr>
              <p14:xfrm>
                <a:off x="4080877" y="2292942"/>
                <a:ext cx="90360" cy="10260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3782A159-8D5D-BD2F-5698-D3E27660D8A0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4072237" y="2283942"/>
                  <a:ext cx="10800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18B97220-3595-9516-1606-566D3133B002}"/>
                    </a:ext>
                  </a:extLst>
                </p14:cNvPr>
                <p14:cNvContentPartPr/>
                <p14:nvPr/>
              </p14:nvContentPartPr>
              <p14:xfrm>
                <a:off x="4197157" y="2288982"/>
                <a:ext cx="70920" cy="1130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18B97220-3595-9516-1606-566D3133B002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4188157" y="2280342"/>
                  <a:ext cx="8856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AB60D33D-4AFC-E617-F2AC-035F3AC2B0D5}"/>
                    </a:ext>
                  </a:extLst>
                </p14:cNvPr>
                <p14:cNvContentPartPr/>
                <p14:nvPr/>
              </p14:nvContentPartPr>
              <p14:xfrm>
                <a:off x="4333237" y="2258742"/>
                <a:ext cx="14400" cy="1418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AB60D33D-4AFC-E617-F2AC-035F3AC2B0D5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4324597" y="2250102"/>
                  <a:ext cx="3204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7E722F92-5128-8C8A-8C9A-AC441D2472A3}"/>
                    </a:ext>
                  </a:extLst>
                </p14:cNvPr>
                <p14:cNvContentPartPr/>
                <p14:nvPr/>
              </p14:nvContentPartPr>
              <p14:xfrm>
                <a:off x="4322437" y="2319222"/>
                <a:ext cx="116280" cy="9072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7E722F92-5128-8C8A-8C9A-AC441D2472A3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4313437" y="2310222"/>
                  <a:ext cx="13392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EBC465A8-B5CF-B687-5010-71E3C94DE444}"/>
                    </a:ext>
                  </a:extLst>
                </p14:cNvPr>
                <p14:cNvContentPartPr/>
                <p14:nvPr/>
              </p14:nvContentPartPr>
              <p14:xfrm>
                <a:off x="4439797" y="2247942"/>
                <a:ext cx="360" cy="144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EBC465A8-B5CF-B687-5010-71E3C94DE44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431157" y="2239302"/>
                  <a:ext cx="1800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83618664-8C72-0385-E556-E88061A4CCB0}"/>
                    </a:ext>
                  </a:extLst>
                </p14:cNvPr>
                <p14:cNvContentPartPr/>
                <p14:nvPr/>
              </p14:nvContentPartPr>
              <p14:xfrm>
                <a:off x="4464277" y="2304822"/>
                <a:ext cx="81000" cy="10332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83618664-8C72-0385-E556-E88061A4CCB0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4455277" y="2295822"/>
                  <a:ext cx="9864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72A780CD-F67F-AA00-A2FE-075517905437}"/>
                    </a:ext>
                  </a:extLst>
                </p14:cNvPr>
                <p14:cNvContentPartPr/>
                <p14:nvPr/>
              </p14:nvContentPartPr>
              <p14:xfrm>
                <a:off x="4567957" y="2303022"/>
                <a:ext cx="95040" cy="12276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72A780CD-F67F-AA00-A2FE-075517905437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4559317" y="2294022"/>
                  <a:ext cx="11268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A7803EF6-DD70-E9BB-3E09-315CD6F5256C}"/>
                    </a:ext>
                  </a:extLst>
                </p14:cNvPr>
                <p14:cNvContentPartPr/>
                <p14:nvPr/>
              </p14:nvContentPartPr>
              <p14:xfrm>
                <a:off x="4681357" y="2275302"/>
                <a:ext cx="8280" cy="153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A7803EF6-DD70-E9BB-3E09-315CD6F5256C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4672357" y="2266662"/>
                  <a:ext cx="2592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142A496F-7282-9DFE-4347-7C4EBC232A81}"/>
                    </a:ext>
                  </a:extLst>
                </p14:cNvPr>
                <p14:cNvContentPartPr/>
                <p14:nvPr/>
              </p14:nvContentPartPr>
              <p14:xfrm>
                <a:off x="4669837" y="2361342"/>
                <a:ext cx="70560" cy="6264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142A496F-7282-9DFE-4347-7C4EBC232A81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4660837" y="2352702"/>
                  <a:ext cx="8820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6B2AE4DC-71CF-5900-EF03-1963E882F980}"/>
                    </a:ext>
                  </a:extLst>
                </p14:cNvPr>
                <p14:cNvContentPartPr/>
                <p14:nvPr/>
              </p14:nvContentPartPr>
              <p14:xfrm>
                <a:off x="4741477" y="2292222"/>
                <a:ext cx="16560" cy="2088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6B2AE4DC-71CF-5900-EF03-1963E882F980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4732477" y="2283582"/>
                  <a:ext cx="3420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A82ACB1A-B1D6-6291-5370-4819DE565FAC}"/>
                    </a:ext>
                  </a:extLst>
                </p14:cNvPr>
                <p14:cNvContentPartPr/>
                <p14:nvPr/>
              </p14:nvContentPartPr>
              <p14:xfrm>
                <a:off x="4747957" y="2355222"/>
                <a:ext cx="64080" cy="8172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A82ACB1A-B1D6-6291-5370-4819DE565FAC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4738957" y="2346222"/>
                  <a:ext cx="8172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B0E00CB9-DBB0-8C1C-4530-4136B016A4E5}"/>
                    </a:ext>
                  </a:extLst>
                </p14:cNvPr>
                <p14:cNvContentPartPr/>
                <p14:nvPr/>
              </p14:nvContentPartPr>
              <p14:xfrm>
                <a:off x="4806637" y="2019342"/>
                <a:ext cx="929520" cy="35460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B0E00CB9-DBB0-8C1C-4530-4136B016A4E5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4797637" y="2010702"/>
                  <a:ext cx="947160" cy="37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B00AF601-D535-6994-66EC-6C0331A837B7}"/>
                    </a:ext>
                  </a:extLst>
                </p14:cNvPr>
                <p14:cNvContentPartPr/>
                <p14:nvPr/>
              </p14:nvContentPartPr>
              <p14:xfrm>
                <a:off x="5711317" y="2083062"/>
                <a:ext cx="5400" cy="8208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B00AF601-D535-6994-66EC-6C0331A837B7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5702317" y="2074062"/>
                  <a:ext cx="2304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D1072DD0-9B42-ED34-5B77-84D98560A5DE}"/>
                    </a:ext>
                  </a:extLst>
                </p14:cNvPr>
                <p14:cNvContentPartPr/>
                <p14:nvPr/>
              </p14:nvContentPartPr>
              <p14:xfrm>
                <a:off x="449557" y="908382"/>
                <a:ext cx="156240" cy="1785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D1072DD0-9B42-ED34-5B77-84D98560A5DE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440557" y="899382"/>
                  <a:ext cx="17388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2CFE1F50-E20A-7CD6-F333-52382B1CE277}"/>
                    </a:ext>
                  </a:extLst>
                </p14:cNvPr>
                <p14:cNvContentPartPr/>
                <p14:nvPr/>
              </p14:nvContentPartPr>
              <p14:xfrm>
                <a:off x="673837" y="992622"/>
                <a:ext cx="100440" cy="8928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2CFE1F50-E20A-7CD6-F333-52382B1CE277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665197" y="983622"/>
                  <a:ext cx="11808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36FD5931-AE79-F3A6-B187-C2B01AD8D045}"/>
                    </a:ext>
                  </a:extLst>
                </p14:cNvPr>
                <p14:cNvContentPartPr/>
                <p14:nvPr/>
              </p14:nvContentPartPr>
              <p14:xfrm>
                <a:off x="826117" y="1003422"/>
                <a:ext cx="11880" cy="7884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36FD5931-AE79-F3A6-B187-C2B01AD8D045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817477" y="994782"/>
                  <a:ext cx="2952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46564F50-9CD8-7EA7-F1E7-8C0AF10B847F}"/>
                    </a:ext>
                  </a:extLst>
                </p14:cNvPr>
                <p14:cNvContentPartPr/>
                <p14:nvPr/>
              </p14:nvContentPartPr>
              <p14:xfrm>
                <a:off x="845197" y="925302"/>
                <a:ext cx="20520" cy="118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46564F50-9CD8-7EA7-F1E7-8C0AF10B847F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836557" y="916662"/>
                  <a:ext cx="3816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65337EC8-8B20-A7BC-E7F6-90E33705E343}"/>
                    </a:ext>
                  </a:extLst>
                </p14:cNvPr>
                <p14:cNvContentPartPr/>
                <p14:nvPr/>
              </p14:nvContentPartPr>
              <p14:xfrm>
                <a:off x="926917" y="964902"/>
                <a:ext cx="31680" cy="9720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65337EC8-8B20-A7BC-E7F6-90E33705E343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918277" y="956262"/>
                  <a:ext cx="4932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789DA1F9-1FC1-7D89-8CB0-3FD7BBA109B5}"/>
                    </a:ext>
                  </a:extLst>
                </p14:cNvPr>
                <p14:cNvContentPartPr/>
                <p14:nvPr/>
              </p14:nvContentPartPr>
              <p14:xfrm>
                <a:off x="995677" y="931782"/>
                <a:ext cx="114840" cy="12996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789DA1F9-1FC1-7D89-8CB0-3FD7BBA109B5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987037" y="922782"/>
                  <a:ext cx="13248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FBE1251B-79DF-D94C-7FA1-1BE55DFDABDD}"/>
                    </a:ext>
                  </a:extLst>
                </p14:cNvPr>
                <p14:cNvContentPartPr/>
                <p14:nvPr/>
              </p14:nvContentPartPr>
              <p14:xfrm>
                <a:off x="1231477" y="908742"/>
                <a:ext cx="137160" cy="16272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FBE1251B-79DF-D94C-7FA1-1BE55DFDABDD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1222837" y="900102"/>
                  <a:ext cx="15480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2FB8D244-6705-1928-E598-A118FE82DED6}"/>
                    </a:ext>
                  </a:extLst>
                </p14:cNvPr>
                <p14:cNvContentPartPr/>
                <p14:nvPr/>
              </p14:nvContentPartPr>
              <p14:xfrm>
                <a:off x="1412917" y="915222"/>
                <a:ext cx="77400" cy="13572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2FB8D244-6705-1928-E598-A118FE82DED6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1404277" y="906582"/>
                  <a:ext cx="9504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4763913F-A050-EEC4-BCDE-F6912C5A2137}"/>
                    </a:ext>
                  </a:extLst>
                </p14:cNvPr>
                <p14:cNvContentPartPr/>
                <p14:nvPr/>
              </p14:nvContentPartPr>
              <p14:xfrm>
                <a:off x="1549357" y="901902"/>
                <a:ext cx="95040" cy="14004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4763913F-A050-EEC4-BCDE-F6912C5A2137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1540357" y="892902"/>
                  <a:ext cx="11268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4BDBED58-FE3D-295D-4A39-32092A313CDD}"/>
                    </a:ext>
                  </a:extLst>
                </p14:cNvPr>
                <p14:cNvContentPartPr/>
                <p14:nvPr/>
              </p14:nvContentPartPr>
              <p14:xfrm>
                <a:off x="1582117" y="962382"/>
                <a:ext cx="114480" cy="2052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4BDBED58-FE3D-295D-4A39-32092A313CDD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1573117" y="953742"/>
                  <a:ext cx="13212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F7431CC5-3688-66C7-CF6C-768C40BF4C7F}"/>
                    </a:ext>
                  </a:extLst>
                </p14:cNvPr>
                <p14:cNvContentPartPr/>
                <p14:nvPr/>
              </p14:nvContentPartPr>
              <p14:xfrm>
                <a:off x="297997" y="1251462"/>
                <a:ext cx="2071440" cy="82728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F7431CC5-3688-66C7-CF6C-768C40BF4C7F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288997" y="1242822"/>
                  <a:ext cx="2089080" cy="84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FE09EBD4-95B5-7B4D-34EC-589B24650496}"/>
                    </a:ext>
                  </a:extLst>
                </p14:cNvPr>
                <p14:cNvContentPartPr/>
                <p14:nvPr/>
              </p14:nvContentPartPr>
              <p14:xfrm>
                <a:off x="390877" y="1202142"/>
                <a:ext cx="2171880" cy="84672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FE09EBD4-95B5-7B4D-34EC-589B24650496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382237" y="1193502"/>
                  <a:ext cx="2189520" cy="86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A621FA5C-112F-3A0D-BB4F-343E91A063A1}"/>
                    </a:ext>
                  </a:extLst>
                </p14:cNvPr>
                <p14:cNvContentPartPr/>
                <p14:nvPr/>
              </p14:nvContentPartPr>
              <p14:xfrm>
                <a:off x="2317237" y="244182"/>
                <a:ext cx="469440" cy="28872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A621FA5C-112F-3A0D-BB4F-343E91A063A1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2308237" y="235542"/>
                  <a:ext cx="487080" cy="3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16D60B48-974D-BB3E-E91C-B847E2337D3A}"/>
                    </a:ext>
                  </a:extLst>
                </p14:cNvPr>
                <p14:cNvContentPartPr/>
                <p14:nvPr/>
              </p14:nvContentPartPr>
              <p14:xfrm>
                <a:off x="2322277" y="209262"/>
                <a:ext cx="516600" cy="3538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16D60B48-974D-BB3E-E91C-B847E2337D3A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2313637" y="200262"/>
                  <a:ext cx="534240" cy="37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26550E56-5E34-D7A2-5CF5-33720F143906}"/>
                    </a:ext>
                  </a:extLst>
                </p14:cNvPr>
                <p14:cNvContentPartPr/>
                <p14:nvPr/>
              </p14:nvContentPartPr>
              <p14:xfrm>
                <a:off x="2502637" y="114942"/>
                <a:ext cx="546480" cy="28152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26550E56-5E34-D7A2-5CF5-33720F143906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2493637" y="105942"/>
                  <a:ext cx="56412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F68FAA07-80EA-6B6A-4B5C-EC2A902C409C}"/>
                    </a:ext>
                  </a:extLst>
                </p14:cNvPr>
                <p14:cNvContentPartPr/>
                <p14:nvPr/>
              </p14:nvContentPartPr>
              <p14:xfrm>
                <a:off x="2571757" y="97662"/>
                <a:ext cx="531720" cy="37980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F68FAA07-80EA-6B6A-4B5C-EC2A902C409C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2563117" y="89022"/>
                  <a:ext cx="5493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E1653587-A349-8E48-8A64-B96777BFFC45}"/>
                    </a:ext>
                  </a:extLst>
                </p14:cNvPr>
                <p14:cNvContentPartPr/>
                <p14:nvPr/>
              </p14:nvContentPartPr>
              <p14:xfrm>
                <a:off x="2784877" y="197022"/>
                <a:ext cx="305640" cy="7236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E1653587-A349-8E48-8A64-B96777BFFC45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2776237" y="188382"/>
                  <a:ext cx="32328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A9D4FDC4-9AC7-0189-8946-78ECC4F9F4EF}"/>
                    </a:ext>
                  </a:extLst>
                </p14:cNvPr>
                <p14:cNvContentPartPr/>
                <p14:nvPr/>
              </p14:nvContentPartPr>
              <p14:xfrm>
                <a:off x="2798197" y="453342"/>
                <a:ext cx="282600" cy="1058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A9D4FDC4-9AC7-0189-8946-78ECC4F9F4EF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2789557" y="444702"/>
                  <a:ext cx="30024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E7A1A975-1AEE-B697-3A09-D74A5210EA82}"/>
                    </a:ext>
                  </a:extLst>
                </p14:cNvPr>
                <p14:cNvContentPartPr/>
                <p14:nvPr/>
              </p14:nvContentPartPr>
              <p14:xfrm>
                <a:off x="2345677" y="346782"/>
                <a:ext cx="226440" cy="15372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E7A1A975-1AEE-B697-3A09-D74A5210EA82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2337037" y="338142"/>
                  <a:ext cx="24408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83E56208-1B03-B7F1-45AC-D989F4EAFBDD}"/>
                    </a:ext>
                  </a:extLst>
                </p14:cNvPr>
                <p14:cNvContentPartPr/>
                <p14:nvPr/>
              </p14:nvContentPartPr>
              <p14:xfrm>
                <a:off x="2288437" y="92622"/>
                <a:ext cx="269280" cy="14004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83E56208-1B03-B7F1-45AC-D989F4EAFBDD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2279797" y="83982"/>
                  <a:ext cx="28692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7A8F3F06-A063-F689-81DE-BFC149E771DF}"/>
                    </a:ext>
                  </a:extLst>
                </p14:cNvPr>
                <p14:cNvContentPartPr/>
                <p14:nvPr/>
              </p14:nvContentPartPr>
              <p14:xfrm>
                <a:off x="2160997" y="473862"/>
                <a:ext cx="435960" cy="79740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7A8F3F06-A063-F689-81DE-BFC149E771DF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2151997" y="465222"/>
                  <a:ext cx="453600" cy="81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E9649B51-5220-9933-C5BF-07056DD38CE1}"/>
                    </a:ext>
                  </a:extLst>
                </p14:cNvPr>
                <p14:cNvContentPartPr/>
                <p14:nvPr/>
              </p14:nvContentPartPr>
              <p14:xfrm>
                <a:off x="2116717" y="1251462"/>
                <a:ext cx="54000" cy="5976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E9649B51-5220-9933-C5BF-07056DD38CE1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2107717" y="1242822"/>
                  <a:ext cx="7164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0344DE6B-3471-C1FF-DC7E-1A3DA023E8DC}"/>
                    </a:ext>
                  </a:extLst>
                </p14:cNvPr>
                <p14:cNvContentPartPr/>
                <p14:nvPr/>
              </p14:nvContentPartPr>
              <p14:xfrm>
                <a:off x="2190877" y="1267302"/>
                <a:ext cx="54720" cy="4608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0344DE6B-3471-C1FF-DC7E-1A3DA023E8DC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2182237" y="1258302"/>
                  <a:ext cx="7236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39412A2D-28F0-D5AF-FD85-280A3818B067}"/>
                    </a:ext>
                  </a:extLst>
                </p14:cNvPr>
                <p14:cNvContentPartPr/>
                <p14:nvPr/>
              </p14:nvContentPartPr>
              <p14:xfrm>
                <a:off x="2976037" y="488622"/>
                <a:ext cx="188640" cy="81360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39412A2D-28F0-D5AF-FD85-280A3818B067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2967037" y="479982"/>
                  <a:ext cx="206280" cy="83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493D7C8B-6E84-BA5F-660E-B41A22C2744E}"/>
                    </a:ext>
                  </a:extLst>
                </p14:cNvPr>
                <p14:cNvContentPartPr/>
                <p14:nvPr/>
              </p14:nvContentPartPr>
              <p14:xfrm>
                <a:off x="3080437" y="1251462"/>
                <a:ext cx="92520" cy="5472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493D7C8B-6E84-BA5F-660E-B41A22C2744E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3071437" y="1242822"/>
                  <a:ext cx="11016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E2DDE17D-96FC-D2E8-4A46-5FF48F3B8B0B}"/>
                    </a:ext>
                  </a:extLst>
                </p14:cNvPr>
                <p14:cNvContentPartPr/>
                <p14:nvPr/>
              </p14:nvContentPartPr>
              <p14:xfrm>
                <a:off x="3149197" y="1261542"/>
                <a:ext cx="97920" cy="5508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E2DDE17D-96FC-D2E8-4A46-5FF48F3B8B0B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3140197" y="1252542"/>
                  <a:ext cx="11556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29E9C81F-7F31-D63A-CBE6-582444D619A9}"/>
                    </a:ext>
                  </a:extLst>
                </p14:cNvPr>
                <p14:cNvContentPartPr/>
                <p14:nvPr/>
              </p14:nvContentPartPr>
              <p14:xfrm>
                <a:off x="783637" y="1367022"/>
                <a:ext cx="947880" cy="30924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29E9C81F-7F31-D63A-CBE6-582444D619A9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774637" y="1358022"/>
                  <a:ext cx="965520" cy="32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4D110377-BD9C-AA99-4D62-3B8503596985}"/>
                    </a:ext>
                  </a:extLst>
                </p14:cNvPr>
                <p14:cNvContentPartPr/>
                <p14:nvPr/>
              </p14:nvContentPartPr>
              <p14:xfrm>
                <a:off x="823597" y="1305462"/>
                <a:ext cx="1124280" cy="38232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4D110377-BD9C-AA99-4D62-3B8503596985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814957" y="1296462"/>
                  <a:ext cx="1141920" cy="39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628B3027-3D07-5C9E-5ABF-75FDA06E7379}"/>
                    </a:ext>
                  </a:extLst>
                </p14:cNvPr>
                <p14:cNvContentPartPr/>
                <p14:nvPr/>
              </p14:nvContentPartPr>
              <p14:xfrm>
                <a:off x="929437" y="1364862"/>
                <a:ext cx="131400" cy="18972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628B3027-3D07-5C9E-5ABF-75FDA06E7379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920437" y="1355862"/>
                  <a:ext cx="14904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BC76C6F7-1EB8-33F5-0ED6-87688A03AD06}"/>
                    </a:ext>
                  </a:extLst>
                </p14:cNvPr>
                <p14:cNvContentPartPr/>
                <p14:nvPr/>
              </p14:nvContentPartPr>
              <p14:xfrm>
                <a:off x="983437" y="1473942"/>
                <a:ext cx="61560" cy="756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BC76C6F7-1EB8-33F5-0ED6-87688A03AD06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974797" y="1465302"/>
                  <a:ext cx="7920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364834F0-DEF9-2BC4-3DB4-C321F1F55E13}"/>
                    </a:ext>
                  </a:extLst>
                </p14:cNvPr>
                <p14:cNvContentPartPr/>
                <p14:nvPr/>
              </p14:nvContentPartPr>
              <p14:xfrm>
                <a:off x="1119877" y="1457022"/>
                <a:ext cx="64440" cy="9000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364834F0-DEF9-2BC4-3DB4-C321F1F55E13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1110877" y="1448022"/>
                  <a:ext cx="8208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A153AED6-BC19-4F42-1275-20EAA745EBBB}"/>
                    </a:ext>
                  </a:extLst>
                </p14:cNvPr>
                <p14:cNvContentPartPr/>
                <p14:nvPr/>
              </p14:nvContentPartPr>
              <p14:xfrm>
                <a:off x="1249117" y="1432542"/>
                <a:ext cx="35280" cy="14076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A153AED6-BC19-4F42-1275-20EAA745EBBB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1240477" y="1423902"/>
                  <a:ext cx="5292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B74EC6F2-4C92-C363-4EAB-B1AD4FD7FF2A}"/>
                    </a:ext>
                  </a:extLst>
                </p14:cNvPr>
                <p14:cNvContentPartPr/>
                <p14:nvPr/>
              </p14:nvContentPartPr>
              <p14:xfrm>
                <a:off x="1251637" y="1480422"/>
                <a:ext cx="137160" cy="7920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B74EC6F2-4C92-C363-4EAB-B1AD4FD7FF2A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1242637" y="1471782"/>
                  <a:ext cx="15480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E9557FAA-CACF-DA31-7231-717E73332BFA}"/>
                    </a:ext>
                  </a:extLst>
                </p14:cNvPr>
                <p14:cNvContentPartPr/>
                <p14:nvPr/>
              </p14:nvContentPartPr>
              <p14:xfrm>
                <a:off x="1380877" y="1414902"/>
                <a:ext cx="18000" cy="1188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E9557FAA-CACF-DA31-7231-717E73332BFA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1371877" y="1405902"/>
                  <a:ext cx="3564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70509A42-788E-A613-6A58-13E4990C329B}"/>
                    </a:ext>
                  </a:extLst>
                </p14:cNvPr>
                <p14:cNvContentPartPr/>
                <p14:nvPr/>
              </p14:nvContentPartPr>
              <p14:xfrm>
                <a:off x="1448917" y="1472862"/>
                <a:ext cx="282240" cy="11304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70509A42-788E-A613-6A58-13E4990C329B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1440277" y="1464222"/>
                  <a:ext cx="29988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AA0C63E2-563B-486E-873C-353ED2473B6E}"/>
                    </a:ext>
                  </a:extLst>
                </p14:cNvPr>
                <p14:cNvContentPartPr/>
                <p14:nvPr/>
              </p14:nvContentPartPr>
              <p14:xfrm>
                <a:off x="994957" y="1485102"/>
                <a:ext cx="1096920" cy="27540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AA0C63E2-563B-486E-873C-353ED2473B6E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986317" y="1476462"/>
                  <a:ext cx="1114560" cy="29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244B4A03-9E96-E3B9-BB9C-5BADC2431655}"/>
                    </a:ext>
                  </a:extLst>
                </p14:cNvPr>
                <p14:cNvContentPartPr/>
                <p14:nvPr/>
              </p14:nvContentPartPr>
              <p14:xfrm>
                <a:off x="1311037" y="1564302"/>
                <a:ext cx="973440" cy="28476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244B4A03-9E96-E3B9-BB9C-5BADC2431655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1302037" y="1555302"/>
                  <a:ext cx="991080" cy="30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91EC118F-93F5-F45A-2C75-7E8B12CB59F3}"/>
                    </a:ext>
                  </a:extLst>
                </p14:cNvPr>
                <p14:cNvContentPartPr/>
                <p14:nvPr/>
              </p14:nvContentPartPr>
              <p14:xfrm>
                <a:off x="2268637" y="1316622"/>
                <a:ext cx="1194120" cy="35604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91EC118F-93F5-F45A-2C75-7E8B12CB59F3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2259637" y="1307982"/>
                  <a:ext cx="121176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BFE35188-31F2-634B-2B69-E9628C976D42}"/>
                    </a:ext>
                  </a:extLst>
                </p14:cNvPr>
                <p14:cNvContentPartPr/>
                <p14:nvPr/>
              </p14:nvContentPartPr>
              <p14:xfrm>
                <a:off x="3373117" y="1311222"/>
                <a:ext cx="58680" cy="14508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BFE35188-31F2-634B-2B69-E9628C976D42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3364477" y="1302222"/>
                  <a:ext cx="7632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5F0C2921-2C01-60D2-0412-3F7A3AD7FCC8}"/>
                    </a:ext>
                  </a:extLst>
                </p14:cNvPr>
                <p14:cNvContentPartPr/>
                <p14:nvPr/>
              </p14:nvContentPartPr>
              <p14:xfrm>
                <a:off x="650077" y="2214462"/>
                <a:ext cx="11520" cy="15696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5F0C2921-2C01-60D2-0412-3F7A3AD7FCC8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641437" y="2205822"/>
                  <a:ext cx="2916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356AD1DC-815E-487E-3E0A-541191E97920}"/>
                    </a:ext>
                  </a:extLst>
                </p14:cNvPr>
                <p14:cNvContentPartPr/>
                <p14:nvPr/>
              </p14:nvContentPartPr>
              <p14:xfrm>
                <a:off x="630637" y="2153982"/>
                <a:ext cx="132840" cy="11808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356AD1DC-815E-487E-3E0A-541191E97920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621997" y="2145342"/>
                  <a:ext cx="15048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1B746C41-D43F-266F-FD22-8B222582885B}"/>
                    </a:ext>
                  </a:extLst>
                </p14:cNvPr>
                <p14:cNvContentPartPr/>
                <p14:nvPr/>
              </p14:nvContentPartPr>
              <p14:xfrm>
                <a:off x="737917" y="2257302"/>
                <a:ext cx="99000" cy="8460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1B746C41-D43F-266F-FD22-8B222582885B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729277" y="2248662"/>
                  <a:ext cx="11664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0A6945AF-C771-5322-33D1-BE3F4F1EA988}"/>
                    </a:ext>
                  </a:extLst>
                </p14:cNvPr>
                <p14:cNvContentPartPr/>
                <p14:nvPr/>
              </p14:nvContentPartPr>
              <p14:xfrm>
                <a:off x="903877" y="2241822"/>
                <a:ext cx="75600" cy="9216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0A6945AF-C771-5322-33D1-BE3F4F1EA988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895237" y="2232822"/>
                  <a:ext cx="9324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1C44C4E1-877B-3123-78FE-BE7C9E160C0B}"/>
                    </a:ext>
                  </a:extLst>
                </p14:cNvPr>
                <p14:cNvContentPartPr/>
                <p14:nvPr/>
              </p14:nvContentPartPr>
              <p14:xfrm>
                <a:off x="1016197" y="2229222"/>
                <a:ext cx="68040" cy="11448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1C44C4E1-877B-3123-78FE-BE7C9E160C0B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1007197" y="2220222"/>
                  <a:ext cx="8568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2248C0F6-510C-D0AF-7857-31FE06661957}"/>
                    </a:ext>
                  </a:extLst>
                </p14:cNvPr>
                <p14:cNvContentPartPr/>
                <p14:nvPr/>
              </p14:nvContentPartPr>
              <p14:xfrm>
                <a:off x="1162717" y="2228142"/>
                <a:ext cx="84960" cy="12492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2248C0F6-510C-D0AF-7857-31FE06661957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1153717" y="2219142"/>
                  <a:ext cx="10260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9E1446AA-4538-FBE9-A420-AF944EF7EE09}"/>
                    </a:ext>
                  </a:extLst>
                </p14:cNvPr>
                <p14:cNvContentPartPr/>
                <p14:nvPr/>
              </p14:nvContentPartPr>
              <p14:xfrm>
                <a:off x="1308157" y="2237862"/>
                <a:ext cx="96480" cy="12852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9E1446AA-4538-FBE9-A420-AF944EF7EE09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1299157" y="2228862"/>
                  <a:ext cx="11412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668AFF4D-17B7-BA76-E23A-DB015C409FF3}"/>
                    </a:ext>
                  </a:extLst>
                </p14:cNvPr>
                <p14:cNvContentPartPr/>
                <p14:nvPr/>
              </p14:nvContentPartPr>
              <p14:xfrm>
                <a:off x="1483117" y="2230302"/>
                <a:ext cx="60840" cy="13284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668AFF4D-17B7-BA76-E23A-DB015C409FF3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1474477" y="2221302"/>
                  <a:ext cx="7848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7DB5B651-9FEC-F543-5F92-A6B9B018BB09}"/>
                    </a:ext>
                  </a:extLst>
                </p14:cNvPr>
                <p14:cNvContentPartPr/>
                <p14:nvPr/>
              </p14:nvContentPartPr>
              <p14:xfrm>
                <a:off x="533077" y="2151462"/>
                <a:ext cx="1165680" cy="35712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7DB5B651-9FEC-F543-5F92-A6B9B018BB09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524077" y="2142462"/>
                  <a:ext cx="1183320" cy="37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0194E78C-B21A-D5AE-7BD2-4A743F2128AA}"/>
                    </a:ext>
                  </a:extLst>
                </p14:cNvPr>
                <p14:cNvContentPartPr/>
                <p14:nvPr/>
              </p14:nvContentPartPr>
              <p14:xfrm>
                <a:off x="512557" y="2082342"/>
                <a:ext cx="1167480" cy="38772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0194E78C-B21A-D5AE-7BD2-4A743F2128AA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503917" y="2073702"/>
                  <a:ext cx="1185120" cy="40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B9E3D6B9-E5EB-A398-59B6-2DE31FFCBF7D}"/>
                    </a:ext>
                  </a:extLst>
                </p14:cNvPr>
                <p14:cNvContentPartPr/>
                <p14:nvPr/>
              </p14:nvContentPartPr>
              <p14:xfrm>
                <a:off x="624517" y="2167302"/>
                <a:ext cx="1272600" cy="39456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B9E3D6B9-E5EB-A398-59B6-2DE31FFCBF7D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615877" y="2158302"/>
                  <a:ext cx="1290240" cy="41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C8D13FB3-1A63-1985-D223-C28A5E961EF1}"/>
                    </a:ext>
                  </a:extLst>
                </p14:cNvPr>
                <p14:cNvContentPartPr/>
                <p14:nvPr/>
              </p14:nvContentPartPr>
              <p14:xfrm>
                <a:off x="1129237" y="1710462"/>
                <a:ext cx="10800" cy="38268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C8D13FB3-1A63-1985-D223-C28A5E961EF1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1120597" y="1701462"/>
                  <a:ext cx="28440" cy="40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9F506B7B-08CB-AD70-0E62-D5DC930537C9}"/>
                    </a:ext>
                  </a:extLst>
                </p14:cNvPr>
                <p14:cNvContentPartPr/>
                <p14:nvPr/>
              </p14:nvContentPartPr>
              <p14:xfrm>
                <a:off x="1028437" y="1736382"/>
                <a:ext cx="101160" cy="10944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9F506B7B-08CB-AD70-0E62-D5DC930537C9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1019797" y="1727382"/>
                  <a:ext cx="11880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9DB7C09C-8A54-876F-8562-1BEEB22AB003}"/>
                    </a:ext>
                  </a:extLst>
                </p14:cNvPr>
                <p14:cNvContentPartPr/>
                <p14:nvPr/>
              </p14:nvContentPartPr>
              <p14:xfrm>
                <a:off x="1114837" y="1713702"/>
                <a:ext cx="86400" cy="9396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9DB7C09C-8A54-876F-8562-1BEEB22AB003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1105837" y="1704702"/>
                  <a:ext cx="10404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4B223046-D823-2770-E13C-F724B6818B74}"/>
                    </a:ext>
                  </a:extLst>
                </p14:cNvPr>
                <p14:cNvContentPartPr/>
                <p14:nvPr/>
              </p14:nvContentPartPr>
              <p14:xfrm>
                <a:off x="214477" y="1980462"/>
                <a:ext cx="2253240" cy="70740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4B223046-D823-2770-E13C-F724B6818B74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205477" y="1971462"/>
                  <a:ext cx="2270880" cy="72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800883E9-5B70-092A-DFF2-E81D74557F95}"/>
                    </a:ext>
                  </a:extLst>
                </p14:cNvPr>
                <p14:cNvContentPartPr/>
                <p14:nvPr/>
              </p14:nvContentPartPr>
              <p14:xfrm>
                <a:off x="2434957" y="2048502"/>
                <a:ext cx="14040" cy="62676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800883E9-5B70-092A-DFF2-E81D74557F95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2426317" y="2039862"/>
                  <a:ext cx="31680" cy="64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B374467F-2D36-8E62-4563-B2E71362B3FD}"/>
                    </a:ext>
                  </a:extLst>
                </p14:cNvPr>
                <p14:cNvContentPartPr/>
                <p14:nvPr/>
              </p14:nvContentPartPr>
              <p14:xfrm>
                <a:off x="7070677" y="1364142"/>
                <a:ext cx="1545120" cy="10576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B374467F-2D36-8E62-4563-B2E71362B3FD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7062037" y="1355142"/>
                  <a:ext cx="1562760" cy="10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49F7F08-A31D-7787-161A-891B8E93504E}"/>
                    </a:ext>
                  </a:extLst>
                </p14:cNvPr>
                <p14:cNvContentPartPr/>
                <p14:nvPr/>
              </p14:nvContentPartPr>
              <p14:xfrm>
                <a:off x="7199917" y="1370622"/>
                <a:ext cx="1470240" cy="9453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49F7F08-A31D-7787-161A-891B8E93504E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7190917" y="1361622"/>
                  <a:ext cx="1487880" cy="9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012C68A8-B07D-9D0F-5DD1-E677C8ABEA77}"/>
                    </a:ext>
                  </a:extLst>
                </p14:cNvPr>
                <p14:cNvContentPartPr/>
                <p14:nvPr/>
              </p14:nvContentPartPr>
              <p14:xfrm>
                <a:off x="7409077" y="1618662"/>
                <a:ext cx="187920" cy="2059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012C68A8-B07D-9D0F-5DD1-E677C8ABEA77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7400077" y="1610022"/>
                  <a:ext cx="20556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89EEEB8-8711-BE7B-2626-5314DF1E4CEA}"/>
                    </a:ext>
                  </a:extLst>
                </p14:cNvPr>
                <p14:cNvContentPartPr/>
                <p14:nvPr/>
              </p14:nvContentPartPr>
              <p14:xfrm>
                <a:off x="7640917" y="1641702"/>
                <a:ext cx="26280" cy="1681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89EEEB8-8711-BE7B-2626-5314DF1E4CEA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7632277" y="1632702"/>
                  <a:ext cx="4392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97796923-E217-ECD3-C976-F1940DD7A91D}"/>
                    </a:ext>
                  </a:extLst>
                </p14:cNvPr>
                <p14:cNvContentPartPr/>
                <p14:nvPr/>
              </p14:nvContentPartPr>
              <p14:xfrm>
                <a:off x="7700677" y="1686702"/>
                <a:ext cx="95400" cy="1627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97796923-E217-ECD3-C976-F1940DD7A91D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7691677" y="1678062"/>
                  <a:ext cx="11304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627557E-49A0-B3F9-C30E-065660CA83DB}"/>
                    </a:ext>
                  </a:extLst>
                </p14:cNvPr>
                <p14:cNvContentPartPr/>
                <p14:nvPr/>
              </p14:nvContentPartPr>
              <p14:xfrm>
                <a:off x="7892197" y="1662222"/>
                <a:ext cx="23760" cy="1670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627557E-49A0-B3F9-C30E-065660CA83DB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7883197" y="1653222"/>
                  <a:ext cx="4140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ADC5B298-75E3-2AC4-9124-BC1BE15D1B5D}"/>
                    </a:ext>
                  </a:extLst>
                </p14:cNvPr>
                <p14:cNvContentPartPr/>
                <p14:nvPr/>
              </p14:nvContentPartPr>
              <p14:xfrm>
                <a:off x="7872397" y="1661142"/>
                <a:ext cx="137520" cy="1504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ADC5B298-75E3-2AC4-9124-BC1BE15D1B5D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7863757" y="1652502"/>
                  <a:ext cx="15516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988667AC-FB2F-1374-036E-141EBF5E0D38}"/>
                    </a:ext>
                  </a:extLst>
                </p14:cNvPr>
                <p14:cNvContentPartPr/>
                <p14:nvPr/>
              </p14:nvContentPartPr>
              <p14:xfrm>
                <a:off x="8063197" y="1649982"/>
                <a:ext cx="111960" cy="1602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988667AC-FB2F-1374-036E-141EBF5E0D38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8054557" y="1640982"/>
                  <a:ext cx="12960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DA5796C-C9B0-1605-5625-666620DDEF74}"/>
                    </a:ext>
                  </a:extLst>
                </p14:cNvPr>
                <p14:cNvContentPartPr/>
                <p14:nvPr/>
              </p14:nvContentPartPr>
              <p14:xfrm>
                <a:off x="8107117" y="1730622"/>
                <a:ext cx="56520" cy="104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DA5796C-C9B0-1605-5625-666620DDEF74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8098477" y="1721982"/>
                  <a:ext cx="7416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CCBFAB26-31B2-D71A-CB71-8CED5871DC45}"/>
                    </a:ext>
                  </a:extLst>
                </p14:cNvPr>
                <p14:cNvContentPartPr/>
                <p14:nvPr/>
              </p14:nvContentPartPr>
              <p14:xfrm>
                <a:off x="8214757" y="1638102"/>
                <a:ext cx="34560" cy="1447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CCBFAB26-31B2-D71A-CB71-8CED5871DC45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8205757" y="1629462"/>
                  <a:ext cx="5220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B4E225D-3394-4FEA-14D1-48C292043C81}"/>
                    </a:ext>
                  </a:extLst>
                </p14:cNvPr>
                <p14:cNvContentPartPr/>
                <p14:nvPr/>
              </p14:nvContentPartPr>
              <p14:xfrm>
                <a:off x="8229157" y="1651782"/>
                <a:ext cx="123840" cy="1299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B4E225D-3394-4FEA-14D1-48C292043C81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8220517" y="1643142"/>
                  <a:ext cx="14148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B36A92B1-234C-6646-D914-8FE1623E9DF6}"/>
                    </a:ext>
                  </a:extLst>
                </p14:cNvPr>
                <p14:cNvContentPartPr/>
                <p14:nvPr/>
              </p14:nvContentPartPr>
              <p14:xfrm>
                <a:off x="8411317" y="1627662"/>
                <a:ext cx="100800" cy="1641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B36A92B1-234C-6646-D914-8FE1623E9DF6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8402317" y="1618662"/>
                  <a:ext cx="11844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1BE09412-A9C1-465E-ECD1-2950E8A731E5}"/>
                    </a:ext>
                  </a:extLst>
                </p14:cNvPr>
                <p14:cNvContentPartPr/>
                <p14:nvPr/>
              </p14:nvContentPartPr>
              <p14:xfrm>
                <a:off x="8433637" y="1716222"/>
                <a:ext cx="48240" cy="54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1BE09412-A9C1-465E-ECD1-2950E8A731E5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8424997" y="1707222"/>
                  <a:ext cx="6588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30B96B9E-A384-867D-1BED-B5953CFA05D5}"/>
                    </a:ext>
                  </a:extLst>
                </p14:cNvPr>
                <p14:cNvContentPartPr/>
                <p14:nvPr/>
              </p14:nvContentPartPr>
              <p14:xfrm>
                <a:off x="7276237" y="2002782"/>
                <a:ext cx="38880" cy="1980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30B96B9E-A384-867D-1BED-B5953CFA05D5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7267597" y="1994142"/>
                  <a:ext cx="5652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CC2E405-7540-2CAD-16AD-2FDAEF6EC1B7}"/>
                    </a:ext>
                  </a:extLst>
                </p14:cNvPr>
                <p14:cNvContentPartPr/>
                <p14:nvPr/>
              </p14:nvContentPartPr>
              <p14:xfrm>
                <a:off x="7388197" y="1959222"/>
                <a:ext cx="82800" cy="2109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CC2E405-7540-2CAD-16AD-2FDAEF6EC1B7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7379557" y="1950582"/>
                  <a:ext cx="10044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8EE15870-6653-004F-5D95-0601160215DC}"/>
                    </a:ext>
                  </a:extLst>
                </p14:cNvPr>
                <p14:cNvContentPartPr/>
                <p14:nvPr/>
              </p14:nvContentPartPr>
              <p14:xfrm>
                <a:off x="7414837" y="2087742"/>
                <a:ext cx="36360" cy="104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8EE15870-6653-004F-5D95-0601160215DC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7405837" y="2079102"/>
                  <a:ext cx="5400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81459241-B07B-D13E-3DF8-F9684DA0D02A}"/>
                    </a:ext>
                  </a:extLst>
                </p14:cNvPr>
                <p14:cNvContentPartPr/>
                <p14:nvPr/>
              </p14:nvContentPartPr>
              <p14:xfrm>
                <a:off x="7518517" y="2048142"/>
                <a:ext cx="99360" cy="1486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81459241-B07B-D13E-3DF8-F9684DA0D02A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7509517" y="2039142"/>
                  <a:ext cx="11700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52CEBC5-696A-D31C-43AD-3804C02D1597}"/>
                    </a:ext>
                  </a:extLst>
                </p14:cNvPr>
                <p14:cNvContentPartPr/>
                <p14:nvPr/>
              </p14:nvContentPartPr>
              <p14:xfrm>
                <a:off x="7662517" y="2054262"/>
                <a:ext cx="74520" cy="1468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52CEBC5-696A-D31C-43AD-3804C02D1597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7653877" y="2045622"/>
                  <a:ext cx="9216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3C759CDB-8C99-B2E3-8765-67DECAD9CE31}"/>
                    </a:ext>
                  </a:extLst>
                </p14:cNvPr>
                <p14:cNvContentPartPr/>
                <p14:nvPr/>
              </p14:nvContentPartPr>
              <p14:xfrm>
                <a:off x="7793917" y="2078742"/>
                <a:ext cx="82800" cy="1026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3C759CDB-8C99-B2E3-8765-67DECAD9CE31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7785277" y="2069742"/>
                  <a:ext cx="10044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3E3D54A6-81AB-10F4-2FAB-0CAF443EE5A7}"/>
                    </a:ext>
                  </a:extLst>
                </p14:cNvPr>
                <p14:cNvContentPartPr/>
                <p14:nvPr/>
              </p14:nvContentPartPr>
              <p14:xfrm>
                <a:off x="7945117" y="1991262"/>
                <a:ext cx="19800" cy="1890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3E3D54A6-81AB-10F4-2FAB-0CAF443EE5A7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7936117" y="1982262"/>
                  <a:ext cx="3744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C7BEFA9-3310-9ED4-7184-7228F1BF7F01}"/>
                    </a:ext>
                  </a:extLst>
                </p14:cNvPr>
                <p14:cNvContentPartPr/>
                <p14:nvPr/>
              </p14:nvContentPartPr>
              <p14:xfrm>
                <a:off x="7950157" y="2087742"/>
                <a:ext cx="65160" cy="97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C7BEFA9-3310-9ED4-7184-7228F1BF7F01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7941157" y="2079102"/>
                  <a:ext cx="8280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0F1E57EF-2628-DFBB-9F8E-7DC0094AA88C}"/>
                    </a:ext>
                  </a:extLst>
                </p14:cNvPr>
                <p14:cNvContentPartPr/>
                <p14:nvPr/>
              </p14:nvContentPartPr>
              <p14:xfrm>
                <a:off x="8090197" y="2043462"/>
                <a:ext cx="119880" cy="1234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0F1E57EF-2628-DFBB-9F8E-7DC0094AA88C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8081557" y="2034822"/>
                  <a:ext cx="13752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59014007-3379-609C-C99A-B6E6F5821054}"/>
                    </a:ext>
                  </a:extLst>
                </p14:cNvPr>
                <p14:cNvContentPartPr/>
                <p14:nvPr/>
              </p14:nvContentPartPr>
              <p14:xfrm>
                <a:off x="8246797" y="1977582"/>
                <a:ext cx="63000" cy="2271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59014007-3379-609C-C99A-B6E6F5821054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8237797" y="1968582"/>
                  <a:ext cx="8064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30C1A4FF-20A5-3DC6-3A7E-D3E1E49CD816}"/>
                    </a:ext>
                  </a:extLst>
                </p14:cNvPr>
                <p14:cNvContentPartPr/>
                <p14:nvPr/>
              </p14:nvContentPartPr>
              <p14:xfrm>
                <a:off x="7858357" y="2400582"/>
                <a:ext cx="14400" cy="1893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30C1A4FF-20A5-3DC6-3A7E-D3E1E49CD816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7849717" y="2391942"/>
                  <a:ext cx="3204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E3F312D-E229-A7BD-D760-1DDC61728DBD}"/>
                    </a:ext>
                  </a:extLst>
                </p14:cNvPr>
                <p14:cNvContentPartPr/>
                <p14:nvPr/>
              </p14:nvContentPartPr>
              <p14:xfrm>
                <a:off x="7803637" y="2580942"/>
                <a:ext cx="156960" cy="979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E3F312D-E229-A7BD-D760-1DDC61728DBD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7794637" y="2571942"/>
                  <a:ext cx="17460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D42A463A-6438-19A1-2750-7496323EC819}"/>
                    </a:ext>
                  </a:extLst>
                </p14:cNvPr>
                <p14:cNvContentPartPr/>
                <p14:nvPr/>
              </p14:nvContentPartPr>
              <p14:xfrm>
                <a:off x="7631917" y="2611182"/>
                <a:ext cx="188280" cy="111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D42A463A-6438-19A1-2750-7496323EC819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7622917" y="2602182"/>
                  <a:ext cx="20592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F8782E3-B3D1-EDCE-17AC-79A29BF0276C}"/>
                    </a:ext>
                  </a:extLst>
                </p14:cNvPr>
                <p14:cNvContentPartPr/>
                <p14:nvPr/>
              </p14:nvContentPartPr>
              <p14:xfrm>
                <a:off x="8038717" y="2606142"/>
                <a:ext cx="129240" cy="198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F8782E3-B3D1-EDCE-17AC-79A29BF0276C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8030077" y="2597502"/>
                  <a:ext cx="14688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8751E671-6BF3-4F25-C6FC-1DD7D8F7D3F2}"/>
                    </a:ext>
                  </a:extLst>
                </p14:cNvPr>
                <p14:cNvContentPartPr/>
                <p14:nvPr/>
              </p14:nvContentPartPr>
              <p14:xfrm>
                <a:off x="7393237" y="1143102"/>
                <a:ext cx="45000" cy="9324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8751E671-6BF3-4F25-C6FC-1DD7D8F7D3F2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7384597" y="1134462"/>
                  <a:ext cx="6264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3BF6DD4F-AF7F-5ECF-B10A-013B4BF942A0}"/>
                    </a:ext>
                  </a:extLst>
                </p14:cNvPr>
                <p14:cNvContentPartPr/>
                <p14:nvPr/>
              </p14:nvContentPartPr>
              <p14:xfrm>
                <a:off x="7277677" y="1080462"/>
                <a:ext cx="273240" cy="20988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3BF6DD4F-AF7F-5ECF-B10A-013B4BF942A0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7268677" y="1071822"/>
                  <a:ext cx="29088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A1E66C42-E96F-D48D-15E6-B9FCD2D6047F}"/>
                    </a:ext>
                  </a:extLst>
                </p14:cNvPr>
                <p14:cNvContentPartPr/>
                <p14:nvPr/>
              </p14:nvContentPartPr>
              <p14:xfrm>
                <a:off x="6297397" y="1544502"/>
                <a:ext cx="133920" cy="9900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A1E66C42-E96F-D48D-15E6-B9FCD2D6047F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6288757" y="1535862"/>
                  <a:ext cx="15156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E33397F3-60E0-DEC1-9E56-77BD50DB232F}"/>
                    </a:ext>
                  </a:extLst>
                </p14:cNvPr>
                <p14:cNvContentPartPr/>
                <p14:nvPr/>
              </p14:nvContentPartPr>
              <p14:xfrm>
                <a:off x="6266077" y="1458822"/>
                <a:ext cx="241560" cy="20844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E33397F3-60E0-DEC1-9E56-77BD50DB232F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6257077" y="1449822"/>
                  <a:ext cx="25920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0FEACFC5-56DC-B696-8290-0D91BB6AFA75}"/>
                    </a:ext>
                  </a:extLst>
                </p14:cNvPr>
                <p14:cNvContentPartPr/>
                <p14:nvPr/>
              </p14:nvContentPartPr>
              <p14:xfrm>
                <a:off x="4614757" y="1221582"/>
                <a:ext cx="112320" cy="10800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0FEACFC5-56DC-B696-8290-0D91BB6AFA75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4606117" y="1212582"/>
                  <a:ext cx="12996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DDCBB64C-266C-4EA0-FEB5-5C44945B1DC6}"/>
                    </a:ext>
                  </a:extLst>
                </p14:cNvPr>
                <p14:cNvContentPartPr/>
                <p14:nvPr/>
              </p14:nvContentPartPr>
              <p14:xfrm>
                <a:off x="4562917" y="1175862"/>
                <a:ext cx="272520" cy="22608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DDCBB64C-266C-4EA0-FEB5-5C44945B1DC6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4553917" y="1166862"/>
                  <a:ext cx="29016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224ADF10-DB01-85CF-D476-D0DEF329B423}"/>
                    </a:ext>
                  </a:extLst>
                </p14:cNvPr>
                <p14:cNvContentPartPr/>
                <p14:nvPr/>
              </p14:nvContentPartPr>
              <p14:xfrm>
                <a:off x="4434757" y="2050302"/>
                <a:ext cx="61920" cy="12888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224ADF10-DB01-85CF-D476-D0DEF329B423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4426117" y="2041302"/>
                  <a:ext cx="7956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A34CC3C6-727C-8D03-9602-92F098B65BF2}"/>
                    </a:ext>
                  </a:extLst>
                </p14:cNvPr>
                <p14:cNvContentPartPr/>
                <p14:nvPr/>
              </p14:nvContentPartPr>
              <p14:xfrm>
                <a:off x="4380397" y="1999902"/>
                <a:ext cx="221760" cy="20988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A34CC3C6-727C-8D03-9602-92F098B65BF2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4371757" y="1991262"/>
                  <a:ext cx="23940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BBCE1867-DE13-9F9E-AC9C-85880C97605E}"/>
                    </a:ext>
                  </a:extLst>
                </p14:cNvPr>
                <p14:cNvContentPartPr/>
                <p14:nvPr/>
              </p14:nvContentPartPr>
              <p14:xfrm>
                <a:off x="4161517" y="948702"/>
                <a:ext cx="94320" cy="12276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BBCE1867-DE13-9F9E-AC9C-85880C97605E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4152517" y="939702"/>
                  <a:ext cx="11196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F6A8E167-EEF4-C553-3A73-F20FC14AB4A7}"/>
                    </a:ext>
                  </a:extLst>
                </p14:cNvPr>
                <p14:cNvContentPartPr/>
                <p14:nvPr/>
              </p14:nvContentPartPr>
              <p14:xfrm>
                <a:off x="4175557" y="961302"/>
                <a:ext cx="91800" cy="1692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F6A8E167-EEF4-C553-3A73-F20FC14AB4A7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4166917" y="952302"/>
                  <a:ext cx="10944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C80E0538-7D93-04C6-3A3C-AB1EEE4D0BCA}"/>
                    </a:ext>
                  </a:extLst>
                </p14:cNvPr>
                <p14:cNvContentPartPr/>
                <p14:nvPr/>
              </p14:nvContentPartPr>
              <p14:xfrm>
                <a:off x="4102837" y="896502"/>
                <a:ext cx="245880" cy="23328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C80E0538-7D93-04C6-3A3C-AB1EEE4D0BCA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4093837" y="887862"/>
                  <a:ext cx="26352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A06A35D8-AD55-0D40-D684-7FEF98A478A1}"/>
                    </a:ext>
                  </a:extLst>
                </p14:cNvPr>
                <p14:cNvContentPartPr/>
                <p14:nvPr/>
              </p14:nvContentPartPr>
              <p14:xfrm>
                <a:off x="2034277" y="1327062"/>
                <a:ext cx="82440" cy="14652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A06A35D8-AD55-0D40-D684-7FEF98A478A1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2025277" y="1318062"/>
                  <a:ext cx="10008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DADC3178-DA69-A0C4-BA12-7E48910214EA}"/>
                    </a:ext>
                  </a:extLst>
                </p14:cNvPr>
                <p14:cNvContentPartPr/>
                <p14:nvPr/>
              </p14:nvContentPartPr>
              <p14:xfrm>
                <a:off x="1956157" y="1271262"/>
                <a:ext cx="282600" cy="28836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DADC3178-DA69-A0C4-BA12-7E48910214EA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1947517" y="1262262"/>
                  <a:ext cx="30024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9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E0D53A99-9B20-BF99-320D-D35AF38CCACD}"/>
                    </a:ext>
                  </a:extLst>
                </p14:cNvPr>
                <p14:cNvContentPartPr/>
                <p14:nvPr/>
              </p14:nvContentPartPr>
              <p14:xfrm>
                <a:off x="2107267" y="2146062"/>
                <a:ext cx="61200" cy="12384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E0D53A99-9B20-BF99-320D-D35AF38CCACD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2098627" y="2137062"/>
                  <a:ext cx="7884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1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E613853E-5FF4-56E0-2C51-D6CD5B358AA6}"/>
                    </a:ext>
                  </a:extLst>
                </p14:cNvPr>
                <p14:cNvContentPartPr/>
                <p14:nvPr/>
              </p14:nvContentPartPr>
              <p14:xfrm>
                <a:off x="2098267" y="2198262"/>
                <a:ext cx="48960" cy="1044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E613853E-5FF4-56E0-2C51-D6CD5B358AA6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2089627" y="2189622"/>
                  <a:ext cx="6660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82AE3330-D1C7-AB9B-DF02-568056960FE8}"/>
                    </a:ext>
                  </a:extLst>
                </p14:cNvPr>
                <p14:cNvContentPartPr/>
                <p14:nvPr/>
              </p14:nvContentPartPr>
              <p14:xfrm>
                <a:off x="2174587" y="2196822"/>
                <a:ext cx="74880" cy="6696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82AE3330-D1C7-AB9B-DF02-568056960FE8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2165587" y="2187822"/>
                  <a:ext cx="9252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753E8816-B461-9715-AA3C-471A0F6A8F4D}"/>
                    </a:ext>
                  </a:extLst>
                </p14:cNvPr>
                <p14:cNvContentPartPr/>
                <p14:nvPr/>
              </p14:nvContentPartPr>
              <p14:xfrm>
                <a:off x="2263507" y="2190702"/>
                <a:ext cx="110520" cy="6948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753E8816-B461-9715-AA3C-471A0F6A8F4D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2254867" y="2181702"/>
                  <a:ext cx="12816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4A16F1E9-88A9-8070-12FB-14696E9D2545}"/>
                    </a:ext>
                  </a:extLst>
                </p14:cNvPr>
                <p14:cNvContentPartPr/>
                <p14:nvPr/>
              </p14:nvContentPartPr>
              <p14:xfrm>
                <a:off x="2190427" y="2322462"/>
                <a:ext cx="294120" cy="11376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4A16F1E9-88A9-8070-12FB-14696E9D2545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2181787" y="2313462"/>
                  <a:ext cx="31176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9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D4D4C537-851D-2A86-CD88-F4B3F72DC7CB}"/>
                    </a:ext>
                  </a:extLst>
                </p14:cNvPr>
                <p14:cNvContentPartPr/>
                <p14:nvPr/>
              </p14:nvContentPartPr>
              <p14:xfrm>
                <a:off x="2169907" y="2423262"/>
                <a:ext cx="320400" cy="12024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D4D4C537-851D-2A86-CD88-F4B3F72DC7CB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2161267" y="2414262"/>
                  <a:ext cx="33804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1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73686A18-C853-C55F-85D5-86C7D31E92FB}"/>
                    </a:ext>
                  </a:extLst>
                </p14:cNvPr>
                <p14:cNvContentPartPr/>
                <p14:nvPr/>
              </p14:nvContentPartPr>
              <p14:xfrm>
                <a:off x="2535667" y="2327142"/>
                <a:ext cx="75240" cy="1044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73686A18-C853-C55F-85D5-86C7D31E92FB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2526667" y="2318142"/>
                  <a:ext cx="9288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3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31074A46-C866-FF00-A38F-FABE7E306DE0}"/>
                    </a:ext>
                  </a:extLst>
                </p14:cNvPr>
                <p14:cNvContentPartPr/>
                <p14:nvPr/>
              </p14:nvContentPartPr>
              <p14:xfrm>
                <a:off x="2547187" y="2337222"/>
                <a:ext cx="5400" cy="9828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31074A46-C866-FF00-A38F-FABE7E306DE0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2538547" y="2328222"/>
                  <a:ext cx="2304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0C94F4DF-5325-CDC2-5E5C-74C605E77226}"/>
                    </a:ext>
                  </a:extLst>
                </p14:cNvPr>
                <p14:cNvContentPartPr/>
                <p14:nvPr/>
              </p14:nvContentPartPr>
              <p14:xfrm>
                <a:off x="2609827" y="2365302"/>
                <a:ext cx="43560" cy="6804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0C94F4DF-5325-CDC2-5E5C-74C605E77226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2601187" y="2356662"/>
                  <a:ext cx="6120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69856D4E-8DAC-2BB1-73A1-6D64DD198FE8}"/>
                    </a:ext>
                  </a:extLst>
                </p14:cNvPr>
                <p14:cNvContentPartPr/>
                <p14:nvPr/>
              </p14:nvContentPartPr>
              <p14:xfrm>
                <a:off x="2690827" y="2358822"/>
                <a:ext cx="38880" cy="6696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69856D4E-8DAC-2BB1-73A1-6D64DD198FE8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2682187" y="2349822"/>
                  <a:ext cx="5652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9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7A2A034C-F78C-55C2-5C0E-FF344DC7D042}"/>
                    </a:ext>
                  </a:extLst>
                </p14:cNvPr>
                <p14:cNvContentPartPr/>
                <p14:nvPr/>
              </p14:nvContentPartPr>
              <p14:xfrm>
                <a:off x="2766427" y="2308422"/>
                <a:ext cx="59400" cy="10332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7A2A034C-F78C-55C2-5C0E-FF344DC7D042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2757427" y="2299422"/>
                  <a:ext cx="7704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1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A70A0FD3-3269-A469-E096-5094CC97FE04}"/>
                    </a:ext>
                  </a:extLst>
                </p14:cNvPr>
                <p14:cNvContentPartPr/>
                <p14:nvPr/>
              </p14:nvContentPartPr>
              <p14:xfrm>
                <a:off x="2879827" y="2314542"/>
                <a:ext cx="79560" cy="8640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A70A0FD3-3269-A469-E096-5094CC97FE04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2871187" y="2305902"/>
                  <a:ext cx="9720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1BBAEEC2-0DB7-C854-5484-31FC3F073170}"/>
                    </a:ext>
                  </a:extLst>
                </p14:cNvPr>
                <p14:cNvContentPartPr/>
                <p14:nvPr/>
              </p14:nvContentPartPr>
              <p14:xfrm>
                <a:off x="3021667" y="2310582"/>
                <a:ext cx="15120" cy="7524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1BBAEEC2-0DB7-C854-5484-31FC3F073170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3012667" y="2301582"/>
                  <a:ext cx="3276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2410AED6-1319-1FBE-3D2C-74B5F2180AFD}"/>
                    </a:ext>
                  </a:extLst>
                </p14:cNvPr>
                <p14:cNvContentPartPr/>
                <p14:nvPr/>
              </p14:nvContentPartPr>
              <p14:xfrm>
                <a:off x="2524507" y="2513262"/>
                <a:ext cx="82080" cy="8424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2410AED6-1319-1FBE-3D2C-74B5F2180AFD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2515867" y="2504262"/>
                  <a:ext cx="9972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7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395B8B17-C7E8-B901-0070-8B92B2D02179}"/>
                    </a:ext>
                  </a:extLst>
                </p14:cNvPr>
                <p14:cNvContentPartPr/>
                <p14:nvPr/>
              </p14:nvContentPartPr>
              <p14:xfrm>
                <a:off x="2635387" y="2513262"/>
                <a:ext cx="5400" cy="5760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395B8B17-C7E8-B901-0070-8B92B2D02179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2626747" y="2504262"/>
                  <a:ext cx="2304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E2C0DF22-364E-E72F-9ADC-F07BFC4A1B89}"/>
                    </a:ext>
                  </a:extLst>
                </p14:cNvPr>
                <p14:cNvContentPartPr/>
                <p14:nvPr/>
              </p14:nvContentPartPr>
              <p14:xfrm>
                <a:off x="2620627" y="2524062"/>
                <a:ext cx="120960" cy="6804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E2C0DF22-364E-E72F-9ADC-F07BFC4A1B89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2611987" y="2515422"/>
                  <a:ext cx="13860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1F908CEA-877F-BEAE-583C-4429CA48FE62}"/>
                    </a:ext>
                  </a:extLst>
                </p14:cNvPr>
                <p14:cNvContentPartPr/>
                <p14:nvPr/>
              </p14:nvContentPartPr>
              <p14:xfrm>
                <a:off x="2783347" y="2537022"/>
                <a:ext cx="63000" cy="5040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1F908CEA-877F-BEAE-583C-4429CA48FE62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2774707" y="2528022"/>
                  <a:ext cx="8064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1F1A0332-22C7-9F33-5B02-3342762AA271}"/>
                    </a:ext>
                  </a:extLst>
                </p14:cNvPr>
                <p14:cNvContentPartPr/>
                <p14:nvPr/>
              </p14:nvContentPartPr>
              <p14:xfrm>
                <a:off x="2870107" y="2499222"/>
                <a:ext cx="23400" cy="7956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1F1A0332-22C7-9F33-5B02-3342762AA271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2861467" y="2490582"/>
                  <a:ext cx="4104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554CDEE5-61EB-0E9D-AB5E-712EE5433EEE}"/>
                    </a:ext>
                  </a:extLst>
                </p14:cNvPr>
                <p14:cNvContentPartPr/>
                <p14:nvPr/>
              </p14:nvContentPartPr>
              <p14:xfrm>
                <a:off x="2854627" y="2528022"/>
                <a:ext cx="22320" cy="972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554CDEE5-61EB-0E9D-AB5E-712EE5433EEE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2845987" y="2519022"/>
                  <a:ext cx="3996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7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3ED785B6-96EE-A8A5-8173-F50D7F791A3E}"/>
                    </a:ext>
                  </a:extLst>
                </p14:cNvPr>
                <p14:cNvContentPartPr/>
                <p14:nvPr/>
              </p14:nvContentPartPr>
              <p14:xfrm>
                <a:off x="2928067" y="2498502"/>
                <a:ext cx="79560" cy="7920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3ED785B6-96EE-A8A5-8173-F50D7F791A3E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2919427" y="2489862"/>
                  <a:ext cx="9720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9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0B310A3E-4059-B61A-EF16-1829379E3D91}"/>
                    </a:ext>
                  </a:extLst>
                </p14:cNvPr>
                <p14:cNvContentPartPr/>
                <p14:nvPr/>
              </p14:nvContentPartPr>
              <p14:xfrm>
                <a:off x="3060907" y="2492742"/>
                <a:ext cx="26280" cy="9432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0B310A3E-4059-B61A-EF16-1829379E3D91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3052267" y="2483742"/>
                  <a:ext cx="4392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1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6350C94D-3F52-E55F-3825-82931DF5D36D}"/>
                    </a:ext>
                  </a:extLst>
                </p14:cNvPr>
                <p14:cNvContentPartPr/>
                <p14:nvPr/>
              </p14:nvContentPartPr>
              <p14:xfrm>
                <a:off x="3088987" y="2322102"/>
                <a:ext cx="131040" cy="14292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6350C94D-3F52-E55F-3825-82931DF5D36D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3079987" y="2313102"/>
                  <a:ext cx="14868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33697665-F9D8-45AD-C40F-562C4EDB3906}"/>
                    </a:ext>
                  </a:extLst>
                </p14:cNvPr>
                <p14:cNvContentPartPr/>
                <p14:nvPr/>
              </p14:nvContentPartPr>
              <p14:xfrm>
                <a:off x="3173227" y="2437302"/>
                <a:ext cx="94320" cy="2772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33697665-F9D8-45AD-C40F-562C4EDB3906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3164587" y="2428302"/>
                  <a:ext cx="11196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5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E35B0A07-6775-A709-1619-7FF5D711D274}"/>
                    </a:ext>
                  </a:extLst>
                </p14:cNvPr>
                <p14:cNvContentPartPr/>
                <p14:nvPr/>
              </p14:nvContentPartPr>
              <p14:xfrm>
                <a:off x="3158467" y="2542062"/>
                <a:ext cx="68040" cy="11376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E35B0A07-6775-A709-1619-7FF5D711D274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3149827" y="2533062"/>
                  <a:ext cx="8568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7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586D1C08-61E0-A022-B429-A7B80453D8CB}"/>
                    </a:ext>
                  </a:extLst>
                </p14:cNvPr>
                <p14:cNvContentPartPr/>
                <p14:nvPr/>
              </p14:nvContentPartPr>
              <p14:xfrm>
                <a:off x="3178267" y="2664822"/>
                <a:ext cx="53640" cy="792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586D1C08-61E0-A022-B429-A7B80453D8CB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3169267" y="2655822"/>
                  <a:ext cx="7128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9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8899ABFB-F993-CD0F-4C4B-0DB9768533A7}"/>
                    </a:ext>
                  </a:extLst>
                </p14:cNvPr>
                <p14:cNvContentPartPr/>
                <p14:nvPr/>
              </p14:nvContentPartPr>
              <p14:xfrm>
                <a:off x="3246667" y="2646462"/>
                <a:ext cx="15120" cy="1476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8899ABFB-F993-CD0F-4C4B-0DB9768533A7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3237667" y="2637822"/>
                  <a:ext cx="3276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1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1F8ADC6D-6F2D-3B56-C76F-43D90A0EF1A9}"/>
                    </a:ext>
                  </a:extLst>
                </p14:cNvPr>
                <p14:cNvContentPartPr/>
                <p14:nvPr/>
              </p14:nvContentPartPr>
              <p14:xfrm>
                <a:off x="2801707" y="2639622"/>
                <a:ext cx="127440" cy="7992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1F8ADC6D-6F2D-3B56-C76F-43D90A0EF1A9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2793067" y="2630622"/>
                  <a:ext cx="145080" cy="9756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224" name="TextBox 223">
            <a:extLst>
              <a:ext uri="{FF2B5EF4-FFF2-40B4-BE49-F238E27FC236}">
                <a16:creationId xmlns:a16="http://schemas.microsoft.com/office/drawing/2014/main" id="{A9412B9A-8BF1-0568-80F6-39F9D979787D}"/>
              </a:ext>
            </a:extLst>
          </p:cNvPr>
          <p:cNvSpPr txBox="1"/>
          <p:nvPr/>
        </p:nvSpPr>
        <p:spPr>
          <a:xfrm>
            <a:off x="172367" y="3333750"/>
            <a:ext cx="461111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MTA project ID: </a:t>
            </a:r>
            <a:r>
              <a:rPr lang="en-IN" dirty="0" err="1"/>
              <a:t>fixedwriteofftaskui</a:t>
            </a:r>
            <a:endParaRPr lang="en-IN" dirty="0"/>
          </a:p>
          <a:p>
            <a:r>
              <a:rPr lang="en-IN" dirty="0"/>
              <a:t>namespace: </a:t>
            </a:r>
            <a:r>
              <a:rPr lang="en-IN" dirty="0" err="1"/>
              <a:t>com.sap.fixedassettransfers.taskui</a:t>
            </a:r>
            <a:endParaRPr lang="en-IN" dirty="0"/>
          </a:p>
          <a:p>
            <a:r>
              <a:rPr lang="en-IN" dirty="0"/>
              <a:t>Module Name: </a:t>
            </a:r>
            <a:r>
              <a:rPr lang="en-IN" dirty="0" err="1"/>
              <a:t>FixedAssetTransfersTaskUIModule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955001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775832-5450-2FBD-E868-AA01A76BED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7813A1-E06E-17B7-E579-B0DC3AD02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1358E4-C7B7-F35F-6B34-54566FE10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2400" y="4781550"/>
            <a:ext cx="457200" cy="273844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5885C88-3704-C2B6-2CAE-44363EAAF6E3}"/>
              </a:ext>
            </a:extLst>
          </p:cNvPr>
          <p:cNvSpPr/>
          <p:nvPr/>
        </p:nvSpPr>
        <p:spPr>
          <a:xfrm>
            <a:off x="2590800" y="590550"/>
            <a:ext cx="6400800" cy="3962400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Fixed asset transfer approval (main)</a:t>
            </a:r>
          </a:p>
          <a:p>
            <a:pPr algn="ctr"/>
            <a:r>
              <a:rPr lang="en-IN" sz="1050" b="1" i="0" dirty="0">
                <a:solidFill>
                  <a:srgbClr val="1D2D3E"/>
                </a:solidFill>
                <a:effectLst/>
                <a:latin typeface="Amasis MT Pro Black" panose="02040A04050005020304" pitchFamily="18" charset="0"/>
              </a:rPr>
              <a:t>us10.3c2f8a17trial.fixedassettransferapproval.fixedAssetTransferApproval</a:t>
            </a:r>
            <a:endParaRPr lang="en-IN" sz="1050" b="1" dirty="0">
              <a:latin typeface="Amasis MT Pro Black" panose="02040A04050005020304" pitchFamily="18" charset="0"/>
            </a:endParaRPr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endParaRPr lang="en-IN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B9FEB89-320F-594E-7808-6DAF3D596399}"/>
              </a:ext>
            </a:extLst>
          </p:cNvPr>
          <p:cNvSpPr/>
          <p:nvPr/>
        </p:nvSpPr>
        <p:spPr>
          <a:xfrm>
            <a:off x="2971800" y="1352550"/>
            <a:ext cx="5638800" cy="1524000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Sender Cost Centre Owner Approval (sub process)</a:t>
            </a:r>
          </a:p>
          <a:p>
            <a:pPr algn="ctr"/>
            <a:r>
              <a:rPr lang="en-IN" sz="1100" b="1" i="0" dirty="0">
                <a:solidFill>
                  <a:srgbClr val="1D2D3E"/>
                </a:solidFill>
                <a:effectLst/>
                <a:latin typeface="72" panose="020B0503030000000003" pitchFamily="34" charset="0"/>
              </a:rPr>
              <a:t>us10.3c2f8a17trial.fixedassettransferapproval.senderCostCenterOwnerApproval</a:t>
            </a:r>
            <a:endParaRPr lang="en-IN" sz="1100" b="1" dirty="0"/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endParaRPr lang="en-IN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A136120-1028-8A7D-A8A6-F94FFC7B2D91}"/>
              </a:ext>
            </a:extLst>
          </p:cNvPr>
          <p:cNvSpPr/>
          <p:nvPr/>
        </p:nvSpPr>
        <p:spPr>
          <a:xfrm>
            <a:off x="2984432" y="3308576"/>
            <a:ext cx="5638800" cy="91440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Post Fixed Asset Transfer</a:t>
            </a:r>
          </a:p>
          <a:p>
            <a:pPr algn="ctr"/>
            <a:r>
              <a:rPr lang="en-IN" sz="1200" b="1" i="0" dirty="0">
                <a:solidFill>
                  <a:srgbClr val="1D2D3E"/>
                </a:solidFill>
                <a:effectLst/>
                <a:latin typeface="72" panose="020B0503030000000003" pitchFamily="34" charset="0"/>
              </a:rPr>
              <a:t>us10.3c2f8a17trial.fixedassettransferapproval.postFixedAssetTransfer</a:t>
            </a:r>
            <a:endParaRPr lang="en-IN" sz="1200" b="1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373075B-9953-E95D-1B7C-BF9024E37618}"/>
              </a:ext>
            </a:extLst>
          </p:cNvPr>
          <p:cNvSpPr/>
          <p:nvPr/>
        </p:nvSpPr>
        <p:spPr>
          <a:xfrm>
            <a:off x="3276600" y="1962150"/>
            <a:ext cx="4953000" cy="6858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Cost </a:t>
            </a:r>
            <a:r>
              <a:rPr lang="en-IN" dirty="0" err="1"/>
              <a:t>Center</a:t>
            </a:r>
            <a:r>
              <a:rPr lang="en-IN" dirty="0"/>
              <a:t> owner approval sub process</a:t>
            </a:r>
          </a:p>
          <a:p>
            <a:pPr algn="ctr"/>
            <a:r>
              <a:rPr lang="en-IN" sz="900" b="1" i="0" dirty="0">
                <a:solidFill>
                  <a:srgbClr val="1D2D3E"/>
                </a:solidFill>
                <a:effectLst/>
                <a:latin typeface="72" panose="020B0503030000000003" pitchFamily="34" charset="0"/>
              </a:rPr>
              <a:t>us10.3c2f8a17trial.fixedassettransferapproval.costCenterOwnerApprovalSubprocess</a:t>
            </a:r>
            <a:endParaRPr lang="en-IN" sz="900" b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4219DB2-A99F-3244-D00D-A3334C47655E}"/>
              </a:ext>
            </a:extLst>
          </p:cNvPr>
          <p:cNvSpPr/>
          <p:nvPr/>
        </p:nvSpPr>
        <p:spPr>
          <a:xfrm>
            <a:off x="76200" y="590550"/>
            <a:ext cx="1676400" cy="228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Start UI</a:t>
            </a:r>
          </a:p>
          <a:p>
            <a:pPr algn="ctr"/>
            <a:endParaRPr lang="en-IN" dirty="0"/>
          </a:p>
          <a:p>
            <a:pPr algn="ctr"/>
            <a:r>
              <a:rPr lang="en-IN" dirty="0"/>
              <a:t>Call to start process</a:t>
            </a:r>
          </a:p>
          <a:p>
            <a:pPr algn="ctr"/>
            <a:endParaRPr lang="en-IN" dirty="0"/>
          </a:p>
          <a:p>
            <a:pPr algn="ctr"/>
            <a:r>
              <a:rPr lang="en-IN" dirty="0"/>
              <a:t>main</a:t>
            </a:r>
          </a:p>
        </p:txBody>
      </p:sp>
    </p:spTree>
    <p:extLst>
      <p:ext uri="{BB962C8B-B14F-4D97-AF65-F5344CB8AC3E}">
        <p14:creationId xmlns:p14="http://schemas.microsoft.com/office/powerpoint/2010/main" val="37093965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5F517-A9BF-CFDB-9F8F-DE89710AC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D0F1AF3-B619-F119-BE40-B6E5C47AF0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A08B3C-22C6-3D00-21D6-924FEA884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2400" y="4781550"/>
            <a:ext cx="457200" cy="273844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1100892-0421-ADEF-F7A2-44DB19AC44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" y="133350"/>
            <a:ext cx="8229600" cy="533401"/>
          </a:xfrm>
        </p:spPr>
        <p:txBody>
          <a:bodyPr/>
          <a:lstStyle/>
          <a:p>
            <a:endParaRPr lang="en-IN" sz="2500" dirty="0">
              <a:latin typeface="Cooper Black" panose="0208090404030B0204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6985DB0-3D89-F1DD-A517-1EC1856A79AF}"/>
              </a:ext>
            </a:extLst>
          </p:cNvPr>
          <p:cNvSpPr txBox="1"/>
          <p:nvPr/>
        </p:nvSpPr>
        <p:spPr>
          <a:xfrm>
            <a:off x="152400" y="971549"/>
            <a:ext cx="8839200" cy="40695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spcBef>
                <a:spcPct val="20000"/>
              </a:spcBef>
              <a:buFont typeface="Arial" pitchFamily="34" charset="0"/>
            </a:pPr>
            <a:r>
              <a:rPr lang="en-US" sz="1400" b="0" i="0" dirty="0">
                <a:effectLst/>
              </a:rPr>
              <a:t>Step1 : Download all the UI templates given by SAP and analyze them.</a:t>
            </a:r>
          </a:p>
          <a:p>
            <a:pPr>
              <a:spcBef>
                <a:spcPct val="20000"/>
              </a:spcBef>
              <a:buFont typeface="Arial" pitchFamily="34" charset="0"/>
            </a:pPr>
            <a:r>
              <a:rPr lang="en-US" sz="1400" dirty="0"/>
              <a:t>Step2: Configure the task </a:t>
            </a:r>
            <a:r>
              <a:rPr lang="en-US" sz="1400" dirty="0" err="1"/>
              <a:t>ui</a:t>
            </a:r>
            <a:r>
              <a:rPr lang="en-US" sz="1400" dirty="0"/>
              <a:t> and deploy it, test from process</a:t>
            </a:r>
          </a:p>
          <a:p>
            <a:pPr>
              <a:spcBef>
                <a:spcPct val="20000"/>
              </a:spcBef>
              <a:buFont typeface="Arial" pitchFamily="34" charset="0"/>
            </a:pPr>
            <a:r>
              <a:rPr lang="en-US" sz="1400" dirty="0"/>
              <a:t>Step3: Configure and deploy the process</a:t>
            </a:r>
          </a:p>
          <a:p>
            <a:pPr>
              <a:spcBef>
                <a:spcPct val="20000"/>
              </a:spcBef>
              <a:buFont typeface="Arial" pitchFamily="34" charset="0"/>
            </a:pPr>
            <a:r>
              <a:rPr lang="en-US" sz="1400" dirty="0"/>
              <a:t>Step4: Configure START UI with the ID of deployed main process, deploy </a:t>
            </a:r>
            <a:r>
              <a:rPr lang="en-US" sz="1400"/>
              <a:t>the start UI</a:t>
            </a:r>
          </a:p>
          <a:p>
            <a:pPr>
              <a:spcBef>
                <a:spcPct val="20000"/>
              </a:spcBef>
              <a:buFont typeface="Arial" pitchFamily="34" charset="0"/>
            </a:pP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7023355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lowchart: Connector 4"/>
          <p:cNvSpPr/>
          <p:nvPr/>
        </p:nvSpPr>
        <p:spPr>
          <a:xfrm>
            <a:off x="4355976" y="21622"/>
            <a:ext cx="4168026" cy="4101362"/>
          </a:xfrm>
          <a:prstGeom prst="flowChartConnector">
            <a:avLst/>
          </a:prstGeom>
          <a:gradFill flip="none" rotWithShape="1">
            <a:gsLst>
              <a:gs pos="0">
                <a:srgbClr val="55E96E"/>
              </a:gs>
              <a:gs pos="46000">
                <a:srgbClr val="0AEC25"/>
              </a:gs>
              <a:gs pos="100000">
                <a:srgbClr val="00B050"/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pic>
        <p:nvPicPr>
          <p:cNvPr id="6" name="Picture Placeholder 11">
            <a:extLst>
              <a:ext uri="{FF2B5EF4-FFF2-40B4-BE49-F238E27FC236}">
                <a16:creationId xmlns:a16="http://schemas.microsoft.com/office/drawing/2014/main" id="{420F5850-2D59-4C25-ADFF-E9013C5A6A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49" y="10551"/>
            <a:ext cx="5088657" cy="4690760"/>
          </a:xfrm>
          <a:custGeom>
            <a:avLst/>
            <a:gdLst>
              <a:gd name="connsiteX0" fmla="*/ 0 w 7654699"/>
              <a:gd name="connsiteY0" fmla="*/ 0 h 5678805"/>
              <a:gd name="connsiteX1" fmla="*/ 7654699 w 7654699"/>
              <a:gd name="connsiteY1" fmla="*/ 0 h 5678805"/>
              <a:gd name="connsiteX2" fmla="*/ 7654699 w 7654699"/>
              <a:gd name="connsiteY2" fmla="*/ 0 h 5678805"/>
              <a:gd name="connsiteX3" fmla="*/ 7654699 w 7654699"/>
              <a:gd name="connsiteY3" fmla="*/ 4808982 h 5678805"/>
              <a:gd name="connsiteX4" fmla="*/ 6784876 w 7654699"/>
              <a:gd name="connsiteY4" fmla="*/ 5678805 h 5678805"/>
              <a:gd name="connsiteX5" fmla="*/ 869823 w 7654699"/>
              <a:gd name="connsiteY5" fmla="*/ 5678805 h 5678805"/>
              <a:gd name="connsiteX6" fmla="*/ 0 w 7654699"/>
              <a:gd name="connsiteY6" fmla="*/ 4808982 h 5678805"/>
              <a:gd name="connsiteX7" fmla="*/ 0 w 7654699"/>
              <a:gd name="connsiteY7" fmla="*/ 0 h 5678805"/>
              <a:gd name="connsiteX8" fmla="*/ 0 w 7654699"/>
              <a:gd name="connsiteY8" fmla="*/ 0 h 5678805"/>
              <a:gd name="connsiteX0" fmla="*/ 0 w 7654699"/>
              <a:gd name="connsiteY0" fmla="*/ 6717 h 5685522"/>
              <a:gd name="connsiteX1" fmla="*/ 901515 w 7654699"/>
              <a:gd name="connsiteY1" fmla="*/ 0 h 5685522"/>
              <a:gd name="connsiteX2" fmla="*/ 7654699 w 7654699"/>
              <a:gd name="connsiteY2" fmla="*/ 6717 h 5685522"/>
              <a:gd name="connsiteX3" fmla="*/ 7654699 w 7654699"/>
              <a:gd name="connsiteY3" fmla="*/ 6717 h 5685522"/>
              <a:gd name="connsiteX4" fmla="*/ 7654699 w 7654699"/>
              <a:gd name="connsiteY4" fmla="*/ 4815699 h 5685522"/>
              <a:gd name="connsiteX5" fmla="*/ 6784876 w 7654699"/>
              <a:gd name="connsiteY5" fmla="*/ 5685522 h 5685522"/>
              <a:gd name="connsiteX6" fmla="*/ 869823 w 7654699"/>
              <a:gd name="connsiteY6" fmla="*/ 5685522 h 5685522"/>
              <a:gd name="connsiteX7" fmla="*/ 0 w 7654699"/>
              <a:gd name="connsiteY7" fmla="*/ 4815699 h 5685522"/>
              <a:gd name="connsiteX8" fmla="*/ 0 w 7654699"/>
              <a:gd name="connsiteY8" fmla="*/ 6717 h 5685522"/>
              <a:gd name="connsiteX9" fmla="*/ 0 w 7654699"/>
              <a:gd name="connsiteY9" fmla="*/ 6717 h 5685522"/>
              <a:gd name="connsiteX0" fmla="*/ 0 w 7654699"/>
              <a:gd name="connsiteY0" fmla="*/ 6717 h 5685522"/>
              <a:gd name="connsiteX1" fmla="*/ 901515 w 7654699"/>
              <a:gd name="connsiteY1" fmla="*/ 0 h 5685522"/>
              <a:gd name="connsiteX2" fmla="*/ 7654699 w 7654699"/>
              <a:gd name="connsiteY2" fmla="*/ 6717 h 5685522"/>
              <a:gd name="connsiteX3" fmla="*/ 7654699 w 7654699"/>
              <a:gd name="connsiteY3" fmla="*/ 6717 h 5685522"/>
              <a:gd name="connsiteX4" fmla="*/ 7654699 w 7654699"/>
              <a:gd name="connsiteY4" fmla="*/ 4815699 h 5685522"/>
              <a:gd name="connsiteX5" fmla="*/ 6784876 w 7654699"/>
              <a:gd name="connsiteY5" fmla="*/ 5685522 h 5685522"/>
              <a:gd name="connsiteX6" fmla="*/ 869823 w 7654699"/>
              <a:gd name="connsiteY6" fmla="*/ 5685522 h 5685522"/>
              <a:gd name="connsiteX7" fmla="*/ 0 w 7654699"/>
              <a:gd name="connsiteY7" fmla="*/ 4815699 h 5685522"/>
              <a:gd name="connsiteX8" fmla="*/ 0 w 7654699"/>
              <a:gd name="connsiteY8" fmla="*/ 6717 h 5685522"/>
              <a:gd name="connsiteX0" fmla="*/ 0 w 7654699"/>
              <a:gd name="connsiteY0" fmla="*/ 4815699 h 5685522"/>
              <a:gd name="connsiteX1" fmla="*/ 901515 w 7654699"/>
              <a:gd name="connsiteY1" fmla="*/ 0 h 5685522"/>
              <a:gd name="connsiteX2" fmla="*/ 7654699 w 7654699"/>
              <a:gd name="connsiteY2" fmla="*/ 6717 h 5685522"/>
              <a:gd name="connsiteX3" fmla="*/ 7654699 w 7654699"/>
              <a:gd name="connsiteY3" fmla="*/ 6717 h 5685522"/>
              <a:gd name="connsiteX4" fmla="*/ 7654699 w 7654699"/>
              <a:gd name="connsiteY4" fmla="*/ 4815699 h 5685522"/>
              <a:gd name="connsiteX5" fmla="*/ 6784876 w 7654699"/>
              <a:gd name="connsiteY5" fmla="*/ 5685522 h 5685522"/>
              <a:gd name="connsiteX6" fmla="*/ 869823 w 7654699"/>
              <a:gd name="connsiteY6" fmla="*/ 5685522 h 5685522"/>
              <a:gd name="connsiteX7" fmla="*/ 0 w 7654699"/>
              <a:gd name="connsiteY7" fmla="*/ 4815699 h 5685522"/>
              <a:gd name="connsiteX0" fmla="*/ 776254 w 7561130"/>
              <a:gd name="connsiteY0" fmla="*/ 5685522 h 5685522"/>
              <a:gd name="connsiteX1" fmla="*/ 807946 w 7561130"/>
              <a:gd name="connsiteY1" fmla="*/ 0 h 5685522"/>
              <a:gd name="connsiteX2" fmla="*/ 7561130 w 7561130"/>
              <a:gd name="connsiteY2" fmla="*/ 6717 h 5685522"/>
              <a:gd name="connsiteX3" fmla="*/ 7561130 w 7561130"/>
              <a:gd name="connsiteY3" fmla="*/ 6717 h 5685522"/>
              <a:gd name="connsiteX4" fmla="*/ 7561130 w 7561130"/>
              <a:gd name="connsiteY4" fmla="*/ 4815699 h 5685522"/>
              <a:gd name="connsiteX5" fmla="*/ 6691307 w 7561130"/>
              <a:gd name="connsiteY5" fmla="*/ 5685522 h 5685522"/>
              <a:gd name="connsiteX6" fmla="*/ 776254 w 7561130"/>
              <a:gd name="connsiteY6" fmla="*/ 5685522 h 5685522"/>
              <a:gd name="connsiteX0" fmla="*/ 0 w 6784876"/>
              <a:gd name="connsiteY0" fmla="*/ 5685522 h 5685522"/>
              <a:gd name="connsiteX1" fmla="*/ 31692 w 6784876"/>
              <a:gd name="connsiteY1" fmla="*/ 0 h 5685522"/>
              <a:gd name="connsiteX2" fmla="*/ 6784876 w 6784876"/>
              <a:gd name="connsiteY2" fmla="*/ 6717 h 5685522"/>
              <a:gd name="connsiteX3" fmla="*/ 6784876 w 6784876"/>
              <a:gd name="connsiteY3" fmla="*/ 6717 h 5685522"/>
              <a:gd name="connsiteX4" fmla="*/ 6784876 w 6784876"/>
              <a:gd name="connsiteY4" fmla="*/ 4815699 h 5685522"/>
              <a:gd name="connsiteX5" fmla="*/ 5915053 w 6784876"/>
              <a:gd name="connsiteY5" fmla="*/ 5685522 h 5685522"/>
              <a:gd name="connsiteX6" fmla="*/ 0 w 6784876"/>
              <a:gd name="connsiteY6" fmla="*/ 5685522 h 56855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84876" h="5685522">
                <a:moveTo>
                  <a:pt x="0" y="5685522"/>
                </a:moveTo>
                <a:lnTo>
                  <a:pt x="31692" y="0"/>
                </a:lnTo>
                <a:lnTo>
                  <a:pt x="6784876" y="6717"/>
                </a:lnTo>
                <a:lnTo>
                  <a:pt x="6784876" y="6717"/>
                </a:lnTo>
                <a:lnTo>
                  <a:pt x="6784876" y="4815699"/>
                </a:lnTo>
                <a:cubicBezTo>
                  <a:pt x="6784876" y="5296089"/>
                  <a:pt x="6395443" y="5685522"/>
                  <a:pt x="5915053" y="5685522"/>
                </a:cubicBezTo>
                <a:lnTo>
                  <a:pt x="0" y="5685522"/>
                </a:lnTo>
                <a:close/>
              </a:path>
            </a:pathLst>
          </a:custGeom>
        </p:spPr>
      </p:pic>
      <p:sp>
        <p:nvSpPr>
          <p:cNvPr id="7" name="Rectangle: Rounded Corners 3">
            <a:extLst>
              <a:ext uri="{FF2B5EF4-FFF2-40B4-BE49-F238E27FC236}">
                <a16:creationId xmlns:a16="http://schemas.microsoft.com/office/drawing/2014/main" id="{4DCA9A03-C201-42B6-AF8D-AB31333C8852}"/>
              </a:ext>
            </a:extLst>
          </p:cNvPr>
          <p:cNvSpPr/>
          <p:nvPr/>
        </p:nvSpPr>
        <p:spPr>
          <a:xfrm>
            <a:off x="4550245" y="735546"/>
            <a:ext cx="3973757" cy="2082201"/>
          </a:xfrm>
          <a:prstGeom prst="roundRect">
            <a:avLst>
              <a:gd name="adj" fmla="val 8835"/>
            </a:avLst>
          </a:prstGeom>
          <a:solidFill>
            <a:schemeClr val="bg1"/>
          </a:solidFill>
          <a:ln>
            <a:noFill/>
          </a:ln>
          <a:effectLst>
            <a:outerShdw blurRad="635000" dist="825500" dir="9600000" algn="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3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09D3EC-7881-4341-8189-469046CA259E}"/>
              </a:ext>
            </a:extLst>
          </p:cNvPr>
          <p:cNvSpPr txBox="1"/>
          <p:nvPr/>
        </p:nvSpPr>
        <p:spPr>
          <a:xfrm>
            <a:off x="4981951" y="1042138"/>
            <a:ext cx="3179963" cy="46166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IN" sz="3000" b="1" dirty="0">
                <a:solidFill>
                  <a:srgbClr val="75C042"/>
                </a:solidFill>
              </a:rPr>
              <a:t>What We </a:t>
            </a:r>
            <a:r>
              <a:rPr lang="en-IN" sz="3000" b="1" dirty="0">
                <a:solidFill>
                  <a:srgbClr val="55E96E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Did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CBE2D0-9475-4BE8-AC62-B9A03DC275C3}"/>
              </a:ext>
            </a:extLst>
          </p:cNvPr>
          <p:cNvSpPr txBox="1"/>
          <p:nvPr/>
        </p:nvSpPr>
        <p:spPr>
          <a:xfrm>
            <a:off x="4981951" y="1610639"/>
            <a:ext cx="3179963" cy="4616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30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rPr>
              <a:t>Let’s Summarize</a:t>
            </a:r>
            <a:endParaRPr lang="en-US" sz="3000" dirty="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ea typeface="Calibri Light" charset="0"/>
              <a:cs typeface="Segoe UI" panose="020B0502040204020203" pitchFamily="34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BADDFA3-0336-41F5-81AE-B9456B828C2C}"/>
              </a:ext>
            </a:extLst>
          </p:cNvPr>
          <p:cNvGrpSpPr/>
          <p:nvPr/>
        </p:nvGrpSpPr>
        <p:grpSpPr>
          <a:xfrm>
            <a:off x="4999393" y="2370854"/>
            <a:ext cx="463016" cy="82493"/>
            <a:chOff x="6006451" y="5603130"/>
            <a:chExt cx="617354" cy="109990"/>
          </a:xfrm>
        </p:grpSpPr>
        <p:sp>
          <p:nvSpPr>
            <p:cNvPr id="11" name="Rectangle 5">
              <a:extLst>
                <a:ext uri="{FF2B5EF4-FFF2-40B4-BE49-F238E27FC236}">
                  <a16:creationId xmlns:a16="http://schemas.microsoft.com/office/drawing/2014/main" id="{EF42471A-33F9-4E04-8306-66A59FCEE0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06451" y="5603130"/>
              <a:ext cx="109992" cy="109990"/>
            </a:xfrm>
            <a:prstGeom prst="rect">
              <a:avLst/>
            </a:prstGeom>
            <a:solidFill>
              <a:srgbClr val="00B050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IN" sz="1350"/>
            </a:p>
          </p:txBody>
        </p:sp>
        <p:sp>
          <p:nvSpPr>
            <p:cNvPr id="12" name="Rectangle 5">
              <a:extLst>
                <a:ext uri="{FF2B5EF4-FFF2-40B4-BE49-F238E27FC236}">
                  <a16:creationId xmlns:a16="http://schemas.microsoft.com/office/drawing/2014/main" id="{C99CB4F6-0149-49F4-8A24-BEB708A29F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0132" y="5603130"/>
              <a:ext cx="109992" cy="109990"/>
            </a:xfrm>
            <a:prstGeom prst="rect">
              <a:avLst/>
            </a:prstGeom>
            <a:solidFill>
              <a:srgbClr val="75C04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IN" sz="1350"/>
            </a:p>
          </p:txBody>
        </p:sp>
        <p:sp>
          <p:nvSpPr>
            <p:cNvPr id="13" name="Rectangle 5">
              <a:extLst>
                <a:ext uri="{FF2B5EF4-FFF2-40B4-BE49-F238E27FC236}">
                  <a16:creationId xmlns:a16="http://schemas.microsoft.com/office/drawing/2014/main" id="{8BED369E-8B8A-45FD-8B5A-703CE09C29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13813" y="5603130"/>
              <a:ext cx="109992" cy="109990"/>
            </a:xfrm>
            <a:prstGeom prst="rect">
              <a:avLst/>
            </a:prstGeom>
            <a:solidFill>
              <a:srgbClr val="0AEC25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IN" sz="1350"/>
            </a:p>
          </p:txBody>
        </p:sp>
      </p:grpSp>
      <p:sp>
        <p:nvSpPr>
          <p:cNvPr id="14" name="Google Shape;845;p16"/>
          <p:cNvSpPr/>
          <p:nvPr/>
        </p:nvSpPr>
        <p:spPr>
          <a:xfrm>
            <a:off x="1190" y="0"/>
            <a:ext cx="1494765" cy="736929"/>
          </a:xfrm>
          <a:custGeom>
            <a:avLst/>
            <a:gdLst/>
            <a:ahLst/>
            <a:cxnLst/>
            <a:rect l="l" t="t" r="r" b="b"/>
            <a:pathLst>
              <a:path w="1993020" h="1803466" extrusionOk="0">
                <a:moveTo>
                  <a:pt x="0" y="0"/>
                </a:moveTo>
                <a:lnTo>
                  <a:pt x="1993020" y="0"/>
                </a:lnTo>
                <a:lnTo>
                  <a:pt x="1229306" y="1803466"/>
                </a:lnTo>
                <a:lnTo>
                  <a:pt x="0" y="1803466"/>
                </a:lnTo>
                <a:lnTo>
                  <a:pt x="0" y="0"/>
                </a:lnTo>
                <a:close/>
              </a:path>
            </a:pathLst>
          </a:custGeom>
          <a:solidFill>
            <a:srgbClr val="75C042"/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 defTabSz="685800">
              <a:buClr>
                <a:srgbClr val="000000"/>
              </a:buClr>
              <a:defRPr/>
            </a:pPr>
            <a:endParaRPr sz="1350" kern="0">
              <a:solidFill>
                <a:srgbClr val="75C04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552;p2"/>
          <p:cNvSpPr txBox="1"/>
          <p:nvPr/>
        </p:nvSpPr>
        <p:spPr>
          <a:xfrm>
            <a:off x="7108178" y="4873864"/>
            <a:ext cx="2251926" cy="253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r>
              <a:rPr lang="en-US" sz="1200" dirty="0">
                <a:solidFill>
                  <a:srgbClr val="75C042"/>
                </a:solidFill>
                <a:latin typeface="Cambria" panose="02040503050406030204" pitchFamily="18" charset="0"/>
                <a:ea typeface="Cambria" panose="02040503050406030204" pitchFamily="18" charset="0"/>
                <a:cs typeface="Corben"/>
                <a:sym typeface="Corben"/>
              </a:rPr>
              <a:t>www.anubhavtrainings.com</a:t>
            </a:r>
            <a:endParaRPr sz="1200" dirty="0">
              <a:solidFill>
                <a:srgbClr val="75C042"/>
              </a:solidFill>
              <a:latin typeface="Cambria" panose="02040503050406030204" pitchFamily="18" charset="0"/>
              <a:ea typeface="Cambria" panose="02040503050406030204" pitchFamily="18" charset="0"/>
              <a:cs typeface="Corben"/>
              <a:sym typeface="Corben"/>
            </a:endParaRPr>
          </a:p>
        </p:txBody>
      </p:sp>
      <p:pic>
        <p:nvPicPr>
          <p:cNvPr id="17" name="Picture 4">
            <a:extLst>
              <a:ext uri="{FF2B5EF4-FFF2-40B4-BE49-F238E27FC236}">
                <a16:creationId xmlns:a16="http://schemas.microsoft.com/office/drawing/2014/main" id="{DB8A7F7E-7F2C-20C1-2A09-7D9F11F6AD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0243" y="0"/>
            <a:ext cx="491377" cy="485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76139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/>
      <p:bldP spid="9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BBB0BAE-F023-4B67-BE79-3E1A8ACA9361}"/>
              </a:ext>
            </a:extLst>
          </p:cNvPr>
          <p:cNvSpPr txBox="1"/>
          <p:nvPr/>
        </p:nvSpPr>
        <p:spPr>
          <a:xfrm>
            <a:off x="946764" y="2580648"/>
            <a:ext cx="4187536" cy="69249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IN" sz="4500" b="1" dirty="0">
                <a:solidFill>
                  <a:srgbClr val="75C042"/>
                </a:solidFill>
              </a:rPr>
              <a:t>Thank</a:t>
            </a:r>
            <a:r>
              <a:rPr lang="en-IN" sz="4500" b="1" dirty="0">
                <a:solidFill>
                  <a:schemeClr val="accent1"/>
                </a:solidFill>
              </a:rPr>
              <a:t> </a:t>
            </a:r>
            <a:r>
              <a:rPr lang="en-IN" sz="4500" b="1" dirty="0">
                <a:solidFill>
                  <a:srgbClr val="75C042"/>
                </a:solidFill>
              </a:rPr>
              <a:t>You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D57203-1FF5-432E-8E3E-4DFC442AA54C}"/>
              </a:ext>
            </a:extLst>
          </p:cNvPr>
          <p:cNvSpPr txBox="1"/>
          <p:nvPr/>
        </p:nvSpPr>
        <p:spPr>
          <a:xfrm>
            <a:off x="946764" y="3435846"/>
            <a:ext cx="4187536" cy="69249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4500" b="1" dirty="0">
                <a:solidFill>
                  <a:srgbClr val="75C042"/>
                </a:solidFill>
              </a:rPr>
              <a:t>End of </a:t>
            </a:r>
            <a:r>
              <a:rPr lang="en-US" sz="4050" b="1" kern="0" dirty="0">
                <a:solidFill>
                  <a:srgbClr val="75C042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rPr>
              <a:t>Day 18</a:t>
            </a:r>
            <a:endParaRPr lang="en-US" sz="4050" b="1" dirty="0">
              <a:solidFill>
                <a:srgbClr val="75C042"/>
              </a:solidFill>
              <a:latin typeface="Segoe UI" panose="020B0502040204020203" pitchFamily="34" charset="0"/>
              <a:ea typeface="Calibri Light" charset="0"/>
              <a:cs typeface="Segoe UI" panose="020B0502040204020203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98CF33A-90E6-4EA2-B3D7-0B26F42FF079}"/>
              </a:ext>
            </a:extLst>
          </p:cNvPr>
          <p:cNvGrpSpPr/>
          <p:nvPr/>
        </p:nvGrpSpPr>
        <p:grpSpPr>
          <a:xfrm>
            <a:off x="946763" y="4247149"/>
            <a:ext cx="983696" cy="278476"/>
            <a:chOff x="1162522" y="5662865"/>
            <a:chExt cx="1311594" cy="37130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C21818D1-4413-4BFC-80DF-9BAF80F237AF}"/>
                </a:ext>
              </a:extLst>
            </p:cNvPr>
            <p:cNvSpPr/>
            <p:nvPr/>
          </p:nvSpPr>
          <p:spPr>
            <a:xfrm>
              <a:off x="1162522" y="5662865"/>
              <a:ext cx="371301" cy="3713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6" name="Shape">
              <a:hlinkClick r:id="rId2"/>
              <a:extLst>
                <a:ext uri="{FF2B5EF4-FFF2-40B4-BE49-F238E27FC236}">
                  <a16:creationId xmlns:a16="http://schemas.microsoft.com/office/drawing/2014/main" id="{EDFC2025-1ECF-4924-AE38-C781400903DF}"/>
                </a:ext>
              </a:extLst>
            </p:cNvPr>
            <p:cNvSpPr/>
            <p:nvPr/>
          </p:nvSpPr>
          <p:spPr>
            <a:xfrm>
              <a:off x="1296648" y="5763560"/>
              <a:ext cx="85868" cy="18425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372" y="7078"/>
                  </a:moveTo>
                  <a:lnTo>
                    <a:pt x="14372" y="5216"/>
                  </a:lnTo>
                  <a:cubicBezTo>
                    <a:pt x="14372" y="4937"/>
                    <a:pt x="14400" y="4721"/>
                    <a:pt x="14456" y="4568"/>
                  </a:cubicBezTo>
                  <a:cubicBezTo>
                    <a:pt x="14512" y="4415"/>
                    <a:pt x="14639" y="4264"/>
                    <a:pt x="14836" y="4115"/>
                  </a:cubicBezTo>
                  <a:cubicBezTo>
                    <a:pt x="15033" y="3967"/>
                    <a:pt x="15352" y="3864"/>
                    <a:pt x="15793" y="3808"/>
                  </a:cubicBezTo>
                  <a:cubicBezTo>
                    <a:pt x="16233" y="3751"/>
                    <a:pt x="16819" y="3722"/>
                    <a:pt x="17551" y="3722"/>
                  </a:cubicBezTo>
                  <a:lnTo>
                    <a:pt x="21544" y="3722"/>
                  </a:lnTo>
                  <a:lnTo>
                    <a:pt x="21544" y="0"/>
                  </a:lnTo>
                  <a:lnTo>
                    <a:pt x="15160" y="0"/>
                  </a:lnTo>
                  <a:cubicBezTo>
                    <a:pt x="11466" y="0"/>
                    <a:pt x="8813" y="409"/>
                    <a:pt x="7200" y="1225"/>
                  </a:cubicBezTo>
                  <a:cubicBezTo>
                    <a:pt x="5588" y="2042"/>
                    <a:pt x="4782" y="3246"/>
                    <a:pt x="4782" y="4836"/>
                  </a:cubicBezTo>
                  <a:lnTo>
                    <a:pt x="4782" y="7077"/>
                  </a:lnTo>
                  <a:lnTo>
                    <a:pt x="0" y="7077"/>
                  </a:lnTo>
                  <a:lnTo>
                    <a:pt x="0" y="10800"/>
                  </a:lnTo>
                  <a:lnTo>
                    <a:pt x="4781" y="10800"/>
                  </a:lnTo>
                  <a:lnTo>
                    <a:pt x="4781" y="21600"/>
                  </a:lnTo>
                  <a:lnTo>
                    <a:pt x="14372" y="21600"/>
                  </a:lnTo>
                  <a:lnTo>
                    <a:pt x="14372" y="10800"/>
                  </a:lnTo>
                  <a:lnTo>
                    <a:pt x="20756" y="10800"/>
                  </a:lnTo>
                  <a:lnTo>
                    <a:pt x="21600" y="7078"/>
                  </a:lnTo>
                  <a:cubicBezTo>
                    <a:pt x="21600" y="7078"/>
                    <a:pt x="14372" y="7078"/>
                    <a:pt x="14372" y="7078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28575" tIns="28575" rIns="28575" bIns="28575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225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5C594A17-950B-4231-AA93-6E8DB90F8098}"/>
                </a:ext>
              </a:extLst>
            </p:cNvPr>
            <p:cNvSpPr/>
            <p:nvPr/>
          </p:nvSpPr>
          <p:spPr>
            <a:xfrm>
              <a:off x="1632668" y="5662865"/>
              <a:ext cx="371301" cy="3713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8" name="Shape">
              <a:hlinkClick r:id="rId3"/>
              <a:extLst>
                <a:ext uri="{FF2B5EF4-FFF2-40B4-BE49-F238E27FC236}">
                  <a16:creationId xmlns:a16="http://schemas.microsoft.com/office/drawing/2014/main" id="{C70A3C55-CE25-4C0F-9537-824AEA080D1D}"/>
                </a:ext>
              </a:extLst>
            </p:cNvPr>
            <p:cNvSpPr/>
            <p:nvPr/>
          </p:nvSpPr>
          <p:spPr>
            <a:xfrm>
              <a:off x="1716213" y="5774232"/>
              <a:ext cx="200503" cy="16290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2557"/>
                  </a:moveTo>
                  <a:cubicBezTo>
                    <a:pt x="20797" y="2991"/>
                    <a:pt x="19941" y="3278"/>
                    <a:pt x="19048" y="3418"/>
                  </a:cubicBezTo>
                  <a:cubicBezTo>
                    <a:pt x="19966" y="2743"/>
                    <a:pt x="20667" y="1683"/>
                    <a:pt x="20997" y="405"/>
                  </a:cubicBezTo>
                  <a:cubicBezTo>
                    <a:pt x="20141" y="1034"/>
                    <a:pt x="19196" y="1477"/>
                    <a:pt x="18188" y="1725"/>
                  </a:cubicBezTo>
                  <a:cubicBezTo>
                    <a:pt x="17376" y="660"/>
                    <a:pt x="16217" y="0"/>
                    <a:pt x="14954" y="0"/>
                  </a:cubicBezTo>
                  <a:cubicBezTo>
                    <a:pt x="12502" y="0"/>
                    <a:pt x="10529" y="2449"/>
                    <a:pt x="10529" y="5451"/>
                  </a:cubicBezTo>
                  <a:cubicBezTo>
                    <a:pt x="10529" y="5883"/>
                    <a:pt x="10558" y="6299"/>
                    <a:pt x="10631" y="6694"/>
                  </a:cubicBezTo>
                  <a:cubicBezTo>
                    <a:pt x="6950" y="6473"/>
                    <a:pt x="3692" y="4302"/>
                    <a:pt x="1504" y="994"/>
                  </a:cubicBezTo>
                  <a:cubicBezTo>
                    <a:pt x="1122" y="1809"/>
                    <a:pt x="898" y="2743"/>
                    <a:pt x="898" y="3748"/>
                  </a:cubicBezTo>
                  <a:cubicBezTo>
                    <a:pt x="898" y="5636"/>
                    <a:pt x="1687" y="7309"/>
                    <a:pt x="2865" y="8278"/>
                  </a:cubicBezTo>
                  <a:cubicBezTo>
                    <a:pt x="2153" y="8261"/>
                    <a:pt x="1455" y="8007"/>
                    <a:pt x="864" y="7606"/>
                  </a:cubicBezTo>
                  <a:cubicBezTo>
                    <a:pt x="864" y="7623"/>
                    <a:pt x="864" y="7645"/>
                    <a:pt x="864" y="7666"/>
                  </a:cubicBezTo>
                  <a:cubicBezTo>
                    <a:pt x="864" y="10315"/>
                    <a:pt x="2399" y="12515"/>
                    <a:pt x="4412" y="13022"/>
                  </a:cubicBezTo>
                  <a:cubicBezTo>
                    <a:pt x="4051" y="13143"/>
                    <a:pt x="3658" y="13201"/>
                    <a:pt x="3251" y="13201"/>
                  </a:cubicBezTo>
                  <a:cubicBezTo>
                    <a:pt x="2967" y="13201"/>
                    <a:pt x="2681" y="13181"/>
                    <a:pt x="2412" y="13108"/>
                  </a:cubicBezTo>
                  <a:cubicBezTo>
                    <a:pt x="2986" y="15266"/>
                    <a:pt x="4614" y="16853"/>
                    <a:pt x="6550" y="16905"/>
                  </a:cubicBezTo>
                  <a:cubicBezTo>
                    <a:pt x="5044" y="18355"/>
                    <a:pt x="3131" y="19229"/>
                    <a:pt x="1060" y="19229"/>
                  </a:cubicBezTo>
                  <a:cubicBezTo>
                    <a:pt x="697" y="19229"/>
                    <a:pt x="348" y="19209"/>
                    <a:pt x="0" y="19154"/>
                  </a:cubicBezTo>
                  <a:cubicBezTo>
                    <a:pt x="1962" y="20711"/>
                    <a:pt x="4286" y="21600"/>
                    <a:pt x="6793" y="21600"/>
                  </a:cubicBezTo>
                  <a:cubicBezTo>
                    <a:pt x="14942" y="21600"/>
                    <a:pt x="19397" y="13292"/>
                    <a:pt x="19397" y="6091"/>
                  </a:cubicBezTo>
                  <a:cubicBezTo>
                    <a:pt x="19397" y="5850"/>
                    <a:pt x="19390" y="5618"/>
                    <a:pt x="19380" y="5387"/>
                  </a:cubicBezTo>
                  <a:cubicBezTo>
                    <a:pt x="20259" y="4619"/>
                    <a:pt x="20998" y="3660"/>
                    <a:pt x="21600" y="2557"/>
                  </a:cubicBezTo>
                  <a:cubicBezTo>
                    <a:pt x="21600" y="2557"/>
                    <a:pt x="21600" y="2557"/>
                    <a:pt x="21600" y="2557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28575" tIns="28575" rIns="28575" bIns="28575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225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AF389CA4-9215-4DA8-BFFA-FA4329B49979}"/>
                </a:ext>
              </a:extLst>
            </p:cNvPr>
            <p:cNvSpPr/>
            <p:nvPr/>
          </p:nvSpPr>
          <p:spPr>
            <a:xfrm>
              <a:off x="2102815" y="5662865"/>
              <a:ext cx="371301" cy="3713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10" name="Shape">
              <a:hlinkClick r:id="rId4"/>
              <a:extLst>
                <a:ext uri="{FF2B5EF4-FFF2-40B4-BE49-F238E27FC236}">
                  <a16:creationId xmlns:a16="http://schemas.microsoft.com/office/drawing/2014/main" id="{F0CB12D6-F0DA-4BB6-B2C7-4BE43A29C51F}"/>
                </a:ext>
              </a:extLst>
            </p:cNvPr>
            <p:cNvSpPr/>
            <p:nvPr/>
          </p:nvSpPr>
          <p:spPr>
            <a:xfrm>
              <a:off x="2189003" y="5751342"/>
              <a:ext cx="202748" cy="20274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427" y="11280"/>
                  </a:moveTo>
                  <a:cubicBezTo>
                    <a:pt x="17712" y="10975"/>
                    <a:pt x="15821" y="11022"/>
                    <a:pt x="13768" y="11419"/>
                  </a:cubicBezTo>
                  <a:cubicBezTo>
                    <a:pt x="13571" y="10725"/>
                    <a:pt x="13362" y="10071"/>
                    <a:pt x="13146" y="9456"/>
                  </a:cubicBezTo>
                  <a:cubicBezTo>
                    <a:pt x="15173" y="8681"/>
                    <a:pt x="16814" y="7539"/>
                    <a:pt x="18018" y="6057"/>
                  </a:cubicBezTo>
                  <a:cubicBezTo>
                    <a:pt x="18916" y="7419"/>
                    <a:pt x="19440" y="9050"/>
                    <a:pt x="19440" y="10800"/>
                  </a:cubicBezTo>
                  <a:cubicBezTo>
                    <a:pt x="19440" y="10961"/>
                    <a:pt x="19435" y="11121"/>
                    <a:pt x="19427" y="11280"/>
                  </a:cubicBezTo>
                  <a:cubicBezTo>
                    <a:pt x="19427" y="11280"/>
                    <a:pt x="19427" y="11280"/>
                    <a:pt x="19427" y="11280"/>
                  </a:cubicBezTo>
                  <a:close/>
                  <a:moveTo>
                    <a:pt x="15025" y="18334"/>
                  </a:moveTo>
                  <a:cubicBezTo>
                    <a:pt x="14873" y="16593"/>
                    <a:pt x="14617" y="14987"/>
                    <a:pt x="14296" y="13522"/>
                  </a:cubicBezTo>
                  <a:cubicBezTo>
                    <a:pt x="15886" y="13225"/>
                    <a:pt x="17507" y="13137"/>
                    <a:pt x="19038" y="13406"/>
                  </a:cubicBezTo>
                  <a:cubicBezTo>
                    <a:pt x="18371" y="15511"/>
                    <a:pt x="16918" y="17268"/>
                    <a:pt x="15025" y="18334"/>
                  </a:cubicBezTo>
                  <a:cubicBezTo>
                    <a:pt x="15025" y="18334"/>
                    <a:pt x="15025" y="18334"/>
                    <a:pt x="15025" y="18334"/>
                  </a:cubicBezTo>
                  <a:close/>
                  <a:moveTo>
                    <a:pt x="10800" y="19440"/>
                  </a:moveTo>
                  <a:cubicBezTo>
                    <a:pt x="8577" y="19440"/>
                    <a:pt x="6548" y="18596"/>
                    <a:pt x="5015" y="17212"/>
                  </a:cubicBezTo>
                  <a:cubicBezTo>
                    <a:pt x="6456" y="16365"/>
                    <a:pt x="9162" y="14922"/>
                    <a:pt x="12199" y="14029"/>
                  </a:cubicBezTo>
                  <a:cubicBezTo>
                    <a:pt x="12538" y="15587"/>
                    <a:pt x="12795" y="17303"/>
                    <a:pt x="12924" y="19176"/>
                  </a:cubicBezTo>
                  <a:cubicBezTo>
                    <a:pt x="12244" y="19348"/>
                    <a:pt x="11533" y="19440"/>
                    <a:pt x="10800" y="19440"/>
                  </a:cubicBezTo>
                  <a:cubicBezTo>
                    <a:pt x="10800" y="19440"/>
                    <a:pt x="10800" y="19440"/>
                    <a:pt x="10800" y="19440"/>
                  </a:cubicBezTo>
                  <a:close/>
                  <a:moveTo>
                    <a:pt x="2160" y="10800"/>
                  </a:moveTo>
                  <a:cubicBezTo>
                    <a:pt x="2160" y="10677"/>
                    <a:pt x="2163" y="10555"/>
                    <a:pt x="2168" y="10434"/>
                  </a:cubicBezTo>
                  <a:cubicBezTo>
                    <a:pt x="3029" y="10541"/>
                    <a:pt x="4305" y="10658"/>
                    <a:pt x="5793" y="10658"/>
                  </a:cubicBezTo>
                  <a:cubicBezTo>
                    <a:pt x="6514" y="10658"/>
                    <a:pt x="7284" y="10631"/>
                    <a:pt x="8081" y="10562"/>
                  </a:cubicBezTo>
                  <a:cubicBezTo>
                    <a:pt x="9142" y="10470"/>
                    <a:pt x="10142" y="10310"/>
                    <a:pt x="11081" y="10088"/>
                  </a:cubicBezTo>
                  <a:cubicBezTo>
                    <a:pt x="11287" y="10669"/>
                    <a:pt x="11485" y="11281"/>
                    <a:pt x="11671" y="11928"/>
                  </a:cubicBezTo>
                  <a:cubicBezTo>
                    <a:pt x="10698" y="12211"/>
                    <a:pt x="9693" y="12565"/>
                    <a:pt x="8656" y="12990"/>
                  </a:cubicBezTo>
                  <a:cubicBezTo>
                    <a:pt x="6423" y="13906"/>
                    <a:pt x="4601" y="14931"/>
                    <a:pt x="3585" y="15547"/>
                  </a:cubicBezTo>
                  <a:cubicBezTo>
                    <a:pt x="2685" y="14184"/>
                    <a:pt x="2160" y="12552"/>
                    <a:pt x="2160" y="10800"/>
                  </a:cubicBezTo>
                  <a:cubicBezTo>
                    <a:pt x="2160" y="10800"/>
                    <a:pt x="2160" y="10800"/>
                    <a:pt x="2160" y="10800"/>
                  </a:cubicBezTo>
                  <a:close/>
                  <a:moveTo>
                    <a:pt x="7253" y="2922"/>
                  </a:moveTo>
                  <a:cubicBezTo>
                    <a:pt x="7897" y="3727"/>
                    <a:pt x="9119" y="5437"/>
                    <a:pt x="10273" y="8054"/>
                  </a:cubicBezTo>
                  <a:cubicBezTo>
                    <a:pt x="7243" y="8704"/>
                    <a:pt x="4136" y="8489"/>
                    <a:pt x="2530" y="8298"/>
                  </a:cubicBezTo>
                  <a:cubicBezTo>
                    <a:pt x="3257" y="5901"/>
                    <a:pt x="4998" y="3941"/>
                    <a:pt x="7253" y="2922"/>
                  </a:cubicBezTo>
                  <a:cubicBezTo>
                    <a:pt x="7253" y="2922"/>
                    <a:pt x="7253" y="2922"/>
                    <a:pt x="7253" y="2922"/>
                  </a:cubicBezTo>
                  <a:close/>
                  <a:moveTo>
                    <a:pt x="10800" y="2160"/>
                  </a:moveTo>
                  <a:cubicBezTo>
                    <a:pt x="13021" y="2160"/>
                    <a:pt x="15049" y="3003"/>
                    <a:pt x="16581" y="4385"/>
                  </a:cubicBezTo>
                  <a:cubicBezTo>
                    <a:pt x="15509" y="5855"/>
                    <a:pt x="14008" y="6822"/>
                    <a:pt x="12365" y="7445"/>
                  </a:cubicBezTo>
                  <a:cubicBezTo>
                    <a:pt x="12091" y="6806"/>
                    <a:pt x="11817" y="6226"/>
                    <a:pt x="11555" y="5709"/>
                  </a:cubicBezTo>
                  <a:cubicBezTo>
                    <a:pt x="10795" y="4211"/>
                    <a:pt x="10048" y="3064"/>
                    <a:pt x="9466" y="2263"/>
                  </a:cubicBezTo>
                  <a:cubicBezTo>
                    <a:pt x="9901" y="2195"/>
                    <a:pt x="10346" y="2160"/>
                    <a:pt x="10800" y="2160"/>
                  </a:cubicBezTo>
                  <a:cubicBezTo>
                    <a:pt x="10800" y="2160"/>
                    <a:pt x="10800" y="2160"/>
                    <a:pt x="10800" y="2160"/>
                  </a:cubicBezTo>
                  <a:close/>
                  <a:moveTo>
                    <a:pt x="18834" y="3590"/>
                  </a:moveTo>
                  <a:lnTo>
                    <a:pt x="18682" y="3425"/>
                  </a:lnTo>
                  <a:cubicBezTo>
                    <a:pt x="16710" y="1318"/>
                    <a:pt x="13906" y="0"/>
                    <a:pt x="10800" y="0"/>
                  </a:cubicBezTo>
                  <a:cubicBezTo>
                    <a:pt x="9564" y="0"/>
                    <a:pt x="8376" y="209"/>
                    <a:pt x="7269" y="593"/>
                  </a:cubicBezTo>
                  <a:lnTo>
                    <a:pt x="7157" y="633"/>
                  </a:lnTo>
                  <a:cubicBezTo>
                    <a:pt x="3542" y="1932"/>
                    <a:pt x="814" y="5108"/>
                    <a:pt x="154" y="8980"/>
                  </a:cubicBezTo>
                  <a:cubicBezTo>
                    <a:pt x="153" y="8984"/>
                    <a:pt x="152" y="8988"/>
                    <a:pt x="152" y="8991"/>
                  </a:cubicBezTo>
                  <a:cubicBezTo>
                    <a:pt x="149" y="9004"/>
                    <a:pt x="148" y="9016"/>
                    <a:pt x="146" y="9028"/>
                  </a:cubicBezTo>
                  <a:cubicBezTo>
                    <a:pt x="51" y="9605"/>
                    <a:pt x="0" y="10197"/>
                    <a:pt x="0" y="10800"/>
                  </a:cubicBezTo>
                  <a:cubicBezTo>
                    <a:pt x="0" y="13375"/>
                    <a:pt x="906" y="15741"/>
                    <a:pt x="2416" y="17599"/>
                  </a:cubicBezTo>
                  <a:cubicBezTo>
                    <a:pt x="2417" y="17600"/>
                    <a:pt x="2541" y="17751"/>
                    <a:pt x="2541" y="17751"/>
                  </a:cubicBezTo>
                  <a:cubicBezTo>
                    <a:pt x="4524" y="20103"/>
                    <a:pt x="7490" y="21600"/>
                    <a:pt x="10800" y="21600"/>
                  </a:cubicBezTo>
                  <a:cubicBezTo>
                    <a:pt x="12051" y="21600"/>
                    <a:pt x="13252" y="21385"/>
                    <a:pt x="14370" y="20993"/>
                  </a:cubicBezTo>
                  <a:cubicBezTo>
                    <a:pt x="14400" y="20983"/>
                    <a:pt x="14429" y="20974"/>
                    <a:pt x="14457" y="20962"/>
                  </a:cubicBezTo>
                  <a:cubicBezTo>
                    <a:pt x="18004" y="19681"/>
                    <a:pt x="20694" y="16594"/>
                    <a:pt x="21411" y="12816"/>
                  </a:cubicBezTo>
                  <a:cubicBezTo>
                    <a:pt x="21412" y="12806"/>
                    <a:pt x="21414" y="12797"/>
                    <a:pt x="21416" y="12788"/>
                  </a:cubicBezTo>
                  <a:cubicBezTo>
                    <a:pt x="21536" y="12143"/>
                    <a:pt x="21600" y="11479"/>
                    <a:pt x="21600" y="10800"/>
                  </a:cubicBezTo>
                  <a:cubicBezTo>
                    <a:pt x="21600" y="8032"/>
                    <a:pt x="20553" y="5503"/>
                    <a:pt x="18834" y="3590"/>
                  </a:cubicBezTo>
                  <a:cubicBezTo>
                    <a:pt x="18834" y="3590"/>
                    <a:pt x="18834" y="3590"/>
                    <a:pt x="18834" y="3590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28575" tIns="28575" rIns="28575" bIns="28575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2250"/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DE739AA3-A794-9F54-6A5A-CA2C7ED598BB}"/>
              </a:ext>
            </a:extLst>
          </p:cNvPr>
          <p:cNvSpPr/>
          <p:nvPr/>
        </p:nvSpPr>
        <p:spPr>
          <a:xfrm>
            <a:off x="976712" y="1704281"/>
            <a:ext cx="3973328" cy="73975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www.anubhavtrainings.com</a:t>
            </a:r>
          </a:p>
        </p:txBody>
      </p:sp>
      <p:sp>
        <p:nvSpPr>
          <p:cNvPr id="12" name="Right Triangle 11"/>
          <p:cNvSpPr/>
          <p:nvPr/>
        </p:nvSpPr>
        <p:spPr>
          <a:xfrm rot="19603165">
            <a:off x="296953" y="-1026843"/>
            <a:ext cx="3143465" cy="2053685"/>
          </a:xfrm>
          <a:prstGeom prst="rtTriangl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n>
                <a:solidFill>
                  <a:srgbClr val="00B050"/>
                </a:solidFill>
              </a:ln>
              <a:solidFill>
                <a:srgbClr val="00B050"/>
              </a:solidFill>
            </a:endParaRPr>
          </a:p>
        </p:txBody>
      </p:sp>
      <p:sp>
        <p:nvSpPr>
          <p:cNvPr id="13" name="Right Triangle 12"/>
          <p:cNvSpPr/>
          <p:nvPr/>
        </p:nvSpPr>
        <p:spPr>
          <a:xfrm rot="16200000">
            <a:off x="5156848" y="1159118"/>
            <a:ext cx="3538845" cy="4433079"/>
          </a:xfrm>
          <a:prstGeom prst="rtTriangl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n>
                <a:solidFill>
                  <a:srgbClr val="00B050"/>
                </a:solidFill>
              </a:ln>
              <a:solidFill>
                <a:srgbClr val="00B050"/>
              </a:solidFill>
            </a:endParaRPr>
          </a:p>
        </p:txBody>
      </p:sp>
      <p:sp>
        <p:nvSpPr>
          <p:cNvPr id="14" name="Minus 13"/>
          <p:cNvSpPr/>
          <p:nvPr/>
        </p:nvSpPr>
        <p:spPr>
          <a:xfrm rot="19276189">
            <a:off x="3207527" y="3117933"/>
            <a:ext cx="7398364" cy="354149"/>
          </a:xfrm>
          <a:prstGeom prst="mathMinus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5" name="Google Shape;552;p2"/>
          <p:cNvSpPr txBox="1"/>
          <p:nvPr/>
        </p:nvSpPr>
        <p:spPr>
          <a:xfrm>
            <a:off x="7108178" y="4873864"/>
            <a:ext cx="2251926" cy="253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r>
              <a:rPr lang="en-US" sz="1200" dirty="0">
                <a:latin typeface="Cambria" panose="02040503050406030204" pitchFamily="18" charset="0"/>
                <a:ea typeface="Cambria" panose="02040503050406030204" pitchFamily="18" charset="0"/>
                <a:cs typeface="Corben"/>
                <a:sym typeface="Corben"/>
              </a:rPr>
              <a:t>www.anubhavtrainings.com</a:t>
            </a:r>
            <a:endParaRPr sz="1200" dirty="0">
              <a:latin typeface="Cambria" panose="02040503050406030204" pitchFamily="18" charset="0"/>
              <a:ea typeface="Cambria" panose="02040503050406030204" pitchFamily="18" charset="0"/>
              <a:cs typeface="Corben"/>
              <a:sym typeface="Corben"/>
            </a:endParaRPr>
          </a:p>
        </p:txBody>
      </p:sp>
      <p:pic>
        <p:nvPicPr>
          <p:cNvPr id="16" name="Picture 4">
            <a:extLst>
              <a:ext uri="{FF2B5EF4-FFF2-40B4-BE49-F238E27FC236}">
                <a16:creationId xmlns:a16="http://schemas.microsoft.com/office/drawing/2014/main" id="{DB8A7F7E-7F2C-20C1-2A09-7D9F11F6AD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0243" y="0"/>
            <a:ext cx="491377" cy="485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53997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1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ight Triangle 6">
            <a:extLst>
              <a:ext uri="{FF2B5EF4-FFF2-40B4-BE49-F238E27FC236}">
                <a16:creationId xmlns:a16="http://schemas.microsoft.com/office/drawing/2014/main" id="{EAF14BF4-9A45-8B4E-AA65-A815CC72E5A3}"/>
              </a:ext>
            </a:extLst>
          </p:cNvPr>
          <p:cNvSpPr/>
          <p:nvPr/>
        </p:nvSpPr>
        <p:spPr>
          <a:xfrm flipH="1">
            <a:off x="2273307" y="1754585"/>
            <a:ext cx="6869499" cy="3388245"/>
          </a:xfrm>
          <a:prstGeom prst="rtTriangle">
            <a:avLst/>
          </a:prstGeom>
          <a:solidFill>
            <a:srgbClr val="18A7C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595">
              <a:defRPr/>
            </a:pPr>
            <a:endParaRPr lang="en-US" sz="134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5901FB9E-D5D8-0E42-9064-309ADD0ECF5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191" y="670"/>
            <a:ext cx="9141619" cy="3657500"/>
          </a:xfrm>
        </p:spPr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0F6EAF-BDD9-FA40-9881-470C78C023C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381" y="670"/>
            <a:ext cx="9139239" cy="365750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7D8E97E7-E23C-4E4A-A0AF-1C43E32D5148}"/>
              </a:ext>
            </a:extLst>
          </p:cNvPr>
          <p:cNvSpPr/>
          <p:nvPr/>
        </p:nvSpPr>
        <p:spPr>
          <a:xfrm>
            <a:off x="3572" y="-7047"/>
            <a:ext cx="9138048" cy="3665216"/>
          </a:xfrm>
          <a:prstGeom prst="rect">
            <a:avLst/>
          </a:prstGeom>
          <a:gradFill>
            <a:gsLst>
              <a:gs pos="89000">
                <a:schemeClr val="accent4">
                  <a:lumMod val="75000"/>
                  <a:alpha val="96000"/>
                </a:schemeClr>
              </a:gs>
              <a:gs pos="29000">
                <a:schemeClr val="tx2">
                  <a:alpha val="84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457">
              <a:defRPr/>
            </a:pPr>
            <a:endParaRPr lang="en-US" sz="1349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6FFC3F4-1A5C-6446-9CE3-98CE002CFF5F}"/>
              </a:ext>
            </a:extLst>
          </p:cNvPr>
          <p:cNvSpPr/>
          <p:nvPr/>
        </p:nvSpPr>
        <p:spPr>
          <a:xfrm>
            <a:off x="264117" y="4494008"/>
            <a:ext cx="2665023" cy="5075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685457">
              <a:defRPr/>
            </a:pPr>
            <a:r>
              <a:rPr lang="en-US" sz="1349" b="1" dirty="0">
                <a:solidFill>
                  <a:srgbClr val="44546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Contact us today!</a:t>
            </a:r>
          </a:p>
          <a:p>
            <a:pPr defTabSz="685457">
              <a:defRPr/>
            </a:pPr>
            <a:r>
              <a:rPr lang="en-US" sz="1349" dirty="0">
                <a:solidFill>
                  <a:srgbClr val="44546A"/>
                </a:solidFill>
                <a:latin typeface="Arial" panose="020B0604020202020204"/>
              </a:rPr>
              <a:t>https://anubhavtrainings.com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91E6F4-0EB3-3446-B962-79A0A253F3F7}"/>
              </a:ext>
            </a:extLst>
          </p:cNvPr>
          <p:cNvSpPr/>
          <p:nvPr/>
        </p:nvSpPr>
        <p:spPr>
          <a:xfrm>
            <a:off x="6134855" y="2194523"/>
            <a:ext cx="2422082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685595">
              <a:defRPr/>
            </a:pPr>
            <a:r>
              <a:rPr lang="en-IN" sz="900" spc="38" dirty="0">
                <a:solidFill>
                  <a:srgbClr val="FFFFFF">
                    <a:lumMod val="9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 build the workforce of the future.</a:t>
            </a:r>
            <a:endParaRPr lang="en-US" sz="900" spc="38" dirty="0">
              <a:solidFill>
                <a:srgbClr val="FFFFFF">
                  <a:lumMod val="95000"/>
                </a:srgb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EED0AA-D6A0-854A-9888-8400B6D1FE48}"/>
              </a:ext>
            </a:extLst>
          </p:cNvPr>
          <p:cNvSpPr/>
          <p:nvPr/>
        </p:nvSpPr>
        <p:spPr>
          <a:xfrm>
            <a:off x="917449" y="2335393"/>
            <a:ext cx="1351085" cy="5077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685595">
              <a:defRPr/>
            </a:pPr>
            <a:r>
              <a:rPr lang="en-US" sz="1799" dirty="0">
                <a:solidFill>
                  <a:srgbClr val="FFFFFF"/>
                </a:solidFill>
                <a:latin typeface="Arial" panose="020B0604020202020204"/>
              </a:rPr>
              <a:t>250+ </a:t>
            </a:r>
          </a:p>
          <a:p>
            <a:pPr algn="ctr" defTabSz="685595">
              <a:defRPr/>
            </a:pPr>
            <a:r>
              <a:rPr lang="en-US" sz="900" dirty="0">
                <a:solidFill>
                  <a:srgbClr val="FFFFFF"/>
                </a:solidFill>
                <a:latin typeface="Arial" panose="020B0604020202020204"/>
              </a:rPr>
              <a:t>Corporate Clients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DFBD6F02-53D0-BF4D-BF2A-4BD3E0AC1D30}"/>
              </a:ext>
            </a:extLst>
          </p:cNvPr>
          <p:cNvSpPr/>
          <p:nvPr/>
        </p:nvSpPr>
        <p:spPr>
          <a:xfrm>
            <a:off x="2120049" y="2335393"/>
            <a:ext cx="1351085" cy="5077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685595">
              <a:defRPr/>
            </a:pPr>
            <a:r>
              <a:rPr lang="en-US" sz="1799" dirty="0">
                <a:solidFill>
                  <a:srgbClr val="FFFFFF"/>
                </a:solidFill>
                <a:latin typeface="Arial" panose="020B0604020202020204"/>
              </a:rPr>
              <a:t>30,000+</a:t>
            </a:r>
          </a:p>
          <a:p>
            <a:pPr algn="ctr" defTabSz="685595">
              <a:defRPr/>
            </a:pPr>
            <a:r>
              <a:rPr lang="en-US" sz="900" dirty="0">
                <a:solidFill>
                  <a:srgbClr val="FFFFFF"/>
                </a:solidFill>
                <a:latin typeface="Arial" panose="020B0604020202020204"/>
              </a:rPr>
              <a:t>Learners Trained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3EFFD71-D9A6-F843-8D97-4553654A0BAE}"/>
              </a:ext>
            </a:extLst>
          </p:cNvPr>
          <p:cNvSpPr/>
          <p:nvPr/>
        </p:nvSpPr>
        <p:spPr>
          <a:xfrm>
            <a:off x="3372763" y="2333623"/>
            <a:ext cx="1351085" cy="5077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685595">
              <a:defRPr/>
            </a:pPr>
            <a:r>
              <a:rPr lang="en-US" sz="1799" dirty="0">
                <a:solidFill>
                  <a:srgbClr val="FFFFFF"/>
                </a:solidFill>
                <a:latin typeface="Arial" panose="020B0604020202020204"/>
              </a:rPr>
              <a:t>25000+ </a:t>
            </a:r>
          </a:p>
          <a:p>
            <a:pPr algn="ctr" defTabSz="685595">
              <a:defRPr/>
            </a:pPr>
            <a:r>
              <a:rPr lang="en-US" sz="900" dirty="0">
                <a:solidFill>
                  <a:srgbClr val="FFFFFF"/>
                </a:solidFill>
                <a:latin typeface="Arial" panose="020B0604020202020204"/>
              </a:rPr>
              <a:t>Learners Placed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BBB1580-5754-8F41-9AD0-21D8AE6FD293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38537" y="1709881"/>
            <a:ext cx="480044" cy="48004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65C330F-D3B3-C54E-A760-411AF08F9062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555339" y="1704574"/>
            <a:ext cx="503946" cy="503946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475582" y="519175"/>
            <a:ext cx="4928219" cy="8767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685595">
              <a:defRPr/>
            </a:pPr>
            <a:r>
              <a:rPr lang="en-US" sz="1499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We’re committed to empower you to be</a:t>
            </a:r>
          </a:p>
          <a:p>
            <a:pPr algn="ctr" defTabSz="685595">
              <a:defRPr/>
            </a:pPr>
            <a:r>
              <a:rPr lang="en-US" sz="1499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en-US" sz="2099" b="1" dirty="0">
                <a:solidFill>
                  <a:srgbClr val="2AC6D1">
                    <a:lumMod val="40000"/>
                    <a:lumOff val="6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#FutureReady </a:t>
            </a:r>
          </a:p>
          <a:p>
            <a:pPr algn="ctr" defTabSz="685595">
              <a:defRPr/>
            </a:pPr>
            <a:r>
              <a:rPr lang="en-US" sz="1499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through powerful training solutions.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9B88429-5E3E-E649-B2EC-6D73DF20380B}"/>
              </a:ext>
            </a:extLst>
          </p:cNvPr>
          <p:cNvSpPr/>
          <p:nvPr/>
        </p:nvSpPr>
        <p:spPr>
          <a:xfrm>
            <a:off x="264118" y="3748874"/>
            <a:ext cx="2925418" cy="6923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685595">
              <a:defRPr/>
            </a:pPr>
            <a:r>
              <a:rPr lang="en-US" sz="1499" b="1" spc="75" dirty="0">
                <a:solidFill>
                  <a:srgbClr val="F97700"/>
                </a:solidFill>
                <a:latin typeface="Arial" panose="020B0604020202020204"/>
              </a:rPr>
              <a:t>FREE WEBINARS </a:t>
            </a:r>
          </a:p>
          <a:p>
            <a:pPr defTabSz="685595">
              <a:defRPr/>
            </a:pPr>
            <a:r>
              <a:rPr lang="en-US" sz="1200" i="1" dirty="0">
                <a:solidFill>
                  <a:srgbClr val="F97700"/>
                </a:solidFill>
                <a:latin typeface="Arial" panose="020B0604020202020204"/>
              </a:rPr>
              <a:t>Sign up for free webinars with industry experts every fortnight!</a:t>
            </a:r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A2992D5F-5E6B-654B-9458-11A35BA426B5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14780" y="1646020"/>
            <a:ext cx="638899" cy="638899"/>
          </a:xfrm>
          <a:prstGeom prst="rect">
            <a:avLst/>
          </a:prstGeom>
        </p:spPr>
      </p:pic>
      <p:grpSp>
        <p:nvGrpSpPr>
          <p:cNvPr id="8" name="Group 13">
            <a:extLst>
              <a:ext uri="{FF2B5EF4-FFF2-40B4-BE49-F238E27FC236}">
                <a16:creationId xmlns:a16="http://schemas.microsoft.com/office/drawing/2014/main" id="{C4CE162D-F9BF-9140-A233-D39001B36CFD}"/>
              </a:ext>
            </a:extLst>
          </p:cNvPr>
          <p:cNvGrpSpPr/>
          <p:nvPr/>
        </p:nvGrpSpPr>
        <p:grpSpPr>
          <a:xfrm>
            <a:off x="4889390" y="2526841"/>
            <a:ext cx="4208388" cy="2535645"/>
            <a:chOff x="4482563" y="4980191"/>
            <a:chExt cx="3128574" cy="1841396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62C3C8DA-341B-5A4B-82D2-EE674B9C2DA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482563" y="4980191"/>
              <a:ext cx="3128574" cy="1841396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3F68CD41-8EF3-B443-924E-319DE8B1689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906220" y="5127342"/>
              <a:ext cx="2275190" cy="1498325"/>
            </a:xfrm>
            <a:prstGeom prst="rect">
              <a:avLst/>
            </a:prstGeom>
          </p:spPr>
        </p:pic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34C82462-A6A9-9F40-B874-C2786492A285}"/>
              </a:ext>
            </a:extLst>
          </p:cNvPr>
          <p:cNvSpPr/>
          <p:nvPr/>
        </p:nvSpPr>
        <p:spPr>
          <a:xfrm>
            <a:off x="3370618" y="4181066"/>
            <a:ext cx="1647176" cy="4105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595">
              <a:defRPr/>
            </a:pPr>
            <a:endParaRPr lang="en-US" sz="134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7D41E04-1B35-BD4F-8B37-C6CC88C6B995}"/>
              </a:ext>
            </a:extLst>
          </p:cNvPr>
          <p:cNvSpPr/>
          <p:nvPr/>
        </p:nvSpPr>
        <p:spPr>
          <a:xfrm>
            <a:off x="3300992" y="4117750"/>
            <a:ext cx="1647176" cy="41051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595">
              <a:defRPr/>
            </a:pPr>
            <a:endParaRPr lang="en-US" sz="1349" dirty="0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A9D7C5-0368-6645-B73F-D51BF9C01567}"/>
              </a:ext>
            </a:extLst>
          </p:cNvPr>
          <p:cNvSpPr/>
          <p:nvPr/>
        </p:nvSpPr>
        <p:spPr>
          <a:xfrm>
            <a:off x="3603418" y="4192723"/>
            <a:ext cx="1146468" cy="2999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685595">
              <a:defRPr/>
            </a:pPr>
            <a:r>
              <a:rPr lang="en-US" sz="1349" b="1" dirty="0">
                <a:solidFill>
                  <a:srgbClr val="44546A"/>
                </a:solidFill>
                <a:latin typeface="Arial" panose="020B0604020202020204"/>
              </a:rPr>
              <a:t>Enroll Now!</a:t>
            </a:r>
            <a:endParaRPr lang="en-US" sz="1349" b="1" dirty="0">
              <a:solidFill>
                <a:srgbClr val="000000"/>
              </a:solidFill>
              <a:latin typeface="Arial" panose="020B0604020202020204"/>
            </a:endParaRPr>
          </a:p>
        </p:txBody>
      </p:sp>
      <p:pic>
        <p:nvPicPr>
          <p:cNvPr id="24" name="Picture 4">
            <a:extLst>
              <a:ext uri="{FF2B5EF4-FFF2-40B4-BE49-F238E27FC236}">
                <a16:creationId xmlns:a16="http://schemas.microsoft.com/office/drawing/2014/main" id="{42A5B84E-0F13-E020-C1B3-A338EB4168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2869" y="333098"/>
            <a:ext cx="1742621" cy="1721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55602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2063</TotalTime>
  <Words>658</Words>
  <Application>Microsoft Office PowerPoint</Application>
  <PresentationFormat>On-screen Show (16:9)</PresentationFormat>
  <Paragraphs>140</Paragraphs>
  <Slides>15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6" baseType="lpstr">
      <vt:lpstr>72</vt:lpstr>
      <vt:lpstr>Amasis MT Pro Black</vt:lpstr>
      <vt:lpstr>Arial</vt:lpstr>
      <vt:lpstr>Biome</vt:lpstr>
      <vt:lpstr>Calibri</vt:lpstr>
      <vt:lpstr>Cambria</vt:lpstr>
      <vt:lpstr>Cooper Black</vt:lpstr>
      <vt:lpstr>Segoe UI</vt:lpstr>
      <vt:lpstr>Segoe UI Light</vt:lpstr>
      <vt:lpstr>Wingdings</vt:lpstr>
      <vt:lpstr>Office Theme</vt:lpstr>
      <vt:lpstr>SAP Build Training for Corporate Professionals</vt:lpstr>
      <vt:lpstr>PowerPoint Presentation</vt:lpstr>
      <vt:lpstr>Agenda</vt:lpstr>
      <vt:lpstr>Scenario – Extract SAP S/4HANA Sales order</vt:lpstr>
      <vt:lpstr>Process Visibility</vt:lpstr>
      <vt:lpstr>SAP Build Content Package</vt:lpstr>
      <vt:lpstr>SAP Build content Store</vt:lpstr>
      <vt:lpstr>Scenario Asset Transfer between organization</vt:lpstr>
      <vt:lpstr>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Anubhav Oberoy</cp:lastModifiedBy>
  <cp:revision>128</cp:revision>
  <dcterms:created xsi:type="dcterms:W3CDTF">2013-12-05T19:37:13Z</dcterms:created>
  <dcterms:modified xsi:type="dcterms:W3CDTF">2025-08-05T15:55:37Z</dcterms:modified>
</cp:coreProperties>
</file>