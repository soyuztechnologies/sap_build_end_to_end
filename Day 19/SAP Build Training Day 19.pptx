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handoutMasterIdLst>
    <p:handoutMasterId r:id="rId18"/>
  </p:handoutMasterIdLst>
  <p:sldIdLst>
    <p:sldId id="256" r:id="rId2"/>
    <p:sldId id="494" r:id="rId3"/>
    <p:sldId id="265" r:id="rId4"/>
    <p:sldId id="484" r:id="rId5"/>
    <p:sldId id="489" r:id="rId6"/>
    <p:sldId id="485" r:id="rId7"/>
    <p:sldId id="492" r:id="rId8"/>
    <p:sldId id="490" r:id="rId9"/>
    <p:sldId id="487" r:id="rId10"/>
    <p:sldId id="488" r:id="rId11"/>
    <p:sldId id="486" r:id="rId12"/>
    <p:sldId id="491" r:id="rId13"/>
    <p:sldId id="495" r:id="rId14"/>
    <p:sldId id="496" r:id="rId15"/>
    <p:sldId id="497" r:id="rId16"/>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E6753"/>
    <a:srgbClr val="1B4134"/>
    <a:srgbClr val="FFFFFF"/>
    <a:srgbClr val="222222"/>
    <a:srgbClr val="76B8B5"/>
    <a:srgbClr val="90B6DD"/>
    <a:srgbClr val="057CFF"/>
    <a:srgbClr val="4649D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355" autoAdjust="0"/>
    <p:restoredTop sz="96236" autoAdjust="0"/>
  </p:normalViewPr>
  <p:slideViewPr>
    <p:cSldViewPr>
      <p:cViewPr varScale="1">
        <p:scale>
          <a:sx n="130" d="100"/>
          <a:sy n="130" d="100"/>
        </p:scale>
        <p:origin x="736" y="300"/>
      </p:cViewPr>
      <p:guideLst>
        <p:guide orient="horz" pos="1620"/>
        <p:guide pos="2880"/>
      </p:guideLst>
    </p:cSldViewPr>
  </p:slideViewPr>
  <p:notesTextViewPr>
    <p:cViewPr>
      <p:scale>
        <a:sx n="100" d="100"/>
        <a:sy n="100" d="100"/>
      </p:scale>
      <p:origin x="0" y="0"/>
    </p:cViewPr>
  </p:notesTextViewPr>
  <p:notesViewPr>
    <p:cSldViewPr>
      <p:cViewPr varScale="1">
        <p:scale>
          <a:sx n="67" d="100"/>
          <a:sy n="67" d="100"/>
        </p:scale>
        <p:origin x="-3186"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4CD1819-8EAB-4094-BBB1-E11C3AABA846}" type="datetimeFigureOut">
              <a:rPr lang="en-US" smtClean="0"/>
              <a:t>8/5/2025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EA62D1B-AC76-4092-A22E-9E6DF2EB6902}" type="slidenum">
              <a:rPr lang="en-US" smtClean="0"/>
              <a:t>‹#›</a:t>
            </a:fld>
            <a:endParaRPr lang="en-US"/>
          </a:p>
        </p:txBody>
      </p:sp>
    </p:spTree>
    <p:extLst>
      <p:ext uri="{BB962C8B-B14F-4D97-AF65-F5344CB8AC3E}">
        <p14:creationId xmlns:p14="http://schemas.microsoft.com/office/powerpoint/2010/main" val="8515343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976A73D-237B-4034-AB8C-962174A8D351}" type="datetimeFigureOut">
              <a:rPr lang="en-US" smtClean="0"/>
              <a:t>8/5/2025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1123B04-A11E-4ECA-8C2F-B25EF2142BD0}" type="slidenum">
              <a:rPr lang="en-US" smtClean="0"/>
              <a:t>‹#›</a:t>
            </a:fld>
            <a:endParaRPr lang="en-US"/>
          </a:p>
        </p:txBody>
      </p:sp>
    </p:spTree>
    <p:extLst>
      <p:ext uri="{BB962C8B-B14F-4D97-AF65-F5344CB8AC3E}">
        <p14:creationId xmlns:p14="http://schemas.microsoft.com/office/powerpoint/2010/main" val="14681429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1123B04-A11E-4ECA-8C2F-B25EF2142BD0}" type="slidenum">
              <a:rPr lang="en-US" smtClean="0"/>
              <a:t>1</a:t>
            </a:fld>
            <a:endParaRPr lang="en-US"/>
          </a:p>
        </p:txBody>
      </p:sp>
    </p:spTree>
    <p:extLst>
      <p:ext uri="{BB962C8B-B14F-4D97-AF65-F5344CB8AC3E}">
        <p14:creationId xmlns:p14="http://schemas.microsoft.com/office/powerpoint/2010/main" val="12192589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66B8D726-D0BC-B240-A677-46F99704B74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218987"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5382307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slideMaster" Target="../slideMasters/slideMaster1.xml"/><Relationship Id="rId1" Type="http://schemas.openxmlformats.org/officeDocument/2006/relationships/themeOverride" Target="../theme/themeOverride1.xml"/><Relationship Id="rId4"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2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276600" y="1123950"/>
            <a:ext cx="5257800" cy="533400"/>
          </a:xfrm>
          <a:prstGeom prst="rect">
            <a:avLst/>
          </a:prstGeom>
        </p:spPr>
        <p:txBody>
          <a:bodyPr vert="horz" lIns="91440" tIns="45720" rIns="91440" bIns="45720" rtlCol="0" anchor="ctr">
            <a:noAutofit/>
          </a:bodyPr>
          <a:lstStyle>
            <a:lvl1pPr algn="r">
              <a:defRPr lang="en-US" sz="3600" dirty="0"/>
            </a:lvl1pPr>
          </a:lstStyle>
          <a:p>
            <a:pPr lvl="0"/>
            <a:r>
              <a:rPr lang="en-US" dirty="0"/>
              <a:t>Click to edit title</a:t>
            </a:r>
          </a:p>
        </p:txBody>
      </p:sp>
      <p:sp>
        <p:nvSpPr>
          <p:cNvPr id="3" name="Subtitle 2"/>
          <p:cNvSpPr>
            <a:spLocks noGrp="1"/>
          </p:cNvSpPr>
          <p:nvPr>
            <p:ph type="subTitle" idx="1"/>
          </p:nvPr>
        </p:nvSpPr>
        <p:spPr>
          <a:xfrm>
            <a:off x="3276600" y="1657350"/>
            <a:ext cx="5257800" cy="914400"/>
          </a:xfrm>
        </p:spPr>
        <p:txBody>
          <a:bodyPr/>
          <a:lstStyle>
            <a:lvl1pPr marL="0" indent="0" algn="r">
              <a:buNone/>
              <a:defRPr>
                <a:solidFill>
                  <a:schemeClr val="bg1">
                    <a:lumMod val="50000"/>
                  </a:schemeClr>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pic>
        <p:nvPicPr>
          <p:cNvPr id="7" name="Picture 6" descr="A yellow circle with black letters and a black background&#10;&#10;Description automatically generated">
            <a:extLst>
              <a:ext uri="{FF2B5EF4-FFF2-40B4-BE49-F238E27FC236}">
                <a16:creationId xmlns:a16="http://schemas.microsoft.com/office/drawing/2014/main" id="{BA5CE939-B381-3A45-13A6-F58CC000B482}"/>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extLst>
      <p:ext uri="{BB962C8B-B14F-4D97-AF65-F5344CB8AC3E}">
        <p14:creationId xmlns:p14="http://schemas.microsoft.com/office/powerpoint/2010/main" val="36427414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www.anubhavtrainings.com</a:t>
            </a:r>
          </a:p>
        </p:txBody>
      </p:sp>
      <p:sp>
        <p:nvSpPr>
          <p:cNvPr id="6" name="Slide Number Placeholder 5"/>
          <p:cNvSpPr>
            <a:spLocks noGrp="1"/>
          </p:cNvSpPr>
          <p:nvPr>
            <p:ph type="sldNum" sz="quarter" idx="12"/>
          </p:nvPr>
        </p:nvSpPr>
        <p:spPr>
          <a:xfrm>
            <a:off x="457200" y="4767263"/>
            <a:ext cx="2133600" cy="273844"/>
          </a:xfrm>
        </p:spPr>
        <p:txBody>
          <a:bodyPr/>
          <a:lstStyle>
            <a:lvl1pPr algn="l">
              <a:defRPr/>
            </a:lvl1pPr>
          </a:lstStyle>
          <a:p>
            <a:fld id="{B6F15528-21DE-4FAA-801E-634DDDAF4B2B}" type="slidenum">
              <a:rPr lang="en-US" smtClean="0"/>
              <a:pPr/>
              <a:t>‹#›</a:t>
            </a:fld>
            <a:endParaRPr lang="en-US"/>
          </a:p>
        </p:txBody>
      </p:sp>
      <p:sp>
        <p:nvSpPr>
          <p:cNvPr id="8" name="Title 1"/>
          <p:cNvSpPr>
            <a:spLocks noGrp="1"/>
          </p:cNvSpPr>
          <p:nvPr>
            <p:ph type="title" hasCustomPrompt="1"/>
          </p:nvPr>
        </p:nvSpPr>
        <p:spPr>
          <a:xfrm>
            <a:off x="457200" y="438150"/>
            <a:ext cx="8229600" cy="533401"/>
          </a:xfrm>
          <a:prstGeom prst="rect">
            <a:avLst/>
          </a:prstGeom>
        </p:spPr>
        <p:txBody>
          <a:bodyPr/>
          <a:lstStyle>
            <a:lvl1pPr>
              <a:defRPr sz="2800">
                <a:gradFill>
                  <a:gsLst>
                    <a:gs pos="0">
                      <a:srgbClr val="002060"/>
                    </a:gs>
                    <a:gs pos="100000">
                      <a:srgbClr val="0070C0"/>
                    </a:gs>
                  </a:gsLst>
                  <a:lin ang="5400000" scaled="0"/>
                </a:gradFill>
              </a:defRPr>
            </a:lvl1pPr>
          </a:lstStyle>
          <a:p>
            <a:r>
              <a:rPr lang="en-US" dirty="0"/>
              <a:t>Click to edit title style</a:t>
            </a:r>
          </a:p>
        </p:txBody>
      </p:sp>
      <p:pic>
        <p:nvPicPr>
          <p:cNvPr id="2" name="Picture 1" descr="A yellow circle with black letters and a black background&#10;&#10;Description automatically generated">
            <a:extLst>
              <a:ext uri="{FF2B5EF4-FFF2-40B4-BE49-F238E27FC236}">
                <a16:creationId xmlns:a16="http://schemas.microsoft.com/office/drawing/2014/main" id="{BE9035D6-1EB0-67FD-788E-258B941A5BB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2313" y="3305176"/>
            <a:ext cx="7772400" cy="1021556"/>
          </a:xfrm>
          <a:prstGeom prst="rect">
            <a:avLst/>
          </a:prstGeom>
        </p:spPr>
        <p:txBody>
          <a:bodyPr anchor="t"/>
          <a:lstStyle>
            <a:lvl1pPr algn="l">
              <a:defRPr sz="3200" b="1" cap="none"/>
            </a:lvl1pPr>
          </a:lstStyle>
          <a:p>
            <a:r>
              <a:rPr lang="en-US"/>
              <a:t>Click to edit title style</a:t>
            </a:r>
            <a:endParaRPr lang="en-US" dirty="0"/>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r>
              <a:rPr lang="en-US" dirty="0"/>
              <a:t>www.anubhavtrainings.com</a:t>
            </a:r>
          </a:p>
        </p:txBody>
      </p:sp>
      <p:sp>
        <p:nvSpPr>
          <p:cNvPr id="6" name="Slide Number Placeholder 5"/>
          <p:cNvSpPr>
            <a:spLocks noGrp="1"/>
          </p:cNvSpPr>
          <p:nvPr>
            <p:ph type="sldNum" sz="quarter" idx="12"/>
          </p:nvPr>
        </p:nvSpPr>
        <p:spPr>
          <a:xfrm>
            <a:off x="228600" y="4767263"/>
            <a:ext cx="2133600" cy="273844"/>
          </a:xfrm>
        </p:spPr>
        <p:txBody>
          <a:bodyPr/>
          <a:lstStyle>
            <a:lvl1pPr algn="l">
              <a:defRPr/>
            </a:lvl1pPr>
          </a:lstStyle>
          <a:p>
            <a:fld id="{B6F15528-21DE-4FAA-801E-634DDDAF4B2B}" type="slidenum">
              <a:rPr lang="en-US" smtClean="0"/>
              <a:pPr/>
              <a:t>‹#›</a:t>
            </a:fld>
            <a:endParaRPr lang="en-US"/>
          </a:p>
        </p:txBody>
      </p:sp>
      <p:pic>
        <p:nvPicPr>
          <p:cNvPr id="7" name="Picture 6" descr="A yellow circle with black letters and a black background&#10;&#10;Description automatically generated">
            <a:extLst>
              <a:ext uri="{FF2B5EF4-FFF2-40B4-BE49-F238E27FC236}">
                <a16:creationId xmlns:a16="http://schemas.microsoft.com/office/drawing/2014/main" id="{19859E39-C1F4-F452-A609-81C93B9864E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57150"/>
            <a:ext cx="8229600" cy="609601"/>
          </a:xfrm>
          <a:prstGeom prst="rect">
            <a:avLst/>
          </a:prstGeom>
        </p:spPr>
        <p:txBody>
          <a:bodyPr/>
          <a:lstStyle/>
          <a:p>
            <a:r>
              <a:rPr lang="en-US" dirty="0"/>
              <a:t>Click to edit title style</a:t>
            </a:r>
          </a:p>
        </p:txBody>
      </p:sp>
      <p:sp>
        <p:nvSpPr>
          <p:cNvPr id="6" name="Footer Placeholder 5"/>
          <p:cNvSpPr>
            <a:spLocks noGrp="1"/>
          </p:cNvSpPr>
          <p:nvPr>
            <p:ph type="ftr" sz="quarter" idx="11"/>
          </p:nvPr>
        </p:nvSpPr>
        <p:spPr/>
        <p:txBody>
          <a:bodyPr/>
          <a:lstStyle/>
          <a:p>
            <a:r>
              <a:rPr lang="en-US" dirty="0"/>
              <a:t>www.anubhavtrainings.com</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3"/>
          </p:nvPr>
        </p:nvSpPr>
        <p:spPr>
          <a:xfrm>
            <a:off x="457200" y="971550"/>
            <a:ext cx="4038600" cy="3657600"/>
          </a:xfrm>
        </p:spPr>
        <p:txBody>
          <a:bodyPr>
            <a:normAutofit/>
          </a:bodyPr>
          <a:lstStyle>
            <a:lvl1pPr marL="0" indent="0">
              <a:buFont typeface="Arial" pitchFamily="34" charset="0"/>
              <a:buNone/>
              <a:defRPr sz="1400"/>
            </a:lvl1pPr>
            <a:lvl2pPr>
              <a:defRPr sz="12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8"/>
          <p:cNvSpPr>
            <a:spLocks noGrp="1"/>
          </p:cNvSpPr>
          <p:nvPr>
            <p:ph sz="quarter" idx="14"/>
          </p:nvPr>
        </p:nvSpPr>
        <p:spPr>
          <a:xfrm>
            <a:off x="4648200" y="971550"/>
            <a:ext cx="4038600" cy="3657600"/>
          </a:xfrm>
        </p:spPr>
        <p:txBody>
          <a:bodyPr>
            <a:normAutofit/>
          </a:bodyPr>
          <a:lstStyle>
            <a:lvl1pPr marL="0" indent="0">
              <a:buNone/>
              <a:defRPr sz="1400"/>
            </a:lvl1pPr>
            <a:lvl2pPr>
              <a:defRPr sz="12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descr="A yellow circle with black letters and a black background&#10;&#10;Description automatically generated">
            <a:extLst>
              <a:ext uri="{FF2B5EF4-FFF2-40B4-BE49-F238E27FC236}">
                <a16:creationId xmlns:a16="http://schemas.microsoft.com/office/drawing/2014/main" id="{361F23F3-4276-7AC6-FA37-CDC6351B9F7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Two Content">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r>
              <a:rPr lang="en-US" dirty="0"/>
              <a:t>www.anubhavtrainings.com</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3"/>
          </p:nvPr>
        </p:nvSpPr>
        <p:spPr>
          <a:xfrm>
            <a:off x="457200" y="971550"/>
            <a:ext cx="2667000" cy="3657600"/>
          </a:xfrm>
        </p:spPr>
        <p:txBody>
          <a:bodyPr>
            <a:normAutofit/>
          </a:bodyPr>
          <a:lstStyle>
            <a:lvl1pPr marL="0" indent="0">
              <a:buFont typeface="Arial" pitchFamily="34" charset="0"/>
              <a:buNone/>
              <a:defRPr sz="1400"/>
            </a:lvl1pPr>
            <a:lvl2pPr>
              <a:defRPr sz="12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8"/>
          <p:cNvSpPr>
            <a:spLocks noGrp="1"/>
          </p:cNvSpPr>
          <p:nvPr>
            <p:ph sz="quarter" idx="14"/>
          </p:nvPr>
        </p:nvSpPr>
        <p:spPr>
          <a:xfrm>
            <a:off x="3238500" y="971550"/>
            <a:ext cx="2667000" cy="3657600"/>
          </a:xfrm>
        </p:spPr>
        <p:txBody>
          <a:bodyPr>
            <a:normAutofit/>
          </a:bodyPr>
          <a:lstStyle>
            <a:lvl1pPr marL="0" indent="0">
              <a:buFont typeface="Arial" pitchFamily="34" charset="0"/>
              <a:buNone/>
              <a:defRPr sz="1400"/>
            </a:lvl1pPr>
            <a:lvl2pPr>
              <a:defRPr sz="12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8"/>
          <p:cNvSpPr>
            <a:spLocks noGrp="1"/>
          </p:cNvSpPr>
          <p:nvPr>
            <p:ph sz="quarter" idx="15"/>
          </p:nvPr>
        </p:nvSpPr>
        <p:spPr>
          <a:xfrm>
            <a:off x="6019800" y="971550"/>
            <a:ext cx="2667000" cy="3657600"/>
          </a:xfrm>
        </p:spPr>
        <p:txBody>
          <a:bodyPr>
            <a:normAutofit/>
          </a:bodyPr>
          <a:lstStyle>
            <a:lvl1pPr marL="0" indent="0">
              <a:buFont typeface="Arial" pitchFamily="34" charset="0"/>
              <a:buNone/>
              <a:defRPr sz="1400"/>
            </a:lvl1pPr>
            <a:lvl2pPr>
              <a:defRPr sz="12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itle 1"/>
          <p:cNvSpPr>
            <a:spLocks noGrp="1"/>
          </p:cNvSpPr>
          <p:nvPr>
            <p:ph type="title" hasCustomPrompt="1"/>
          </p:nvPr>
        </p:nvSpPr>
        <p:spPr>
          <a:xfrm>
            <a:off x="457200" y="438150"/>
            <a:ext cx="8229600" cy="533401"/>
          </a:xfrm>
          <a:prstGeom prst="rect">
            <a:avLst/>
          </a:prstGeom>
        </p:spPr>
        <p:txBody>
          <a:bodyPr/>
          <a:lstStyle>
            <a:lvl1pPr>
              <a:defRPr sz="2800">
                <a:gradFill>
                  <a:gsLst>
                    <a:gs pos="0">
                      <a:srgbClr val="002060"/>
                    </a:gs>
                    <a:gs pos="100000">
                      <a:srgbClr val="0070C0"/>
                    </a:gs>
                  </a:gsLst>
                  <a:lin ang="5400000" scaled="0"/>
                </a:gradFill>
              </a:defRPr>
            </a:lvl1pPr>
          </a:lstStyle>
          <a:p>
            <a:r>
              <a:rPr lang="en-US" dirty="0"/>
              <a:t>Click to edit title style</a:t>
            </a:r>
          </a:p>
        </p:txBody>
      </p:sp>
      <p:pic>
        <p:nvPicPr>
          <p:cNvPr id="2" name="Picture 1" descr="A yellow circle with black letters and a black background&#10;&#10;Description automatically generated">
            <a:extLst>
              <a:ext uri="{FF2B5EF4-FFF2-40B4-BE49-F238E27FC236}">
                <a16:creationId xmlns:a16="http://schemas.microsoft.com/office/drawing/2014/main" id="{5FDBF0D3-6CF9-4440-94E9-AA4A7421695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extLst>
      <p:ext uri="{BB962C8B-B14F-4D97-AF65-F5344CB8AC3E}">
        <p14:creationId xmlns:p14="http://schemas.microsoft.com/office/powerpoint/2010/main" val="25756757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Two Content">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r>
              <a:rPr lang="en-US" dirty="0"/>
              <a:t>www.anubhavtrainings.com</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3"/>
          </p:nvPr>
        </p:nvSpPr>
        <p:spPr>
          <a:xfrm>
            <a:off x="457200" y="971550"/>
            <a:ext cx="2667000" cy="3657600"/>
          </a:xfrm>
        </p:spPr>
        <p:txBody>
          <a:bodyPr>
            <a:normAutofit/>
          </a:bodyPr>
          <a:lstStyle>
            <a:lvl1pPr marL="0" indent="0">
              <a:buFont typeface="Arial" pitchFamily="34" charset="0"/>
              <a:buNone/>
              <a:defRPr sz="1400"/>
            </a:lvl1pPr>
            <a:lvl2pPr>
              <a:defRPr sz="12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8"/>
          <p:cNvSpPr>
            <a:spLocks noGrp="1"/>
          </p:cNvSpPr>
          <p:nvPr>
            <p:ph sz="quarter" idx="14"/>
          </p:nvPr>
        </p:nvSpPr>
        <p:spPr>
          <a:xfrm>
            <a:off x="3238500" y="971550"/>
            <a:ext cx="2667000" cy="3657600"/>
          </a:xfrm>
        </p:spPr>
        <p:txBody>
          <a:bodyPr>
            <a:normAutofit/>
          </a:bodyPr>
          <a:lstStyle>
            <a:lvl1pPr marL="0" indent="0">
              <a:buFont typeface="Arial" pitchFamily="34" charset="0"/>
              <a:buNone/>
              <a:defRPr sz="1400"/>
            </a:lvl1pPr>
            <a:lvl2pPr>
              <a:defRPr sz="12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itle 1"/>
          <p:cNvSpPr>
            <a:spLocks noGrp="1"/>
          </p:cNvSpPr>
          <p:nvPr>
            <p:ph type="title" hasCustomPrompt="1"/>
          </p:nvPr>
        </p:nvSpPr>
        <p:spPr>
          <a:xfrm>
            <a:off x="457200" y="438150"/>
            <a:ext cx="8229600" cy="533401"/>
          </a:xfrm>
          <a:prstGeom prst="rect">
            <a:avLst/>
          </a:prstGeom>
        </p:spPr>
        <p:txBody>
          <a:bodyPr/>
          <a:lstStyle>
            <a:lvl1pPr>
              <a:defRPr sz="2800">
                <a:gradFill>
                  <a:gsLst>
                    <a:gs pos="0">
                      <a:srgbClr val="002060"/>
                    </a:gs>
                    <a:gs pos="100000">
                      <a:srgbClr val="0070C0"/>
                    </a:gs>
                  </a:gsLst>
                  <a:lin ang="5400000" scaled="0"/>
                </a:gradFill>
              </a:defRPr>
            </a:lvl1pPr>
          </a:lstStyle>
          <a:p>
            <a:r>
              <a:rPr lang="en-US" dirty="0"/>
              <a:t>Click to edit title style</a:t>
            </a:r>
          </a:p>
        </p:txBody>
      </p:sp>
      <p:pic>
        <p:nvPicPr>
          <p:cNvPr id="2" name="Picture 1" descr="A yellow circle with black letters and a black background&#10;&#10;Description automatically generated">
            <a:extLst>
              <a:ext uri="{FF2B5EF4-FFF2-40B4-BE49-F238E27FC236}">
                <a16:creationId xmlns:a16="http://schemas.microsoft.com/office/drawing/2014/main" id="{CB3935A3-C998-9B3D-079E-B7BC7E8C2A3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extLst>
      <p:ext uri="{BB962C8B-B14F-4D97-AF65-F5344CB8AC3E}">
        <p14:creationId xmlns:p14="http://schemas.microsoft.com/office/powerpoint/2010/main" val="35395024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a:t>www.anubhavtrainings.com</a:t>
            </a:r>
          </a:p>
        </p:txBody>
      </p:sp>
      <p:sp>
        <p:nvSpPr>
          <p:cNvPr id="5" name="Slide Number Placeholder 4"/>
          <p:cNvSpPr>
            <a:spLocks noGrp="1"/>
          </p:cNvSpPr>
          <p:nvPr>
            <p:ph type="sldNum" sz="quarter" idx="12"/>
          </p:nvPr>
        </p:nvSpPr>
        <p:spPr>
          <a:xfrm>
            <a:off x="152400" y="4781550"/>
            <a:ext cx="2133600" cy="273844"/>
          </a:xfrm>
        </p:spPr>
        <p:txBody>
          <a:bodyPr/>
          <a:lstStyle>
            <a:lvl1pPr algn="l">
              <a:defRPr/>
            </a:lvl1pPr>
          </a:lstStyle>
          <a:p>
            <a:fld id="{B6F15528-21DE-4FAA-801E-634DDDAF4B2B}" type="slidenum">
              <a:rPr lang="en-US" smtClean="0"/>
              <a:pPr/>
              <a:t>‹#›</a:t>
            </a:fld>
            <a:endParaRPr lang="en-US"/>
          </a:p>
        </p:txBody>
      </p:sp>
      <p:sp>
        <p:nvSpPr>
          <p:cNvPr id="6" name="Title 1"/>
          <p:cNvSpPr>
            <a:spLocks noGrp="1"/>
          </p:cNvSpPr>
          <p:nvPr>
            <p:ph type="title" hasCustomPrompt="1"/>
          </p:nvPr>
        </p:nvSpPr>
        <p:spPr>
          <a:xfrm>
            <a:off x="166577" y="209550"/>
            <a:ext cx="8229600" cy="533401"/>
          </a:xfrm>
          <a:prstGeom prst="rect">
            <a:avLst/>
          </a:prstGeom>
        </p:spPr>
        <p:txBody>
          <a:bodyPr/>
          <a:lstStyle>
            <a:lvl1pPr>
              <a:defRPr sz="2600">
                <a:gradFill>
                  <a:gsLst>
                    <a:gs pos="0">
                      <a:srgbClr val="002060"/>
                    </a:gs>
                    <a:gs pos="100000">
                      <a:srgbClr val="0070C0"/>
                    </a:gs>
                  </a:gsLst>
                  <a:lin ang="5400000" scaled="0"/>
                </a:gradFill>
                <a:latin typeface="Cooper Black" panose="0208090404030B020404" pitchFamily="18" charset="0"/>
              </a:defRPr>
            </a:lvl1pPr>
          </a:lstStyle>
          <a:p>
            <a:r>
              <a:rPr lang="en-US" dirty="0"/>
              <a:t>Click to edit title style</a:t>
            </a:r>
          </a:p>
        </p:txBody>
      </p:sp>
      <p:pic>
        <p:nvPicPr>
          <p:cNvPr id="8" name="Picture 7" descr="A yellow circle with black letters and a black background&#10;&#10;Description automatically generated">
            <a:extLst>
              <a:ext uri="{FF2B5EF4-FFF2-40B4-BE49-F238E27FC236}">
                <a16:creationId xmlns:a16="http://schemas.microsoft.com/office/drawing/2014/main" id="{547D5447-D822-E114-D105-30608DBB5E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610600" y="57150"/>
            <a:ext cx="493786" cy="487715"/>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dirty="0"/>
              <a:t>www.anubhavtrainings.com</a:t>
            </a:r>
          </a:p>
        </p:txBody>
      </p:sp>
      <p:sp>
        <p:nvSpPr>
          <p:cNvPr id="4" name="Slide Number Placeholder 3"/>
          <p:cNvSpPr>
            <a:spLocks noGrp="1"/>
          </p:cNvSpPr>
          <p:nvPr>
            <p:ph type="sldNum" sz="quarter" idx="12"/>
          </p:nvPr>
        </p:nvSpPr>
        <p:spPr>
          <a:xfrm>
            <a:off x="152400" y="4767263"/>
            <a:ext cx="2133600" cy="273844"/>
          </a:xfrm>
        </p:spPr>
        <p:txBody>
          <a:bodyPr/>
          <a:lstStyle>
            <a:lvl1pPr algn="l">
              <a:defRPr/>
            </a:lvl1pPr>
          </a:lstStyle>
          <a:p>
            <a:fld id="{B6F15528-21DE-4FAA-801E-634DDDAF4B2B}" type="slidenum">
              <a:rPr lang="en-US" smtClean="0"/>
              <a:pPr/>
              <a:t>‹#›</a:t>
            </a:fld>
            <a:endParaRPr lang="en-US"/>
          </a:p>
        </p:txBody>
      </p:sp>
      <p:pic>
        <p:nvPicPr>
          <p:cNvPr id="5" name="Picture 4" descr="A yellow circle with black letters and a black background&#10;&#10;Description automatically generated">
            <a:extLst>
              <a:ext uri="{FF2B5EF4-FFF2-40B4-BE49-F238E27FC236}">
                <a16:creationId xmlns:a16="http://schemas.microsoft.com/office/drawing/2014/main" id="{BFC459EA-C247-C5E7-6491-AEF2B5F94E2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819150"/>
            <a:ext cx="3008313" cy="871538"/>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819150"/>
            <a:ext cx="5111750" cy="3775473"/>
          </a:xfrm>
        </p:spPr>
        <p:txBody>
          <a:bodyPr>
            <a:normAutofit/>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1" y="1733550"/>
            <a:ext cx="3008313" cy="286107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dirty="0"/>
              <a:t>www.anubhavtrainings.com</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pic>
        <p:nvPicPr>
          <p:cNvPr id="8" name="Picture 7" descr="A yellow circle with black letters and a black background&#10;&#10;Description automatically generated">
            <a:extLst>
              <a:ext uri="{FF2B5EF4-FFF2-40B4-BE49-F238E27FC236}">
                <a16:creationId xmlns:a16="http://schemas.microsoft.com/office/drawing/2014/main" id="{40C7AE83-204E-A484-7237-A7EA3EBC4DA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895349"/>
            <a:ext cx="5486400" cy="2650331"/>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dirty="0"/>
              <a:t>www.anubhavtrainings.com</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pic>
        <p:nvPicPr>
          <p:cNvPr id="8" name="Picture 7" descr="A yellow circle with black letters and a black background&#10;&#10;Description automatically generated">
            <a:extLst>
              <a:ext uri="{FF2B5EF4-FFF2-40B4-BE49-F238E27FC236}">
                <a16:creationId xmlns:a16="http://schemas.microsoft.com/office/drawing/2014/main" id="{23DAEE89-C03B-1705-0782-CE3B90349AF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www.anubhavtrainings.com</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7" name="Title 1"/>
          <p:cNvSpPr>
            <a:spLocks noGrp="1"/>
          </p:cNvSpPr>
          <p:nvPr>
            <p:ph type="title" hasCustomPrompt="1"/>
          </p:nvPr>
        </p:nvSpPr>
        <p:spPr>
          <a:xfrm>
            <a:off x="457200" y="438150"/>
            <a:ext cx="8229600" cy="533401"/>
          </a:xfrm>
          <a:prstGeom prst="rect">
            <a:avLst/>
          </a:prstGeom>
        </p:spPr>
        <p:txBody>
          <a:bodyPr/>
          <a:lstStyle>
            <a:lvl1pPr>
              <a:defRPr sz="2800">
                <a:gradFill>
                  <a:gsLst>
                    <a:gs pos="0">
                      <a:srgbClr val="002060"/>
                    </a:gs>
                    <a:gs pos="100000">
                      <a:srgbClr val="0070C0"/>
                    </a:gs>
                  </a:gsLst>
                  <a:lin ang="5400000" scaled="0"/>
                </a:gradFill>
              </a:defRPr>
            </a:lvl1pPr>
          </a:lstStyle>
          <a:p>
            <a:r>
              <a:rPr lang="en-US" dirty="0"/>
              <a:t>Click to edit title style</a:t>
            </a:r>
          </a:p>
        </p:txBody>
      </p:sp>
      <p:pic>
        <p:nvPicPr>
          <p:cNvPr id="2" name="Picture 1" descr="A yellow circle with black letters and a black background&#10;&#10;Description automatically generated">
            <a:extLst>
              <a:ext uri="{FF2B5EF4-FFF2-40B4-BE49-F238E27FC236}">
                <a16:creationId xmlns:a16="http://schemas.microsoft.com/office/drawing/2014/main" id="{FDBE062A-C013-A203-17DC-F9C61DBF2E3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nvPr>
        </p:nvSpPr>
        <p:spPr>
          <a:xfrm>
            <a:off x="6629400" y="1047749"/>
            <a:ext cx="2057400" cy="3546873"/>
          </a:xfrm>
          <a:prstGeom prst="rect">
            <a:avLst/>
          </a:prstGeom>
        </p:spPr>
        <p:txBody>
          <a:bodyPr vert="eaVert"/>
          <a:lstStyle/>
          <a:p>
            <a:r>
              <a:rPr lang="en-US" dirty="0"/>
              <a:t>Click to edit title style</a:t>
            </a:r>
          </a:p>
        </p:txBody>
      </p:sp>
      <p:sp>
        <p:nvSpPr>
          <p:cNvPr id="3" name="Vertical Text Placeholder 2"/>
          <p:cNvSpPr>
            <a:spLocks noGrp="1"/>
          </p:cNvSpPr>
          <p:nvPr>
            <p:ph type="body" orient="vert" idx="1"/>
          </p:nvPr>
        </p:nvSpPr>
        <p:spPr>
          <a:xfrm>
            <a:off x="457200" y="1047749"/>
            <a:ext cx="6019800" cy="354687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www.anubhavtrainings.com</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pic>
        <p:nvPicPr>
          <p:cNvPr id="7" name="Picture 6" descr="A yellow circle with black letters and a black background&#10;&#10;Description automatically generated">
            <a:extLst>
              <a:ext uri="{FF2B5EF4-FFF2-40B4-BE49-F238E27FC236}">
                <a16:creationId xmlns:a16="http://schemas.microsoft.com/office/drawing/2014/main" id="{CA6DBE16-F08A-6A41-329C-56621EE5368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1_Title Slide">
    <p:bg>
      <p:bgPr>
        <a:blipFill dpi="0" rotWithShape="1">
          <a:blip r:embed="rId3">
            <a:lum/>
          </a:blip>
          <a:srcRect/>
          <a:stretch>
            <a:fillRect b="-20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57200" y="1352550"/>
            <a:ext cx="8229600" cy="1295400"/>
          </a:xfrm>
          <a:prstGeom prst="rect">
            <a:avLst/>
          </a:prstGeom>
        </p:spPr>
        <p:txBody>
          <a:bodyPr/>
          <a:lstStyle>
            <a:lvl1pPr algn="l">
              <a:defRPr sz="6000" b="1">
                <a:gradFill flip="none" rotWithShape="1">
                  <a:gsLst>
                    <a:gs pos="0">
                      <a:srgbClr val="0070C0"/>
                    </a:gs>
                    <a:gs pos="100000">
                      <a:srgbClr val="00B0F0"/>
                    </a:gs>
                  </a:gsLst>
                  <a:lin ang="16200000" scaled="1"/>
                  <a:tileRect/>
                </a:gradFill>
                <a:effectLst/>
              </a:defRPr>
            </a:lvl1pPr>
          </a:lstStyle>
          <a:p>
            <a:r>
              <a:rPr lang="en-US"/>
              <a:t>Thank You</a:t>
            </a:r>
            <a:endParaRPr lang="en-US" dirty="0"/>
          </a:p>
        </p:txBody>
      </p:sp>
      <p:sp>
        <p:nvSpPr>
          <p:cNvPr id="3" name="Subtitle 2"/>
          <p:cNvSpPr>
            <a:spLocks noGrp="1"/>
          </p:cNvSpPr>
          <p:nvPr>
            <p:ph type="subTitle" idx="1" hasCustomPrompt="1"/>
          </p:nvPr>
        </p:nvSpPr>
        <p:spPr>
          <a:xfrm>
            <a:off x="457200" y="2647950"/>
            <a:ext cx="8229600" cy="914400"/>
          </a:xfrm>
        </p:spPr>
        <p:txBody>
          <a:bodyPr/>
          <a:lstStyle>
            <a:lvl1pPr marL="0" indent="0" algn="l">
              <a:buNone/>
              <a:defRPr>
                <a:solidFill>
                  <a:schemeClr val="tx1">
                    <a:lumMod val="85000"/>
                    <a:lumOff val="15000"/>
                  </a:schemeClr>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Contact Information</a:t>
            </a:r>
            <a:endParaRPr lang="en-US" dirty="0"/>
          </a:p>
        </p:txBody>
      </p:sp>
      <p:pic>
        <p:nvPicPr>
          <p:cNvPr id="4" name="Picture 3" descr="A yellow circle with black letters and a black background&#10;&#10;Description automatically generated">
            <a:extLst>
              <a:ext uri="{FF2B5EF4-FFF2-40B4-BE49-F238E27FC236}">
                <a16:creationId xmlns:a16="http://schemas.microsoft.com/office/drawing/2014/main" id="{624E307F-BC23-D6AD-3DDE-45757A637AC3}"/>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extLst>
      <p:ext uri="{BB962C8B-B14F-4D97-AF65-F5344CB8AC3E}">
        <p14:creationId xmlns:p14="http://schemas.microsoft.com/office/powerpoint/2010/main" val="2338062753"/>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0"/>
            <a:ext cx="9144000" cy="5143499"/>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6949" indent="0">
              <a:buNone/>
              <a:defRPr sz="2799"/>
            </a:lvl2pPr>
            <a:lvl3pPr marL="913897" indent="0">
              <a:buNone/>
              <a:defRPr sz="2399"/>
            </a:lvl3pPr>
            <a:lvl4pPr marL="1370846" indent="0">
              <a:buNone/>
              <a:defRPr sz="1999"/>
            </a:lvl4pPr>
            <a:lvl5pPr marL="1827795" indent="0">
              <a:buNone/>
              <a:defRPr sz="1999"/>
            </a:lvl5pPr>
            <a:lvl6pPr marL="2284743" indent="0">
              <a:buNone/>
              <a:defRPr sz="1999"/>
            </a:lvl6pPr>
            <a:lvl7pPr marL="2741692" indent="0">
              <a:buNone/>
              <a:defRPr sz="1999"/>
            </a:lvl7pPr>
            <a:lvl8pPr marL="3198640" indent="0">
              <a:buNone/>
              <a:defRPr sz="1999"/>
            </a:lvl8pPr>
            <a:lvl9pPr marL="3655589" indent="0">
              <a:buNone/>
              <a:defRPr sz="1999"/>
            </a:lvl9pPr>
          </a:lstStyle>
          <a:p>
            <a:r>
              <a:rPr lang="en-US" altLang="ko-KR" dirty="0"/>
              <a:t>Insert Your Image</a:t>
            </a:r>
            <a:endParaRPr lang="ko-KR" altLang="en-US" dirty="0"/>
          </a:p>
        </p:txBody>
      </p:sp>
    </p:spTree>
    <p:extLst>
      <p:ext uri="{BB962C8B-B14F-4D97-AF65-F5344CB8AC3E}">
        <p14:creationId xmlns:p14="http://schemas.microsoft.com/office/powerpoint/2010/main" val="15634808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2_Full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E11C3564-CF67-FE45-A9E2-4B3C230C88D2}"/>
              </a:ext>
            </a:extLst>
          </p:cNvPr>
          <p:cNvSpPr>
            <a:spLocks noGrp="1"/>
          </p:cNvSpPr>
          <p:nvPr>
            <p:ph type="pic" sz="quarter" idx="14"/>
          </p:nvPr>
        </p:nvSpPr>
        <p:spPr>
          <a:xfrm>
            <a:off x="0" y="-1"/>
            <a:ext cx="9144000" cy="2571751"/>
          </a:xfrm>
          <a:prstGeom prst="rect">
            <a:avLst/>
          </a:prstGeom>
          <a:solidFill>
            <a:schemeClr val="bg1">
              <a:lumMod val="95000"/>
            </a:schemeClr>
          </a:solidFill>
        </p:spPr>
        <p:txBody>
          <a:bodyPr>
            <a:normAutofit/>
          </a:bodyPr>
          <a:lstStyle>
            <a:lvl1pPr>
              <a:defRPr sz="788"/>
            </a:lvl1pPr>
          </a:lstStyle>
          <a:p>
            <a:endParaRPr lang="en-US" dirty="0"/>
          </a:p>
        </p:txBody>
      </p:sp>
    </p:spTree>
    <p:extLst>
      <p:ext uri="{BB962C8B-B14F-4D97-AF65-F5344CB8AC3E}">
        <p14:creationId xmlns:p14="http://schemas.microsoft.com/office/powerpoint/2010/main" val="16952796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7">
            <a:lum/>
          </a:blip>
          <a:srcRect/>
          <a:stretch>
            <a:fillRect/>
          </a:stretch>
        </a:blip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971550"/>
            <a:ext cx="8229600" cy="362307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940CB006-912F-44E1-9560-9CBFEBE946EF}" type="datetime4">
              <a:rPr lang="en-US" smtClean="0"/>
              <a:t>August 5, 2025</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slidemodel.com</a:t>
            </a:r>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76" r:id="rId1"/>
    <p:sldLayoutId id="2147483650" r:id="rId2"/>
    <p:sldLayoutId id="2147483651" r:id="rId3"/>
    <p:sldLayoutId id="2147483652" r:id="rId4"/>
    <p:sldLayoutId id="2147483672" r:id="rId5"/>
    <p:sldLayoutId id="2147483673" r:id="rId6"/>
    <p:sldLayoutId id="2147483654" r:id="rId7"/>
    <p:sldLayoutId id="2147483655" r:id="rId8"/>
    <p:sldLayoutId id="2147483656" r:id="rId9"/>
    <p:sldLayoutId id="2147483657" r:id="rId10"/>
    <p:sldLayoutId id="2147483658" r:id="rId11"/>
    <p:sldLayoutId id="2147483659" r:id="rId12"/>
    <p:sldLayoutId id="2147483675" r:id="rId13"/>
    <p:sldLayoutId id="2147483687" r:id="rId14"/>
    <p:sldLayoutId id="2147483688" r:id="rId15"/>
  </p:sldLayoutIdLst>
  <p:hf hdr="0"/>
  <p:txStyles>
    <p:titleStyle>
      <a:lvl1pPr algn="l" defTabSz="914400" rtl="0" eaLnBrk="1" latinLnBrk="0" hangingPunct="1">
        <a:spcBef>
          <a:spcPct val="0"/>
        </a:spcBef>
        <a:buNone/>
        <a:defRPr lang="en-US" sz="2800" b="1" kern="1200" dirty="0">
          <a:gradFill flip="none" rotWithShape="1">
            <a:gsLst>
              <a:gs pos="0">
                <a:srgbClr val="26588D"/>
              </a:gs>
              <a:gs pos="100000">
                <a:srgbClr val="4197C6"/>
              </a:gs>
            </a:gsLst>
            <a:lin ang="16200000" scaled="1"/>
            <a:tileRect/>
          </a:gradFill>
          <a:latin typeface="Arial" pitchFamily="34" charset="0"/>
          <a:ea typeface="+mj-ea"/>
          <a:cs typeface="Arial" pitchFamily="34" charset="0"/>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hyperlink" Target="https://help.sap.com/docs/CONTENT_AGENT_SERVICE/ae1a4f2d150d468d9ff56e13f9898e07/15406a06dfac4c1fabd7845c703773ba.html" TargetMode="External"/><Relationship Id="rId2" Type="http://schemas.openxmlformats.org/officeDocument/2006/relationships/hyperlink" Target="https://help.sap.com/docs/cloud-transport-management/sap-cloud-transport-management/initial-setup" TargetMode="External"/><Relationship Id="rId1" Type="http://schemas.openxmlformats.org/officeDocument/2006/relationships/slideLayout" Target="../slideLayouts/slideLayout7.xml"/><Relationship Id="rId4" Type="http://schemas.openxmlformats.org/officeDocument/2006/relationships/hyperlink" Target="https://help.sap.com/docs/CONTENT_AGENT_SERVICE/ae1a4f2d150d468d9ff56e13f9898e07/eed66f35f9d148c8ae5b2d46ff097d8c.html" TargetMode="Externa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hyperlink" Target="https://help.sap.com/docs/TRANSPORT_MANAGEMENT_SERVICE/7f7160ec0d8546c6b3eab72fb5ad6fd8/66fd7283c62f48adb23c56fb48c84a60.html" TargetMode="Externa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hyperlink" Target="https://help.sap.com/docs/cloud-transport-management/sap-cloud-transport-management/creating-destinations-using-sap-cloud-deployment-service-with-basic-authentication" TargetMode="External"/><Relationship Id="rId2" Type="http://schemas.openxmlformats.org/officeDocument/2006/relationships/hyperlink" Target="https://api.cf.us10-001.hana.ondemand.com/" TargetMode="Externa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hyperlink" Target="https://help.sap.com/docs/CONTENT_AGENT_SERVICE/ae1a4f2d150d468d9ff56e13f9898e07/15406a06dfac4c1fabd7845c703773ba.html" TargetMode="Externa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hyperlink" Target="https://help.sap.com/docs/CONTENT_AGENT_SERVICE/ae1a4f2d150d468d9ff56e13f9898e07/eed66f35f9d148c8ae5b2d46ff097d8c.html" TargetMode="Externa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1.jp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hyperlink" Target="http://www.twitter.com/" TargetMode="External"/><Relationship Id="rId2" Type="http://schemas.openxmlformats.org/officeDocument/2006/relationships/hyperlink" Target="http://www.facebook.com/" TargetMode="External"/><Relationship Id="rId1" Type="http://schemas.openxmlformats.org/officeDocument/2006/relationships/slideLayout" Target="../slideLayouts/slideLayout8.xml"/><Relationship Id="rId5" Type="http://schemas.openxmlformats.org/officeDocument/2006/relationships/image" Target="../media/image7.png"/><Relationship Id="rId4" Type="http://schemas.openxmlformats.org/officeDocument/2006/relationships/hyperlink" Target="http://www.dribbble.com/" TargetMode="External"/></Relationships>
</file>

<file path=ppt/slides/_rels/slide15.xml.rels><?xml version="1.0" encoding="UTF-8" standalone="yes"?>
<Relationships xmlns="http://schemas.openxmlformats.org/package/2006/relationships"><Relationship Id="rId8" Type="http://schemas.openxmlformats.org/officeDocument/2006/relationships/image" Target="../media/image17.jpeg"/><Relationship Id="rId3" Type="http://schemas.openxmlformats.org/officeDocument/2006/relationships/image" Target="../media/image12.jpeg"/><Relationship Id="rId7" Type="http://schemas.openxmlformats.org/officeDocument/2006/relationships/image" Target="../media/image16.tiff"/><Relationship Id="rId2" Type="http://schemas.openxmlformats.org/officeDocument/2006/relationships/notesSlide" Target="../notesSlides/notesSlide2.xml"/><Relationship Id="rId1" Type="http://schemas.openxmlformats.org/officeDocument/2006/relationships/slideLayout" Target="../slideLayouts/slideLayout15.xml"/><Relationship Id="rId6" Type="http://schemas.openxmlformats.org/officeDocument/2006/relationships/image" Target="../media/image15.tiff"/><Relationship Id="rId5" Type="http://schemas.openxmlformats.org/officeDocument/2006/relationships/image" Target="../media/image14.tiff"/><Relationship Id="rId4" Type="http://schemas.openxmlformats.org/officeDocument/2006/relationships/image" Target="../media/image13.tiff"/><Relationship Id="rId9"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352550"/>
            <a:ext cx="8229600" cy="1295400"/>
          </a:xfrm>
        </p:spPr>
        <p:txBody>
          <a:bodyPr>
            <a:normAutofit/>
          </a:bodyPr>
          <a:lstStyle/>
          <a:p>
            <a:pPr>
              <a:lnSpc>
                <a:spcPct val="90000"/>
              </a:lnSpc>
            </a:pPr>
            <a:r>
              <a:rPr lang="en-PH" sz="3600" dirty="0"/>
              <a:t>SAP Build Training for Corporate Professionals</a:t>
            </a:r>
          </a:p>
        </p:txBody>
      </p:sp>
      <p:sp>
        <p:nvSpPr>
          <p:cNvPr id="3" name="Subtitle 2"/>
          <p:cNvSpPr>
            <a:spLocks noGrp="1"/>
          </p:cNvSpPr>
          <p:nvPr>
            <p:ph type="subTitle" idx="1"/>
          </p:nvPr>
        </p:nvSpPr>
        <p:spPr>
          <a:xfrm>
            <a:off x="457200" y="2495550"/>
            <a:ext cx="8229600" cy="914400"/>
          </a:xfrm>
        </p:spPr>
        <p:txBody>
          <a:bodyPr>
            <a:normAutofit/>
          </a:bodyPr>
          <a:lstStyle/>
          <a:p>
            <a:r>
              <a:rPr lang="en-PH" sz="3600" b="1">
                <a:solidFill>
                  <a:srgbClr val="00B050"/>
                </a:solidFill>
                <a:latin typeface="Cooper Black" panose="0208090404030B020404" pitchFamily="18" charset="0"/>
              </a:rPr>
              <a:t>www.anubhavtrainings.com</a:t>
            </a:r>
            <a:endParaRPr lang="en-PH" sz="3600" b="1" dirty="0">
              <a:solidFill>
                <a:srgbClr val="00B050"/>
              </a:solidFill>
              <a:latin typeface="Cooper Black" panose="0208090404030B020404" pitchFamily="18" charset="0"/>
            </a:endParaRPr>
          </a:p>
        </p:txBody>
      </p:sp>
      <p:sp>
        <p:nvSpPr>
          <p:cNvPr id="4" name="Google Shape;500;p1">
            <a:extLst>
              <a:ext uri="{FF2B5EF4-FFF2-40B4-BE49-F238E27FC236}">
                <a16:creationId xmlns:a16="http://schemas.microsoft.com/office/drawing/2014/main" id="{A035E2B0-75D9-4BCC-1173-8F7FB8C99C8A}"/>
              </a:ext>
            </a:extLst>
          </p:cNvPr>
          <p:cNvSpPr txBox="1"/>
          <p:nvPr/>
        </p:nvSpPr>
        <p:spPr>
          <a:xfrm>
            <a:off x="609600" y="496005"/>
            <a:ext cx="1828800" cy="646290"/>
          </a:xfrm>
          <a:prstGeom prst="rect">
            <a:avLst/>
          </a:prstGeom>
          <a:gradFill>
            <a:gsLst>
              <a:gs pos="0">
                <a:srgbClr val="F3FCFF"/>
              </a:gs>
              <a:gs pos="35000">
                <a:srgbClr val="F6FCFF"/>
              </a:gs>
              <a:gs pos="100000">
                <a:srgbClr val="FBFFFF"/>
              </a:gs>
            </a:gsLst>
            <a:lin ang="16200000" scaled="0"/>
          </a:gradFill>
          <a:ln w="9525" cap="flat" cmpd="sng">
            <a:solidFill>
              <a:srgbClr val="000000"/>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dirty="0">
                <a:gradFill flip="none" rotWithShape="1">
                  <a:gsLst>
                    <a:gs pos="0">
                      <a:srgbClr val="0070C0"/>
                    </a:gs>
                    <a:gs pos="100000">
                      <a:srgbClr val="00B0F0"/>
                    </a:gs>
                  </a:gsLst>
                  <a:lin ang="16200000" scaled="1"/>
                  <a:tileRect/>
                </a:gradFill>
                <a:latin typeface="Arial" pitchFamily="34" charset="0"/>
                <a:ea typeface="+mj-ea"/>
                <a:cs typeface="Arial" pitchFamily="34" charset="0"/>
                <a:sym typeface="Corben"/>
              </a:rPr>
              <a:t>DAY-19</a:t>
            </a:r>
          </a:p>
        </p:txBody>
      </p:sp>
      <p:pic>
        <p:nvPicPr>
          <p:cNvPr id="6" name="Google Shape;497;p1">
            <a:extLst>
              <a:ext uri="{FF2B5EF4-FFF2-40B4-BE49-F238E27FC236}">
                <a16:creationId xmlns:a16="http://schemas.microsoft.com/office/drawing/2014/main" id="{503397FB-5BCD-D008-7827-9E43E26D9D15}"/>
              </a:ext>
            </a:extLst>
          </p:cNvPr>
          <p:cNvPicPr preferRelativeResize="0"/>
          <p:nvPr/>
        </p:nvPicPr>
        <p:blipFill rotWithShape="1">
          <a:blip r:embed="rId3">
            <a:alphaModFix/>
          </a:blip>
          <a:srcRect/>
          <a:stretch/>
        </p:blipFill>
        <p:spPr>
          <a:xfrm>
            <a:off x="7010400" y="3181350"/>
            <a:ext cx="1733995" cy="1656184"/>
          </a:xfrm>
          <a:prstGeom prst="rect">
            <a:avLst/>
          </a:prstGeom>
          <a:noFill/>
          <a:ln>
            <a:noFill/>
          </a:ln>
        </p:spPr>
      </p:pic>
    </p:spTree>
    <p:extLst>
      <p:ext uri="{BB962C8B-B14F-4D97-AF65-F5344CB8AC3E}">
        <p14:creationId xmlns:p14="http://schemas.microsoft.com/office/powerpoint/2010/main" val="838087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p:cNvPicPr>
            <a:picLocks noGrp="1" noChangeAspect="1"/>
          </p:cNvPicPr>
          <p:nvPr>
            <p:ph type="pic" idx="1"/>
          </p:nvPr>
        </p:nvPicPr>
        <p:blipFill rotWithShape="1">
          <a:blip r:embed="rId2" cstate="email">
            <a:extLst>
              <a:ext uri="{28A0092B-C50C-407E-A947-70E740481C1C}">
                <a14:useLocalDpi xmlns:a14="http://schemas.microsoft.com/office/drawing/2010/main"/>
              </a:ext>
            </a:extLst>
          </a:blip>
          <a:srcRect/>
          <a:stretch/>
        </p:blipFill>
        <p:spPr>
          <a:solidFill>
            <a:schemeClr val="bg1">
              <a:lumMod val="95000"/>
            </a:schemeClr>
          </a:solidFill>
        </p:spPr>
      </p:pic>
      <p:sp>
        <p:nvSpPr>
          <p:cNvPr id="13" name="Rectangle 12">
            <a:extLst>
              <a:ext uri="{FF2B5EF4-FFF2-40B4-BE49-F238E27FC236}">
                <a16:creationId xmlns:a16="http://schemas.microsoft.com/office/drawing/2014/main" id="{EE1D1380-BC28-F74F-8866-BD4C0AD42595}"/>
              </a:ext>
            </a:extLst>
          </p:cNvPr>
          <p:cNvSpPr/>
          <p:nvPr/>
        </p:nvSpPr>
        <p:spPr>
          <a:xfrm>
            <a:off x="2382" y="-10043"/>
            <a:ext cx="9139238" cy="5691851"/>
          </a:xfrm>
          <a:prstGeom prst="rect">
            <a:avLst/>
          </a:pr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457">
              <a:defRPr/>
            </a:pPr>
            <a:endParaRPr lang="en-US" sz="1349">
              <a:solidFill>
                <a:srgbClr val="FFFFFF"/>
              </a:solidFill>
              <a:latin typeface="Arial" panose="020B0604020202020204"/>
            </a:endParaRPr>
          </a:p>
        </p:txBody>
      </p:sp>
      <p:sp>
        <p:nvSpPr>
          <p:cNvPr id="6" name="Rectangle 5"/>
          <p:cNvSpPr/>
          <p:nvPr/>
        </p:nvSpPr>
        <p:spPr>
          <a:xfrm>
            <a:off x="2382" y="2392863"/>
            <a:ext cx="9139238" cy="1882229"/>
          </a:xfrm>
          <a:prstGeom prst="rect">
            <a:avLst/>
          </a:prstGeom>
          <a:gradFill flip="none" rotWithShape="1">
            <a:gsLst>
              <a:gs pos="13000">
                <a:srgbClr val="25B6C2">
                  <a:alpha val="50000"/>
                </a:srgbClr>
              </a:gs>
              <a:gs pos="100000">
                <a:srgbClr val="0692DB">
                  <a:alpha val="50000"/>
                </a:srgbClr>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457">
              <a:defRPr/>
            </a:pPr>
            <a:endParaRPr lang="ko-KR" altLang="en-US" sz="1349">
              <a:solidFill>
                <a:srgbClr val="FFFFFF"/>
              </a:solidFill>
              <a:latin typeface="Arial" panose="020B0604020202020204"/>
              <a:ea typeface="굴림" panose="020B0600000101010101" pitchFamily="34" charset="-127"/>
            </a:endParaRPr>
          </a:p>
        </p:txBody>
      </p:sp>
      <p:sp>
        <p:nvSpPr>
          <p:cNvPr id="7" name="Rectangle 6"/>
          <p:cNvSpPr/>
          <p:nvPr/>
        </p:nvSpPr>
        <p:spPr>
          <a:xfrm>
            <a:off x="2382" y="2522237"/>
            <a:ext cx="9139238" cy="1595821"/>
          </a:xfrm>
          <a:prstGeom prst="rect">
            <a:avLst/>
          </a:prstGeom>
          <a:gradFill flip="none" rotWithShape="1">
            <a:gsLst>
              <a:gs pos="13000">
                <a:srgbClr val="25B6C2"/>
              </a:gs>
              <a:gs pos="100000">
                <a:srgbClr val="0692DB"/>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457">
              <a:defRPr/>
            </a:pPr>
            <a:endParaRPr lang="ko-KR" altLang="en-US" sz="1349">
              <a:solidFill>
                <a:srgbClr val="FFFFFF"/>
              </a:solidFill>
              <a:latin typeface="Arial" panose="020B0604020202020204"/>
              <a:ea typeface="굴림" panose="020B0600000101010101" pitchFamily="34" charset="-127"/>
            </a:endParaRPr>
          </a:p>
        </p:txBody>
      </p:sp>
      <p:sp>
        <p:nvSpPr>
          <p:cNvPr id="19" name="TextBox 18">
            <a:extLst>
              <a:ext uri="{FF2B5EF4-FFF2-40B4-BE49-F238E27FC236}">
                <a16:creationId xmlns:a16="http://schemas.microsoft.com/office/drawing/2014/main" id="{B945CD40-9ABD-7441-A0F8-C5ACA34BB34C}"/>
              </a:ext>
            </a:extLst>
          </p:cNvPr>
          <p:cNvSpPr txBox="1"/>
          <p:nvPr/>
        </p:nvSpPr>
        <p:spPr>
          <a:xfrm>
            <a:off x="2881727" y="2577435"/>
            <a:ext cx="3380548" cy="507703"/>
          </a:xfrm>
          <a:prstGeom prst="rect">
            <a:avLst/>
          </a:prstGeom>
          <a:noFill/>
          <a:ln>
            <a:noFill/>
          </a:ln>
        </p:spPr>
        <p:txBody>
          <a:bodyPr wrap="square" rtlCol="0">
            <a:spAutoFit/>
          </a:bodyPr>
          <a:lstStyle/>
          <a:p>
            <a:pPr algn="ctr" defTabSz="685457">
              <a:defRPr/>
            </a:pPr>
            <a:r>
              <a:rPr lang="en-IN" sz="2699" b="1" dirty="0">
                <a:solidFill>
                  <a:srgbClr val="FFFFFF"/>
                </a:solidFill>
                <a:latin typeface="Arial" panose="020B0604020202020204" pitchFamily="34" charset="0"/>
                <a:ea typeface="Cambria" panose="02040503050406030204" pitchFamily="18" charset="0"/>
                <a:cs typeface="Arial" panose="020B0604020202020204" pitchFamily="34" charset="0"/>
              </a:rPr>
              <a:t>DISCLAIMER</a:t>
            </a:r>
            <a:endParaRPr lang="en-US" sz="2474" spc="113" dirty="0">
              <a:solidFill>
                <a:srgbClr val="FFFFFF"/>
              </a:solidFill>
              <a:latin typeface="Arial" panose="020B0604020202020204" pitchFamily="34" charset="0"/>
              <a:ea typeface="Lato Medium" panose="020F0502020204030203" pitchFamily="34" charset="0"/>
              <a:cs typeface="Arial" panose="020B0604020202020204" pitchFamily="34" charset="0"/>
            </a:endParaRPr>
          </a:p>
        </p:txBody>
      </p:sp>
      <p:sp>
        <p:nvSpPr>
          <p:cNvPr id="20" name="TextBox 19">
            <a:extLst>
              <a:ext uri="{FF2B5EF4-FFF2-40B4-BE49-F238E27FC236}">
                <a16:creationId xmlns:a16="http://schemas.microsoft.com/office/drawing/2014/main" id="{B945CD40-9ABD-7441-A0F8-C5ACA34BB34C}"/>
              </a:ext>
            </a:extLst>
          </p:cNvPr>
          <p:cNvSpPr txBox="1"/>
          <p:nvPr/>
        </p:nvSpPr>
        <p:spPr>
          <a:xfrm>
            <a:off x="332706" y="3044889"/>
            <a:ext cx="8478590" cy="922945"/>
          </a:xfrm>
          <a:prstGeom prst="rect">
            <a:avLst/>
          </a:prstGeom>
          <a:noFill/>
          <a:ln>
            <a:noFill/>
          </a:ln>
        </p:spPr>
        <p:txBody>
          <a:bodyPr wrap="square" rtlCol="0">
            <a:spAutoFit/>
          </a:bodyPr>
          <a:lstStyle/>
          <a:p>
            <a:pPr algn="ctr" defTabSz="685457">
              <a:defRPr/>
            </a:pPr>
            <a:r>
              <a:rPr lang="en-IN" sz="1799" dirty="0">
                <a:solidFill>
                  <a:srgbClr val="FFFFFF"/>
                </a:solidFill>
                <a:latin typeface="Arial" panose="020B0604020202020204" pitchFamily="34" charset="0"/>
                <a:cs typeface="Arial" panose="020B0604020202020204" pitchFamily="34" charset="0"/>
              </a:rPr>
              <a:t>The training content and delivery of this presentation is confidential, and cannot be recorded, or copied and distributed to any third party, without the written consent of Anubhav Trainings</a:t>
            </a:r>
          </a:p>
        </p:txBody>
      </p:sp>
      <p:pic>
        <p:nvPicPr>
          <p:cNvPr id="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50243" y="0"/>
            <a:ext cx="491377" cy="4853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3806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2" name="Straight Connector 31"/>
          <p:cNvCxnSpPr/>
          <p:nvPr/>
        </p:nvCxnSpPr>
        <p:spPr>
          <a:xfrm>
            <a:off x="609600" y="2190750"/>
            <a:ext cx="7924800" cy="1588"/>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9" name="Footer Placeholder 8"/>
          <p:cNvSpPr>
            <a:spLocks noGrp="1"/>
          </p:cNvSpPr>
          <p:nvPr>
            <p:ph type="ftr" sz="quarter" idx="11"/>
          </p:nvPr>
        </p:nvSpPr>
        <p:spPr/>
        <p:txBody>
          <a:bodyPr/>
          <a:lstStyle/>
          <a:p>
            <a:r>
              <a:rPr lang="en-US" dirty="0"/>
              <a:t>www.anubhavtrainings.com</a:t>
            </a:r>
          </a:p>
        </p:txBody>
      </p:sp>
      <p:sp>
        <p:nvSpPr>
          <p:cNvPr id="16" name="Slide Number Placeholder 15"/>
          <p:cNvSpPr>
            <a:spLocks noGrp="1"/>
          </p:cNvSpPr>
          <p:nvPr>
            <p:ph type="sldNum" sz="quarter" idx="12"/>
          </p:nvPr>
        </p:nvSpPr>
        <p:spPr/>
        <p:txBody>
          <a:bodyPr/>
          <a:lstStyle/>
          <a:p>
            <a:fld id="{B6F15528-21DE-4FAA-801E-634DDDAF4B2B}" type="slidenum">
              <a:rPr lang="en-US" smtClean="0"/>
              <a:pPr/>
              <a:t>3</a:t>
            </a:fld>
            <a:endParaRPr lang="en-US"/>
          </a:p>
        </p:txBody>
      </p:sp>
      <p:sp>
        <p:nvSpPr>
          <p:cNvPr id="2" name="Title 1"/>
          <p:cNvSpPr>
            <a:spLocks noGrp="1"/>
          </p:cNvSpPr>
          <p:nvPr>
            <p:ph type="title"/>
          </p:nvPr>
        </p:nvSpPr>
        <p:spPr/>
        <p:txBody>
          <a:bodyPr/>
          <a:lstStyle/>
          <a:p>
            <a:r>
              <a:rPr lang="en-US" dirty="0"/>
              <a:t>Agenda</a:t>
            </a:r>
          </a:p>
        </p:txBody>
      </p:sp>
      <p:grpSp>
        <p:nvGrpSpPr>
          <p:cNvPr id="8" name="Group 7"/>
          <p:cNvGrpSpPr/>
          <p:nvPr/>
        </p:nvGrpSpPr>
        <p:grpSpPr>
          <a:xfrm>
            <a:off x="1219200" y="1733550"/>
            <a:ext cx="6705600" cy="933450"/>
            <a:chOff x="914400" y="2190750"/>
            <a:chExt cx="6705600" cy="933450"/>
          </a:xfrm>
          <a:solidFill>
            <a:srgbClr val="0563B8"/>
          </a:solidFill>
        </p:grpSpPr>
        <p:sp>
          <p:nvSpPr>
            <p:cNvPr id="4" name="Oval 3"/>
            <p:cNvSpPr/>
            <p:nvPr/>
          </p:nvSpPr>
          <p:spPr>
            <a:xfrm>
              <a:off x="914400" y="2190750"/>
              <a:ext cx="933450" cy="9334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p:cNvSpPr/>
            <p:nvPr/>
          </p:nvSpPr>
          <p:spPr>
            <a:xfrm>
              <a:off x="2838450" y="2190750"/>
              <a:ext cx="933450" cy="9334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4762500" y="2190750"/>
              <a:ext cx="933450" cy="9334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6686550" y="2190750"/>
              <a:ext cx="933450" cy="9334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TextBox 11"/>
          <p:cNvSpPr txBox="1"/>
          <p:nvPr/>
        </p:nvSpPr>
        <p:spPr>
          <a:xfrm>
            <a:off x="6705600" y="2929176"/>
            <a:ext cx="1600200" cy="523220"/>
          </a:xfrm>
          <a:prstGeom prst="rect">
            <a:avLst/>
          </a:prstGeom>
          <a:noFill/>
        </p:spPr>
        <p:txBody>
          <a:bodyPr wrap="square" rtlCol="0">
            <a:spAutoFit/>
          </a:bodyPr>
          <a:lstStyle/>
          <a:p>
            <a:pPr algn="ctr"/>
            <a:r>
              <a:rPr lang="en-US" sz="1400" dirty="0">
                <a:solidFill>
                  <a:srgbClr val="0563B8"/>
                </a:solidFill>
                <a:latin typeface="Arial" pitchFamily="34" charset="0"/>
                <a:cs typeface="Arial" pitchFamily="34" charset="0"/>
              </a:rPr>
              <a:t>Content Transport</a:t>
            </a:r>
            <a:endParaRPr lang="en-US" sz="1050" dirty="0">
              <a:solidFill>
                <a:schemeClr val="bg1">
                  <a:lumMod val="50000"/>
                </a:schemeClr>
              </a:solidFill>
              <a:latin typeface="Arial" pitchFamily="34" charset="0"/>
              <a:cs typeface="Arial" pitchFamily="34" charset="0"/>
            </a:endParaRPr>
          </a:p>
        </p:txBody>
      </p:sp>
      <p:grpSp>
        <p:nvGrpSpPr>
          <p:cNvPr id="28" name="Group 27"/>
          <p:cNvGrpSpPr/>
          <p:nvPr/>
        </p:nvGrpSpPr>
        <p:grpSpPr>
          <a:xfrm>
            <a:off x="1457325" y="1952625"/>
            <a:ext cx="443206" cy="484863"/>
            <a:chOff x="1981201" y="1547809"/>
            <a:chExt cx="443206" cy="484863"/>
          </a:xfrm>
          <a:solidFill>
            <a:schemeClr val="bg1"/>
          </a:solidFill>
        </p:grpSpPr>
        <p:sp>
          <p:nvSpPr>
            <p:cNvPr id="1030" name="Freeform 6"/>
            <p:cNvSpPr>
              <a:spLocks noEditPoints="1"/>
            </p:cNvSpPr>
            <p:nvPr/>
          </p:nvSpPr>
          <p:spPr bwMode="auto">
            <a:xfrm>
              <a:off x="2085003" y="1547809"/>
              <a:ext cx="339404" cy="340770"/>
            </a:xfrm>
            <a:custGeom>
              <a:avLst/>
              <a:gdLst/>
              <a:ahLst/>
              <a:cxnLst>
                <a:cxn ang="0">
                  <a:pos x="219" y="91"/>
                </a:cxn>
                <a:cxn ang="0">
                  <a:pos x="166" y="110"/>
                </a:cxn>
                <a:cxn ang="0">
                  <a:pos x="123" y="147"/>
                </a:cxn>
                <a:cxn ang="0">
                  <a:pos x="96" y="197"/>
                </a:cxn>
                <a:cxn ang="0">
                  <a:pos x="87" y="251"/>
                </a:cxn>
                <a:cxn ang="0">
                  <a:pos x="97" y="306"/>
                </a:cxn>
                <a:cxn ang="0">
                  <a:pos x="126" y="354"/>
                </a:cxn>
                <a:cxn ang="0">
                  <a:pos x="170" y="390"/>
                </a:cxn>
                <a:cxn ang="0">
                  <a:pos x="223" y="410"/>
                </a:cxn>
                <a:cxn ang="0">
                  <a:pos x="279" y="408"/>
                </a:cxn>
                <a:cxn ang="0">
                  <a:pos x="330" y="389"/>
                </a:cxn>
                <a:cxn ang="0">
                  <a:pos x="373" y="352"/>
                </a:cxn>
                <a:cxn ang="0">
                  <a:pos x="401" y="301"/>
                </a:cxn>
                <a:cxn ang="0">
                  <a:pos x="409" y="247"/>
                </a:cxn>
                <a:cxn ang="0">
                  <a:pos x="399" y="193"/>
                </a:cxn>
                <a:cxn ang="0">
                  <a:pos x="370" y="145"/>
                </a:cxn>
                <a:cxn ang="0">
                  <a:pos x="326" y="108"/>
                </a:cxn>
                <a:cxn ang="0">
                  <a:pos x="274" y="90"/>
                </a:cxn>
                <a:cxn ang="0">
                  <a:pos x="241" y="0"/>
                </a:cxn>
                <a:cxn ang="0">
                  <a:pos x="310" y="8"/>
                </a:cxn>
                <a:cxn ang="0">
                  <a:pos x="376" y="35"/>
                </a:cxn>
                <a:cxn ang="0">
                  <a:pos x="433" y="82"/>
                </a:cxn>
                <a:cxn ang="0">
                  <a:pos x="472" y="141"/>
                </a:cxn>
                <a:cxn ang="0">
                  <a:pos x="494" y="207"/>
                </a:cxn>
                <a:cxn ang="0">
                  <a:pos x="495" y="278"/>
                </a:cxn>
                <a:cxn ang="0">
                  <a:pos x="478" y="345"/>
                </a:cxn>
                <a:cxn ang="0">
                  <a:pos x="441" y="407"/>
                </a:cxn>
                <a:cxn ang="0">
                  <a:pos x="387" y="456"/>
                </a:cxn>
                <a:cxn ang="0">
                  <a:pos x="324" y="487"/>
                </a:cxn>
                <a:cxn ang="0">
                  <a:pos x="256" y="499"/>
                </a:cxn>
                <a:cxn ang="0">
                  <a:pos x="187" y="491"/>
                </a:cxn>
                <a:cxn ang="0">
                  <a:pos x="121" y="464"/>
                </a:cxn>
                <a:cxn ang="0">
                  <a:pos x="64" y="418"/>
                </a:cxn>
                <a:cxn ang="0">
                  <a:pos x="25" y="358"/>
                </a:cxn>
                <a:cxn ang="0">
                  <a:pos x="3" y="292"/>
                </a:cxn>
                <a:cxn ang="0">
                  <a:pos x="2" y="222"/>
                </a:cxn>
                <a:cxn ang="0">
                  <a:pos x="19" y="155"/>
                </a:cxn>
                <a:cxn ang="0">
                  <a:pos x="56" y="92"/>
                </a:cxn>
                <a:cxn ang="0">
                  <a:pos x="110" y="43"/>
                </a:cxn>
                <a:cxn ang="0">
                  <a:pos x="173" y="13"/>
                </a:cxn>
                <a:cxn ang="0">
                  <a:pos x="241" y="0"/>
                </a:cxn>
              </a:cxnLst>
              <a:rect l="0" t="0" r="r" b="b"/>
              <a:pathLst>
                <a:path w="497" h="499">
                  <a:moveTo>
                    <a:pt x="246" y="88"/>
                  </a:moveTo>
                  <a:lnTo>
                    <a:pt x="219" y="91"/>
                  </a:lnTo>
                  <a:lnTo>
                    <a:pt x="192" y="98"/>
                  </a:lnTo>
                  <a:lnTo>
                    <a:pt x="166" y="110"/>
                  </a:lnTo>
                  <a:lnTo>
                    <a:pt x="144" y="126"/>
                  </a:lnTo>
                  <a:lnTo>
                    <a:pt x="123" y="147"/>
                  </a:lnTo>
                  <a:lnTo>
                    <a:pt x="107" y="171"/>
                  </a:lnTo>
                  <a:lnTo>
                    <a:pt x="96" y="197"/>
                  </a:lnTo>
                  <a:lnTo>
                    <a:pt x="89" y="224"/>
                  </a:lnTo>
                  <a:lnTo>
                    <a:pt x="87" y="251"/>
                  </a:lnTo>
                  <a:lnTo>
                    <a:pt x="90" y="280"/>
                  </a:lnTo>
                  <a:lnTo>
                    <a:pt x="97" y="306"/>
                  </a:lnTo>
                  <a:lnTo>
                    <a:pt x="110" y="331"/>
                  </a:lnTo>
                  <a:lnTo>
                    <a:pt x="126" y="354"/>
                  </a:lnTo>
                  <a:lnTo>
                    <a:pt x="146" y="374"/>
                  </a:lnTo>
                  <a:lnTo>
                    <a:pt x="170" y="390"/>
                  </a:lnTo>
                  <a:lnTo>
                    <a:pt x="196" y="403"/>
                  </a:lnTo>
                  <a:lnTo>
                    <a:pt x="223" y="410"/>
                  </a:lnTo>
                  <a:lnTo>
                    <a:pt x="250" y="411"/>
                  </a:lnTo>
                  <a:lnTo>
                    <a:pt x="279" y="408"/>
                  </a:lnTo>
                  <a:lnTo>
                    <a:pt x="305" y="400"/>
                  </a:lnTo>
                  <a:lnTo>
                    <a:pt x="330" y="389"/>
                  </a:lnTo>
                  <a:lnTo>
                    <a:pt x="352" y="372"/>
                  </a:lnTo>
                  <a:lnTo>
                    <a:pt x="373" y="352"/>
                  </a:lnTo>
                  <a:lnTo>
                    <a:pt x="388" y="328"/>
                  </a:lnTo>
                  <a:lnTo>
                    <a:pt x="401" y="301"/>
                  </a:lnTo>
                  <a:lnTo>
                    <a:pt x="408" y="275"/>
                  </a:lnTo>
                  <a:lnTo>
                    <a:pt x="409" y="247"/>
                  </a:lnTo>
                  <a:lnTo>
                    <a:pt x="407" y="220"/>
                  </a:lnTo>
                  <a:lnTo>
                    <a:pt x="399" y="193"/>
                  </a:lnTo>
                  <a:lnTo>
                    <a:pt x="387" y="167"/>
                  </a:lnTo>
                  <a:lnTo>
                    <a:pt x="370" y="145"/>
                  </a:lnTo>
                  <a:lnTo>
                    <a:pt x="350" y="124"/>
                  </a:lnTo>
                  <a:lnTo>
                    <a:pt x="326" y="108"/>
                  </a:lnTo>
                  <a:lnTo>
                    <a:pt x="300" y="97"/>
                  </a:lnTo>
                  <a:lnTo>
                    <a:pt x="274" y="90"/>
                  </a:lnTo>
                  <a:lnTo>
                    <a:pt x="246" y="88"/>
                  </a:lnTo>
                  <a:close/>
                  <a:moveTo>
                    <a:pt x="241" y="0"/>
                  </a:moveTo>
                  <a:lnTo>
                    <a:pt x="276" y="2"/>
                  </a:lnTo>
                  <a:lnTo>
                    <a:pt x="310" y="8"/>
                  </a:lnTo>
                  <a:lnTo>
                    <a:pt x="343" y="19"/>
                  </a:lnTo>
                  <a:lnTo>
                    <a:pt x="376" y="35"/>
                  </a:lnTo>
                  <a:lnTo>
                    <a:pt x="405" y="57"/>
                  </a:lnTo>
                  <a:lnTo>
                    <a:pt x="433" y="82"/>
                  </a:lnTo>
                  <a:lnTo>
                    <a:pt x="454" y="110"/>
                  </a:lnTo>
                  <a:lnTo>
                    <a:pt x="472" y="141"/>
                  </a:lnTo>
                  <a:lnTo>
                    <a:pt x="485" y="174"/>
                  </a:lnTo>
                  <a:lnTo>
                    <a:pt x="494" y="207"/>
                  </a:lnTo>
                  <a:lnTo>
                    <a:pt x="497" y="242"/>
                  </a:lnTo>
                  <a:lnTo>
                    <a:pt x="495" y="278"/>
                  </a:lnTo>
                  <a:lnTo>
                    <a:pt x="489" y="312"/>
                  </a:lnTo>
                  <a:lnTo>
                    <a:pt x="478" y="345"/>
                  </a:lnTo>
                  <a:lnTo>
                    <a:pt x="462" y="378"/>
                  </a:lnTo>
                  <a:lnTo>
                    <a:pt x="441" y="407"/>
                  </a:lnTo>
                  <a:lnTo>
                    <a:pt x="416" y="435"/>
                  </a:lnTo>
                  <a:lnTo>
                    <a:pt x="387" y="456"/>
                  </a:lnTo>
                  <a:lnTo>
                    <a:pt x="357" y="474"/>
                  </a:lnTo>
                  <a:lnTo>
                    <a:pt x="324" y="487"/>
                  </a:lnTo>
                  <a:lnTo>
                    <a:pt x="291" y="496"/>
                  </a:lnTo>
                  <a:lnTo>
                    <a:pt x="256" y="499"/>
                  </a:lnTo>
                  <a:lnTo>
                    <a:pt x="221" y="497"/>
                  </a:lnTo>
                  <a:lnTo>
                    <a:pt x="187" y="491"/>
                  </a:lnTo>
                  <a:lnTo>
                    <a:pt x="154" y="480"/>
                  </a:lnTo>
                  <a:lnTo>
                    <a:pt x="121" y="464"/>
                  </a:lnTo>
                  <a:lnTo>
                    <a:pt x="92" y="443"/>
                  </a:lnTo>
                  <a:lnTo>
                    <a:pt x="64" y="418"/>
                  </a:lnTo>
                  <a:lnTo>
                    <a:pt x="43" y="389"/>
                  </a:lnTo>
                  <a:lnTo>
                    <a:pt x="25" y="358"/>
                  </a:lnTo>
                  <a:lnTo>
                    <a:pt x="12" y="325"/>
                  </a:lnTo>
                  <a:lnTo>
                    <a:pt x="3" y="292"/>
                  </a:lnTo>
                  <a:lnTo>
                    <a:pt x="0" y="257"/>
                  </a:lnTo>
                  <a:lnTo>
                    <a:pt x="2" y="222"/>
                  </a:lnTo>
                  <a:lnTo>
                    <a:pt x="8" y="188"/>
                  </a:lnTo>
                  <a:lnTo>
                    <a:pt x="19" y="155"/>
                  </a:lnTo>
                  <a:lnTo>
                    <a:pt x="35" y="122"/>
                  </a:lnTo>
                  <a:lnTo>
                    <a:pt x="56" y="92"/>
                  </a:lnTo>
                  <a:lnTo>
                    <a:pt x="81" y="65"/>
                  </a:lnTo>
                  <a:lnTo>
                    <a:pt x="110" y="43"/>
                  </a:lnTo>
                  <a:lnTo>
                    <a:pt x="140" y="25"/>
                  </a:lnTo>
                  <a:lnTo>
                    <a:pt x="173" y="13"/>
                  </a:lnTo>
                  <a:lnTo>
                    <a:pt x="206" y="3"/>
                  </a:lnTo>
                  <a:lnTo>
                    <a:pt x="24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31" name="Freeform 7"/>
            <p:cNvSpPr>
              <a:spLocks/>
            </p:cNvSpPr>
            <p:nvPr/>
          </p:nvSpPr>
          <p:spPr bwMode="auto">
            <a:xfrm>
              <a:off x="1981201" y="1803216"/>
              <a:ext cx="204872" cy="229456"/>
            </a:xfrm>
            <a:custGeom>
              <a:avLst/>
              <a:gdLst/>
              <a:ahLst/>
              <a:cxnLst>
                <a:cxn ang="0">
                  <a:pos x="221" y="0"/>
                </a:cxn>
                <a:cxn ang="0">
                  <a:pos x="232" y="4"/>
                </a:cxn>
                <a:cxn ang="0">
                  <a:pos x="242" y="11"/>
                </a:cxn>
                <a:cxn ang="0">
                  <a:pos x="287" y="47"/>
                </a:cxn>
                <a:cxn ang="0">
                  <a:pos x="295" y="56"/>
                </a:cxn>
                <a:cxn ang="0">
                  <a:pos x="299" y="66"/>
                </a:cxn>
                <a:cxn ang="0">
                  <a:pos x="300" y="78"/>
                </a:cxn>
                <a:cxn ang="0">
                  <a:pos x="298" y="89"/>
                </a:cxn>
                <a:cxn ang="0">
                  <a:pos x="292" y="99"/>
                </a:cxn>
                <a:cxn ang="0">
                  <a:pos x="111" y="322"/>
                </a:cxn>
                <a:cxn ang="0">
                  <a:pos x="100" y="331"/>
                </a:cxn>
                <a:cxn ang="0">
                  <a:pos x="85" y="336"/>
                </a:cxn>
                <a:cxn ang="0">
                  <a:pos x="71" y="335"/>
                </a:cxn>
                <a:cxn ang="0">
                  <a:pos x="58" y="328"/>
                </a:cxn>
                <a:cxn ang="0">
                  <a:pos x="14" y="292"/>
                </a:cxn>
                <a:cxn ang="0">
                  <a:pos x="5" y="280"/>
                </a:cxn>
                <a:cxn ang="0">
                  <a:pos x="0" y="265"/>
                </a:cxn>
                <a:cxn ang="0">
                  <a:pos x="1" y="252"/>
                </a:cxn>
                <a:cxn ang="0">
                  <a:pos x="8" y="238"/>
                </a:cxn>
                <a:cxn ang="0">
                  <a:pos x="190" y="15"/>
                </a:cxn>
                <a:cxn ang="0">
                  <a:pos x="199" y="7"/>
                </a:cxn>
                <a:cxn ang="0">
                  <a:pos x="210" y="3"/>
                </a:cxn>
                <a:cxn ang="0">
                  <a:pos x="221" y="0"/>
                </a:cxn>
              </a:cxnLst>
              <a:rect l="0" t="0" r="r" b="b"/>
              <a:pathLst>
                <a:path w="300" h="336">
                  <a:moveTo>
                    <a:pt x="221" y="0"/>
                  </a:moveTo>
                  <a:lnTo>
                    <a:pt x="232" y="4"/>
                  </a:lnTo>
                  <a:lnTo>
                    <a:pt x="242" y="11"/>
                  </a:lnTo>
                  <a:lnTo>
                    <a:pt x="287" y="47"/>
                  </a:lnTo>
                  <a:lnTo>
                    <a:pt x="295" y="56"/>
                  </a:lnTo>
                  <a:lnTo>
                    <a:pt x="299" y="66"/>
                  </a:lnTo>
                  <a:lnTo>
                    <a:pt x="300" y="78"/>
                  </a:lnTo>
                  <a:lnTo>
                    <a:pt x="298" y="89"/>
                  </a:lnTo>
                  <a:lnTo>
                    <a:pt x="292" y="99"/>
                  </a:lnTo>
                  <a:lnTo>
                    <a:pt x="111" y="322"/>
                  </a:lnTo>
                  <a:lnTo>
                    <a:pt x="100" y="331"/>
                  </a:lnTo>
                  <a:lnTo>
                    <a:pt x="85" y="336"/>
                  </a:lnTo>
                  <a:lnTo>
                    <a:pt x="71" y="335"/>
                  </a:lnTo>
                  <a:lnTo>
                    <a:pt x="58" y="328"/>
                  </a:lnTo>
                  <a:lnTo>
                    <a:pt x="14" y="292"/>
                  </a:lnTo>
                  <a:lnTo>
                    <a:pt x="5" y="280"/>
                  </a:lnTo>
                  <a:lnTo>
                    <a:pt x="0" y="265"/>
                  </a:lnTo>
                  <a:lnTo>
                    <a:pt x="1" y="252"/>
                  </a:lnTo>
                  <a:lnTo>
                    <a:pt x="8" y="238"/>
                  </a:lnTo>
                  <a:lnTo>
                    <a:pt x="190" y="15"/>
                  </a:lnTo>
                  <a:lnTo>
                    <a:pt x="199" y="7"/>
                  </a:lnTo>
                  <a:lnTo>
                    <a:pt x="210" y="3"/>
                  </a:lnTo>
                  <a:lnTo>
                    <a:pt x="22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29" name="Group 28"/>
          <p:cNvGrpSpPr/>
          <p:nvPr/>
        </p:nvGrpSpPr>
        <p:grpSpPr>
          <a:xfrm>
            <a:off x="3362325" y="1924050"/>
            <a:ext cx="482814" cy="544275"/>
            <a:chOff x="2698251" y="1515030"/>
            <a:chExt cx="482814" cy="544275"/>
          </a:xfrm>
          <a:solidFill>
            <a:schemeClr val="bg1"/>
          </a:solidFill>
        </p:grpSpPr>
        <p:sp>
          <p:nvSpPr>
            <p:cNvPr id="1032" name="Freeform 8"/>
            <p:cNvSpPr>
              <a:spLocks noEditPoints="1"/>
            </p:cNvSpPr>
            <p:nvPr/>
          </p:nvSpPr>
          <p:spPr bwMode="auto">
            <a:xfrm>
              <a:off x="2698251" y="1575125"/>
              <a:ext cx="482814" cy="484180"/>
            </a:xfrm>
            <a:custGeom>
              <a:avLst/>
              <a:gdLst/>
              <a:ahLst/>
              <a:cxnLst>
                <a:cxn ang="0">
                  <a:pos x="79" y="78"/>
                </a:cxn>
                <a:cxn ang="0">
                  <a:pos x="79" y="631"/>
                </a:cxn>
                <a:cxn ang="0">
                  <a:pos x="629" y="631"/>
                </a:cxn>
                <a:cxn ang="0">
                  <a:pos x="629" y="78"/>
                </a:cxn>
                <a:cxn ang="0">
                  <a:pos x="79" y="78"/>
                </a:cxn>
                <a:cxn ang="0">
                  <a:pos x="71" y="0"/>
                </a:cxn>
                <a:cxn ang="0">
                  <a:pos x="637" y="0"/>
                </a:cxn>
                <a:cxn ang="0">
                  <a:pos x="655" y="2"/>
                </a:cxn>
                <a:cxn ang="0">
                  <a:pos x="672" y="10"/>
                </a:cxn>
                <a:cxn ang="0">
                  <a:pos x="687" y="20"/>
                </a:cxn>
                <a:cxn ang="0">
                  <a:pos x="697" y="35"/>
                </a:cxn>
                <a:cxn ang="0">
                  <a:pos x="705" y="52"/>
                </a:cxn>
                <a:cxn ang="0">
                  <a:pos x="707" y="70"/>
                </a:cxn>
                <a:cxn ang="0">
                  <a:pos x="707" y="638"/>
                </a:cxn>
                <a:cxn ang="0">
                  <a:pos x="705" y="657"/>
                </a:cxn>
                <a:cxn ang="0">
                  <a:pos x="697" y="674"/>
                </a:cxn>
                <a:cxn ang="0">
                  <a:pos x="687" y="688"/>
                </a:cxn>
                <a:cxn ang="0">
                  <a:pos x="672" y="699"/>
                </a:cxn>
                <a:cxn ang="0">
                  <a:pos x="655" y="706"/>
                </a:cxn>
                <a:cxn ang="0">
                  <a:pos x="637" y="709"/>
                </a:cxn>
                <a:cxn ang="0">
                  <a:pos x="71" y="709"/>
                </a:cxn>
                <a:cxn ang="0">
                  <a:pos x="53" y="706"/>
                </a:cxn>
                <a:cxn ang="0">
                  <a:pos x="36" y="699"/>
                </a:cxn>
                <a:cxn ang="0">
                  <a:pos x="21" y="688"/>
                </a:cxn>
                <a:cxn ang="0">
                  <a:pos x="11" y="674"/>
                </a:cxn>
                <a:cxn ang="0">
                  <a:pos x="3" y="657"/>
                </a:cxn>
                <a:cxn ang="0">
                  <a:pos x="0" y="638"/>
                </a:cxn>
                <a:cxn ang="0">
                  <a:pos x="0" y="70"/>
                </a:cxn>
                <a:cxn ang="0">
                  <a:pos x="3" y="52"/>
                </a:cxn>
                <a:cxn ang="0">
                  <a:pos x="11" y="35"/>
                </a:cxn>
                <a:cxn ang="0">
                  <a:pos x="21" y="20"/>
                </a:cxn>
                <a:cxn ang="0">
                  <a:pos x="36" y="10"/>
                </a:cxn>
                <a:cxn ang="0">
                  <a:pos x="53" y="2"/>
                </a:cxn>
                <a:cxn ang="0">
                  <a:pos x="71" y="0"/>
                </a:cxn>
              </a:cxnLst>
              <a:rect l="0" t="0" r="r" b="b"/>
              <a:pathLst>
                <a:path w="707" h="709">
                  <a:moveTo>
                    <a:pt x="79" y="78"/>
                  </a:moveTo>
                  <a:lnTo>
                    <a:pt x="79" y="631"/>
                  </a:lnTo>
                  <a:lnTo>
                    <a:pt x="629" y="631"/>
                  </a:lnTo>
                  <a:lnTo>
                    <a:pt x="629" y="78"/>
                  </a:lnTo>
                  <a:lnTo>
                    <a:pt x="79" y="78"/>
                  </a:lnTo>
                  <a:close/>
                  <a:moveTo>
                    <a:pt x="71" y="0"/>
                  </a:moveTo>
                  <a:lnTo>
                    <a:pt x="637" y="0"/>
                  </a:lnTo>
                  <a:lnTo>
                    <a:pt x="655" y="2"/>
                  </a:lnTo>
                  <a:lnTo>
                    <a:pt x="672" y="10"/>
                  </a:lnTo>
                  <a:lnTo>
                    <a:pt x="687" y="20"/>
                  </a:lnTo>
                  <a:lnTo>
                    <a:pt x="697" y="35"/>
                  </a:lnTo>
                  <a:lnTo>
                    <a:pt x="705" y="52"/>
                  </a:lnTo>
                  <a:lnTo>
                    <a:pt x="707" y="70"/>
                  </a:lnTo>
                  <a:lnTo>
                    <a:pt x="707" y="638"/>
                  </a:lnTo>
                  <a:lnTo>
                    <a:pt x="705" y="657"/>
                  </a:lnTo>
                  <a:lnTo>
                    <a:pt x="697" y="674"/>
                  </a:lnTo>
                  <a:lnTo>
                    <a:pt x="687" y="688"/>
                  </a:lnTo>
                  <a:lnTo>
                    <a:pt x="672" y="699"/>
                  </a:lnTo>
                  <a:lnTo>
                    <a:pt x="655" y="706"/>
                  </a:lnTo>
                  <a:lnTo>
                    <a:pt x="637" y="709"/>
                  </a:lnTo>
                  <a:lnTo>
                    <a:pt x="71" y="709"/>
                  </a:lnTo>
                  <a:lnTo>
                    <a:pt x="53" y="706"/>
                  </a:lnTo>
                  <a:lnTo>
                    <a:pt x="36" y="699"/>
                  </a:lnTo>
                  <a:lnTo>
                    <a:pt x="21" y="688"/>
                  </a:lnTo>
                  <a:lnTo>
                    <a:pt x="11" y="674"/>
                  </a:lnTo>
                  <a:lnTo>
                    <a:pt x="3" y="657"/>
                  </a:lnTo>
                  <a:lnTo>
                    <a:pt x="0" y="638"/>
                  </a:lnTo>
                  <a:lnTo>
                    <a:pt x="0" y="70"/>
                  </a:lnTo>
                  <a:lnTo>
                    <a:pt x="3" y="52"/>
                  </a:lnTo>
                  <a:lnTo>
                    <a:pt x="11" y="35"/>
                  </a:lnTo>
                  <a:lnTo>
                    <a:pt x="21" y="20"/>
                  </a:lnTo>
                  <a:lnTo>
                    <a:pt x="36" y="10"/>
                  </a:lnTo>
                  <a:lnTo>
                    <a:pt x="53" y="2"/>
                  </a:lnTo>
                  <a:lnTo>
                    <a:pt x="7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33" name="Freeform 9"/>
            <p:cNvSpPr>
              <a:spLocks/>
            </p:cNvSpPr>
            <p:nvPr/>
          </p:nvSpPr>
          <p:spPr bwMode="auto">
            <a:xfrm>
              <a:off x="2817077" y="1515030"/>
              <a:ext cx="55998" cy="172775"/>
            </a:xfrm>
            <a:custGeom>
              <a:avLst/>
              <a:gdLst/>
              <a:ahLst/>
              <a:cxnLst>
                <a:cxn ang="0">
                  <a:pos x="31" y="0"/>
                </a:cxn>
                <a:cxn ang="0">
                  <a:pos x="51" y="0"/>
                </a:cxn>
                <a:cxn ang="0">
                  <a:pos x="63" y="3"/>
                </a:cxn>
                <a:cxn ang="0">
                  <a:pos x="73" y="9"/>
                </a:cxn>
                <a:cxn ang="0">
                  <a:pos x="80" y="20"/>
                </a:cxn>
                <a:cxn ang="0">
                  <a:pos x="82" y="32"/>
                </a:cxn>
                <a:cxn ang="0">
                  <a:pos x="82" y="222"/>
                </a:cxn>
                <a:cxn ang="0">
                  <a:pos x="80" y="235"/>
                </a:cxn>
                <a:cxn ang="0">
                  <a:pos x="73" y="244"/>
                </a:cxn>
                <a:cxn ang="0">
                  <a:pos x="63" y="251"/>
                </a:cxn>
                <a:cxn ang="0">
                  <a:pos x="51" y="253"/>
                </a:cxn>
                <a:cxn ang="0">
                  <a:pos x="31" y="253"/>
                </a:cxn>
                <a:cxn ang="0">
                  <a:pos x="19" y="251"/>
                </a:cxn>
                <a:cxn ang="0">
                  <a:pos x="9" y="244"/>
                </a:cxn>
                <a:cxn ang="0">
                  <a:pos x="2" y="235"/>
                </a:cxn>
                <a:cxn ang="0">
                  <a:pos x="0" y="222"/>
                </a:cxn>
                <a:cxn ang="0">
                  <a:pos x="0" y="32"/>
                </a:cxn>
                <a:cxn ang="0">
                  <a:pos x="2" y="20"/>
                </a:cxn>
                <a:cxn ang="0">
                  <a:pos x="9" y="9"/>
                </a:cxn>
                <a:cxn ang="0">
                  <a:pos x="19" y="3"/>
                </a:cxn>
                <a:cxn ang="0">
                  <a:pos x="31" y="0"/>
                </a:cxn>
              </a:cxnLst>
              <a:rect l="0" t="0" r="r" b="b"/>
              <a:pathLst>
                <a:path w="82" h="253">
                  <a:moveTo>
                    <a:pt x="31" y="0"/>
                  </a:moveTo>
                  <a:lnTo>
                    <a:pt x="51" y="0"/>
                  </a:lnTo>
                  <a:lnTo>
                    <a:pt x="63" y="3"/>
                  </a:lnTo>
                  <a:lnTo>
                    <a:pt x="73" y="9"/>
                  </a:lnTo>
                  <a:lnTo>
                    <a:pt x="80" y="20"/>
                  </a:lnTo>
                  <a:lnTo>
                    <a:pt x="82" y="32"/>
                  </a:lnTo>
                  <a:lnTo>
                    <a:pt x="82" y="222"/>
                  </a:lnTo>
                  <a:lnTo>
                    <a:pt x="80" y="235"/>
                  </a:lnTo>
                  <a:lnTo>
                    <a:pt x="73" y="244"/>
                  </a:lnTo>
                  <a:lnTo>
                    <a:pt x="63" y="251"/>
                  </a:lnTo>
                  <a:lnTo>
                    <a:pt x="51" y="253"/>
                  </a:lnTo>
                  <a:lnTo>
                    <a:pt x="31" y="253"/>
                  </a:lnTo>
                  <a:lnTo>
                    <a:pt x="19" y="251"/>
                  </a:lnTo>
                  <a:lnTo>
                    <a:pt x="9" y="244"/>
                  </a:lnTo>
                  <a:lnTo>
                    <a:pt x="2" y="235"/>
                  </a:lnTo>
                  <a:lnTo>
                    <a:pt x="0" y="222"/>
                  </a:lnTo>
                  <a:lnTo>
                    <a:pt x="0" y="32"/>
                  </a:lnTo>
                  <a:lnTo>
                    <a:pt x="2" y="20"/>
                  </a:lnTo>
                  <a:lnTo>
                    <a:pt x="9" y="9"/>
                  </a:lnTo>
                  <a:lnTo>
                    <a:pt x="19" y="3"/>
                  </a:lnTo>
                  <a:lnTo>
                    <a:pt x="3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34" name="Freeform 10"/>
            <p:cNvSpPr>
              <a:spLocks/>
            </p:cNvSpPr>
            <p:nvPr/>
          </p:nvSpPr>
          <p:spPr bwMode="auto">
            <a:xfrm>
              <a:off x="3004876" y="1515030"/>
              <a:ext cx="55998" cy="172775"/>
            </a:xfrm>
            <a:custGeom>
              <a:avLst/>
              <a:gdLst/>
              <a:ahLst/>
              <a:cxnLst>
                <a:cxn ang="0">
                  <a:pos x="32" y="0"/>
                </a:cxn>
                <a:cxn ang="0">
                  <a:pos x="51" y="0"/>
                </a:cxn>
                <a:cxn ang="0">
                  <a:pos x="64" y="3"/>
                </a:cxn>
                <a:cxn ang="0">
                  <a:pos x="73" y="9"/>
                </a:cxn>
                <a:cxn ang="0">
                  <a:pos x="79" y="20"/>
                </a:cxn>
                <a:cxn ang="0">
                  <a:pos x="82" y="32"/>
                </a:cxn>
                <a:cxn ang="0">
                  <a:pos x="82" y="222"/>
                </a:cxn>
                <a:cxn ang="0">
                  <a:pos x="79" y="235"/>
                </a:cxn>
                <a:cxn ang="0">
                  <a:pos x="73" y="244"/>
                </a:cxn>
                <a:cxn ang="0">
                  <a:pos x="64" y="251"/>
                </a:cxn>
                <a:cxn ang="0">
                  <a:pos x="51" y="253"/>
                </a:cxn>
                <a:cxn ang="0">
                  <a:pos x="32" y="253"/>
                </a:cxn>
                <a:cxn ang="0">
                  <a:pos x="19" y="251"/>
                </a:cxn>
                <a:cxn ang="0">
                  <a:pos x="9" y="244"/>
                </a:cxn>
                <a:cxn ang="0">
                  <a:pos x="2" y="235"/>
                </a:cxn>
                <a:cxn ang="0">
                  <a:pos x="0" y="222"/>
                </a:cxn>
                <a:cxn ang="0">
                  <a:pos x="0" y="32"/>
                </a:cxn>
                <a:cxn ang="0">
                  <a:pos x="2" y="20"/>
                </a:cxn>
                <a:cxn ang="0">
                  <a:pos x="9" y="9"/>
                </a:cxn>
                <a:cxn ang="0">
                  <a:pos x="19" y="3"/>
                </a:cxn>
                <a:cxn ang="0">
                  <a:pos x="32" y="0"/>
                </a:cxn>
              </a:cxnLst>
              <a:rect l="0" t="0" r="r" b="b"/>
              <a:pathLst>
                <a:path w="82" h="253">
                  <a:moveTo>
                    <a:pt x="32" y="0"/>
                  </a:moveTo>
                  <a:lnTo>
                    <a:pt x="51" y="0"/>
                  </a:lnTo>
                  <a:lnTo>
                    <a:pt x="64" y="3"/>
                  </a:lnTo>
                  <a:lnTo>
                    <a:pt x="73" y="9"/>
                  </a:lnTo>
                  <a:lnTo>
                    <a:pt x="79" y="20"/>
                  </a:lnTo>
                  <a:lnTo>
                    <a:pt x="82" y="32"/>
                  </a:lnTo>
                  <a:lnTo>
                    <a:pt x="82" y="222"/>
                  </a:lnTo>
                  <a:lnTo>
                    <a:pt x="79" y="235"/>
                  </a:lnTo>
                  <a:lnTo>
                    <a:pt x="73" y="244"/>
                  </a:lnTo>
                  <a:lnTo>
                    <a:pt x="64" y="251"/>
                  </a:lnTo>
                  <a:lnTo>
                    <a:pt x="51" y="253"/>
                  </a:lnTo>
                  <a:lnTo>
                    <a:pt x="32" y="253"/>
                  </a:lnTo>
                  <a:lnTo>
                    <a:pt x="19" y="251"/>
                  </a:lnTo>
                  <a:lnTo>
                    <a:pt x="9" y="244"/>
                  </a:lnTo>
                  <a:lnTo>
                    <a:pt x="2" y="235"/>
                  </a:lnTo>
                  <a:lnTo>
                    <a:pt x="0" y="222"/>
                  </a:lnTo>
                  <a:lnTo>
                    <a:pt x="0" y="32"/>
                  </a:lnTo>
                  <a:lnTo>
                    <a:pt x="2" y="20"/>
                  </a:lnTo>
                  <a:lnTo>
                    <a:pt x="9" y="9"/>
                  </a:lnTo>
                  <a:lnTo>
                    <a:pt x="19" y="3"/>
                  </a:lnTo>
                  <a:lnTo>
                    <a:pt x="3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35" name="Freeform 11"/>
            <p:cNvSpPr>
              <a:spLocks/>
            </p:cNvSpPr>
            <p:nvPr/>
          </p:nvSpPr>
          <p:spPr bwMode="auto">
            <a:xfrm>
              <a:off x="2811614" y="1741754"/>
              <a:ext cx="258821" cy="48486"/>
            </a:xfrm>
            <a:custGeom>
              <a:avLst/>
              <a:gdLst/>
              <a:ahLst/>
              <a:cxnLst>
                <a:cxn ang="0">
                  <a:pos x="30" y="0"/>
                </a:cxn>
                <a:cxn ang="0">
                  <a:pos x="348" y="0"/>
                </a:cxn>
                <a:cxn ang="0">
                  <a:pos x="360" y="3"/>
                </a:cxn>
                <a:cxn ang="0">
                  <a:pos x="370" y="10"/>
                </a:cxn>
                <a:cxn ang="0">
                  <a:pos x="377" y="20"/>
                </a:cxn>
                <a:cxn ang="0">
                  <a:pos x="379" y="32"/>
                </a:cxn>
                <a:cxn ang="0">
                  <a:pos x="379" y="39"/>
                </a:cxn>
                <a:cxn ang="0">
                  <a:pos x="377" y="52"/>
                </a:cxn>
                <a:cxn ang="0">
                  <a:pos x="370" y="62"/>
                </a:cxn>
                <a:cxn ang="0">
                  <a:pos x="360" y="69"/>
                </a:cxn>
                <a:cxn ang="0">
                  <a:pos x="348" y="71"/>
                </a:cxn>
                <a:cxn ang="0">
                  <a:pos x="30" y="71"/>
                </a:cxn>
                <a:cxn ang="0">
                  <a:pos x="18" y="69"/>
                </a:cxn>
                <a:cxn ang="0">
                  <a:pos x="9" y="62"/>
                </a:cxn>
                <a:cxn ang="0">
                  <a:pos x="2" y="52"/>
                </a:cxn>
                <a:cxn ang="0">
                  <a:pos x="0" y="39"/>
                </a:cxn>
                <a:cxn ang="0">
                  <a:pos x="0" y="32"/>
                </a:cxn>
                <a:cxn ang="0">
                  <a:pos x="2" y="20"/>
                </a:cxn>
                <a:cxn ang="0">
                  <a:pos x="9" y="10"/>
                </a:cxn>
                <a:cxn ang="0">
                  <a:pos x="18" y="3"/>
                </a:cxn>
                <a:cxn ang="0">
                  <a:pos x="30" y="0"/>
                </a:cxn>
              </a:cxnLst>
              <a:rect l="0" t="0" r="r" b="b"/>
              <a:pathLst>
                <a:path w="379" h="71">
                  <a:moveTo>
                    <a:pt x="30" y="0"/>
                  </a:moveTo>
                  <a:lnTo>
                    <a:pt x="348" y="0"/>
                  </a:lnTo>
                  <a:lnTo>
                    <a:pt x="360" y="3"/>
                  </a:lnTo>
                  <a:lnTo>
                    <a:pt x="370" y="10"/>
                  </a:lnTo>
                  <a:lnTo>
                    <a:pt x="377" y="20"/>
                  </a:lnTo>
                  <a:lnTo>
                    <a:pt x="379" y="32"/>
                  </a:lnTo>
                  <a:lnTo>
                    <a:pt x="379" y="39"/>
                  </a:lnTo>
                  <a:lnTo>
                    <a:pt x="377" y="52"/>
                  </a:lnTo>
                  <a:lnTo>
                    <a:pt x="370" y="62"/>
                  </a:lnTo>
                  <a:lnTo>
                    <a:pt x="360" y="69"/>
                  </a:lnTo>
                  <a:lnTo>
                    <a:pt x="348" y="71"/>
                  </a:lnTo>
                  <a:lnTo>
                    <a:pt x="30" y="71"/>
                  </a:lnTo>
                  <a:lnTo>
                    <a:pt x="18" y="69"/>
                  </a:lnTo>
                  <a:lnTo>
                    <a:pt x="9" y="62"/>
                  </a:lnTo>
                  <a:lnTo>
                    <a:pt x="2" y="52"/>
                  </a:lnTo>
                  <a:lnTo>
                    <a:pt x="0" y="39"/>
                  </a:lnTo>
                  <a:lnTo>
                    <a:pt x="0" y="32"/>
                  </a:lnTo>
                  <a:lnTo>
                    <a:pt x="2" y="20"/>
                  </a:lnTo>
                  <a:lnTo>
                    <a:pt x="9" y="10"/>
                  </a:lnTo>
                  <a:lnTo>
                    <a:pt x="18" y="3"/>
                  </a:lnTo>
                  <a:lnTo>
                    <a:pt x="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36" name="Freeform 12"/>
            <p:cNvSpPr>
              <a:spLocks/>
            </p:cNvSpPr>
            <p:nvPr/>
          </p:nvSpPr>
          <p:spPr bwMode="auto">
            <a:xfrm>
              <a:off x="2811614" y="1814142"/>
              <a:ext cx="258821" cy="48486"/>
            </a:xfrm>
            <a:custGeom>
              <a:avLst/>
              <a:gdLst/>
              <a:ahLst/>
              <a:cxnLst>
                <a:cxn ang="0">
                  <a:pos x="30" y="0"/>
                </a:cxn>
                <a:cxn ang="0">
                  <a:pos x="348" y="0"/>
                </a:cxn>
                <a:cxn ang="0">
                  <a:pos x="360" y="3"/>
                </a:cxn>
                <a:cxn ang="0">
                  <a:pos x="370" y="9"/>
                </a:cxn>
                <a:cxn ang="0">
                  <a:pos x="377" y="20"/>
                </a:cxn>
                <a:cxn ang="0">
                  <a:pos x="379" y="32"/>
                </a:cxn>
                <a:cxn ang="0">
                  <a:pos x="379" y="39"/>
                </a:cxn>
                <a:cxn ang="0">
                  <a:pos x="377" y="51"/>
                </a:cxn>
                <a:cxn ang="0">
                  <a:pos x="370" y="62"/>
                </a:cxn>
                <a:cxn ang="0">
                  <a:pos x="360" y="68"/>
                </a:cxn>
                <a:cxn ang="0">
                  <a:pos x="348" y="71"/>
                </a:cxn>
                <a:cxn ang="0">
                  <a:pos x="30" y="71"/>
                </a:cxn>
                <a:cxn ang="0">
                  <a:pos x="18" y="68"/>
                </a:cxn>
                <a:cxn ang="0">
                  <a:pos x="9" y="62"/>
                </a:cxn>
                <a:cxn ang="0">
                  <a:pos x="2" y="51"/>
                </a:cxn>
                <a:cxn ang="0">
                  <a:pos x="0" y="39"/>
                </a:cxn>
                <a:cxn ang="0">
                  <a:pos x="0" y="32"/>
                </a:cxn>
                <a:cxn ang="0">
                  <a:pos x="2" y="20"/>
                </a:cxn>
                <a:cxn ang="0">
                  <a:pos x="9" y="9"/>
                </a:cxn>
                <a:cxn ang="0">
                  <a:pos x="18" y="3"/>
                </a:cxn>
                <a:cxn ang="0">
                  <a:pos x="30" y="0"/>
                </a:cxn>
              </a:cxnLst>
              <a:rect l="0" t="0" r="r" b="b"/>
              <a:pathLst>
                <a:path w="379" h="71">
                  <a:moveTo>
                    <a:pt x="30" y="0"/>
                  </a:moveTo>
                  <a:lnTo>
                    <a:pt x="348" y="0"/>
                  </a:lnTo>
                  <a:lnTo>
                    <a:pt x="360" y="3"/>
                  </a:lnTo>
                  <a:lnTo>
                    <a:pt x="370" y="9"/>
                  </a:lnTo>
                  <a:lnTo>
                    <a:pt x="377" y="20"/>
                  </a:lnTo>
                  <a:lnTo>
                    <a:pt x="379" y="32"/>
                  </a:lnTo>
                  <a:lnTo>
                    <a:pt x="379" y="39"/>
                  </a:lnTo>
                  <a:lnTo>
                    <a:pt x="377" y="51"/>
                  </a:lnTo>
                  <a:lnTo>
                    <a:pt x="370" y="62"/>
                  </a:lnTo>
                  <a:lnTo>
                    <a:pt x="360" y="68"/>
                  </a:lnTo>
                  <a:lnTo>
                    <a:pt x="348" y="71"/>
                  </a:lnTo>
                  <a:lnTo>
                    <a:pt x="30" y="71"/>
                  </a:lnTo>
                  <a:lnTo>
                    <a:pt x="18" y="68"/>
                  </a:lnTo>
                  <a:lnTo>
                    <a:pt x="9" y="62"/>
                  </a:lnTo>
                  <a:lnTo>
                    <a:pt x="2" y="51"/>
                  </a:lnTo>
                  <a:lnTo>
                    <a:pt x="0" y="39"/>
                  </a:lnTo>
                  <a:lnTo>
                    <a:pt x="0" y="32"/>
                  </a:lnTo>
                  <a:lnTo>
                    <a:pt x="2" y="20"/>
                  </a:lnTo>
                  <a:lnTo>
                    <a:pt x="9" y="9"/>
                  </a:lnTo>
                  <a:lnTo>
                    <a:pt x="18" y="3"/>
                  </a:lnTo>
                  <a:lnTo>
                    <a:pt x="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37" name="Freeform 13"/>
            <p:cNvSpPr>
              <a:spLocks/>
            </p:cNvSpPr>
            <p:nvPr/>
          </p:nvSpPr>
          <p:spPr bwMode="auto">
            <a:xfrm>
              <a:off x="2811614" y="1890628"/>
              <a:ext cx="258821" cy="47803"/>
            </a:xfrm>
            <a:custGeom>
              <a:avLst/>
              <a:gdLst/>
              <a:ahLst/>
              <a:cxnLst>
                <a:cxn ang="0">
                  <a:pos x="30" y="0"/>
                </a:cxn>
                <a:cxn ang="0">
                  <a:pos x="348" y="0"/>
                </a:cxn>
                <a:cxn ang="0">
                  <a:pos x="360" y="2"/>
                </a:cxn>
                <a:cxn ang="0">
                  <a:pos x="370" y="9"/>
                </a:cxn>
                <a:cxn ang="0">
                  <a:pos x="377" y="19"/>
                </a:cxn>
                <a:cxn ang="0">
                  <a:pos x="379" y="32"/>
                </a:cxn>
                <a:cxn ang="0">
                  <a:pos x="379" y="38"/>
                </a:cxn>
                <a:cxn ang="0">
                  <a:pos x="377" y="51"/>
                </a:cxn>
                <a:cxn ang="0">
                  <a:pos x="370" y="61"/>
                </a:cxn>
                <a:cxn ang="0">
                  <a:pos x="360" y="68"/>
                </a:cxn>
                <a:cxn ang="0">
                  <a:pos x="348" y="70"/>
                </a:cxn>
                <a:cxn ang="0">
                  <a:pos x="30" y="70"/>
                </a:cxn>
                <a:cxn ang="0">
                  <a:pos x="18" y="68"/>
                </a:cxn>
                <a:cxn ang="0">
                  <a:pos x="9" y="61"/>
                </a:cxn>
                <a:cxn ang="0">
                  <a:pos x="2" y="51"/>
                </a:cxn>
                <a:cxn ang="0">
                  <a:pos x="0" y="38"/>
                </a:cxn>
                <a:cxn ang="0">
                  <a:pos x="0" y="32"/>
                </a:cxn>
                <a:cxn ang="0">
                  <a:pos x="2" y="19"/>
                </a:cxn>
                <a:cxn ang="0">
                  <a:pos x="9" y="9"/>
                </a:cxn>
                <a:cxn ang="0">
                  <a:pos x="18" y="2"/>
                </a:cxn>
                <a:cxn ang="0">
                  <a:pos x="30" y="0"/>
                </a:cxn>
              </a:cxnLst>
              <a:rect l="0" t="0" r="r" b="b"/>
              <a:pathLst>
                <a:path w="379" h="70">
                  <a:moveTo>
                    <a:pt x="30" y="0"/>
                  </a:moveTo>
                  <a:lnTo>
                    <a:pt x="348" y="0"/>
                  </a:lnTo>
                  <a:lnTo>
                    <a:pt x="360" y="2"/>
                  </a:lnTo>
                  <a:lnTo>
                    <a:pt x="370" y="9"/>
                  </a:lnTo>
                  <a:lnTo>
                    <a:pt x="377" y="19"/>
                  </a:lnTo>
                  <a:lnTo>
                    <a:pt x="379" y="32"/>
                  </a:lnTo>
                  <a:lnTo>
                    <a:pt x="379" y="38"/>
                  </a:lnTo>
                  <a:lnTo>
                    <a:pt x="377" y="51"/>
                  </a:lnTo>
                  <a:lnTo>
                    <a:pt x="370" y="61"/>
                  </a:lnTo>
                  <a:lnTo>
                    <a:pt x="360" y="68"/>
                  </a:lnTo>
                  <a:lnTo>
                    <a:pt x="348" y="70"/>
                  </a:lnTo>
                  <a:lnTo>
                    <a:pt x="30" y="70"/>
                  </a:lnTo>
                  <a:lnTo>
                    <a:pt x="18" y="68"/>
                  </a:lnTo>
                  <a:lnTo>
                    <a:pt x="9" y="61"/>
                  </a:lnTo>
                  <a:lnTo>
                    <a:pt x="2" y="51"/>
                  </a:lnTo>
                  <a:lnTo>
                    <a:pt x="0" y="38"/>
                  </a:lnTo>
                  <a:lnTo>
                    <a:pt x="0" y="32"/>
                  </a:lnTo>
                  <a:lnTo>
                    <a:pt x="2" y="19"/>
                  </a:lnTo>
                  <a:lnTo>
                    <a:pt x="9" y="9"/>
                  </a:lnTo>
                  <a:lnTo>
                    <a:pt x="18" y="2"/>
                  </a:lnTo>
                  <a:lnTo>
                    <a:pt x="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30" name="Group 29"/>
          <p:cNvGrpSpPr/>
          <p:nvPr/>
        </p:nvGrpSpPr>
        <p:grpSpPr>
          <a:xfrm>
            <a:off x="5276850" y="1990725"/>
            <a:ext cx="515593" cy="493740"/>
            <a:chOff x="3359303" y="1601759"/>
            <a:chExt cx="515593" cy="493740"/>
          </a:xfrm>
          <a:solidFill>
            <a:schemeClr val="bg1"/>
          </a:solidFill>
        </p:grpSpPr>
        <p:sp>
          <p:nvSpPr>
            <p:cNvPr id="1038" name="Freeform 14"/>
            <p:cNvSpPr>
              <a:spLocks noEditPoints="1"/>
            </p:cNvSpPr>
            <p:nvPr/>
          </p:nvSpPr>
          <p:spPr bwMode="auto">
            <a:xfrm>
              <a:off x="3359303" y="1601759"/>
              <a:ext cx="515593" cy="376964"/>
            </a:xfrm>
            <a:custGeom>
              <a:avLst/>
              <a:gdLst/>
              <a:ahLst/>
              <a:cxnLst>
                <a:cxn ang="0">
                  <a:pos x="69" y="72"/>
                </a:cxn>
                <a:cxn ang="0">
                  <a:pos x="69" y="477"/>
                </a:cxn>
                <a:cxn ang="0">
                  <a:pos x="683" y="477"/>
                </a:cxn>
                <a:cxn ang="0">
                  <a:pos x="683" y="72"/>
                </a:cxn>
                <a:cxn ang="0">
                  <a:pos x="69" y="72"/>
                </a:cxn>
                <a:cxn ang="0">
                  <a:pos x="32" y="0"/>
                </a:cxn>
                <a:cxn ang="0">
                  <a:pos x="723" y="0"/>
                </a:cxn>
                <a:cxn ang="0">
                  <a:pos x="735" y="2"/>
                </a:cxn>
                <a:cxn ang="0">
                  <a:pos x="746" y="9"/>
                </a:cxn>
                <a:cxn ang="0">
                  <a:pos x="752" y="19"/>
                </a:cxn>
                <a:cxn ang="0">
                  <a:pos x="755" y="31"/>
                </a:cxn>
                <a:cxn ang="0">
                  <a:pos x="755" y="521"/>
                </a:cxn>
                <a:cxn ang="0">
                  <a:pos x="752" y="533"/>
                </a:cxn>
                <a:cxn ang="0">
                  <a:pos x="746" y="543"/>
                </a:cxn>
                <a:cxn ang="0">
                  <a:pos x="735" y="550"/>
                </a:cxn>
                <a:cxn ang="0">
                  <a:pos x="723" y="552"/>
                </a:cxn>
                <a:cxn ang="0">
                  <a:pos x="32" y="552"/>
                </a:cxn>
                <a:cxn ang="0">
                  <a:pos x="19" y="550"/>
                </a:cxn>
                <a:cxn ang="0">
                  <a:pos x="9" y="543"/>
                </a:cxn>
                <a:cxn ang="0">
                  <a:pos x="2" y="533"/>
                </a:cxn>
                <a:cxn ang="0">
                  <a:pos x="0" y="521"/>
                </a:cxn>
                <a:cxn ang="0">
                  <a:pos x="0" y="31"/>
                </a:cxn>
                <a:cxn ang="0">
                  <a:pos x="2" y="19"/>
                </a:cxn>
                <a:cxn ang="0">
                  <a:pos x="9" y="9"/>
                </a:cxn>
                <a:cxn ang="0">
                  <a:pos x="19" y="2"/>
                </a:cxn>
                <a:cxn ang="0">
                  <a:pos x="32" y="0"/>
                </a:cxn>
              </a:cxnLst>
              <a:rect l="0" t="0" r="r" b="b"/>
              <a:pathLst>
                <a:path w="755" h="552">
                  <a:moveTo>
                    <a:pt x="69" y="72"/>
                  </a:moveTo>
                  <a:lnTo>
                    <a:pt x="69" y="477"/>
                  </a:lnTo>
                  <a:lnTo>
                    <a:pt x="683" y="477"/>
                  </a:lnTo>
                  <a:lnTo>
                    <a:pt x="683" y="72"/>
                  </a:lnTo>
                  <a:lnTo>
                    <a:pt x="69" y="72"/>
                  </a:lnTo>
                  <a:close/>
                  <a:moveTo>
                    <a:pt x="32" y="0"/>
                  </a:moveTo>
                  <a:lnTo>
                    <a:pt x="723" y="0"/>
                  </a:lnTo>
                  <a:lnTo>
                    <a:pt x="735" y="2"/>
                  </a:lnTo>
                  <a:lnTo>
                    <a:pt x="746" y="9"/>
                  </a:lnTo>
                  <a:lnTo>
                    <a:pt x="752" y="19"/>
                  </a:lnTo>
                  <a:lnTo>
                    <a:pt x="755" y="31"/>
                  </a:lnTo>
                  <a:lnTo>
                    <a:pt x="755" y="521"/>
                  </a:lnTo>
                  <a:lnTo>
                    <a:pt x="752" y="533"/>
                  </a:lnTo>
                  <a:lnTo>
                    <a:pt x="746" y="543"/>
                  </a:lnTo>
                  <a:lnTo>
                    <a:pt x="735" y="550"/>
                  </a:lnTo>
                  <a:lnTo>
                    <a:pt x="723" y="552"/>
                  </a:lnTo>
                  <a:lnTo>
                    <a:pt x="32" y="552"/>
                  </a:lnTo>
                  <a:lnTo>
                    <a:pt x="19" y="550"/>
                  </a:lnTo>
                  <a:lnTo>
                    <a:pt x="9" y="543"/>
                  </a:lnTo>
                  <a:lnTo>
                    <a:pt x="2" y="533"/>
                  </a:lnTo>
                  <a:lnTo>
                    <a:pt x="0" y="521"/>
                  </a:lnTo>
                  <a:lnTo>
                    <a:pt x="0" y="31"/>
                  </a:lnTo>
                  <a:lnTo>
                    <a:pt x="2" y="19"/>
                  </a:lnTo>
                  <a:lnTo>
                    <a:pt x="9" y="9"/>
                  </a:lnTo>
                  <a:lnTo>
                    <a:pt x="19" y="2"/>
                  </a:lnTo>
                  <a:lnTo>
                    <a:pt x="3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39" name="Freeform 15"/>
            <p:cNvSpPr>
              <a:spLocks/>
            </p:cNvSpPr>
            <p:nvPr/>
          </p:nvSpPr>
          <p:spPr bwMode="auto">
            <a:xfrm>
              <a:off x="3489055" y="2012185"/>
              <a:ext cx="255406" cy="83314"/>
            </a:xfrm>
            <a:custGeom>
              <a:avLst/>
              <a:gdLst/>
              <a:ahLst/>
              <a:cxnLst>
                <a:cxn ang="0">
                  <a:pos x="0" y="0"/>
                </a:cxn>
                <a:cxn ang="0">
                  <a:pos x="374" y="0"/>
                </a:cxn>
                <a:cxn ang="0">
                  <a:pos x="358" y="30"/>
                </a:cxn>
                <a:cxn ang="0">
                  <a:pos x="338" y="56"/>
                </a:cxn>
                <a:cxn ang="0">
                  <a:pos x="314" y="79"/>
                </a:cxn>
                <a:cxn ang="0">
                  <a:pos x="286" y="97"/>
                </a:cxn>
                <a:cxn ang="0">
                  <a:pos x="255" y="111"/>
                </a:cxn>
                <a:cxn ang="0">
                  <a:pos x="223" y="119"/>
                </a:cxn>
                <a:cxn ang="0">
                  <a:pos x="187" y="122"/>
                </a:cxn>
                <a:cxn ang="0">
                  <a:pos x="152" y="119"/>
                </a:cxn>
                <a:cxn ang="0">
                  <a:pos x="119" y="111"/>
                </a:cxn>
                <a:cxn ang="0">
                  <a:pos x="89" y="97"/>
                </a:cxn>
                <a:cxn ang="0">
                  <a:pos x="60" y="79"/>
                </a:cxn>
                <a:cxn ang="0">
                  <a:pos x="37" y="56"/>
                </a:cxn>
                <a:cxn ang="0">
                  <a:pos x="16" y="30"/>
                </a:cxn>
                <a:cxn ang="0">
                  <a:pos x="0" y="0"/>
                </a:cxn>
              </a:cxnLst>
              <a:rect l="0" t="0" r="r" b="b"/>
              <a:pathLst>
                <a:path w="374" h="122">
                  <a:moveTo>
                    <a:pt x="0" y="0"/>
                  </a:moveTo>
                  <a:lnTo>
                    <a:pt x="374" y="0"/>
                  </a:lnTo>
                  <a:lnTo>
                    <a:pt x="358" y="30"/>
                  </a:lnTo>
                  <a:lnTo>
                    <a:pt x="338" y="56"/>
                  </a:lnTo>
                  <a:lnTo>
                    <a:pt x="314" y="79"/>
                  </a:lnTo>
                  <a:lnTo>
                    <a:pt x="286" y="97"/>
                  </a:lnTo>
                  <a:lnTo>
                    <a:pt x="255" y="111"/>
                  </a:lnTo>
                  <a:lnTo>
                    <a:pt x="223" y="119"/>
                  </a:lnTo>
                  <a:lnTo>
                    <a:pt x="187" y="122"/>
                  </a:lnTo>
                  <a:lnTo>
                    <a:pt x="152" y="119"/>
                  </a:lnTo>
                  <a:lnTo>
                    <a:pt x="119" y="111"/>
                  </a:lnTo>
                  <a:lnTo>
                    <a:pt x="89" y="97"/>
                  </a:lnTo>
                  <a:lnTo>
                    <a:pt x="60" y="79"/>
                  </a:lnTo>
                  <a:lnTo>
                    <a:pt x="37" y="56"/>
                  </a:lnTo>
                  <a:lnTo>
                    <a:pt x="16" y="3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1040" name="Freeform 16"/>
          <p:cNvSpPr>
            <a:spLocks/>
          </p:cNvSpPr>
          <p:nvPr/>
        </p:nvSpPr>
        <p:spPr bwMode="auto">
          <a:xfrm>
            <a:off x="7229475" y="2066925"/>
            <a:ext cx="463693" cy="288869"/>
          </a:xfrm>
          <a:custGeom>
            <a:avLst/>
            <a:gdLst/>
            <a:ahLst/>
            <a:cxnLst>
              <a:cxn ang="0">
                <a:pos x="418" y="0"/>
              </a:cxn>
              <a:cxn ang="0">
                <a:pos x="679" y="0"/>
              </a:cxn>
              <a:cxn ang="0">
                <a:pos x="679" y="257"/>
              </a:cxn>
              <a:cxn ang="0">
                <a:pos x="614" y="192"/>
              </a:cxn>
              <a:cxn ang="0">
                <a:pos x="387" y="423"/>
              </a:cxn>
              <a:cxn ang="0">
                <a:pos x="257" y="293"/>
              </a:cxn>
              <a:cxn ang="0">
                <a:pos x="127" y="423"/>
              </a:cxn>
              <a:cxn ang="0">
                <a:pos x="0" y="290"/>
              </a:cxn>
              <a:cxn ang="0">
                <a:pos x="257" y="34"/>
              </a:cxn>
              <a:cxn ang="0">
                <a:pos x="387" y="162"/>
              </a:cxn>
              <a:cxn ang="0">
                <a:pos x="482" y="68"/>
              </a:cxn>
              <a:cxn ang="0">
                <a:pos x="418" y="0"/>
              </a:cxn>
            </a:cxnLst>
            <a:rect l="0" t="0" r="r" b="b"/>
            <a:pathLst>
              <a:path w="679" h="423">
                <a:moveTo>
                  <a:pt x="418" y="0"/>
                </a:moveTo>
                <a:lnTo>
                  <a:pt x="679" y="0"/>
                </a:lnTo>
                <a:lnTo>
                  <a:pt x="679" y="257"/>
                </a:lnTo>
                <a:lnTo>
                  <a:pt x="614" y="192"/>
                </a:lnTo>
                <a:lnTo>
                  <a:pt x="387" y="423"/>
                </a:lnTo>
                <a:lnTo>
                  <a:pt x="257" y="293"/>
                </a:lnTo>
                <a:lnTo>
                  <a:pt x="127" y="423"/>
                </a:lnTo>
                <a:lnTo>
                  <a:pt x="0" y="290"/>
                </a:lnTo>
                <a:lnTo>
                  <a:pt x="257" y="34"/>
                </a:lnTo>
                <a:lnTo>
                  <a:pt x="387" y="162"/>
                </a:lnTo>
                <a:lnTo>
                  <a:pt x="482" y="68"/>
                </a:lnTo>
                <a:lnTo>
                  <a:pt x="418"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 name="TextBox 32"/>
          <p:cNvSpPr txBox="1"/>
          <p:nvPr/>
        </p:nvSpPr>
        <p:spPr>
          <a:xfrm>
            <a:off x="4724400" y="2929176"/>
            <a:ext cx="1600200" cy="307777"/>
          </a:xfrm>
          <a:prstGeom prst="rect">
            <a:avLst/>
          </a:prstGeom>
          <a:noFill/>
        </p:spPr>
        <p:txBody>
          <a:bodyPr wrap="square" rtlCol="0">
            <a:spAutoFit/>
          </a:bodyPr>
          <a:lstStyle/>
          <a:p>
            <a:pPr algn="ctr"/>
            <a:r>
              <a:rPr lang="en-US" sz="1400" dirty="0">
                <a:solidFill>
                  <a:srgbClr val="0563B8"/>
                </a:solidFill>
                <a:latin typeface="Arial" pitchFamily="34" charset="0"/>
                <a:cs typeface="Arial" pitchFamily="34" charset="0"/>
              </a:rPr>
              <a:t>TMS Service</a:t>
            </a:r>
            <a:endParaRPr lang="en-US" sz="1100" dirty="0">
              <a:solidFill>
                <a:schemeClr val="bg1">
                  <a:lumMod val="50000"/>
                </a:schemeClr>
              </a:solidFill>
              <a:latin typeface="Arial" pitchFamily="34" charset="0"/>
              <a:cs typeface="Arial" pitchFamily="34" charset="0"/>
            </a:endParaRPr>
          </a:p>
        </p:txBody>
      </p:sp>
      <p:sp>
        <p:nvSpPr>
          <p:cNvPr id="34" name="TextBox 33"/>
          <p:cNvSpPr txBox="1"/>
          <p:nvPr/>
        </p:nvSpPr>
        <p:spPr>
          <a:xfrm>
            <a:off x="2809875" y="2929176"/>
            <a:ext cx="1600200" cy="584775"/>
          </a:xfrm>
          <a:prstGeom prst="rect">
            <a:avLst/>
          </a:prstGeom>
          <a:noFill/>
        </p:spPr>
        <p:txBody>
          <a:bodyPr wrap="square" rtlCol="0">
            <a:spAutoFit/>
          </a:bodyPr>
          <a:lstStyle/>
          <a:p>
            <a:pPr algn="ctr"/>
            <a:r>
              <a:rPr lang="en-US" sz="1600" dirty="0">
                <a:solidFill>
                  <a:srgbClr val="0563B8"/>
                </a:solidFill>
                <a:latin typeface="Arial" pitchFamily="34" charset="0"/>
                <a:cs typeface="Arial" pitchFamily="34" charset="0"/>
              </a:rPr>
              <a:t>SAP CI CD Service</a:t>
            </a:r>
            <a:endParaRPr lang="en-US" sz="1100" dirty="0">
              <a:solidFill>
                <a:schemeClr val="bg1">
                  <a:lumMod val="50000"/>
                </a:schemeClr>
              </a:solidFill>
              <a:latin typeface="Arial" pitchFamily="34" charset="0"/>
              <a:cs typeface="Arial" pitchFamily="34" charset="0"/>
            </a:endParaRPr>
          </a:p>
        </p:txBody>
      </p:sp>
      <p:sp>
        <p:nvSpPr>
          <p:cNvPr id="35" name="TextBox 34"/>
          <p:cNvSpPr txBox="1"/>
          <p:nvPr/>
        </p:nvSpPr>
        <p:spPr>
          <a:xfrm>
            <a:off x="885825" y="2929176"/>
            <a:ext cx="1600200" cy="523220"/>
          </a:xfrm>
          <a:prstGeom prst="rect">
            <a:avLst/>
          </a:prstGeom>
          <a:noFill/>
        </p:spPr>
        <p:txBody>
          <a:bodyPr wrap="square" rtlCol="0">
            <a:spAutoFit/>
          </a:bodyPr>
          <a:lstStyle/>
          <a:p>
            <a:pPr algn="ctr"/>
            <a:r>
              <a:rPr lang="en-US" sz="1400" dirty="0">
                <a:solidFill>
                  <a:srgbClr val="0563B8"/>
                </a:solidFill>
                <a:latin typeface="Arial" pitchFamily="34" charset="0"/>
                <a:cs typeface="Arial" pitchFamily="34" charset="0"/>
              </a:rPr>
              <a:t>SAP Build Transport</a:t>
            </a:r>
            <a:endParaRPr lang="en-US" sz="1100" dirty="0">
              <a:solidFill>
                <a:schemeClr val="bg1">
                  <a:lumMod val="50000"/>
                </a:schemeClr>
              </a:solidFill>
              <a:latin typeface="Arial" pitchFamily="34" charset="0"/>
              <a:cs typeface="Arial" pitchFamily="34" charset="0"/>
            </a:endParaRPr>
          </a:p>
        </p:txBody>
      </p:sp>
    </p:spTree>
    <p:extLst>
      <p:ext uri="{BB962C8B-B14F-4D97-AF65-F5344CB8AC3E}">
        <p14:creationId xmlns:p14="http://schemas.microsoft.com/office/powerpoint/2010/main" val="34123259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E3C86-D500-5DEE-E2C6-75E5DC888345}"/>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27877D00-1961-3A18-7003-2DD7E5BF7A00}"/>
              </a:ext>
            </a:extLst>
          </p:cNvPr>
          <p:cNvSpPr>
            <a:spLocks noGrp="1"/>
          </p:cNvSpPr>
          <p:nvPr>
            <p:ph type="ftr" sz="quarter" idx="11"/>
          </p:nvPr>
        </p:nvSpPr>
        <p:spPr/>
        <p:txBody>
          <a:bodyPr/>
          <a:lstStyle/>
          <a:p>
            <a:r>
              <a:rPr lang="en-US" dirty="0"/>
              <a:t>www.anubhavtrainings.com</a:t>
            </a:r>
          </a:p>
        </p:txBody>
      </p:sp>
      <p:sp>
        <p:nvSpPr>
          <p:cNvPr id="4" name="Slide Number Placeholder 3">
            <a:extLst>
              <a:ext uri="{FF2B5EF4-FFF2-40B4-BE49-F238E27FC236}">
                <a16:creationId xmlns:a16="http://schemas.microsoft.com/office/drawing/2014/main" id="{01BCD112-F687-9A45-1108-8E3540C2EBAC}"/>
              </a:ext>
            </a:extLst>
          </p:cNvPr>
          <p:cNvSpPr>
            <a:spLocks noGrp="1"/>
          </p:cNvSpPr>
          <p:nvPr>
            <p:ph type="sldNum" sz="quarter" idx="12"/>
          </p:nvPr>
        </p:nvSpPr>
        <p:spPr>
          <a:xfrm>
            <a:off x="152400" y="4781550"/>
            <a:ext cx="457200" cy="273844"/>
          </a:xfrm>
        </p:spPr>
        <p:txBody>
          <a:bodyPr/>
          <a:lstStyle/>
          <a:p>
            <a:fld id="{B6F15528-21DE-4FAA-801E-634DDDAF4B2B}" type="slidenum">
              <a:rPr lang="en-US" smtClean="0"/>
              <a:pPr/>
              <a:t>4</a:t>
            </a:fld>
            <a:endParaRPr lang="en-US" dirty="0"/>
          </a:p>
        </p:txBody>
      </p:sp>
      <p:sp>
        <p:nvSpPr>
          <p:cNvPr id="5" name="Title 4">
            <a:extLst>
              <a:ext uri="{FF2B5EF4-FFF2-40B4-BE49-F238E27FC236}">
                <a16:creationId xmlns:a16="http://schemas.microsoft.com/office/drawing/2014/main" id="{5EBD22E2-35DB-1E34-A2E9-FDD14C2D1CEE}"/>
              </a:ext>
            </a:extLst>
          </p:cNvPr>
          <p:cNvSpPr>
            <a:spLocks noGrp="1"/>
          </p:cNvSpPr>
          <p:nvPr>
            <p:ph type="title"/>
          </p:nvPr>
        </p:nvSpPr>
        <p:spPr>
          <a:xfrm>
            <a:off x="76200" y="133350"/>
            <a:ext cx="8229600" cy="533401"/>
          </a:xfrm>
        </p:spPr>
        <p:txBody>
          <a:bodyPr/>
          <a:lstStyle/>
          <a:p>
            <a:r>
              <a:rPr lang="en-IN" sz="2500" dirty="0">
                <a:latin typeface="Cooper Black" panose="0208090404030B020404" pitchFamily="18" charset="0"/>
              </a:rPr>
              <a:t>Build Transport</a:t>
            </a:r>
          </a:p>
        </p:txBody>
      </p:sp>
      <p:sp>
        <p:nvSpPr>
          <p:cNvPr id="2" name="TextBox 1">
            <a:extLst>
              <a:ext uri="{FF2B5EF4-FFF2-40B4-BE49-F238E27FC236}">
                <a16:creationId xmlns:a16="http://schemas.microsoft.com/office/drawing/2014/main" id="{F34FAA11-226E-0D72-821F-F3F4013AC6E6}"/>
              </a:ext>
            </a:extLst>
          </p:cNvPr>
          <p:cNvSpPr txBox="1"/>
          <p:nvPr/>
        </p:nvSpPr>
        <p:spPr>
          <a:xfrm>
            <a:off x="152400" y="971549"/>
            <a:ext cx="8839200" cy="4069557"/>
          </a:xfrm>
          <a:prstGeom prst="rect">
            <a:avLst/>
          </a:prstGeom>
        </p:spPr>
        <p:txBody>
          <a:bodyPr vert="horz" lIns="91440" tIns="45720" rIns="91440" bIns="45720" rtlCol="0">
            <a:normAutofit/>
          </a:bodyPr>
          <a:lstStyle/>
          <a:p>
            <a:pPr algn="just">
              <a:buNone/>
            </a:pPr>
            <a:r>
              <a:rPr lang="en-US" sz="1400" b="0" i="0" dirty="0">
                <a:solidFill>
                  <a:srgbClr val="333333"/>
                </a:solidFill>
                <a:effectLst/>
                <a:latin typeface="Arial" panose="020B0604020202020204" pitchFamily="34" charset="0"/>
              </a:rPr>
              <a:t>A transport mechanism enables developers to transfer processed data between different tenants such as dev, test, and prod in a more controlled and seamless way. The new transport process setup is described in detail on the help page and takes advantage of two utility services on SAP BTP, namely SAP Cloud Transport Management and SAP Content Agent Service.</a:t>
            </a:r>
          </a:p>
          <a:p>
            <a:pPr algn="just">
              <a:buNone/>
            </a:pPr>
            <a:endParaRPr lang="en-US" sz="1400" b="0" i="0" dirty="0">
              <a:solidFill>
                <a:srgbClr val="333333"/>
              </a:solidFill>
              <a:effectLst/>
              <a:latin typeface="Arial" panose="020B0604020202020204" pitchFamily="34" charset="0"/>
            </a:endParaRPr>
          </a:p>
          <a:p>
            <a:pPr algn="just">
              <a:buNone/>
            </a:pPr>
            <a:r>
              <a:rPr lang="en-US" sz="1050" b="0" i="0" dirty="0">
                <a:solidFill>
                  <a:srgbClr val="333333"/>
                </a:solidFill>
                <a:effectLst/>
                <a:latin typeface="Arial" panose="020B0604020202020204" pitchFamily="34" charset="0"/>
                <a:hlinkClick r:id="rId2"/>
              </a:rPr>
              <a:t>https://help.sap.com/docs/cloud-transport-management/sap-cloud-transport-management/initial-setup</a:t>
            </a:r>
            <a:endParaRPr lang="en-US" sz="1050" dirty="0">
              <a:solidFill>
                <a:srgbClr val="333333"/>
              </a:solidFill>
              <a:latin typeface="Arial" panose="020B0604020202020204" pitchFamily="34" charset="0"/>
            </a:endParaRPr>
          </a:p>
          <a:p>
            <a:pPr algn="just">
              <a:buNone/>
            </a:pPr>
            <a:r>
              <a:rPr lang="en-US" sz="1050" b="0" i="0" dirty="0">
                <a:solidFill>
                  <a:srgbClr val="333333"/>
                </a:solidFill>
                <a:effectLst/>
                <a:latin typeface="Arial" panose="020B0604020202020204" pitchFamily="34" charset="0"/>
                <a:hlinkClick r:id="rId3"/>
              </a:rPr>
              <a:t>https://help.sap.com/docs/CONTENT_AGENT_SERVICE/ae1a4f2d150d468d9ff56e13f9898e07/15406a06dfac4c1fabd7845c703773ba.html</a:t>
            </a:r>
            <a:endParaRPr lang="en-US" sz="1050" b="0" i="0" dirty="0">
              <a:solidFill>
                <a:srgbClr val="333333"/>
              </a:solidFill>
              <a:effectLst/>
              <a:latin typeface="Arial" panose="020B0604020202020204" pitchFamily="34" charset="0"/>
            </a:endParaRPr>
          </a:p>
          <a:p>
            <a:pPr algn="just">
              <a:buNone/>
            </a:pPr>
            <a:r>
              <a:rPr lang="en-US" sz="1050" b="0" i="0" dirty="0">
                <a:solidFill>
                  <a:srgbClr val="333333"/>
                </a:solidFill>
                <a:effectLst/>
                <a:latin typeface="Arial" panose="020B0604020202020204" pitchFamily="34" charset="0"/>
                <a:hlinkClick r:id="rId4"/>
              </a:rPr>
              <a:t>https://help.sap.com/docs/CONTENT_AGENT_SERVICE/ae1a4f2d150d468d9ff56e13f9898e07/eed66f35f9d148c8ae5b2d46ff097d8c.html</a:t>
            </a:r>
            <a:endParaRPr lang="en-US" sz="1050" dirty="0">
              <a:solidFill>
                <a:srgbClr val="333333"/>
              </a:solidFill>
              <a:latin typeface="Arial" panose="020B0604020202020204" pitchFamily="34" charset="0"/>
            </a:endParaRPr>
          </a:p>
          <a:p>
            <a:pPr algn="just">
              <a:buNone/>
            </a:pPr>
            <a:endParaRPr lang="en-US" sz="1400" b="0" i="0" dirty="0">
              <a:solidFill>
                <a:srgbClr val="333333"/>
              </a:solidFill>
              <a:effectLst/>
              <a:latin typeface="Arial" panose="020B0604020202020204" pitchFamily="34" charset="0"/>
            </a:endParaRPr>
          </a:p>
          <a:p>
            <a:pPr algn="just"/>
            <a:r>
              <a:rPr lang="en-US" sz="1400" b="0" i="0" dirty="0">
                <a:solidFill>
                  <a:srgbClr val="333333"/>
                </a:solidFill>
                <a:effectLst/>
                <a:latin typeface="Arial" panose="020B0604020202020204" pitchFamily="34" charset="0"/>
              </a:rPr>
              <a:t>The transport process functionality allows to seamlessly move applications and other processed data from one tenant to another, which is a crucial step in the development lifecycle. This is particularly important when working on complex enterprise applications that need to be tested thoroughly before being released into production. The new transport process setup provides developers with more control over their processes and ensures that any changes made to applications are thoroughly tested and vetted before being released into the production environment.</a:t>
            </a:r>
          </a:p>
        </p:txBody>
      </p:sp>
    </p:spTree>
    <p:extLst>
      <p:ext uri="{BB962C8B-B14F-4D97-AF65-F5344CB8AC3E}">
        <p14:creationId xmlns:p14="http://schemas.microsoft.com/office/powerpoint/2010/main" val="18996657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C27E3-77BE-C1A9-5127-2BCAA18F813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0AFFDB25-BA7B-ECF9-065F-531C81DE12DE}"/>
              </a:ext>
            </a:extLst>
          </p:cNvPr>
          <p:cNvSpPr>
            <a:spLocks noGrp="1"/>
          </p:cNvSpPr>
          <p:nvPr>
            <p:ph type="ftr" sz="quarter" idx="11"/>
          </p:nvPr>
        </p:nvSpPr>
        <p:spPr/>
        <p:txBody>
          <a:bodyPr/>
          <a:lstStyle/>
          <a:p>
            <a:r>
              <a:rPr lang="en-US" dirty="0"/>
              <a:t>www.anubhavtrainings.com</a:t>
            </a:r>
          </a:p>
        </p:txBody>
      </p:sp>
      <p:sp>
        <p:nvSpPr>
          <p:cNvPr id="4" name="Slide Number Placeholder 3">
            <a:extLst>
              <a:ext uri="{FF2B5EF4-FFF2-40B4-BE49-F238E27FC236}">
                <a16:creationId xmlns:a16="http://schemas.microsoft.com/office/drawing/2014/main" id="{DE3F7EF8-CD70-CB23-353C-F66D01554C88}"/>
              </a:ext>
            </a:extLst>
          </p:cNvPr>
          <p:cNvSpPr>
            <a:spLocks noGrp="1"/>
          </p:cNvSpPr>
          <p:nvPr>
            <p:ph type="sldNum" sz="quarter" idx="12"/>
          </p:nvPr>
        </p:nvSpPr>
        <p:spPr>
          <a:xfrm>
            <a:off x="152400" y="4781550"/>
            <a:ext cx="457200" cy="273844"/>
          </a:xfrm>
        </p:spPr>
        <p:txBody>
          <a:bodyPr/>
          <a:lstStyle/>
          <a:p>
            <a:fld id="{B6F15528-21DE-4FAA-801E-634DDDAF4B2B}" type="slidenum">
              <a:rPr lang="en-US" smtClean="0"/>
              <a:pPr/>
              <a:t>5</a:t>
            </a:fld>
            <a:endParaRPr lang="en-US" dirty="0"/>
          </a:p>
        </p:txBody>
      </p:sp>
      <p:sp>
        <p:nvSpPr>
          <p:cNvPr id="5" name="Title 4">
            <a:extLst>
              <a:ext uri="{FF2B5EF4-FFF2-40B4-BE49-F238E27FC236}">
                <a16:creationId xmlns:a16="http://schemas.microsoft.com/office/drawing/2014/main" id="{D53E5E42-F02A-5653-DD0D-5F3C7AF8A314}"/>
              </a:ext>
            </a:extLst>
          </p:cNvPr>
          <p:cNvSpPr>
            <a:spLocks noGrp="1"/>
          </p:cNvSpPr>
          <p:nvPr>
            <p:ph type="title"/>
          </p:nvPr>
        </p:nvSpPr>
        <p:spPr>
          <a:xfrm>
            <a:off x="76200" y="133350"/>
            <a:ext cx="8229600" cy="533401"/>
          </a:xfrm>
        </p:spPr>
        <p:txBody>
          <a:bodyPr/>
          <a:lstStyle/>
          <a:p>
            <a:r>
              <a:rPr lang="en-IN" sz="2500" dirty="0">
                <a:latin typeface="Cooper Black" panose="0208090404030B020404" pitchFamily="18" charset="0"/>
              </a:rPr>
              <a:t>Cloud Transport Management Service</a:t>
            </a:r>
          </a:p>
        </p:txBody>
      </p:sp>
      <p:sp>
        <p:nvSpPr>
          <p:cNvPr id="2" name="TextBox 1">
            <a:extLst>
              <a:ext uri="{FF2B5EF4-FFF2-40B4-BE49-F238E27FC236}">
                <a16:creationId xmlns:a16="http://schemas.microsoft.com/office/drawing/2014/main" id="{FF591F97-F216-CF08-A65D-E47AB0AA3DCD}"/>
              </a:ext>
            </a:extLst>
          </p:cNvPr>
          <p:cNvSpPr txBox="1"/>
          <p:nvPr/>
        </p:nvSpPr>
        <p:spPr>
          <a:xfrm>
            <a:off x="152400" y="971549"/>
            <a:ext cx="8839200" cy="4069557"/>
          </a:xfrm>
          <a:prstGeom prst="rect">
            <a:avLst/>
          </a:prstGeom>
        </p:spPr>
        <p:txBody>
          <a:bodyPr vert="horz" lIns="91440" tIns="45720" rIns="91440" bIns="45720" rtlCol="0">
            <a:normAutofit/>
          </a:bodyPr>
          <a:lstStyle/>
          <a:p>
            <a:pPr>
              <a:spcBef>
                <a:spcPct val="20000"/>
              </a:spcBef>
              <a:buFont typeface="Arial" pitchFamily="34" charset="0"/>
            </a:pPr>
            <a:r>
              <a:rPr lang="en-US" sz="1400" b="0" i="0" dirty="0">
                <a:effectLst/>
              </a:rPr>
              <a:t>&lt;content&gt;</a:t>
            </a:r>
            <a:endParaRPr lang="en-US" sz="1400" dirty="0"/>
          </a:p>
        </p:txBody>
      </p:sp>
      <p:pic>
        <p:nvPicPr>
          <p:cNvPr id="7" name="Picture 6">
            <a:extLst>
              <a:ext uri="{FF2B5EF4-FFF2-40B4-BE49-F238E27FC236}">
                <a16:creationId xmlns:a16="http://schemas.microsoft.com/office/drawing/2014/main" id="{FD2F5933-02A9-AD65-4D0D-8D76408EBADB}"/>
              </a:ext>
            </a:extLst>
          </p:cNvPr>
          <p:cNvPicPr>
            <a:picLocks noChangeAspect="1"/>
          </p:cNvPicPr>
          <p:nvPr/>
        </p:nvPicPr>
        <p:blipFill>
          <a:blip r:embed="rId2"/>
          <a:stretch>
            <a:fillRect/>
          </a:stretch>
        </p:blipFill>
        <p:spPr>
          <a:xfrm>
            <a:off x="98092" y="1047750"/>
            <a:ext cx="3649044" cy="2933831"/>
          </a:xfrm>
          <a:prstGeom prst="rect">
            <a:avLst/>
          </a:prstGeom>
        </p:spPr>
      </p:pic>
      <p:sp>
        <p:nvSpPr>
          <p:cNvPr id="9" name="TextBox 8">
            <a:extLst>
              <a:ext uri="{FF2B5EF4-FFF2-40B4-BE49-F238E27FC236}">
                <a16:creationId xmlns:a16="http://schemas.microsoft.com/office/drawing/2014/main" id="{D6110B4E-3FC2-5EBF-1EF6-B58883DFB06E}"/>
              </a:ext>
            </a:extLst>
          </p:cNvPr>
          <p:cNvSpPr txBox="1"/>
          <p:nvPr/>
        </p:nvSpPr>
        <p:spPr>
          <a:xfrm>
            <a:off x="4179703" y="1123950"/>
            <a:ext cx="4572000" cy="1754326"/>
          </a:xfrm>
          <a:prstGeom prst="rect">
            <a:avLst/>
          </a:prstGeom>
          <a:noFill/>
        </p:spPr>
        <p:txBody>
          <a:bodyPr wrap="square">
            <a:spAutoFit/>
          </a:bodyPr>
          <a:lstStyle/>
          <a:p>
            <a:r>
              <a:rPr lang="en-US" dirty="0"/>
              <a:t>SAP Cloud Transport Management service lets you manage software deliverables between accounts of different environments, by transporting them across various runtimes. This includes application artifacts as well as their respective application-specific content.</a:t>
            </a:r>
            <a:endParaRPr lang="en-IN" dirty="0"/>
          </a:p>
        </p:txBody>
      </p:sp>
    </p:spTree>
    <p:extLst>
      <p:ext uri="{BB962C8B-B14F-4D97-AF65-F5344CB8AC3E}">
        <p14:creationId xmlns:p14="http://schemas.microsoft.com/office/powerpoint/2010/main" val="1234420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FC188C-AFEE-D5F3-4E49-C842B6193281}"/>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BB642EEE-8037-8F18-CC56-08B5504F3DCF}"/>
              </a:ext>
            </a:extLst>
          </p:cNvPr>
          <p:cNvSpPr>
            <a:spLocks noGrp="1"/>
          </p:cNvSpPr>
          <p:nvPr>
            <p:ph type="ftr" sz="quarter" idx="11"/>
          </p:nvPr>
        </p:nvSpPr>
        <p:spPr/>
        <p:txBody>
          <a:bodyPr/>
          <a:lstStyle/>
          <a:p>
            <a:r>
              <a:rPr lang="en-US" dirty="0"/>
              <a:t>www.anubhavtrainings.com</a:t>
            </a:r>
          </a:p>
        </p:txBody>
      </p:sp>
      <p:sp>
        <p:nvSpPr>
          <p:cNvPr id="4" name="Slide Number Placeholder 3">
            <a:extLst>
              <a:ext uri="{FF2B5EF4-FFF2-40B4-BE49-F238E27FC236}">
                <a16:creationId xmlns:a16="http://schemas.microsoft.com/office/drawing/2014/main" id="{773E9F1D-A8B4-3951-776B-713AD62B0AE1}"/>
              </a:ext>
            </a:extLst>
          </p:cNvPr>
          <p:cNvSpPr>
            <a:spLocks noGrp="1"/>
          </p:cNvSpPr>
          <p:nvPr>
            <p:ph type="sldNum" sz="quarter" idx="12"/>
          </p:nvPr>
        </p:nvSpPr>
        <p:spPr>
          <a:xfrm>
            <a:off x="152400" y="4781550"/>
            <a:ext cx="457200" cy="273844"/>
          </a:xfrm>
        </p:spPr>
        <p:txBody>
          <a:bodyPr/>
          <a:lstStyle/>
          <a:p>
            <a:fld id="{B6F15528-21DE-4FAA-801E-634DDDAF4B2B}" type="slidenum">
              <a:rPr lang="en-US" smtClean="0"/>
              <a:pPr/>
              <a:t>6</a:t>
            </a:fld>
            <a:endParaRPr lang="en-US" dirty="0"/>
          </a:p>
        </p:txBody>
      </p:sp>
      <p:sp>
        <p:nvSpPr>
          <p:cNvPr id="5" name="Title 4">
            <a:extLst>
              <a:ext uri="{FF2B5EF4-FFF2-40B4-BE49-F238E27FC236}">
                <a16:creationId xmlns:a16="http://schemas.microsoft.com/office/drawing/2014/main" id="{CB5FED35-B73B-7C4C-3B10-0BF6355CC97D}"/>
              </a:ext>
            </a:extLst>
          </p:cNvPr>
          <p:cNvSpPr>
            <a:spLocks noGrp="1"/>
          </p:cNvSpPr>
          <p:nvPr>
            <p:ph type="title"/>
          </p:nvPr>
        </p:nvSpPr>
        <p:spPr>
          <a:xfrm>
            <a:off x="76200" y="133350"/>
            <a:ext cx="8229600" cy="533401"/>
          </a:xfrm>
        </p:spPr>
        <p:txBody>
          <a:bodyPr/>
          <a:lstStyle/>
          <a:p>
            <a:r>
              <a:rPr lang="en-IN" sz="2500" dirty="0">
                <a:latin typeface="Cooper Black" panose="0208090404030B020404" pitchFamily="18" charset="0"/>
              </a:rPr>
              <a:t>Setting up CTMS</a:t>
            </a:r>
          </a:p>
        </p:txBody>
      </p:sp>
      <p:sp>
        <p:nvSpPr>
          <p:cNvPr id="2" name="TextBox 1">
            <a:extLst>
              <a:ext uri="{FF2B5EF4-FFF2-40B4-BE49-F238E27FC236}">
                <a16:creationId xmlns:a16="http://schemas.microsoft.com/office/drawing/2014/main" id="{2286C5A8-8426-80E2-D858-BD6FE079BECC}"/>
              </a:ext>
            </a:extLst>
          </p:cNvPr>
          <p:cNvSpPr txBox="1"/>
          <p:nvPr/>
        </p:nvSpPr>
        <p:spPr>
          <a:xfrm>
            <a:off x="152400" y="971549"/>
            <a:ext cx="8839200" cy="4069557"/>
          </a:xfrm>
          <a:prstGeom prst="rect">
            <a:avLst/>
          </a:prstGeom>
        </p:spPr>
        <p:txBody>
          <a:bodyPr vert="horz" lIns="91440" tIns="45720" rIns="91440" bIns="45720" rtlCol="0">
            <a:normAutofit/>
          </a:bodyPr>
          <a:lstStyle/>
          <a:p>
            <a:pPr algn="just">
              <a:buNone/>
            </a:pPr>
            <a:r>
              <a:rPr lang="en-US" sz="1400" b="0" i="0" dirty="0">
                <a:solidFill>
                  <a:srgbClr val="333333"/>
                </a:solidFill>
                <a:effectLst/>
                <a:latin typeface="Arial" panose="020B0604020202020204" pitchFamily="34" charset="0"/>
              </a:rPr>
              <a:t>It's worth noting that the CTMS (Cloud Transport Management System) tenant needs to be set up in advance before you can use the new transport process functionality in SAP BTP BUILD platform. This tenant is responsible for managing the transport process between the source and target tenants and requires specific configuration.</a:t>
            </a:r>
          </a:p>
          <a:p>
            <a:pPr algn="just">
              <a:buNone/>
            </a:pPr>
            <a:endParaRPr lang="en-US" sz="1400" b="0" i="0" dirty="0">
              <a:solidFill>
                <a:srgbClr val="333333"/>
              </a:solidFill>
              <a:effectLst/>
              <a:latin typeface="Arial" panose="020B0604020202020204" pitchFamily="34" charset="0"/>
            </a:endParaRPr>
          </a:p>
          <a:p>
            <a:pPr algn="just"/>
            <a:r>
              <a:rPr lang="en-US" sz="1400" b="0" i="0" dirty="0">
                <a:solidFill>
                  <a:srgbClr val="333333"/>
                </a:solidFill>
                <a:effectLst/>
                <a:latin typeface="Arial" panose="020B0604020202020204" pitchFamily="34" charset="0"/>
              </a:rPr>
              <a:t>Best practice is to set up the CTMS on a special subaccount for single tenant applications/services. For more information on setting up the CTMS, please refer to the SAP Help page on this link:</a:t>
            </a:r>
          </a:p>
          <a:p>
            <a:pPr algn="just"/>
            <a:endParaRPr lang="en-US" sz="1400" dirty="0">
              <a:solidFill>
                <a:srgbClr val="333333"/>
              </a:solidFill>
              <a:latin typeface="Arial" panose="020B0604020202020204" pitchFamily="34" charset="0"/>
            </a:endParaRPr>
          </a:p>
          <a:p>
            <a:pPr algn="just"/>
            <a:r>
              <a:rPr lang="en-US" sz="1400" b="0" i="0" u="none" strike="noStrike" dirty="0">
                <a:solidFill>
                  <a:srgbClr val="009EB8"/>
                </a:solidFill>
                <a:effectLst/>
                <a:latin typeface="Helvetica Neue Light"/>
                <a:hlinkClick r:id="rId2"/>
              </a:rPr>
              <a:t>https://help.sap.com/docs/TRANSPORT_MANAGEMENT_SERVICE/7f7160ec0d8546c6b3eab72fb5ad6fd8/66fd7283c62f48adb23c56fb48c84a60.html</a:t>
            </a:r>
            <a:r>
              <a:rPr lang="en-US" sz="1400" b="0" i="0" dirty="0">
                <a:solidFill>
                  <a:srgbClr val="333333"/>
                </a:solidFill>
                <a:effectLst/>
                <a:latin typeface="Arial" panose="020B0604020202020204" pitchFamily="34" charset="0"/>
              </a:rPr>
              <a:t>. </a:t>
            </a:r>
          </a:p>
          <a:p>
            <a:pPr algn="just"/>
            <a:endParaRPr lang="en-US" sz="1400" dirty="0">
              <a:solidFill>
                <a:srgbClr val="333333"/>
              </a:solidFill>
              <a:latin typeface="Arial" panose="020B0604020202020204" pitchFamily="34" charset="0"/>
            </a:endParaRPr>
          </a:p>
        </p:txBody>
      </p:sp>
    </p:spTree>
    <p:extLst>
      <p:ext uri="{BB962C8B-B14F-4D97-AF65-F5344CB8AC3E}">
        <p14:creationId xmlns:p14="http://schemas.microsoft.com/office/powerpoint/2010/main" val="7586341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B7BD8B7-49A1-5D85-3D19-593C9370C0EC}"/>
              </a:ext>
            </a:extLst>
          </p:cNvPr>
          <p:cNvSpPr>
            <a:spLocks noGrp="1"/>
          </p:cNvSpPr>
          <p:nvPr>
            <p:ph type="ftr" sz="quarter" idx="11"/>
          </p:nvPr>
        </p:nvSpPr>
        <p:spPr/>
        <p:txBody>
          <a:bodyPr/>
          <a:lstStyle/>
          <a:p>
            <a:r>
              <a:rPr lang="en-US"/>
              <a:t>www.anubhavtrainings.com</a:t>
            </a:r>
            <a:endParaRPr lang="en-US" dirty="0"/>
          </a:p>
        </p:txBody>
      </p:sp>
      <p:sp>
        <p:nvSpPr>
          <p:cNvPr id="3" name="Slide Number Placeholder 2">
            <a:extLst>
              <a:ext uri="{FF2B5EF4-FFF2-40B4-BE49-F238E27FC236}">
                <a16:creationId xmlns:a16="http://schemas.microsoft.com/office/drawing/2014/main" id="{73D6620E-DE49-7563-6D69-042969B7B1C6}"/>
              </a:ext>
            </a:extLst>
          </p:cNvPr>
          <p:cNvSpPr>
            <a:spLocks noGrp="1"/>
          </p:cNvSpPr>
          <p:nvPr>
            <p:ph type="sldNum" sz="quarter" idx="12"/>
          </p:nvPr>
        </p:nvSpPr>
        <p:spPr/>
        <p:txBody>
          <a:bodyPr/>
          <a:lstStyle/>
          <a:p>
            <a:fld id="{B6F15528-21DE-4FAA-801E-634DDDAF4B2B}" type="slidenum">
              <a:rPr lang="en-US" smtClean="0"/>
              <a:pPr/>
              <a:t>7</a:t>
            </a:fld>
            <a:endParaRPr lang="en-US"/>
          </a:p>
        </p:txBody>
      </p:sp>
      <p:sp>
        <p:nvSpPr>
          <p:cNvPr id="4" name="Title 3">
            <a:extLst>
              <a:ext uri="{FF2B5EF4-FFF2-40B4-BE49-F238E27FC236}">
                <a16:creationId xmlns:a16="http://schemas.microsoft.com/office/drawing/2014/main" id="{64C26FDD-821A-84C7-A2C5-75A2CCD20B38}"/>
              </a:ext>
            </a:extLst>
          </p:cNvPr>
          <p:cNvSpPr>
            <a:spLocks noGrp="1"/>
          </p:cNvSpPr>
          <p:nvPr>
            <p:ph type="title"/>
          </p:nvPr>
        </p:nvSpPr>
        <p:spPr/>
        <p:txBody>
          <a:bodyPr/>
          <a:lstStyle/>
          <a:p>
            <a:r>
              <a:rPr lang="en-IN" dirty="0"/>
              <a:t>Steps</a:t>
            </a:r>
          </a:p>
        </p:txBody>
      </p:sp>
      <p:sp>
        <p:nvSpPr>
          <p:cNvPr id="5" name="TextBox 4">
            <a:extLst>
              <a:ext uri="{FF2B5EF4-FFF2-40B4-BE49-F238E27FC236}">
                <a16:creationId xmlns:a16="http://schemas.microsoft.com/office/drawing/2014/main" id="{E91DC55A-AD9E-908F-424A-2BF83E381639}"/>
              </a:ext>
            </a:extLst>
          </p:cNvPr>
          <p:cNvSpPr txBox="1"/>
          <p:nvPr/>
        </p:nvSpPr>
        <p:spPr>
          <a:xfrm>
            <a:off x="228600" y="819150"/>
            <a:ext cx="8686800" cy="2985433"/>
          </a:xfrm>
          <a:prstGeom prst="rect">
            <a:avLst/>
          </a:prstGeom>
          <a:noFill/>
        </p:spPr>
        <p:txBody>
          <a:bodyPr wrap="square" rtlCol="0">
            <a:spAutoFit/>
          </a:bodyPr>
          <a:lstStyle/>
          <a:p>
            <a:pPr marL="342900" indent="-342900">
              <a:buAutoNum type="arabicPeriod"/>
            </a:pPr>
            <a:r>
              <a:rPr lang="en-IN" sz="1100" dirty="0"/>
              <a:t>Create a subscription (lite) for Cloud Transport Management and assign role to our user for TMS</a:t>
            </a:r>
          </a:p>
          <a:p>
            <a:pPr marL="342900" indent="-342900">
              <a:buAutoNum type="arabicPeriod"/>
            </a:pPr>
            <a:r>
              <a:rPr lang="en-IN" sz="1100" dirty="0"/>
              <a:t>Create a instance for Cloud Transport management</a:t>
            </a:r>
          </a:p>
          <a:p>
            <a:pPr marL="342900" indent="-342900">
              <a:buAutoNum type="arabicPeriod"/>
            </a:pPr>
            <a:r>
              <a:rPr lang="en-IN" sz="1100" dirty="0"/>
              <a:t>Create a service key for the instance created in step 2</a:t>
            </a:r>
          </a:p>
          <a:p>
            <a:pPr marL="342900" indent="-342900">
              <a:buAutoNum type="arabicPeriod"/>
            </a:pPr>
            <a:r>
              <a:rPr lang="en-IN" sz="1100" dirty="0"/>
              <a:t>Create spaces for quality as </a:t>
            </a:r>
            <a:r>
              <a:rPr lang="en-IN" sz="1100" dirty="0" err="1"/>
              <a:t>qlt</a:t>
            </a:r>
            <a:r>
              <a:rPr lang="en-IN" sz="1100" dirty="0"/>
              <a:t> and production as prod</a:t>
            </a:r>
          </a:p>
          <a:p>
            <a:pPr marL="342900" indent="-342900">
              <a:buAutoNum type="arabicPeriod"/>
            </a:pPr>
            <a:r>
              <a:rPr lang="en-IN" sz="1100" dirty="0"/>
              <a:t>Go inside each space, and note down the space id</a:t>
            </a:r>
          </a:p>
          <a:p>
            <a:r>
              <a:rPr lang="en-IN" sz="1100" dirty="0" err="1"/>
              <a:t>Qlt</a:t>
            </a:r>
            <a:r>
              <a:rPr lang="en-IN" sz="1100" dirty="0"/>
              <a:t> - eeb23cb1-5693-4ec5-ab8f-369ddd2b5d83</a:t>
            </a:r>
          </a:p>
          <a:p>
            <a:r>
              <a:rPr lang="en-IN" sz="1100" dirty="0"/>
              <a:t>Prod - 98a68cb3-1f15-4c58-962c-d88b8f66f67e</a:t>
            </a:r>
          </a:p>
          <a:p>
            <a:r>
              <a:rPr lang="en-IN" sz="1100" b="0" i="0" dirty="0">
                <a:solidFill>
                  <a:srgbClr val="333333"/>
                </a:solidFill>
                <a:effectLst/>
                <a:latin typeface="Monaco"/>
              </a:rPr>
              <a:t>https://deploy-service.cf.</a:t>
            </a:r>
            <a:r>
              <a:rPr lang="en-IN" sz="1100" b="0" i="1" dirty="0">
                <a:solidFill>
                  <a:srgbClr val="333333"/>
                </a:solidFill>
                <a:effectLst/>
                <a:latin typeface="Monaco"/>
              </a:rPr>
              <a:t>&lt;domain&gt;</a:t>
            </a:r>
            <a:r>
              <a:rPr lang="en-IN" sz="1100" b="0" i="0" dirty="0">
                <a:solidFill>
                  <a:srgbClr val="333333"/>
                </a:solidFill>
                <a:effectLst/>
                <a:latin typeface="Monaco"/>
              </a:rPr>
              <a:t>/slprot/</a:t>
            </a:r>
            <a:r>
              <a:rPr lang="en-IN" sz="1100" b="0" i="1" dirty="0">
                <a:solidFill>
                  <a:srgbClr val="333333"/>
                </a:solidFill>
                <a:effectLst/>
                <a:latin typeface="Monaco"/>
              </a:rPr>
              <a:t>&lt;my-space-guid&gt;</a:t>
            </a:r>
            <a:r>
              <a:rPr lang="en-IN" sz="1100" b="0" i="0" dirty="0">
                <a:solidFill>
                  <a:srgbClr val="333333"/>
                </a:solidFill>
                <a:effectLst/>
                <a:latin typeface="Monaco"/>
              </a:rPr>
              <a:t>/slp</a:t>
            </a:r>
          </a:p>
          <a:p>
            <a:r>
              <a:rPr lang="en-IN" sz="1100" b="0" i="0" dirty="0">
                <a:solidFill>
                  <a:srgbClr val="333333"/>
                </a:solidFill>
                <a:effectLst/>
                <a:latin typeface="Monaco"/>
              </a:rPr>
              <a:t>https://deploy-service.cf.</a:t>
            </a:r>
            <a:r>
              <a:rPr lang="en-IN" sz="1100" b="0" i="0" u="none" strike="noStrike" dirty="0">
                <a:solidFill>
                  <a:srgbClr val="0064D9"/>
                </a:solidFill>
                <a:effectLst/>
                <a:latin typeface="72" panose="020B0503030000000003" pitchFamily="34" charset="0"/>
                <a:hlinkClick r:id="rId2" tooltip="https://api.cf.us10-001.hana.ondemand.com"/>
              </a:rPr>
              <a:t> us10-001.hana.ondemand.com</a:t>
            </a:r>
            <a:r>
              <a:rPr lang="en-IN" sz="1100" b="0" i="0" dirty="0">
                <a:solidFill>
                  <a:srgbClr val="333333"/>
                </a:solidFill>
                <a:effectLst/>
                <a:latin typeface="Monaco"/>
              </a:rPr>
              <a:t>/</a:t>
            </a:r>
            <a:r>
              <a:rPr lang="en-IN" sz="1100" b="0" i="0" dirty="0" err="1">
                <a:solidFill>
                  <a:srgbClr val="333333"/>
                </a:solidFill>
                <a:effectLst/>
                <a:latin typeface="Monaco"/>
              </a:rPr>
              <a:t>slprot</a:t>
            </a:r>
            <a:r>
              <a:rPr lang="en-IN" sz="1100" b="0" i="0" dirty="0">
                <a:solidFill>
                  <a:srgbClr val="333333"/>
                </a:solidFill>
                <a:effectLst/>
                <a:latin typeface="Monaco"/>
              </a:rPr>
              <a:t>/</a:t>
            </a:r>
            <a:r>
              <a:rPr lang="en-IN" sz="1100" dirty="0"/>
              <a:t>eeb23cb1-5693-4ec5-ab8f-369ddd2b5d83</a:t>
            </a:r>
            <a:r>
              <a:rPr lang="en-IN" sz="1100" b="0" i="0" dirty="0">
                <a:solidFill>
                  <a:srgbClr val="333333"/>
                </a:solidFill>
                <a:effectLst/>
                <a:latin typeface="Monaco"/>
              </a:rPr>
              <a:t>/</a:t>
            </a:r>
            <a:r>
              <a:rPr lang="en-IN" sz="1100" b="0" i="0" dirty="0" err="1">
                <a:solidFill>
                  <a:srgbClr val="333333"/>
                </a:solidFill>
                <a:effectLst/>
                <a:latin typeface="Monaco"/>
              </a:rPr>
              <a:t>slp</a:t>
            </a:r>
            <a:endParaRPr lang="en-IN" sz="1100" b="0" i="0" dirty="0">
              <a:solidFill>
                <a:srgbClr val="333333"/>
              </a:solidFill>
              <a:effectLst/>
              <a:latin typeface="Monaco"/>
            </a:endParaRPr>
          </a:p>
          <a:p>
            <a:r>
              <a:rPr lang="en-IN" sz="1100" b="0" i="0" dirty="0">
                <a:solidFill>
                  <a:srgbClr val="333333"/>
                </a:solidFill>
                <a:effectLst/>
                <a:latin typeface="Monaco"/>
              </a:rPr>
              <a:t>https://deploy-service.cf.</a:t>
            </a:r>
            <a:r>
              <a:rPr lang="en-IN" sz="1100" b="0" i="0" u="none" strike="noStrike" dirty="0">
                <a:solidFill>
                  <a:srgbClr val="0064D9"/>
                </a:solidFill>
                <a:effectLst/>
                <a:latin typeface="72" panose="020B0503030000000003" pitchFamily="34" charset="0"/>
                <a:hlinkClick r:id="rId2" tooltip="https://api.cf.us10-001.hana.ondemand.com"/>
              </a:rPr>
              <a:t> us10-001.hana.ondemand.com</a:t>
            </a:r>
            <a:r>
              <a:rPr lang="en-IN" sz="1100" b="0" i="0" dirty="0">
                <a:solidFill>
                  <a:srgbClr val="333333"/>
                </a:solidFill>
                <a:effectLst/>
                <a:latin typeface="Monaco"/>
              </a:rPr>
              <a:t>/</a:t>
            </a:r>
            <a:r>
              <a:rPr lang="en-IN" sz="1100" b="0" i="0" dirty="0" err="1">
                <a:solidFill>
                  <a:srgbClr val="333333"/>
                </a:solidFill>
                <a:effectLst/>
                <a:latin typeface="Monaco"/>
              </a:rPr>
              <a:t>slprot</a:t>
            </a:r>
            <a:r>
              <a:rPr lang="en-IN" sz="1100" b="0" i="0" dirty="0">
                <a:solidFill>
                  <a:srgbClr val="333333"/>
                </a:solidFill>
                <a:effectLst/>
                <a:latin typeface="Monaco"/>
              </a:rPr>
              <a:t>/</a:t>
            </a:r>
            <a:r>
              <a:rPr lang="en-IN" sz="1100" dirty="0"/>
              <a:t>98a68cb3-1f15-4c58-962c-d88b8f66f67e</a:t>
            </a:r>
            <a:r>
              <a:rPr lang="en-IN" sz="1100" b="0" i="0" dirty="0">
                <a:solidFill>
                  <a:srgbClr val="333333"/>
                </a:solidFill>
                <a:effectLst/>
                <a:latin typeface="Monaco"/>
              </a:rPr>
              <a:t>/</a:t>
            </a:r>
            <a:r>
              <a:rPr lang="en-IN" sz="1100" b="0" i="0" dirty="0" err="1">
                <a:solidFill>
                  <a:srgbClr val="333333"/>
                </a:solidFill>
                <a:effectLst/>
                <a:latin typeface="Monaco"/>
              </a:rPr>
              <a:t>slp</a:t>
            </a:r>
            <a:endParaRPr lang="en-IN" sz="1100" dirty="0"/>
          </a:p>
          <a:p>
            <a:r>
              <a:rPr lang="en-IN" sz="1100" dirty="0"/>
              <a:t>6. Create destination according to the documentation </a:t>
            </a:r>
            <a:r>
              <a:rPr lang="en-IN" sz="1100" dirty="0">
                <a:hlinkClick r:id="rId3"/>
              </a:rPr>
              <a:t>here</a:t>
            </a:r>
            <a:endParaRPr lang="en-IN" sz="1100" dirty="0"/>
          </a:p>
          <a:p>
            <a:r>
              <a:rPr lang="en-IN" sz="1100" dirty="0"/>
              <a:t>7. Launch the Cloud transport cockpit and configure our landscape and route</a:t>
            </a:r>
          </a:p>
          <a:p>
            <a:r>
              <a:rPr lang="en-IN" sz="1400" dirty="0"/>
              <a:t>Phase 2</a:t>
            </a:r>
          </a:p>
          <a:p>
            <a:pPr marL="342900" indent="-342900">
              <a:buAutoNum type="arabicPeriod"/>
            </a:pPr>
            <a:r>
              <a:rPr lang="en-IN" sz="1400" dirty="0"/>
              <a:t>Create subscription for content agent service and assign role to our user</a:t>
            </a:r>
          </a:p>
          <a:p>
            <a:pPr marL="342900" indent="-342900">
              <a:buAutoNum type="arabicPeriod"/>
            </a:pPr>
            <a:r>
              <a:rPr lang="en-IN" sz="1400" dirty="0"/>
              <a:t>Create instance for content agent service and create a service key</a:t>
            </a:r>
          </a:p>
          <a:p>
            <a:pPr marL="342900" indent="-342900">
              <a:buAutoNum type="arabicPeriod"/>
            </a:pPr>
            <a:endParaRPr lang="en-IN" sz="1400" dirty="0"/>
          </a:p>
        </p:txBody>
      </p:sp>
    </p:spTree>
    <p:extLst>
      <p:ext uri="{BB962C8B-B14F-4D97-AF65-F5344CB8AC3E}">
        <p14:creationId xmlns:p14="http://schemas.microsoft.com/office/powerpoint/2010/main" val="12961911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E16B62-F53A-A566-5663-82065FE5A74D}"/>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D7607F3A-87D4-B4C9-6D47-CA960EBA98F5}"/>
              </a:ext>
            </a:extLst>
          </p:cNvPr>
          <p:cNvSpPr>
            <a:spLocks noGrp="1"/>
          </p:cNvSpPr>
          <p:nvPr>
            <p:ph type="ftr" sz="quarter" idx="11"/>
          </p:nvPr>
        </p:nvSpPr>
        <p:spPr/>
        <p:txBody>
          <a:bodyPr/>
          <a:lstStyle/>
          <a:p>
            <a:r>
              <a:rPr lang="en-US" dirty="0"/>
              <a:t>www.anubhavtrainings.com</a:t>
            </a:r>
          </a:p>
        </p:txBody>
      </p:sp>
      <p:sp>
        <p:nvSpPr>
          <p:cNvPr id="4" name="Slide Number Placeholder 3">
            <a:extLst>
              <a:ext uri="{FF2B5EF4-FFF2-40B4-BE49-F238E27FC236}">
                <a16:creationId xmlns:a16="http://schemas.microsoft.com/office/drawing/2014/main" id="{A7D44857-4222-E689-9AF5-C5960CBA9D45}"/>
              </a:ext>
            </a:extLst>
          </p:cNvPr>
          <p:cNvSpPr>
            <a:spLocks noGrp="1"/>
          </p:cNvSpPr>
          <p:nvPr>
            <p:ph type="sldNum" sz="quarter" idx="12"/>
          </p:nvPr>
        </p:nvSpPr>
        <p:spPr>
          <a:xfrm>
            <a:off x="152400" y="4781550"/>
            <a:ext cx="457200" cy="273844"/>
          </a:xfrm>
        </p:spPr>
        <p:txBody>
          <a:bodyPr/>
          <a:lstStyle/>
          <a:p>
            <a:fld id="{B6F15528-21DE-4FAA-801E-634DDDAF4B2B}" type="slidenum">
              <a:rPr lang="en-US" smtClean="0"/>
              <a:pPr/>
              <a:t>8</a:t>
            </a:fld>
            <a:endParaRPr lang="en-US" dirty="0"/>
          </a:p>
        </p:txBody>
      </p:sp>
      <p:sp>
        <p:nvSpPr>
          <p:cNvPr id="5" name="Title 4">
            <a:extLst>
              <a:ext uri="{FF2B5EF4-FFF2-40B4-BE49-F238E27FC236}">
                <a16:creationId xmlns:a16="http://schemas.microsoft.com/office/drawing/2014/main" id="{84A6D4D1-91C1-3A78-8AEF-CE8C98314879}"/>
              </a:ext>
            </a:extLst>
          </p:cNvPr>
          <p:cNvSpPr>
            <a:spLocks noGrp="1"/>
          </p:cNvSpPr>
          <p:nvPr>
            <p:ph type="title"/>
          </p:nvPr>
        </p:nvSpPr>
        <p:spPr>
          <a:xfrm>
            <a:off x="76200" y="133350"/>
            <a:ext cx="8229600" cy="533401"/>
          </a:xfrm>
        </p:spPr>
        <p:txBody>
          <a:bodyPr/>
          <a:lstStyle/>
          <a:p>
            <a:r>
              <a:rPr lang="en-IN" sz="2500" dirty="0"/>
              <a:t>What is CMS (Content Management Service)</a:t>
            </a:r>
            <a:endParaRPr lang="en-IN" sz="2500" dirty="0">
              <a:latin typeface="Cooper Black" panose="0208090404030B020404" pitchFamily="18" charset="0"/>
            </a:endParaRPr>
          </a:p>
        </p:txBody>
      </p:sp>
      <p:sp>
        <p:nvSpPr>
          <p:cNvPr id="7" name="TextBox 6">
            <a:extLst>
              <a:ext uri="{FF2B5EF4-FFF2-40B4-BE49-F238E27FC236}">
                <a16:creationId xmlns:a16="http://schemas.microsoft.com/office/drawing/2014/main" id="{BDC3CF52-11B6-821C-FE30-DBA0D98BDF29}"/>
              </a:ext>
            </a:extLst>
          </p:cNvPr>
          <p:cNvSpPr txBox="1"/>
          <p:nvPr/>
        </p:nvSpPr>
        <p:spPr>
          <a:xfrm>
            <a:off x="4439974" y="1276350"/>
            <a:ext cx="4572000" cy="1477328"/>
          </a:xfrm>
          <a:prstGeom prst="rect">
            <a:avLst/>
          </a:prstGeom>
          <a:noFill/>
        </p:spPr>
        <p:txBody>
          <a:bodyPr wrap="square">
            <a:spAutoFit/>
          </a:bodyPr>
          <a:lstStyle/>
          <a:p>
            <a:r>
              <a:rPr lang="en-US" b="0" i="0" dirty="0">
                <a:solidFill>
                  <a:srgbClr val="333333"/>
                </a:solidFill>
                <a:effectLst/>
                <a:latin typeface="72" panose="020B0503030000000003" pitchFamily="34" charset="0"/>
              </a:rPr>
              <a:t>A tool that acts as a local agent and operates at sub account level for managing content operations for different SAP BTP services. This service is offered in overall contract with SAP BTP and is auto-entitled.</a:t>
            </a:r>
            <a:endParaRPr lang="en-IN" dirty="0"/>
          </a:p>
        </p:txBody>
      </p:sp>
      <p:pic>
        <p:nvPicPr>
          <p:cNvPr id="2050" name="Picture 2">
            <a:extLst>
              <a:ext uri="{FF2B5EF4-FFF2-40B4-BE49-F238E27FC236}">
                <a16:creationId xmlns:a16="http://schemas.microsoft.com/office/drawing/2014/main" id="{00EED535-D4F3-34CB-31B0-1AEE581C3E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586271"/>
            <a:ext cx="3624262" cy="23117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60269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6113D0-7A48-D203-D925-640FF9CCC476}"/>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3D8E8B7E-86B7-52EE-5AF7-C5CD2479DDEE}"/>
              </a:ext>
            </a:extLst>
          </p:cNvPr>
          <p:cNvSpPr>
            <a:spLocks noGrp="1"/>
          </p:cNvSpPr>
          <p:nvPr>
            <p:ph type="ftr" sz="quarter" idx="11"/>
          </p:nvPr>
        </p:nvSpPr>
        <p:spPr/>
        <p:txBody>
          <a:bodyPr/>
          <a:lstStyle/>
          <a:p>
            <a:r>
              <a:rPr lang="en-US" dirty="0"/>
              <a:t>www.anubhavtrainings.com</a:t>
            </a:r>
          </a:p>
        </p:txBody>
      </p:sp>
      <p:sp>
        <p:nvSpPr>
          <p:cNvPr id="4" name="Slide Number Placeholder 3">
            <a:extLst>
              <a:ext uri="{FF2B5EF4-FFF2-40B4-BE49-F238E27FC236}">
                <a16:creationId xmlns:a16="http://schemas.microsoft.com/office/drawing/2014/main" id="{8BD3A57F-A7D4-0CC3-2774-B8B4A2C6FC10}"/>
              </a:ext>
            </a:extLst>
          </p:cNvPr>
          <p:cNvSpPr>
            <a:spLocks noGrp="1"/>
          </p:cNvSpPr>
          <p:nvPr>
            <p:ph type="sldNum" sz="quarter" idx="12"/>
          </p:nvPr>
        </p:nvSpPr>
        <p:spPr>
          <a:xfrm>
            <a:off x="152400" y="4781550"/>
            <a:ext cx="457200" cy="273844"/>
          </a:xfrm>
        </p:spPr>
        <p:txBody>
          <a:bodyPr/>
          <a:lstStyle/>
          <a:p>
            <a:fld id="{B6F15528-21DE-4FAA-801E-634DDDAF4B2B}" type="slidenum">
              <a:rPr lang="en-US" smtClean="0"/>
              <a:pPr/>
              <a:t>9</a:t>
            </a:fld>
            <a:endParaRPr lang="en-US" dirty="0"/>
          </a:p>
        </p:txBody>
      </p:sp>
      <p:sp>
        <p:nvSpPr>
          <p:cNvPr id="5" name="Title 4">
            <a:extLst>
              <a:ext uri="{FF2B5EF4-FFF2-40B4-BE49-F238E27FC236}">
                <a16:creationId xmlns:a16="http://schemas.microsoft.com/office/drawing/2014/main" id="{5FA470C4-1016-733D-297D-DB3B3B98D17C}"/>
              </a:ext>
            </a:extLst>
          </p:cNvPr>
          <p:cNvSpPr>
            <a:spLocks noGrp="1"/>
          </p:cNvSpPr>
          <p:nvPr>
            <p:ph type="title"/>
          </p:nvPr>
        </p:nvSpPr>
        <p:spPr>
          <a:xfrm>
            <a:off x="76200" y="133350"/>
            <a:ext cx="8229600" cy="533401"/>
          </a:xfrm>
        </p:spPr>
        <p:txBody>
          <a:bodyPr/>
          <a:lstStyle/>
          <a:p>
            <a:r>
              <a:rPr lang="en-IN" sz="2500" dirty="0">
                <a:latin typeface="Cooper Black" panose="0208090404030B020404" pitchFamily="18" charset="0"/>
              </a:rPr>
              <a:t>Setting up CAS </a:t>
            </a:r>
          </a:p>
        </p:txBody>
      </p:sp>
      <p:sp>
        <p:nvSpPr>
          <p:cNvPr id="2" name="TextBox 1">
            <a:extLst>
              <a:ext uri="{FF2B5EF4-FFF2-40B4-BE49-F238E27FC236}">
                <a16:creationId xmlns:a16="http://schemas.microsoft.com/office/drawing/2014/main" id="{11091CC5-120D-4E89-377B-4C627CFED8A7}"/>
              </a:ext>
            </a:extLst>
          </p:cNvPr>
          <p:cNvSpPr txBox="1"/>
          <p:nvPr/>
        </p:nvSpPr>
        <p:spPr>
          <a:xfrm>
            <a:off x="152400" y="971549"/>
            <a:ext cx="8839200" cy="4069557"/>
          </a:xfrm>
          <a:prstGeom prst="rect">
            <a:avLst/>
          </a:prstGeom>
        </p:spPr>
        <p:txBody>
          <a:bodyPr vert="horz" lIns="91440" tIns="45720" rIns="91440" bIns="45720" rtlCol="0">
            <a:normAutofit/>
          </a:bodyPr>
          <a:lstStyle/>
          <a:p>
            <a:pPr algn="just">
              <a:buNone/>
            </a:pPr>
            <a:r>
              <a:rPr lang="en-US" sz="1400" b="0" i="0" dirty="0">
                <a:solidFill>
                  <a:srgbClr val="333333"/>
                </a:solidFill>
                <a:effectLst/>
                <a:latin typeface="Arial" panose="020B0604020202020204" pitchFamily="34" charset="0"/>
              </a:rPr>
              <a:t>In addition to the SAP BTP BUILD platform, the source tenant also requires an instance of the Content Agent Service (CAS) to work with the CTMS. </a:t>
            </a:r>
          </a:p>
          <a:p>
            <a:pPr algn="just">
              <a:buNone/>
            </a:pPr>
            <a:endParaRPr lang="en-US" sz="1400" dirty="0">
              <a:solidFill>
                <a:srgbClr val="333333"/>
              </a:solidFill>
              <a:latin typeface="Arial" panose="020B0604020202020204" pitchFamily="34" charset="0"/>
            </a:endParaRPr>
          </a:p>
          <a:p>
            <a:pPr algn="just">
              <a:buNone/>
            </a:pPr>
            <a:r>
              <a:rPr lang="en-US" sz="1400" b="0" i="0" dirty="0">
                <a:solidFill>
                  <a:srgbClr val="333333"/>
                </a:solidFill>
                <a:effectLst/>
                <a:latin typeface="Arial" panose="020B0604020202020204" pitchFamily="34" charset="0"/>
              </a:rPr>
              <a:t>The CAS serves as a link between BUILD content and the CTMS, providing the necessary functionality to export and import the content from and to the CTMS.</a:t>
            </a:r>
          </a:p>
          <a:p>
            <a:pPr algn="just">
              <a:buNone/>
            </a:pPr>
            <a:endParaRPr lang="en-US" sz="1400" b="0" i="0" dirty="0">
              <a:solidFill>
                <a:srgbClr val="333333"/>
              </a:solidFill>
              <a:effectLst/>
              <a:latin typeface="Arial" panose="020B0604020202020204" pitchFamily="34" charset="0"/>
            </a:endParaRPr>
          </a:p>
          <a:p>
            <a:pPr algn="just"/>
            <a:r>
              <a:rPr lang="en-US" sz="1400" b="0" i="0" dirty="0">
                <a:solidFill>
                  <a:srgbClr val="333333"/>
                </a:solidFill>
                <a:effectLst/>
                <a:latin typeface="Arial" panose="020B0604020202020204" pitchFamily="34" charset="0"/>
              </a:rPr>
              <a:t>To set up the CAS in the source tenant, you'll need to create an instance of the Content Agent Service in the subaccount. </a:t>
            </a:r>
          </a:p>
          <a:p>
            <a:pPr algn="just"/>
            <a:endParaRPr lang="en-US" sz="1400" dirty="0">
              <a:solidFill>
                <a:srgbClr val="333333"/>
              </a:solidFill>
              <a:latin typeface="Arial" panose="020B0604020202020204" pitchFamily="34" charset="0"/>
            </a:endParaRPr>
          </a:p>
          <a:p>
            <a:pPr algn="just"/>
            <a:r>
              <a:rPr lang="en-US" sz="1400" b="0" i="0" dirty="0">
                <a:solidFill>
                  <a:srgbClr val="333333"/>
                </a:solidFill>
                <a:effectLst/>
                <a:latin typeface="Arial" panose="020B0604020202020204" pitchFamily="34" charset="0"/>
              </a:rPr>
              <a:t>You can find detailed information on how to create an instance of the Content Agent Service in the SAP Help page on this link:</a:t>
            </a:r>
          </a:p>
          <a:p>
            <a:pPr algn="just"/>
            <a:endParaRPr lang="en-US" sz="1400" u="none" strike="noStrike" dirty="0">
              <a:solidFill>
                <a:srgbClr val="333333"/>
              </a:solidFill>
              <a:latin typeface="Arial" panose="020B0604020202020204" pitchFamily="34" charset="0"/>
              <a:hlinkClick r:id="rId2"/>
            </a:endParaRPr>
          </a:p>
          <a:p>
            <a:pPr algn="just"/>
            <a:r>
              <a:rPr lang="en-US" sz="1400" b="0" i="0" u="none" strike="noStrike" dirty="0">
                <a:solidFill>
                  <a:srgbClr val="009EB8"/>
                </a:solidFill>
                <a:effectLst/>
                <a:latin typeface="Helvetica Neue Light"/>
                <a:hlinkClick r:id="rId2"/>
              </a:rPr>
              <a:t>https://help.sap.com/docs/CONTENT_AGENT_SERVICE/ae1a4f2d150d468d9ff56e13f9898e07/15406a06dfac4c1fabd7845c703773ba.html</a:t>
            </a:r>
            <a:r>
              <a:rPr lang="en-US" sz="1400" b="0" i="0" dirty="0">
                <a:solidFill>
                  <a:srgbClr val="333333"/>
                </a:solidFill>
                <a:effectLst/>
                <a:latin typeface="Arial" panose="020B0604020202020204" pitchFamily="34" charset="0"/>
              </a:rPr>
              <a:t>.</a:t>
            </a:r>
          </a:p>
        </p:txBody>
      </p:sp>
    </p:spTree>
    <p:extLst>
      <p:ext uri="{BB962C8B-B14F-4D97-AF65-F5344CB8AC3E}">
        <p14:creationId xmlns:p14="http://schemas.microsoft.com/office/powerpoint/2010/main" val="37214952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8D9F74-5844-DF29-B5EB-B692A53B7D9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253F516C-4098-1777-2D50-EF8630F31332}"/>
              </a:ext>
            </a:extLst>
          </p:cNvPr>
          <p:cNvSpPr>
            <a:spLocks noGrp="1"/>
          </p:cNvSpPr>
          <p:nvPr>
            <p:ph type="ftr" sz="quarter" idx="11"/>
          </p:nvPr>
        </p:nvSpPr>
        <p:spPr/>
        <p:txBody>
          <a:bodyPr/>
          <a:lstStyle/>
          <a:p>
            <a:r>
              <a:rPr lang="en-US" dirty="0"/>
              <a:t>www.anubhavtrainings.com</a:t>
            </a:r>
          </a:p>
        </p:txBody>
      </p:sp>
      <p:sp>
        <p:nvSpPr>
          <p:cNvPr id="4" name="Slide Number Placeholder 3">
            <a:extLst>
              <a:ext uri="{FF2B5EF4-FFF2-40B4-BE49-F238E27FC236}">
                <a16:creationId xmlns:a16="http://schemas.microsoft.com/office/drawing/2014/main" id="{F96AA869-5A8A-42EB-D92F-ED48941E5AE0}"/>
              </a:ext>
            </a:extLst>
          </p:cNvPr>
          <p:cNvSpPr>
            <a:spLocks noGrp="1"/>
          </p:cNvSpPr>
          <p:nvPr>
            <p:ph type="sldNum" sz="quarter" idx="12"/>
          </p:nvPr>
        </p:nvSpPr>
        <p:spPr>
          <a:xfrm>
            <a:off x="152400" y="4781550"/>
            <a:ext cx="457200" cy="273844"/>
          </a:xfrm>
        </p:spPr>
        <p:txBody>
          <a:bodyPr/>
          <a:lstStyle/>
          <a:p>
            <a:fld id="{B6F15528-21DE-4FAA-801E-634DDDAF4B2B}" type="slidenum">
              <a:rPr lang="en-US" smtClean="0"/>
              <a:pPr/>
              <a:t>10</a:t>
            </a:fld>
            <a:endParaRPr lang="en-US" dirty="0"/>
          </a:p>
        </p:txBody>
      </p:sp>
      <p:sp>
        <p:nvSpPr>
          <p:cNvPr id="5" name="Title 4">
            <a:extLst>
              <a:ext uri="{FF2B5EF4-FFF2-40B4-BE49-F238E27FC236}">
                <a16:creationId xmlns:a16="http://schemas.microsoft.com/office/drawing/2014/main" id="{27DB8A80-08DE-3F42-1B8D-2C0C924D5DBE}"/>
              </a:ext>
            </a:extLst>
          </p:cNvPr>
          <p:cNvSpPr>
            <a:spLocks noGrp="1"/>
          </p:cNvSpPr>
          <p:nvPr>
            <p:ph type="title"/>
          </p:nvPr>
        </p:nvSpPr>
        <p:spPr>
          <a:xfrm>
            <a:off x="76200" y="133350"/>
            <a:ext cx="8229600" cy="533401"/>
          </a:xfrm>
        </p:spPr>
        <p:txBody>
          <a:bodyPr/>
          <a:lstStyle/>
          <a:p>
            <a:r>
              <a:rPr lang="en-IN" sz="2500" dirty="0">
                <a:latin typeface="Cooper Black" panose="0208090404030B020404" pitchFamily="18" charset="0"/>
              </a:rPr>
              <a:t>Create destination to TMS</a:t>
            </a:r>
          </a:p>
        </p:txBody>
      </p:sp>
      <p:sp>
        <p:nvSpPr>
          <p:cNvPr id="2" name="TextBox 1">
            <a:extLst>
              <a:ext uri="{FF2B5EF4-FFF2-40B4-BE49-F238E27FC236}">
                <a16:creationId xmlns:a16="http://schemas.microsoft.com/office/drawing/2014/main" id="{2D9A4CA3-E78C-4CE5-56AC-B6DE18A72C79}"/>
              </a:ext>
            </a:extLst>
          </p:cNvPr>
          <p:cNvSpPr txBox="1"/>
          <p:nvPr/>
        </p:nvSpPr>
        <p:spPr>
          <a:xfrm>
            <a:off x="152400" y="971549"/>
            <a:ext cx="8839200" cy="4069557"/>
          </a:xfrm>
          <a:prstGeom prst="rect">
            <a:avLst/>
          </a:prstGeom>
        </p:spPr>
        <p:txBody>
          <a:bodyPr vert="horz" lIns="91440" tIns="45720" rIns="91440" bIns="45720" rtlCol="0">
            <a:normAutofit/>
          </a:bodyPr>
          <a:lstStyle/>
          <a:p>
            <a:pPr>
              <a:spcBef>
                <a:spcPct val="20000"/>
              </a:spcBef>
              <a:buFont typeface="Arial" pitchFamily="34" charset="0"/>
            </a:pPr>
            <a:r>
              <a:rPr lang="en-US" sz="1400" b="0" i="0" dirty="0">
                <a:solidFill>
                  <a:srgbClr val="333333"/>
                </a:solidFill>
                <a:effectLst/>
                <a:latin typeface="Arial" panose="020B0604020202020204" pitchFamily="34" charset="0"/>
              </a:rPr>
              <a:t>Once you have created the CAS instance, you'll need to create a new destination with the name "</a:t>
            </a:r>
            <a:r>
              <a:rPr lang="en-US" sz="1400" b="0" i="0" dirty="0" err="1">
                <a:solidFill>
                  <a:srgbClr val="333333"/>
                </a:solidFill>
                <a:effectLst/>
                <a:latin typeface="Arial" panose="020B0604020202020204" pitchFamily="34" charset="0"/>
              </a:rPr>
              <a:t>TransportManagementService</a:t>
            </a:r>
            <a:r>
              <a:rPr lang="en-US" sz="1400" b="0" i="0" dirty="0">
                <a:solidFill>
                  <a:srgbClr val="333333"/>
                </a:solidFill>
                <a:effectLst/>
                <a:latin typeface="Arial" panose="020B0604020202020204" pitchFamily="34" charset="0"/>
              </a:rPr>
              <a:t>". </a:t>
            </a:r>
          </a:p>
          <a:p>
            <a:pPr>
              <a:spcBef>
                <a:spcPct val="20000"/>
              </a:spcBef>
              <a:buFont typeface="Arial" pitchFamily="34" charset="0"/>
            </a:pPr>
            <a:endParaRPr lang="en-US" sz="1400" dirty="0">
              <a:solidFill>
                <a:srgbClr val="333333"/>
              </a:solidFill>
              <a:latin typeface="Arial" panose="020B0604020202020204" pitchFamily="34" charset="0"/>
            </a:endParaRPr>
          </a:p>
          <a:p>
            <a:pPr>
              <a:spcBef>
                <a:spcPct val="20000"/>
              </a:spcBef>
              <a:buFont typeface="Arial" pitchFamily="34" charset="0"/>
            </a:pPr>
            <a:r>
              <a:rPr lang="en-US" sz="1400" b="0" i="0" dirty="0">
                <a:solidFill>
                  <a:srgbClr val="333333"/>
                </a:solidFill>
                <a:effectLst/>
                <a:latin typeface="Arial" panose="020B0604020202020204" pitchFamily="34" charset="0"/>
              </a:rPr>
              <a:t>This destination serves as a connection to the CTMS instance. You can create this destination in the SAP BTP Cockpit by navigating to your subaccount and selecting "Destinations" from the left-hand menu. Detailed info can be found here: </a:t>
            </a:r>
          </a:p>
          <a:p>
            <a:pPr>
              <a:spcBef>
                <a:spcPct val="20000"/>
              </a:spcBef>
              <a:buFont typeface="Arial" pitchFamily="34" charset="0"/>
            </a:pPr>
            <a:endParaRPr lang="en-US" sz="1400" u="none" strike="noStrike" dirty="0">
              <a:solidFill>
                <a:srgbClr val="333333"/>
              </a:solidFill>
              <a:latin typeface="Arial" panose="020B0604020202020204" pitchFamily="34" charset="0"/>
              <a:hlinkClick r:id="rId2"/>
            </a:endParaRPr>
          </a:p>
          <a:p>
            <a:pPr>
              <a:spcBef>
                <a:spcPct val="20000"/>
              </a:spcBef>
              <a:buFont typeface="Arial" pitchFamily="34" charset="0"/>
            </a:pPr>
            <a:r>
              <a:rPr lang="en-US" sz="1400" b="0" i="0" u="none" strike="noStrike" dirty="0">
                <a:solidFill>
                  <a:srgbClr val="009EB8"/>
                </a:solidFill>
                <a:effectLst/>
                <a:latin typeface="Helvetica Neue Light"/>
                <a:hlinkClick r:id="rId2"/>
              </a:rPr>
              <a:t>https://help.sap.com/docs/CONTENT_AGENT_SERVICE/ae1a4f2d150d468d9ff56e13f9898e07/eed66f35f9d148c8ae5b2d46ff097d8c.html</a:t>
            </a:r>
            <a:endParaRPr lang="en-US" sz="1400" dirty="0"/>
          </a:p>
        </p:txBody>
      </p:sp>
    </p:spTree>
    <p:extLst>
      <p:ext uri="{BB962C8B-B14F-4D97-AF65-F5344CB8AC3E}">
        <p14:creationId xmlns:p14="http://schemas.microsoft.com/office/powerpoint/2010/main" val="34383782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9452E9-00BA-1932-A693-91CE7340CE2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679385AF-6F72-F4A7-D972-A158D9FAACC0}"/>
              </a:ext>
            </a:extLst>
          </p:cNvPr>
          <p:cNvSpPr>
            <a:spLocks noGrp="1"/>
          </p:cNvSpPr>
          <p:nvPr>
            <p:ph type="ftr" sz="quarter" idx="11"/>
          </p:nvPr>
        </p:nvSpPr>
        <p:spPr/>
        <p:txBody>
          <a:bodyPr/>
          <a:lstStyle/>
          <a:p>
            <a:r>
              <a:rPr lang="en-US"/>
              <a:t>www.anubhavtrainings.com</a:t>
            </a:r>
            <a:endParaRPr lang="en-US" dirty="0"/>
          </a:p>
        </p:txBody>
      </p:sp>
      <p:sp>
        <p:nvSpPr>
          <p:cNvPr id="4" name="Slide Number Placeholder 3">
            <a:extLst>
              <a:ext uri="{FF2B5EF4-FFF2-40B4-BE49-F238E27FC236}">
                <a16:creationId xmlns:a16="http://schemas.microsoft.com/office/drawing/2014/main" id="{A5DBDF66-DB21-C107-F9D2-E5CDD0554C17}"/>
              </a:ext>
            </a:extLst>
          </p:cNvPr>
          <p:cNvSpPr>
            <a:spLocks noGrp="1"/>
          </p:cNvSpPr>
          <p:nvPr>
            <p:ph type="sldNum" sz="quarter" idx="12"/>
          </p:nvPr>
        </p:nvSpPr>
        <p:spPr>
          <a:xfrm>
            <a:off x="152400" y="4781550"/>
            <a:ext cx="457200" cy="273844"/>
          </a:xfrm>
        </p:spPr>
        <p:txBody>
          <a:bodyPr/>
          <a:lstStyle/>
          <a:p>
            <a:fld id="{B6F15528-21DE-4FAA-801E-634DDDAF4B2B}" type="slidenum">
              <a:rPr lang="en-US" smtClean="0"/>
              <a:pPr/>
              <a:t>11</a:t>
            </a:fld>
            <a:endParaRPr lang="en-US" dirty="0"/>
          </a:p>
        </p:txBody>
      </p:sp>
      <p:sp>
        <p:nvSpPr>
          <p:cNvPr id="5" name="Title 4">
            <a:extLst>
              <a:ext uri="{FF2B5EF4-FFF2-40B4-BE49-F238E27FC236}">
                <a16:creationId xmlns:a16="http://schemas.microsoft.com/office/drawing/2014/main" id="{A65F4437-0761-3A88-72E6-42B97BE1661A}"/>
              </a:ext>
            </a:extLst>
          </p:cNvPr>
          <p:cNvSpPr>
            <a:spLocks noGrp="1"/>
          </p:cNvSpPr>
          <p:nvPr>
            <p:ph type="title"/>
          </p:nvPr>
        </p:nvSpPr>
        <p:spPr>
          <a:xfrm>
            <a:off x="76200" y="133350"/>
            <a:ext cx="8229600" cy="533401"/>
          </a:xfrm>
        </p:spPr>
        <p:txBody>
          <a:bodyPr/>
          <a:lstStyle/>
          <a:p>
            <a:r>
              <a:rPr lang="en-IN" sz="2500" dirty="0">
                <a:latin typeface="Cooper Black" panose="0208090404030B020404" pitchFamily="18" charset="0"/>
              </a:rPr>
              <a:t>The Process</a:t>
            </a:r>
          </a:p>
        </p:txBody>
      </p:sp>
      <p:pic>
        <p:nvPicPr>
          <p:cNvPr id="1026" name="Picture 2">
            <a:extLst>
              <a:ext uri="{FF2B5EF4-FFF2-40B4-BE49-F238E27FC236}">
                <a16:creationId xmlns:a16="http://schemas.microsoft.com/office/drawing/2014/main" id="{2F8D632D-784D-984C-65BF-13B9F3CA44B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1327150"/>
            <a:ext cx="9144000" cy="248761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CDD7C4C2-0D98-49B7-3715-92BCF5CFA981}"/>
              </a:ext>
            </a:extLst>
          </p:cNvPr>
          <p:cNvSpPr txBox="1"/>
          <p:nvPr/>
        </p:nvSpPr>
        <p:spPr>
          <a:xfrm>
            <a:off x="152400" y="3638550"/>
            <a:ext cx="4572000" cy="923330"/>
          </a:xfrm>
          <a:prstGeom prst="rect">
            <a:avLst/>
          </a:prstGeom>
          <a:noFill/>
        </p:spPr>
        <p:txBody>
          <a:bodyPr wrap="square">
            <a:spAutoFit/>
          </a:bodyPr>
          <a:lstStyle/>
          <a:p>
            <a:r>
              <a:rPr lang="en-IN" dirty="0"/>
              <a:t>https://help.sap.com/docs/content-agent-service/user-guide/create-target-node-destination</a:t>
            </a:r>
          </a:p>
        </p:txBody>
      </p:sp>
    </p:spTree>
    <p:extLst>
      <p:ext uri="{BB962C8B-B14F-4D97-AF65-F5344CB8AC3E}">
        <p14:creationId xmlns:p14="http://schemas.microsoft.com/office/powerpoint/2010/main" val="438140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609530-0387-8944-1695-D84D8C7A78DF}"/>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BD61474D-0CC2-987D-8599-2215B1469BCC}"/>
              </a:ext>
            </a:extLst>
          </p:cNvPr>
          <p:cNvSpPr>
            <a:spLocks noGrp="1"/>
          </p:cNvSpPr>
          <p:nvPr>
            <p:ph type="ftr" sz="quarter" idx="11"/>
          </p:nvPr>
        </p:nvSpPr>
        <p:spPr/>
        <p:txBody>
          <a:bodyPr/>
          <a:lstStyle/>
          <a:p>
            <a:r>
              <a:rPr lang="en-US" dirty="0"/>
              <a:t>www.anubhavtrainings.com</a:t>
            </a:r>
          </a:p>
        </p:txBody>
      </p:sp>
      <p:sp>
        <p:nvSpPr>
          <p:cNvPr id="4" name="Slide Number Placeholder 3">
            <a:extLst>
              <a:ext uri="{FF2B5EF4-FFF2-40B4-BE49-F238E27FC236}">
                <a16:creationId xmlns:a16="http://schemas.microsoft.com/office/drawing/2014/main" id="{44A73104-E9C2-AB84-969C-7E12D3AE6E1D}"/>
              </a:ext>
            </a:extLst>
          </p:cNvPr>
          <p:cNvSpPr>
            <a:spLocks noGrp="1"/>
          </p:cNvSpPr>
          <p:nvPr>
            <p:ph type="sldNum" sz="quarter" idx="12"/>
          </p:nvPr>
        </p:nvSpPr>
        <p:spPr>
          <a:xfrm>
            <a:off x="152400" y="4781550"/>
            <a:ext cx="457200" cy="273844"/>
          </a:xfrm>
        </p:spPr>
        <p:txBody>
          <a:bodyPr/>
          <a:lstStyle/>
          <a:p>
            <a:fld id="{B6F15528-21DE-4FAA-801E-634DDDAF4B2B}" type="slidenum">
              <a:rPr lang="en-US" smtClean="0"/>
              <a:pPr/>
              <a:t>12</a:t>
            </a:fld>
            <a:endParaRPr lang="en-US" dirty="0"/>
          </a:p>
        </p:txBody>
      </p:sp>
      <p:sp>
        <p:nvSpPr>
          <p:cNvPr id="5" name="Title 4">
            <a:extLst>
              <a:ext uri="{FF2B5EF4-FFF2-40B4-BE49-F238E27FC236}">
                <a16:creationId xmlns:a16="http://schemas.microsoft.com/office/drawing/2014/main" id="{89C06D12-D8C1-0A71-FE9B-DF4277D389AF}"/>
              </a:ext>
            </a:extLst>
          </p:cNvPr>
          <p:cNvSpPr>
            <a:spLocks noGrp="1"/>
          </p:cNvSpPr>
          <p:nvPr>
            <p:ph type="title"/>
          </p:nvPr>
        </p:nvSpPr>
        <p:spPr>
          <a:xfrm>
            <a:off x="76200" y="133350"/>
            <a:ext cx="8229600" cy="533401"/>
          </a:xfrm>
        </p:spPr>
        <p:txBody>
          <a:bodyPr/>
          <a:lstStyle/>
          <a:p>
            <a:endParaRPr lang="en-IN" sz="2500" dirty="0">
              <a:latin typeface="Cooper Black" panose="0208090404030B020404" pitchFamily="18" charset="0"/>
            </a:endParaRPr>
          </a:p>
        </p:txBody>
      </p:sp>
      <p:sp>
        <p:nvSpPr>
          <p:cNvPr id="2" name="TextBox 1">
            <a:extLst>
              <a:ext uri="{FF2B5EF4-FFF2-40B4-BE49-F238E27FC236}">
                <a16:creationId xmlns:a16="http://schemas.microsoft.com/office/drawing/2014/main" id="{AC1DEC44-A89C-9F50-0AF8-03D1C8F6F6F7}"/>
              </a:ext>
            </a:extLst>
          </p:cNvPr>
          <p:cNvSpPr txBox="1"/>
          <p:nvPr/>
        </p:nvSpPr>
        <p:spPr>
          <a:xfrm>
            <a:off x="152400" y="971549"/>
            <a:ext cx="8839200" cy="4069557"/>
          </a:xfrm>
          <a:prstGeom prst="rect">
            <a:avLst/>
          </a:prstGeom>
        </p:spPr>
        <p:txBody>
          <a:bodyPr vert="horz" lIns="91440" tIns="45720" rIns="91440" bIns="45720" rtlCol="0">
            <a:normAutofit/>
          </a:bodyPr>
          <a:lstStyle/>
          <a:p>
            <a:pPr>
              <a:spcBef>
                <a:spcPct val="20000"/>
              </a:spcBef>
              <a:buFont typeface="Arial" pitchFamily="34" charset="0"/>
            </a:pPr>
            <a:r>
              <a:rPr lang="en-US" sz="1400" b="0" i="0" dirty="0">
                <a:effectLst/>
              </a:rPr>
              <a:t>&lt;content&gt;</a:t>
            </a:r>
            <a:endParaRPr lang="en-US" sz="1400" dirty="0"/>
          </a:p>
        </p:txBody>
      </p:sp>
    </p:spTree>
    <p:extLst>
      <p:ext uri="{BB962C8B-B14F-4D97-AF65-F5344CB8AC3E}">
        <p14:creationId xmlns:p14="http://schemas.microsoft.com/office/powerpoint/2010/main" val="29046152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lowchart: Connector 4"/>
          <p:cNvSpPr/>
          <p:nvPr/>
        </p:nvSpPr>
        <p:spPr>
          <a:xfrm>
            <a:off x="4355976" y="21622"/>
            <a:ext cx="4168026" cy="4101362"/>
          </a:xfrm>
          <a:prstGeom prst="flowChartConnector">
            <a:avLst/>
          </a:prstGeom>
          <a:gradFill flip="none" rotWithShape="1">
            <a:gsLst>
              <a:gs pos="0">
                <a:srgbClr val="55E96E"/>
              </a:gs>
              <a:gs pos="46000">
                <a:srgbClr val="0AEC25"/>
              </a:gs>
              <a:gs pos="100000">
                <a:srgbClr val="00B050"/>
              </a:gs>
            </a:gsLst>
            <a:path path="circle">
              <a:fillToRect l="50000" t="130000" r="50000" b="-3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6" name="Picture Placeholder 11">
            <a:extLst>
              <a:ext uri="{FF2B5EF4-FFF2-40B4-BE49-F238E27FC236}">
                <a16:creationId xmlns:a16="http://schemas.microsoft.com/office/drawing/2014/main" id="{420F5850-2D59-4C25-ADFF-E9013C5A6A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649" y="10551"/>
            <a:ext cx="5088657" cy="4690760"/>
          </a:xfrm>
          <a:custGeom>
            <a:avLst/>
            <a:gdLst>
              <a:gd name="connsiteX0" fmla="*/ 0 w 7654699"/>
              <a:gd name="connsiteY0" fmla="*/ 0 h 5678805"/>
              <a:gd name="connsiteX1" fmla="*/ 7654699 w 7654699"/>
              <a:gd name="connsiteY1" fmla="*/ 0 h 5678805"/>
              <a:gd name="connsiteX2" fmla="*/ 7654699 w 7654699"/>
              <a:gd name="connsiteY2" fmla="*/ 0 h 5678805"/>
              <a:gd name="connsiteX3" fmla="*/ 7654699 w 7654699"/>
              <a:gd name="connsiteY3" fmla="*/ 4808982 h 5678805"/>
              <a:gd name="connsiteX4" fmla="*/ 6784876 w 7654699"/>
              <a:gd name="connsiteY4" fmla="*/ 5678805 h 5678805"/>
              <a:gd name="connsiteX5" fmla="*/ 869823 w 7654699"/>
              <a:gd name="connsiteY5" fmla="*/ 5678805 h 5678805"/>
              <a:gd name="connsiteX6" fmla="*/ 0 w 7654699"/>
              <a:gd name="connsiteY6" fmla="*/ 4808982 h 5678805"/>
              <a:gd name="connsiteX7" fmla="*/ 0 w 7654699"/>
              <a:gd name="connsiteY7" fmla="*/ 0 h 5678805"/>
              <a:gd name="connsiteX8" fmla="*/ 0 w 7654699"/>
              <a:gd name="connsiteY8" fmla="*/ 0 h 5678805"/>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9" fmla="*/ 0 w 7654699"/>
              <a:gd name="connsiteY9" fmla="*/ 6717 h 5685522"/>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0" fmla="*/ 0 w 7654699"/>
              <a:gd name="connsiteY0" fmla="*/ 4815699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0" fmla="*/ 776254 w 7561130"/>
              <a:gd name="connsiteY0" fmla="*/ 5685522 h 5685522"/>
              <a:gd name="connsiteX1" fmla="*/ 807946 w 7561130"/>
              <a:gd name="connsiteY1" fmla="*/ 0 h 5685522"/>
              <a:gd name="connsiteX2" fmla="*/ 7561130 w 7561130"/>
              <a:gd name="connsiteY2" fmla="*/ 6717 h 5685522"/>
              <a:gd name="connsiteX3" fmla="*/ 7561130 w 7561130"/>
              <a:gd name="connsiteY3" fmla="*/ 6717 h 5685522"/>
              <a:gd name="connsiteX4" fmla="*/ 7561130 w 7561130"/>
              <a:gd name="connsiteY4" fmla="*/ 4815699 h 5685522"/>
              <a:gd name="connsiteX5" fmla="*/ 6691307 w 7561130"/>
              <a:gd name="connsiteY5" fmla="*/ 5685522 h 5685522"/>
              <a:gd name="connsiteX6" fmla="*/ 776254 w 7561130"/>
              <a:gd name="connsiteY6" fmla="*/ 5685522 h 5685522"/>
              <a:gd name="connsiteX0" fmla="*/ 0 w 6784876"/>
              <a:gd name="connsiteY0" fmla="*/ 5685522 h 5685522"/>
              <a:gd name="connsiteX1" fmla="*/ 31692 w 6784876"/>
              <a:gd name="connsiteY1" fmla="*/ 0 h 5685522"/>
              <a:gd name="connsiteX2" fmla="*/ 6784876 w 6784876"/>
              <a:gd name="connsiteY2" fmla="*/ 6717 h 5685522"/>
              <a:gd name="connsiteX3" fmla="*/ 6784876 w 6784876"/>
              <a:gd name="connsiteY3" fmla="*/ 6717 h 5685522"/>
              <a:gd name="connsiteX4" fmla="*/ 6784876 w 6784876"/>
              <a:gd name="connsiteY4" fmla="*/ 4815699 h 5685522"/>
              <a:gd name="connsiteX5" fmla="*/ 5915053 w 6784876"/>
              <a:gd name="connsiteY5" fmla="*/ 5685522 h 5685522"/>
              <a:gd name="connsiteX6" fmla="*/ 0 w 6784876"/>
              <a:gd name="connsiteY6" fmla="*/ 5685522 h 5685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84876" h="5685522">
                <a:moveTo>
                  <a:pt x="0" y="5685522"/>
                </a:moveTo>
                <a:lnTo>
                  <a:pt x="31692" y="0"/>
                </a:lnTo>
                <a:lnTo>
                  <a:pt x="6784876" y="6717"/>
                </a:lnTo>
                <a:lnTo>
                  <a:pt x="6784876" y="6717"/>
                </a:lnTo>
                <a:lnTo>
                  <a:pt x="6784876" y="4815699"/>
                </a:lnTo>
                <a:cubicBezTo>
                  <a:pt x="6784876" y="5296089"/>
                  <a:pt x="6395443" y="5685522"/>
                  <a:pt x="5915053" y="5685522"/>
                </a:cubicBezTo>
                <a:lnTo>
                  <a:pt x="0" y="5685522"/>
                </a:lnTo>
                <a:close/>
              </a:path>
            </a:pathLst>
          </a:custGeom>
        </p:spPr>
      </p:pic>
      <p:sp>
        <p:nvSpPr>
          <p:cNvPr id="7" name="Rectangle: Rounded Corners 3">
            <a:extLst>
              <a:ext uri="{FF2B5EF4-FFF2-40B4-BE49-F238E27FC236}">
                <a16:creationId xmlns:a16="http://schemas.microsoft.com/office/drawing/2014/main" id="{4DCA9A03-C201-42B6-AF8D-AB31333C8852}"/>
              </a:ext>
            </a:extLst>
          </p:cNvPr>
          <p:cNvSpPr/>
          <p:nvPr/>
        </p:nvSpPr>
        <p:spPr>
          <a:xfrm>
            <a:off x="4550245" y="735546"/>
            <a:ext cx="3973757" cy="2082201"/>
          </a:xfrm>
          <a:prstGeom prst="roundRect">
            <a:avLst>
              <a:gd name="adj" fmla="val 8835"/>
            </a:avLst>
          </a:pr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dirty="0"/>
          </a:p>
        </p:txBody>
      </p:sp>
      <p:sp>
        <p:nvSpPr>
          <p:cNvPr id="8" name="TextBox 7">
            <a:extLst>
              <a:ext uri="{FF2B5EF4-FFF2-40B4-BE49-F238E27FC236}">
                <a16:creationId xmlns:a16="http://schemas.microsoft.com/office/drawing/2014/main" id="{4B09D3EC-7881-4341-8189-469046CA259E}"/>
              </a:ext>
            </a:extLst>
          </p:cNvPr>
          <p:cNvSpPr txBox="1"/>
          <p:nvPr/>
        </p:nvSpPr>
        <p:spPr>
          <a:xfrm>
            <a:off x="4981951" y="1042138"/>
            <a:ext cx="3179963" cy="461665"/>
          </a:xfrm>
          <a:prstGeom prst="rect">
            <a:avLst/>
          </a:prstGeom>
          <a:noFill/>
        </p:spPr>
        <p:txBody>
          <a:bodyPr wrap="square" lIns="0" tIns="0" rIns="0" bIns="0" rtlCol="0">
            <a:spAutoFit/>
          </a:bodyPr>
          <a:lstStyle/>
          <a:p>
            <a:r>
              <a:rPr lang="en-IN" sz="3000" b="1" dirty="0">
                <a:solidFill>
                  <a:srgbClr val="75C042"/>
                </a:solidFill>
              </a:rPr>
              <a:t>What We </a:t>
            </a:r>
            <a:r>
              <a:rPr lang="en-IN" sz="3000" b="1" dirty="0">
                <a:solidFill>
                  <a:srgbClr val="55E96E"/>
                </a:solidFill>
                <a:latin typeface="Segoe UI Light" panose="020B0502040204020203" pitchFamily="34" charset="0"/>
                <a:cs typeface="Segoe UI Light" panose="020B0502040204020203" pitchFamily="34" charset="0"/>
              </a:rPr>
              <a:t>Did</a:t>
            </a:r>
          </a:p>
        </p:txBody>
      </p:sp>
      <p:sp>
        <p:nvSpPr>
          <p:cNvPr id="9" name="TextBox 8">
            <a:extLst>
              <a:ext uri="{FF2B5EF4-FFF2-40B4-BE49-F238E27FC236}">
                <a16:creationId xmlns:a16="http://schemas.microsoft.com/office/drawing/2014/main" id="{A0CBE2D0-9475-4BE8-AC62-B9A03DC275C3}"/>
              </a:ext>
            </a:extLst>
          </p:cNvPr>
          <p:cNvSpPr txBox="1"/>
          <p:nvPr/>
        </p:nvSpPr>
        <p:spPr>
          <a:xfrm>
            <a:off x="4981951" y="1610639"/>
            <a:ext cx="3179963" cy="461665"/>
          </a:xfrm>
          <a:prstGeom prst="rect">
            <a:avLst/>
          </a:prstGeom>
          <a:noFill/>
        </p:spPr>
        <p:txBody>
          <a:bodyPr wrap="square" lIns="0" tIns="0" rIns="0" bIns="0" rtlCol="0" anchor="t">
            <a:spAutoFit/>
          </a:bodyPr>
          <a:lstStyle/>
          <a:p>
            <a:r>
              <a:rPr lang="en-US" sz="3000" kern="0" dirty="0">
                <a:solidFill>
                  <a:schemeClr val="tx1">
                    <a:lumMod val="75000"/>
                    <a:lumOff val="25000"/>
                  </a:schemeClr>
                </a:solidFill>
                <a:latin typeface="Segoe UI" panose="020B0502040204020203" pitchFamily="34" charset="0"/>
                <a:ea typeface="Calibri Light" charset="0"/>
                <a:cs typeface="Segoe UI" panose="020B0502040204020203" pitchFamily="34" charset="0"/>
              </a:rPr>
              <a:t>Let’s Summarize</a:t>
            </a:r>
            <a:endParaRPr lang="en-US" sz="3000" dirty="0">
              <a:solidFill>
                <a:schemeClr val="tx1">
                  <a:lumMod val="75000"/>
                  <a:lumOff val="25000"/>
                </a:schemeClr>
              </a:solidFill>
              <a:latin typeface="Segoe UI" panose="020B0502040204020203" pitchFamily="34" charset="0"/>
              <a:ea typeface="Calibri Light" charset="0"/>
              <a:cs typeface="Segoe UI" panose="020B0502040204020203" pitchFamily="34" charset="0"/>
            </a:endParaRPr>
          </a:p>
        </p:txBody>
      </p:sp>
      <p:grpSp>
        <p:nvGrpSpPr>
          <p:cNvPr id="10" name="Group 9">
            <a:extLst>
              <a:ext uri="{FF2B5EF4-FFF2-40B4-BE49-F238E27FC236}">
                <a16:creationId xmlns:a16="http://schemas.microsoft.com/office/drawing/2014/main" id="{CBADDFA3-0336-41F5-81AE-B9456B828C2C}"/>
              </a:ext>
            </a:extLst>
          </p:cNvPr>
          <p:cNvGrpSpPr/>
          <p:nvPr/>
        </p:nvGrpSpPr>
        <p:grpSpPr>
          <a:xfrm>
            <a:off x="4999393" y="2370854"/>
            <a:ext cx="463016" cy="82493"/>
            <a:chOff x="6006451" y="5603130"/>
            <a:chExt cx="617354" cy="109990"/>
          </a:xfrm>
        </p:grpSpPr>
        <p:sp>
          <p:nvSpPr>
            <p:cNvPr id="11" name="Rectangle 5">
              <a:extLst>
                <a:ext uri="{FF2B5EF4-FFF2-40B4-BE49-F238E27FC236}">
                  <a16:creationId xmlns:a16="http://schemas.microsoft.com/office/drawing/2014/main" id="{EF42471A-33F9-4E04-8306-66A59FCEE04D}"/>
                </a:ext>
              </a:extLst>
            </p:cNvPr>
            <p:cNvSpPr>
              <a:spLocks noChangeArrowheads="1"/>
            </p:cNvSpPr>
            <p:nvPr/>
          </p:nvSpPr>
          <p:spPr bwMode="auto">
            <a:xfrm>
              <a:off x="6006451" y="5603130"/>
              <a:ext cx="109992" cy="109990"/>
            </a:xfrm>
            <a:prstGeom prst="rect">
              <a:avLst/>
            </a:prstGeom>
            <a:solidFill>
              <a:srgbClr val="00B050"/>
            </a:solidFill>
            <a:ln w="9525">
              <a:noFill/>
              <a:miter lim="800000"/>
              <a:headEnd/>
              <a:tailEnd/>
            </a:ln>
          </p:spPr>
          <p:txBody>
            <a:bodyPr vert="horz" wrap="square" lIns="68580" tIns="34290" rIns="68580" bIns="34290" numCol="1" anchor="t" anchorCtr="0" compatLnSpc="1">
              <a:prstTxWarp prst="textNoShape">
                <a:avLst/>
              </a:prstTxWarp>
            </a:bodyPr>
            <a:lstStyle/>
            <a:p>
              <a:endParaRPr lang="en-IN" sz="1350"/>
            </a:p>
          </p:txBody>
        </p:sp>
        <p:sp>
          <p:nvSpPr>
            <p:cNvPr id="12" name="Rectangle 5">
              <a:extLst>
                <a:ext uri="{FF2B5EF4-FFF2-40B4-BE49-F238E27FC236}">
                  <a16:creationId xmlns:a16="http://schemas.microsoft.com/office/drawing/2014/main" id="{C99CB4F6-0149-49F4-8A24-BEB708A29F1A}"/>
                </a:ext>
              </a:extLst>
            </p:cNvPr>
            <p:cNvSpPr>
              <a:spLocks noChangeArrowheads="1"/>
            </p:cNvSpPr>
            <p:nvPr/>
          </p:nvSpPr>
          <p:spPr bwMode="auto">
            <a:xfrm>
              <a:off x="6260132" y="5603130"/>
              <a:ext cx="109992" cy="109990"/>
            </a:xfrm>
            <a:prstGeom prst="rect">
              <a:avLst/>
            </a:prstGeom>
            <a:solidFill>
              <a:srgbClr val="75C042"/>
            </a:solidFill>
            <a:ln w="9525">
              <a:noFill/>
              <a:miter lim="800000"/>
              <a:headEnd/>
              <a:tailEnd/>
            </a:ln>
          </p:spPr>
          <p:txBody>
            <a:bodyPr vert="horz" wrap="square" lIns="68580" tIns="34290" rIns="68580" bIns="34290" numCol="1" anchor="t" anchorCtr="0" compatLnSpc="1">
              <a:prstTxWarp prst="textNoShape">
                <a:avLst/>
              </a:prstTxWarp>
            </a:bodyPr>
            <a:lstStyle/>
            <a:p>
              <a:endParaRPr lang="en-IN" sz="1350"/>
            </a:p>
          </p:txBody>
        </p:sp>
        <p:sp>
          <p:nvSpPr>
            <p:cNvPr id="13" name="Rectangle 5">
              <a:extLst>
                <a:ext uri="{FF2B5EF4-FFF2-40B4-BE49-F238E27FC236}">
                  <a16:creationId xmlns:a16="http://schemas.microsoft.com/office/drawing/2014/main" id="{8BED369E-8B8A-45FD-8B5A-703CE09C2946}"/>
                </a:ext>
              </a:extLst>
            </p:cNvPr>
            <p:cNvSpPr>
              <a:spLocks noChangeArrowheads="1"/>
            </p:cNvSpPr>
            <p:nvPr/>
          </p:nvSpPr>
          <p:spPr bwMode="auto">
            <a:xfrm>
              <a:off x="6513813" y="5603130"/>
              <a:ext cx="109992" cy="109990"/>
            </a:xfrm>
            <a:prstGeom prst="rect">
              <a:avLst/>
            </a:prstGeom>
            <a:solidFill>
              <a:srgbClr val="0AEC25"/>
            </a:solidFill>
            <a:ln w="9525">
              <a:noFill/>
              <a:miter lim="800000"/>
              <a:headEnd/>
              <a:tailEnd/>
            </a:ln>
          </p:spPr>
          <p:txBody>
            <a:bodyPr vert="horz" wrap="square" lIns="68580" tIns="34290" rIns="68580" bIns="34290" numCol="1" anchor="t" anchorCtr="0" compatLnSpc="1">
              <a:prstTxWarp prst="textNoShape">
                <a:avLst/>
              </a:prstTxWarp>
            </a:bodyPr>
            <a:lstStyle/>
            <a:p>
              <a:endParaRPr lang="en-IN" sz="1350"/>
            </a:p>
          </p:txBody>
        </p:sp>
      </p:grpSp>
      <p:sp>
        <p:nvSpPr>
          <p:cNvPr id="14" name="Google Shape;845;p16"/>
          <p:cNvSpPr/>
          <p:nvPr/>
        </p:nvSpPr>
        <p:spPr>
          <a:xfrm>
            <a:off x="1190" y="0"/>
            <a:ext cx="1494765" cy="736929"/>
          </a:xfrm>
          <a:custGeom>
            <a:avLst/>
            <a:gdLst/>
            <a:ahLst/>
            <a:cxnLst/>
            <a:rect l="l" t="t" r="r" b="b"/>
            <a:pathLst>
              <a:path w="1993020" h="1803466" extrusionOk="0">
                <a:moveTo>
                  <a:pt x="0" y="0"/>
                </a:moveTo>
                <a:lnTo>
                  <a:pt x="1993020" y="0"/>
                </a:lnTo>
                <a:lnTo>
                  <a:pt x="1229306" y="1803466"/>
                </a:lnTo>
                <a:lnTo>
                  <a:pt x="0" y="1803466"/>
                </a:lnTo>
                <a:lnTo>
                  <a:pt x="0" y="0"/>
                </a:lnTo>
                <a:close/>
              </a:path>
            </a:pathLst>
          </a:custGeom>
          <a:solidFill>
            <a:srgbClr val="75C042"/>
          </a:solidFill>
          <a:ln>
            <a:noFill/>
          </a:ln>
        </p:spPr>
        <p:txBody>
          <a:bodyPr spcFirstLastPara="1" wrap="square" lIns="68569" tIns="34275" rIns="68569" bIns="34275" anchor="ctr" anchorCtr="0">
            <a:noAutofit/>
          </a:bodyPr>
          <a:lstStyle/>
          <a:p>
            <a:pPr algn="ctr" defTabSz="685800">
              <a:buClr>
                <a:srgbClr val="000000"/>
              </a:buClr>
              <a:defRPr/>
            </a:pPr>
            <a:endParaRPr sz="1350" kern="0">
              <a:solidFill>
                <a:srgbClr val="75C042"/>
              </a:solidFill>
              <a:latin typeface="Calibri"/>
              <a:ea typeface="Calibri"/>
              <a:cs typeface="Calibri"/>
              <a:sym typeface="Calibri"/>
            </a:endParaRPr>
          </a:p>
        </p:txBody>
      </p:sp>
      <p:sp>
        <p:nvSpPr>
          <p:cNvPr id="16" name="Google Shape;552;p2"/>
          <p:cNvSpPr txBox="1"/>
          <p:nvPr/>
        </p:nvSpPr>
        <p:spPr>
          <a:xfrm>
            <a:off x="7108178" y="4873864"/>
            <a:ext cx="2251926" cy="253885"/>
          </a:xfrm>
          <a:prstGeom prst="rect">
            <a:avLst/>
          </a:prstGeom>
          <a:noFill/>
          <a:ln>
            <a:noFill/>
          </a:ln>
        </p:spPr>
        <p:txBody>
          <a:bodyPr spcFirstLastPara="1" wrap="square" lIns="68569" tIns="34275" rIns="68569" bIns="34275" anchor="t" anchorCtr="0">
            <a:spAutoFit/>
          </a:bodyPr>
          <a:lstStyle/>
          <a:p>
            <a:r>
              <a:rPr lang="en-US" sz="1200" dirty="0">
                <a:solidFill>
                  <a:srgbClr val="75C042"/>
                </a:solidFill>
                <a:latin typeface="Cambria" panose="02040503050406030204" pitchFamily="18" charset="0"/>
                <a:ea typeface="Cambria" panose="02040503050406030204" pitchFamily="18" charset="0"/>
                <a:cs typeface="Corben"/>
                <a:sym typeface="Corben"/>
              </a:rPr>
              <a:t>www.anubhavtrainings.com</a:t>
            </a:r>
            <a:endParaRPr sz="1200" dirty="0">
              <a:solidFill>
                <a:srgbClr val="75C042"/>
              </a:solidFill>
              <a:latin typeface="Cambria" panose="02040503050406030204" pitchFamily="18" charset="0"/>
              <a:ea typeface="Cambria" panose="02040503050406030204" pitchFamily="18" charset="0"/>
              <a:cs typeface="Corben"/>
              <a:sym typeface="Corben"/>
            </a:endParaRPr>
          </a:p>
        </p:txBody>
      </p:sp>
      <p:pic>
        <p:nvPicPr>
          <p:cNvPr id="1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50243" y="0"/>
            <a:ext cx="491377" cy="4853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6139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barn(inVertical)">
                                      <p:cBhvr>
                                        <p:cTn id="10" dur="500"/>
                                        <p:tgtEl>
                                          <p:spTgt spid="9"/>
                                        </p:tgtEl>
                                      </p:cBhvr>
                                    </p:animEffect>
                                  </p:childTnLst>
                                </p:cTn>
                              </p:par>
                              <p:par>
                                <p:cTn id="11" presetID="16" presetClass="entr" presetSubtype="21"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barn(inVertical)">
                                      <p:cBhvr>
                                        <p:cTn id="13" dur="500"/>
                                        <p:tgtEl>
                                          <p:spTgt spid="10"/>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barn(inVertical)">
                                      <p:cBhvr>
                                        <p:cTn id="16" dur="500"/>
                                        <p:tgtEl>
                                          <p:spTgt spid="7"/>
                                        </p:tgtEl>
                                      </p:cBhvr>
                                    </p:animEffect>
                                  </p:childTnLst>
                                </p:cTn>
                              </p:par>
                              <p:par>
                                <p:cTn id="17" presetID="16" presetClass="entr" presetSubtype="21"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barn(inVertical)">
                                      <p:cBhvr>
                                        <p:cTn id="1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p:bldP spid="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BB0BAE-F023-4B67-BE79-3E1A8ACA9361}"/>
              </a:ext>
            </a:extLst>
          </p:cNvPr>
          <p:cNvSpPr txBox="1"/>
          <p:nvPr/>
        </p:nvSpPr>
        <p:spPr>
          <a:xfrm>
            <a:off x="946764" y="2580648"/>
            <a:ext cx="4187536" cy="692497"/>
          </a:xfrm>
          <a:prstGeom prst="rect">
            <a:avLst/>
          </a:prstGeom>
          <a:noFill/>
        </p:spPr>
        <p:txBody>
          <a:bodyPr wrap="square" lIns="0" tIns="0" rIns="0" bIns="0" rtlCol="0">
            <a:spAutoFit/>
          </a:bodyPr>
          <a:lstStyle/>
          <a:p>
            <a:r>
              <a:rPr lang="en-IN" sz="4500" b="1" dirty="0">
                <a:solidFill>
                  <a:srgbClr val="75C042"/>
                </a:solidFill>
              </a:rPr>
              <a:t>Thank</a:t>
            </a:r>
            <a:r>
              <a:rPr lang="en-IN" sz="4500" b="1" dirty="0">
                <a:solidFill>
                  <a:schemeClr val="accent1"/>
                </a:solidFill>
              </a:rPr>
              <a:t> </a:t>
            </a:r>
            <a:r>
              <a:rPr lang="en-IN" sz="4500" b="1" dirty="0">
                <a:solidFill>
                  <a:srgbClr val="75C042"/>
                </a:solidFill>
              </a:rPr>
              <a:t>You</a:t>
            </a:r>
          </a:p>
        </p:txBody>
      </p:sp>
      <p:sp>
        <p:nvSpPr>
          <p:cNvPr id="3" name="TextBox 2">
            <a:extLst>
              <a:ext uri="{FF2B5EF4-FFF2-40B4-BE49-F238E27FC236}">
                <a16:creationId xmlns:a16="http://schemas.microsoft.com/office/drawing/2014/main" id="{CCD57203-1FF5-432E-8E3E-4DFC442AA54C}"/>
              </a:ext>
            </a:extLst>
          </p:cNvPr>
          <p:cNvSpPr txBox="1"/>
          <p:nvPr/>
        </p:nvSpPr>
        <p:spPr>
          <a:xfrm>
            <a:off x="946764" y="3435846"/>
            <a:ext cx="4187536" cy="692497"/>
          </a:xfrm>
          <a:prstGeom prst="rect">
            <a:avLst/>
          </a:prstGeom>
          <a:noFill/>
        </p:spPr>
        <p:txBody>
          <a:bodyPr wrap="square" lIns="0" tIns="0" rIns="0" bIns="0" rtlCol="0" anchor="t">
            <a:spAutoFit/>
          </a:bodyPr>
          <a:lstStyle/>
          <a:p>
            <a:r>
              <a:rPr lang="en-US" sz="4500" b="1" dirty="0">
                <a:solidFill>
                  <a:srgbClr val="75C042"/>
                </a:solidFill>
              </a:rPr>
              <a:t>End of </a:t>
            </a:r>
            <a:r>
              <a:rPr lang="en-US" sz="4050" b="1" kern="0">
                <a:solidFill>
                  <a:srgbClr val="75C042"/>
                </a:solidFill>
                <a:latin typeface="Segoe UI" panose="020B0502040204020203" pitchFamily="34" charset="0"/>
                <a:ea typeface="Calibri Light" charset="0"/>
                <a:cs typeface="Segoe UI" panose="020B0502040204020203" pitchFamily="34" charset="0"/>
              </a:rPr>
              <a:t>Day 19</a:t>
            </a:r>
            <a:endParaRPr lang="en-US" sz="4050" b="1" dirty="0">
              <a:solidFill>
                <a:srgbClr val="75C042"/>
              </a:solidFill>
              <a:latin typeface="Segoe UI" panose="020B0502040204020203" pitchFamily="34" charset="0"/>
              <a:ea typeface="Calibri Light" charset="0"/>
              <a:cs typeface="Segoe UI" panose="020B0502040204020203" pitchFamily="34" charset="0"/>
            </a:endParaRPr>
          </a:p>
        </p:txBody>
      </p:sp>
      <p:grpSp>
        <p:nvGrpSpPr>
          <p:cNvPr id="4" name="Group 3">
            <a:extLst>
              <a:ext uri="{FF2B5EF4-FFF2-40B4-BE49-F238E27FC236}">
                <a16:creationId xmlns:a16="http://schemas.microsoft.com/office/drawing/2014/main" id="{E98CF33A-90E6-4EA2-B3D7-0B26F42FF079}"/>
              </a:ext>
            </a:extLst>
          </p:cNvPr>
          <p:cNvGrpSpPr/>
          <p:nvPr/>
        </p:nvGrpSpPr>
        <p:grpSpPr>
          <a:xfrm>
            <a:off x="946763" y="4247149"/>
            <a:ext cx="983696" cy="278476"/>
            <a:chOff x="1162522" y="5662865"/>
            <a:chExt cx="1311594" cy="371301"/>
          </a:xfrm>
        </p:grpSpPr>
        <p:sp>
          <p:nvSpPr>
            <p:cNvPr id="5" name="Oval 4">
              <a:extLst>
                <a:ext uri="{FF2B5EF4-FFF2-40B4-BE49-F238E27FC236}">
                  <a16:creationId xmlns:a16="http://schemas.microsoft.com/office/drawing/2014/main" id="{C21818D1-4413-4BFC-80DF-9BAF80F237AF}"/>
                </a:ext>
              </a:extLst>
            </p:cNvPr>
            <p:cNvSpPr/>
            <p:nvPr/>
          </p:nvSpPr>
          <p:spPr>
            <a:xfrm>
              <a:off x="1162522"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6" name="Shape">
              <a:hlinkClick r:id="rId2"/>
              <a:extLst>
                <a:ext uri="{FF2B5EF4-FFF2-40B4-BE49-F238E27FC236}">
                  <a16:creationId xmlns:a16="http://schemas.microsoft.com/office/drawing/2014/main" id="{EDFC2025-1ECF-4924-AE38-C781400903DF}"/>
                </a:ext>
              </a:extLst>
            </p:cNvPr>
            <p:cNvSpPr/>
            <p:nvPr/>
          </p:nvSpPr>
          <p:spPr>
            <a:xfrm>
              <a:off x="1296648" y="5763560"/>
              <a:ext cx="85868" cy="184254"/>
            </a:xfrm>
            <a:custGeom>
              <a:avLst/>
              <a:gdLst/>
              <a:ahLst/>
              <a:cxnLst>
                <a:cxn ang="0">
                  <a:pos x="wd2" y="hd2"/>
                </a:cxn>
                <a:cxn ang="5400000">
                  <a:pos x="wd2" y="hd2"/>
                </a:cxn>
                <a:cxn ang="10800000">
                  <a:pos x="wd2" y="hd2"/>
                </a:cxn>
                <a:cxn ang="16200000">
                  <a:pos x="wd2" y="hd2"/>
                </a:cxn>
              </a:cxnLst>
              <a:rect l="0" t="0" r="r" b="b"/>
              <a:pathLst>
                <a:path w="21600" h="21600" extrusionOk="0">
                  <a:moveTo>
                    <a:pt x="14372" y="7078"/>
                  </a:moveTo>
                  <a:lnTo>
                    <a:pt x="14372" y="5216"/>
                  </a:lnTo>
                  <a:cubicBezTo>
                    <a:pt x="14372" y="4937"/>
                    <a:pt x="14400" y="4721"/>
                    <a:pt x="14456" y="4568"/>
                  </a:cubicBezTo>
                  <a:cubicBezTo>
                    <a:pt x="14512" y="4415"/>
                    <a:pt x="14639" y="4264"/>
                    <a:pt x="14836" y="4115"/>
                  </a:cubicBezTo>
                  <a:cubicBezTo>
                    <a:pt x="15033" y="3967"/>
                    <a:pt x="15352" y="3864"/>
                    <a:pt x="15793" y="3808"/>
                  </a:cubicBezTo>
                  <a:cubicBezTo>
                    <a:pt x="16233" y="3751"/>
                    <a:pt x="16819" y="3722"/>
                    <a:pt x="17551" y="3722"/>
                  </a:cubicBezTo>
                  <a:lnTo>
                    <a:pt x="21544" y="3722"/>
                  </a:lnTo>
                  <a:lnTo>
                    <a:pt x="21544" y="0"/>
                  </a:lnTo>
                  <a:lnTo>
                    <a:pt x="15160" y="0"/>
                  </a:lnTo>
                  <a:cubicBezTo>
                    <a:pt x="11466" y="0"/>
                    <a:pt x="8813" y="409"/>
                    <a:pt x="7200" y="1225"/>
                  </a:cubicBezTo>
                  <a:cubicBezTo>
                    <a:pt x="5588" y="2042"/>
                    <a:pt x="4782" y="3246"/>
                    <a:pt x="4782" y="4836"/>
                  </a:cubicBezTo>
                  <a:lnTo>
                    <a:pt x="4782" y="7077"/>
                  </a:lnTo>
                  <a:lnTo>
                    <a:pt x="0" y="7077"/>
                  </a:lnTo>
                  <a:lnTo>
                    <a:pt x="0" y="10800"/>
                  </a:lnTo>
                  <a:lnTo>
                    <a:pt x="4781" y="10800"/>
                  </a:lnTo>
                  <a:lnTo>
                    <a:pt x="4781" y="21600"/>
                  </a:lnTo>
                  <a:lnTo>
                    <a:pt x="14372" y="21600"/>
                  </a:lnTo>
                  <a:lnTo>
                    <a:pt x="14372" y="10800"/>
                  </a:lnTo>
                  <a:lnTo>
                    <a:pt x="20756" y="10800"/>
                  </a:lnTo>
                  <a:lnTo>
                    <a:pt x="21600" y="7078"/>
                  </a:lnTo>
                  <a:cubicBezTo>
                    <a:pt x="21600" y="7078"/>
                    <a:pt x="14372" y="7078"/>
                    <a:pt x="14372" y="7078"/>
                  </a:cubicBezTo>
                  <a:close/>
                </a:path>
              </a:pathLst>
            </a:custGeom>
            <a:solidFill>
              <a:schemeClr val="bg1"/>
            </a:solidFill>
            <a:ln w="12700">
              <a:miter lim="400000"/>
            </a:ln>
          </p:spPr>
          <p:txBody>
            <a:bodyPr lIns="28575" tIns="28575" rIns="28575" bIns="28575" anchor="ctr"/>
            <a:lstStyle/>
            <a:p>
              <a:pPr>
                <a:defRPr sz="3000">
                  <a:solidFill>
                    <a:srgbClr val="FFFFFF"/>
                  </a:solidFill>
                  <a:effectLst>
                    <a:outerShdw blurRad="38100" dist="12700" dir="5400000" rotWithShape="0">
                      <a:srgbClr val="000000">
                        <a:alpha val="50000"/>
                      </a:srgbClr>
                    </a:outerShdw>
                  </a:effectLst>
                </a:defRPr>
              </a:pPr>
              <a:endParaRPr sz="2250"/>
            </a:p>
          </p:txBody>
        </p:sp>
        <p:sp>
          <p:nvSpPr>
            <p:cNvPr id="7" name="Oval 6">
              <a:extLst>
                <a:ext uri="{FF2B5EF4-FFF2-40B4-BE49-F238E27FC236}">
                  <a16:creationId xmlns:a16="http://schemas.microsoft.com/office/drawing/2014/main" id="{5C594A17-950B-4231-AA93-6E8DB90F8098}"/>
                </a:ext>
              </a:extLst>
            </p:cNvPr>
            <p:cNvSpPr/>
            <p:nvPr/>
          </p:nvSpPr>
          <p:spPr>
            <a:xfrm>
              <a:off x="1632668"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8" name="Shape">
              <a:hlinkClick r:id="rId3"/>
              <a:extLst>
                <a:ext uri="{FF2B5EF4-FFF2-40B4-BE49-F238E27FC236}">
                  <a16:creationId xmlns:a16="http://schemas.microsoft.com/office/drawing/2014/main" id="{C70A3C55-CE25-4C0F-9537-824AEA080D1D}"/>
                </a:ext>
              </a:extLst>
            </p:cNvPr>
            <p:cNvSpPr/>
            <p:nvPr/>
          </p:nvSpPr>
          <p:spPr>
            <a:xfrm>
              <a:off x="1716213" y="5774232"/>
              <a:ext cx="200503" cy="162908"/>
            </a:xfrm>
            <a:custGeom>
              <a:avLst/>
              <a:gdLst/>
              <a:ahLst/>
              <a:cxnLst>
                <a:cxn ang="0">
                  <a:pos x="wd2" y="hd2"/>
                </a:cxn>
                <a:cxn ang="5400000">
                  <a:pos x="wd2" y="hd2"/>
                </a:cxn>
                <a:cxn ang="10800000">
                  <a:pos x="wd2" y="hd2"/>
                </a:cxn>
                <a:cxn ang="16200000">
                  <a:pos x="wd2" y="hd2"/>
                </a:cxn>
              </a:cxnLst>
              <a:rect l="0" t="0" r="r" b="b"/>
              <a:pathLst>
                <a:path w="21600" h="21600" extrusionOk="0">
                  <a:moveTo>
                    <a:pt x="21600" y="2557"/>
                  </a:moveTo>
                  <a:cubicBezTo>
                    <a:pt x="20797" y="2991"/>
                    <a:pt x="19941" y="3278"/>
                    <a:pt x="19048" y="3418"/>
                  </a:cubicBezTo>
                  <a:cubicBezTo>
                    <a:pt x="19966" y="2743"/>
                    <a:pt x="20667" y="1683"/>
                    <a:pt x="20997" y="405"/>
                  </a:cubicBezTo>
                  <a:cubicBezTo>
                    <a:pt x="20141" y="1034"/>
                    <a:pt x="19196" y="1477"/>
                    <a:pt x="18188" y="1725"/>
                  </a:cubicBezTo>
                  <a:cubicBezTo>
                    <a:pt x="17376" y="660"/>
                    <a:pt x="16217" y="0"/>
                    <a:pt x="14954" y="0"/>
                  </a:cubicBezTo>
                  <a:cubicBezTo>
                    <a:pt x="12502" y="0"/>
                    <a:pt x="10529" y="2449"/>
                    <a:pt x="10529" y="5451"/>
                  </a:cubicBezTo>
                  <a:cubicBezTo>
                    <a:pt x="10529" y="5883"/>
                    <a:pt x="10558" y="6299"/>
                    <a:pt x="10631" y="6694"/>
                  </a:cubicBezTo>
                  <a:cubicBezTo>
                    <a:pt x="6950" y="6473"/>
                    <a:pt x="3692" y="4302"/>
                    <a:pt x="1504" y="994"/>
                  </a:cubicBezTo>
                  <a:cubicBezTo>
                    <a:pt x="1122" y="1809"/>
                    <a:pt x="898" y="2743"/>
                    <a:pt x="898" y="3748"/>
                  </a:cubicBezTo>
                  <a:cubicBezTo>
                    <a:pt x="898" y="5636"/>
                    <a:pt x="1687" y="7309"/>
                    <a:pt x="2865" y="8278"/>
                  </a:cubicBezTo>
                  <a:cubicBezTo>
                    <a:pt x="2153" y="8261"/>
                    <a:pt x="1455" y="8007"/>
                    <a:pt x="864" y="7606"/>
                  </a:cubicBezTo>
                  <a:cubicBezTo>
                    <a:pt x="864" y="7623"/>
                    <a:pt x="864" y="7645"/>
                    <a:pt x="864" y="7666"/>
                  </a:cubicBezTo>
                  <a:cubicBezTo>
                    <a:pt x="864" y="10315"/>
                    <a:pt x="2399" y="12515"/>
                    <a:pt x="4412" y="13022"/>
                  </a:cubicBezTo>
                  <a:cubicBezTo>
                    <a:pt x="4051" y="13143"/>
                    <a:pt x="3658" y="13201"/>
                    <a:pt x="3251" y="13201"/>
                  </a:cubicBezTo>
                  <a:cubicBezTo>
                    <a:pt x="2967" y="13201"/>
                    <a:pt x="2681" y="13181"/>
                    <a:pt x="2412" y="13108"/>
                  </a:cubicBezTo>
                  <a:cubicBezTo>
                    <a:pt x="2986" y="15266"/>
                    <a:pt x="4614" y="16853"/>
                    <a:pt x="6550" y="16905"/>
                  </a:cubicBezTo>
                  <a:cubicBezTo>
                    <a:pt x="5044" y="18355"/>
                    <a:pt x="3131" y="19229"/>
                    <a:pt x="1060" y="19229"/>
                  </a:cubicBezTo>
                  <a:cubicBezTo>
                    <a:pt x="697" y="19229"/>
                    <a:pt x="348" y="19209"/>
                    <a:pt x="0" y="19154"/>
                  </a:cubicBezTo>
                  <a:cubicBezTo>
                    <a:pt x="1962" y="20711"/>
                    <a:pt x="4286" y="21600"/>
                    <a:pt x="6793" y="21600"/>
                  </a:cubicBezTo>
                  <a:cubicBezTo>
                    <a:pt x="14942" y="21600"/>
                    <a:pt x="19397" y="13292"/>
                    <a:pt x="19397" y="6091"/>
                  </a:cubicBezTo>
                  <a:cubicBezTo>
                    <a:pt x="19397" y="5850"/>
                    <a:pt x="19390" y="5618"/>
                    <a:pt x="19380" y="5387"/>
                  </a:cubicBezTo>
                  <a:cubicBezTo>
                    <a:pt x="20259" y="4619"/>
                    <a:pt x="20998" y="3660"/>
                    <a:pt x="21600" y="2557"/>
                  </a:cubicBezTo>
                  <a:cubicBezTo>
                    <a:pt x="21600" y="2557"/>
                    <a:pt x="21600" y="2557"/>
                    <a:pt x="21600" y="2557"/>
                  </a:cubicBezTo>
                  <a:close/>
                </a:path>
              </a:pathLst>
            </a:custGeom>
            <a:solidFill>
              <a:schemeClr val="bg1"/>
            </a:solidFill>
            <a:ln w="12700">
              <a:miter lim="400000"/>
            </a:ln>
          </p:spPr>
          <p:txBody>
            <a:bodyPr lIns="28575" tIns="28575" rIns="28575" bIns="28575" anchor="ctr"/>
            <a:lstStyle/>
            <a:p>
              <a:pPr>
                <a:defRPr sz="3000">
                  <a:solidFill>
                    <a:srgbClr val="FFFFFF"/>
                  </a:solidFill>
                  <a:effectLst>
                    <a:outerShdw blurRad="38100" dist="12700" dir="5400000" rotWithShape="0">
                      <a:srgbClr val="000000">
                        <a:alpha val="50000"/>
                      </a:srgbClr>
                    </a:outerShdw>
                  </a:effectLst>
                </a:defRPr>
              </a:pPr>
              <a:endParaRPr sz="2250"/>
            </a:p>
          </p:txBody>
        </p:sp>
        <p:sp>
          <p:nvSpPr>
            <p:cNvPr id="9" name="Oval 8">
              <a:extLst>
                <a:ext uri="{FF2B5EF4-FFF2-40B4-BE49-F238E27FC236}">
                  <a16:creationId xmlns:a16="http://schemas.microsoft.com/office/drawing/2014/main" id="{AF389CA4-9215-4DA8-BFFA-FA4329B49979}"/>
                </a:ext>
              </a:extLst>
            </p:cNvPr>
            <p:cNvSpPr/>
            <p:nvPr/>
          </p:nvSpPr>
          <p:spPr>
            <a:xfrm>
              <a:off x="2102815"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 name="Shape">
              <a:hlinkClick r:id="rId4"/>
              <a:extLst>
                <a:ext uri="{FF2B5EF4-FFF2-40B4-BE49-F238E27FC236}">
                  <a16:creationId xmlns:a16="http://schemas.microsoft.com/office/drawing/2014/main" id="{F0CB12D6-F0DA-4BB6-B2C7-4BE43A29C51F}"/>
                </a:ext>
              </a:extLst>
            </p:cNvPr>
            <p:cNvSpPr/>
            <p:nvPr/>
          </p:nvSpPr>
          <p:spPr>
            <a:xfrm>
              <a:off x="2189003" y="5751342"/>
              <a:ext cx="202748" cy="202749"/>
            </a:xfrm>
            <a:custGeom>
              <a:avLst/>
              <a:gdLst/>
              <a:ahLst/>
              <a:cxnLst>
                <a:cxn ang="0">
                  <a:pos x="wd2" y="hd2"/>
                </a:cxn>
                <a:cxn ang="5400000">
                  <a:pos x="wd2" y="hd2"/>
                </a:cxn>
                <a:cxn ang="10800000">
                  <a:pos x="wd2" y="hd2"/>
                </a:cxn>
                <a:cxn ang="16200000">
                  <a:pos x="wd2" y="hd2"/>
                </a:cxn>
              </a:cxnLst>
              <a:rect l="0" t="0" r="r" b="b"/>
              <a:pathLst>
                <a:path w="21600" h="21600" extrusionOk="0">
                  <a:moveTo>
                    <a:pt x="19427" y="11280"/>
                  </a:moveTo>
                  <a:cubicBezTo>
                    <a:pt x="17712" y="10975"/>
                    <a:pt x="15821" y="11022"/>
                    <a:pt x="13768" y="11419"/>
                  </a:cubicBezTo>
                  <a:cubicBezTo>
                    <a:pt x="13571" y="10725"/>
                    <a:pt x="13362" y="10071"/>
                    <a:pt x="13146" y="9456"/>
                  </a:cubicBezTo>
                  <a:cubicBezTo>
                    <a:pt x="15173" y="8681"/>
                    <a:pt x="16814" y="7539"/>
                    <a:pt x="18018" y="6057"/>
                  </a:cubicBezTo>
                  <a:cubicBezTo>
                    <a:pt x="18916" y="7419"/>
                    <a:pt x="19440" y="9050"/>
                    <a:pt x="19440" y="10800"/>
                  </a:cubicBezTo>
                  <a:cubicBezTo>
                    <a:pt x="19440" y="10961"/>
                    <a:pt x="19435" y="11121"/>
                    <a:pt x="19427" y="11280"/>
                  </a:cubicBezTo>
                  <a:cubicBezTo>
                    <a:pt x="19427" y="11280"/>
                    <a:pt x="19427" y="11280"/>
                    <a:pt x="19427" y="11280"/>
                  </a:cubicBezTo>
                  <a:close/>
                  <a:moveTo>
                    <a:pt x="15025" y="18334"/>
                  </a:moveTo>
                  <a:cubicBezTo>
                    <a:pt x="14873" y="16593"/>
                    <a:pt x="14617" y="14987"/>
                    <a:pt x="14296" y="13522"/>
                  </a:cubicBezTo>
                  <a:cubicBezTo>
                    <a:pt x="15886" y="13225"/>
                    <a:pt x="17507" y="13137"/>
                    <a:pt x="19038" y="13406"/>
                  </a:cubicBezTo>
                  <a:cubicBezTo>
                    <a:pt x="18371" y="15511"/>
                    <a:pt x="16918" y="17268"/>
                    <a:pt x="15025" y="18334"/>
                  </a:cubicBezTo>
                  <a:cubicBezTo>
                    <a:pt x="15025" y="18334"/>
                    <a:pt x="15025" y="18334"/>
                    <a:pt x="15025" y="18334"/>
                  </a:cubicBezTo>
                  <a:close/>
                  <a:moveTo>
                    <a:pt x="10800" y="19440"/>
                  </a:moveTo>
                  <a:cubicBezTo>
                    <a:pt x="8577" y="19440"/>
                    <a:pt x="6548" y="18596"/>
                    <a:pt x="5015" y="17212"/>
                  </a:cubicBezTo>
                  <a:cubicBezTo>
                    <a:pt x="6456" y="16365"/>
                    <a:pt x="9162" y="14922"/>
                    <a:pt x="12199" y="14029"/>
                  </a:cubicBezTo>
                  <a:cubicBezTo>
                    <a:pt x="12538" y="15587"/>
                    <a:pt x="12795" y="17303"/>
                    <a:pt x="12924" y="19176"/>
                  </a:cubicBezTo>
                  <a:cubicBezTo>
                    <a:pt x="12244" y="19348"/>
                    <a:pt x="11533" y="19440"/>
                    <a:pt x="10800" y="19440"/>
                  </a:cubicBezTo>
                  <a:cubicBezTo>
                    <a:pt x="10800" y="19440"/>
                    <a:pt x="10800" y="19440"/>
                    <a:pt x="10800" y="19440"/>
                  </a:cubicBezTo>
                  <a:close/>
                  <a:moveTo>
                    <a:pt x="2160" y="10800"/>
                  </a:moveTo>
                  <a:cubicBezTo>
                    <a:pt x="2160" y="10677"/>
                    <a:pt x="2163" y="10555"/>
                    <a:pt x="2168" y="10434"/>
                  </a:cubicBezTo>
                  <a:cubicBezTo>
                    <a:pt x="3029" y="10541"/>
                    <a:pt x="4305" y="10658"/>
                    <a:pt x="5793" y="10658"/>
                  </a:cubicBezTo>
                  <a:cubicBezTo>
                    <a:pt x="6514" y="10658"/>
                    <a:pt x="7284" y="10631"/>
                    <a:pt x="8081" y="10562"/>
                  </a:cubicBezTo>
                  <a:cubicBezTo>
                    <a:pt x="9142" y="10470"/>
                    <a:pt x="10142" y="10310"/>
                    <a:pt x="11081" y="10088"/>
                  </a:cubicBezTo>
                  <a:cubicBezTo>
                    <a:pt x="11287" y="10669"/>
                    <a:pt x="11485" y="11281"/>
                    <a:pt x="11671" y="11928"/>
                  </a:cubicBezTo>
                  <a:cubicBezTo>
                    <a:pt x="10698" y="12211"/>
                    <a:pt x="9693" y="12565"/>
                    <a:pt x="8656" y="12990"/>
                  </a:cubicBezTo>
                  <a:cubicBezTo>
                    <a:pt x="6423" y="13906"/>
                    <a:pt x="4601" y="14931"/>
                    <a:pt x="3585" y="15547"/>
                  </a:cubicBezTo>
                  <a:cubicBezTo>
                    <a:pt x="2685" y="14184"/>
                    <a:pt x="2160" y="12552"/>
                    <a:pt x="2160" y="10800"/>
                  </a:cubicBezTo>
                  <a:cubicBezTo>
                    <a:pt x="2160" y="10800"/>
                    <a:pt x="2160" y="10800"/>
                    <a:pt x="2160" y="10800"/>
                  </a:cubicBezTo>
                  <a:close/>
                  <a:moveTo>
                    <a:pt x="7253" y="2922"/>
                  </a:moveTo>
                  <a:cubicBezTo>
                    <a:pt x="7897" y="3727"/>
                    <a:pt x="9119" y="5437"/>
                    <a:pt x="10273" y="8054"/>
                  </a:cubicBezTo>
                  <a:cubicBezTo>
                    <a:pt x="7243" y="8704"/>
                    <a:pt x="4136" y="8489"/>
                    <a:pt x="2530" y="8298"/>
                  </a:cubicBezTo>
                  <a:cubicBezTo>
                    <a:pt x="3257" y="5901"/>
                    <a:pt x="4998" y="3941"/>
                    <a:pt x="7253" y="2922"/>
                  </a:cubicBezTo>
                  <a:cubicBezTo>
                    <a:pt x="7253" y="2922"/>
                    <a:pt x="7253" y="2922"/>
                    <a:pt x="7253" y="2922"/>
                  </a:cubicBezTo>
                  <a:close/>
                  <a:moveTo>
                    <a:pt x="10800" y="2160"/>
                  </a:moveTo>
                  <a:cubicBezTo>
                    <a:pt x="13021" y="2160"/>
                    <a:pt x="15049" y="3003"/>
                    <a:pt x="16581" y="4385"/>
                  </a:cubicBezTo>
                  <a:cubicBezTo>
                    <a:pt x="15509" y="5855"/>
                    <a:pt x="14008" y="6822"/>
                    <a:pt x="12365" y="7445"/>
                  </a:cubicBezTo>
                  <a:cubicBezTo>
                    <a:pt x="12091" y="6806"/>
                    <a:pt x="11817" y="6226"/>
                    <a:pt x="11555" y="5709"/>
                  </a:cubicBezTo>
                  <a:cubicBezTo>
                    <a:pt x="10795" y="4211"/>
                    <a:pt x="10048" y="3064"/>
                    <a:pt x="9466" y="2263"/>
                  </a:cubicBezTo>
                  <a:cubicBezTo>
                    <a:pt x="9901" y="2195"/>
                    <a:pt x="10346" y="2160"/>
                    <a:pt x="10800" y="2160"/>
                  </a:cubicBezTo>
                  <a:cubicBezTo>
                    <a:pt x="10800" y="2160"/>
                    <a:pt x="10800" y="2160"/>
                    <a:pt x="10800" y="2160"/>
                  </a:cubicBezTo>
                  <a:close/>
                  <a:moveTo>
                    <a:pt x="18834" y="3590"/>
                  </a:moveTo>
                  <a:lnTo>
                    <a:pt x="18682" y="3425"/>
                  </a:lnTo>
                  <a:cubicBezTo>
                    <a:pt x="16710" y="1318"/>
                    <a:pt x="13906" y="0"/>
                    <a:pt x="10800" y="0"/>
                  </a:cubicBezTo>
                  <a:cubicBezTo>
                    <a:pt x="9564" y="0"/>
                    <a:pt x="8376" y="209"/>
                    <a:pt x="7269" y="593"/>
                  </a:cubicBezTo>
                  <a:lnTo>
                    <a:pt x="7157" y="633"/>
                  </a:lnTo>
                  <a:cubicBezTo>
                    <a:pt x="3542" y="1932"/>
                    <a:pt x="814" y="5108"/>
                    <a:pt x="154" y="8980"/>
                  </a:cubicBezTo>
                  <a:cubicBezTo>
                    <a:pt x="153" y="8984"/>
                    <a:pt x="152" y="8988"/>
                    <a:pt x="152" y="8991"/>
                  </a:cubicBezTo>
                  <a:cubicBezTo>
                    <a:pt x="149" y="9004"/>
                    <a:pt x="148" y="9016"/>
                    <a:pt x="146" y="9028"/>
                  </a:cubicBezTo>
                  <a:cubicBezTo>
                    <a:pt x="51" y="9605"/>
                    <a:pt x="0" y="10197"/>
                    <a:pt x="0" y="10800"/>
                  </a:cubicBezTo>
                  <a:cubicBezTo>
                    <a:pt x="0" y="13375"/>
                    <a:pt x="906" y="15741"/>
                    <a:pt x="2416" y="17599"/>
                  </a:cubicBezTo>
                  <a:cubicBezTo>
                    <a:pt x="2417" y="17600"/>
                    <a:pt x="2541" y="17751"/>
                    <a:pt x="2541" y="17751"/>
                  </a:cubicBezTo>
                  <a:cubicBezTo>
                    <a:pt x="4524" y="20103"/>
                    <a:pt x="7490" y="21600"/>
                    <a:pt x="10800" y="21600"/>
                  </a:cubicBezTo>
                  <a:cubicBezTo>
                    <a:pt x="12051" y="21600"/>
                    <a:pt x="13252" y="21385"/>
                    <a:pt x="14370" y="20993"/>
                  </a:cubicBezTo>
                  <a:cubicBezTo>
                    <a:pt x="14400" y="20983"/>
                    <a:pt x="14429" y="20974"/>
                    <a:pt x="14457" y="20962"/>
                  </a:cubicBezTo>
                  <a:cubicBezTo>
                    <a:pt x="18004" y="19681"/>
                    <a:pt x="20694" y="16594"/>
                    <a:pt x="21411" y="12816"/>
                  </a:cubicBezTo>
                  <a:cubicBezTo>
                    <a:pt x="21412" y="12806"/>
                    <a:pt x="21414" y="12797"/>
                    <a:pt x="21416" y="12788"/>
                  </a:cubicBezTo>
                  <a:cubicBezTo>
                    <a:pt x="21536" y="12143"/>
                    <a:pt x="21600" y="11479"/>
                    <a:pt x="21600" y="10800"/>
                  </a:cubicBezTo>
                  <a:cubicBezTo>
                    <a:pt x="21600" y="8032"/>
                    <a:pt x="20553" y="5503"/>
                    <a:pt x="18834" y="3590"/>
                  </a:cubicBezTo>
                  <a:cubicBezTo>
                    <a:pt x="18834" y="3590"/>
                    <a:pt x="18834" y="3590"/>
                    <a:pt x="18834" y="3590"/>
                  </a:cubicBezTo>
                  <a:close/>
                </a:path>
              </a:pathLst>
            </a:custGeom>
            <a:solidFill>
              <a:schemeClr val="bg1"/>
            </a:solidFill>
            <a:ln w="12700">
              <a:miter lim="400000"/>
            </a:ln>
          </p:spPr>
          <p:txBody>
            <a:bodyPr lIns="28575" tIns="28575" rIns="28575" bIns="28575" anchor="ctr"/>
            <a:lstStyle/>
            <a:p>
              <a:pPr>
                <a:defRPr sz="3000">
                  <a:solidFill>
                    <a:srgbClr val="FFFFFF"/>
                  </a:solidFill>
                  <a:effectLst>
                    <a:outerShdw blurRad="38100" dist="12700" dir="5400000" rotWithShape="0">
                      <a:srgbClr val="000000">
                        <a:alpha val="50000"/>
                      </a:srgbClr>
                    </a:outerShdw>
                  </a:effectLst>
                </a:defRPr>
              </a:pPr>
              <a:endParaRPr sz="2250"/>
            </a:p>
          </p:txBody>
        </p:sp>
      </p:grpSp>
      <p:sp>
        <p:nvSpPr>
          <p:cNvPr id="11" name="Rectangle 10">
            <a:extLst>
              <a:ext uri="{FF2B5EF4-FFF2-40B4-BE49-F238E27FC236}">
                <a16:creationId xmlns:a16="http://schemas.microsoft.com/office/drawing/2014/main" id="{DE739AA3-A794-9F54-6A5A-CA2C7ED598BB}"/>
              </a:ext>
            </a:extLst>
          </p:cNvPr>
          <p:cNvSpPr/>
          <p:nvPr/>
        </p:nvSpPr>
        <p:spPr>
          <a:xfrm>
            <a:off x="976712" y="1704281"/>
            <a:ext cx="3973328" cy="73975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rPr>
              <a:t>www.anubhavtrainings.com</a:t>
            </a:r>
          </a:p>
        </p:txBody>
      </p:sp>
      <p:sp>
        <p:nvSpPr>
          <p:cNvPr id="12" name="Right Triangle 11"/>
          <p:cNvSpPr/>
          <p:nvPr/>
        </p:nvSpPr>
        <p:spPr>
          <a:xfrm rot="19603165">
            <a:off x="296953" y="-1026843"/>
            <a:ext cx="3143465" cy="2053685"/>
          </a:xfrm>
          <a:prstGeom prst="r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n>
                <a:solidFill>
                  <a:srgbClr val="00B050"/>
                </a:solidFill>
              </a:ln>
              <a:solidFill>
                <a:srgbClr val="00B050"/>
              </a:solidFill>
            </a:endParaRPr>
          </a:p>
        </p:txBody>
      </p:sp>
      <p:sp>
        <p:nvSpPr>
          <p:cNvPr id="13" name="Right Triangle 12"/>
          <p:cNvSpPr/>
          <p:nvPr/>
        </p:nvSpPr>
        <p:spPr>
          <a:xfrm rot="16200000">
            <a:off x="5156848" y="1159118"/>
            <a:ext cx="3538845" cy="4433079"/>
          </a:xfrm>
          <a:prstGeom prst="r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n>
                <a:solidFill>
                  <a:srgbClr val="00B050"/>
                </a:solidFill>
              </a:ln>
              <a:solidFill>
                <a:srgbClr val="00B050"/>
              </a:solidFill>
            </a:endParaRPr>
          </a:p>
        </p:txBody>
      </p:sp>
      <p:sp>
        <p:nvSpPr>
          <p:cNvPr id="14" name="Minus 13"/>
          <p:cNvSpPr/>
          <p:nvPr/>
        </p:nvSpPr>
        <p:spPr>
          <a:xfrm rot="19276189">
            <a:off x="3207527" y="3117933"/>
            <a:ext cx="7398364" cy="354149"/>
          </a:xfrm>
          <a:prstGeom prst="mathMinus">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5" name="Google Shape;552;p2"/>
          <p:cNvSpPr txBox="1"/>
          <p:nvPr/>
        </p:nvSpPr>
        <p:spPr>
          <a:xfrm>
            <a:off x="7108178" y="4873864"/>
            <a:ext cx="2251926" cy="253885"/>
          </a:xfrm>
          <a:prstGeom prst="rect">
            <a:avLst/>
          </a:prstGeom>
          <a:noFill/>
          <a:ln>
            <a:noFill/>
          </a:ln>
        </p:spPr>
        <p:txBody>
          <a:bodyPr spcFirstLastPara="1" wrap="square" lIns="68569" tIns="34275" rIns="68569" bIns="34275" anchor="t" anchorCtr="0">
            <a:spAutoFit/>
          </a:bodyPr>
          <a:lstStyle/>
          <a:p>
            <a:r>
              <a:rPr lang="en-US" sz="1200" dirty="0">
                <a:latin typeface="Cambria" panose="02040503050406030204" pitchFamily="18" charset="0"/>
                <a:ea typeface="Cambria" panose="02040503050406030204" pitchFamily="18" charset="0"/>
                <a:cs typeface="Corben"/>
                <a:sym typeface="Corben"/>
              </a:rPr>
              <a:t>www.anubhavtrainings.com</a:t>
            </a:r>
            <a:endParaRPr sz="1200" dirty="0">
              <a:latin typeface="Cambria" panose="02040503050406030204" pitchFamily="18" charset="0"/>
              <a:ea typeface="Cambria" panose="02040503050406030204" pitchFamily="18" charset="0"/>
              <a:cs typeface="Corben"/>
              <a:sym typeface="Corben"/>
            </a:endParaRPr>
          </a:p>
        </p:txBody>
      </p:sp>
      <p:pic>
        <p:nvPicPr>
          <p:cNvPr id="16"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650243" y="0"/>
            <a:ext cx="491377" cy="4853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3997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arn(inVertical)">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barn(inVertical)">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barn(inVertical)">
                                      <p:cBhvr>
                                        <p:cTn id="2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11"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EAF14BF4-9A45-8B4E-AA65-A815CC72E5A3}"/>
              </a:ext>
            </a:extLst>
          </p:cNvPr>
          <p:cNvSpPr/>
          <p:nvPr/>
        </p:nvSpPr>
        <p:spPr>
          <a:xfrm flipH="1">
            <a:off x="2273307" y="1754585"/>
            <a:ext cx="6869499" cy="3388245"/>
          </a:xfrm>
          <a:prstGeom prst="rtTriangle">
            <a:avLst/>
          </a:prstGeom>
          <a:solidFill>
            <a:srgbClr val="18A7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595">
              <a:defRPr/>
            </a:pPr>
            <a:endParaRPr lang="en-US" sz="1349">
              <a:solidFill>
                <a:srgbClr val="FFFFFF"/>
              </a:solidFill>
              <a:latin typeface="Arial" panose="020B0604020202020204"/>
            </a:endParaRPr>
          </a:p>
        </p:txBody>
      </p:sp>
      <p:sp>
        <p:nvSpPr>
          <p:cNvPr id="2" name="Picture Placeholder 1">
            <a:extLst>
              <a:ext uri="{FF2B5EF4-FFF2-40B4-BE49-F238E27FC236}">
                <a16:creationId xmlns:a16="http://schemas.microsoft.com/office/drawing/2014/main" id="{5901FB9E-D5D8-0E42-9064-309ADD0ECF57}"/>
              </a:ext>
            </a:extLst>
          </p:cNvPr>
          <p:cNvSpPr>
            <a:spLocks noGrp="1"/>
          </p:cNvSpPr>
          <p:nvPr>
            <p:ph type="pic" sz="quarter" idx="14"/>
          </p:nvPr>
        </p:nvSpPr>
        <p:spPr>
          <a:xfrm>
            <a:off x="1191" y="670"/>
            <a:ext cx="9141619" cy="3657500"/>
          </a:xfrm>
        </p:spPr>
        <p:txBody>
          <a:bodyPr/>
          <a:lstStyle/>
          <a:p>
            <a:endParaRPr lang="en-US"/>
          </a:p>
        </p:txBody>
      </p:sp>
      <p:pic>
        <p:nvPicPr>
          <p:cNvPr id="4" name="Picture 3">
            <a:extLst>
              <a:ext uri="{FF2B5EF4-FFF2-40B4-BE49-F238E27FC236}">
                <a16:creationId xmlns:a16="http://schemas.microsoft.com/office/drawing/2014/main" id="{520F6EAF-BDD9-FA40-9881-470C78C023C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2381" y="670"/>
            <a:ext cx="9139239" cy="3657500"/>
          </a:xfrm>
          <a:prstGeom prst="rect">
            <a:avLst/>
          </a:prstGeom>
        </p:spPr>
      </p:pic>
      <p:sp>
        <p:nvSpPr>
          <p:cNvPr id="20" name="Rectangle 19">
            <a:extLst>
              <a:ext uri="{FF2B5EF4-FFF2-40B4-BE49-F238E27FC236}">
                <a16:creationId xmlns:a16="http://schemas.microsoft.com/office/drawing/2014/main" id="{7D8E97E7-E23C-4E4A-A0AF-1C43E32D5148}"/>
              </a:ext>
            </a:extLst>
          </p:cNvPr>
          <p:cNvSpPr/>
          <p:nvPr/>
        </p:nvSpPr>
        <p:spPr>
          <a:xfrm>
            <a:off x="3572" y="-7047"/>
            <a:ext cx="9138048" cy="3665216"/>
          </a:xfrm>
          <a:prstGeom prst="rect">
            <a:avLst/>
          </a:prstGeom>
          <a:gradFill>
            <a:gsLst>
              <a:gs pos="89000">
                <a:schemeClr val="accent4">
                  <a:lumMod val="75000"/>
                  <a:alpha val="96000"/>
                </a:schemeClr>
              </a:gs>
              <a:gs pos="29000">
                <a:schemeClr val="tx2">
                  <a:alpha val="84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457">
              <a:defRPr/>
            </a:pPr>
            <a:endParaRPr lang="en-US" sz="1349">
              <a:solidFill>
                <a:srgbClr val="FFFFFF"/>
              </a:solidFill>
              <a:latin typeface="Arial" panose="020B0604020202020204" pitchFamily="34" charset="0"/>
              <a:cs typeface="Arial" panose="020B0604020202020204" pitchFamily="34" charset="0"/>
            </a:endParaRPr>
          </a:p>
        </p:txBody>
      </p:sp>
      <p:sp>
        <p:nvSpPr>
          <p:cNvPr id="35" name="Rectangle 34">
            <a:extLst>
              <a:ext uri="{FF2B5EF4-FFF2-40B4-BE49-F238E27FC236}">
                <a16:creationId xmlns:a16="http://schemas.microsoft.com/office/drawing/2014/main" id="{F6FFC3F4-1A5C-6446-9CE3-98CE002CFF5F}"/>
              </a:ext>
            </a:extLst>
          </p:cNvPr>
          <p:cNvSpPr/>
          <p:nvPr/>
        </p:nvSpPr>
        <p:spPr>
          <a:xfrm>
            <a:off x="264117" y="4494008"/>
            <a:ext cx="2665023" cy="507575"/>
          </a:xfrm>
          <a:prstGeom prst="rect">
            <a:avLst/>
          </a:prstGeom>
        </p:spPr>
        <p:txBody>
          <a:bodyPr wrap="square">
            <a:spAutoFit/>
          </a:bodyPr>
          <a:lstStyle/>
          <a:p>
            <a:pPr defTabSz="685457">
              <a:defRPr/>
            </a:pPr>
            <a:r>
              <a:rPr lang="en-US" sz="1349" b="1" dirty="0">
                <a:solidFill>
                  <a:srgbClr val="44546A"/>
                </a:solidFill>
                <a:latin typeface="Arial" panose="020B0604020202020204" pitchFamily="34" charset="0"/>
                <a:cs typeface="Arial" panose="020B0604020202020204" pitchFamily="34" charset="0"/>
              </a:rPr>
              <a:t>Contact us today!</a:t>
            </a:r>
          </a:p>
          <a:p>
            <a:pPr defTabSz="685457">
              <a:defRPr/>
            </a:pPr>
            <a:r>
              <a:rPr lang="en-US" sz="1349" dirty="0">
                <a:solidFill>
                  <a:srgbClr val="44546A"/>
                </a:solidFill>
                <a:latin typeface="Arial" panose="020B0604020202020204"/>
              </a:rPr>
              <a:t>https://anubhavtrainings.com</a:t>
            </a:r>
          </a:p>
        </p:txBody>
      </p:sp>
      <p:sp>
        <p:nvSpPr>
          <p:cNvPr id="6" name="Rectangle 5">
            <a:extLst>
              <a:ext uri="{FF2B5EF4-FFF2-40B4-BE49-F238E27FC236}">
                <a16:creationId xmlns:a16="http://schemas.microsoft.com/office/drawing/2014/main" id="{7A91E6F4-0EB3-3446-B962-79A0A253F3F7}"/>
              </a:ext>
            </a:extLst>
          </p:cNvPr>
          <p:cNvSpPr/>
          <p:nvPr/>
        </p:nvSpPr>
        <p:spPr>
          <a:xfrm>
            <a:off x="6134855" y="2194523"/>
            <a:ext cx="2422082" cy="230832"/>
          </a:xfrm>
          <a:prstGeom prst="rect">
            <a:avLst/>
          </a:prstGeom>
        </p:spPr>
        <p:txBody>
          <a:bodyPr wrap="square">
            <a:spAutoFit/>
          </a:bodyPr>
          <a:lstStyle/>
          <a:p>
            <a:pPr algn="ctr" defTabSz="685595">
              <a:defRPr/>
            </a:pPr>
            <a:r>
              <a:rPr lang="en-IN" sz="900" spc="38" dirty="0">
                <a:solidFill>
                  <a:srgbClr val="FFFFFF">
                    <a:lumMod val="95000"/>
                  </a:srgbClr>
                </a:solidFill>
                <a:latin typeface="Arial" panose="020B0604020202020204" pitchFamily="34" charset="0"/>
                <a:cs typeface="Arial" panose="020B0604020202020204" pitchFamily="34" charset="0"/>
              </a:rPr>
              <a:t>We build the workforce of the future.</a:t>
            </a:r>
            <a:endParaRPr lang="en-US" sz="900" spc="38" dirty="0">
              <a:solidFill>
                <a:srgbClr val="FFFFFF">
                  <a:lumMod val="95000"/>
                </a:srgbClr>
              </a:solidFill>
              <a:latin typeface="Arial" panose="020B0604020202020204" pitchFamily="34" charset="0"/>
              <a:cs typeface="Arial" panose="020B0604020202020204" pitchFamily="34" charset="0"/>
            </a:endParaRPr>
          </a:p>
        </p:txBody>
      </p:sp>
      <p:sp>
        <p:nvSpPr>
          <p:cNvPr id="40" name="Rectangle 39">
            <a:extLst>
              <a:ext uri="{FF2B5EF4-FFF2-40B4-BE49-F238E27FC236}">
                <a16:creationId xmlns:a16="http://schemas.microsoft.com/office/drawing/2014/main" id="{89EED0AA-D6A0-854A-9888-8400B6D1FE48}"/>
              </a:ext>
            </a:extLst>
          </p:cNvPr>
          <p:cNvSpPr/>
          <p:nvPr/>
        </p:nvSpPr>
        <p:spPr>
          <a:xfrm>
            <a:off x="917449" y="2335393"/>
            <a:ext cx="1351085" cy="507703"/>
          </a:xfrm>
          <a:prstGeom prst="rect">
            <a:avLst/>
          </a:prstGeom>
        </p:spPr>
        <p:txBody>
          <a:bodyPr wrap="square">
            <a:spAutoFit/>
          </a:bodyPr>
          <a:lstStyle/>
          <a:p>
            <a:pPr algn="ctr" defTabSz="685595">
              <a:defRPr/>
            </a:pPr>
            <a:r>
              <a:rPr lang="en-US" sz="1799" dirty="0">
                <a:solidFill>
                  <a:srgbClr val="FFFFFF"/>
                </a:solidFill>
                <a:latin typeface="Arial" panose="020B0604020202020204"/>
              </a:rPr>
              <a:t>250+ </a:t>
            </a:r>
          </a:p>
          <a:p>
            <a:pPr algn="ctr" defTabSz="685595">
              <a:defRPr/>
            </a:pPr>
            <a:r>
              <a:rPr lang="en-US" sz="900" dirty="0">
                <a:solidFill>
                  <a:srgbClr val="FFFFFF"/>
                </a:solidFill>
                <a:latin typeface="Arial" panose="020B0604020202020204"/>
              </a:rPr>
              <a:t>Corporate Clients</a:t>
            </a:r>
          </a:p>
        </p:txBody>
      </p:sp>
      <p:sp>
        <p:nvSpPr>
          <p:cNvPr id="49" name="Rectangle 48">
            <a:extLst>
              <a:ext uri="{FF2B5EF4-FFF2-40B4-BE49-F238E27FC236}">
                <a16:creationId xmlns:a16="http://schemas.microsoft.com/office/drawing/2014/main" id="{DFBD6F02-53D0-BF4D-BF2A-4BD3E0AC1D30}"/>
              </a:ext>
            </a:extLst>
          </p:cNvPr>
          <p:cNvSpPr/>
          <p:nvPr/>
        </p:nvSpPr>
        <p:spPr>
          <a:xfrm>
            <a:off x="2120049" y="2335393"/>
            <a:ext cx="1351085" cy="507703"/>
          </a:xfrm>
          <a:prstGeom prst="rect">
            <a:avLst/>
          </a:prstGeom>
        </p:spPr>
        <p:txBody>
          <a:bodyPr wrap="square">
            <a:spAutoFit/>
          </a:bodyPr>
          <a:lstStyle/>
          <a:p>
            <a:pPr algn="ctr" defTabSz="685595">
              <a:defRPr/>
            </a:pPr>
            <a:r>
              <a:rPr lang="en-US" sz="1799" dirty="0">
                <a:solidFill>
                  <a:srgbClr val="FFFFFF"/>
                </a:solidFill>
                <a:latin typeface="Arial" panose="020B0604020202020204"/>
              </a:rPr>
              <a:t>30,000+</a:t>
            </a:r>
          </a:p>
          <a:p>
            <a:pPr algn="ctr" defTabSz="685595">
              <a:defRPr/>
            </a:pPr>
            <a:r>
              <a:rPr lang="en-US" sz="900" dirty="0">
                <a:solidFill>
                  <a:srgbClr val="FFFFFF"/>
                </a:solidFill>
                <a:latin typeface="Arial" panose="020B0604020202020204"/>
              </a:rPr>
              <a:t>Learners Trained</a:t>
            </a:r>
          </a:p>
        </p:txBody>
      </p:sp>
      <p:sp>
        <p:nvSpPr>
          <p:cNvPr id="75" name="Rectangle 74">
            <a:extLst>
              <a:ext uri="{FF2B5EF4-FFF2-40B4-BE49-F238E27FC236}">
                <a16:creationId xmlns:a16="http://schemas.microsoft.com/office/drawing/2014/main" id="{B3EFFD71-D9A6-F843-8D97-4553654A0BAE}"/>
              </a:ext>
            </a:extLst>
          </p:cNvPr>
          <p:cNvSpPr/>
          <p:nvPr/>
        </p:nvSpPr>
        <p:spPr>
          <a:xfrm>
            <a:off x="3372763" y="2333623"/>
            <a:ext cx="1351085" cy="507703"/>
          </a:xfrm>
          <a:prstGeom prst="rect">
            <a:avLst/>
          </a:prstGeom>
        </p:spPr>
        <p:txBody>
          <a:bodyPr wrap="square">
            <a:spAutoFit/>
          </a:bodyPr>
          <a:lstStyle/>
          <a:p>
            <a:pPr algn="ctr" defTabSz="685595">
              <a:defRPr/>
            </a:pPr>
            <a:r>
              <a:rPr lang="en-US" sz="1799" dirty="0">
                <a:solidFill>
                  <a:srgbClr val="FFFFFF"/>
                </a:solidFill>
                <a:latin typeface="Arial" panose="020B0604020202020204"/>
              </a:rPr>
              <a:t>25000+ </a:t>
            </a:r>
          </a:p>
          <a:p>
            <a:pPr algn="ctr" defTabSz="685595">
              <a:defRPr/>
            </a:pPr>
            <a:r>
              <a:rPr lang="en-US" sz="900" dirty="0">
                <a:solidFill>
                  <a:srgbClr val="FFFFFF"/>
                </a:solidFill>
                <a:latin typeface="Arial" panose="020B0604020202020204"/>
              </a:rPr>
              <a:t>Learners Placed</a:t>
            </a:r>
          </a:p>
        </p:txBody>
      </p:sp>
      <p:pic>
        <p:nvPicPr>
          <p:cNvPr id="9" name="Picture 8">
            <a:extLst>
              <a:ext uri="{FF2B5EF4-FFF2-40B4-BE49-F238E27FC236}">
                <a16:creationId xmlns:a16="http://schemas.microsoft.com/office/drawing/2014/main" id="{6BBB1580-5754-8F41-9AD0-21D8AE6FD293}"/>
              </a:ext>
            </a:extLst>
          </p:cNvPr>
          <p:cNvPicPr>
            <a:picLocks noChangeAspect="1"/>
          </p:cNvPicPr>
          <p:nvPr/>
        </p:nvPicPr>
        <p:blipFill>
          <a:blip r:embed="rId4" cstate="email">
            <a:lum bright="70000" contrast="-70000"/>
            <a:extLst>
              <a:ext uri="{28A0092B-C50C-407E-A947-70E740481C1C}">
                <a14:useLocalDpi xmlns:a14="http://schemas.microsoft.com/office/drawing/2010/main"/>
              </a:ext>
            </a:extLst>
          </a:blip>
          <a:stretch>
            <a:fillRect/>
          </a:stretch>
        </p:blipFill>
        <p:spPr>
          <a:xfrm>
            <a:off x="1338537" y="1709881"/>
            <a:ext cx="480044" cy="480044"/>
          </a:xfrm>
          <a:prstGeom prst="rect">
            <a:avLst/>
          </a:prstGeom>
        </p:spPr>
      </p:pic>
      <p:pic>
        <p:nvPicPr>
          <p:cNvPr id="11" name="Picture 10">
            <a:extLst>
              <a:ext uri="{FF2B5EF4-FFF2-40B4-BE49-F238E27FC236}">
                <a16:creationId xmlns:a16="http://schemas.microsoft.com/office/drawing/2014/main" id="{465C330F-D3B3-C54E-A760-411AF08F9062}"/>
              </a:ext>
            </a:extLst>
          </p:cNvPr>
          <p:cNvPicPr>
            <a:picLocks noChangeAspect="1"/>
          </p:cNvPicPr>
          <p:nvPr/>
        </p:nvPicPr>
        <p:blipFill>
          <a:blip r:embed="rId5" cstate="email">
            <a:lum bright="70000" contrast="-70000"/>
            <a:extLst>
              <a:ext uri="{28A0092B-C50C-407E-A947-70E740481C1C}">
                <a14:useLocalDpi xmlns:a14="http://schemas.microsoft.com/office/drawing/2010/main"/>
              </a:ext>
            </a:extLst>
          </a:blip>
          <a:stretch>
            <a:fillRect/>
          </a:stretch>
        </p:blipFill>
        <p:spPr>
          <a:xfrm>
            <a:off x="2555339" y="1704574"/>
            <a:ext cx="503946" cy="503946"/>
          </a:xfrm>
          <a:prstGeom prst="rect">
            <a:avLst/>
          </a:prstGeom>
        </p:spPr>
      </p:pic>
      <p:sp>
        <p:nvSpPr>
          <p:cNvPr id="48" name="Rectangle 47"/>
          <p:cNvSpPr/>
          <p:nvPr/>
        </p:nvSpPr>
        <p:spPr>
          <a:xfrm>
            <a:off x="475582" y="519175"/>
            <a:ext cx="4928219" cy="876778"/>
          </a:xfrm>
          <a:prstGeom prst="rect">
            <a:avLst/>
          </a:prstGeom>
        </p:spPr>
        <p:txBody>
          <a:bodyPr wrap="square">
            <a:spAutoFit/>
          </a:bodyPr>
          <a:lstStyle/>
          <a:p>
            <a:pPr algn="ctr" defTabSz="685595">
              <a:defRPr/>
            </a:pPr>
            <a:r>
              <a:rPr lang="en-US" sz="1499" b="1" dirty="0">
                <a:solidFill>
                  <a:srgbClr val="FFFFFF"/>
                </a:solidFill>
                <a:latin typeface="Arial" panose="020B0604020202020204" pitchFamily="34" charset="0"/>
                <a:cs typeface="Arial" panose="020B0604020202020204" pitchFamily="34" charset="0"/>
              </a:rPr>
              <a:t>We’re committed to empower you to be</a:t>
            </a:r>
          </a:p>
          <a:p>
            <a:pPr algn="ctr" defTabSz="685595">
              <a:defRPr/>
            </a:pPr>
            <a:r>
              <a:rPr lang="en-US" sz="1499" b="1" dirty="0">
                <a:solidFill>
                  <a:srgbClr val="FFFFFF"/>
                </a:solidFill>
                <a:latin typeface="Arial" panose="020B0604020202020204" pitchFamily="34" charset="0"/>
                <a:cs typeface="Arial" panose="020B0604020202020204" pitchFamily="34" charset="0"/>
              </a:rPr>
              <a:t> </a:t>
            </a:r>
            <a:r>
              <a:rPr lang="en-US" sz="2099" b="1" dirty="0">
                <a:solidFill>
                  <a:srgbClr val="2AC6D1">
                    <a:lumMod val="40000"/>
                    <a:lumOff val="60000"/>
                  </a:srgbClr>
                </a:solidFill>
                <a:latin typeface="Arial" panose="020B0604020202020204" pitchFamily="34" charset="0"/>
                <a:cs typeface="Arial" panose="020B0604020202020204" pitchFamily="34" charset="0"/>
              </a:rPr>
              <a:t>#FutureReady </a:t>
            </a:r>
          </a:p>
          <a:p>
            <a:pPr algn="ctr" defTabSz="685595">
              <a:defRPr/>
            </a:pPr>
            <a:r>
              <a:rPr lang="en-US" sz="1499" b="1" dirty="0">
                <a:solidFill>
                  <a:srgbClr val="FFFFFF"/>
                </a:solidFill>
                <a:latin typeface="Arial" panose="020B0604020202020204" pitchFamily="34" charset="0"/>
                <a:cs typeface="Arial" panose="020B0604020202020204" pitchFamily="34" charset="0"/>
              </a:rPr>
              <a:t>through powerful training solutions.</a:t>
            </a:r>
          </a:p>
        </p:txBody>
      </p:sp>
      <p:sp>
        <p:nvSpPr>
          <p:cNvPr id="54" name="Rectangle 53">
            <a:extLst>
              <a:ext uri="{FF2B5EF4-FFF2-40B4-BE49-F238E27FC236}">
                <a16:creationId xmlns:a16="http://schemas.microsoft.com/office/drawing/2014/main" id="{29B88429-5E3E-E649-B2EC-6D73DF20380B}"/>
              </a:ext>
            </a:extLst>
          </p:cNvPr>
          <p:cNvSpPr/>
          <p:nvPr/>
        </p:nvSpPr>
        <p:spPr>
          <a:xfrm>
            <a:off x="264118" y="3748874"/>
            <a:ext cx="2925418" cy="692369"/>
          </a:xfrm>
          <a:prstGeom prst="rect">
            <a:avLst/>
          </a:prstGeom>
        </p:spPr>
        <p:txBody>
          <a:bodyPr wrap="square">
            <a:spAutoFit/>
          </a:bodyPr>
          <a:lstStyle/>
          <a:p>
            <a:pPr defTabSz="685595">
              <a:defRPr/>
            </a:pPr>
            <a:r>
              <a:rPr lang="en-US" sz="1499" b="1" spc="75" dirty="0">
                <a:solidFill>
                  <a:srgbClr val="F97700"/>
                </a:solidFill>
                <a:latin typeface="Arial" panose="020B0604020202020204"/>
              </a:rPr>
              <a:t>FREE WEBINARS </a:t>
            </a:r>
          </a:p>
          <a:p>
            <a:pPr defTabSz="685595">
              <a:defRPr/>
            </a:pPr>
            <a:r>
              <a:rPr lang="en-US" sz="1200" i="1" dirty="0">
                <a:solidFill>
                  <a:srgbClr val="F97700"/>
                </a:solidFill>
                <a:latin typeface="Arial" panose="020B0604020202020204"/>
              </a:rPr>
              <a:t>Sign up for free webinars with industry experts every fortnight!</a:t>
            </a:r>
          </a:p>
        </p:txBody>
      </p:sp>
      <p:pic>
        <p:nvPicPr>
          <p:cNvPr id="56" name="Picture 55">
            <a:extLst>
              <a:ext uri="{FF2B5EF4-FFF2-40B4-BE49-F238E27FC236}">
                <a16:creationId xmlns:a16="http://schemas.microsoft.com/office/drawing/2014/main" id="{A2992D5F-5E6B-654B-9458-11A35BA426B5}"/>
              </a:ext>
            </a:extLst>
          </p:cNvPr>
          <p:cNvPicPr>
            <a:picLocks noChangeAspect="1"/>
          </p:cNvPicPr>
          <p:nvPr/>
        </p:nvPicPr>
        <p:blipFill>
          <a:blip r:embed="rId6" cstate="email">
            <a:lum bright="70000" contrast="-70000"/>
            <a:extLst>
              <a:ext uri="{28A0092B-C50C-407E-A947-70E740481C1C}">
                <a14:useLocalDpi xmlns:a14="http://schemas.microsoft.com/office/drawing/2010/main"/>
              </a:ext>
            </a:extLst>
          </a:blip>
          <a:stretch>
            <a:fillRect/>
          </a:stretch>
        </p:blipFill>
        <p:spPr>
          <a:xfrm>
            <a:off x="3714780" y="1646020"/>
            <a:ext cx="638899" cy="638899"/>
          </a:xfrm>
          <a:prstGeom prst="rect">
            <a:avLst/>
          </a:prstGeom>
        </p:spPr>
      </p:pic>
      <p:grpSp>
        <p:nvGrpSpPr>
          <p:cNvPr id="8" name="Group 13">
            <a:extLst>
              <a:ext uri="{FF2B5EF4-FFF2-40B4-BE49-F238E27FC236}">
                <a16:creationId xmlns:a16="http://schemas.microsoft.com/office/drawing/2014/main" id="{C4CE162D-F9BF-9140-A233-D39001B36CFD}"/>
              </a:ext>
            </a:extLst>
          </p:cNvPr>
          <p:cNvGrpSpPr/>
          <p:nvPr/>
        </p:nvGrpSpPr>
        <p:grpSpPr>
          <a:xfrm>
            <a:off x="4889390" y="2526841"/>
            <a:ext cx="4208388" cy="2535645"/>
            <a:chOff x="4482563" y="4980191"/>
            <a:chExt cx="3128574" cy="1841396"/>
          </a:xfrm>
        </p:grpSpPr>
        <p:pic>
          <p:nvPicPr>
            <p:cNvPr id="19" name="Picture 18">
              <a:extLst>
                <a:ext uri="{FF2B5EF4-FFF2-40B4-BE49-F238E27FC236}">
                  <a16:creationId xmlns:a16="http://schemas.microsoft.com/office/drawing/2014/main" id="{62C3C8DA-341B-5A4B-82D2-EE674B9C2DAF}"/>
                </a:ext>
              </a:extLst>
            </p:cNvPr>
            <p:cNvPicPr>
              <a:picLocks noChangeAspect="1"/>
            </p:cNvPicPr>
            <p:nvPr/>
          </p:nvPicPr>
          <p:blipFill>
            <a:blip r:embed="rId7"/>
            <a:stretch>
              <a:fillRect/>
            </a:stretch>
          </p:blipFill>
          <p:spPr>
            <a:xfrm>
              <a:off x="4482563" y="4980191"/>
              <a:ext cx="3128574" cy="1841396"/>
            </a:xfrm>
            <a:prstGeom prst="rect">
              <a:avLst/>
            </a:prstGeom>
          </p:spPr>
        </p:pic>
        <p:pic>
          <p:nvPicPr>
            <p:cNvPr id="13" name="Picture 12">
              <a:extLst>
                <a:ext uri="{FF2B5EF4-FFF2-40B4-BE49-F238E27FC236}">
                  <a16:creationId xmlns:a16="http://schemas.microsoft.com/office/drawing/2014/main" id="{3F68CD41-8EF3-B443-924E-319DE8B16892}"/>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4906220" y="5127342"/>
              <a:ext cx="2275190" cy="1498325"/>
            </a:xfrm>
            <a:prstGeom prst="rect">
              <a:avLst/>
            </a:prstGeom>
          </p:spPr>
        </p:pic>
      </p:grpSp>
      <p:sp>
        <p:nvSpPr>
          <p:cNvPr id="3" name="Rectangle 2">
            <a:extLst>
              <a:ext uri="{FF2B5EF4-FFF2-40B4-BE49-F238E27FC236}">
                <a16:creationId xmlns:a16="http://schemas.microsoft.com/office/drawing/2014/main" id="{34C82462-A6A9-9F40-B874-C2786492A285}"/>
              </a:ext>
            </a:extLst>
          </p:cNvPr>
          <p:cNvSpPr/>
          <p:nvPr/>
        </p:nvSpPr>
        <p:spPr>
          <a:xfrm>
            <a:off x="3370618" y="4181066"/>
            <a:ext cx="1647176" cy="41051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595">
              <a:defRPr/>
            </a:pPr>
            <a:endParaRPr lang="en-US" sz="1349">
              <a:solidFill>
                <a:srgbClr val="FFFFFF"/>
              </a:solidFill>
              <a:latin typeface="Arial" panose="020B0604020202020204"/>
            </a:endParaRPr>
          </a:p>
        </p:txBody>
      </p:sp>
      <p:sp>
        <p:nvSpPr>
          <p:cNvPr id="23" name="Rectangle 22">
            <a:extLst>
              <a:ext uri="{FF2B5EF4-FFF2-40B4-BE49-F238E27FC236}">
                <a16:creationId xmlns:a16="http://schemas.microsoft.com/office/drawing/2014/main" id="{B7D41E04-1B35-BD4F-8B37-C6CC88C6B995}"/>
              </a:ext>
            </a:extLst>
          </p:cNvPr>
          <p:cNvSpPr/>
          <p:nvPr/>
        </p:nvSpPr>
        <p:spPr>
          <a:xfrm>
            <a:off x="3300992" y="4117750"/>
            <a:ext cx="1647176" cy="410513"/>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595">
              <a:defRPr/>
            </a:pPr>
            <a:endParaRPr lang="en-US" sz="1349" dirty="0">
              <a:solidFill>
                <a:srgbClr val="FFFFFF"/>
              </a:solidFill>
              <a:latin typeface="Arial" panose="020B0604020202020204"/>
            </a:endParaRPr>
          </a:p>
        </p:txBody>
      </p:sp>
      <p:sp>
        <p:nvSpPr>
          <p:cNvPr id="5" name="Rectangle 4">
            <a:extLst>
              <a:ext uri="{FF2B5EF4-FFF2-40B4-BE49-F238E27FC236}">
                <a16:creationId xmlns:a16="http://schemas.microsoft.com/office/drawing/2014/main" id="{6AA9D7C5-0368-6645-B73F-D51BF9C01567}"/>
              </a:ext>
            </a:extLst>
          </p:cNvPr>
          <p:cNvSpPr/>
          <p:nvPr/>
        </p:nvSpPr>
        <p:spPr>
          <a:xfrm>
            <a:off x="3603418" y="4192723"/>
            <a:ext cx="1146468" cy="299954"/>
          </a:xfrm>
          <a:prstGeom prst="rect">
            <a:avLst/>
          </a:prstGeom>
        </p:spPr>
        <p:txBody>
          <a:bodyPr wrap="none">
            <a:spAutoFit/>
          </a:bodyPr>
          <a:lstStyle/>
          <a:p>
            <a:pPr defTabSz="685595">
              <a:defRPr/>
            </a:pPr>
            <a:r>
              <a:rPr lang="en-US" sz="1349" b="1" dirty="0">
                <a:solidFill>
                  <a:srgbClr val="44546A"/>
                </a:solidFill>
                <a:latin typeface="Arial" panose="020B0604020202020204"/>
              </a:rPr>
              <a:t>Enroll Now!</a:t>
            </a:r>
            <a:endParaRPr lang="en-US" sz="1349" b="1" dirty="0">
              <a:solidFill>
                <a:srgbClr val="000000"/>
              </a:solidFill>
              <a:latin typeface="Arial" panose="020B0604020202020204"/>
            </a:endParaRPr>
          </a:p>
        </p:txBody>
      </p:sp>
      <p:pic>
        <p:nvPicPr>
          <p:cNvPr id="24" name="Picture 4">
            <a:extLst>
              <a:ext uri="{FF2B5EF4-FFF2-40B4-BE49-F238E27FC236}">
                <a16:creationId xmlns:a16="http://schemas.microsoft.com/office/drawing/2014/main" id="{42A5B84E-0F13-E020-C1B3-A338EB41685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362869" y="333098"/>
            <a:ext cx="1742621" cy="17211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5602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otalTime>2063</TotalTime>
  <Words>1018</Words>
  <Application>Microsoft Office PowerPoint</Application>
  <PresentationFormat>On-screen Show (16:9)</PresentationFormat>
  <Paragraphs>108</Paragraphs>
  <Slides>15</Slides>
  <Notes>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15</vt:i4>
      </vt:variant>
    </vt:vector>
  </HeadingPairs>
  <TitlesOfParts>
    <vt:vector size="25" baseType="lpstr">
      <vt:lpstr>72</vt:lpstr>
      <vt:lpstr>Arial</vt:lpstr>
      <vt:lpstr>Calibri</vt:lpstr>
      <vt:lpstr>Cambria</vt:lpstr>
      <vt:lpstr>Cooper Black</vt:lpstr>
      <vt:lpstr>Helvetica Neue Light</vt:lpstr>
      <vt:lpstr>Monaco</vt:lpstr>
      <vt:lpstr>Segoe UI</vt:lpstr>
      <vt:lpstr>Segoe UI Light</vt:lpstr>
      <vt:lpstr>Office Theme</vt:lpstr>
      <vt:lpstr>SAP Build Training for Corporate Professionals</vt:lpstr>
      <vt:lpstr>PowerPoint Presentation</vt:lpstr>
      <vt:lpstr>Agenda</vt:lpstr>
      <vt:lpstr>Build Transport</vt:lpstr>
      <vt:lpstr>Cloud Transport Management Service</vt:lpstr>
      <vt:lpstr>Setting up CTMS</vt:lpstr>
      <vt:lpstr>Steps</vt:lpstr>
      <vt:lpstr>What is CMS (Content Management Service)</vt:lpstr>
      <vt:lpstr>Setting up CAS </vt:lpstr>
      <vt:lpstr>Create destination to TMS</vt:lpstr>
      <vt:lpstr>The Process</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Anubhav Oberoy</cp:lastModifiedBy>
  <cp:revision>130</cp:revision>
  <dcterms:created xsi:type="dcterms:W3CDTF">2013-12-05T19:37:13Z</dcterms:created>
  <dcterms:modified xsi:type="dcterms:W3CDTF">2025-08-05T16:48:15Z</dcterms:modified>
</cp:coreProperties>
</file>