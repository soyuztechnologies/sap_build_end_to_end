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Override1.xml" ContentType="application/vnd.openxmlformats-officedocument.themeOverrid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89" r:id="rId2"/>
  </p:sldMasterIdLst>
  <p:notesMasterIdLst>
    <p:notesMasterId r:id="rId25"/>
  </p:notesMasterIdLst>
  <p:handoutMasterIdLst>
    <p:handoutMasterId r:id="rId26"/>
  </p:handoutMasterIdLst>
  <p:sldIdLst>
    <p:sldId id="256" r:id="rId3"/>
    <p:sldId id="494" r:id="rId4"/>
    <p:sldId id="265" r:id="rId5"/>
    <p:sldId id="278" r:id="rId6"/>
    <p:sldId id="537" r:id="rId7"/>
    <p:sldId id="538" r:id="rId8"/>
    <p:sldId id="4712" r:id="rId9"/>
    <p:sldId id="4714" r:id="rId10"/>
    <p:sldId id="4713" r:id="rId11"/>
    <p:sldId id="4715" r:id="rId12"/>
    <p:sldId id="4716" r:id="rId13"/>
    <p:sldId id="4717" r:id="rId14"/>
    <p:sldId id="4719" r:id="rId15"/>
    <p:sldId id="4721" r:id="rId16"/>
    <p:sldId id="4722" r:id="rId17"/>
    <p:sldId id="4723" r:id="rId18"/>
    <p:sldId id="4724" r:id="rId19"/>
    <p:sldId id="4725" r:id="rId20"/>
    <p:sldId id="540" r:id="rId21"/>
    <p:sldId id="495" r:id="rId22"/>
    <p:sldId id="496" r:id="rId23"/>
    <p:sldId id="497" r:id="rId2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6753"/>
    <a:srgbClr val="1B4134"/>
    <a:srgbClr val="FFFFFF"/>
    <a:srgbClr val="222222"/>
    <a:srgbClr val="76B8B5"/>
    <a:srgbClr val="90B6DD"/>
    <a:srgbClr val="057CFF"/>
    <a:srgbClr val="4649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55" autoAdjust="0"/>
    <p:restoredTop sz="96236" autoAdjust="0"/>
  </p:normalViewPr>
  <p:slideViewPr>
    <p:cSldViewPr>
      <p:cViewPr varScale="1">
        <p:scale>
          <a:sx n="130" d="100"/>
          <a:sy n="130" d="100"/>
        </p:scale>
        <p:origin x="736" y="300"/>
      </p:cViewPr>
      <p:guideLst>
        <p:guide orient="horz" pos="1620"/>
        <p:guide pos="2880"/>
      </p:guideLst>
    </p:cSldViewPr>
  </p:slideViewPr>
  <p:notesTextViewPr>
    <p:cViewPr>
      <p:scale>
        <a:sx n="100" d="100"/>
        <a:sy n="100" d="100"/>
      </p:scale>
      <p:origin x="0" y="0"/>
    </p:cViewPr>
  </p:notesTextViewPr>
  <p:notesViewPr>
    <p:cSldViewPr>
      <p:cViewPr varScale="1">
        <p:scale>
          <a:sx n="67" d="100"/>
          <a:sy n="67" d="100"/>
        </p:scale>
        <p:origin x="-3186"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4CD1819-8EAB-4094-BBB1-E11C3AABA846}" type="datetimeFigureOut">
              <a:rPr lang="en-US" smtClean="0"/>
              <a:t>8/27/2025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EA62D1B-AC76-4092-A22E-9E6DF2EB6902}" type="slidenum">
              <a:rPr lang="en-US" smtClean="0"/>
              <a:t>‹#›</a:t>
            </a:fld>
            <a:endParaRPr lang="en-US"/>
          </a:p>
        </p:txBody>
      </p:sp>
    </p:spTree>
    <p:extLst>
      <p:ext uri="{BB962C8B-B14F-4D97-AF65-F5344CB8AC3E}">
        <p14:creationId xmlns:p14="http://schemas.microsoft.com/office/powerpoint/2010/main" val="85153436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4T13:39:48.605"/>
    </inkml:context>
    <inkml:brush xml:id="br0">
      <inkml:brushProperty name="width" value="0.05" units="cm"/>
      <inkml:brushProperty name="height" value="0.05" units="cm"/>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4T13:39:48.605"/>
    </inkml:context>
    <inkml:brush xml:id="br0">
      <inkml:brushProperty name="width" value="0.05" units="cm"/>
      <inkml:brushProperty name="height" value="0.05" units="cm"/>
    </inkml:brush>
  </inkml:definitions>
  <inkml:trace contextRef="#ctx0" brushRef="#br0">0 0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4-14T13:39:48.605"/>
    </inkml:context>
    <inkml:brush xml:id="br0">
      <inkml:brushProperty name="width" value="0.05" units="cm"/>
      <inkml:brushProperty name="height" value="0.0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976A73D-237B-4034-AB8C-962174A8D351}" type="datetimeFigureOut">
              <a:rPr lang="en-US" smtClean="0"/>
              <a:t>8/27/2025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1123B04-A11E-4ECA-8C2F-B25EF2142BD0}" type="slidenum">
              <a:rPr lang="en-US" smtClean="0"/>
              <a:t>‹#›</a:t>
            </a:fld>
            <a:endParaRPr lang="en-US"/>
          </a:p>
        </p:txBody>
      </p:sp>
    </p:spTree>
    <p:extLst>
      <p:ext uri="{BB962C8B-B14F-4D97-AF65-F5344CB8AC3E}">
        <p14:creationId xmlns:p14="http://schemas.microsoft.com/office/powerpoint/2010/main" val="14681429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1123B04-A11E-4ECA-8C2F-B25EF2142BD0}" type="slidenum">
              <a:rPr lang="en-US" smtClean="0"/>
              <a:t>1</a:t>
            </a:fld>
            <a:endParaRPr lang="en-US"/>
          </a:p>
        </p:txBody>
      </p:sp>
    </p:spTree>
    <p:extLst>
      <p:ext uri="{BB962C8B-B14F-4D97-AF65-F5344CB8AC3E}">
        <p14:creationId xmlns:p14="http://schemas.microsoft.com/office/powerpoint/2010/main" val="1219258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hemeOverride" Target="../theme/themeOverride1.xml"/><Relationship Id="rId4"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276600" y="1123950"/>
            <a:ext cx="5257800" cy="533400"/>
          </a:xfrm>
          <a:prstGeom prst="rect">
            <a:avLst/>
          </a:prstGeom>
        </p:spPr>
        <p:txBody>
          <a:bodyPr vert="horz" lIns="91440" tIns="45720" rIns="91440" bIns="45720" rtlCol="0" anchor="ctr">
            <a:noAutofit/>
          </a:bodyPr>
          <a:lstStyle>
            <a:lvl1pPr algn="r">
              <a:defRPr lang="en-US" sz="3600" dirty="0"/>
            </a:lvl1pPr>
          </a:lstStyle>
          <a:p>
            <a:pPr lvl="0"/>
            <a:r>
              <a:rPr lang="en-US" dirty="0"/>
              <a:t>Click to edit title</a:t>
            </a:r>
          </a:p>
        </p:txBody>
      </p:sp>
      <p:sp>
        <p:nvSpPr>
          <p:cNvPr id="3" name="Subtitle 2"/>
          <p:cNvSpPr>
            <a:spLocks noGrp="1"/>
          </p:cNvSpPr>
          <p:nvPr>
            <p:ph type="subTitle" idx="1"/>
          </p:nvPr>
        </p:nvSpPr>
        <p:spPr>
          <a:xfrm>
            <a:off x="3276600" y="1657350"/>
            <a:ext cx="5257800" cy="914400"/>
          </a:xfrm>
        </p:spPr>
        <p:txBody>
          <a:bodyPr/>
          <a:lstStyle>
            <a:lvl1pPr marL="0" indent="0" algn="r">
              <a:buNone/>
              <a:defRPr>
                <a:solidFill>
                  <a:schemeClr val="bg1">
                    <a:lumMod val="50000"/>
                  </a:schemeClr>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BA5CE939-B381-3A45-13A6-F58CC000B48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3642741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457200" y="4767263"/>
            <a:ext cx="2133600" cy="273844"/>
          </a:xfrm>
        </p:spPr>
        <p:txBody>
          <a:bodyPr/>
          <a:lstStyle>
            <a:lvl1pPr algn="l">
              <a:defRPr/>
            </a:lvl1pPr>
          </a:lstStyle>
          <a:p>
            <a:fld id="{B6F15528-21DE-4FAA-801E-634DDDAF4B2B}" type="slidenum">
              <a:rPr lang="en-US" smtClean="0"/>
              <a:pPr/>
              <a:t>‹#›</a:t>
            </a:fld>
            <a:endParaRPr lang="en-US"/>
          </a:p>
        </p:txBody>
      </p:sp>
      <p:sp>
        <p:nvSpPr>
          <p:cNvPr id="8"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BE9035D6-1EB0-67FD-788E-258B941A5BB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3305176"/>
            <a:ext cx="7772400" cy="1021556"/>
          </a:xfrm>
          <a:prstGeom prst="rect">
            <a:avLst/>
          </a:prstGeom>
        </p:spPr>
        <p:txBody>
          <a:bodyPr anchor="t"/>
          <a:lstStyle>
            <a:lvl1pPr algn="l">
              <a:defRPr sz="3200" b="1" cap="none"/>
            </a:lvl1pPr>
          </a:lstStyle>
          <a:p>
            <a:r>
              <a:rPr lang="en-US"/>
              <a:t>Click to edit title style</a:t>
            </a:r>
            <a:endParaRPr lang="en-US" dirty="0"/>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a:xfrm>
            <a:off x="228600" y="4767263"/>
            <a:ext cx="2133600" cy="273844"/>
          </a:xfrm>
        </p:spPr>
        <p:txBody>
          <a:bodyPr/>
          <a:lstStyle>
            <a:lvl1pPr algn="l">
              <a:defRPr/>
            </a:lvl1p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19859E39-C1F4-F452-A609-81C93B9864E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57150"/>
            <a:ext cx="8229600" cy="609601"/>
          </a:xfrm>
          <a:prstGeom prst="rect">
            <a:avLst/>
          </a:prstGeom>
        </p:spPr>
        <p:txBody>
          <a:bodyPr/>
          <a:lstStyle/>
          <a:p>
            <a:r>
              <a:rPr lang="en-US" dirty="0"/>
              <a:t>Click to edit title style</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40386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8"/>
          <p:cNvSpPr>
            <a:spLocks noGrp="1"/>
          </p:cNvSpPr>
          <p:nvPr>
            <p:ph sz="quarter" idx="14"/>
          </p:nvPr>
        </p:nvSpPr>
        <p:spPr>
          <a:xfrm>
            <a:off x="4648200" y="971550"/>
            <a:ext cx="4038600" cy="3657600"/>
          </a:xfrm>
        </p:spPr>
        <p:txBody>
          <a:bodyPr>
            <a:normAutofit/>
          </a:bodyPr>
          <a:lstStyle>
            <a:lvl1pPr marL="0" inden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3" name="Picture 2" descr="A yellow circle with black letters and a black background&#10;&#10;Description automatically generated">
            <a:extLst>
              <a:ext uri="{FF2B5EF4-FFF2-40B4-BE49-F238E27FC236}">
                <a16:creationId xmlns:a16="http://schemas.microsoft.com/office/drawing/2014/main" id="{361F23F3-4276-7AC6-FA37-CDC6351B9F7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32385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8"/>
          <p:cNvSpPr>
            <a:spLocks noGrp="1"/>
          </p:cNvSpPr>
          <p:nvPr>
            <p:ph sz="quarter" idx="15"/>
          </p:nvPr>
        </p:nvSpPr>
        <p:spPr>
          <a:xfrm>
            <a:off x="60198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5FDBF0D3-6CF9-4440-94E9-AA4A742169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25756757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3"/>
          </p:nvPr>
        </p:nvSpPr>
        <p:spPr>
          <a:xfrm>
            <a:off x="4572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p:cNvSpPr>
            <a:spLocks noGrp="1"/>
          </p:cNvSpPr>
          <p:nvPr>
            <p:ph sz="quarter" idx="14"/>
          </p:nvPr>
        </p:nvSpPr>
        <p:spPr>
          <a:xfrm>
            <a:off x="3238500" y="971550"/>
            <a:ext cx="2667000" cy="3657600"/>
          </a:xfrm>
        </p:spPr>
        <p:txBody>
          <a:bodyPr>
            <a:normAutofit/>
          </a:bodyPr>
          <a:lstStyle>
            <a:lvl1pPr marL="0" indent="0">
              <a:buFont typeface="Arial" pitchFamily="34" charset="0"/>
              <a:buNone/>
              <a:defRPr sz="1400"/>
            </a:lvl1pPr>
            <a:lvl2pPr>
              <a:defRPr sz="1200"/>
            </a:lvl2pPr>
            <a:lvl3pPr>
              <a:defRPr sz="1100"/>
            </a:lvl3pPr>
            <a:lvl4pPr>
              <a:defRPr sz="1100"/>
            </a:lvl4pPr>
            <a:lvl5pP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CB3935A3-C998-9B3D-079E-B7BC7E8C2A3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3539502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r>
              <a:rPr lang="en-US" dirty="0"/>
              <a:t>www.anubhavtrainings.com</a:t>
            </a:r>
          </a:p>
        </p:txBody>
      </p:sp>
      <p:sp>
        <p:nvSpPr>
          <p:cNvPr id="5" name="Slide Number Placeholder 4"/>
          <p:cNvSpPr>
            <a:spLocks noGrp="1"/>
          </p:cNvSpPr>
          <p:nvPr>
            <p:ph type="sldNum" sz="quarter" idx="12"/>
          </p:nvPr>
        </p:nvSpPr>
        <p:spPr>
          <a:xfrm>
            <a:off x="152400" y="4781550"/>
            <a:ext cx="2133600" cy="273844"/>
          </a:xfrm>
        </p:spPr>
        <p:txBody>
          <a:bodyPr/>
          <a:lstStyle>
            <a:lvl1pPr algn="l">
              <a:defRPr/>
            </a:lvl1pPr>
          </a:lstStyle>
          <a:p>
            <a:fld id="{B6F15528-21DE-4FAA-801E-634DDDAF4B2B}" type="slidenum">
              <a:rPr lang="en-US" smtClean="0"/>
              <a:pPr/>
              <a:t>‹#›</a:t>
            </a:fld>
            <a:endParaRPr lang="en-US"/>
          </a:p>
        </p:txBody>
      </p:sp>
      <p:sp>
        <p:nvSpPr>
          <p:cNvPr id="6" name="Title 1"/>
          <p:cNvSpPr>
            <a:spLocks noGrp="1"/>
          </p:cNvSpPr>
          <p:nvPr>
            <p:ph type="title" hasCustomPrompt="1"/>
          </p:nvPr>
        </p:nvSpPr>
        <p:spPr>
          <a:xfrm>
            <a:off x="166577" y="209550"/>
            <a:ext cx="8229600" cy="533401"/>
          </a:xfrm>
          <a:prstGeom prst="rect">
            <a:avLst/>
          </a:prstGeom>
        </p:spPr>
        <p:txBody>
          <a:bodyPr/>
          <a:lstStyle>
            <a:lvl1pPr>
              <a:defRPr sz="2600">
                <a:gradFill>
                  <a:gsLst>
                    <a:gs pos="0">
                      <a:srgbClr val="002060"/>
                    </a:gs>
                    <a:gs pos="100000">
                      <a:srgbClr val="0070C0"/>
                    </a:gs>
                  </a:gsLst>
                  <a:lin ang="5400000" scaled="0"/>
                </a:gradFill>
                <a:latin typeface="Cooper Black" panose="0208090404030B020404" pitchFamily="18" charset="0"/>
              </a:defRPr>
            </a:lvl1pPr>
          </a:lstStyle>
          <a:p>
            <a:r>
              <a:rPr lang="en-US" dirty="0"/>
              <a:t>Click to edit title style</a:t>
            </a:r>
          </a:p>
        </p:txBody>
      </p:sp>
      <p:pic>
        <p:nvPicPr>
          <p:cNvPr id="8" name="Picture 7" descr="A yellow circle with black letters and a black background&#10;&#10;Description automatically generated">
            <a:extLst>
              <a:ext uri="{FF2B5EF4-FFF2-40B4-BE49-F238E27FC236}">
                <a16:creationId xmlns:a16="http://schemas.microsoft.com/office/drawing/2014/main" id="{547D5447-D822-E114-D105-30608DBB5E2F}"/>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10600" y="57150"/>
            <a:ext cx="493786" cy="487715"/>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www.anubhavtrainings.com</a:t>
            </a:r>
          </a:p>
        </p:txBody>
      </p:sp>
      <p:sp>
        <p:nvSpPr>
          <p:cNvPr id="4" name="Slide Number Placeholder 3"/>
          <p:cNvSpPr>
            <a:spLocks noGrp="1"/>
          </p:cNvSpPr>
          <p:nvPr>
            <p:ph type="sldNum" sz="quarter" idx="12"/>
          </p:nvPr>
        </p:nvSpPr>
        <p:spPr>
          <a:xfrm>
            <a:off x="152400" y="4767263"/>
            <a:ext cx="2133600" cy="273844"/>
          </a:xfrm>
        </p:spPr>
        <p:txBody>
          <a:bodyPr/>
          <a:lstStyle>
            <a:lvl1pPr algn="l">
              <a:defRPr/>
            </a:lvl1pPr>
          </a:lstStyle>
          <a:p>
            <a:fld id="{B6F15528-21DE-4FAA-801E-634DDDAF4B2B}" type="slidenum">
              <a:rPr lang="en-US" smtClean="0"/>
              <a:pPr/>
              <a:t>‹#›</a:t>
            </a:fld>
            <a:endParaRPr lang="en-US"/>
          </a:p>
        </p:txBody>
      </p:sp>
      <p:pic>
        <p:nvPicPr>
          <p:cNvPr id="5" name="Picture 4" descr="A yellow circle with black letters and a black background&#10;&#10;Description automatically generated">
            <a:extLst>
              <a:ext uri="{FF2B5EF4-FFF2-40B4-BE49-F238E27FC236}">
                <a16:creationId xmlns:a16="http://schemas.microsoft.com/office/drawing/2014/main" id="{BFC459EA-C247-C5E7-6491-AEF2B5F94E2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819150"/>
            <a:ext cx="3008313" cy="871538"/>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819150"/>
            <a:ext cx="5111750" cy="3775473"/>
          </a:xfrm>
        </p:spPr>
        <p:txBody>
          <a:bodyPr>
            <a:normAutofit/>
          </a:bodyPr>
          <a:lstStyle>
            <a:lvl1pPr>
              <a:defRPr sz="2400"/>
            </a:lvl1pPr>
            <a:lvl2pPr>
              <a:defRPr sz="2000"/>
            </a:lvl2pPr>
            <a:lvl3pPr>
              <a:defRPr sz="1800"/>
            </a:lvl3pPr>
            <a:lvl4pPr>
              <a:defRPr sz="1600"/>
            </a:lvl4pPr>
            <a:lvl5pPr>
              <a:defRPr sz="16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1" y="1733550"/>
            <a:ext cx="3008313" cy="286107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40C7AE83-204E-A484-7237-A7EA3EBC4DA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895349"/>
            <a:ext cx="5486400" cy="265033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www.anubhavtrainings.com</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pic>
        <p:nvPicPr>
          <p:cNvPr id="8" name="Picture 7" descr="A yellow circle with black letters and a black background&#10;&#10;Description automatically generated">
            <a:extLst>
              <a:ext uri="{FF2B5EF4-FFF2-40B4-BE49-F238E27FC236}">
                <a16:creationId xmlns:a16="http://schemas.microsoft.com/office/drawing/2014/main" id="{23DAEE89-C03B-1705-0782-CE3B90349AF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Title 1"/>
          <p:cNvSpPr>
            <a:spLocks noGrp="1"/>
          </p:cNvSpPr>
          <p:nvPr>
            <p:ph type="title" hasCustomPrompt="1"/>
          </p:nvPr>
        </p:nvSpPr>
        <p:spPr>
          <a:xfrm>
            <a:off x="457200" y="438150"/>
            <a:ext cx="8229600" cy="533401"/>
          </a:xfrm>
          <a:prstGeom prst="rect">
            <a:avLst/>
          </a:prstGeom>
        </p:spPr>
        <p:txBody>
          <a:bodyPr/>
          <a:lstStyle>
            <a:lvl1pPr>
              <a:defRPr sz="2800">
                <a:gradFill>
                  <a:gsLst>
                    <a:gs pos="0">
                      <a:srgbClr val="002060"/>
                    </a:gs>
                    <a:gs pos="100000">
                      <a:srgbClr val="0070C0"/>
                    </a:gs>
                  </a:gsLst>
                  <a:lin ang="5400000" scaled="0"/>
                </a:gradFill>
              </a:defRPr>
            </a:lvl1pPr>
          </a:lstStyle>
          <a:p>
            <a:r>
              <a:rPr lang="en-US" dirty="0"/>
              <a:t>Click to edit title style</a:t>
            </a:r>
          </a:p>
        </p:txBody>
      </p:sp>
      <p:pic>
        <p:nvPicPr>
          <p:cNvPr id="2" name="Picture 1" descr="A yellow circle with black letters and a black background&#10;&#10;Description automatically generated">
            <a:extLst>
              <a:ext uri="{FF2B5EF4-FFF2-40B4-BE49-F238E27FC236}">
                <a16:creationId xmlns:a16="http://schemas.microsoft.com/office/drawing/2014/main" id="{FDBE062A-C013-A203-17DC-F9C61DBF2E3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6629400" y="1047749"/>
            <a:ext cx="2057400" cy="3546873"/>
          </a:xfrm>
          <a:prstGeom prst="rect">
            <a:avLst/>
          </a:prstGeom>
        </p:spPr>
        <p:txBody>
          <a:bodyPr vert="eaVert"/>
          <a:lstStyle/>
          <a:p>
            <a:r>
              <a:rPr lang="en-US" dirty="0"/>
              <a:t>Click to edit title style</a:t>
            </a:r>
          </a:p>
        </p:txBody>
      </p:sp>
      <p:sp>
        <p:nvSpPr>
          <p:cNvPr id="3" name="Vertical Text Placeholder 2"/>
          <p:cNvSpPr>
            <a:spLocks noGrp="1"/>
          </p:cNvSpPr>
          <p:nvPr>
            <p:ph type="body" orient="vert" idx="1"/>
          </p:nvPr>
        </p:nvSpPr>
        <p:spPr>
          <a:xfrm>
            <a:off x="457200" y="1047749"/>
            <a:ext cx="6019800" cy="35468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www.anubhavtrainings.com</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yellow circle with black letters and a black background&#10;&#10;Description automatically generated">
            <a:extLst>
              <a:ext uri="{FF2B5EF4-FFF2-40B4-BE49-F238E27FC236}">
                <a16:creationId xmlns:a16="http://schemas.microsoft.com/office/drawing/2014/main" id="{CA6DBE16-F08A-6A41-329C-56621EE5368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Title Slide">
    <p:bg>
      <p:bgPr>
        <a:blipFill dpi="0" rotWithShape="1">
          <a:blip r:embed="rId3">
            <a:lum/>
          </a:blip>
          <a:srcRect/>
          <a:stretch>
            <a:fillRect b="-20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57200" y="1352550"/>
            <a:ext cx="8229600" cy="1295400"/>
          </a:xfrm>
          <a:prstGeom prst="rect">
            <a:avLst/>
          </a:prstGeom>
        </p:spPr>
        <p:txBody>
          <a:bodyPr/>
          <a:lstStyle>
            <a:lvl1pPr algn="l">
              <a:defRPr sz="6000" b="1">
                <a:gradFill flip="none" rotWithShape="1">
                  <a:gsLst>
                    <a:gs pos="0">
                      <a:srgbClr val="0070C0"/>
                    </a:gs>
                    <a:gs pos="100000">
                      <a:srgbClr val="00B0F0"/>
                    </a:gs>
                  </a:gsLst>
                  <a:lin ang="16200000" scaled="1"/>
                  <a:tileRect/>
                </a:gradFill>
                <a:effectLst/>
              </a:defRPr>
            </a:lvl1pPr>
          </a:lstStyle>
          <a:p>
            <a:r>
              <a:rPr lang="en-US"/>
              <a:t>Thank You</a:t>
            </a:r>
            <a:endParaRPr lang="en-US" dirty="0"/>
          </a:p>
        </p:txBody>
      </p:sp>
      <p:sp>
        <p:nvSpPr>
          <p:cNvPr id="3" name="Subtitle 2"/>
          <p:cNvSpPr>
            <a:spLocks noGrp="1"/>
          </p:cNvSpPr>
          <p:nvPr>
            <p:ph type="subTitle" idx="1" hasCustomPrompt="1"/>
          </p:nvPr>
        </p:nvSpPr>
        <p:spPr>
          <a:xfrm>
            <a:off x="457200" y="2647950"/>
            <a:ext cx="8229600" cy="914400"/>
          </a:xfrm>
        </p:spPr>
        <p:txBody>
          <a:bodyPr/>
          <a:lstStyle>
            <a:lvl1pPr marL="0" indent="0" algn="l">
              <a:buNone/>
              <a:defRPr>
                <a:solidFill>
                  <a:schemeClr val="tx1">
                    <a:lumMod val="85000"/>
                    <a:lumOff val="15000"/>
                  </a:schemeClr>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Contact Information</a:t>
            </a:r>
            <a:endParaRPr lang="en-US" dirty="0"/>
          </a:p>
        </p:txBody>
      </p:sp>
      <p:pic>
        <p:nvPicPr>
          <p:cNvPr id="4" name="Picture 3" descr="A yellow circle with black letters and a black background&#10;&#10;Description automatically generated">
            <a:extLst>
              <a:ext uri="{FF2B5EF4-FFF2-40B4-BE49-F238E27FC236}">
                <a16:creationId xmlns:a16="http://schemas.microsoft.com/office/drawing/2014/main" id="{624E307F-BC23-D6AD-3DDE-45757A637AC3}"/>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534400" y="133350"/>
            <a:ext cx="548721" cy="541974"/>
          </a:xfrm>
          <a:prstGeom prst="rect">
            <a:avLst/>
          </a:prstGeom>
        </p:spPr>
      </p:pic>
    </p:spTree>
    <p:extLst>
      <p:ext uri="{BB962C8B-B14F-4D97-AF65-F5344CB8AC3E}">
        <p14:creationId xmlns:p14="http://schemas.microsoft.com/office/powerpoint/2010/main" val="2338062753"/>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0"/>
            <a:ext cx="9144000" cy="5143499"/>
          </a:xfrm>
          <a:prstGeom prst="rect">
            <a:avLst/>
          </a:prstGeom>
          <a:solidFill>
            <a:schemeClr val="bg1">
              <a:lumMod val="95000"/>
            </a:schemeClr>
          </a:solidFill>
        </p:spPr>
        <p:txBody>
          <a:bodyPr anchor="ctr"/>
          <a:lstStyle>
            <a:lvl1pPr marL="0" indent="0" algn="ctr">
              <a:buNone/>
              <a:defRPr sz="1200" baseline="0">
                <a:solidFill>
                  <a:schemeClr val="tx1">
                    <a:lumMod val="75000"/>
                    <a:lumOff val="25000"/>
                  </a:schemeClr>
                </a:solidFill>
                <a:latin typeface="+mn-lt"/>
                <a:cs typeface="Arial" pitchFamily="34" charset="0"/>
              </a:defRPr>
            </a:lvl1pPr>
            <a:lvl2pPr marL="456949" indent="0">
              <a:buNone/>
              <a:defRPr sz="2799"/>
            </a:lvl2pPr>
            <a:lvl3pPr marL="913897" indent="0">
              <a:buNone/>
              <a:defRPr sz="2399"/>
            </a:lvl3pPr>
            <a:lvl4pPr marL="1370846" indent="0">
              <a:buNone/>
              <a:defRPr sz="1999"/>
            </a:lvl4pPr>
            <a:lvl5pPr marL="1827795" indent="0">
              <a:buNone/>
              <a:defRPr sz="1999"/>
            </a:lvl5pPr>
            <a:lvl6pPr marL="2284743" indent="0">
              <a:buNone/>
              <a:defRPr sz="1999"/>
            </a:lvl6pPr>
            <a:lvl7pPr marL="2741692" indent="0">
              <a:buNone/>
              <a:defRPr sz="1999"/>
            </a:lvl7pPr>
            <a:lvl8pPr marL="3198640" indent="0">
              <a:buNone/>
              <a:defRPr sz="1999"/>
            </a:lvl8pPr>
            <a:lvl9pPr marL="3655589" indent="0">
              <a:buNone/>
              <a:defRPr sz="1999"/>
            </a:lvl9pPr>
          </a:lstStyle>
          <a:p>
            <a:r>
              <a:rPr lang="en-US" altLang="ko-KR" dirty="0"/>
              <a:t>Insert Your Image</a:t>
            </a:r>
            <a:endParaRPr lang="ko-KR" altLang="en-US" dirty="0"/>
          </a:p>
        </p:txBody>
      </p:sp>
    </p:spTree>
    <p:extLst>
      <p:ext uri="{BB962C8B-B14F-4D97-AF65-F5344CB8AC3E}">
        <p14:creationId xmlns:p14="http://schemas.microsoft.com/office/powerpoint/2010/main" val="15634808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9144000" cy="2571751"/>
          </a:xfrm>
          <a:prstGeom prst="rect">
            <a:avLst/>
          </a:prstGeom>
          <a:solidFill>
            <a:schemeClr val="bg1">
              <a:lumMod val="95000"/>
            </a:schemeClr>
          </a:solidFill>
        </p:spPr>
        <p:txBody>
          <a:bodyPr>
            <a:normAutofit/>
          </a:bodyPr>
          <a:lstStyle>
            <a:lvl1pPr>
              <a:defRPr sz="788"/>
            </a:lvl1pPr>
          </a:lstStyle>
          <a:p>
            <a:endParaRPr lang="en-US" dirty="0"/>
          </a:p>
        </p:txBody>
      </p:sp>
    </p:spTree>
    <p:extLst>
      <p:ext uri="{BB962C8B-B14F-4D97-AF65-F5344CB8AC3E}">
        <p14:creationId xmlns:p14="http://schemas.microsoft.com/office/powerpoint/2010/main" val="16952796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915338"/>
            <a:ext cx="7772400" cy="458115"/>
          </a:xfrm>
        </p:spPr>
        <p:txBody>
          <a:bodyPr/>
          <a:lstStyle>
            <a:lvl1pPr algn="ctr">
              <a:defRPr lang="en-US" sz="3000" kern="1200" smtClean="0">
                <a:solidFill>
                  <a:schemeClr val="tx1">
                    <a:lumMod val="75000"/>
                    <a:lumOff val="25000"/>
                  </a:schemeClr>
                </a:solidFill>
                <a:latin typeface="+mj-lt"/>
                <a:ea typeface="+mj-ea"/>
                <a:cs typeface="+mj-cs"/>
              </a:defRPr>
            </a:lvl1pPr>
          </a:lstStyle>
          <a:p>
            <a:r>
              <a:rPr lang="en-US"/>
              <a:t>Click to edit Master title style</a:t>
            </a:r>
          </a:p>
        </p:txBody>
      </p:sp>
      <p:sp>
        <p:nvSpPr>
          <p:cNvPr id="3" name="Subtitle 2"/>
          <p:cNvSpPr>
            <a:spLocks noGrp="1"/>
          </p:cNvSpPr>
          <p:nvPr>
            <p:ph type="subTitle" idx="1"/>
          </p:nvPr>
        </p:nvSpPr>
        <p:spPr>
          <a:xfrm>
            <a:off x="1371600" y="3299265"/>
            <a:ext cx="6400800" cy="573330"/>
          </a:xfrm>
        </p:spPr>
        <p:txBody>
          <a:bodyPr>
            <a:normAutofit/>
          </a:bodyPr>
          <a:lstStyle>
            <a:lvl1pPr marL="0" indent="0" algn="ctr">
              <a:buNone/>
              <a:defRPr lang="en-US" sz="1800" kern="1200" smtClean="0">
                <a:solidFill>
                  <a:schemeClr val="tx1">
                    <a:lumMod val="65000"/>
                    <a:lumOff val="35000"/>
                  </a:schemeClr>
                </a:solidFill>
                <a:latin typeface="+mj-lt"/>
                <a:ea typeface="+mj-ea"/>
                <a:cs typeface="+mj-cs"/>
              </a:defRPr>
            </a:lvl1pPr>
            <a:lvl2pPr marL="457101" indent="0" algn="ctr">
              <a:buNone/>
              <a:defRPr>
                <a:solidFill>
                  <a:schemeClr val="tx1">
                    <a:tint val="75000"/>
                  </a:schemeClr>
                </a:solidFill>
              </a:defRPr>
            </a:lvl2pPr>
            <a:lvl3pPr marL="914202" indent="0" algn="ctr">
              <a:buNone/>
              <a:defRPr>
                <a:solidFill>
                  <a:schemeClr val="tx1">
                    <a:tint val="75000"/>
                  </a:schemeClr>
                </a:solidFill>
              </a:defRPr>
            </a:lvl3pPr>
            <a:lvl4pPr marL="1371303" indent="0" algn="ctr">
              <a:buNone/>
              <a:defRPr>
                <a:solidFill>
                  <a:schemeClr val="tx1">
                    <a:tint val="75000"/>
                  </a:schemeClr>
                </a:solidFill>
              </a:defRPr>
            </a:lvl4pPr>
            <a:lvl5pPr marL="1828404" indent="0" algn="ctr">
              <a:buNone/>
              <a:defRPr>
                <a:solidFill>
                  <a:schemeClr val="tx1">
                    <a:tint val="75000"/>
                  </a:schemeClr>
                </a:solidFill>
              </a:defRPr>
            </a:lvl5pPr>
            <a:lvl6pPr marL="2285505" indent="0" algn="ctr">
              <a:buNone/>
              <a:defRPr>
                <a:solidFill>
                  <a:schemeClr val="tx1">
                    <a:tint val="75000"/>
                  </a:schemeClr>
                </a:solidFill>
              </a:defRPr>
            </a:lvl6pPr>
            <a:lvl7pPr marL="2742606" indent="0" algn="ctr">
              <a:buNone/>
              <a:defRPr>
                <a:solidFill>
                  <a:schemeClr val="tx1">
                    <a:tint val="75000"/>
                  </a:schemeClr>
                </a:solidFill>
              </a:defRPr>
            </a:lvl7pPr>
            <a:lvl8pPr marL="3199706" indent="0" algn="ctr">
              <a:buNone/>
              <a:defRPr>
                <a:solidFill>
                  <a:schemeClr val="tx1">
                    <a:tint val="75000"/>
                  </a:schemeClr>
                </a:solidFill>
              </a:defRPr>
            </a:lvl8pPr>
            <a:lvl9pPr marL="365680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8/27/2025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5EDE275-BE14-4364-AEA2-5F5667C0FD49}" type="slidenum">
              <a:rPr lang="en-US" smtClean="0"/>
              <a:pPr/>
              <a:t>‹#›</a:t>
            </a:fld>
            <a:endParaRPr lang="en-US"/>
          </a:p>
        </p:txBody>
      </p:sp>
    </p:spTree>
    <p:extLst>
      <p:ext uri="{BB962C8B-B14F-4D97-AF65-F5344CB8AC3E}">
        <p14:creationId xmlns:p14="http://schemas.microsoft.com/office/powerpoint/2010/main" val="30914151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2700"/>
            </a:lvl1pPr>
          </a:lstStyle>
          <a:p>
            <a:r>
              <a:rPr lang="en-US"/>
              <a:t>Click to edit Master title style</a:t>
            </a:r>
          </a:p>
        </p:txBody>
      </p:sp>
      <p:sp>
        <p:nvSpPr>
          <p:cNvPr id="3" name="Date Placeholder 2"/>
          <p:cNvSpPr>
            <a:spLocks noGrp="1"/>
          </p:cNvSpPr>
          <p:nvPr>
            <p:ph type="dt" sz="half" idx="10"/>
          </p:nvPr>
        </p:nvSpPr>
        <p:spPr/>
        <p:txBody>
          <a:bodyPr/>
          <a:lstStyle/>
          <a:p>
            <a:fld id="{425404F2-BE9A-4460-8815-8F645183555F}" type="datetimeFigureOut">
              <a:rPr lang="en-US" smtClean="0"/>
              <a:pPr/>
              <a:t>8/27/2025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44538235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6FA74D1-C1AD-506C-F330-406175E65624}"/>
              </a:ext>
            </a:extLst>
          </p:cNvPr>
          <p:cNvSpPr>
            <a:spLocks noGrp="1"/>
          </p:cNvSpPr>
          <p:nvPr>
            <p:ph type="pic" sz="quarter" idx="13"/>
          </p:nvPr>
        </p:nvSpPr>
        <p:spPr>
          <a:xfrm>
            <a:off x="4680039" y="0"/>
            <a:ext cx="4159545" cy="5162550"/>
          </a:xfrm>
          <a:custGeom>
            <a:avLst/>
            <a:gdLst>
              <a:gd name="connsiteX0" fmla="*/ 0 w 5544616"/>
              <a:gd name="connsiteY0" fmla="*/ 0 h 6858000"/>
              <a:gd name="connsiteX1" fmla="*/ 5544616 w 5544616"/>
              <a:gd name="connsiteY1" fmla="*/ 0 h 6858000"/>
              <a:gd name="connsiteX2" fmla="*/ 5544616 w 5544616"/>
              <a:gd name="connsiteY2" fmla="*/ 6858000 h 6858000"/>
              <a:gd name="connsiteX3" fmla="*/ 0 w 55446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544616" h="6858000">
                <a:moveTo>
                  <a:pt x="0" y="0"/>
                </a:moveTo>
                <a:lnTo>
                  <a:pt x="5544616" y="0"/>
                </a:lnTo>
                <a:lnTo>
                  <a:pt x="5544616" y="6858000"/>
                </a:lnTo>
                <a:lnTo>
                  <a:pt x="0" y="6858000"/>
                </a:lnTo>
                <a:close/>
              </a:path>
            </a:pathLst>
          </a:custGeom>
        </p:spPr>
        <p:txBody>
          <a:bodyPr wrap="square">
            <a:noAutofit/>
          </a:body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8/27/2025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322408357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25404F2-BE9A-4460-8815-8F645183555F}" type="datetimeFigureOut">
              <a:rPr lang="en-US" smtClean="0"/>
              <a:pPr/>
              <a:t>8/27/2025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E69268-9C8B-4EBF-A9EE-DC5DC2D48DC3}" type="slidenum">
              <a:rPr lang="en-US" smtClean="0"/>
              <a:pPr/>
              <a:t>‹#›</a:t>
            </a:fld>
            <a:endParaRPr lang="en-US"/>
          </a:p>
        </p:txBody>
      </p:sp>
      <p:sp>
        <p:nvSpPr>
          <p:cNvPr id="6" name="Picture Placeholder 5">
            <a:extLst>
              <a:ext uri="{FF2B5EF4-FFF2-40B4-BE49-F238E27FC236}">
                <a16:creationId xmlns:a16="http://schemas.microsoft.com/office/drawing/2014/main" id="{9E873BBA-9F06-F865-1FD2-AF4FDBC23993}"/>
              </a:ext>
            </a:extLst>
          </p:cNvPr>
          <p:cNvSpPr>
            <a:spLocks noGrp="1"/>
          </p:cNvSpPr>
          <p:nvPr>
            <p:ph type="pic" sz="quarter" idx="13"/>
          </p:nvPr>
        </p:nvSpPr>
        <p:spPr>
          <a:xfrm>
            <a:off x="2492227" y="0"/>
            <a:ext cx="4159545" cy="5181600"/>
          </a:xfrm>
          <a:custGeom>
            <a:avLst/>
            <a:gdLst>
              <a:gd name="connsiteX0" fmla="*/ 0 w 5544616"/>
              <a:gd name="connsiteY0" fmla="*/ 0 h 6858000"/>
              <a:gd name="connsiteX1" fmla="*/ 5544616 w 5544616"/>
              <a:gd name="connsiteY1" fmla="*/ 0 h 6858000"/>
              <a:gd name="connsiteX2" fmla="*/ 5544616 w 5544616"/>
              <a:gd name="connsiteY2" fmla="*/ 6858000 h 6858000"/>
              <a:gd name="connsiteX3" fmla="*/ 0 w 55446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544616" h="6858000">
                <a:moveTo>
                  <a:pt x="0" y="0"/>
                </a:moveTo>
                <a:lnTo>
                  <a:pt x="5544616" y="0"/>
                </a:lnTo>
                <a:lnTo>
                  <a:pt x="5544616" y="6858000"/>
                </a:lnTo>
                <a:lnTo>
                  <a:pt x="0" y="6858000"/>
                </a:lnTo>
                <a:close/>
              </a:path>
            </a:pathLst>
          </a:custGeom>
        </p:spPr>
        <p:txBody>
          <a:bodyPr wrap="square">
            <a:noAutofit/>
          </a:bodyPr>
          <a:lstStyle/>
          <a:p>
            <a:endParaRPr lang="en-IN"/>
          </a:p>
        </p:txBody>
      </p:sp>
    </p:spTree>
    <p:extLst>
      <p:ext uri="{BB962C8B-B14F-4D97-AF65-F5344CB8AC3E}">
        <p14:creationId xmlns:p14="http://schemas.microsoft.com/office/powerpoint/2010/main" val="35267375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25404F2-BE9A-4460-8815-8F645183555F}" type="datetimeFigureOut">
              <a:rPr lang="en-US" smtClean="0"/>
              <a:pPr/>
              <a:t>8/27/2025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E69268-9C8B-4EBF-A9EE-DC5DC2D48DC3}" type="slidenum">
              <a:rPr lang="en-US" smtClean="0"/>
              <a:pPr/>
              <a:t>‹#›</a:t>
            </a:fld>
            <a:endParaRPr lang="en-US"/>
          </a:p>
        </p:txBody>
      </p:sp>
      <p:sp>
        <p:nvSpPr>
          <p:cNvPr id="6" name="Picture Placeholder 5">
            <a:extLst>
              <a:ext uri="{FF2B5EF4-FFF2-40B4-BE49-F238E27FC236}">
                <a16:creationId xmlns:a16="http://schemas.microsoft.com/office/drawing/2014/main" id="{9E873BBA-9F06-F865-1FD2-AF4FDBC23993}"/>
              </a:ext>
            </a:extLst>
          </p:cNvPr>
          <p:cNvSpPr>
            <a:spLocks noGrp="1"/>
          </p:cNvSpPr>
          <p:nvPr>
            <p:ph type="pic" sz="quarter" idx="13"/>
          </p:nvPr>
        </p:nvSpPr>
        <p:spPr>
          <a:xfrm>
            <a:off x="4984455" y="0"/>
            <a:ext cx="4159545" cy="5181600"/>
          </a:xfrm>
          <a:custGeom>
            <a:avLst/>
            <a:gdLst>
              <a:gd name="connsiteX0" fmla="*/ 0 w 5544616"/>
              <a:gd name="connsiteY0" fmla="*/ 0 h 6858000"/>
              <a:gd name="connsiteX1" fmla="*/ 5544616 w 5544616"/>
              <a:gd name="connsiteY1" fmla="*/ 0 h 6858000"/>
              <a:gd name="connsiteX2" fmla="*/ 5544616 w 5544616"/>
              <a:gd name="connsiteY2" fmla="*/ 6858000 h 6858000"/>
              <a:gd name="connsiteX3" fmla="*/ 0 w 55446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544616" h="6858000">
                <a:moveTo>
                  <a:pt x="0" y="0"/>
                </a:moveTo>
                <a:lnTo>
                  <a:pt x="5544616" y="0"/>
                </a:lnTo>
                <a:lnTo>
                  <a:pt x="5544616" y="6858000"/>
                </a:lnTo>
                <a:lnTo>
                  <a:pt x="0" y="6858000"/>
                </a:lnTo>
                <a:close/>
              </a:path>
            </a:pathLst>
          </a:custGeom>
        </p:spPr>
        <p:txBody>
          <a:bodyPr wrap="square">
            <a:noAutofit/>
          </a:bodyPr>
          <a:lstStyle/>
          <a:p>
            <a:endParaRPr lang="en-IN"/>
          </a:p>
        </p:txBody>
      </p:sp>
    </p:spTree>
    <p:extLst>
      <p:ext uri="{BB962C8B-B14F-4D97-AF65-F5344CB8AC3E}">
        <p14:creationId xmlns:p14="http://schemas.microsoft.com/office/powerpoint/2010/main" val="12378474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425404F2-BE9A-4460-8815-8F645183555F}" type="datetimeFigureOut">
              <a:rPr lang="en-US" smtClean="0"/>
              <a:pPr/>
              <a:t>8/27/2025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E69268-9C8B-4EBF-A9EE-DC5DC2D48DC3}" type="slidenum">
              <a:rPr lang="en-US" smtClean="0"/>
              <a:pPr/>
              <a:t>‹#›</a:t>
            </a:fld>
            <a:endParaRPr lang="en-US"/>
          </a:p>
        </p:txBody>
      </p:sp>
      <p:sp>
        <p:nvSpPr>
          <p:cNvPr id="6" name="Picture Placeholder 5">
            <a:extLst>
              <a:ext uri="{FF2B5EF4-FFF2-40B4-BE49-F238E27FC236}">
                <a16:creationId xmlns:a16="http://schemas.microsoft.com/office/drawing/2014/main" id="{9E873BBA-9F06-F865-1FD2-AF4FDBC23993}"/>
              </a:ext>
            </a:extLst>
          </p:cNvPr>
          <p:cNvSpPr>
            <a:spLocks noGrp="1"/>
          </p:cNvSpPr>
          <p:nvPr>
            <p:ph type="pic" sz="quarter" idx="13"/>
          </p:nvPr>
        </p:nvSpPr>
        <p:spPr>
          <a:xfrm>
            <a:off x="0" y="0"/>
            <a:ext cx="4159545" cy="5181600"/>
          </a:xfrm>
          <a:custGeom>
            <a:avLst/>
            <a:gdLst>
              <a:gd name="connsiteX0" fmla="*/ 0 w 5544616"/>
              <a:gd name="connsiteY0" fmla="*/ 0 h 6858000"/>
              <a:gd name="connsiteX1" fmla="*/ 5544616 w 5544616"/>
              <a:gd name="connsiteY1" fmla="*/ 0 h 6858000"/>
              <a:gd name="connsiteX2" fmla="*/ 5544616 w 5544616"/>
              <a:gd name="connsiteY2" fmla="*/ 6858000 h 6858000"/>
              <a:gd name="connsiteX3" fmla="*/ 0 w 55446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544616" h="6858000">
                <a:moveTo>
                  <a:pt x="0" y="0"/>
                </a:moveTo>
                <a:lnTo>
                  <a:pt x="5544616" y="0"/>
                </a:lnTo>
                <a:lnTo>
                  <a:pt x="5544616" y="6858000"/>
                </a:lnTo>
                <a:lnTo>
                  <a:pt x="0" y="6858000"/>
                </a:lnTo>
                <a:close/>
              </a:path>
            </a:pathLst>
          </a:custGeom>
        </p:spPr>
        <p:txBody>
          <a:bodyPr wrap="square">
            <a:noAutofit/>
          </a:bodyPr>
          <a:lstStyle/>
          <a:p>
            <a:endParaRPr lang="en-IN"/>
          </a:p>
        </p:txBody>
      </p:sp>
    </p:spTree>
    <p:extLst>
      <p:ext uri="{BB962C8B-B14F-4D97-AF65-F5344CB8AC3E}">
        <p14:creationId xmlns:p14="http://schemas.microsoft.com/office/powerpoint/2010/main" val="35264623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slidemodel2">
    <p:bg>
      <p:bgPr>
        <a:gradFill flip="none" rotWithShape="1">
          <a:gsLst>
            <a:gs pos="55000">
              <a:srgbClr val="1181AE"/>
            </a:gs>
            <a:gs pos="0">
              <a:srgbClr val="1181AE"/>
            </a:gs>
            <a:gs pos="100000">
              <a:srgbClr val="095474"/>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414004" y="2152975"/>
            <a:ext cx="4449167" cy="533311"/>
          </a:xfrm>
        </p:spPr>
        <p:txBody>
          <a:bodyPr>
            <a:normAutofit/>
          </a:bodyPr>
          <a:lstStyle>
            <a:lvl1pPr algn="ctr">
              <a:defRPr sz="2700" b="0">
                <a:solidFill>
                  <a:schemeClr val="bg1"/>
                </a:solidFill>
                <a:effectLst>
                  <a:outerShdw blurRad="38100" dist="38100" dir="2700000" algn="tl">
                    <a:srgbClr val="000000">
                      <a:alpha val="43137"/>
                    </a:srgbClr>
                  </a:outerShdw>
                </a:effectLst>
                <a:latin typeface="+mj-lt"/>
                <a:ea typeface="Open Sans" pitchFamily="34" charset="0"/>
                <a:cs typeface="Open Sans" pitchFamily="34" charset="0"/>
              </a:defRPr>
            </a:lvl1pPr>
          </a:lstStyle>
          <a:p>
            <a:r>
              <a:rPr lang="en-US"/>
              <a:t>SlideModel.com</a:t>
            </a:r>
          </a:p>
        </p:txBody>
      </p:sp>
      <p:sp>
        <p:nvSpPr>
          <p:cNvPr id="3" name="Date Placeholder 2"/>
          <p:cNvSpPr>
            <a:spLocks noGrp="1"/>
          </p:cNvSpPr>
          <p:nvPr>
            <p:ph type="dt" sz="half" idx="10"/>
          </p:nvPr>
        </p:nvSpPr>
        <p:spPr/>
        <p:txBody>
          <a:bodyPr/>
          <a:lstStyle/>
          <a:p>
            <a:fld id="{425404F2-BE9A-4460-8815-8F645183555F}" type="datetimeFigureOut">
              <a:rPr lang="en-US" smtClean="0"/>
              <a:pPr/>
              <a:t>8/27/2025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32636507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18.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5" Type="http://schemas.openxmlformats.org/officeDocument/2006/relationships/slideLayout" Target="../slideLayouts/slideLayout20.xml"/><Relationship Id="rId4"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457200" y="971550"/>
            <a:ext cx="8229600" cy="36230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940CB006-912F-44E1-9560-9CBFEBE946EF}" type="datetime4">
              <a:rPr lang="en-US" smtClean="0"/>
              <a:t>August 27, 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slidemodel.com</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6" r:id="rId1"/>
    <p:sldLayoutId id="2147483650" r:id="rId2"/>
    <p:sldLayoutId id="2147483651" r:id="rId3"/>
    <p:sldLayoutId id="2147483652" r:id="rId4"/>
    <p:sldLayoutId id="2147483672" r:id="rId5"/>
    <p:sldLayoutId id="2147483673" r:id="rId6"/>
    <p:sldLayoutId id="2147483654" r:id="rId7"/>
    <p:sldLayoutId id="2147483655" r:id="rId8"/>
    <p:sldLayoutId id="2147483656" r:id="rId9"/>
    <p:sldLayoutId id="2147483657" r:id="rId10"/>
    <p:sldLayoutId id="2147483658" r:id="rId11"/>
    <p:sldLayoutId id="2147483659" r:id="rId12"/>
    <p:sldLayoutId id="2147483675" r:id="rId13"/>
    <p:sldLayoutId id="2147483687" r:id="rId14"/>
    <p:sldLayoutId id="2147483688" r:id="rId15"/>
  </p:sldLayoutIdLst>
  <p:hf hdr="0"/>
  <p:txStyles>
    <p:titleStyle>
      <a:lvl1pPr algn="l" defTabSz="914400" rtl="0" eaLnBrk="1" latinLnBrk="0" hangingPunct="1">
        <a:spcBef>
          <a:spcPct val="0"/>
        </a:spcBef>
        <a:buNone/>
        <a:defRPr lang="en-US" sz="2800" b="1" kern="1200" dirty="0">
          <a:gradFill flip="none" rotWithShape="1">
            <a:gsLst>
              <a:gs pos="0">
                <a:srgbClr val="26588D"/>
              </a:gs>
              <a:gs pos="100000">
                <a:srgbClr val="4197C6"/>
              </a:gs>
            </a:gsLst>
            <a:lin ang="16200000" scaled="1"/>
            <a:tileRect/>
          </a:gradFill>
          <a:latin typeface="Arial" pitchFamily="34" charset="0"/>
          <a:ea typeface="+mj-ea"/>
          <a:cs typeface="Arial" pitchFamily="34" charset="0"/>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533311"/>
          </a:xfrm>
          <a:prstGeom prst="rect">
            <a:avLst/>
          </a:prstGeom>
        </p:spPr>
        <p:txBody>
          <a:bodyPr vert="horz" lIns="0" tIns="60949" rIns="0" bIns="60949" rtlCol="0" anchor="ctr">
            <a:normAutofit/>
          </a:bodyPr>
          <a:lstStyle/>
          <a:p>
            <a:r>
              <a:rPr lang="en-US"/>
              <a:t>Click to edit Master title style</a:t>
            </a:r>
          </a:p>
        </p:txBody>
      </p:sp>
      <p:sp>
        <p:nvSpPr>
          <p:cNvPr id="3" name="Text Placeholder 2"/>
          <p:cNvSpPr>
            <a:spLocks noGrp="1"/>
          </p:cNvSpPr>
          <p:nvPr>
            <p:ph type="body" idx="1"/>
          </p:nvPr>
        </p:nvSpPr>
        <p:spPr>
          <a:xfrm>
            <a:off x="457200" y="853819"/>
            <a:ext cx="8229600" cy="3740804"/>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0" tIns="60949" rIns="0" bIns="60949" rtlCol="0" anchor="ctr"/>
          <a:lstStyle>
            <a:lvl1pPr algn="l">
              <a:defRPr sz="1200">
                <a:solidFill>
                  <a:schemeClr val="tx1">
                    <a:tint val="75000"/>
                  </a:schemeClr>
                </a:solidFill>
              </a:defRPr>
            </a:lvl1pPr>
          </a:lstStyle>
          <a:p>
            <a:fld id="{425404F2-BE9A-4460-8815-8F645183555F}" type="datetimeFigureOut">
              <a:rPr lang="en-US" smtClean="0"/>
              <a:pPr/>
              <a:t>8/27/2025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0" tIns="60949" rIns="0" bIns="60949"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1" y="4767264"/>
            <a:ext cx="2133600" cy="273844"/>
          </a:xfrm>
          <a:prstGeom prst="rect">
            <a:avLst/>
          </a:prstGeom>
        </p:spPr>
        <p:txBody>
          <a:bodyPr vert="horz" lIns="0" tIns="60949" rIns="0" bIns="60949" rtlCol="0" anchor="ctr"/>
          <a:lstStyle>
            <a:lvl1pPr algn="r">
              <a:defRPr sz="1200">
                <a:solidFill>
                  <a:schemeClr val="tx1">
                    <a:tint val="75000"/>
                  </a:schemeClr>
                </a:solidFill>
              </a:defRPr>
            </a:lvl1pPr>
          </a:lstStyle>
          <a:p>
            <a:fld id="{96E69268-9C8B-4EBF-A9EE-DC5DC2D48DC3}" type="slidenum">
              <a:rPr lang="en-US" smtClean="0"/>
              <a:pPr/>
              <a:t>‹#›</a:t>
            </a:fld>
            <a:endParaRPr lang="en-US"/>
          </a:p>
        </p:txBody>
      </p:sp>
    </p:spTree>
    <p:extLst>
      <p:ext uri="{BB962C8B-B14F-4D97-AF65-F5344CB8AC3E}">
        <p14:creationId xmlns:p14="http://schemas.microsoft.com/office/powerpoint/2010/main" val="3992881015"/>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Lst>
  <p:txStyles>
    <p:titleStyle>
      <a:lvl1pPr algn="l" defTabSz="914240" rtl="0" eaLnBrk="1" latinLnBrk="0" hangingPunct="1">
        <a:spcBef>
          <a:spcPct val="0"/>
        </a:spcBef>
        <a:buNone/>
        <a:defRPr sz="2700" kern="1200">
          <a:solidFill>
            <a:schemeClr val="tx1"/>
          </a:solidFill>
          <a:latin typeface="+mj-lt"/>
          <a:ea typeface="+mj-ea"/>
          <a:cs typeface="+mj-cs"/>
        </a:defRPr>
      </a:lvl1pPr>
    </p:titleStyle>
    <p:bodyStyle>
      <a:lvl1pPr marL="342840" indent="-342840" algn="l" defTabSz="914240" rtl="0" eaLnBrk="1" latinLnBrk="0" hangingPunct="1">
        <a:spcBef>
          <a:spcPct val="20000"/>
        </a:spcBef>
        <a:buFont typeface="Arial" pitchFamily="34" charset="0"/>
        <a:buChar char="•"/>
        <a:defRPr sz="2700" kern="1200">
          <a:solidFill>
            <a:schemeClr val="tx1"/>
          </a:solidFill>
          <a:latin typeface="+mj-lt"/>
          <a:ea typeface="+mn-ea"/>
          <a:cs typeface="+mn-cs"/>
        </a:defRPr>
      </a:lvl1pPr>
      <a:lvl2pPr marL="742820" indent="-285700" algn="l" defTabSz="914240" rtl="0" eaLnBrk="1" latinLnBrk="0" hangingPunct="1">
        <a:spcBef>
          <a:spcPct val="20000"/>
        </a:spcBef>
        <a:buFont typeface="Arial" pitchFamily="34" charset="0"/>
        <a:buChar char="–"/>
        <a:defRPr sz="2400" kern="1200">
          <a:solidFill>
            <a:schemeClr val="tx1"/>
          </a:solidFill>
          <a:latin typeface="+mj-lt"/>
          <a:ea typeface="+mn-ea"/>
          <a:cs typeface="+mn-cs"/>
        </a:defRPr>
      </a:lvl2pPr>
      <a:lvl3pPr marL="1142800" indent="-228560" algn="l" defTabSz="914240" rtl="0" eaLnBrk="1" latinLnBrk="0" hangingPunct="1">
        <a:spcBef>
          <a:spcPct val="20000"/>
        </a:spcBef>
        <a:buFont typeface="Arial" pitchFamily="34" charset="0"/>
        <a:buChar char="•"/>
        <a:defRPr sz="1800" kern="1200">
          <a:solidFill>
            <a:schemeClr val="tx1"/>
          </a:solidFill>
          <a:latin typeface="+mj-lt"/>
          <a:ea typeface="+mn-ea"/>
          <a:cs typeface="+mn-cs"/>
        </a:defRPr>
      </a:lvl3pPr>
      <a:lvl4pPr marL="1599920" indent="-228560" algn="l" defTabSz="914240" rtl="0" eaLnBrk="1" latinLnBrk="0" hangingPunct="1">
        <a:spcBef>
          <a:spcPct val="20000"/>
        </a:spcBef>
        <a:buFont typeface="Arial" pitchFamily="34" charset="0"/>
        <a:buChar char="–"/>
        <a:defRPr sz="1500" kern="1200">
          <a:solidFill>
            <a:schemeClr val="tx1"/>
          </a:solidFill>
          <a:latin typeface="+mj-lt"/>
          <a:ea typeface="+mn-ea"/>
          <a:cs typeface="+mn-cs"/>
        </a:defRPr>
      </a:lvl4pPr>
      <a:lvl5pPr marL="2057040" indent="-228560" algn="l" defTabSz="914240" rtl="0" eaLnBrk="1" latinLnBrk="0" hangingPunct="1">
        <a:spcBef>
          <a:spcPct val="20000"/>
        </a:spcBef>
        <a:buFont typeface="Arial" pitchFamily="34" charset="0"/>
        <a:buChar char="»"/>
        <a:defRPr sz="1500" kern="1200">
          <a:solidFill>
            <a:schemeClr val="tx1"/>
          </a:solidFill>
          <a:latin typeface="+mj-lt"/>
          <a:ea typeface="+mn-ea"/>
          <a:cs typeface="+mn-cs"/>
        </a:defRPr>
      </a:lvl5pPr>
      <a:lvl6pPr marL="2514160" indent="-228560" algn="l" defTabSz="914240" rtl="0" eaLnBrk="1" latinLnBrk="0" hangingPunct="1">
        <a:spcBef>
          <a:spcPct val="20000"/>
        </a:spcBef>
        <a:buFont typeface="Arial" pitchFamily="34" charset="0"/>
        <a:buChar char="•"/>
        <a:defRPr sz="2025" kern="1200">
          <a:solidFill>
            <a:schemeClr val="tx1"/>
          </a:solidFill>
          <a:latin typeface="+mn-lt"/>
          <a:ea typeface="+mn-ea"/>
          <a:cs typeface="+mn-cs"/>
        </a:defRPr>
      </a:lvl6pPr>
      <a:lvl7pPr marL="2971280" indent="-228560" algn="l" defTabSz="914240" rtl="0" eaLnBrk="1" latinLnBrk="0" hangingPunct="1">
        <a:spcBef>
          <a:spcPct val="20000"/>
        </a:spcBef>
        <a:buFont typeface="Arial" pitchFamily="34" charset="0"/>
        <a:buChar char="•"/>
        <a:defRPr sz="2025" kern="1200">
          <a:solidFill>
            <a:schemeClr val="tx1"/>
          </a:solidFill>
          <a:latin typeface="+mn-lt"/>
          <a:ea typeface="+mn-ea"/>
          <a:cs typeface="+mn-cs"/>
        </a:defRPr>
      </a:lvl7pPr>
      <a:lvl8pPr marL="3428400" indent="-228560" algn="l" defTabSz="914240" rtl="0" eaLnBrk="1" latinLnBrk="0" hangingPunct="1">
        <a:spcBef>
          <a:spcPct val="20000"/>
        </a:spcBef>
        <a:buFont typeface="Arial" pitchFamily="34" charset="0"/>
        <a:buChar char="•"/>
        <a:defRPr sz="2025" kern="1200">
          <a:solidFill>
            <a:schemeClr val="tx1"/>
          </a:solidFill>
          <a:latin typeface="+mn-lt"/>
          <a:ea typeface="+mn-ea"/>
          <a:cs typeface="+mn-cs"/>
        </a:defRPr>
      </a:lvl8pPr>
      <a:lvl9pPr marL="3885520" indent="-228560" algn="l" defTabSz="914240" rtl="0" eaLnBrk="1" latinLnBrk="0" hangingPunct="1">
        <a:spcBef>
          <a:spcPct val="20000"/>
        </a:spcBef>
        <a:buFont typeface="Arial" pitchFamily="34" charset="0"/>
        <a:buChar char="•"/>
        <a:defRPr sz="2025" kern="1200">
          <a:solidFill>
            <a:schemeClr val="tx1"/>
          </a:solidFill>
          <a:latin typeface="+mn-lt"/>
          <a:ea typeface="+mn-ea"/>
          <a:cs typeface="+mn-cs"/>
        </a:defRPr>
      </a:lvl9pPr>
    </p:bodyStyle>
    <p:otherStyle>
      <a:defPPr>
        <a:defRPr lang="en-US"/>
      </a:defPPr>
      <a:lvl1pPr marL="0" algn="l" defTabSz="914240" rtl="0" eaLnBrk="1" latinLnBrk="0" hangingPunct="1">
        <a:defRPr sz="1800" kern="1200">
          <a:solidFill>
            <a:schemeClr val="tx1"/>
          </a:solidFill>
          <a:latin typeface="+mn-lt"/>
          <a:ea typeface="+mn-ea"/>
          <a:cs typeface="+mn-cs"/>
        </a:defRPr>
      </a:lvl1pPr>
      <a:lvl2pPr marL="457120" algn="l" defTabSz="914240" rtl="0" eaLnBrk="1" latinLnBrk="0" hangingPunct="1">
        <a:defRPr sz="1800" kern="1200">
          <a:solidFill>
            <a:schemeClr val="tx1"/>
          </a:solidFill>
          <a:latin typeface="+mn-lt"/>
          <a:ea typeface="+mn-ea"/>
          <a:cs typeface="+mn-cs"/>
        </a:defRPr>
      </a:lvl2pPr>
      <a:lvl3pPr marL="914240" algn="l" defTabSz="914240" rtl="0" eaLnBrk="1" latinLnBrk="0" hangingPunct="1">
        <a:defRPr sz="1800" kern="1200">
          <a:solidFill>
            <a:schemeClr val="tx1"/>
          </a:solidFill>
          <a:latin typeface="+mn-lt"/>
          <a:ea typeface="+mn-ea"/>
          <a:cs typeface="+mn-cs"/>
        </a:defRPr>
      </a:lvl3pPr>
      <a:lvl4pPr marL="1371360" algn="l" defTabSz="914240" rtl="0" eaLnBrk="1" latinLnBrk="0" hangingPunct="1">
        <a:defRPr sz="1800" kern="1200">
          <a:solidFill>
            <a:schemeClr val="tx1"/>
          </a:solidFill>
          <a:latin typeface="+mn-lt"/>
          <a:ea typeface="+mn-ea"/>
          <a:cs typeface="+mn-cs"/>
        </a:defRPr>
      </a:lvl4pPr>
      <a:lvl5pPr marL="1828480" algn="l" defTabSz="914240" rtl="0" eaLnBrk="1" latinLnBrk="0" hangingPunct="1">
        <a:defRPr sz="1800" kern="1200">
          <a:solidFill>
            <a:schemeClr val="tx1"/>
          </a:solidFill>
          <a:latin typeface="+mn-lt"/>
          <a:ea typeface="+mn-ea"/>
          <a:cs typeface="+mn-cs"/>
        </a:defRPr>
      </a:lvl5pPr>
      <a:lvl6pPr marL="2285600" algn="l" defTabSz="914240" rtl="0" eaLnBrk="1" latinLnBrk="0" hangingPunct="1">
        <a:defRPr sz="1800" kern="1200">
          <a:solidFill>
            <a:schemeClr val="tx1"/>
          </a:solidFill>
          <a:latin typeface="+mn-lt"/>
          <a:ea typeface="+mn-ea"/>
          <a:cs typeface="+mn-cs"/>
        </a:defRPr>
      </a:lvl6pPr>
      <a:lvl7pPr marL="2742720" algn="l" defTabSz="914240" rtl="0" eaLnBrk="1" latinLnBrk="0" hangingPunct="1">
        <a:defRPr sz="1800" kern="1200">
          <a:solidFill>
            <a:schemeClr val="tx1"/>
          </a:solidFill>
          <a:latin typeface="+mn-lt"/>
          <a:ea typeface="+mn-ea"/>
          <a:cs typeface="+mn-cs"/>
        </a:defRPr>
      </a:lvl7pPr>
      <a:lvl8pPr marL="3199840" algn="l" defTabSz="914240" rtl="0" eaLnBrk="1" latinLnBrk="0" hangingPunct="1">
        <a:defRPr sz="1800" kern="1200">
          <a:solidFill>
            <a:schemeClr val="tx1"/>
          </a:solidFill>
          <a:latin typeface="+mn-lt"/>
          <a:ea typeface="+mn-ea"/>
          <a:cs typeface="+mn-cs"/>
        </a:defRPr>
      </a:lvl8pPr>
      <a:lvl9pPr marL="3656960" algn="l" defTabSz="91424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8.png"/><Relationship Id="rId1" Type="http://schemas.openxmlformats.org/officeDocument/2006/relationships/slideLayout" Target="../slideLayouts/slideLayout20.xml"/><Relationship Id="rId5" Type="http://schemas.openxmlformats.org/officeDocument/2006/relationships/image" Target="../media/image10.sv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471.png"/><Relationship Id="rId2" Type="http://schemas.openxmlformats.org/officeDocument/2006/relationships/customXml" Target="../ink/ink1.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471.png"/><Relationship Id="rId2" Type="http://schemas.openxmlformats.org/officeDocument/2006/relationships/customXml" Target="../ink/ink2.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hyperlink" Target="https://api.sap.com/"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71.png"/><Relationship Id="rId2" Type="http://schemas.openxmlformats.org/officeDocument/2006/relationships/customXml" Target="../ink/ink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3.jp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8.xml"/><Relationship Id="rId5" Type="http://schemas.openxmlformats.org/officeDocument/2006/relationships/image" Target="../media/image7.png"/><Relationship Id="rId4" Type="http://schemas.openxmlformats.org/officeDocument/2006/relationships/hyperlink" Target="http://www.dribbble.com/" TargetMode="External"/></Relationships>
</file>

<file path=ppt/slides/_rels/slide22.xml.rels><?xml version="1.0" encoding="UTF-8" standalone="yes"?>
<Relationships xmlns="http://schemas.openxmlformats.org/package/2006/relationships"><Relationship Id="rId8" Type="http://schemas.openxmlformats.org/officeDocument/2006/relationships/image" Target="../media/image29.jpeg"/><Relationship Id="rId3" Type="http://schemas.openxmlformats.org/officeDocument/2006/relationships/image" Target="../media/image24.jpeg"/><Relationship Id="rId7" Type="http://schemas.openxmlformats.org/officeDocument/2006/relationships/image" Target="../media/image28.tiff"/><Relationship Id="rId2" Type="http://schemas.openxmlformats.org/officeDocument/2006/relationships/notesSlide" Target="../notesSlides/notesSlide2.xml"/><Relationship Id="rId1" Type="http://schemas.openxmlformats.org/officeDocument/2006/relationships/slideLayout" Target="../slideLayouts/slideLayout15.xml"/><Relationship Id="rId6" Type="http://schemas.openxmlformats.org/officeDocument/2006/relationships/image" Target="../media/image27.tiff"/><Relationship Id="rId5" Type="http://schemas.openxmlformats.org/officeDocument/2006/relationships/image" Target="../media/image26.tiff"/><Relationship Id="rId4" Type="http://schemas.openxmlformats.org/officeDocument/2006/relationships/image" Target="../media/image25.tiff"/><Relationship Id="rId9"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352550"/>
            <a:ext cx="8229600" cy="1295400"/>
          </a:xfrm>
        </p:spPr>
        <p:txBody>
          <a:bodyPr>
            <a:normAutofit/>
          </a:bodyPr>
          <a:lstStyle/>
          <a:p>
            <a:pPr>
              <a:lnSpc>
                <a:spcPct val="90000"/>
              </a:lnSpc>
            </a:pPr>
            <a:r>
              <a:rPr lang="en-PH" sz="3600" dirty="0"/>
              <a:t>SAP Build Training for Corporate Professionals</a:t>
            </a:r>
          </a:p>
        </p:txBody>
      </p:sp>
      <p:sp>
        <p:nvSpPr>
          <p:cNvPr id="3" name="Subtitle 2"/>
          <p:cNvSpPr>
            <a:spLocks noGrp="1"/>
          </p:cNvSpPr>
          <p:nvPr>
            <p:ph type="subTitle" idx="1"/>
          </p:nvPr>
        </p:nvSpPr>
        <p:spPr>
          <a:xfrm>
            <a:off x="457200" y="2495550"/>
            <a:ext cx="8229600" cy="914400"/>
          </a:xfrm>
        </p:spPr>
        <p:txBody>
          <a:bodyPr>
            <a:normAutofit/>
          </a:bodyPr>
          <a:lstStyle/>
          <a:p>
            <a:r>
              <a:rPr lang="en-PH" sz="3600" b="1">
                <a:solidFill>
                  <a:srgbClr val="00B050"/>
                </a:solidFill>
                <a:latin typeface="Cooper Black" panose="0208090404030B020404" pitchFamily="18" charset="0"/>
              </a:rPr>
              <a:t>www.anubhavtrainings.com</a:t>
            </a:r>
            <a:endParaRPr lang="en-PH" sz="3600" b="1" dirty="0">
              <a:solidFill>
                <a:srgbClr val="00B050"/>
              </a:solidFill>
              <a:latin typeface="Cooper Black" panose="0208090404030B020404" pitchFamily="18" charset="0"/>
            </a:endParaRPr>
          </a:p>
        </p:txBody>
      </p:sp>
      <p:sp>
        <p:nvSpPr>
          <p:cNvPr id="4" name="Google Shape;500;p1">
            <a:extLst>
              <a:ext uri="{FF2B5EF4-FFF2-40B4-BE49-F238E27FC236}">
                <a16:creationId xmlns:a16="http://schemas.microsoft.com/office/drawing/2014/main" id="{A035E2B0-75D9-4BCC-1173-8F7FB8C99C8A}"/>
              </a:ext>
            </a:extLst>
          </p:cNvPr>
          <p:cNvSpPr txBox="1"/>
          <p:nvPr/>
        </p:nvSpPr>
        <p:spPr>
          <a:xfrm>
            <a:off x="609600" y="496005"/>
            <a:ext cx="1828800" cy="646290"/>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dirty="0">
                <a:gradFill flip="none" rotWithShape="1">
                  <a:gsLst>
                    <a:gs pos="0">
                      <a:srgbClr val="0070C0"/>
                    </a:gs>
                    <a:gs pos="100000">
                      <a:srgbClr val="00B0F0"/>
                    </a:gs>
                  </a:gsLst>
                  <a:lin ang="16200000" scaled="1"/>
                  <a:tileRect/>
                </a:gradFill>
                <a:latin typeface="Arial" pitchFamily="34" charset="0"/>
                <a:ea typeface="+mj-ea"/>
                <a:cs typeface="Arial" pitchFamily="34" charset="0"/>
                <a:sym typeface="Corben"/>
              </a:rPr>
              <a:t>DAY-30</a:t>
            </a:r>
          </a:p>
        </p:txBody>
      </p:sp>
      <p:pic>
        <p:nvPicPr>
          <p:cNvPr id="6" name="Google Shape;497;p1">
            <a:extLst>
              <a:ext uri="{FF2B5EF4-FFF2-40B4-BE49-F238E27FC236}">
                <a16:creationId xmlns:a16="http://schemas.microsoft.com/office/drawing/2014/main" id="{503397FB-5BCD-D008-7827-9E43E26D9D15}"/>
              </a:ext>
            </a:extLst>
          </p:cNvPr>
          <p:cNvPicPr preferRelativeResize="0"/>
          <p:nvPr/>
        </p:nvPicPr>
        <p:blipFill rotWithShape="1">
          <a:blip r:embed="rId3">
            <a:alphaModFix/>
          </a:blip>
          <a:srcRect/>
          <a:stretch/>
        </p:blipFill>
        <p:spPr>
          <a:xfrm>
            <a:off x="7010400" y="3181350"/>
            <a:ext cx="1733995" cy="1656184"/>
          </a:xfrm>
          <a:prstGeom prst="rect">
            <a:avLst/>
          </a:prstGeom>
          <a:noFill/>
          <a:ln>
            <a:noFill/>
          </a:ln>
        </p:spPr>
      </p:pic>
    </p:spTree>
    <p:extLst>
      <p:ext uri="{BB962C8B-B14F-4D97-AF65-F5344CB8AC3E}">
        <p14:creationId xmlns:p14="http://schemas.microsoft.com/office/powerpoint/2010/main" val="8380878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2382" y="-10043"/>
            <a:ext cx="9139238" cy="5691851"/>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en-US" sz="1349">
              <a:solidFill>
                <a:srgbClr val="FFFFFF"/>
              </a:solidFill>
              <a:latin typeface="Arial" panose="020B0604020202020204"/>
            </a:endParaRPr>
          </a:p>
        </p:txBody>
      </p:sp>
      <p:sp>
        <p:nvSpPr>
          <p:cNvPr id="6" name="Rectangle 5"/>
          <p:cNvSpPr/>
          <p:nvPr/>
        </p:nvSpPr>
        <p:spPr>
          <a:xfrm>
            <a:off x="2382" y="2392863"/>
            <a:ext cx="9139238" cy="188222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ko-KR" altLang="en-US" sz="1349">
              <a:solidFill>
                <a:srgbClr val="FFFFFF"/>
              </a:solidFill>
              <a:latin typeface="Arial" panose="020B0604020202020204"/>
              <a:ea typeface="굴림" panose="020B0600000101010101" pitchFamily="34" charset="-127"/>
            </a:endParaRPr>
          </a:p>
        </p:txBody>
      </p:sp>
      <p:sp>
        <p:nvSpPr>
          <p:cNvPr id="7" name="Rectangle 6"/>
          <p:cNvSpPr/>
          <p:nvPr/>
        </p:nvSpPr>
        <p:spPr>
          <a:xfrm>
            <a:off x="2382" y="2522237"/>
            <a:ext cx="9139238" cy="159582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ko-KR" altLang="en-US" sz="134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2881727" y="2577435"/>
            <a:ext cx="3380548" cy="507703"/>
          </a:xfrm>
          <a:prstGeom prst="rect">
            <a:avLst/>
          </a:prstGeom>
          <a:noFill/>
          <a:ln>
            <a:noFill/>
          </a:ln>
        </p:spPr>
        <p:txBody>
          <a:bodyPr wrap="square" rtlCol="0">
            <a:spAutoFit/>
          </a:bodyPr>
          <a:lstStyle/>
          <a:p>
            <a:pPr algn="ctr" defTabSz="685457">
              <a:defRPr/>
            </a:pPr>
            <a:r>
              <a:rPr lang="en-IN" sz="26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2474" spc="113"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332706" y="3044889"/>
            <a:ext cx="8478590" cy="922945"/>
          </a:xfrm>
          <a:prstGeom prst="rect">
            <a:avLst/>
          </a:prstGeom>
          <a:noFill/>
          <a:ln>
            <a:noFill/>
          </a:ln>
        </p:spPr>
        <p:txBody>
          <a:bodyPr wrap="square" rtlCol="0">
            <a:spAutoFit/>
          </a:bodyPr>
          <a:lstStyle/>
          <a:p>
            <a:pPr algn="ctr" defTabSz="685457">
              <a:defRPr/>
            </a:pPr>
            <a:r>
              <a:rPr lang="en-IN" sz="17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2" name="Straight Connector 31"/>
          <p:cNvCxnSpPr/>
          <p:nvPr/>
        </p:nvCxnSpPr>
        <p:spPr>
          <a:xfrm>
            <a:off x="609600" y="2190750"/>
            <a:ext cx="7924800" cy="1588"/>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9" name="Footer Placeholder 8"/>
          <p:cNvSpPr>
            <a:spLocks noGrp="1"/>
          </p:cNvSpPr>
          <p:nvPr>
            <p:ph type="ftr" sz="quarter" idx="11"/>
          </p:nvPr>
        </p:nvSpPr>
        <p:spPr/>
        <p:txBody>
          <a:bodyPr/>
          <a:lstStyle/>
          <a:p>
            <a:r>
              <a:rPr lang="en-US" dirty="0"/>
              <a:t>www.anubhavtrainings.com</a:t>
            </a:r>
          </a:p>
        </p:txBody>
      </p:sp>
      <p:sp>
        <p:nvSpPr>
          <p:cNvPr id="16" name="Slide Number Placeholder 15"/>
          <p:cNvSpPr>
            <a:spLocks noGrp="1"/>
          </p:cNvSpPr>
          <p:nvPr>
            <p:ph type="sldNum" sz="quarter" idx="12"/>
          </p:nvPr>
        </p:nvSpPr>
        <p:spPr/>
        <p:txBody>
          <a:bodyPr/>
          <a:lstStyle/>
          <a:p>
            <a:fld id="{B6F15528-21DE-4FAA-801E-634DDDAF4B2B}" type="slidenum">
              <a:rPr lang="en-US" smtClean="0"/>
              <a:pPr/>
              <a:t>3</a:t>
            </a:fld>
            <a:endParaRPr lang="en-US"/>
          </a:p>
        </p:txBody>
      </p:sp>
      <p:sp>
        <p:nvSpPr>
          <p:cNvPr id="2" name="Title 1"/>
          <p:cNvSpPr>
            <a:spLocks noGrp="1"/>
          </p:cNvSpPr>
          <p:nvPr>
            <p:ph type="title"/>
          </p:nvPr>
        </p:nvSpPr>
        <p:spPr/>
        <p:txBody>
          <a:bodyPr/>
          <a:lstStyle/>
          <a:p>
            <a:r>
              <a:rPr lang="en-US" dirty="0"/>
              <a:t>Agenda</a:t>
            </a:r>
          </a:p>
        </p:txBody>
      </p:sp>
      <p:grpSp>
        <p:nvGrpSpPr>
          <p:cNvPr id="8" name="Group 7"/>
          <p:cNvGrpSpPr/>
          <p:nvPr/>
        </p:nvGrpSpPr>
        <p:grpSpPr>
          <a:xfrm>
            <a:off x="1219200" y="1733550"/>
            <a:ext cx="6705600" cy="933450"/>
            <a:chOff x="914400" y="2190750"/>
            <a:chExt cx="6705600" cy="933450"/>
          </a:xfrm>
          <a:solidFill>
            <a:srgbClr val="0563B8"/>
          </a:solidFill>
        </p:grpSpPr>
        <p:sp>
          <p:nvSpPr>
            <p:cNvPr id="4" name="Oval 3"/>
            <p:cNvSpPr/>
            <p:nvPr/>
          </p:nvSpPr>
          <p:spPr>
            <a:xfrm>
              <a:off x="91440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283845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476250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6686550" y="2190750"/>
              <a:ext cx="933450" cy="93345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TextBox 11"/>
          <p:cNvSpPr txBox="1"/>
          <p:nvPr/>
        </p:nvSpPr>
        <p:spPr>
          <a:xfrm>
            <a:off x="6705600" y="2929176"/>
            <a:ext cx="1600200" cy="738664"/>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Enable Operations and Service</a:t>
            </a:r>
            <a:endParaRPr lang="en-US" sz="1050" dirty="0">
              <a:solidFill>
                <a:schemeClr val="bg1">
                  <a:lumMod val="50000"/>
                </a:schemeClr>
              </a:solidFill>
              <a:latin typeface="Arial" pitchFamily="34" charset="0"/>
              <a:cs typeface="Arial" pitchFamily="34" charset="0"/>
            </a:endParaRPr>
          </a:p>
        </p:txBody>
      </p:sp>
      <p:grpSp>
        <p:nvGrpSpPr>
          <p:cNvPr id="28" name="Group 27"/>
          <p:cNvGrpSpPr/>
          <p:nvPr/>
        </p:nvGrpSpPr>
        <p:grpSpPr>
          <a:xfrm>
            <a:off x="1457325" y="1952625"/>
            <a:ext cx="443206" cy="484863"/>
            <a:chOff x="1981201" y="1547809"/>
            <a:chExt cx="443206" cy="484863"/>
          </a:xfrm>
          <a:solidFill>
            <a:schemeClr val="bg1"/>
          </a:solidFill>
        </p:grpSpPr>
        <p:sp>
          <p:nvSpPr>
            <p:cNvPr id="1030" name="Freeform 6"/>
            <p:cNvSpPr>
              <a:spLocks noEditPoints="1"/>
            </p:cNvSpPr>
            <p:nvPr/>
          </p:nvSpPr>
          <p:spPr bwMode="auto">
            <a:xfrm>
              <a:off x="2085003" y="1547809"/>
              <a:ext cx="339404" cy="340770"/>
            </a:xfrm>
            <a:custGeom>
              <a:avLst/>
              <a:gdLst/>
              <a:ahLst/>
              <a:cxnLst>
                <a:cxn ang="0">
                  <a:pos x="219" y="91"/>
                </a:cxn>
                <a:cxn ang="0">
                  <a:pos x="166" y="110"/>
                </a:cxn>
                <a:cxn ang="0">
                  <a:pos x="123" y="147"/>
                </a:cxn>
                <a:cxn ang="0">
                  <a:pos x="96" y="197"/>
                </a:cxn>
                <a:cxn ang="0">
                  <a:pos x="87" y="251"/>
                </a:cxn>
                <a:cxn ang="0">
                  <a:pos x="97" y="306"/>
                </a:cxn>
                <a:cxn ang="0">
                  <a:pos x="126" y="354"/>
                </a:cxn>
                <a:cxn ang="0">
                  <a:pos x="170" y="390"/>
                </a:cxn>
                <a:cxn ang="0">
                  <a:pos x="223" y="410"/>
                </a:cxn>
                <a:cxn ang="0">
                  <a:pos x="279" y="408"/>
                </a:cxn>
                <a:cxn ang="0">
                  <a:pos x="330" y="389"/>
                </a:cxn>
                <a:cxn ang="0">
                  <a:pos x="373" y="352"/>
                </a:cxn>
                <a:cxn ang="0">
                  <a:pos x="401" y="301"/>
                </a:cxn>
                <a:cxn ang="0">
                  <a:pos x="409" y="247"/>
                </a:cxn>
                <a:cxn ang="0">
                  <a:pos x="399" y="193"/>
                </a:cxn>
                <a:cxn ang="0">
                  <a:pos x="370" y="145"/>
                </a:cxn>
                <a:cxn ang="0">
                  <a:pos x="326" y="108"/>
                </a:cxn>
                <a:cxn ang="0">
                  <a:pos x="274" y="90"/>
                </a:cxn>
                <a:cxn ang="0">
                  <a:pos x="241" y="0"/>
                </a:cxn>
                <a:cxn ang="0">
                  <a:pos x="310" y="8"/>
                </a:cxn>
                <a:cxn ang="0">
                  <a:pos x="376" y="35"/>
                </a:cxn>
                <a:cxn ang="0">
                  <a:pos x="433" y="82"/>
                </a:cxn>
                <a:cxn ang="0">
                  <a:pos x="472" y="141"/>
                </a:cxn>
                <a:cxn ang="0">
                  <a:pos x="494" y="207"/>
                </a:cxn>
                <a:cxn ang="0">
                  <a:pos x="495" y="278"/>
                </a:cxn>
                <a:cxn ang="0">
                  <a:pos x="478" y="345"/>
                </a:cxn>
                <a:cxn ang="0">
                  <a:pos x="441" y="407"/>
                </a:cxn>
                <a:cxn ang="0">
                  <a:pos x="387" y="456"/>
                </a:cxn>
                <a:cxn ang="0">
                  <a:pos x="324" y="487"/>
                </a:cxn>
                <a:cxn ang="0">
                  <a:pos x="256" y="499"/>
                </a:cxn>
                <a:cxn ang="0">
                  <a:pos x="187" y="491"/>
                </a:cxn>
                <a:cxn ang="0">
                  <a:pos x="121" y="464"/>
                </a:cxn>
                <a:cxn ang="0">
                  <a:pos x="64" y="418"/>
                </a:cxn>
                <a:cxn ang="0">
                  <a:pos x="25" y="358"/>
                </a:cxn>
                <a:cxn ang="0">
                  <a:pos x="3" y="292"/>
                </a:cxn>
                <a:cxn ang="0">
                  <a:pos x="2" y="222"/>
                </a:cxn>
                <a:cxn ang="0">
                  <a:pos x="19" y="155"/>
                </a:cxn>
                <a:cxn ang="0">
                  <a:pos x="56" y="92"/>
                </a:cxn>
                <a:cxn ang="0">
                  <a:pos x="110" y="43"/>
                </a:cxn>
                <a:cxn ang="0">
                  <a:pos x="173" y="13"/>
                </a:cxn>
                <a:cxn ang="0">
                  <a:pos x="241" y="0"/>
                </a:cxn>
              </a:cxnLst>
              <a:rect l="0" t="0" r="r" b="b"/>
              <a:pathLst>
                <a:path w="497" h="499">
                  <a:moveTo>
                    <a:pt x="246" y="88"/>
                  </a:moveTo>
                  <a:lnTo>
                    <a:pt x="219" y="91"/>
                  </a:lnTo>
                  <a:lnTo>
                    <a:pt x="192" y="98"/>
                  </a:lnTo>
                  <a:lnTo>
                    <a:pt x="166" y="110"/>
                  </a:lnTo>
                  <a:lnTo>
                    <a:pt x="144" y="126"/>
                  </a:lnTo>
                  <a:lnTo>
                    <a:pt x="123" y="147"/>
                  </a:lnTo>
                  <a:lnTo>
                    <a:pt x="107" y="171"/>
                  </a:lnTo>
                  <a:lnTo>
                    <a:pt x="96" y="197"/>
                  </a:lnTo>
                  <a:lnTo>
                    <a:pt x="89" y="224"/>
                  </a:lnTo>
                  <a:lnTo>
                    <a:pt x="87" y="251"/>
                  </a:lnTo>
                  <a:lnTo>
                    <a:pt x="90" y="280"/>
                  </a:lnTo>
                  <a:lnTo>
                    <a:pt x="97" y="306"/>
                  </a:lnTo>
                  <a:lnTo>
                    <a:pt x="110" y="331"/>
                  </a:lnTo>
                  <a:lnTo>
                    <a:pt x="126" y="354"/>
                  </a:lnTo>
                  <a:lnTo>
                    <a:pt x="146" y="374"/>
                  </a:lnTo>
                  <a:lnTo>
                    <a:pt x="170" y="390"/>
                  </a:lnTo>
                  <a:lnTo>
                    <a:pt x="196" y="403"/>
                  </a:lnTo>
                  <a:lnTo>
                    <a:pt x="223" y="410"/>
                  </a:lnTo>
                  <a:lnTo>
                    <a:pt x="250" y="411"/>
                  </a:lnTo>
                  <a:lnTo>
                    <a:pt x="279" y="408"/>
                  </a:lnTo>
                  <a:lnTo>
                    <a:pt x="305" y="400"/>
                  </a:lnTo>
                  <a:lnTo>
                    <a:pt x="330" y="389"/>
                  </a:lnTo>
                  <a:lnTo>
                    <a:pt x="352" y="372"/>
                  </a:lnTo>
                  <a:lnTo>
                    <a:pt x="373" y="352"/>
                  </a:lnTo>
                  <a:lnTo>
                    <a:pt x="388" y="328"/>
                  </a:lnTo>
                  <a:lnTo>
                    <a:pt x="401" y="301"/>
                  </a:lnTo>
                  <a:lnTo>
                    <a:pt x="408" y="275"/>
                  </a:lnTo>
                  <a:lnTo>
                    <a:pt x="409" y="247"/>
                  </a:lnTo>
                  <a:lnTo>
                    <a:pt x="407" y="220"/>
                  </a:lnTo>
                  <a:lnTo>
                    <a:pt x="399" y="193"/>
                  </a:lnTo>
                  <a:lnTo>
                    <a:pt x="387" y="167"/>
                  </a:lnTo>
                  <a:lnTo>
                    <a:pt x="370" y="145"/>
                  </a:lnTo>
                  <a:lnTo>
                    <a:pt x="350" y="124"/>
                  </a:lnTo>
                  <a:lnTo>
                    <a:pt x="326" y="108"/>
                  </a:lnTo>
                  <a:lnTo>
                    <a:pt x="300" y="97"/>
                  </a:lnTo>
                  <a:lnTo>
                    <a:pt x="274" y="90"/>
                  </a:lnTo>
                  <a:lnTo>
                    <a:pt x="246" y="88"/>
                  </a:lnTo>
                  <a:close/>
                  <a:moveTo>
                    <a:pt x="241" y="0"/>
                  </a:moveTo>
                  <a:lnTo>
                    <a:pt x="276" y="2"/>
                  </a:lnTo>
                  <a:lnTo>
                    <a:pt x="310" y="8"/>
                  </a:lnTo>
                  <a:lnTo>
                    <a:pt x="343" y="19"/>
                  </a:lnTo>
                  <a:lnTo>
                    <a:pt x="376" y="35"/>
                  </a:lnTo>
                  <a:lnTo>
                    <a:pt x="405" y="57"/>
                  </a:lnTo>
                  <a:lnTo>
                    <a:pt x="433" y="82"/>
                  </a:lnTo>
                  <a:lnTo>
                    <a:pt x="454" y="110"/>
                  </a:lnTo>
                  <a:lnTo>
                    <a:pt x="472" y="141"/>
                  </a:lnTo>
                  <a:lnTo>
                    <a:pt x="485" y="174"/>
                  </a:lnTo>
                  <a:lnTo>
                    <a:pt x="494" y="207"/>
                  </a:lnTo>
                  <a:lnTo>
                    <a:pt x="497" y="242"/>
                  </a:lnTo>
                  <a:lnTo>
                    <a:pt x="495" y="278"/>
                  </a:lnTo>
                  <a:lnTo>
                    <a:pt x="489" y="312"/>
                  </a:lnTo>
                  <a:lnTo>
                    <a:pt x="478" y="345"/>
                  </a:lnTo>
                  <a:lnTo>
                    <a:pt x="462" y="378"/>
                  </a:lnTo>
                  <a:lnTo>
                    <a:pt x="441" y="407"/>
                  </a:lnTo>
                  <a:lnTo>
                    <a:pt x="416" y="435"/>
                  </a:lnTo>
                  <a:lnTo>
                    <a:pt x="387" y="456"/>
                  </a:lnTo>
                  <a:lnTo>
                    <a:pt x="357" y="474"/>
                  </a:lnTo>
                  <a:lnTo>
                    <a:pt x="324" y="487"/>
                  </a:lnTo>
                  <a:lnTo>
                    <a:pt x="291" y="496"/>
                  </a:lnTo>
                  <a:lnTo>
                    <a:pt x="256" y="499"/>
                  </a:lnTo>
                  <a:lnTo>
                    <a:pt x="221" y="497"/>
                  </a:lnTo>
                  <a:lnTo>
                    <a:pt x="187" y="491"/>
                  </a:lnTo>
                  <a:lnTo>
                    <a:pt x="154" y="480"/>
                  </a:lnTo>
                  <a:lnTo>
                    <a:pt x="121" y="464"/>
                  </a:lnTo>
                  <a:lnTo>
                    <a:pt x="92" y="443"/>
                  </a:lnTo>
                  <a:lnTo>
                    <a:pt x="64" y="418"/>
                  </a:lnTo>
                  <a:lnTo>
                    <a:pt x="43" y="389"/>
                  </a:lnTo>
                  <a:lnTo>
                    <a:pt x="25" y="358"/>
                  </a:lnTo>
                  <a:lnTo>
                    <a:pt x="12" y="325"/>
                  </a:lnTo>
                  <a:lnTo>
                    <a:pt x="3" y="292"/>
                  </a:lnTo>
                  <a:lnTo>
                    <a:pt x="0" y="257"/>
                  </a:lnTo>
                  <a:lnTo>
                    <a:pt x="2" y="222"/>
                  </a:lnTo>
                  <a:lnTo>
                    <a:pt x="8" y="188"/>
                  </a:lnTo>
                  <a:lnTo>
                    <a:pt x="19" y="155"/>
                  </a:lnTo>
                  <a:lnTo>
                    <a:pt x="35" y="122"/>
                  </a:lnTo>
                  <a:lnTo>
                    <a:pt x="56" y="92"/>
                  </a:lnTo>
                  <a:lnTo>
                    <a:pt x="81" y="65"/>
                  </a:lnTo>
                  <a:lnTo>
                    <a:pt x="110" y="43"/>
                  </a:lnTo>
                  <a:lnTo>
                    <a:pt x="140" y="25"/>
                  </a:lnTo>
                  <a:lnTo>
                    <a:pt x="173" y="13"/>
                  </a:lnTo>
                  <a:lnTo>
                    <a:pt x="206" y="3"/>
                  </a:lnTo>
                  <a:lnTo>
                    <a:pt x="24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1" name="Freeform 7"/>
            <p:cNvSpPr>
              <a:spLocks/>
            </p:cNvSpPr>
            <p:nvPr/>
          </p:nvSpPr>
          <p:spPr bwMode="auto">
            <a:xfrm>
              <a:off x="1981201" y="1803216"/>
              <a:ext cx="204872" cy="229456"/>
            </a:xfrm>
            <a:custGeom>
              <a:avLst/>
              <a:gdLst/>
              <a:ahLst/>
              <a:cxnLst>
                <a:cxn ang="0">
                  <a:pos x="221" y="0"/>
                </a:cxn>
                <a:cxn ang="0">
                  <a:pos x="232" y="4"/>
                </a:cxn>
                <a:cxn ang="0">
                  <a:pos x="242" y="11"/>
                </a:cxn>
                <a:cxn ang="0">
                  <a:pos x="287" y="47"/>
                </a:cxn>
                <a:cxn ang="0">
                  <a:pos x="295" y="56"/>
                </a:cxn>
                <a:cxn ang="0">
                  <a:pos x="299" y="66"/>
                </a:cxn>
                <a:cxn ang="0">
                  <a:pos x="300" y="78"/>
                </a:cxn>
                <a:cxn ang="0">
                  <a:pos x="298" y="89"/>
                </a:cxn>
                <a:cxn ang="0">
                  <a:pos x="292" y="99"/>
                </a:cxn>
                <a:cxn ang="0">
                  <a:pos x="111" y="322"/>
                </a:cxn>
                <a:cxn ang="0">
                  <a:pos x="100" y="331"/>
                </a:cxn>
                <a:cxn ang="0">
                  <a:pos x="85" y="336"/>
                </a:cxn>
                <a:cxn ang="0">
                  <a:pos x="71" y="335"/>
                </a:cxn>
                <a:cxn ang="0">
                  <a:pos x="58" y="328"/>
                </a:cxn>
                <a:cxn ang="0">
                  <a:pos x="14" y="292"/>
                </a:cxn>
                <a:cxn ang="0">
                  <a:pos x="5" y="280"/>
                </a:cxn>
                <a:cxn ang="0">
                  <a:pos x="0" y="265"/>
                </a:cxn>
                <a:cxn ang="0">
                  <a:pos x="1" y="252"/>
                </a:cxn>
                <a:cxn ang="0">
                  <a:pos x="8" y="238"/>
                </a:cxn>
                <a:cxn ang="0">
                  <a:pos x="190" y="15"/>
                </a:cxn>
                <a:cxn ang="0">
                  <a:pos x="199" y="7"/>
                </a:cxn>
                <a:cxn ang="0">
                  <a:pos x="210" y="3"/>
                </a:cxn>
                <a:cxn ang="0">
                  <a:pos x="221" y="0"/>
                </a:cxn>
              </a:cxnLst>
              <a:rect l="0" t="0" r="r" b="b"/>
              <a:pathLst>
                <a:path w="300" h="336">
                  <a:moveTo>
                    <a:pt x="221" y="0"/>
                  </a:moveTo>
                  <a:lnTo>
                    <a:pt x="232" y="4"/>
                  </a:lnTo>
                  <a:lnTo>
                    <a:pt x="242" y="11"/>
                  </a:lnTo>
                  <a:lnTo>
                    <a:pt x="287" y="47"/>
                  </a:lnTo>
                  <a:lnTo>
                    <a:pt x="295" y="56"/>
                  </a:lnTo>
                  <a:lnTo>
                    <a:pt x="299" y="66"/>
                  </a:lnTo>
                  <a:lnTo>
                    <a:pt x="300" y="78"/>
                  </a:lnTo>
                  <a:lnTo>
                    <a:pt x="298" y="89"/>
                  </a:lnTo>
                  <a:lnTo>
                    <a:pt x="292" y="99"/>
                  </a:lnTo>
                  <a:lnTo>
                    <a:pt x="111" y="322"/>
                  </a:lnTo>
                  <a:lnTo>
                    <a:pt x="100" y="331"/>
                  </a:lnTo>
                  <a:lnTo>
                    <a:pt x="85" y="336"/>
                  </a:lnTo>
                  <a:lnTo>
                    <a:pt x="71" y="335"/>
                  </a:lnTo>
                  <a:lnTo>
                    <a:pt x="58" y="328"/>
                  </a:lnTo>
                  <a:lnTo>
                    <a:pt x="14" y="292"/>
                  </a:lnTo>
                  <a:lnTo>
                    <a:pt x="5" y="280"/>
                  </a:lnTo>
                  <a:lnTo>
                    <a:pt x="0" y="265"/>
                  </a:lnTo>
                  <a:lnTo>
                    <a:pt x="1" y="252"/>
                  </a:lnTo>
                  <a:lnTo>
                    <a:pt x="8" y="238"/>
                  </a:lnTo>
                  <a:lnTo>
                    <a:pt x="190" y="15"/>
                  </a:lnTo>
                  <a:lnTo>
                    <a:pt x="199" y="7"/>
                  </a:lnTo>
                  <a:lnTo>
                    <a:pt x="210" y="3"/>
                  </a:lnTo>
                  <a:lnTo>
                    <a:pt x="22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29" name="Group 28"/>
          <p:cNvGrpSpPr/>
          <p:nvPr/>
        </p:nvGrpSpPr>
        <p:grpSpPr>
          <a:xfrm>
            <a:off x="3362325" y="1924050"/>
            <a:ext cx="482814" cy="544275"/>
            <a:chOff x="2698251" y="1515030"/>
            <a:chExt cx="482814" cy="544275"/>
          </a:xfrm>
          <a:solidFill>
            <a:schemeClr val="bg1"/>
          </a:solidFill>
        </p:grpSpPr>
        <p:sp>
          <p:nvSpPr>
            <p:cNvPr id="1032" name="Freeform 8"/>
            <p:cNvSpPr>
              <a:spLocks noEditPoints="1"/>
            </p:cNvSpPr>
            <p:nvPr/>
          </p:nvSpPr>
          <p:spPr bwMode="auto">
            <a:xfrm>
              <a:off x="2698251" y="1575125"/>
              <a:ext cx="482814" cy="484180"/>
            </a:xfrm>
            <a:custGeom>
              <a:avLst/>
              <a:gdLst/>
              <a:ahLst/>
              <a:cxnLst>
                <a:cxn ang="0">
                  <a:pos x="79" y="78"/>
                </a:cxn>
                <a:cxn ang="0">
                  <a:pos x="79" y="631"/>
                </a:cxn>
                <a:cxn ang="0">
                  <a:pos x="629" y="631"/>
                </a:cxn>
                <a:cxn ang="0">
                  <a:pos x="629" y="78"/>
                </a:cxn>
                <a:cxn ang="0">
                  <a:pos x="79" y="78"/>
                </a:cxn>
                <a:cxn ang="0">
                  <a:pos x="71" y="0"/>
                </a:cxn>
                <a:cxn ang="0">
                  <a:pos x="637" y="0"/>
                </a:cxn>
                <a:cxn ang="0">
                  <a:pos x="655" y="2"/>
                </a:cxn>
                <a:cxn ang="0">
                  <a:pos x="672" y="10"/>
                </a:cxn>
                <a:cxn ang="0">
                  <a:pos x="687" y="20"/>
                </a:cxn>
                <a:cxn ang="0">
                  <a:pos x="697" y="35"/>
                </a:cxn>
                <a:cxn ang="0">
                  <a:pos x="705" y="52"/>
                </a:cxn>
                <a:cxn ang="0">
                  <a:pos x="707" y="70"/>
                </a:cxn>
                <a:cxn ang="0">
                  <a:pos x="707" y="638"/>
                </a:cxn>
                <a:cxn ang="0">
                  <a:pos x="705" y="657"/>
                </a:cxn>
                <a:cxn ang="0">
                  <a:pos x="697" y="674"/>
                </a:cxn>
                <a:cxn ang="0">
                  <a:pos x="687" y="688"/>
                </a:cxn>
                <a:cxn ang="0">
                  <a:pos x="672" y="699"/>
                </a:cxn>
                <a:cxn ang="0">
                  <a:pos x="655" y="706"/>
                </a:cxn>
                <a:cxn ang="0">
                  <a:pos x="637" y="709"/>
                </a:cxn>
                <a:cxn ang="0">
                  <a:pos x="71" y="709"/>
                </a:cxn>
                <a:cxn ang="0">
                  <a:pos x="53" y="706"/>
                </a:cxn>
                <a:cxn ang="0">
                  <a:pos x="36" y="699"/>
                </a:cxn>
                <a:cxn ang="0">
                  <a:pos x="21" y="688"/>
                </a:cxn>
                <a:cxn ang="0">
                  <a:pos x="11" y="674"/>
                </a:cxn>
                <a:cxn ang="0">
                  <a:pos x="3" y="657"/>
                </a:cxn>
                <a:cxn ang="0">
                  <a:pos x="0" y="638"/>
                </a:cxn>
                <a:cxn ang="0">
                  <a:pos x="0" y="70"/>
                </a:cxn>
                <a:cxn ang="0">
                  <a:pos x="3" y="52"/>
                </a:cxn>
                <a:cxn ang="0">
                  <a:pos x="11" y="35"/>
                </a:cxn>
                <a:cxn ang="0">
                  <a:pos x="21" y="20"/>
                </a:cxn>
                <a:cxn ang="0">
                  <a:pos x="36" y="10"/>
                </a:cxn>
                <a:cxn ang="0">
                  <a:pos x="53" y="2"/>
                </a:cxn>
                <a:cxn ang="0">
                  <a:pos x="71" y="0"/>
                </a:cxn>
              </a:cxnLst>
              <a:rect l="0" t="0" r="r" b="b"/>
              <a:pathLst>
                <a:path w="707" h="709">
                  <a:moveTo>
                    <a:pt x="79" y="78"/>
                  </a:moveTo>
                  <a:lnTo>
                    <a:pt x="79" y="631"/>
                  </a:lnTo>
                  <a:lnTo>
                    <a:pt x="629" y="631"/>
                  </a:lnTo>
                  <a:lnTo>
                    <a:pt x="629" y="78"/>
                  </a:lnTo>
                  <a:lnTo>
                    <a:pt x="79" y="78"/>
                  </a:lnTo>
                  <a:close/>
                  <a:moveTo>
                    <a:pt x="71" y="0"/>
                  </a:moveTo>
                  <a:lnTo>
                    <a:pt x="637" y="0"/>
                  </a:lnTo>
                  <a:lnTo>
                    <a:pt x="655" y="2"/>
                  </a:lnTo>
                  <a:lnTo>
                    <a:pt x="672" y="10"/>
                  </a:lnTo>
                  <a:lnTo>
                    <a:pt x="687" y="20"/>
                  </a:lnTo>
                  <a:lnTo>
                    <a:pt x="697" y="35"/>
                  </a:lnTo>
                  <a:lnTo>
                    <a:pt x="705" y="52"/>
                  </a:lnTo>
                  <a:lnTo>
                    <a:pt x="707" y="70"/>
                  </a:lnTo>
                  <a:lnTo>
                    <a:pt x="707" y="638"/>
                  </a:lnTo>
                  <a:lnTo>
                    <a:pt x="705" y="657"/>
                  </a:lnTo>
                  <a:lnTo>
                    <a:pt x="697" y="674"/>
                  </a:lnTo>
                  <a:lnTo>
                    <a:pt x="687" y="688"/>
                  </a:lnTo>
                  <a:lnTo>
                    <a:pt x="672" y="699"/>
                  </a:lnTo>
                  <a:lnTo>
                    <a:pt x="655" y="706"/>
                  </a:lnTo>
                  <a:lnTo>
                    <a:pt x="637" y="709"/>
                  </a:lnTo>
                  <a:lnTo>
                    <a:pt x="71" y="709"/>
                  </a:lnTo>
                  <a:lnTo>
                    <a:pt x="53" y="706"/>
                  </a:lnTo>
                  <a:lnTo>
                    <a:pt x="36" y="699"/>
                  </a:lnTo>
                  <a:lnTo>
                    <a:pt x="21" y="688"/>
                  </a:lnTo>
                  <a:lnTo>
                    <a:pt x="11" y="674"/>
                  </a:lnTo>
                  <a:lnTo>
                    <a:pt x="3" y="657"/>
                  </a:lnTo>
                  <a:lnTo>
                    <a:pt x="0" y="638"/>
                  </a:lnTo>
                  <a:lnTo>
                    <a:pt x="0" y="70"/>
                  </a:lnTo>
                  <a:lnTo>
                    <a:pt x="3" y="52"/>
                  </a:lnTo>
                  <a:lnTo>
                    <a:pt x="11" y="35"/>
                  </a:lnTo>
                  <a:lnTo>
                    <a:pt x="21" y="20"/>
                  </a:lnTo>
                  <a:lnTo>
                    <a:pt x="36" y="10"/>
                  </a:lnTo>
                  <a:lnTo>
                    <a:pt x="53" y="2"/>
                  </a:lnTo>
                  <a:lnTo>
                    <a:pt x="7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3" name="Freeform 9"/>
            <p:cNvSpPr>
              <a:spLocks/>
            </p:cNvSpPr>
            <p:nvPr/>
          </p:nvSpPr>
          <p:spPr bwMode="auto">
            <a:xfrm>
              <a:off x="2817077" y="1515030"/>
              <a:ext cx="55998" cy="172775"/>
            </a:xfrm>
            <a:custGeom>
              <a:avLst/>
              <a:gdLst/>
              <a:ahLst/>
              <a:cxnLst>
                <a:cxn ang="0">
                  <a:pos x="31" y="0"/>
                </a:cxn>
                <a:cxn ang="0">
                  <a:pos x="51" y="0"/>
                </a:cxn>
                <a:cxn ang="0">
                  <a:pos x="63" y="3"/>
                </a:cxn>
                <a:cxn ang="0">
                  <a:pos x="73" y="9"/>
                </a:cxn>
                <a:cxn ang="0">
                  <a:pos x="80" y="20"/>
                </a:cxn>
                <a:cxn ang="0">
                  <a:pos x="82" y="32"/>
                </a:cxn>
                <a:cxn ang="0">
                  <a:pos x="82" y="222"/>
                </a:cxn>
                <a:cxn ang="0">
                  <a:pos x="80" y="235"/>
                </a:cxn>
                <a:cxn ang="0">
                  <a:pos x="73" y="244"/>
                </a:cxn>
                <a:cxn ang="0">
                  <a:pos x="63" y="251"/>
                </a:cxn>
                <a:cxn ang="0">
                  <a:pos x="51" y="253"/>
                </a:cxn>
                <a:cxn ang="0">
                  <a:pos x="31" y="253"/>
                </a:cxn>
                <a:cxn ang="0">
                  <a:pos x="19" y="251"/>
                </a:cxn>
                <a:cxn ang="0">
                  <a:pos x="9" y="244"/>
                </a:cxn>
                <a:cxn ang="0">
                  <a:pos x="2" y="235"/>
                </a:cxn>
                <a:cxn ang="0">
                  <a:pos x="0" y="222"/>
                </a:cxn>
                <a:cxn ang="0">
                  <a:pos x="0" y="32"/>
                </a:cxn>
                <a:cxn ang="0">
                  <a:pos x="2" y="20"/>
                </a:cxn>
                <a:cxn ang="0">
                  <a:pos x="9" y="9"/>
                </a:cxn>
                <a:cxn ang="0">
                  <a:pos x="19" y="3"/>
                </a:cxn>
                <a:cxn ang="0">
                  <a:pos x="31" y="0"/>
                </a:cxn>
              </a:cxnLst>
              <a:rect l="0" t="0" r="r" b="b"/>
              <a:pathLst>
                <a:path w="82" h="253">
                  <a:moveTo>
                    <a:pt x="31" y="0"/>
                  </a:moveTo>
                  <a:lnTo>
                    <a:pt x="51" y="0"/>
                  </a:lnTo>
                  <a:lnTo>
                    <a:pt x="63" y="3"/>
                  </a:lnTo>
                  <a:lnTo>
                    <a:pt x="73" y="9"/>
                  </a:lnTo>
                  <a:lnTo>
                    <a:pt x="80" y="20"/>
                  </a:lnTo>
                  <a:lnTo>
                    <a:pt x="82" y="32"/>
                  </a:lnTo>
                  <a:lnTo>
                    <a:pt x="82" y="222"/>
                  </a:lnTo>
                  <a:lnTo>
                    <a:pt x="80" y="235"/>
                  </a:lnTo>
                  <a:lnTo>
                    <a:pt x="73" y="244"/>
                  </a:lnTo>
                  <a:lnTo>
                    <a:pt x="63" y="251"/>
                  </a:lnTo>
                  <a:lnTo>
                    <a:pt x="51" y="253"/>
                  </a:lnTo>
                  <a:lnTo>
                    <a:pt x="31" y="253"/>
                  </a:lnTo>
                  <a:lnTo>
                    <a:pt x="19" y="251"/>
                  </a:lnTo>
                  <a:lnTo>
                    <a:pt x="9" y="244"/>
                  </a:lnTo>
                  <a:lnTo>
                    <a:pt x="2" y="235"/>
                  </a:lnTo>
                  <a:lnTo>
                    <a:pt x="0" y="222"/>
                  </a:lnTo>
                  <a:lnTo>
                    <a:pt x="0" y="32"/>
                  </a:lnTo>
                  <a:lnTo>
                    <a:pt x="2" y="20"/>
                  </a:lnTo>
                  <a:lnTo>
                    <a:pt x="9" y="9"/>
                  </a:lnTo>
                  <a:lnTo>
                    <a:pt x="19" y="3"/>
                  </a:lnTo>
                  <a:lnTo>
                    <a:pt x="31"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4" name="Freeform 10"/>
            <p:cNvSpPr>
              <a:spLocks/>
            </p:cNvSpPr>
            <p:nvPr/>
          </p:nvSpPr>
          <p:spPr bwMode="auto">
            <a:xfrm>
              <a:off x="3004876" y="1515030"/>
              <a:ext cx="55998" cy="172775"/>
            </a:xfrm>
            <a:custGeom>
              <a:avLst/>
              <a:gdLst/>
              <a:ahLst/>
              <a:cxnLst>
                <a:cxn ang="0">
                  <a:pos x="32" y="0"/>
                </a:cxn>
                <a:cxn ang="0">
                  <a:pos x="51" y="0"/>
                </a:cxn>
                <a:cxn ang="0">
                  <a:pos x="64" y="3"/>
                </a:cxn>
                <a:cxn ang="0">
                  <a:pos x="73" y="9"/>
                </a:cxn>
                <a:cxn ang="0">
                  <a:pos x="79" y="20"/>
                </a:cxn>
                <a:cxn ang="0">
                  <a:pos x="82" y="32"/>
                </a:cxn>
                <a:cxn ang="0">
                  <a:pos x="82" y="222"/>
                </a:cxn>
                <a:cxn ang="0">
                  <a:pos x="79" y="235"/>
                </a:cxn>
                <a:cxn ang="0">
                  <a:pos x="73" y="244"/>
                </a:cxn>
                <a:cxn ang="0">
                  <a:pos x="64" y="251"/>
                </a:cxn>
                <a:cxn ang="0">
                  <a:pos x="51" y="253"/>
                </a:cxn>
                <a:cxn ang="0">
                  <a:pos x="32" y="253"/>
                </a:cxn>
                <a:cxn ang="0">
                  <a:pos x="19" y="251"/>
                </a:cxn>
                <a:cxn ang="0">
                  <a:pos x="9" y="244"/>
                </a:cxn>
                <a:cxn ang="0">
                  <a:pos x="2" y="235"/>
                </a:cxn>
                <a:cxn ang="0">
                  <a:pos x="0" y="222"/>
                </a:cxn>
                <a:cxn ang="0">
                  <a:pos x="0" y="32"/>
                </a:cxn>
                <a:cxn ang="0">
                  <a:pos x="2" y="20"/>
                </a:cxn>
                <a:cxn ang="0">
                  <a:pos x="9" y="9"/>
                </a:cxn>
                <a:cxn ang="0">
                  <a:pos x="19" y="3"/>
                </a:cxn>
                <a:cxn ang="0">
                  <a:pos x="32" y="0"/>
                </a:cxn>
              </a:cxnLst>
              <a:rect l="0" t="0" r="r" b="b"/>
              <a:pathLst>
                <a:path w="82" h="253">
                  <a:moveTo>
                    <a:pt x="32" y="0"/>
                  </a:moveTo>
                  <a:lnTo>
                    <a:pt x="51" y="0"/>
                  </a:lnTo>
                  <a:lnTo>
                    <a:pt x="64" y="3"/>
                  </a:lnTo>
                  <a:lnTo>
                    <a:pt x="73" y="9"/>
                  </a:lnTo>
                  <a:lnTo>
                    <a:pt x="79" y="20"/>
                  </a:lnTo>
                  <a:lnTo>
                    <a:pt x="82" y="32"/>
                  </a:lnTo>
                  <a:lnTo>
                    <a:pt x="82" y="222"/>
                  </a:lnTo>
                  <a:lnTo>
                    <a:pt x="79" y="235"/>
                  </a:lnTo>
                  <a:lnTo>
                    <a:pt x="73" y="244"/>
                  </a:lnTo>
                  <a:lnTo>
                    <a:pt x="64" y="251"/>
                  </a:lnTo>
                  <a:lnTo>
                    <a:pt x="51" y="253"/>
                  </a:lnTo>
                  <a:lnTo>
                    <a:pt x="32" y="253"/>
                  </a:lnTo>
                  <a:lnTo>
                    <a:pt x="19" y="251"/>
                  </a:lnTo>
                  <a:lnTo>
                    <a:pt x="9" y="244"/>
                  </a:lnTo>
                  <a:lnTo>
                    <a:pt x="2" y="235"/>
                  </a:lnTo>
                  <a:lnTo>
                    <a:pt x="0" y="222"/>
                  </a:lnTo>
                  <a:lnTo>
                    <a:pt x="0" y="32"/>
                  </a:lnTo>
                  <a:lnTo>
                    <a:pt x="2" y="20"/>
                  </a:lnTo>
                  <a:lnTo>
                    <a:pt x="9" y="9"/>
                  </a:lnTo>
                  <a:lnTo>
                    <a:pt x="19" y="3"/>
                  </a:lnTo>
                  <a:lnTo>
                    <a:pt x="3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5" name="Freeform 11"/>
            <p:cNvSpPr>
              <a:spLocks/>
            </p:cNvSpPr>
            <p:nvPr/>
          </p:nvSpPr>
          <p:spPr bwMode="auto">
            <a:xfrm>
              <a:off x="2811614" y="1741754"/>
              <a:ext cx="258821" cy="48486"/>
            </a:xfrm>
            <a:custGeom>
              <a:avLst/>
              <a:gdLst/>
              <a:ahLst/>
              <a:cxnLst>
                <a:cxn ang="0">
                  <a:pos x="30" y="0"/>
                </a:cxn>
                <a:cxn ang="0">
                  <a:pos x="348" y="0"/>
                </a:cxn>
                <a:cxn ang="0">
                  <a:pos x="360" y="3"/>
                </a:cxn>
                <a:cxn ang="0">
                  <a:pos x="370" y="10"/>
                </a:cxn>
                <a:cxn ang="0">
                  <a:pos x="377" y="20"/>
                </a:cxn>
                <a:cxn ang="0">
                  <a:pos x="379" y="32"/>
                </a:cxn>
                <a:cxn ang="0">
                  <a:pos x="379" y="39"/>
                </a:cxn>
                <a:cxn ang="0">
                  <a:pos x="377" y="52"/>
                </a:cxn>
                <a:cxn ang="0">
                  <a:pos x="370" y="62"/>
                </a:cxn>
                <a:cxn ang="0">
                  <a:pos x="360" y="69"/>
                </a:cxn>
                <a:cxn ang="0">
                  <a:pos x="348" y="71"/>
                </a:cxn>
                <a:cxn ang="0">
                  <a:pos x="30" y="71"/>
                </a:cxn>
                <a:cxn ang="0">
                  <a:pos x="18" y="69"/>
                </a:cxn>
                <a:cxn ang="0">
                  <a:pos x="9" y="62"/>
                </a:cxn>
                <a:cxn ang="0">
                  <a:pos x="2" y="52"/>
                </a:cxn>
                <a:cxn ang="0">
                  <a:pos x="0" y="39"/>
                </a:cxn>
                <a:cxn ang="0">
                  <a:pos x="0" y="32"/>
                </a:cxn>
                <a:cxn ang="0">
                  <a:pos x="2" y="20"/>
                </a:cxn>
                <a:cxn ang="0">
                  <a:pos x="9" y="10"/>
                </a:cxn>
                <a:cxn ang="0">
                  <a:pos x="18" y="3"/>
                </a:cxn>
                <a:cxn ang="0">
                  <a:pos x="30" y="0"/>
                </a:cxn>
              </a:cxnLst>
              <a:rect l="0" t="0" r="r" b="b"/>
              <a:pathLst>
                <a:path w="379" h="71">
                  <a:moveTo>
                    <a:pt x="30" y="0"/>
                  </a:moveTo>
                  <a:lnTo>
                    <a:pt x="348" y="0"/>
                  </a:lnTo>
                  <a:lnTo>
                    <a:pt x="360" y="3"/>
                  </a:lnTo>
                  <a:lnTo>
                    <a:pt x="370" y="10"/>
                  </a:lnTo>
                  <a:lnTo>
                    <a:pt x="377" y="20"/>
                  </a:lnTo>
                  <a:lnTo>
                    <a:pt x="379" y="32"/>
                  </a:lnTo>
                  <a:lnTo>
                    <a:pt x="379" y="39"/>
                  </a:lnTo>
                  <a:lnTo>
                    <a:pt x="377" y="52"/>
                  </a:lnTo>
                  <a:lnTo>
                    <a:pt x="370" y="62"/>
                  </a:lnTo>
                  <a:lnTo>
                    <a:pt x="360" y="69"/>
                  </a:lnTo>
                  <a:lnTo>
                    <a:pt x="348" y="71"/>
                  </a:lnTo>
                  <a:lnTo>
                    <a:pt x="30" y="71"/>
                  </a:lnTo>
                  <a:lnTo>
                    <a:pt x="18" y="69"/>
                  </a:lnTo>
                  <a:lnTo>
                    <a:pt x="9" y="62"/>
                  </a:lnTo>
                  <a:lnTo>
                    <a:pt x="2" y="52"/>
                  </a:lnTo>
                  <a:lnTo>
                    <a:pt x="0" y="39"/>
                  </a:lnTo>
                  <a:lnTo>
                    <a:pt x="0" y="32"/>
                  </a:lnTo>
                  <a:lnTo>
                    <a:pt x="2" y="20"/>
                  </a:lnTo>
                  <a:lnTo>
                    <a:pt x="9" y="10"/>
                  </a:lnTo>
                  <a:lnTo>
                    <a:pt x="18" y="3"/>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6" name="Freeform 12"/>
            <p:cNvSpPr>
              <a:spLocks/>
            </p:cNvSpPr>
            <p:nvPr/>
          </p:nvSpPr>
          <p:spPr bwMode="auto">
            <a:xfrm>
              <a:off x="2811614" y="1814142"/>
              <a:ext cx="258821" cy="48486"/>
            </a:xfrm>
            <a:custGeom>
              <a:avLst/>
              <a:gdLst/>
              <a:ahLst/>
              <a:cxnLst>
                <a:cxn ang="0">
                  <a:pos x="30" y="0"/>
                </a:cxn>
                <a:cxn ang="0">
                  <a:pos x="348" y="0"/>
                </a:cxn>
                <a:cxn ang="0">
                  <a:pos x="360" y="3"/>
                </a:cxn>
                <a:cxn ang="0">
                  <a:pos x="370" y="9"/>
                </a:cxn>
                <a:cxn ang="0">
                  <a:pos x="377" y="20"/>
                </a:cxn>
                <a:cxn ang="0">
                  <a:pos x="379" y="32"/>
                </a:cxn>
                <a:cxn ang="0">
                  <a:pos x="379" y="39"/>
                </a:cxn>
                <a:cxn ang="0">
                  <a:pos x="377" y="51"/>
                </a:cxn>
                <a:cxn ang="0">
                  <a:pos x="370" y="62"/>
                </a:cxn>
                <a:cxn ang="0">
                  <a:pos x="360" y="68"/>
                </a:cxn>
                <a:cxn ang="0">
                  <a:pos x="348" y="71"/>
                </a:cxn>
                <a:cxn ang="0">
                  <a:pos x="30" y="71"/>
                </a:cxn>
                <a:cxn ang="0">
                  <a:pos x="18" y="68"/>
                </a:cxn>
                <a:cxn ang="0">
                  <a:pos x="9" y="62"/>
                </a:cxn>
                <a:cxn ang="0">
                  <a:pos x="2" y="51"/>
                </a:cxn>
                <a:cxn ang="0">
                  <a:pos x="0" y="39"/>
                </a:cxn>
                <a:cxn ang="0">
                  <a:pos x="0" y="32"/>
                </a:cxn>
                <a:cxn ang="0">
                  <a:pos x="2" y="20"/>
                </a:cxn>
                <a:cxn ang="0">
                  <a:pos x="9" y="9"/>
                </a:cxn>
                <a:cxn ang="0">
                  <a:pos x="18" y="3"/>
                </a:cxn>
                <a:cxn ang="0">
                  <a:pos x="30" y="0"/>
                </a:cxn>
              </a:cxnLst>
              <a:rect l="0" t="0" r="r" b="b"/>
              <a:pathLst>
                <a:path w="379" h="71">
                  <a:moveTo>
                    <a:pt x="30" y="0"/>
                  </a:moveTo>
                  <a:lnTo>
                    <a:pt x="348" y="0"/>
                  </a:lnTo>
                  <a:lnTo>
                    <a:pt x="360" y="3"/>
                  </a:lnTo>
                  <a:lnTo>
                    <a:pt x="370" y="9"/>
                  </a:lnTo>
                  <a:lnTo>
                    <a:pt x="377" y="20"/>
                  </a:lnTo>
                  <a:lnTo>
                    <a:pt x="379" y="32"/>
                  </a:lnTo>
                  <a:lnTo>
                    <a:pt x="379" y="39"/>
                  </a:lnTo>
                  <a:lnTo>
                    <a:pt x="377" y="51"/>
                  </a:lnTo>
                  <a:lnTo>
                    <a:pt x="370" y="62"/>
                  </a:lnTo>
                  <a:lnTo>
                    <a:pt x="360" y="68"/>
                  </a:lnTo>
                  <a:lnTo>
                    <a:pt x="348" y="71"/>
                  </a:lnTo>
                  <a:lnTo>
                    <a:pt x="30" y="71"/>
                  </a:lnTo>
                  <a:lnTo>
                    <a:pt x="18" y="68"/>
                  </a:lnTo>
                  <a:lnTo>
                    <a:pt x="9" y="62"/>
                  </a:lnTo>
                  <a:lnTo>
                    <a:pt x="2" y="51"/>
                  </a:lnTo>
                  <a:lnTo>
                    <a:pt x="0" y="39"/>
                  </a:lnTo>
                  <a:lnTo>
                    <a:pt x="0" y="32"/>
                  </a:lnTo>
                  <a:lnTo>
                    <a:pt x="2" y="20"/>
                  </a:lnTo>
                  <a:lnTo>
                    <a:pt x="9" y="9"/>
                  </a:lnTo>
                  <a:lnTo>
                    <a:pt x="18" y="3"/>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7" name="Freeform 13"/>
            <p:cNvSpPr>
              <a:spLocks/>
            </p:cNvSpPr>
            <p:nvPr/>
          </p:nvSpPr>
          <p:spPr bwMode="auto">
            <a:xfrm>
              <a:off x="2811614" y="1890628"/>
              <a:ext cx="258821" cy="47803"/>
            </a:xfrm>
            <a:custGeom>
              <a:avLst/>
              <a:gdLst/>
              <a:ahLst/>
              <a:cxnLst>
                <a:cxn ang="0">
                  <a:pos x="30" y="0"/>
                </a:cxn>
                <a:cxn ang="0">
                  <a:pos x="348" y="0"/>
                </a:cxn>
                <a:cxn ang="0">
                  <a:pos x="360" y="2"/>
                </a:cxn>
                <a:cxn ang="0">
                  <a:pos x="370" y="9"/>
                </a:cxn>
                <a:cxn ang="0">
                  <a:pos x="377" y="19"/>
                </a:cxn>
                <a:cxn ang="0">
                  <a:pos x="379" y="32"/>
                </a:cxn>
                <a:cxn ang="0">
                  <a:pos x="379" y="38"/>
                </a:cxn>
                <a:cxn ang="0">
                  <a:pos x="377" y="51"/>
                </a:cxn>
                <a:cxn ang="0">
                  <a:pos x="370" y="61"/>
                </a:cxn>
                <a:cxn ang="0">
                  <a:pos x="360" y="68"/>
                </a:cxn>
                <a:cxn ang="0">
                  <a:pos x="348" y="70"/>
                </a:cxn>
                <a:cxn ang="0">
                  <a:pos x="30" y="70"/>
                </a:cxn>
                <a:cxn ang="0">
                  <a:pos x="18" y="68"/>
                </a:cxn>
                <a:cxn ang="0">
                  <a:pos x="9" y="61"/>
                </a:cxn>
                <a:cxn ang="0">
                  <a:pos x="2" y="51"/>
                </a:cxn>
                <a:cxn ang="0">
                  <a:pos x="0" y="38"/>
                </a:cxn>
                <a:cxn ang="0">
                  <a:pos x="0" y="32"/>
                </a:cxn>
                <a:cxn ang="0">
                  <a:pos x="2" y="19"/>
                </a:cxn>
                <a:cxn ang="0">
                  <a:pos x="9" y="9"/>
                </a:cxn>
                <a:cxn ang="0">
                  <a:pos x="18" y="2"/>
                </a:cxn>
                <a:cxn ang="0">
                  <a:pos x="30" y="0"/>
                </a:cxn>
              </a:cxnLst>
              <a:rect l="0" t="0" r="r" b="b"/>
              <a:pathLst>
                <a:path w="379" h="70">
                  <a:moveTo>
                    <a:pt x="30" y="0"/>
                  </a:moveTo>
                  <a:lnTo>
                    <a:pt x="348" y="0"/>
                  </a:lnTo>
                  <a:lnTo>
                    <a:pt x="360" y="2"/>
                  </a:lnTo>
                  <a:lnTo>
                    <a:pt x="370" y="9"/>
                  </a:lnTo>
                  <a:lnTo>
                    <a:pt x="377" y="19"/>
                  </a:lnTo>
                  <a:lnTo>
                    <a:pt x="379" y="32"/>
                  </a:lnTo>
                  <a:lnTo>
                    <a:pt x="379" y="38"/>
                  </a:lnTo>
                  <a:lnTo>
                    <a:pt x="377" y="51"/>
                  </a:lnTo>
                  <a:lnTo>
                    <a:pt x="370" y="61"/>
                  </a:lnTo>
                  <a:lnTo>
                    <a:pt x="360" y="68"/>
                  </a:lnTo>
                  <a:lnTo>
                    <a:pt x="348" y="70"/>
                  </a:lnTo>
                  <a:lnTo>
                    <a:pt x="30" y="70"/>
                  </a:lnTo>
                  <a:lnTo>
                    <a:pt x="18" y="68"/>
                  </a:lnTo>
                  <a:lnTo>
                    <a:pt x="9" y="61"/>
                  </a:lnTo>
                  <a:lnTo>
                    <a:pt x="2" y="51"/>
                  </a:lnTo>
                  <a:lnTo>
                    <a:pt x="0" y="38"/>
                  </a:lnTo>
                  <a:lnTo>
                    <a:pt x="0" y="32"/>
                  </a:lnTo>
                  <a:lnTo>
                    <a:pt x="2" y="19"/>
                  </a:lnTo>
                  <a:lnTo>
                    <a:pt x="9" y="9"/>
                  </a:lnTo>
                  <a:lnTo>
                    <a:pt x="18" y="2"/>
                  </a:lnTo>
                  <a:lnTo>
                    <a:pt x="3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grpSp>
        <p:nvGrpSpPr>
          <p:cNvPr id="30" name="Group 29"/>
          <p:cNvGrpSpPr/>
          <p:nvPr/>
        </p:nvGrpSpPr>
        <p:grpSpPr>
          <a:xfrm>
            <a:off x="5276850" y="1990725"/>
            <a:ext cx="515593" cy="493740"/>
            <a:chOff x="3359303" y="1601759"/>
            <a:chExt cx="515593" cy="493740"/>
          </a:xfrm>
          <a:solidFill>
            <a:schemeClr val="bg1"/>
          </a:solidFill>
        </p:grpSpPr>
        <p:sp>
          <p:nvSpPr>
            <p:cNvPr id="1038" name="Freeform 14"/>
            <p:cNvSpPr>
              <a:spLocks noEditPoints="1"/>
            </p:cNvSpPr>
            <p:nvPr/>
          </p:nvSpPr>
          <p:spPr bwMode="auto">
            <a:xfrm>
              <a:off x="3359303" y="1601759"/>
              <a:ext cx="515593" cy="376964"/>
            </a:xfrm>
            <a:custGeom>
              <a:avLst/>
              <a:gdLst/>
              <a:ahLst/>
              <a:cxnLst>
                <a:cxn ang="0">
                  <a:pos x="69" y="72"/>
                </a:cxn>
                <a:cxn ang="0">
                  <a:pos x="69" y="477"/>
                </a:cxn>
                <a:cxn ang="0">
                  <a:pos x="683" y="477"/>
                </a:cxn>
                <a:cxn ang="0">
                  <a:pos x="683" y="72"/>
                </a:cxn>
                <a:cxn ang="0">
                  <a:pos x="69" y="72"/>
                </a:cxn>
                <a:cxn ang="0">
                  <a:pos x="32" y="0"/>
                </a:cxn>
                <a:cxn ang="0">
                  <a:pos x="723" y="0"/>
                </a:cxn>
                <a:cxn ang="0">
                  <a:pos x="735" y="2"/>
                </a:cxn>
                <a:cxn ang="0">
                  <a:pos x="746" y="9"/>
                </a:cxn>
                <a:cxn ang="0">
                  <a:pos x="752" y="19"/>
                </a:cxn>
                <a:cxn ang="0">
                  <a:pos x="755" y="31"/>
                </a:cxn>
                <a:cxn ang="0">
                  <a:pos x="755" y="521"/>
                </a:cxn>
                <a:cxn ang="0">
                  <a:pos x="752" y="533"/>
                </a:cxn>
                <a:cxn ang="0">
                  <a:pos x="746" y="543"/>
                </a:cxn>
                <a:cxn ang="0">
                  <a:pos x="735" y="550"/>
                </a:cxn>
                <a:cxn ang="0">
                  <a:pos x="723" y="552"/>
                </a:cxn>
                <a:cxn ang="0">
                  <a:pos x="32" y="552"/>
                </a:cxn>
                <a:cxn ang="0">
                  <a:pos x="19" y="550"/>
                </a:cxn>
                <a:cxn ang="0">
                  <a:pos x="9" y="543"/>
                </a:cxn>
                <a:cxn ang="0">
                  <a:pos x="2" y="533"/>
                </a:cxn>
                <a:cxn ang="0">
                  <a:pos x="0" y="521"/>
                </a:cxn>
                <a:cxn ang="0">
                  <a:pos x="0" y="31"/>
                </a:cxn>
                <a:cxn ang="0">
                  <a:pos x="2" y="19"/>
                </a:cxn>
                <a:cxn ang="0">
                  <a:pos x="9" y="9"/>
                </a:cxn>
                <a:cxn ang="0">
                  <a:pos x="19" y="2"/>
                </a:cxn>
                <a:cxn ang="0">
                  <a:pos x="32" y="0"/>
                </a:cxn>
              </a:cxnLst>
              <a:rect l="0" t="0" r="r" b="b"/>
              <a:pathLst>
                <a:path w="755" h="552">
                  <a:moveTo>
                    <a:pt x="69" y="72"/>
                  </a:moveTo>
                  <a:lnTo>
                    <a:pt x="69" y="477"/>
                  </a:lnTo>
                  <a:lnTo>
                    <a:pt x="683" y="477"/>
                  </a:lnTo>
                  <a:lnTo>
                    <a:pt x="683" y="72"/>
                  </a:lnTo>
                  <a:lnTo>
                    <a:pt x="69" y="72"/>
                  </a:lnTo>
                  <a:close/>
                  <a:moveTo>
                    <a:pt x="32" y="0"/>
                  </a:moveTo>
                  <a:lnTo>
                    <a:pt x="723" y="0"/>
                  </a:lnTo>
                  <a:lnTo>
                    <a:pt x="735" y="2"/>
                  </a:lnTo>
                  <a:lnTo>
                    <a:pt x="746" y="9"/>
                  </a:lnTo>
                  <a:lnTo>
                    <a:pt x="752" y="19"/>
                  </a:lnTo>
                  <a:lnTo>
                    <a:pt x="755" y="31"/>
                  </a:lnTo>
                  <a:lnTo>
                    <a:pt x="755" y="521"/>
                  </a:lnTo>
                  <a:lnTo>
                    <a:pt x="752" y="533"/>
                  </a:lnTo>
                  <a:lnTo>
                    <a:pt x="746" y="543"/>
                  </a:lnTo>
                  <a:lnTo>
                    <a:pt x="735" y="550"/>
                  </a:lnTo>
                  <a:lnTo>
                    <a:pt x="723" y="552"/>
                  </a:lnTo>
                  <a:lnTo>
                    <a:pt x="32" y="552"/>
                  </a:lnTo>
                  <a:lnTo>
                    <a:pt x="19" y="550"/>
                  </a:lnTo>
                  <a:lnTo>
                    <a:pt x="9" y="543"/>
                  </a:lnTo>
                  <a:lnTo>
                    <a:pt x="2" y="533"/>
                  </a:lnTo>
                  <a:lnTo>
                    <a:pt x="0" y="521"/>
                  </a:lnTo>
                  <a:lnTo>
                    <a:pt x="0" y="31"/>
                  </a:lnTo>
                  <a:lnTo>
                    <a:pt x="2" y="19"/>
                  </a:lnTo>
                  <a:lnTo>
                    <a:pt x="9" y="9"/>
                  </a:lnTo>
                  <a:lnTo>
                    <a:pt x="19" y="2"/>
                  </a:lnTo>
                  <a:lnTo>
                    <a:pt x="32"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39" name="Freeform 15"/>
            <p:cNvSpPr>
              <a:spLocks/>
            </p:cNvSpPr>
            <p:nvPr/>
          </p:nvSpPr>
          <p:spPr bwMode="auto">
            <a:xfrm>
              <a:off x="3489055" y="2012185"/>
              <a:ext cx="255406" cy="83314"/>
            </a:xfrm>
            <a:custGeom>
              <a:avLst/>
              <a:gdLst/>
              <a:ahLst/>
              <a:cxnLst>
                <a:cxn ang="0">
                  <a:pos x="0" y="0"/>
                </a:cxn>
                <a:cxn ang="0">
                  <a:pos x="374" y="0"/>
                </a:cxn>
                <a:cxn ang="0">
                  <a:pos x="358" y="30"/>
                </a:cxn>
                <a:cxn ang="0">
                  <a:pos x="338" y="56"/>
                </a:cxn>
                <a:cxn ang="0">
                  <a:pos x="314" y="79"/>
                </a:cxn>
                <a:cxn ang="0">
                  <a:pos x="286" y="97"/>
                </a:cxn>
                <a:cxn ang="0">
                  <a:pos x="255" y="111"/>
                </a:cxn>
                <a:cxn ang="0">
                  <a:pos x="223" y="119"/>
                </a:cxn>
                <a:cxn ang="0">
                  <a:pos x="187" y="122"/>
                </a:cxn>
                <a:cxn ang="0">
                  <a:pos x="152" y="119"/>
                </a:cxn>
                <a:cxn ang="0">
                  <a:pos x="119" y="111"/>
                </a:cxn>
                <a:cxn ang="0">
                  <a:pos x="89" y="97"/>
                </a:cxn>
                <a:cxn ang="0">
                  <a:pos x="60" y="79"/>
                </a:cxn>
                <a:cxn ang="0">
                  <a:pos x="37" y="56"/>
                </a:cxn>
                <a:cxn ang="0">
                  <a:pos x="16" y="30"/>
                </a:cxn>
                <a:cxn ang="0">
                  <a:pos x="0" y="0"/>
                </a:cxn>
              </a:cxnLst>
              <a:rect l="0" t="0" r="r" b="b"/>
              <a:pathLst>
                <a:path w="374" h="122">
                  <a:moveTo>
                    <a:pt x="0" y="0"/>
                  </a:moveTo>
                  <a:lnTo>
                    <a:pt x="374" y="0"/>
                  </a:lnTo>
                  <a:lnTo>
                    <a:pt x="358" y="30"/>
                  </a:lnTo>
                  <a:lnTo>
                    <a:pt x="338" y="56"/>
                  </a:lnTo>
                  <a:lnTo>
                    <a:pt x="314" y="79"/>
                  </a:lnTo>
                  <a:lnTo>
                    <a:pt x="286" y="97"/>
                  </a:lnTo>
                  <a:lnTo>
                    <a:pt x="255" y="111"/>
                  </a:lnTo>
                  <a:lnTo>
                    <a:pt x="223" y="119"/>
                  </a:lnTo>
                  <a:lnTo>
                    <a:pt x="187" y="122"/>
                  </a:lnTo>
                  <a:lnTo>
                    <a:pt x="152" y="119"/>
                  </a:lnTo>
                  <a:lnTo>
                    <a:pt x="119" y="111"/>
                  </a:lnTo>
                  <a:lnTo>
                    <a:pt x="89" y="97"/>
                  </a:lnTo>
                  <a:lnTo>
                    <a:pt x="60" y="79"/>
                  </a:lnTo>
                  <a:lnTo>
                    <a:pt x="37" y="56"/>
                  </a:lnTo>
                  <a:lnTo>
                    <a:pt x="16" y="30"/>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1040" name="Freeform 16"/>
          <p:cNvSpPr>
            <a:spLocks/>
          </p:cNvSpPr>
          <p:nvPr/>
        </p:nvSpPr>
        <p:spPr bwMode="auto">
          <a:xfrm>
            <a:off x="7229475" y="2066925"/>
            <a:ext cx="463693" cy="288869"/>
          </a:xfrm>
          <a:custGeom>
            <a:avLst/>
            <a:gdLst/>
            <a:ahLst/>
            <a:cxnLst>
              <a:cxn ang="0">
                <a:pos x="418" y="0"/>
              </a:cxn>
              <a:cxn ang="0">
                <a:pos x="679" y="0"/>
              </a:cxn>
              <a:cxn ang="0">
                <a:pos x="679" y="257"/>
              </a:cxn>
              <a:cxn ang="0">
                <a:pos x="614" y="192"/>
              </a:cxn>
              <a:cxn ang="0">
                <a:pos x="387" y="423"/>
              </a:cxn>
              <a:cxn ang="0">
                <a:pos x="257" y="293"/>
              </a:cxn>
              <a:cxn ang="0">
                <a:pos x="127" y="423"/>
              </a:cxn>
              <a:cxn ang="0">
                <a:pos x="0" y="290"/>
              </a:cxn>
              <a:cxn ang="0">
                <a:pos x="257" y="34"/>
              </a:cxn>
              <a:cxn ang="0">
                <a:pos x="387" y="162"/>
              </a:cxn>
              <a:cxn ang="0">
                <a:pos x="482" y="68"/>
              </a:cxn>
              <a:cxn ang="0">
                <a:pos x="418" y="0"/>
              </a:cxn>
            </a:cxnLst>
            <a:rect l="0" t="0" r="r" b="b"/>
            <a:pathLst>
              <a:path w="679" h="423">
                <a:moveTo>
                  <a:pt x="418" y="0"/>
                </a:moveTo>
                <a:lnTo>
                  <a:pt x="679" y="0"/>
                </a:lnTo>
                <a:lnTo>
                  <a:pt x="679" y="257"/>
                </a:lnTo>
                <a:lnTo>
                  <a:pt x="614" y="192"/>
                </a:lnTo>
                <a:lnTo>
                  <a:pt x="387" y="423"/>
                </a:lnTo>
                <a:lnTo>
                  <a:pt x="257" y="293"/>
                </a:lnTo>
                <a:lnTo>
                  <a:pt x="127" y="423"/>
                </a:lnTo>
                <a:lnTo>
                  <a:pt x="0" y="290"/>
                </a:lnTo>
                <a:lnTo>
                  <a:pt x="257" y="34"/>
                </a:lnTo>
                <a:lnTo>
                  <a:pt x="387" y="162"/>
                </a:lnTo>
                <a:lnTo>
                  <a:pt x="482" y="68"/>
                </a:lnTo>
                <a:lnTo>
                  <a:pt x="418"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33" name="TextBox 32"/>
          <p:cNvSpPr txBox="1"/>
          <p:nvPr/>
        </p:nvSpPr>
        <p:spPr>
          <a:xfrm>
            <a:off x="4724400" y="2929176"/>
            <a:ext cx="1600200" cy="523220"/>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Create CDS entity</a:t>
            </a:r>
            <a:endParaRPr lang="en-US" sz="1100" dirty="0">
              <a:solidFill>
                <a:schemeClr val="bg1">
                  <a:lumMod val="50000"/>
                </a:schemeClr>
              </a:solidFill>
              <a:latin typeface="Arial" pitchFamily="34" charset="0"/>
              <a:cs typeface="Arial" pitchFamily="34" charset="0"/>
            </a:endParaRPr>
          </a:p>
        </p:txBody>
      </p:sp>
      <p:sp>
        <p:nvSpPr>
          <p:cNvPr id="34" name="TextBox 33"/>
          <p:cNvSpPr txBox="1"/>
          <p:nvPr/>
        </p:nvSpPr>
        <p:spPr>
          <a:xfrm>
            <a:off x="2809875" y="2929176"/>
            <a:ext cx="1600200" cy="338554"/>
          </a:xfrm>
          <a:prstGeom prst="rect">
            <a:avLst/>
          </a:prstGeom>
          <a:noFill/>
        </p:spPr>
        <p:txBody>
          <a:bodyPr wrap="square" rtlCol="0">
            <a:spAutoFit/>
          </a:bodyPr>
          <a:lstStyle/>
          <a:p>
            <a:pPr algn="ctr"/>
            <a:r>
              <a:rPr lang="en-US" sz="1600" dirty="0">
                <a:solidFill>
                  <a:srgbClr val="0563B8"/>
                </a:solidFill>
                <a:latin typeface="Arial" pitchFamily="34" charset="0"/>
                <a:cs typeface="Arial" pitchFamily="34" charset="0"/>
              </a:rPr>
              <a:t>Upload Data</a:t>
            </a:r>
            <a:endParaRPr lang="en-US" sz="1100" dirty="0">
              <a:solidFill>
                <a:schemeClr val="bg1">
                  <a:lumMod val="50000"/>
                </a:schemeClr>
              </a:solidFill>
              <a:latin typeface="Arial" pitchFamily="34" charset="0"/>
              <a:cs typeface="Arial" pitchFamily="34" charset="0"/>
            </a:endParaRPr>
          </a:p>
        </p:txBody>
      </p:sp>
      <p:sp>
        <p:nvSpPr>
          <p:cNvPr id="35" name="TextBox 34"/>
          <p:cNvSpPr txBox="1"/>
          <p:nvPr/>
        </p:nvSpPr>
        <p:spPr>
          <a:xfrm>
            <a:off x="885825" y="2929176"/>
            <a:ext cx="1600200" cy="738664"/>
          </a:xfrm>
          <a:prstGeom prst="rect">
            <a:avLst/>
          </a:prstGeom>
          <a:noFill/>
        </p:spPr>
        <p:txBody>
          <a:bodyPr wrap="square" rtlCol="0">
            <a:spAutoFit/>
          </a:bodyPr>
          <a:lstStyle/>
          <a:p>
            <a:pPr algn="ctr"/>
            <a:r>
              <a:rPr lang="en-US" sz="1400" dirty="0">
                <a:solidFill>
                  <a:srgbClr val="0563B8"/>
                </a:solidFill>
                <a:latin typeface="Arial" pitchFamily="34" charset="0"/>
                <a:cs typeface="Arial" pitchFamily="34" charset="0"/>
              </a:rPr>
              <a:t>Create Table in SAP ABAP on Cloud</a:t>
            </a:r>
            <a:endParaRPr lang="en-US" sz="1100" dirty="0">
              <a:solidFill>
                <a:schemeClr val="bg1">
                  <a:lumMod val="50000"/>
                </a:schemeClr>
              </a:solidFill>
              <a:latin typeface="Arial" pitchFamily="34" charset="0"/>
              <a:cs typeface="Arial" pitchFamily="34" charset="0"/>
            </a:endParaRPr>
          </a:p>
        </p:txBody>
      </p:sp>
    </p:spTree>
    <p:extLst>
      <p:ext uri="{BB962C8B-B14F-4D97-AF65-F5344CB8AC3E}">
        <p14:creationId xmlns:p14="http://schemas.microsoft.com/office/powerpoint/2010/main" val="3412325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chemeClr val="accent1"/>
            </a:gs>
            <a:gs pos="100000">
              <a:schemeClr val="accent2"/>
            </a:gs>
          </a:gsLst>
          <a:lin ang="18900000" scaled="1"/>
          <a:tileRect/>
        </a:gradFill>
        <a:effectLst/>
      </p:bgPr>
    </p:bg>
    <p:spTree>
      <p:nvGrpSpPr>
        <p:cNvPr id="1" name="">
          <a:extLst>
            <a:ext uri="{FF2B5EF4-FFF2-40B4-BE49-F238E27FC236}">
              <a16:creationId xmlns:a16="http://schemas.microsoft.com/office/drawing/2014/main" id="{2AEA54A1-38C4-FE32-4090-51EA16D8E66B}"/>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8287BAE7-CBAE-6F97-7BD8-4B3E356C53D6}"/>
              </a:ext>
            </a:extLst>
          </p:cNvPr>
          <p:cNvGrpSpPr/>
          <p:nvPr/>
        </p:nvGrpSpPr>
        <p:grpSpPr>
          <a:xfrm>
            <a:off x="2735796" y="3867894"/>
            <a:ext cx="857724" cy="347367"/>
            <a:chOff x="4607507" y="320965"/>
            <a:chExt cx="1143632" cy="463156"/>
          </a:xfrm>
          <a:solidFill>
            <a:schemeClr val="bg1"/>
          </a:solidFill>
        </p:grpSpPr>
        <p:sp>
          <p:nvSpPr>
            <p:cNvPr id="10" name="Freeform: Shape 9">
              <a:extLst>
                <a:ext uri="{FF2B5EF4-FFF2-40B4-BE49-F238E27FC236}">
                  <a16:creationId xmlns:a16="http://schemas.microsoft.com/office/drawing/2014/main" id="{5D477ABD-8A94-8788-210B-D0287CFA4403}"/>
                </a:ext>
              </a:extLst>
            </p:cNvPr>
            <p:cNvSpPr/>
            <p:nvPr/>
          </p:nvSpPr>
          <p:spPr>
            <a:xfrm>
              <a:off x="5648256" y="675236"/>
              <a:ext cx="102883" cy="102882"/>
            </a:xfrm>
            <a:custGeom>
              <a:avLst/>
              <a:gdLst>
                <a:gd name="connsiteX0" fmla="*/ 135160 w 270319"/>
                <a:gd name="connsiteY0" fmla="*/ 0 h 270319"/>
                <a:gd name="connsiteX1" fmla="*/ 270320 w 270319"/>
                <a:gd name="connsiteY1" fmla="*/ 135160 h 270319"/>
                <a:gd name="connsiteX2" fmla="*/ 270320 w 270319"/>
                <a:gd name="connsiteY2" fmla="*/ 135160 h 270319"/>
                <a:gd name="connsiteX3" fmla="*/ 135160 w 270319"/>
                <a:gd name="connsiteY3" fmla="*/ 270320 h 270319"/>
                <a:gd name="connsiteX4" fmla="*/ 135160 w 270319"/>
                <a:gd name="connsiteY4" fmla="*/ 270320 h 270319"/>
                <a:gd name="connsiteX5" fmla="*/ 0 w 270319"/>
                <a:gd name="connsiteY5" fmla="*/ 135160 h 270319"/>
                <a:gd name="connsiteX6" fmla="*/ 0 w 270319"/>
                <a:gd name="connsiteY6" fmla="*/ 135160 h 270319"/>
                <a:gd name="connsiteX7" fmla="*/ 135160 w 270319"/>
                <a:gd name="connsiteY7" fmla="*/ 0 h 27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319" h="270319">
                  <a:moveTo>
                    <a:pt x="135160" y="0"/>
                  </a:moveTo>
                  <a:cubicBezTo>
                    <a:pt x="209836" y="0"/>
                    <a:pt x="270320" y="60484"/>
                    <a:pt x="270320" y="135160"/>
                  </a:cubicBezTo>
                  <a:lnTo>
                    <a:pt x="270320" y="135160"/>
                  </a:lnTo>
                  <a:cubicBezTo>
                    <a:pt x="270320" y="209836"/>
                    <a:pt x="209836" y="270320"/>
                    <a:pt x="135160" y="270320"/>
                  </a:cubicBezTo>
                  <a:lnTo>
                    <a:pt x="135160" y="270320"/>
                  </a:lnTo>
                  <a:cubicBezTo>
                    <a:pt x="60484" y="270320"/>
                    <a:pt x="0" y="209836"/>
                    <a:pt x="0" y="135160"/>
                  </a:cubicBezTo>
                  <a:lnTo>
                    <a:pt x="0" y="135160"/>
                  </a:lnTo>
                  <a:cubicBezTo>
                    <a:pt x="0" y="60484"/>
                    <a:pt x="60484" y="0"/>
                    <a:pt x="135160" y="0"/>
                  </a:cubicBezTo>
                  <a:close/>
                </a:path>
              </a:pathLst>
            </a:custGeom>
            <a:grpFill/>
            <a:ln w="9525" cap="flat">
              <a:noFill/>
              <a:prstDash val="solid"/>
              <a:miter/>
            </a:ln>
          </p:spPr>
          <p:txBody>
            <a:bodyPr rtlCol="0" anchor="ctr"/>
            <a:lstStyle/>
            <a:p>
              <a:pPr defTabSz="914240">
                <a:defRPr/>
              </a:pPr>
              <a:endParaRPr lang="en-IN">
                <a:solidFill>
                  <a:prstClr val="black"/>
                </a:solidFill>
                <a:latin typeface="Segoe UI"/>
              </a:endParaRPr>
            </a:p>
          </p:txBody>
        </p:sp>
        <p:sp>
          <p:nvSpPr>
            <p:cNvPr id="11" name="Freeform: Shape 10">
              <a:extLst>
                <a:ext uri="{FF2B5EF4-FFF2-40B4-BE49-F238E27FC236}">
                  <a16:creationId xmlns:a16="http://schemas.microsoft.com/office/drawing/2014/main" id="{0C15C6DD-4BFE-64BD-DAB9-6756B6347161}"/>
                </a:ext>
              </a:extLst>
            </p:cNvPr>
            <p:cNvSpPr/>
            <p:nvPr/>
          </p:nvSpPr>
          <p:spPr>
            <a:xfrm>
              <a:off x="5648256" y="320965"/>
              <a:ext cx="102883" cy="102882"/>
            </a:xfrm>
            <a:custGeom>
              <a:avLst/>
              <a:gdLst>
                <a:gd name="connsiteX0" fmla="*/ 135160 w 270319"/>
                <a:gd name="connsiteY0" fmla="*/ 0 h 270319"/>
                <a:gd name="connsiteX1" fmla="*/ 270320 w 270319"/>
                <a:gd name="connsiteY1" fmla="*/ 135160 h 270319"/>
                <a:gd name="connsiteX2" fmla="*/ 270320 w 270319"/>
                <a:gd name="connsiteY2" fmla="*/ 135160 h 270319"/>
                <a:gd name="connsiteX3" fmla="*/ 135160 w 270319"/>
                <a:gd name="connsiteY3" fmla="*/ 270319 h 270319"/>
                <a:gd name="connsiteX4" fmla="*/ 135160 w 270319"/>
                <a:gd name="connsiteY4" fmla="*/ 270319 h 270319"/>
                <a:gd name="connsiteX5" fmla="*/ 0 w 270319"/>
                <a:gd name="connsiteY5" fmla="*/ 135160 h 270319"/>
                <a:gd name="connsiteX6" fmla="*/ 0 w 270319"/>
                <a:gd name="connsiteY6" fmla="*/ 135160 h 270319"/>
                <a:gd name="connsiteX7" fmla="*/ 135160 w 270319"/>
                <a:gd name="connsiteY7" fmla="*/ 0 h 27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319" h="270319">
                  <a:moveTo>
                    <a:pt x="135160" y="0"/>
                  </a:moveTo>
                  <a:cubicBezTo>
                    <a:pt x="209836" y="0"/>
                    <a:pt x="270320" y="60484"/>
                    <a:pt x="270320" y="135160"/>
                  </a:cubicBezTo>
                  <a:lnTo>
                    <a:pt x="270320" y="135160"/>
                  </a:lnTo>
                  <a:cubicBezTo>
                    <a:pt x="270320" y="209836"/>
                    <a:pt x="209836" y="270319"/>
                    <a:pt x="135160" y="270319"/>
                  </a:cubicBezTo>
                  <a:lnTo>
                    <a:pt x="135160" y="270319"/>
                  </a:lnTo>
                  <a:cubicBezTo>
                    <a:pt x="60484" y="270319"/>
                    <a:pt x="0" y="209836"/>
                    <a:pt x="0" y="135160"/>
                  </a:cubicBezTo>
                  <a:lnTo>
                    <a:pt x="0" y="135160"/>
                  </a:lnTo>
                  <a:cubicBezTo>
                    <a:pt x="0" y="60484"/>
                    <a:pt x="60484" y="0"/>
                    <a:pt x="135160" y="0"/>
                  </a:cubicBezTo>
                  <a:close/>
                </a:path>
              </a:pathLst>
            </a:custGeom>
            <a:grpFill/>
            <a:ln w="9525" cap="flat">
              <a:noFill/>
              <a:prstDash val="solid"/>
              <a:miter/>
            </a:ln>
          </p:spPr>
          <p:txBody>
            <a:bodyPr rtlCol="0" anchor="ctr"/>
            <a:lstStyle/>
            <a:p>
              <a:pPr defTabSz="914240">
                <a:defRPr/>
              </a:pPr>
              <a:endParaRPr lang="en-IN">
                <a:solidFill>
                  <a:prstClr val="black"/>
                </a:solidFill>
                <a:latin typeface="Segoe UI"/>
              </a:endParaRPr>
            </a:p>
          </p:txBody>
        </p:sp>
        <p:sp>
          <p:nvSpPr>
            <p:cNvPr id="12" name="Freeform: Shape 11">
              <a:extLst>
                <a:ext uri="{FF2B5EF4-FFF2-40B4-BE49-F238E27FC236}">
                  <a16:creationId xmlns:a16="http://schemas.microsoft.com/office/drawing/2014/main" id="{43DC80AC-B9EB-4562-5116-C3DE70E7B19F}"/>
                </a:ext>
              </a:extLst>
            </p:cNvPr>
            <p:cNvSpPr/>
            <p:nvPr/>
          </p:nvSpPr>
          <p:spPr>
            <a:xfrm>
              <a:off x="5301339" y="677237"/>
              <a:ext cx="102883" cy="102882"/>
            </a:xfrm>
            <a:custGeom>
              <a:avLst/>
              <a:gdLst>
                <a:gd name="connsiteX0" fmla="*/ 135160 w 270319"/>
                <a:gd name="connsiteY0" fmla="*/ 0 h 270319"/>
                <a:gd name="connsiteX1" fmla="*/ 270319 w 270319"/>
                <a:gd name="connsiteY1" fmla="*/ 135160 h 270319"/>
                <a:gd name="connsiteX2" fmla="*/ 270319 w 270319"/>
                <a:gd name="connsiteY2" fmla="*/ 135160 h 270319"/>
                <a:gd name="connsiteX3" fmla="*/ 135160 w 270319"/>
                <a:gd name="connsiteY3" fmla="*/ 270319 h 270319"/>
                <a:gd name="connsiteX4" fmla="*/ 135160 w 270319"/>
                <a:gd name="connsiteY4" fmla="*/ 270319 h 270319"/>
                <a:gd name="connsiteX5" fmla="*/ 0 w 270319"/>
                <a:gd name="connsiteY5" fmla="*/ 135160 h 270319"/>
                <a:gd name="connsiteX6" fmla="*/ 0 w 270319"/>
                <a:gd name="connsiteY6" fmla="*/ 135160 h 270319"/>
                <a:gd name="connsiteX7" fmla="*/ 135160 w 270319"/>
                <a:gd name="connsiteY7" fmla="*/ 0 h 27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319" h="270319">
                  <a:moveTo>
                    <a:pt x="135160" y="0"/>
                  </a:moveTo>
                  <a:cubicBezTo>
                    <a:pt x="209836" y="0"/>
                    <a:pt x="270319" y="60484"/>
                    <a:pt x="270319" y="135160"/>
                  </a:cubicBezTo>
                  <a:lnTo>
                    <a:pt x="270319" y="135160"/>
                  </a:lnTo>
                  <a:cubicBezTo>
                    <a:pt x="270319" y="209836"/>
                    <a:pt x="209836" y="270319"/>
                    <a:pt x="135160" y="270319"/>
                  </a:cubicBezTo>
                  <a:lnTo>
                    <a:pt x="135160" y="270319"/>
                  </a:lnTo>
                  <a:cubicBezTo>
                    <a:pt x="60484" y="270319"/>
                    <a:pt x="0" y="209836"/>
                    <a:pt x="0" y="135160"/>
                  </a:cubicBezTo>
                  <a:lnTo>
                    <a:pt x="0" y="135160"/>
                  </a:lnTo>
                  <a:cubicBezTo>
                    <a:pt x="0" y="60484"/>
                    <a:pt x="60484" y="0"/>
                    <a:pt x="135160" y="0"/>
                  </a:cubicBezTo>
                  <a:close/>
                </a:path>
              </a:pathLst>
            </a:custGeom>
            <a:grpFill/>
            <a:ln w="9525" cap="flat">
              <a:noFill/>
              <a:prstDash val="solid"/>
              <a:miter/>
            </a:ln>
          </p:spPr>
          <p:txBody>
            <a:bodyPr rtlCol="0" anchor="ctr"/>
            <a:lstStyle/>
            <a:p>
              <a:pPr defTabSz="914240">
                <a:defRPr/>
              </a:pPr>
              <a:endParaRPr lang="en-IN">
                <a:solidFill>
                  <a:prstClr val="black"/>
                </a:solidFill>
                <a:latin typeface="Segoe UI"/>
              </a:endParaRPr>
            </a:p>
          </p:txBody>
        </p:sp>
        <p:sp>
          <p:nvSpPr>
            <p:cNvPr id="15" name="Freeform: Shape 14">
              <a:extLst>
                <a:ext uri="{FF2B5EF4-FFF2-40B4-BE49-F238E27FC236}">
                  <a16:creationId xmlns:a16="http://schemas.microsoft.com/office/drawing/2014/main" id="{A7E59E35-3868-074A-E0BD-DB24E9004AF8}"/>
                </a:ext>
              </a:extLst>
            </p:cNvPr>
            <p:cNvSpPr/>
            <p:nvPr/>
          </p:nvSpPr>
          <p:spPr>
            <a:xfrm>
              <a:off x="5301339" y="322966"/>
              <a:ext cx="102883" cy="102882"/>
            </a:xfrm>
            <a:custGeom>
              <a:avLst/>
              <a:gdLst>
                <a:gd name="connsiteX0" fmla="*/ 135160 w 270319"/>
                <a:gd name="connsiteY0" fmla="*/ 0 h 270319"/>
                <a:gd name="connsiteX1" fmla="*/ 270319 w 270319"/>
                <a:gd name="connsiteY1" fmla="*/ 135160 h 270319"/>
                <a:gd name="connsiteX2" fmla="*/ 270319 w 270319"/>
                <a:gd name="connsiteY2" fmla="*/ 135160 h 270319"/>
                <a:gd name="connsiteX3" fmla="*/ 135160 w 270319"/>
                <a:gd name="connsiteY3" fmla="*/ 270319 h 270319"/>
                <a:gd name="connsiteX4" fmla="*/ 135160 w 270319"/>
                <a:gd name="connsiteY4" fmla="*/ 270319 h 270319"/>
                <a:gd name="connsiteX5" fmla="*/ 0 w 270319"/>
                <a:gd name="connsiteY5" fmla="*/ 135160 h 270319"/>
                <a:gd name="connsiteX6" fmla="*/ 0 w 270319"/>
                <a:gd name="connsiteY6" fmla="*/ 135160 h 270319"/>
                <a:gd name="connsiteX7" fmla="*/ 135160 w 270319"/>
                <a:gd name="connsiteY7" fmla="*/ 0 h 27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319" h="270319">
                  <a:moveTo>
                    <a:pt x="135160" y="0"/>
                  </a:moveTo>
                  <a:cubicBezTo>
                    <a:pt x="209836" y="0"/>
                    <a:pt x="270319" y="60484"/>
                    <a:pt x="270319" y="135160"/>
                  </a:cubicBezTo>
                  <a:lnTo>
                    <a:pt x="270319" y="135160"/>
                  </a:lnTo>
                  <a:cubicBezTo>
                    <a:pt x="270319" y="209836"/>
                    <a:pt x="209836" y="270319"/>
                    <a:pt x="135160" y="270319"/>
                  </a:cubicBezTo>
                  <a:lnTo>
                    <a:pt x="135160" y="270319"/>
                  </a:lnTo>
                  <a:cubicBezTo>
                    <a:pt x="60484" y="270319"/>
                    <a:pt x="0" y="209836"/>
                    <a:pt x="0" y="135160"/>
                  </a:cubicBezTo>
                  <a:lnTo>
                    <a:pt x="0" y="135160"/>
                  </a:lnTo>
                  <a:cubicBezTo>
                    <a:pt x="0" y="60484"/>
                    <a:pt x="60484" y="0"/>
                    <a:pt x="135160" y="0"/>
                  </a:cubicBezTo>
                  <a:close/>
                </a:path>
              </a:pathLst>
            </a:custGeom>
            <a:grpFill/>
            <a:ln w="9525" cap="flat">
              <a:noFill/>
              <a:prstDash val="solid"/>
              <a:miter/>
            </a:ln>
          </p:spPr>
          <p:txBody>
            <a:bodyPr rtlCol="0" anchor="ctr"/>
            <a:lstStyle/>
            <a:p>
              <a:pPr defTabSz="914240">
                <a:defRPr/>
              </a:pPr>
              <a:endParaRPr lang="en-IN">
                <a:solidFill>
                  <a:prstClr val="black"/>
                </a:solidFill>
                <a:latin typeface="Segoe UI"/>
              </a:endParaRPr>
            </a:p>
          </p:txBody>
        </p:sp>
        <p:sp>
          <p:nvSpPr>
            <p:cNvPr id="16" name="Freeform: Shape 15">
              <a:extLst>
                <a:ext uri="{FF2B5EF4-FFF2-40B4-BE49-F238E27FC236}">
                  <a16:creationId xmlns:a16="http://schemas.microsoft.com/office/drawing/2014/main" id="{C0123400-3898-1FD3-13AA-6B42236327A3}"/>
                </a:ext>
              </a:extLst>
            </p:cNvPr>
            <p:cNvSpPr/>
            <p:nvPr/>
          </p:nvSpPr>
          <p:spPr>
            <a:xfrm>
              <a:off x="4954423" y="679238"/>
              <a:ext cx="102883" cy="102882"/>
            </a:xfrm>
            <a:custGeom>
              <a:avLst/>
              <a:gdLst>
                <a:gd name="connsiteX0" fmla="*/ 135160 w 270319"/>
                <a:gd name="connsiteY0" fmla="*/ 0 h 270319"/>
                <a:gd name="connsiteX1" fmla="*/ 270319 w 270319"/>
                <a:gd name="connsiteY1" fmla="*/ 135160 h 270319"/>
                <a:gd name="connsiteX2" fmla="*/ 270319 w 270319"/>
                <a:gd name="connsiteY2" fmla="*/ 135160 h 270319"/>
                <a:gd name="connsiteX3" fmla="*/ 135160 w 270319"/>
                <a:gd name="connsiteY3" fmla="*/ 270320 h 270319"/>
                <a:gd name="connsiteX4" fmla="*/ 135160 w 270319"/>
                <a:gd name="connsiteY4" fmla="*/ 270320 h 270319"/>
                <a:gd name="connsiteX5" fmla="*/ 0 w 270319"/>
                <a:gd name="connsiteY5" fmla="*/ 135160 h 270319"/>
                <a:gd name="connsiteX6" fmla="*/ 0 w 270319"/>
                <a:gd name="connsiteY6" fmla="*/ 135160 h 270319"/>
                <a:gd name="connsiteX7" fmla="*/ 135160 w 270319"/>
                <a:gd name="connsiteY7" fmla="*/ 0 h 27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319" h="270319">
                  <a:moveTo>
                    <a:pt x="135160" y="0"/>
                  </a:moveTo>
                  <a:cubicBezTo>
                    <a:pt x="209836" y="0"/>
                    <a:pt x="270319" y="60484"/>
                    <a:pt x="270319" y="135160"/>
                  </a:cubicBezTo>
                  <a:lnTo>
                    <a:pt x="270319" y="135160"/>
                  </a:lnTo>
                  <a:cubicBezTo>
                    <a:pt x="270319" y="209836"/>
                    <a:pt x="209836" y="270320"/>
                    <a:pt x="135160" y="270320"/>
                  </a:cubicBezTo>
                  <a:lnTo>
                    <a:pt x="135160" y="270320"/>
                  </a:lnTo>
                  <a:cubicBezTo>
                    <a:pt x="60484" y="270320"/>
                    <a:pt x="0" y="209836"/>
                    <a:pt x="0" y="135160"/>
                  </a:cubicBezTo>
                  <a:lnTo>
                    <a:pt x="0" y="135160"/>
                  </a:lnTo>
                  <a:cubicBezTo>
                    <a:pt x="0" y="60484"/>
                    <a:pt x="60484" y="0"/>
                    <a:pt x="135160" y="0"/>
                  </a:cubicBezTo>
                  <a:close/>
                </a:path>
              </a:pathLst>
            </a:custGeom>
            <a:grpFill/>
            <a:ln w="9525" cap="flat">
              <a:noFill/>
              <a:prstDash val="solid"/>
              <a:miter/>
            </a:ln>
          </p:spPr>
          <p:txBody>
            <a:bodyPr rtlCol="0" anchor="ctr"/>
            <a:lstStyle/>
            <a:p>
              <a:pPr defTabSz="914240">
                <a:defRPr/>
              </a:pPr>
              <a:endParaRPr lang="en-IN">
                <a:solidFill>
                  <a:prstClr val="black"/>
                </a:solidFill>
                <a:latin typeface="Segoe UI"/>
              </a:endParaRPr>
            </a:p>
          </p:txBody>
        </p:sp>
        <p:sp>
          <p:nvSpPr>
            <p:cNvPr id="19" name="Freeform: Shape 18">
              <a:extLst>
                <a:ext uri="{FF2B5EF4-FFF2-40B4-BE49-F238E27FC236}">
                  <a16:creationId xmlns:a16="http://schemas.microsoft.com/office/drawing/2014/main" id="{7120184C-9869-2FA7-F031-A3CC11AB0601}"/>
                </a:ext>
              </a:extLst>
            </p:cNvPr>
            <p:cNvSpPr/>
            <p:nvPr/>
          </p:nvSpPr>
          <p:spPr>
            <a:xfrm>
              <a:off x="4954423" y="325022"/>
              <a:ext cx="102883" cy="102882"/>
            </a:xfrm>
            <a:custGeom>
              <a:avLst/>
              <a:gdLst>
                <a:gd name="connsiteX0" fmla="*/ 135160 w 270319"/>
                <a:gd name="connsiteY0" fmla="*/ 0 h 270319"/>
                <a:gd name="connsiteX1" fmla="*/ 270319 w 270319"/>
                <a:gd name="connsiteY1" fmla="*/ 135160 h 270319"/>
                <a:gd name="connsiteX2" fmla="*/ 270319 w 270319"/>
                <a:gd name="connsiteY2" fmla="*/ 135160 h 270319"/>
                <a:gd name="connsiteX3" fmla="*/ 135160 w 270319"/>
                <a:gd name="connsiteY3" fmla="*/ 270319 h 270319"/>
                <a:gd name="connsiteX4" fmla="*/ 135160 w 270319"/>
                <a:gd name="connsiteY4" fmla="*/ 270319 h 270319"/>
                <a:gd name="connsiteX5" fmla="*/ 0 w 270319"/>
                <a:gd name="connsiteY5" fmla="*/ 135160 h 270319"/>
                <a:gd name="connsiteX6" fmla="*/ 0 w 270319"/>
                <a:gd name="connsiteY6" fmla="*/ 135160 h 270319"/>
                <a:gd name="connsiteX7" fmla="*/ 135160 w 270319"/>
                <a:gd name="connsiteY7" fmla="*/ 0 h 27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319" h="270319">
                  <a:moveTo>
                    <a:pt x="135160" y="0"/>
                  </a:moveTo>
                  <a:cubicBezTo>
                    <a:pt x="209836" y="0"/>
                    <a:pt x="270319" y="60484"/>
                    <a:pt x="270319" y="135160"/>
                  </a:cubicBezTo>
                  <a:lnTo>
                    <a:pt x="270319" y="135160"/>
                  </a:lnTo>
                  <a:cubicBezTo>
                    <a:pt x="270319" y="209836"/>
                    <a:pt x="209836" y="270319"/>
                    <a:pt x="135160" y="270319"/>
                  </a:cubicBezTo>
                  <a:lnTo>
                    <a:pt x="135160" y="270319"/>
                  </a:lnTo>
                  <a:cubicBezTo>
                    <a:pt x="60484" y="270319"/>
                    <a:pt x="0" y="209836"/>
                    <a:pt x="0" y="135160"/>
                  </a:cubicBezTo>
                  <a:lnTo>
                    <a:pt x="0" y="135160"/>
                  </a:lnTo>
                  <a:cubicBezTo>
                    <a:pt x="0" y="60484"/>
                    <a:pt x="60484" y="0"/>
                    <a:pt x="135160" y="0"/>
                  </a:cubicBezTo>
                  <a:close/>
                </a:path>
              </a:pathLst>
            </a:custGeom>
            <a:grpFill/>
            <a:ln w="9525" cap="flat">
              <a:noFill/>
              <a:prstDash val="solid"/>
              <a:miter/>
            </a:ln>
          </p:spPr>
          <p:txBody>
            <a:bodyPr rtlCol="0" anchor="ctr"/>
            <a:lstStyle/>
            <a:p>
              <a:pPr defTabSz="914240">
                <a:defRPr/>
              </a:pPr>
              <a:endParaRPr lang="en-IN">
                <a:solidFill>
                  <a:prstClr val="black"/>
                </a:solidFill>
                <a:latin typeface="Segoe UI"/>
              </a:endParaRPr>
            </a:p>
          </p:txBody>
        </p:sp>
        <p:sp>
          <p:nvSpPr>
            <p:cNvPr id="20" name="Freeform: Shape 19">
              <a:extLst>
                <a:ext uri="{FF2B5EF4-FFF2-40B4-BE49-F238E27FC236}">
                  <a16:creationId xmlns:a16="http://schemas.microsoft.com/office/drawing/2014/main" id="{522169D0-04FC-A50D-FE81-980FE1304FFB}"/>
                </a:ext>
              </a:extLst>
            </p:cNvPr>
            <p:cNvSpPr/>
            <p:nvPr/>
          </p:nvSpPr>
          <p:spPr>
            <a:xfrm>
              <a:off x="4607507" y="681239"/>
              <a:ext cx="102883" cy="102882"/>
            </a:xfrm>
            <a:custGeom>
              <a:avLst/>
              <a:gdLst>
                <a:gd name="connsiteX0" fmla="*/ 135160 w 270319"/>
                <a:gd name="connsiteY0" fmla="*/ 0 h 270319"/>
                <a:gd name="connsiteX1" fmla="*/ 270320 w 270319"/>
                <a:gd name="connsiteY1" fmla="*/ 135160 h 270319"/>
                <a:gd name="connsiteX2" fmla="*/ 270320 w 270319"/>
                <a:gd name="connsiteY2" fmla="*/ 135160 h 270319"/>
                <a:gd name="connsiteX3" fmla="*/ 135160 w 270319"/>
                <a:gd name="connsiteY3" fmla="*/ 270320 h 270319"/>
                <a:gd name="connsiteX4" fmla="*/ 135160 w 270319"/>
                <a:gd name="connsiteY4" fmla="*/ 270320 h 270319"/>
                <a:gd name="connsiteX5" fmla="*/ 0 w 270319"/>
                <a:gd name="connsiteY5" fmla="*/ 135160 h 270319"/>
                <a:gd name="connsiteX6" fmla="*/ 0 w 270319"/>
                <a:gd name="connsiteY6" fmla="*/ 135160 h 270319"/>
                <a:gd name="connsiteX7" fmla="*/ 135160 w 270319"/>
                <a:gd name="connsiteY7" fmla="*/ 0 h 27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319" h="270319">
                  <a:moveTo>
                    <a:pt x="135160" y="0"/>
                  </a:moveTo>
                  <a:cubicBezTo>
                    <a:pt x="209836" y="0"/>
                    <a:pt x="270320" y="60484"/>
                    <a:pt x="270320" y="135160"/>
                  </a:cubicBezTo>
                  <a:lnTo>
                    <a:pt x="270320" y="135160"/>
                  </a:lnTo>
                  <a:cubicBezTo>
                    <a:pt x="270320" y="209836"/>
                    <a:pt x="209836" y="270320"/>
                    <a:pt x="135160" y="270320"/>
                  </a:cubicBezTo>
                  <a:lnTo>
                    <a:pt x="135160" y="270320"/>
                  </a:lnTo>
                  <a:cubicBezTo>
                    <a:pt x="60484" y="270320"/>
                    <a:pt x="0" y="209836"/>
                    <a:pt x="0" y="135160"/>
                  </a:cubicBezTo>
                  <a:lnTo>
                    <a:pt x="0" y="135160"/>
                  </a:lnTo>
                  <a:cubicBezTo>
                    <a:pt x="0" y="60484"/>
                    <a:pt x="60484" y="0"/>
                    <a:pt x="135160" y="0"/>
                  </a:cubicBezTo>
                  <a:close/>
                </a:path>
              </a:pathLst>
            </a:custGeom>
            <a:grpFill/>
            <a:ln w="9525" cap="flat">
              <a:noFill/>
              <a:prstDash val="solid"/>
              <a:miter/>
            </a:ln>
          </p:spPr>
          <p:txBody>
            <a:bodyPr rtlCol="0" anchor="ctr"/>
            <a:lstStyle/>
            <a:p>
              <a:pPr defTabSz="914240">
                <a:defRPr/>
              </a:pPr>
              <a:endParaRPr lang="en-IN">
                <a:solidFill>
                  <a:prstClr val="black"/>
                </a:solidFill>
                <a:latin typeface="Segoe UI"/>
              </a:endParaRPr>
            </a:p>
          </p:txBody>
        </p:sp>
        <p:sp>
          <p:nvSpPr>
            <p:cNvPr id="21" name="Freeform: Shape 20">
              <a:extLst>
                <a:ext uri="{FF2B5EF4-FFF2-40B4-BE49-F238E27FC236}">
                  <a16:creationId xmlns:a16="http://schemas.microsoft.com/office/drawing/2014/main" id="{101C1B69-522E-5E73-D1D7-85A67E98CFE9}"/>
                </a:ext>
              </a:extLst>
            </p:cNvPr>
            <p:cNvSpPr/>
            <p:nvPr/>
          </p:nvSpPr>
          <p:spPr>
            <a:xfrm>
              <a:off x="4607507" y="327022"/>
              <a:ext cx="102883" cy="102882"/>
            </a:xfrm>
            <a:custGeom>
              <a:avLst/>
              <a:gdLst>
                <a:gd name="connsiteX0" fmla="*/ 135160 w 270319"/>
                <a:gd name="connsiteY0" fmla="*/ 0 h 270319"/>
                <a:gd name="connsiteX1" fmla="*/ 270320 w 270319"/>
                <a:gd name="connsiteY1" fmla="*/ 135160 h 270319"/>
                <a:gd name="connsiteX2" fmla="*/ 270320 w 270319"/>
                <a:gd name="connsiteY2" fmla="*/ 135160 h 270319"/>
                <a:gd name="connsiteX3" fmla="*/ 135160 w 270319"/>
                <a:gd name="connsiteY3" fmla="*/ 270319 h 270319"/>
                <a:gd name="connsiteX4" fmla="*/ 135160 w 270319"/>
                <a:gd name="connsiteY4" fmla="*/ 270319 h 270319"/>
                <a:gd name="connsiteX5" fmla="*/ 0 w 270319"/>
                <a:gd name="connsiteY5" fmla="*/ 135160 h 270319"/>
                <a:gd name="connsiteX6" fmla="*/ 0 w 270319"/>
                <a:gd name="connsiteY6" fmla="*/ 135160 h 270319"/>
                <a:gd name="connsiteX7" fmla="*/ 135160 w 270319"/>
                <a:gd name="connsiteY7" fmla="*/ 0 h 27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319" h="270319">
                  <a:moveTo>
                    <a:pt x="135160" y="0"/>
                  </a:moveTo>
                  <a:cubicBezTo>
                    <a:pt x="209836" y="0"/>
                    <a:pt x="270320" y="60484"/>
                    <a:pt x="270320" y="135160"/>
                  </a:cubicBezTo>
                  <a:lnTo>
                    <a:pt x="270320" y="135160"/>
                  </a:lnTo>
                  <a:cubicBezTo>
                    <a:pt x="270320" y="209836"/>
                    <a:pt x="209836" y="270319"/>
                    <a:pt x="135160" y="270319"/>
                  </a:cubicBezTo>
                  <a:lnTo>
                    <a:pt x="135160" y="270319"/>
                  </a:lnTo>
                  <a:cubicBezTo>
                    <a:pt x="60484" y="270319"/>
                    <a:pt x="0" y="209836"/>
                    <a:pt x="0" y="135160"/>
                  </a:cubicBezTo>
                  <a:lnTo>
                    <a:pt x="0" y="135160"/>
                  </a:lnTo>
                  <a:cubicBezTo>
                    <a:pt x="0" y="60484"/>
                    <a:pt x="60484" y="0"/>
                    <a:pt x="135160" y="0"/>
                  </a:cubicBezTo>
                  <a:close/>
                </a:path>
              </a:pathLst>
            </a:custGeom>
            <a:grpFill/>
            <a:ln w="9525" cap="flat">
              <a:noFill/>
              <a:prstDash val="solid"/>
              <a:miter/>
            </a:ln>
          </p:spPr>
          <p:txBody>
            <a:bodyPr rtlCol="0" anchor="ctr"/>
            <a:lstStyle/>
            <a:p>
              <a:pPr defTabSz="914240">
                <a:defRPr/>
              </a:pPr>
              <a:endParaRPr lang="en-IN">
                <a:solidFill>
                  <a:prstClr val="black"/>
                </a:solidFill>
                <a:latin typeface="Segoe UI"/>
              </a:endParaRPr>
            </a:p>
          </p:txBody>
        </p:sp>
      </p:grpSp>
      <p:sp>
        <p:nvSpPr>
          <p:cNvPr id="9" name="Frame 8">
            <a:extLst>
              <a:ext uri="{FF2B5EF4-FFF2-40B4-BE49-F238E27FC236}">
                <a16:creationId xmlns:a16="http://schemas.microsoft.com/office/drawing/2014/main" id="{806384B5-6429-1A3D-2122-2BAD074E69D9}"/>
              </a:ext>
            </a:extLst>
          </p:cNvPr>
          <p:cNvSpPr/>
          <p:nvPr/>
        </p:nvSpPr>
        <p:spPr>
          <a:xfrm>
            <a:off x="-828600" y="-2006573"/>
            <a:ext cx="4512096" cy="4512096"/>
          </a:xfrm>
          <a:prstGeom prst="frame">
            <a:avLst>
              <a:gd name="adj1" fmla="val 17325"/>
            </a:avLst>
          </a:prstGeom>
          <a:gradFill flip="none" rotWithShape="1">
            <a:gsLst>
              <a:gs pos="0">
                <a:schemeClr val="bg1"/>
              </a:gs>
              <a:gs pos="100000">
                <a:schemeClr val="bg1">
                  <a:lumMod val="95000"/>
                </a:schemeClr>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240">
              <a:defRPr/>
            </a:pPr>
            <a:endParaRPr lang="en-IN">
              <a:solidFill>
                <a:prstClr val="black"/>
              </a:solidFill>
              <a:latin typeface="Segoe UI"/>
            </a:endParaRPr>
          </a:p>
        </p:txBody>
      </p:sp>
      <p:pic>
        <p:nvPicPr>
          <p:cNvPr id="13" name="Picture Placeholder 12">
            <a:extLst>
              <a:ext uri="{FF2B5EF4-FFF2-40B4-BE49-F238E27FC236}">
                <a16:creationId xmlns:a16="http://schemas.microsoft.com/office/drawing/2014/main" id="{921BAA85-B46A-1CB4-696D-C73DED752F44}"/>
              </a:ext>
            </a:extLst>
          </p:cNvPr>
          <p:cNvPicPr>
            <a:picLocks noGrp="1" noChangeAspect="1"/>
          </p:cNvPicPr>
          <p:nvPr>
            <p:ph type="pic" sz="quarter" idx="13"/>
          </p:nvPr>
        </p:nvPicPr>
        <p:blipFill>
          <a:blip r:embed="rId2">
            <a:alphaModFix/>
            <a:extLst>
              <a:ext uri="{BEBA8EAE-BF5A-486C-A8C5-ECC9F3942E4B}">
                <a14:imgProps xmlns:a14="http://schemas.microsoft.com/office/drawing/2010/main">
                  <a14:imgLayer r:embed="rId3">
                    <a14:imgEffect>
                      <a14:sharpenSoften amount="16000"/>
                    </a14:imgEffect>
                    <a14:imgEffect>
                      <a14:brightnessContrast bright="17000" contrast="-6000"/>
                    </a14:imgEffect>
                  </a14:imgLayer>
                </a14:imgProps>
              </a:ext>
              <a:ext uri="{28A0092B-C50C-407E-A947-70E740481C1C}">
                <a14:useLocalDpi xmlns:a14="http://schemas.microsoft.com/office/drawing/2010/main" val="0"/>
              </a:ext>
            </a:extLst>
          </a:blip>
          <a:srcRect l="9869" r="9869"/>
          <a:stretch/>
        </p:blipFill>
        <p:spPr>
          <a:xfrm>
            <a:off x="1191" y="0"/>
            <a:ext cx="4158854" cy="5181600"/>
          </a:xfrm>
        </p:spPr>
      </p:pic>
      <p:grpSp>
        <p:nvGrpSpPr>
          <p:cNvPr id="24" name="Group 23">
            <a:extLst>
              <a:ext uri="{FF2B5EF4-FFF2-40B4-BE49-F238E27FC236}">
                <a16:creationId xmlns:a16="http://schemas.microsoft.com/office/drawing/2014/main" id="{046C1C7B-00D4-23A3-B578-396343291D90}"/>
              </a:ext>
            </a:extLst>
          </p:cNvPr>
          <p:cNvGrpSpPr/>
          <p:nvPr/>
        </p:nvGrpSpPr>
        <p:grpSpPr>
          <a:xfrm>
            <a:off x="2658633" y="411511"/>
            <a:ext cx="597537" cy="345866"/>
            <a:chOff x="4610662" y="6011331"/>
            <a:chExt cx="796716" cy="461155"/>
          </a:xfrm>
          <a:solidFill>
            <a:schemeClr val="bg1"/>
          </a:solidFill>
        </p:grpSpPr>
        <p:sp>
          <p:nvSpPr>
            <p:cNvPr id="25" name="Freeform: Shape 24">
              <a:extLst>
                <a:ext uri="{FF2B5EF4-FFF2-40B4-BE49-F238E27FC236}">
                  <a16:creationId xmlns:a16="http://schemas.microsoft.com/office/drawing/2014/main" id="{9826E714-ABAE-9ECD-F213-80DCE572D1CD}"/>
                </a:ext>
              </a:extLst>
            </p:cNvPr>
            <p:cNvSpPr/>
            <p:nvPr/>
          </p:nvSpPr>
          <p:spPr>
            <a:xfrm>
              <a:off x="5304495" y="6365602"/>
              <a:ext cx="102883" cy="102882"/>
            </a:xfrm>
            <a:custGeom>
              <a:avLst/>
              <a:gdLst>
                <a:gd name="connsiteX0" fmla="*/ 135160 w 270319"/>
                <a:gd name="connsiteY0" fmla="*/ 0 h 270319"/>
                <a:gd name="connsiteX1" fmla="*/ 270320 w 270319"/>
                <a:gd name="connsiteY1" fmla="*/ 135160 h 270319"/>
                <a:gd name="connsiteX2" fmla="*/ 270320 w 270319"/>
                <a:gd name="connsiteY2" fmla="*/ 135160 h 270319"/>
                <a:gd name="connsiteX3" fmla="*/ 135160 w 270319"/>
                <a:gd name="connsiteY3" fmla="*/ 270320 h 270319"/>
                <a:gd name="connsiteX4" fmla="*/ 135160 w 270319"/>
                <a:gd name="connsiteY4" fmla="*/ 270320 h 270319"/>
                <a:gd name="connsiteX5" fmla="*/ 0 w 270319"/>
                <a:gd name="connsiteY5" fmla="*/ 135160 h 270319"/>
                <a:gd name="connsiteX6" fmla="*/ 0 w 270319"/>
                <a:gd name="connsiteY6" fmla="*/ 135160 h 270319"/>
                <a:gd name="connsiteX7" fmla="*/ 135160 w 270319"/>
                <a:gd name="connsiteY7" fmla="*/ 0 h 27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319" h="270319">
                  <a:moveTo>
                    <a:pt x="135160" y="0"/>
                  </a:moveTo>
                  <a:cubicBezTo>
                    <a:pt x="209836" y="0"/>
                    <a:pt x="270320" y="60484"/>
                    <a:pt x="270320" y="135160"/>
                  </a:cubicBezTo>
                  <a:lnTo>
                    <a:pt x="270320" y="135160"/>
                  </a:lnTo>
                  <a:cubicBezTo>
                    <a:pt x="270320" y="209836"/>
                    <a:pt x="209836" y="270320"/>
                    <a:pt x="135160" y="270320"/>
                  </a:cubicBezTo>
                  <a:lnTo>
                    <a:pt x="135160" y="270320"/>
                  </a:lnTo>
                  <a:cubicBezTo>
                    <a:pt x="60484" y="270320"/>
                    <a:pt x="0" y="209836"/>
                    <a:pt x="0" y="135160"/>
                  </a:cubicBezTo>
                  <a:lnTo>
                    <a:pt x="0" y="135160"/>
                  </a:lnTo>
                  <a:cubicBezTo>
                    <a:pt x="0" y="60484"/>
                    <a:pt x="60484" y="0"/>
                    <a:pt x="135160" y="0"/>
                  </a:cubicBezTo>
                  <a:close/>
                </a:path>
              </a:pathLst>
            </a:custGeom>
            <a:grpFill/>
            <a:ln w="9525" cap="flat">
              <a:noFill/>
              <a:prstDash val="solid"/>
              <a:miter/>
            </a:ln>
          </p:spPr>
          <p:txBody>
            <a:bodyPr rtlCol="0" anchor="ctr"/>
            <a:lstStyle/>
            <a:p>
              <a:pPr defTabSz="914240">
                <a:defRPr/>
              </a:pPr>
              <a:endParaRPr lang="en-IN">
                <a:solidFill>
                  <a:prstClr val="black"/>
                </a:solidFill>
                <a:latin typeface="Segoe UI"/>
              </a:endParaRPr>
            </a:p>
          </p:txBody>
        </p:sp>
        <p:sp>
          <p:nvSpPr>
            <p:cNvPr id="36" name="Freeform: Shape 35">
              <a:extLst>
                <a:ext uri="{FF2B5EF4-FFF2-40B4-BE49-F238E27FC236}">
                  <a16:creationId xmlns:a16="http://schemas.microsoft.com/office/drawing/2014/main" id="{B37E1A7F-D042-A911-3088-9513E9F7859C}"/>
                </a:ext>
              </a:extLst>
            </p:cNvPr>
            <p:cNvSpPr/>
            <p:nvPr/>
          </p:nvSpPr>
          <p:spPr>
            <a:xfrm>
              <a:off x="5304495" y="6011331"/>
              <a:ext cx="102883" cy="102882"/>
            </a:xfrm>
            <a:custGeom>
              <a:avLst/>
              <a:gdLst>
                <a:gd name="connsiteX0" fmla="*/ 135160 w 270319"/>
                <a:gd name="connsiteY0" fmla="*/ 0 h 270319"/>
                <a:gd name="connsiteX1" fmla="*/ 270320 w 270319"/>
                <a:gd name="connsiteY1" fmla="*/ 135160 h 270319"/>
                <a:gd name="connsiteX2" fmla="*/ 270320 w 270319"/>
                <a:gd name="connsiteY2" fmla="*/ 135160 h 270319"/>
                <a:gd name="connsiteX3" fmla="*/ 135160 w 270319"/>
                <a:gd name="connsiteY3" fmla="*/ 270319 h 270319"/>
                <a:gd name="connsiteX4" fmla="*/ 135160 w 270319"/>
                <a:gd name="connsiteY4" fmla="*/ 270319 h 270319"/>
                <a:gd name="connsiteX5" fmla="*/ 0 w 270319"/>
                <a:gd name="connsiteY5" fmla="*/ 135160 h 270319"/>
                <a:gd name="connsiteX6" fmla="*/ 0 w 270319"/>
                <a:gd name="connsiteY6" fmla="*/ 135160 h 270319"/>
                <a:gd name="connsiteX7" fmla="*/ 135160 w 270319"/>
                <a:gd name="connsiteY7" fmla="*/ 0 h 27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319" h="270319">
                  <a:moveTo>
                    <a:pt x="135160" y="0"/>
                  </a:moveTo>
                  <a:cubicBezTo>
                    <a:pt x="209836" y="0"/>
                    <a:pt x="270320" y="60484"/>
                    <a:pt x="270320" y="135160"/>
                  </a:cubicBezTo>
                  <a:lnTo>
                    <a:pt x="270320" y="135160"/>
                  </a:lnTo>
                  <a:cubicBezTo>
                    <a:pt x="270320" y="209836"/>
                    <a:pt x="209836" y="270319"/>
                    <a:pt x="135160" y="270319"/>
                  </a:cubicBezTo>
                  <a:lnTo>
                    <a:pt x="135160" y="270319"/>
                  </a:lnTo>
                  <a:cubicBezTo>
                    <a:pt x="60484" y="270319"/>
                    <a:pt x="0" y="209836"/>
                    <a:pt x="0" y="135160"/>
                  </a:cubicBezTo>
                  <a:lnTo>
                    <a:pt x="0" y="135160"/>
                  </a:lnTo>
                  <a:cubicBezTo>
                    <a:pt x="0" y="60484"/>
                    <a:pt x="60484" y="0"/>
                    <a:pt x="135160" y="0"/>
                  </a:cubicBezTo>
                  <a:close/>
                </a:path>
              </a:pathLst>
            </a:custGeom>
            <a:grpFill/>
            <a:ln w="9525" cap="flat">
              <a:noFill/>
              <a:prstDash val="solid"/>
              <a:miter/>
            </a:ln>
          </p:spPr>
          <p:txBody>
            <a:bodyPr rtlCol="0" anchor="ctr"/>
            <a:lstStyle/>
            <a:p>
              <a:pPr defTabSz="914240">
                <a:defRPr/>
              </a:pPr>
              <a:endParaRPr lang="en-IN">
                <a:solidFill>
                  <a:prstClr val="black"/>
                </a:solidFill>
                <a:latin typeface="Segoe UI"/>
              </a:endParaRPr>
            </a:p>
          </p:txBody>
        </p:sp>
        <p:sp>
          <p:nvSpPr>
            <p:cNvPr id="38" name="Freeform: Shape 37">
              <a:extLst>
                <a:ext uri="{FF2B5EF4-FFF2-40B4-BE49-F238E27FC236}">
                  <a16:creationId xmlns:a16="http://schemas.microsoft.com/office/drawing/2014/main" id="{4ED8DA7E-6E41-EEDF-D537-F4061C82D4BF}"/>
                </a:ext>
              </a:extLst>
            </p:cNvPr>
            <p:cNvSpPr/>
            <p:nvPr/>
          </p:nvSpPr>
          <p:spPr>
            <a:xfrm>
              <a:off x="4957578" y="6367603"/>
              <a:ext cx="102883" cy="102882"/>
            </a:xfrm>
            <a:custGeom>
              <a:avLst/>
              <a:gdLst>
                <a:gd name="connsiteX0" fmla="*/ 135160 w 270319"/>
                <a:gd name="connsiteY0" fmla="*/ 0 h 270319"/>
                <a:gd name="connsiteX1" fmla="*/ 270319 w 270319"/>
                <a:gd name="connsiteY1" fmla="*/ 135160 h 270319"/>
                <a:gd name="connsiteX2" fmla="*/ 270319 w 270319"/>
                <a:gd name="connsiteY2" fmla="*/ 135160 h 270319"/>
                <a:gd name="connsiteX3" fmla="*/ 135160 w 270319"/>
                <a:gd name="connsiteY3" fmla="*/ 270319 h 270319"/>
                <a:gd name="connsiteX4" fmla="*/ 135160 w 270319"/>
                <a:gd name="connsiteY4" fmla="*/ 270319 h 270319"/>
                <a:gd name="connsiteX5" fmla="*/ 0 w 270319"/>
                <a:gd name="connsiteY5" fmla="*/ 135160 h 270319"/>
                <a:gd name="connsiteX6" fmla="*/ 0 w 270319"/>
                <a:gd name="connsiteY6" fmla="*/ 135160 h 270319"/>
                <a:gd name="connsiteX7" fmla="*/ 135160 w 270319"/>
                <a:gd name="connsiteY7" fmla="*/ 0 h 27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319" h="270319">
                  <a:moveTo>
                    <a:pt x="135160" y="0"/>
                  </a:moveTo>
                  <a:cubicBezTo>
                    <a:pt x="209836" y="0"/>
                    <a:pt x="270319" y="60484"/>
                    <a:pt x="270319" y="135160"/>
                  </a:cubicBezTo>
                  <a:lnTo>
                    <a:pt x="270319" y="135160"/>
                  </a:lnTo>
                  <a:cubicBezTo>
                    <a:pt x="270319" y="209836"/>
                    <a:pt x="209836" y="270319"/>
                    <a:pt x="135160" y="270319"/>
                  </a:cubicBezTo>
                  <a:lnTo>
                    <a:pt x="135160" y="270319"/>
                  </a:lnTo>
                  <a:cubicBezTo>
                    <a:pt x="60484" y="270319"/>
                    <a:pt x="0" y="209836"/>
                    <a:pt x="0" y="135160"/>
                  </a:cubicBezTo>
                  <a:lnTo>
                    <a:pt x="0" y="135160"/>
                  </a:lnTo>
                  <a:cubicBezTo>
                    <a:pt x="0" y="60484"/>
                    <a:pt x="60484" y="0"/>
                    <a:pt x="135160" y="0"/>
                  </a:cubicBezTo>
                  <a:close/>
                </a:path>
              </a:pathLst>
            </a:custGeom>
            <a:grpFill/>
            <a:ln w="9525" cap="flat">
              <a:noFill/>
              <a:prstDash val="solid"/>
              <a:miter/>
            </a:ln>
          </p:spPr>
          <p:txBody>
            <a:bodyPr rtlCol="0" anchor="ctr"/>
            <a:lstStyle/>
            <a:p>
              <a:pPr defTabSz="914240">
                <a:defRPr/>
              </a:pPr>
              <a:endParaRPr lang="en-IN">
                <a:solidFill>
                  <a:prstClr val="black"/>
                </a:solidFill>
                <a:latin typeface="Segoe UI"/>
              </a:endParaRPr>
            </a:p>
          </p:txBody>
        </p:sp>
        <p:sp>
          <p:nvSpPr>
            <p:cNvPr id="39" name="Freeform: Shape 38">
              <a:extLst>
                <a:ext uri="{FF2B5EF4-FFF2-40B4-BE49-F238E27FC236}">
                  <a16:creationId xmlns:a16="http://schemas.microsoft.com/office/drawing/2014/main" id="{138EDFCA-C791-8BE7-F555-A2F4D175383F}"/>
                </a:ext>
              </a:extLst>
            </p:cNvPr>
            <p:cNvSpPr/>
            <p:nvPr/>
          </p:nvSpPr>
          <p:spPr>
            <a:xfrm>
              <a:off x="4957578" y="6013332"/>
              <a:ext cx="102883" cy="102882"/>
            </a:xfrm>
            <a:custGeom>
              <a:avLst/>
              <a:gdLst>
                <a:gd name="connsiteX0" fmla="*/ 135160 w 270319"/>
                <a:gd name="connsiteY0" fmla="*/ 0 h 270319"/>
                <a:gd name="connsiteX1" fmla="*/ 270319 w 270319"/>
                <a:gd name="connsiteY1" fmla="*/ 135160 h 270319"/>
                <a:gd name="connsiteX2" fmla="*/ 270319 w 270319"/>
                <a:gd name="connsiteY2" fmla="*/ 135160 h 270319"/>
                <a:gd name="connsiteX3" fmla="*/ 135160 w 270319"/>
                <a:gd name="connsiteY3" fmla="*/ 270319 h 270319"/>
                <a:gd name="connsiteX4" fmla="*/ 135160 w 270319"/>
                <a:gd name="connsiteY4" fmla="*/ 270319 h 270319"/>
                <a:gd name="connsiteX5" fmla="*/ 0 w 270319"/>
                <a:gd name="connsiteY5" fmla="*/ 135160 h 270319"/>
                <a:gd name="connsiteX6" fmla="*/ 0 w 270319"/>
                <a:gd name="connsiteY6" fmla="*/ 135160 h 270319"/>
                <a:gd name="connsiteX7" fmla="*/ 135160 w 270319"/>
                <a:gd name="connsiteY7" fmla="*/ 0 h 27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319" h="270319">
                  <a:moveTo>
                    <a:pt x="135160" y="0"/>
                  </a:moveTo>
                  <a:cubicBezTo>
                    <a:pt x="209836" y="0"/>
                    <a:pt x="270319" y="60484"/>
                    <a:pt x="270319" y="135160"/>
                  </a:cubicBezTo>
                  <a:lnTo>
                    <a:pt x="270319" y="135160"/>
                  </a:lnTo>
                  <a:cubicBezTo>
                    <a:pt x="270319" y="209836"/>
                    <a:pt x="209836" y="270319"/>
                    <a:pt x="135160" y="270319"/>
                  </a:cubicBezTo>
                  <a:lnTo>
                    <a:pt x="135160" y="270319"/>
                  </a:lnTo>
                  <a:cubicBezTo>
                    <a:pt x="60484" y="270319"/>
                    <a:pt x="0" y="209836"/>
                    <a:pt x="0" y="135160"/>
                  </a:cubicBezTo>
                  <a:lnTo>
                    <a:pt x="0" y="135160"/>
                  </a:lnTo>
                  <a:cubicBezTo>
                    <a:pt x="0" y="60484"/>
                    <a:pt x="60484" y="0"/>
                    <a:pt x="135160" y="0"/>
                  </a:cubicBezTo>
                  <a:close/>
                </a:path>
              </a:pathLst>
            </a:custGeom>
            <a:grpFill/>
            <a:ln w="9525" cap="flat">
              <a:noFill/>
              <a:prstDash val="solid"/>
              <a:miter/>
            </a:ln>
          </p:spPr>
          <p:txBody>
            <a:bodyPr rtlCol="0" anchor="ctr"/>
            <a:lstStyle/>
            <a:p>
              <a:pPr defTabSz="914240">
                <a:defRPr/>
              </a:pPr>
              <a:endParaRPr lang="en-IN">
                <a:solidFill>
                  <a:prstClr val="black"/>
                </a:solidFill>
                <a:latin typeface="Segoe UI"/>
              </a:endParaRPr>
            </a:p>
          </p:txBody>
        </p:sp>
        <p:sp>
          <p:nvSpPr>
            <p:cNvPr id="40" name="Freeform: Shape 39">
              <a:extLst>
                <a:ext uri="{FF2B5EF4-FFF2-40B4-BE49-F238E27FC236}">
                  <a16:creationId xmlns:a16="http://schemas.microsoft.com/office/drawing/2014/main" id="{628112CC-2C58-1DAA-6D85-7D0F49C95D27}"/>
                </a:ext>
              </a:extLst>
            </p:cNvPr>
            <p:cNvSpPr/>
            <p:nvPr/>
          </p:nvSpPr>
          <p:spPr>
            <a:xfrm>
              <a:off x="4610662" y="6369604"/>
              <a:ext cx="102883" cy="102882"/>
            </a:xfrm>
            <a:custGeom>
              <a:avLst/>
              <a:gdLst>
                <a:gd name="connsiteX0" fmla="*/ 135160 w 270319"/>
                <a:gd name="connsiteY0" fmla="*/ 0 h 270319"/>
                <a:gd name="connsiteX1" fmla="*/ 270319 w 270319"/>
                <a:gd name="connsiteY1" fmla="*/ 135160 h 270319"/>
                <a:gd name="connsiteX2" fmla="*/ 270319 w 270319"/>
                <a:gd name="connsiteY2" fmla="*/ 135160 h 270319"/>
                <a:gd name="connsiteX3" fmla="*/ 135160 w 270319"/>
                <a:gd name="connsiteY3" fmla="*/ 270320 h 270319"/>
                <a:gd name="connsiteX4" fmla="*/ 135160 w 270319"/>
                <a:gd name="connsiteY4" fmla="*/ 270320 h 270319"/>
                <a:gd name="connsiteX5" fmla="*/ 0 w 270319"/>
                <a:gd name="connsiteY5" fmla="*/ 135160 h 270319"/>
                <a:gd name="connsiteX6" fmla="*/ 0 w 270319"/>
                <a:gd name="connsiteY6" fmla="*/ 135160 h 270319"/>
                <a:gd name="connsiteX7" fmla="*/ 135160 w 270319"/>
                <a:gd name="connsiteY7" fmla="*/ 0 h 27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319" h="270319">
                  <a:moveTo>
                    <a:pt x="135160" y="0"/>
                  </a:moveTo>
                  <a:cubicBezTo>
                    <a:pt x="209836" y="0"/>
                    <a:pt x="270319" y="60484"/>
                    <a:pt x="270319" y="135160"/>
                  </a:cubicBezTo>
                  <a:lnTo>
                    <a:pt x="270319" y="135160"/>
                  </a:lnTo>
                  <a:cubicBezTo>
                    <a:pt x="270319" y="209836"/>
                    <a:pt x="209836" y="270320"/>
                    <a:pt x="135160" y="270320"/>
                  </a:cubicBezTo>
                  <a:lnTo>
                    <a:pt x="135160" y="270320"/>
                  </a:lnTo>
                  <a:cubicBezTo>
                    <a:pt x="60484" y="270320"/>
                    <a:pt x="0" y="209836"/>
                    <a:pt x="0" y="135160"/>
                  </a:cubicBezTo>
                  <a:lnTo>
                    <a:pt x="0" y="135160"/>
                  </a:lnTo>
                  <a:cubicBezTo>
                    <a:pt x="0" y="60484"/>
                    <a:pt x="60484" y="0"/>
                    <a:pt x="135160" y="0"/>
                  </a:cubicBezTo>
                  <a:close/>
                </a:path>
              </a:pathLst>
            </a:custGeom>
            <a:grpFill/>
            <a:ln w="9525" cap="flat">
              <a:noFill/>
              <a:prstDash val="solid"/>
              <a:miter/>
            </a:ln>
          </p:spPr>
          <p:txBody>
            <a:bodyPr rtlCol="0" anchor="ctr"/>
            <a:lstStyle/>
            <a:p>
              <a:pPr defTabSz="914240">
                <a:defRPr/>
              </a:pPr>
              <a:endParaRPr lang="en-IN">
                <a:solidFill>
                  <a:prstClr val="black"/>
                </a:solidFill>
                <a:latin typeface="Segoe UI"/>
              </a:endParaRPr>
            </a:p>
          </p:txBody>
        </p:sp>
        <p:sp>
          <p:nvSpPr>
            <p:cNvPr id="41" name="Freeform: Shape 40">
              <a:extLst>
                <a:ext uri="{FF2B5EF4-FFF2-40B4-BE49-F238E27FC236}">
                  <a16:creationId xmlns:a16="http://schemas.microsoft.com/office/drawing/2014/main" id="{8F6615F0-5731-7ED3-75A7-CE6D7AF86517}"/>
                </a:ext>
              </a:extLst>
            </p:cNvPr>
            <p:cNvSpPr/>
            <p:nvPr/>
          </p:nvSpPr>
          <p:spPr>
            <a:xfrm>
              <a:off x="4610662" y="6015388"/>
              <a:ext cx="102883" cy="102882"/>
            </a:xfrm>
            <a:custGeom>
              <a:avLst/>
              <a:gdLst>
                <a:gd name="connsiteX0" fmla="*/ 135160 w 270319"/>
                <a:gd name="connsiteY0" fmla="*/ 0 h 270319"/>
                <a:gd name="connsiteX1" fmla="*/ 270319 w 270319"/>
                <a:gd name="connsiteY1" fmla="*/ 135160 h 270319"/>
                <a:gd name="connsiteX2" fmla="*/ 270319 w 270319"/>
                <a:gd name="connsiteY2" fmla="*/ 135160 h 270319"/>
                <a:gd name="connsiteX3" fmla="*/ 135160 w 270319"/>
                <a:gd name="connsiteY3" fmla="*/ 270319 h 270319"/>
                <a:gd name="connsiteX4" fmla="*/ 135160 w 270319"/>
                <a:gd name="connsiteY4" fmla="*/ 270319 h 270319"/>
                <a:gd name="connsiteX5" fmla="*/ 0 w 270319"/>
                <a:gd name="connsiteY5" fmla="*/ 135160 h 270319"/>
                <a:gd name="connsiteX6" fmla="*/ 0 w 270319"/>
                <a:gd name="connsiteY6" fmla="*/ 135160 h 270319"/>
                <a:gd name="connsiteX7" fmla="*/ 135160 w 270319"/>
                <a:gd name="connsiteY7" fmla="*/ 0 h 27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319" h="270319">
                  <a:moveTo>
                    <a:pt x="135160" y="0"/>
                  </a:moveTo>
                  <a:cubicBezTo>
                    <a:pt x="209836" y="0"/>
                    <a:pt x="270319" y="60484"/>
                    <a:pt x="270319" y="135160"/>
                  </a:cubicBezTo>
                  <a:lnTo>
                    <a:pt x="270319" y="135160"/>
                  </a:lnTo>
                  <a:cubicBezTo>
                    <a:pt x="270319" y="209836"/>
                    <a:pt x="209836" y="270319"/>
                    <a:pt x="135160" y="270319"/>
                  </a:cubicBezTo>
                  <a:lnTo>
                    <a:pt x="135160" y="270319"/>
                  </a:lnTo>
                  <a:cubicBezTo>
                    <a:pt x="60484" y="270319"/>
                    <a:pt x="0" y="209836"/>
                    <a:pt x="0" y="135160"/>
                  </a:cubicBezTo>
                  <a:lnTo>
                    <a:pt x="0" y="135160"/>
                  </a:lnTo>
                  <a:cubicBezTo>
                    <a:pt x="0" y="60484"/>
                    <a:pt x="60484" y="0"/>
                    <a:pt x="135160" y="0"/>
                  </a:cubicBezTo>
                  <a:close/>
                </a:path>
              </a:pathLst>
            </a:custGeom>
            <a:grpFill/>
            <a:ln w="9525" cap="flat">
              <a:noFill/>
              <a:prstDash val="solid"/>
              <a:miter/>
            </a:ln>
          </p:spPr>
          <p:txBody>
            <a:bodyPr rtlCol="0" anchor="ctr"/>
            <a:lstStyle/>
            <a:p>
              <a:pPr defTabSz="914240">
                <a:defRPr/>
              </a:pPr>
              <a:endParaRPr lang="en-IN">
                <a:solidFill>
                  <a:prstClr val="black"/>
                </a:solidFill>
                <a:latin typeface="Segoe UI"/>
              </a:endParaRPr>
            </a:p>
          </p:txBody>
        </p:sp>
      </p:grpSp>
      <p:sp>
        <p:nvSpPr>
          <p:cNvPr id="42" name="TextBox 41">
            <a:extLst>
              <a:ext uri="{FF2B5EF4-FFF2-40B4-BE49-F238E27FC236}">
                <a16:creationId xmlns:a16="http://schemas.microsoft.com/office/drawing/2014/main" id="{D189D917-EA23-1CC5-024C-14D953BBB9C8}"/>
              </a:ext>
            </a:extLst>
          </p:cNvPr>
          <p:cNvSpPr txBox="1"/>
          <p:nvPr/>
        </p:nvSpPr>
        <p:spPr>
          <a:xfrm>
            <a:off x="4409982" y="1388760"/>
            <a:ext cx="4285304" cy="904384"/>
          </a:xfrm>
          <a:prstGeom prst="rect">
            <a:avLst/>
          </a:prstGeom>
          <a:noFill/>
        </p:spPr>
        <p:txBody>
          <a:bodyPr wrap="square" lIns="0" tIns="0" rIns="0" bIns="0" rtlCol="0" anchor="t">
            <a:noAutofit/>
          </a:bodyPr>
          <a:lstStyle/>
          <a:p>
            <a:pPr defTabSz="914240">
              <a:lnSpc>
                <a:spcPct val="110000"/>
              </a:lnSpc>
              <a:defRPr/>
            </a:pPr>
            <a:r>
              <a:rPr lang="en-US" sz="1050" dirty="0">
                <a:solidFill>
                  <a:prstClr val="white"/>
                </a:solidFill>
                <a:latin typeface="Segoe UI"/>
                <a:cs typeface="Segoe UI Light" panose="020B0502040204020203" pitchFamily="34" charset="0"/>
              </a:rPr>
              <a:t>Mia is a young entrepreneur owning a multi million-dollar business of manufacturing printers, projectors, &amp; smart phones. Her service team wants to manage customer service orders that basically a digital work ticket that tracks when Mia’s company needs to provide a service to a customer. She want to create a solution using SAP BTP which</a:t>
            </a:r>
          </a:p>
        </p:txBody>
      </p:sp>
      <p:sp>
        <p:nvSpPr>
          <p:cNvPr id="43" name="TextBox 42">
            <a:extLst>
              <a:ext uri="{FF2B5EF4-FFF2-40B4-BE49-F238E27FC236}">
                <a16:creationId xmlns:a16="http://schemas.microsoft.com/office/drawing/2014/main" id="{D7249DD0-25E7-148C-E84E-ADC3AE48F074}"/>
              </a:ext>
            </a:extLst>
          </p:cNvPr>
          <p:cNvSpPr txBox="1"/>
          <p:nvPr/>
        </p:nvSpPr>
        <p:spPr>
          <a:xfrm>
            <a:off x="4409983" y="765472"/>
            <a:ext cx="3502319" cy="456661"/>
          </a:xfrm>
          <a:prstGeom prst="rect">
            <a:avLst/>
          </a:prstGeom>
          <a:noFill/>
        </p:spPr>
        <p:txBody>
          <a:bodyPr wrap="square" lIns="0" tIns="0" rIns="0" bIns="0" rtlCol="0" anchor="ctr">
            <a:noAutofit/>
          </a:bodyPr>
          <a:lstStyle/>
          <a:p>
            <a:pPr defTabSz="914240">
              <a:lnSpc>
                <a:spcPct val="90000"/>
              </a:lnSpc>
              <a:defRPr/>
            </a:pPr>
            <a:r>
              <a:rPr lang="en-US" sz="2700" dirty="0">
                <a:solidFill>
                  <a:prstClr val="white"/>
                </a:solidFill>
                <a:latin typeface="Segoe UI Black" panose="020B0A02040204020203" pitchFamily="34" charset="0"/>
                <a:ea typeface="Segoe UI Black" panose="020B0A02040204020203" pitchFamily="34" charset="0"/>
              </a:rPr>
              <a:t>Mia</a:t>
            </a:r>
          </a:p>
        </p:txBody>
      </p:sp>
      <p:sp>
        <p:nvSpPr>
          <p:cNvPr id="54" name="Frame 53">
            <a:extLst>
              <a:ext uri="{FF2B5EF4-FFF2-40B4-BE49-F238E27FC236}">
                <a16:creationId xmlns:a16="http://schemas.microsoft.com/office/drawing/2014/main" id="{BCBA03E2-70D6-FCE6-4B73-7595BF5B3E17}"/>
              </a:ext>
            </a:extLst>
          </p:cNvPr>
          <p:cNvSpPr/>
          <p:nvPr/>
        </p:nvSpPr>
        <p:spPr>
          <a:xfrm>
            <a:off x="7700336" y="3312914"/>
            <a:ext cx="3661172" cy="3661172"/>
          </a:xfrm>
          <a:prstGeom prst="frame">
            <a:avLst>
              <a:gd name="adj1" fmla="val 17325"/>
            </a:avLst>
          </a:prstGeom>
          <a:gradFill flip="none" rotWithShape="1">
            <a:gsLst>
              <a:gs pos="0">
                <a:schemeClr val="bg1"/>
              </a:gs>
              <a:gs pos="100000">
                <a:schemeClr val="bg1">
                  <a:lumMod val="95000"/>
                </a:schemeClr>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240">
              <a:defRPr/>
            </a:pPr>
            <a:endParaRPr lang="en-IN">
              <a:solidFill>
                <a:prstClr val="black"/>
              </a:solidFill>
              <a:latin typeface="Segoe UI"/>
            </a:endParaRPr>
          </a:p>
        </p:txBody>
      </p:sp>
      <p:grpSp>
        <p:nvGrpSpPr>
          <p:cNvPr id="55" name="Group 54">
            <a:extLst>
              <a:ext uri="{FF2B5EF4-FFF2-40B4-BE49-F238E27FC236}">
                <a16:creationId xmlns:a16="http://schemas.microsoft.com/office/drawing/2014/main" id="{98F6DE63-7224-3A7C-5B2E-042304AD0E72}"/>
              </a:ext>
            </a:extLst>
          </p:cNvPr>
          <p:cNvGrpSpPr/>
          <p:nvPr/>
        </p:nvGrpSpPr>
        <p:grpSpPr>
          <a:xfrm rot="16200000">
            <a:off x="8226585" y="16971"/>
            <a:ext cx="597537" cy="345866"/>
            <a:chOff x="4610662" y="6011331"/>
            <a:chExt cx="796716" cy="461155"/>
          </a:xfrm>
          <a:solidFill>
            <a:schemeClr val="bg1"/>
          </a:solidFill>
        </p:grpSpPr>
        <p:sp>
          <p:nvSpPr>
            <p:cNvPr id="56" name="Freeform: Shape 55">
              <a:extLst>
                <a:ext uri="{FF2B5EF4-FFF2-40B4-BE49-F238E27FC236}">
                  <a16:creationId xmlns:a16="http://schemas.microsoft.com/office/drawing/2014/main" id="{9F330738-7565-346C-0263-5A4EC0CB7253}"/>
                </a:ext>
              </a:extLst>
            </p:cNvPr>
            <p:cNvSpPr/>
            <p:nvPr/>
          </p:nvSpPr>
          <p:spPr>
            <a:xfrm>
              <a:off x="5304495" y="6365602"/>
              <a:ext cx="102883" cy="102882"/>
            </a:xfrm>
            <a:custGeom>
              <a:avLst/>
              <a:gdLst>
                <a:gd name="connsiteX0" fmla="*/ 135160 w 270319"/>
                <a:gd name="connsiteY0" fmla="*/ 0 h 270319"/>
                <a:gd name="connsiteX1" fmla="*/ 270320 w 270319"/>
                <a:gd name="connsiteY1" fmla="*/ 135160 h 270319"/>
                <a:gd name="connsiteX2" fmla="*/ 270320 w 270319"/>
                <a:gd name="connsiteY2" fmla="*/ 135160 h 270319"/>
                <a:gd name="connsiteX3" fmla="*/ 135160 w 270319"/>
                <a:gd name="connsiteY3" fmla="*/ 270320 h 270319"/>
                <a:gd name="connsiteX4" fmla="*/ 135160 w 270319"/>
                <a:gd name="connsiteY4" fmla="*/ 270320 h 270319"/>
                <a:gd name="connsiteX5" fmla="*/ 0 w 270319"/>
                <a:gd name="connsiteY5" fmla="*/ 135160 h 270319"/>
                <a:gd name="connsiteX6" fmla="*/ 0 w 270319"/>
                <a:gd name="connsiteY6" fmla="*/ 135160 h 270319"/>
                <a:gd name="connsiteX7" fmla="*/ 135160 w 270319"/>
                <a:gd name="connsiteY7" fmla="*/ 0 h 27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319" h="270319">
                  <a:moveTo>
                    <a:pt x="135160" y="0"/>
                  </a:moveTo>
                  <a:cubicBezTo>
                    <a:pt x="209836" y="0"/>
                    <a:pt x="270320" y="60484"/>
                    <a:pt x="270320" y="135160"/>
                  </a:cubicBezTo>
                  <a:lnTo>
                    <a:pt x="270320" y="135160"/>
                  </a:lnTo>
                  <a:cubicBezTo>
                    <a:pt x="270320" y="209836"/>
                    <a:pt x="209836" y="270320"/>
                    <a:pt x="135160" y="270320"/>
                  </a:cubicBezTo>
                  <a:lnTo>
                    <a:pt x="135160" y="270320"/>
                  </a:lnTo>
                  <a:cubicBezTo>
                    <a:pt x="60484" y="270320"/>
                    <a:pt x="0" y="209836"/>
                    <a:pt x="0" y="135160"/>
                  </a:cubicBezTo>
                  <a:lnTo>
                    <a:pt x="0" y="135160"/>
                  </a:lnTo>
                  <a:cubicBezTo>
                    <a:pt x="0" y="60484"/>
                    <a:pt x="60484" y="0"/>
                    <a:pt x="135160" y="0"/>
                  </a:cubicBezTo>
                  <a:close/>
                </a:path>
              </a:pathLst>
            </a:custGeom>
            <a:grpFill/>
            <a:ln w="9525" cap="flat">
              <a:noFill/>
              <a:prstDash val="solid"/>
              <a:miter/>
            </a:ln>
          </p:spPr>
          <p:txBody>
            <a:bodyPr rtlCol="0" anchor="ctr"/>
            <a:lstStyle/>
            <a:p>
              <a:pPr defTabSz="914240">
                <a:defRPr/>
              </a:pPr>
              <a:endParaRPr lang="en-IN">
                <a:solidFill>
                  <a:prstClr val="black"/>
                </a:solidFill>
                <a:latin typeface="Segoe UI"/>
              </a:endParaRPr>
            </a:p>
          </p:txBody>
        </p:sp>
        <p:sp>
          <p:nvSpPr>
            <p:cNvPr id="57" name="Freeform: Shape 56">
              <a:extLst>
                <a:ext uri="{FF2B5EF4-FFF2-40B4-BE49-F238E27FC236}">
                  <a16:creationId xmlns:a16="http://schemas.microsoft.com/office/drawing/2014/main" id="{C76CE33F-30DF-D34F-9086-EE0E7EAE15A3}"/>
                </a:ext>
              </a:extLst>
            </p:cNvPr>
            <p:cNvSpPr/>
            <p:nvPr/>
          </p:nvSpPr>
          <p:spPr>
            <a:xfrm>
              <a:off x="5304495" y="6011331"/>
              <a:ext cx="102883" cy="102882"/>
            </a:xfrm>
            <a:custGeom>
              <a:avLst/>
              <a:gdLst>
                <a:gd name="connsiteX0" fmla="*/ 135160 w 270319"/>
                <a:gd name="connsiteY0" fmla="*/ 0 h 270319"/>
                <a:gd name="connsiteX1" fmla="*/ 270320 w 270319"/>
                <a:gd name="connsiteY1" fmla="*/ 135160 h 270319"/>
                <a:gd name="connsiteX2" fmla="*/ 270320 w 270319"/>
                <a:gd name="connsiteY2" fmla="*/ 135160 h 270319"/>
                <a:gd name="connsiteX3" fmla="*/ 135160 w 270319"/>
                <a:gd name="connsiteY3" fmla="*/ 270319 h 270319"/>
                <a:gd name="connsiteX4" fmla="*/ 135160 w 270319"/>
                <a:gd name="connsiteY4" fmla="*/ 270319 h 270319"/>
                <a:gd name="connsiteX5" fmla="*/ 0 w 270319"/>
                <a:gd name="connsiteY5" fmla="*/ 135160 h 270319"/>
                <a:gd name="connsiteX6" fmla="*/ 0 w 270319"/>
                <a:gd name="connsiteY6" fmla="*/ 135160 h 270319"/>
                <a:gd name="connsiteX7" fmla="*/ 135160 w 270319"/>
                <a:gd name="connsiteY7" fmla="*/ 0 h 27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319" h="270319">
                  <a:moveTo>
                    <a:pt x="135160" y="0"/>
                  </a:moveTo>
                  <a:cubicBezTo>
                    <a:pt x="209836" y="0"/>
                    <a:pt x="270320" y="60484"/>
                    <a:pt x="270320" y="135160"/>
                  </a:cubicBezTo>
                  <a:lnTo>
                    <a:pt x="270320" y="135160"/>
                  </a:lnTo>
                  <a:cubicBezTo>
                    <a:pt x="270320" y="209836"/>
                    <a:pt x="209836" y="270319"/>
                    <a:pt x="135160" y="270319"/>
                  </a:cubicBezTo>
                  <a:lnTo>
                    <a:pt x="135160" y="270319"/>
                  </a:lnTo>
                  <a:cubicBezTo>
                    <a:pt x="60484" y="270319"/>
                    <a:pt x="0" y="209836"/>
                    <a:pt x="0" y="135160"/>
                  </a:cubicBezTo>
                  <a:lnTo>
                    <a:pt x="0" y="135160"/>
                  </a:lnTo>
                  <a:cubicBezTo>
                    <a:pt x="0" y="60484"/>
                    <a:pt x="60484" y="0"/>
                    <a:pt x="135160" y="0"/>
                  </a:cubicBezTo>
                  <a:close/>
                </a:path>
              </a:pathLst>
            </a:custGeom>
            <a:grpFill/>
            <a:ln w="9525" cap="flat">
              <a:noFill/>
              <a:prstDash val="solid"/>
              <a:miter/>
            </a:ln>
          </p:spPr>
          <p:txBody>
            <a:bodyPr rtlCol="0" anchor="ctr"/>
            <a:lstStyle/>
            <a:p>
              <a:pPr defTabSz="914240">
                <a:defRPr/>
              </a:pPr>
              <a:endParaRPr lang="en-IN">
                <a:solidFill>
                  <a:prstClr val="black"/>
                </a:solidFill>
                <a:latin typeface="Segoe UI"/>
              </a:endParaRPr>
            </a:p>
          </p:txBody>
        </p:sp>
        <p:sp>
          <p:nvSpPr>
            <p:cNvPr id="58" name="Freeform: Shape 57">
              <a:extLst>
                <a:ext uri="{FF2B5EF4-FFF2-40B4-BE49-F238E27FC236}">
                  <a16:creationId xmlns:a16="http://schemas.microsoft.com/office/drawing/2014/main" id="{85B43C59-619B-716D-8BAE-C105DEA75D48}"/>
                </a:ext>
              </a:extLst>
            </p:cNvPr>
            <p:cNvSpPr/>
            <p:nvPr/>
          </p:nvSpPr>
          <p:spPr>
            <a:xfrm>
              <a:off x="4957578" y="6367603"/>
              <a:ext cx="102883" cy="102882"/>
            </a:xfrm>
            <a:custGeom>
              <a:avLst/>
              <a:gdLst>
                <a:gd name="connsiteX0" fmla="*/ 135160 w 270319"/>
                <a:gd name="connsiteY0" fmla="*/ 0 h 270319"/>
                <a:gd name="connsiteX1" fmla="*/ 270319 w 270319"/>
                <a:gd name="connsiteY1" fmla="*/ 135160 h 270319"/>
                <a:gd name="connsiteX2" fmla="*/ 270319 w 270319"/>
                <a:gd name="connsiteY2" fmla="*/ 135160 h 270319"/>
                <a:gd name="connsiteX3" fmla="*/ 135160 w 270319"/>
                <a:gd name="connsiteY3" fmla="*/ 270319 h 270319"/>
                <a:gd name="connsiteX4" fmla="*/ 135160 w 270319"/>
                <a:gd name="connsiteY4" fmla="*/ 270319 h 270319"/>
                <a:gd name="connsiteX5" fmla="*/ 0 w 270319"/>
                <a:gd name="connsiteY5" fmla="*/ 135160 h 270319"/>
                <a:gd name="connsiteX6" fmla="*/ 0 w 270319"/>
                <a:gd name="connsiteY6" fmla="*/ 135160 h 270319"/>
                <a:gd name="connsiteX7" fmla="*/ 135160 w 270319"/>
                <a:gd name="connsiteY7" fmla="*/ 0 h 27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319" h="270319">
                  <a:moveTo>
                    <a:pt x="135160" y="0"/>
                  </a:moveTo>
                  <a:cubicBezTo>
                    <a:pt x="209836" y="0"/>
                    <a:pt x="270319" y="60484"/>
                    <a:pt x="270319" y="135160"/>
                  </a:cubicBezTo>
                  <a:lnTo>
                    <a:pt x="270319" y="135160"/>
                  </a:lnTo>
                  <a:cubicBezTo>
                    <a:pt x="270319" y="209836"/>
                    <a:pt x="209836" y="270319"/>
                    <a:pt x="135160" y="270319"/>
                  </a:cubicBezTo>
                  <a:lnTo>
                    <a:pt x="135160" y="270319"/>
                  </a:lnTo>
                  <a:cubicBezTo>
                    <a:pt x="60484" y="270319"/>
                    <a:pt x="0" y="209836"/>
                    <a:pt x="0" y="135160"/>
                  </a:cubicBezTo>
                  <a:lnTo>
                    <a:pt x="0" y="135160"/>
                  </a:lnTo>
                  <a:cubicBezTo>
                    <a:pt x="0" y="60484"/>
                    <a:pt x="60484" y="0"/>
                    <a:pt x="135160" y="0"/>
                  </a:cubicBezTo>
                  <a:close/>
                </a:path>
              </a:pathLst>
            </a:custGeom>
            <a:grpFill/>
            <a:ln w="9525" cap="flat">
              <a:noFill/>
              <a:prstDash val="solid"/>
              <a:miter/>
            </a:ln>
          </p:spPr>
          <p:txBody>
            <a:bodyPr rtlCol="0" anchor="ctr"/>
            <a:lstStyle/>
            <a:p>
              <a:pPr defTabSz="914240">
                <a:defRPr/>
              </a:pPr>
              <a:endParaRPr lang="en-IN">
                <a:solidFill>
                  <a:prstClr val="black"/>
                </a:solidFill>
                <a:latin typeface="Segoe UI"/>
              </a:endParaRPr>
            </a:p>
          </p:txBody>
        </p:sp>
        <p:sp>
          <p:nvSpPr>
            <p:cNvPr id="59" name="Freeform: Shape 58">
              <a:extLst>
                <a:ext uri="{FF2B5EF4-FFF2-40B4-BE49-F238E27FC236}">
                  <a16:creationId xmlns:a16="http://schemas.microsoft.com/office/drawing/2014/main" id="{05232571-AF68-C530-D9D7-34C9A827ACED}"/>
                </a:ext>
              </a:extLst>
            </p:cNvPr>
            <p:cNvSpPr/>
            <p:nvPr/>
          </p:nvSpPr>
          <p:spPr>
            <a:xfrm>
              <a:off x="4957578" y="6013332"/>
              <a:ext cx="102883" cy="102882"/>
            </a:xfrm>
            <a:custGeom>
              <a:avLst/>
              <a:gdLst>
                <a:gd name="connsiteX0" fmla="*/ 135160 w 270319"/>
                <a:gd name="connsiteY0" fmla="*/ 0 h 270319"/>
                <a:gd name="connsiteX1" fmla="*/ 270319 w 270319"/>
                <a:gd name="connsiteY1" fmla="*/ 135160 h 270319"/>
                <a:gd name="connsiteX2" fmla="*/ 270319 w 270319"/>
                <a:gd name="connsiteY2" fmla="*/ 135160 h 270319"/>
                <a:gd name="connsiteX3" fmla="*/ 135160 w 270319"/>
                <a:gd name="connsiteY3" fmla="*/ 270319 h 270319"/>
                <a:gd name="connsiteX4" fmla="*/ 135160 w 270319"/>
                <a:gd name="connsiteY4" fmla="*/ 270319 h 270319"/>
                <a:gd name="connsiteX5" fmla="*/ 0 w 270319"/>
                <a:gd name="connsiteY5" fmla="*/ 135160 h 270319"/>
                <a:gd name="connsiteX6" fmla="*/ 0 w 270319"/>
                <a:gd name="connsiteY6" fmla="*/ 135160 h 270319"/>
                <a:gd name="connsiteX7" fmla="*/ 135160 w 270319"/>
                <a:gd name="connsiteY7" fmla="*/ 0 h 27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319" h="270319">
                  <a:moveTo>
                    <a:pt x="135160" y="0"/>
                  </a:moveTo>
                  <a:cubicBezTo>
                    <a:pt x="209836" y="0"/>
                    <a:pt x="270319" y="60484"/>
                    <a:pt x="270319" y="135160"/>
                  </a:cubicBezTo>
                  <a:lnTo>
                    <a:pt x="270319" y="135160"/>
                  </a:lnTo>
                  <a:cubicBezTo>
                    <a:pt x="270319" y="209836"/>
                    <a:pt x="209836" y="270319"/>
                    <a:pt x="135160" y="270319"/>
                  </a:cubicBezTo>
                  <a:lnTo>
                    <a:pt x="135160" y="270319"/>
                  </a:lnTo>
                  <a:cubicBezTo>
                    <a:pt x="60484" y="270319"/>
                    <a:pt x="0" y="209836"/>
                    <a:pt x="0" y="135160"/>
                  </a:cubicBezTo>
                  <a:lnTo>
                    <a:pt x="0" y="135160"/>
                  </a:lnTo>
                  <a:cubicBezTo>
                    <a:pt x="0" y="60484"/>
                    <a:pt x="60484" y="0"/>
                    <a:pt x="135160" y="0"/>
                  </a:cubicBezTo>
                  <a:close/>
                </a:path>
              </a:pathLst>
            </a:custGeom>
            <a:grpFill/>
            <a:ln w="9525" cap="flat">
              <a:noFill/>
              <a:prstDash val="solid"/>
              <a:miter/>
            </a:ln>
          </p:spPr>
          <p:txBody>
            <a:bodyPr rtlCol="0" anchor="ctr"/>
            <a:lstStyle/>
            <a:p>
              <a:pPr defTabSz="914240">
                <a:defRPr/>
              </a:pPr>
              <a:endParaRPr lang="en-IN">
                <a:solidFill>
                  <a:prstClr val="black"/>
                </a:solidFill>
                <a:latin typeface="Segoe UI"/>
              </a:endParaRPr>
            </a:p>
          </p:txBody>
        </p:sp>
        <p:sp>
          <p:nvSpPr>
            <p:cNvPr id="60" name="Freeform: Shape 59">
              <a:extLst>
                <a:ext uri="{FF2B5EF4-FFF2-40B4-BE49-F238E27FC236}">
                  <a16:creationId xmlns:a16="http://schemas.microsoft.com/office/drawing/2014/main" id="{A29CDA6A-6F3B-E0BC-B3ED-5934352F935B}"/>
                </a:ext>
              </a:extLst>
            </p:cNvPr>
            <p:cNvSpPr/>
            <p:nvPr/>
          </p:nvSpPr>
          <p:spPr>
            <a:xfrm>
              <a:off x="4610662" y="6369604"/>
              <a:ext cx="102883" cy="102882"/>
            </a:xfrm>
            <a:custGeom>
              <a:avLst/>
              <a:gdLst>
                <a:gd name="connsiteX0" fmla="*/ 135160 w 270319"/>
                <a:gd name="connsiteY0" fmla="*/ 0 h 270319"/>
                <a:gd name="connsiteX1" fmla="*/ 270319 w 270319"/>
                <a:gd name="connsiteY1" fmla="*/ 135160 h 270319"/>
                <a:gd name="connsiteX2" fmla="*/ 270319 w 270319"/>
                <a:gd name="connsiteY2" fmla="*/ 135160 h 270319"/>
                <a:gd name="connsiteX3" fmla="*/ 135160 w 270319"/>
                <a:gd name="connsiteY3" fmla="*/ 270320 h 270319"/>
                <a:gd name="connsiteX4" fmla="*/ 135160 w 270319"/>
                <a:gd name="connsiteY4" fmla="*/ 270320 h 270319"/>
                <a:gd name="connsiteX5" fmla="*/ 0 w 270319"/>
                <a:gd name="connsiteY5" fmla="*/ 135160 h 270319"/>
                <a:gd name="connsiteX6" fmla="*/ 0 w 270319"/>
                <a:gd name="connsiteY6" fmla="*/ 135160 h 270319"/>
                <a:gd name="connsiteX7" fmla="*/ 135160 w 270319"/>
                <a:gd name="connsiteY7" fmla="*/ 0 h 27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319" h="270319">
                  <a:moveTo>
                    <a:pt x="135160" y="0"/>
                  </a:moveTo>
                  <a:cubicBezTo>
                    <a:pt x="209836" y="0"/>
                    <a:pt x="270319" y="60484"/>
                    <a:pt x="270319" y="135160"/>
                  </a:cubicBezTo>
                  <a:lnTo>
                    <a:pt x="270319" y="135160"/>
                  </a:lnTo>
                  <a:cubicBezTo>
                    <a:pt x="270319" y="209836"/>
                    <a:pt x="209836" y="270320"/>
                    <a:pt x="135160" y="270320"/>
                  </a:cubicBezTo>
                  <a:lnTo>
                    <a:pt x="135160" y="270320"/>
                  </a:lnTo>
                  <a:cubicBezTo>
                    <a:pt x="60484" y="270320"/>
                    <a:pt x="0" y="209836"/>
                    <a:pt x="0" y="135160"/>
                  </a:cubicBezTo>
                  <a:lnTo>
                    <a:pt x="0" y="135160"/>
                  </a:lnTo>
                  <a:cubicBezTo>
                    <a:pt x="0" y="60484"/>
                    <a:pt x="60484" y="0"/>
                    <a:pt x="135160" y="0"/>
                  </a:cubicBezTo>
                  <a:close/>
                </a:path>
              </a:pathLst>
            </a:custGeom>
            <a:grpFill/>
            <a:ln w="9525" cap="flat">
              <a:noFill/>
              <a:prstDash val="solid"/>
              <a:miter/>
            </a:ln>
          </p:spPr>
          <p:txBody>
            <a:bodyPr rtlCol="0" anchor="ctr"/>
            <a:lstStyle/>
            <a:p>
              <a:pPr defTabSz="914240">
                <a:defRPr/>
              </a:pPr>
              <a:endParaRPr lang="en-IN">
                <a:solidFill>
                  <a:prstClr val="black"/>
                </a:solidFill>
                <a:latin typeface="Segoe UI"/>
              </a:endParaRPr>
            </a:p>
          </p:txBody>
        </p:sp>
        <p:sp>
          <p:nvSpPr>
            <p:cNvPr id="61" name="Freeform: Shape 60">
              <a:extLst>
                <a:ext uri="{FF2B5EF4-FFF2-40B4-BE49-F238E27FC236}">
                  <a16:creationId xmlns:a16="http://schemas.microsoft.com/office/drawing/2014/main" id="{24BCA082-43D6-DA81-7700-0C0E03BB9C24}"/>
                </a:ext>
              </a:extLst>
            </p:cNvPr>
            <p:cNvSpPr/>
            <p:nvPr/>
          </p:nvSpPr>
          <p:spPr>
            <a:xfrm>
              <a:off x="4610662" y="6015388"/>
              <a:ext cx="102883" cy="102882"/>
            </a:xfrm>
            <a:custGeom>
              <a:avLst/>
              <a:gdLst>
                <a:gd name="connsiteX0" fmla="*/ 135160 w 270319"/>
                <a:gd name="connsiteY0" fmla="*/ 0 h 270319"/>
                <a:gd name="connsiteX1" fmla="*/ 270319 w 270319"/>
                <a:gd name="connsiteY1" fmla="*/ 135160 h 270319"/>
                <a:gd name="connsiteX2" fmla="*/ 270319 w 270319"/>
                <a:gd name="connsiteY2" fmla="*/ 135160 h 270319"/>
                <a:gd name="connsiteX3" fmla="*/ 135160 w 270319"/>
                <a:gd name="connsiteY3" fmla="*/ 270319 h 270319"/>
                <a:gd name="connsiteX4" fmla="*/ 135160 w 270319"/>
                <a:gd name="connsiteY4" fmla="*/ 270319 h 270319"/>
                <a:gd name="connsiteX5" fmla="*/ 0 w 270319"/>
                <a:gd name="connsiteY5" fmla="*/ 135160 h 270319"/>
                <a:gd name="connsiteX6" fmla="*/ 0 w 270319"/>
                <a:gd name="connsiteY6" fmla="*/ 135160 h 270319"/>
                <a:gd name="connsiteX7" fmla="*/ 135160 w 270319"/>
                <a:gd name="connsiteY7" fmla="*/ 0 h 2703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0319" h="270319">
                  <a:moveTo>
                    <a:pt x="135160" y="0"/>
                  </a:moveTo>
                  <a:cubicBezTo>
                    <a:pt x="209836" y="0"/>
                    <a:pt x="270319" y="60484"/>
                    <a:pt x="270319" y="135160"/>
                  </a:cubicBezTo>
                  <a:lnTo>
                    <a:pt x="270319" y="135160"/>
                  </a:lnTo>
                  <a:cubicBezTo>
                    <a:pt x="270319" y="209836"/>
                    <a:pt x="209836" y="270319"/>
                    <a:pt x="135160" y="270319"/>
                  </a:cubicBezTo>
                  <a:lnTo>
                    <a:pt x="135160" y="270319"/>
                  </a:lnTo>
                  <a:cubicBezTo>
                    <a:pt x="60484" y="270319"/>
                    <a:pt x="0" y="209836"/>
                    <a:pt x="0" y="135160"/>
                  </a:cubicBezTo>
                  <a:lnTo>
                    <a:pt x="0" y="135160"/>
                  </a:lnTo>
                  <a:cubicBezTo>
                    <a:pt x="0" y="60484"/>
                    <a:pt x="60484" y="0"/>
                    <a:pt x="135160" y="0"/>
                  </a:cubicBezTo>
                  <a:close/>
                </a:path>
              </a:pathLst>
            </a:custGeom>
            <a:grpFill/>
            <a:ln w="9525" cap="flat">
              <a:noFill/>
              <a:prstDash val="solid"/>
              <a:miter/>
            </a:ln>
          </p:spPr>
          <p:txBody>
            <a:bodyPr rtlCol="0" anchor="ctr"/>
            <a:lstStyle/>
            <a:p>
              <a:pPr defTabSz="914240">
                <a:defRPr/>
              </a:pPr>
              <a:endParaRPr lang="en-IN">
                <a:solidFill>
                  <a:prstClr val="black"/>
                </a:solidFill>
                <a:latin typeface="Segoe UI"/>
              </a:endParaRPr>
            </a:p>
          </p:txBody>
        </p:sp>
      </p:grpSp>
      <p:pic>
        <p:nvPicPr>
          <p:cNvPr id="62" name="Graphic 61" descr="Bullseye outline">
            <a:extLst>
              <a:ext uri="{FF2B5EF4-FFF2-40B4-BE49-F238E27FC236}">
                <a16:creationId xmlns:a16="http://schemas.microsoft.com/office/drawing/2014/main" id="{720D9B4D-DAFF-8E2E-D13A-A1E1A6FE8F2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09982" y="2522890"/>
            <a:ext cx="312392" cy="312392"/>
          </a:xfrm>
          <a:prstGeom prst="rect">
            <a:avLst/>
          </a:prstGeom>
        </p:spPr>
      </p:pic>
      <p:sp>
        <p:nvSpPr>
          <p:cNvPr id="63" name="TextBox 62">
            <a:extLst>
              <a:ext uri="{FF2B5EF4-FFF2-40B4-BE49-F238E27FC236}">
                <a16:creationId xmlns:a16="http://schemas.microsoft.com/office/drawing/2014/main" id="{F32C2F50-61CB-05D5-D962-6C82CDF4046F}"/>
              </a:ext>
            </a:extLst>
          </p:cNvPr>
          <p:cNvSpPr txBox="1"/>
          <p:nvPr/>
        </p:nvSpPr>
        <p:spPr>
          <a:xfrm>
            <a:off x="4950042" y="2493796"/>
            <a:ext cx="3479540" cy="370580"/>
          </a:xfrm>
          <a:prstGeom prst="rect">
            <a:avLst/>
          </a:prstGeom>
          <a:noFill/>
        </p:spPr>
        <p:txBody>
          <a:bodyPr wrap="square" lIns="0" tIns="0" rIns="0" bIns="0" rtlCol="0" anchor="ctr">
            <a:noAutofit/>
          </a:bodyPr>
          <a:lstStyle/>
          <a:p>
            <a:pPr defTabSz="914240">
              <a:lnSpc>
                <a:spcPct val="110000"/>
              </a:lnSpc>
              <a:defRPr/>
            </a:pPr>
            <a:r>
              <a:rPr lang="en-US" sz="1050" dirty="0">
                <a:solidFill>
                  <a:prstClr val="white"/>
                </a:solidFill>
                <a:latin typeface="Segoe UI"/>
                <a:cs typeface="Segoe UI Light" panose="020B0502040204020203" pitchFamily="34" charset="0"/>
              </a:rPr>
              <a:t>Helps service foreman to track the status of service orders and items (material, product hierarchy) which needs to be repaired or replace.</a:t>
            </a:r>
          </a:p>
        </p:txBody>
      </p:sp>
      <p:pic>
        <p:nvPicPr>
          <p:cNvPr id="64" name="Graphic 63" descr="Bullseye outline">
            <a:extLst>
              <a:ext uri="{FF2B5EF4-FFF2-40B4-BE49-F238E27FC236}">
                <a16:creationId xmlns:a16="http://schemas.microsoft.com/office/drawing/2014/main" id="{945C4EFB-5CFC-3A20-59CC-2BCA9E1B7FA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409982" y="3129238"/>
            <a:ext cx="312392" cy="312392"/>
          </a:xfrm>
          <a:prstGeom prst="rect">
            <a:avLst/>
          </a:prstGeom>
        </p:spPr>
      </p:pic>
      <p:sp>
        <p:nvSpPr>
          <p:cNvPr id="65" name="TextBox 64">
            <a:extLst>
              <a:ext uri="{FF2B5EF4-FFF2-40B4-BE49-F238E27FC236}">
                <a16:creationId xmlns:a16="http://schemas.microsoft.com/office/drawing/2014/main" id="{ACE7F997-B605-E6C1-D879-48CDEB07E688}"/>
              </a:ext>
            </a:extLst>
          </p:cNvPr>
          <p:cNvSpPr txBox="1"/>
          <p:nvPr/>
        </p:nvSpPr>
        <p:spPr>
          <a:xfrm>
            <a:off x="4950042" y="3100144"/>
            <a:ext cx="2750294" cy="370580"/>
          </a:xfrm>
          <a:prstGeom prst="rect">
            <a:avLst/>
          </a:prstGeom>
          <a:noFill/>
        </p:spPr>
        <p:txBody>
          <a:bodyPr wrap="square" lIns="0" tIns="0" rIns="0" bIns="0" rtlCol="0" anchor="ctr">
            <a:noAutofit/>
          </a:bodyPr>
          <a:lstStyle/>
          <a:p>
            <a:pPr defTabSz="914240">
              <a:lnSpc>
                <a:spcPct val="110000"/>
              </a:lnSpc>
              <a:defRPr/>
            </a:pPr>
            <a:r>
              <a:rPr lang="en-US" sz="1050" dirty="0">
                <a:solidFill>
                  <a:prstClr val="white"/>
                </a:solidFill>
                <a:latin typeface="Segoe UI"/>
                <a:cs typeface="Segoe UI Light" panose="020B0502040204020203" pitchFamily="34" charset="0"/>
              </a:rPr>
              <a:t>Provide secure Access of data to the users and upload excel data to service order tables.</a:t>
            </a:r>
          </a:p>
        </p:txBody>
      </p:sp>
      <p:sp>
        <p:nvSpPr>
          <p:cNvPr id="67" name="TextBox 66">
            <a:extLst>
              <a:ext uri="{FF2B5EF4-FFF2-40B4-BE49-F238E27FC236}">
                <a16:creationId xmlns:a16="http://schemas.microsoft.com/office/drawing/2014/main" id="{94C28168-A474-F779-CB7C-71141FADA75C}"/>
              </a:ext>
            </a:extLst>
          </p:cNvPr>
          <p:cNvSpPr txBox="1"/>
          <p:nvPr/>
        </p:nvSpPr>
        <p:spPr>
          <a:xfrm>
            <a:off x="4358463" y="3713606"/>
            <a:ext cx="3450326" cy="370580"/>
          </a:xfrm>
          <a:prstGeom prst="rect">
            <a:avLst/>
          </a:prstGeom>
          <a:noFill/>
        </p:spPr>
        <p:txBody>
          <a:bodyPr wrap="square" lIns="0" tIns="0" rIns="0" bIns="0" rtlCol="0" anchor="ctr">
            <a:noAutofit/>
          </a:bodyPr>
          <a:lstStyle/>
          <a:p>
            <a:pPr defTabSz="914240">
              <a:lnSpc>
                <a:spcPct val="110000"/>
              </a:lnSpc>
              <a:defRPr/>
            </a:pPr>
            <a:r>
              <a:rPr lang="en-US" sz="1050" dirty="0">
                <a:solidFill>
                  <a:prstClr val="white"/>
                </a:solidFill>
                <a:latin typeface="Segoe UI"/>
                <a:cs typeface="Segoe UI Light" panose="020B0502040204020203" pitchFamily="34" charset="0"/>
              </a:rPr>
              <a:t>For this purpose, we need to maintain tables, views, security and service in the SAP BTP ABAP Environment.</a:t>
            </a:r>
          </a:p>
        </p:txBody>
      </p:sp>
      <p:sp>
        <p:nvSpPr>
          <p:cNvPr id="69" name="Freeform: Shape 68">
            <a:extLst>
              <a:ext uri="{FF2B5EF4-FFF2-40B4-BE49-F238E27FC236}">
                <a16:creationId xmlns:a16="http://schemas.microsoft.com/office/drawing/2014/main" id="{AACCFBA8-B0FB-31C4-9F04-0DBDC25E9C42}"/>
              </a:ext>
            </a:extLst>
          </p:cNvPr>
          <p:cNvSpPr/>
          <p:nvPr/>
        </p:nvSpPr>
        <p:spPr>
          <a:xfrm rot="16200000">
            <a:off x="3064410" y="2529218"/>
            <a:ext cx="603861" cy="66017"/>
          </a:xfrm>
          <a:custGeom>
            <a:avLst/>
            <a:gdLst>
              <a:gd name="connsiteX0" fmla="*/ 785432 w 805148"/>
              <a:gd name="connsiteY0" fmla="*/ 12 h 88022"/>
              <a:gd name="connsiteX1" fmla="*/ 784384 w 805148"/>
              <a:gd name="connsiteY1" fmla="*/ 12 h 88022"/>
              <a:gd name="connsiteX2" fmla="*/ 723805 w 805148"/>
              <a:gd name="connsiteY2" fmla="*/ 32778 h 88022"/>
              <a:gd name="connsiteX3" fmla="*/ 688562 w 805148"/>
              <a:gd name="connsiteY3" fmla="*/ 54114 h 88022"/>
              <a:gd name="connsiteX4" fmla="*/ 653225 w 805148"/>
              <a:gd name="connsiteY4" fmla="*/ 32778 h 88022"/>
              <a:gd name="connsiteX5" fmla="*/ 592550 w 805148"/>
              <a:gd name="connsiteY5" fmla="*/ 12 h 88022"/>
              <a:gd name="connsiteX6" fmla="*/ 531876 w 805148"/>
              <a:gd name="connsiteY6" fmla="*/ 32778 h 88022"/>
              <a:gd name="connsiteX7" fmla="*/ 496634 w 805148"/>
              <a:gd name="connsiteY7" fmla="*/ 54114 h 88022"/>
              <a:gd name="connsiteX8" fmla="*/ 461296 w 805148"/>
              <a:gd name="connsiteY8" fmla="*/ 32778 h 88022"/>
              <a:gd name="connsiteX9" fmla="*/ 400622 w 805148"/>
              <a:gd name="connsiteY9" fmla="*/ 12 h 88022"/>
              <a:gd name="connsiteX10" fmla="*/ 340043 w 805148"/>
              <a:gd name="connsiteY10" fmla="*/ 32778 h 88022"/>
              <a:gd name="connsiteX11" fmla="*/ 304705 w 805148"/>
              <a:gd name="connsiteY11" fmla="*/ 54114 h 88022"/>
              <a:gd name="connsiteX12" fmla="*/ 269367 w 805148"/>
              <a:gd name="connsiteY12" fmla="*/ 32778 h 88022"/>
              <a:gd name="connsiteX13" fmla="*/ 208693 w 805148"/>
              <a:gd name="connsiteY13" fmla="*/ 12 h 88022"/>
              <a:gd name="connsiteX14" fmla="*/ 148019 w 805148"/>
              <a:gd name="connsiteY14" fmla="*/ 32778 h 88022"/>
              <a:gd name="connsiteX15" fmla="*/ 112681 w 805148"/>
              <a:gd name="connsiteY15" fmla="*/ 54114 h 88022"/>
              <a:gd name="connsiteX16" fmla="*/ 77438 w 805148"/>
              <a:gd name="connsiteY16" fmla="*/ 32778 h 88022"/>
              <a:gd name="connsiteX17" fmla="*/ 16955 w 805148"/>
              <a:gd name="connsiteY17" fmla="*/ 12 h 88022"/>
              <a:gd name="connsiteX18" fmla="*/ 0 w 805148"/>
              <a:gd name="connsiteY18" fmla="*/ 16966 h 88022"/>
              <a:gd name="connsiteX19" fmla="*/ 16955 w 805148"/>
              <a:gd name="connsiteY19" fmla="*/ 33921 h 88022"/>
              <a:gd name="connsiteX20" fmla="*/ 52197 w 805148"/>
              <a:gd name="connsiteY20" fmla="*/ 55257 h 88022"/>
              <a:gd name="connsiteX21" fmla="*/ 112776 w 805148"/>
              <a:gd name="connsiteY21" fmla="*/ 88023 h 88022"/>
              <a:gd name="connsiteX22" fmla="*/ 173450 w 805148"/>
              <a:gd name="connsiteY22" fmla="*/ 55257 h 88022"/>
              <a:gd name="connsiteX23" fmla="*/ 208788 w 805148"/>
              <a:gd name="connsiteY23" fmla="*/ 33921 h 88022"/>
              <a:gd name="connsiteX24" fmla="*/ 244126 w 805148"/>
              <a:gd name="connsiteY24" fmla="*/ 55257 h 88022"/>
              <a:gd name="connsiteX25" fmla="*/ 304800 w 805148"/>
              <a:gd name="connsiteY25" fmla="*/ 88023 h 88022"/>
              <a:gd name="connsiteX26" fmla="*/ 365474 w 805148"/>
              <a:gd name="connsiteY26" fmla="*/ 55257 h 88022"/>
              <a:gd name="connsiteX27" fmla="*/ 400717 w 805148"/>
              <a:gd name="connsiteY27" fmla="*/ 33921 h 88022"/>
              <a:gd name="connsiteX28" fmla="*/ 436055 w 805148"/>
              <a:gd name="connsiteY28" fmla="*/ 55257 h 88022"/>
              <a:gd name="connsiteX29" fmla="*/ 496729 w 805148"/>
              <a:gd name="connsiteY29" fmla="*/ 88023 h 88022"/>
              <a:gd name="connsiteX30" fmla="*/ 557403 w 805148"/>
              <a:gd name="connsiteY30" fmla="*/ 55257 h 88022"/>
              <a:gd name="connsiteX31" fmla="*/ 592741 w 805148"/>
              <a:gd name="connsiteY31" fmla="*/ 33921 h 88022"/>
              <a:gd name="connsiteX32" fmla="*/ 628079 w 805148"/>
              <a:gd name="connsiteY32" fmla="*/ 55257 h 88022"/>
              <a:gd name="connsiteX33" fmla="*/ 688753 w 805148"/>
              <a:gd name="connsiteY33" fmla="*/ 88023 h 88022"/>
              <a:gd name="connsiteX34" fmla="*/ 749427 w 805148"/>
              <a:gd name="connsiteY34" fmla="*/ 55257 h 88022"/>
              <a:gd name="connsiteX35" fmla="*/ 784670 w 805148"/>
              <a:gd name="connsiteY35" fmla="*/ 33921 h 88022"/>
              <a:gd name="connsiteX36" fmla="*/ 805148 w 805148"/>
              <a:gd name="connsiteY36" fmla="*/ 19157 h 88022"/>
              <a:gd name="connsiteX37" fmla="*/ 785432 w 805148"/>
              <a:gd name="connsiteY37" fmla="*/ 12 h 880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05148" h="88022">
                <a:moveTo>
                  <a:pt x="785432" y="12"/>
                </a:moveTo>
                <a:cubicBezTo>
                  <a:pt x="785432" y="12"/>
                  <a:pt x="784765" y="12"/>
                  <a:pt x="784384" y="12"/>
                </a:cubicBezTo>
                <a:cubicBezTo>
                  <a:pt x="752761" y="12"/>
                  <a:pt x="736663" y="18204"/>
                  <a:pt x="723805" y="32778"/>
                </a:cubicBezTo>
                <a:cubicBezTo>
                  <a:pt x="711708" y="46398"/>
                  <a:pt x="704088" y="54114"/>
                  <a:pt x="688562" y="54114"/>
                </a:cubicBezTo>
                <a:cubicBezTo>
                  <a:pt x="673037" y="54114"/>
                  <a:pt x="665321" y="46398"/>
                  <a:pt x="653225" y="32778"/>
                </a:cubicBezTo>
                <a:cubicBezTo>
                  <a:pt x="640271" y="18204"/>
                  <a:pt x="624173" y="12"/>
                  <a:pt x="592550" y="12"/>
                </a:cubicBezTo>
                <a:cubicBezTo>
                  <a:pt x="560927" y="12"/>
                  <a:pt x="544830" y="18204"/>
                  <a:pt x="531876" y="32778"/>
                </a:cubicBezTo>
                <a:cubicBezTo>
                  <a:pt x="519779" y="46398"/>
                  <a:pt x="512159" y="54114"/>
                  <a:pt x="496634" y="54114"/>
                </a:cubicBezTo>
                <a:cubicBezTo>
                  <a:pt x="481108" y="54114"/>
                  <a:pt x="473393" y="46398"/>
                  <a:pt x="461296" y="32778"/>
                </a:cubicBezTo>
                <a:cubicBezTo>
                  <a:pt x="448342" y="18204"/>
                  <a:pt x="432245" y="12"/>
                  <a:pt x="400622" y="12"/>
                </a:cubicBezTo>
                <a:cubicBezTo>
                  <a:pt x="368999" y="12"/>
                  <a:pt x="352901" y="18204"/>
                  <a:pt x="340043" y="32778"/>
                </a:cubicBezTo>
                <a:cubicBezTo>
                  <a:pt x="327946" y="46398"/>
                  <a:pt x="320326" y="54114"/>
                  <a:pt x="304705" y="54114"/>
                </a:cubicBezTo>
                <a:cubicBezTo>
                  <a:pt x="289084" y="54114"/>
                  <a:pt x="281464" y="46398"/>
                  <a:pt x="269367" y="32778"/>
                </a:cubicBezTo>
                <a:cubicBezTo>
                  <a:pt x="256413" y="18204"/>
                  <a:pt x="240316" y="12"/>
                  <a:pt x="208693" y="12"/>
                </a:cubicBezTo>
                <a:cubicBezTo>
                  <a:pt x="177070" y="12"/>
                  <a:pt x="160973" y="18204"/>
                  <a:pt x="148019" y="32778"/>
                </a:cubicBezTo>
                <a:cubicBezTo>
                  <a:pt x="135922" y="46398"/>
                  <a:pt x="128302" y="54114"/>
                  <a:pt x="112681" y="54114"/>
                </a:cubicBezTo>
                <a:cubicBezTo>
                  <a:pt x="97060" y="54114"/>
                  <a:pt x="89535" y="46398"/>
                  <a:pt x="77438" y="32778"/>
                </a:cubicBezTo>
                <a:cubicBezTo>
                  <a:pt x="64580" y="18204"/>
                  <a:pt x="48482" y="12"/>
                  <a:pt x="16955" y="12"/>
                </a:cubicBezTo>
                <a:cubicBezTo>
                  <a:pt x="7620" y="12"/>
                  <a:pt x="0" y="7536"/>
                  <a:pt x="0" y="16966"/>
                </a:cubicBezTo>
                <a:cubicBezTo>
                  <a:pt x="0" y="26396"/>
                  <a:pt x="7620" y="33921"/>
                  <a:pt x="16955" y="33921"/>
                </a:cubicBezTo>
                <a:cubicBezTo>
                  <a:pt x="32576" y="33921"/>
                  <a:pt x="40195" y="41636"/>
                  <a:pt x="52197" y="55257"/>
                </a:cubicBezTo>
                <a:cubicBezTo>
                  <a:pt x="65151" y="69830"/>
                  <a:pt x="81248" y="88023"/>
                  <a:pt x="112776" y="88023"/>
                </a:cubicBezTo>
                <a:cubicBezTo>
                  <a:pt x="144304" y="88023"/>
                  <a:pt x="160496" y="69830"/>
                  <a:pt x="173450" y="55257"/>
                </a:cubicBezTo>
                <a:cubicBezTo>
                  <a:pt x="185547" y="41636"/>
                  <a:pt x="193167" y="33921"/>
                  <a:pt x="208788" y="33921"/>
                </a:cubicBezTo>
                <a:cubicBezTo>
                  <a:pt x="224409" y="33921"/>
                  <a:pt x="232029" y="41636"/>
                  <a:pt x="244126" y="55257"/>
                </a:cubicBezTo>
                <a:cubicBezTo>
                  <a:pt x="257080" y="69830"/>
                  <a:pt x="273177" y="88023"/>
                  <a:pt x="304800" y="88023"/>
                </a:cubicBezTo>
                <a:cubicBezTo>
                  <a:pt x="336423" y="88023"/>
                  <a:pt x="352520" y="69830"/>
                  <a:pt x="365474" y="55257"/>
                </a:cubicBezTo>
                <a:cubicBezTo>
                  <a:pt x="377571" y="41636"/>
                  <a:pt x="385191" y="33921"/>
                  <a:pt x="400717" y="33921"/>
                </a:cubicBezTo>
                <a:cubicBezTo>
                  <a:pt x="416243" y="33921"/>
                  <a:pt x="423958" y="41636"/>
                  <a:pt x="436055" y="55257"/>
                </a:cubicBezTo>
                <a:cubicBezTo>
                  <a:pt x="449009" y="69830"/>
                  <a:pt x="465106" y="88023"/>
                  <a:pt x="496729" y="88023"/>
                </a:cubicBezTo>
                <a:cubicBezTo>
                  <a:pt x="528352" y="88023"/>
                  <a:pt x="544449" y="69830"/>
                  <a:pt x="557403" y="55257"/>
                </a:cubicBezTo>
                <a:cubicBezTo>
                  <a:pt x="569500" y="41636"/>
                  <a:pt x="577120" y="33921"/>
                  <a:pt x="592741" y="33921"/>
                </a:cubicBezTo>
                <a:cubicBezTo>
                  <a:pt x="608362" y="33921"/>
                  <a:pt x="615982" y="41636"/>
                  <a:pt x="628079" y="55257"/>
                </a:cubicBezTo>
                <a:cubicBezTo>
                  <a:pt x="641033" y="69830"/>
                  <a:pt x="657130" y="88023"/>
                  <a:pt x="688753" y="88023"/>
                </a:cubicBezTo>
                <a:cubicBezTo>
                  <a:pt x="720376" y="88023"/>
                  <a:pt x="736473" y="69830"/>
                  <a:pt x="749427" y="55257"/>
                </a:cubicBezTo>
                <a:cubicBezTo>
                  <a:pt x="761524" y="41636"/>
                  <a:pt x="769144" y="33921"/>
                  <a:pt x="784670" y="33921"/>
                </a:cubicBezTo>
                <a:cubicBezTo>
                  <a:pt x="785051" y="33921"/>
                  <a:pt x="805148" y="33444"/>
                  <a:pt x="805148" y="19157"/>
                </a:cubicBezTo>
                <a:cubicBezTo>
                  <a:pt x="804863" y="-1131"/>
                  <a:pt x="785432" y="12"/>
                  <a:pt x="785432" y="12"/>
                </a:cubicBezTo>
                <a:close/>
              </a:path>
            </a:pathLst>
          </a:custGeom>
          <a:solidFill>
            <a:schemeClr val="bg1"/>
          </a:solidFill>
          <a:ln w="9525" cap="flat">
            <a:noFill/>
            <a:prstDash val="solid"/>
            <a:miter/>
          </a:ln>
        </p:spPr>
        <p:txBody>
          <a:bodyPr rtlCol="0" anchor="ctr"/>
          <a:lstStyle/>
          <a:p>
            <a:pPr defTabSz="914240">
              <a:defRPr/>
            </a:pPr>
            <a:endParaRPr lang="en-IN">
              <a:solidFill>
                <a:prstClr val="black"/>
              </a:solidFill>
              <a:latin typeface="Segoe UI"/>
            </a:endParaRPr>
          </a:p>
        </p:txBody>
      </p:sp>
      <p:sp>
        <p:nvSpPr>
          <p:cNvPr id="70" name="Freeform: Shape 69">
            <a:extLst>
              <a:ext uri="{FF2B5EF4-FFF2-40B4-BE49-F238E27FC236}">
                <a16:creationId xmlns:a16="http://schemas.microsoft.com/office/drawing/2014/main" id="{A3B30A39-9626-8381-7002-712B3F90E485}"/>
              </a:ext>
            </a:extLst>
          </p:cNvPr>
          <p:cNvSpPr/>
          <p:nvPr/>
        </p:nvSpPr>
        <p:spPr>
          <a:xfrm>
            <a:off x="7398405" y="4500741"/>
            <a:ext cx="603861" cy="66008"/>
          </a:xfrm>
          <a:custGeom>
            <a:avLst/>
            <a:gdLst>
              <a:gd name="connsiteX0" fmla="*/ 785527 w 805148"/>
              <a:gd name="connsiteY0" fmla="*/ 0 h 88011"/>
              <a:gd name="connsiteX1" fmla="*/ 784479 w 805148"/>
              <a:gd name="connsiteY1" fmla="*/ 0 h 88011"/>
              <a:gd name="connsiteX2" fmla="*/ 723900 w 805148"/>
              <a:gd name="connsiteY2" fmla="*/ 32766 h 88011"/>
              <a:gd name="connsiteX3" fmla="*/ 688658 w 805148"/>
              <a:gd name="connsiteY3" fmla="*/ 54102 h 88011"/>
              <a:gd name="connsiteX4" fmla="*/ 653320 w 805148"/>
              <a:gd name="connsiteY4" fmla="*/ 32766 h 88011"/>
              <a:gd name="connsiteX5" fmla="*/ 592646 w 805148"/>
              <a:gd name="connsiteY5" fmla="*/ 0 h 88011"/>
              <a:gd name="connsiteX6" fmla="*/ 531971 w 805148"/>
              <a:gd name="connsiteY6" fmla="*/ 32766 h 88011"/>
              <a:gd name="connsiteX7" fmla="*/ 496729 w 805148"/>
              <a:gd name="connsiteY7" fmla="*/ 54102 h 88011"/>
              <a:gd name="connsiteX8" fmla="*/ 461391 w 805148"/>
              <a:gd name="connsiteY8" fmla="*/ 32766 h 88011"/>
              <a:gd name="connsiteX9" fmla="*/ 400717 w 805148"/>
              <a:gd name="connsiteY9" fmla="*/ 0 h 88011"/>
              <a:gd name="connsiteX10" fmla="*/ 340138 w 805148"/>
              <a:gd name="connsiteY10" fmla="*/ 32766 h 88011"/>
              <a:gd name="connsiteX11" fmla="*/ 304800 w 805148"/>
              <a:gd name="connsiteY11" fmla="*/ 54102 h 88011"/>
              <a:gd name="connsiteX12" fmla="*/ 269462 w 805148"/>
              <a:gd name="connsiteY12" fmla="*/ 32766 h 88011"/>
              <a:gd name="connsiteX13" fmla="*/ 208788 w 805148"/>
              <a:gd name="connsiteY13" fmla="*/ 0 h 88011"/>
              <a:gd name="connsiteX14" fmla="*/ 148114 w 805148"/>
              <a:gd name="connsiteY14" fmla="*/ 32766 h 88011"/>
              <a:gd name="connsiteX15" fmla="*/ 112776 w 805148"/>
              <a:gd name="connsiteY15" fmla="*/ 54102 h 88011"/>
              <a:gd name="connsiteX16" fmla="*/ 77534 w 805148"/>
              <a:gd name="connsiteY16" fmla="*/ 32766 h 88011"/>
              <a:gd name="connsiteX17" fmla="*/ 16955 w 805148"/>
              <a:gd name="connsiteY17" fmla="*/ 0 h 88011"/>
              <a:gd name="connsiteX18" fmla="*/ 0 w 805148"/>
              <a:gd name="connsiteY18" fmla="*/ 16954 h 88011"/>
              <a:gd name="connsiteX19" fmla="*/ 16955 w 805148"/>
              <a:gd name="connsiteY19" fmla="*/ 33909 h 88011"/>
              <a:gd name="connsiteX20" fmla="*/ 52197 w 805148"/>
              <a:gd name="connsiteY20" fmla="*/ 55245 h 88011"/>
              <a:gd name="connsiteX21" fmla="*/ 112776 w 805148"/>
              <a:gd name="connsiteY21" fmla="*/ 88011 h 88011"/>
              <a:gd name="connsiteX22" fmla="*/ 173450 w 805148"/>
              <a:gd name="connsiteY22" fmla="*/ 55245 h 88011"/>
              <a:gd name="connsiteX23" fmla="*/ 208788 w 805148"/>
              <a:gd name="connsiteY23" fmla="*/ 33909 h 88011"/>
              <a:gd name="connsiteX24" fmla="*/ 244126 w 805148"/>
              <a:gd name="connsiteY24" fmla="*/ 55245 h 88011"/>
              <a:gd name="connsiteX25" fmla="*/ 304800 w 805148"/>
              <a:gd name="connsiteY25" fmla="*/ 88011 h 88011"/>
              <a:gd name="connsiteX26" fmla="*/ 365474 w 805148"/>
              <a:gd name="connsiteY26" fmla="*/ 55245 h 88011"/>
              <a:gd name="connsiteX27" fmla="*/ 400717 w 805148"/>
              <a:gd name="connsiteY27" fmla="*/ 33909 h 88011"/>
              <a:gd name="connsiteX28" fmla="*/ 436055 w 805148"/>
              <a:gd name="connsiteY28" fmla="*/ 55245 h 88011"/>
              <a:gd name="connsiteX29" fmla="*/ 496729 w 805148"/>
              <a:gd name="connsiteY29" fmla="*/ 88011 h 88011"/>
              <a:gd name="connsiteX30" fmla="*/ 557403 w 805148"/>
              <a:gd name="connsiteY30" fmla="*/ 55245 h 88011"/>
              <a:gd name="connsiteX31" fmla="*/ 592741 w 805148"/>
              <a:gd name="connsiteY31" fmla="*/ 33909 h 88011"/>
              <a:gd name="connsiteX32" fmla="*/ 628079 w 805148"/>
              <a:gd name="connsiteY32" fmla="*/ 55245 h 88011"/>
              <a:gd name="connsiteX33" fmla="*/ 688753 w 805148"/>
              <a:gd name="connsiteY33" fmla="*/ 88011 h 88011"/>
              <a:gd name="connsiteX34" fmla="*/ 749427 w 805148"/>
              <a:gd name="connsiteY34" fmla="*/ 55245 h 88011"/>
              <a:gd name="connsiteX35" fmla="*/ 784670 w 805148"/>
              <a:gd name="connsiteY35" fmla="*/ 33909 h 88011"/>
              <a:gd name="connsiteX36" fmla="*/ 805148 w 805148"/>
              <a:gd name="connsiteY36" fmla="*/ 19145 h 88011"/>
              <a:gd name="connsiteX37" fmla="*/ 785717 w 805148"/>
              <a:gd name="connsiteY37" fmla="*/ 95 h 88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805148" h="88011">
                <a:moveTo>
                  <a:pt x="785527" y="0"/>
                </a:moveTo>
                <a:cubicBezTo>
                  <a:pt x="785527" y="0"/>
                  <a:pt x="784860" y="0"/>
                  <a:pt x="784479" y="0"/>
                </a:cubicBezTo>
                <a:cubicBezTo>
                  <a:pt x="752856" y="0"/>
                  <a:pt x="736759" y="18193"/>
                  <a:pt x="723900" y="32766"/>
                </a:cubicBezTo>
                <a:cubicBezTo>
                  <a:pt x="711803" y="46387"/>
                  <a:pt x="704183" y="54102"/>
                  <a:pt x="688658" y="54102"/>
                </a:cubicBezTo>
                <a:cubicBezTo>
                  <a:pt x="673132" y="54102"/>
                  <a:pt x="665417" y="46387"/>
                  <a:pt x="653320" y="32766"/>
                </a:cubicBezTo>
                <a:cubicBezTo>
                  <a:pt x="640366" y="18193"/>
                  <a:pt x="624269" y="0"/>
                  <a:pt x="592646" y="0"/>
                </a:cubicBezTo>
                <a:cubicBezTo>
                  <a:pt x="561023" y="0"/>
                  <a:pt x="544925" y="18193"/>
                  <a:pt x="531971" y="32766"/>
                </a:cubicBezTo>
                <a:cubicBezTo>
                  <a:pt x="519875" y="46387"/>
                  <a:pt x="512255" y="54102"/>
                  <a:pt x="496729" y="54102"/>
                </a:cubicBezTo>
                <a:cubicBezTo>
                  <a:pt x="481203" y="54102"/>
                  <a:pt x="473488" y="46387"/>
                  <a:pt x="461391" y="32766"/>
                </a:cubicBezTo>
                <a:cubicBezTo>
                  <a:pt x="448437" y="18193"/>
                  <a:pt x="432340" y="0"/>
                  <a:pt x="400717" y="0"/>
                </a:cubicBezTo>
                <a:cubicBezTo>
                  <a:pt x="369094" y="0"/>
                  <a:pt x="352997" y="18193"/>
                  <a:pt x="340138" y="32766"/>
                </a:cubicBezTo>
                <a:cubicBezTo>
                  <a:pt x="328041" y="46387"/>
                  <a:pt x="320421" y="54102"/>
                  <a:pt x="304800" y="54102"/>
                </a:cubicBezTo>
                <a:cubicBezTo>
                  <a:pt x="289179" y="54102"/>
                  <a:pt x="281559" y="46387"/>
                  <a:pt x="269462" y="32766"/>
                </a:cubicBezTo>
                <a:cubicBezTo>
                  <a:pt x="256508" y="18193"/>
                  <a:pt x="240411" y="0"/>
                  <a:pt x="208788" y="0"/>
                </a:cubicBezTo>
                <a:cubicBezTo>
                  <a:pt x="177165" y="0"/>
                  <a:pt x="161068" y="18193"/>
                  <a:pt x="148114" y="32766"/>
                </a:cubicBezTo>
                <a:cubicBezTo>
                  <a:pt x="136017" y="46387"/>
                  <a:pt x="128397" y="54102"/>
                  <a:pt x="112776" y="54102"/>
                </a:cubicBezTo>
                <a:cubicBezTo>
                  <a:pt x="97155" y="54102"/>
                  <a:pt x="89630" y="46387"/>
                  <a:pt x="77534" y="32766"/>
                </a:cubicBezTo>
                <a:cubicBezTo>
                  <a:pt x="64580" y="18193"/>
                  <a:pt x="48482" y="0"/>
                  <a:pt x="16955" y="0"/>
                </a:cubicBezTo>
                <a:cubicBezTo>
                  <a:pt x="7620" y="0"/>
                  <a:pt x="0" y="7620"/>
                  <a:pt x="0" y="16954"/>
                </a:cubicBezTo>
                <a:cubicBezTo>
                  <a:pt x="0" y="26289"/>
                  <a:pt x="7620" y="33909"/>
                  <a:pt x="16955" y="33909"/>
                </a:cubicBezTo>
                <a:cubicBezTo>
                  <a:pt x="32576" y="33909"/>
                  <a:pt x="40196" y="41624"/>
                  <a:pt x="52197" y="55245"/>
                </a:cubicBezTo>
                <a:cubicBezTo>
                  <a:pt x="65151" y="69818"/>
                  <a:pt x="81248" y="88011"/>
                  <a:pt x="112776" y="88011"/>
                </a:cubicBezTo>
                <a:cubicBezTo>
                  <a:pt x="144304" y="88011"/>
                  <a:pt x="160496" y="69818"/>
                  <a:pt x="173450" y="55245"/>
                </a:cubicBezTo>
                <a:cubicBezTo>
                  <a:pt x="185547" y="41624"/>
                  <a:pt x="193167" y="33909"/>
                  <a:pt x="208788" y="33909"/>
                </a:cubicBezTo>
                <a:cubicBezTo>
                  <a:pt x="224409" y="33909"/>
                  <a:pt x="232029" y="41624"/>
                  <a:pt x="244126" y="55245"/>
                </a:cubicBezTo>
                <a:cubicBezTo>
                  <a:pt x="257080" y="69818"/>
                  <a:pt x="273177" y="88011"/>
                  <a:pt x="304800" y="88011"/>
                </a:cubicBezTo>
                <a:cubicBezTo>
                  <a:pt x="336423" y="88011"/>
                  <a:pt x="352520" y="69818"/>
                  <a:pt x="365474" y="55245"/>
                </a:cubicBezTo>
                <a:cubicBezTo>
                  <a:pt x="377571" y="41624"/>
                  <a:pt x="385191" y="33909"/>
                  <a:pt x="400717" y="33909"/>
                </a:cubicBezTo>
                <a:cubicBezTo>
                  <a:pt x="416243" y="33909"/>
                  <a:pt x="423958" y="41624"/>
                  <a:pt x="436055" y="55245"/>
                </a:cubicBezTo>
                <a:cubicBezTo>
                  <a:pt x="449009" y="69818"/>
                  <a:pt x="465106" y="88011"/>
                  <a:pt x="496729" y="88011"/>
                </a:cubicBezTo>
                <a:cubicBezTo>
                  <a:pt x="528352" y="88011"/>
                  <a:pt x="544449" y="69818"/>
                  <a:pt x="557403" y="55245"/>
                </a:cubicBezTo>
                <a:cubicBezTo>
                  <a:pt x="569500" y="41624"/>
                  <a:pt x="577120" y="33909"/>
                  <a:pt x="592741" y="33909"/>
                </a:cubicBezTo>
                <a:cubicBezTo>
                  <a:pt x="608362" y="33909"/>
                  <a:pt x="615982" y="41624"/>
                  <a:pt x="628079" y="55245"/>
                </a:cubicBezTo>
                <a:cubicBezTo>
                  <a:pt x="641033" y="69818"/>
                  <a:pt x="657130" y="88011"/>
                  <a:pt x="688753" y="88011"/>
                </a:cubicBezTo>
                <a:cubicBezTo>
                  <a:pt x="720376" y="88011"/>
                  <a:pt x="736473" y="69818"/>
                  <a:pt x="749427" y="55245"/>
                </a:cubicBezTo>
                <a:cubicBezTo>
                  <a:pt x="761524" y="41624"/>
                  <a:pt x="769144" y="33909"/>
                  <a:pt x="784670" y="33909"/>
                </a:cubicBezTo>
                <a:cubicBezTo>
                  <a:pt x="785051" y="33909"/>
                  <a:pt x="805148" y="33433"/>
                  <a:pt x="805148" y="19145"/>
                </a:cubicBezTo>
                <a:cubicBezTo>
                  <a:pt x="805148" y="-1048"/>
                  <a:pt x="785717" y="95"/>
                  <a:pt x="785717" y="95"/>
                </a:cubicBezTo>
                <a:close/>
              </a:path>
            </a:pathLst>
          </a:custGeom>
          <a:solidFill>
            <a:schemeClr val="bg1"/>
          </a:solidFill>
          <a:ln w="9525" cap="flat">
            <a:noFill/>
            <a:prstDash val="solid"/>
            <a:miter/>
          </a:ln>
        </p:spPr>
        <p:txBody>
          <a:bodyPr rtlCol="0" anchor="ctr"/>
          <a:lstStyle/>
          <a:p>
            <a:pPr defTabSz="914240">
              <a:defRPr/>
            </a:pPr>
            <a:endParaRPr lang="en-IN">
              <a:solidFill>
                <a:prstClr val="black"/>
              </a:solidFill>
              <a:latin typeface="Segoe UI"/>
            </a:endParaRPr>
          </a:p>
        </p:txBody>
      </p:sp>
    </p:spTree>
    <p:extLst>
      <p:ext uri="{BB962C8B-B14F-4D97-AF65-F5344CB8AC3E}">
        <p14:creationId xmlns:p14="http://schemas.microsoft.com/office/powerpoint/2010/main" val="1287639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15D2C93-0120-CCFC-9609-5065A85D5191}"/>
              </a:ext>
            </a:extLst>
          </p:cNvPr>
          <p:cNvSpPr>
            <a:spLocks noGrp="1"/>
          </p:cNvSpPr>
          <p:nvPr>
            <p:ph type="ftr" sz="quarter" idx="11"/>
          </p:nvPr>
        </p:nvSpPr>
        <p:spPr/>
        <p:txBody>
          <a:bodyPr/>
          <a:lstStyle/>
          <a:p>
            <a:r>
              <a:rPr lang="en-US"/>
              <a:t>www.anubhavtrainings.com</a:t>
            </a:r>
            <a:endParaRPr lang="en-US" dirty="0"/>
          </a:p>
        </p:txBody>
      </p:sp>
      <p:sp>
        <p:nvSpPr>
          <p:cNvPr id="3" name="Slide Number Placeholder 2">
            <a:extLst>
              <a:ext uri="{FF2B5EF4-FFF2-40B4-BE49-F238E27FC236}">
                <a16:creationId xmlns:a16="http://schemas.microsoft.com/office/drawing/2014/main" id="{8C7B24C2-E0A7-CEBF-F7A8-383001851AF8}"/>
              </a:ext>
            </a:extLst>
          </p:cNvPr>
          <p:cNvSpPr>
            <a:spLocks noGrp="1"/>
          </p:cNvSpPr>
          <p:nvPr>
            <p:ph type="sldNum" sz="quarter" idx="12"/>
          </p:nvPr>
        </p:nvSpPr>
        <p:spPr/>
        <p:txBody>
          <a:bodyPr/>
          <a:lstStyle/>
          <a:p>
            <a:fld id="{B6F15528-21DE-4FAA-801E-634DDDAF4B2B}" type="slidenum">
              <a:rPr lang="en-US" smtClean="0"/>
              <a:pPr/>
              <a:t>5</a:t>
            </a:fld>
            <a:endParaRPr lang="en-US"/>
          </a:p>
        </p:txBody>
      </p:sp>
      <p:sp>
        <p:nvSpPr>
          <p:cNvPr id="4" name="Title 3">
            <a:extLst>
              <a:ext uri="{FF2B5EF4-FFF2-40B4-BE49-F238E27FC236}">
                <a16:creationId xmlns:a16="http://schemas.microsoft.com/office/drawing/2014/main" id="{3926B177-165E-9165-72C4-FD0C520A2E18}"/>
              </a:ext>
            </a:extLst>
          </p:cNvPr>
          <p:cNvSpPr>
            <a:spLocks noGrp="1"/>
          </p:cNvSpPr>
          <p:nvPr>
            <p:ph type="title"/>
          </p:nvPr>
        </p:nvSpPr>
        <p:spPr/>
        <p:txBody>
          <a:bodyPr/>
          <a:lstStyle/>
          <a:p>
            <a:r>
              <a:rPr lang="en-IN"/>
              <a:t>Use Case</a:t>
            </a:r>
            <a:endParaRPr lang="en-IN" dirty="0"/>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AB080056-AF3B-2DD1-1233-CD37BCC6426B}"/>
                  </a:ext>
                </a:extLst>
              </p14:cNvPr>
              <p14:cNvContentPartPr/>
              <p14:nvPr/>
            </p14:nvContentPartPr>
            <p14:xfrm>
              <a:off x="1315357" y="-14658"/>
              <a:ext cx="360" cy="360"/>
            </p14:xfrm>
          </p:contentPart>
        </mc:Choice>
        <mc:Fallback xmlns="">
          <p:pic>
            <p:nvPicPr>
              <p:cNvPr id="5" name="Ink 4">
                <a:extLst>
                  <a:ext uri="{FF2B5EF4-FFF2-40B4-BE49-F238E27FC236}">
                    <a16:creationId xmlns:a16="http://schemas.microsoft.com/office/drawing/2014/main" id="{AB080056-AF3B-2DD1-1233-CD37BCC6426B}"/>
                  </a:ext>
                </a:extLst>
              </p:cNvPr>
              <p:cNvPicPr/>
              <p:nvPr/>
            </p:nvPicPr>
            <p:blipFill>
              <a:blip r:embed="rId3"/>
              <a:stretch>
                <a:fillRect/>
              </a:stretch>
            </p:blipFill>
            <p:spPr>
              <a:xfrm>
                <a:off x="1306357" y="-23658"/>
                <a:ext cx="18000" cy="18000"/>
              </a:xfrm>
              <a:prstGeom prst="rect">
                <a:avLst/>
              </a:prstGeom>
            </p:spPr>
          </p:pic>
        </mc:Fallback>
      </mc:AlternateContent>
      <p:sp>
        <p:nvSpPr>
          <p:cNvPr id="7" name="TextBox 6">
            <a:extLst>
              <a:ext uri="{FF2B5EF4-FFF2-40B4-BE49-F238E27FC236}">
                <a16:creationId xmlns:a16="http://schemas.microsoft.com/office/drawing/2014/main" id="{0B50E17A-AC2E-0D77-F32D-BD73F96B1903}"/>
              </a:ext>
            </a:extLst>
          </p:cNvPr>
          <p:cNvSpPr txBox="1"/>
          <p:nvPr/>
        </p:nvSpPr>
        <p:spPr>
          <a:xfrm>
            <a:off x="76200" y="994199"/>
            <a:ext cx="5715000" cy="2308324"/>
          </a:xfrm>
          <a:prstGeom prst="rect">
            <a:avLst/>
          </a:prstGeom>
          <a:noFill/>
        </p:spPr>
        <p:txBody>
          <a:bodyPr wrap="square">
            <a:spAutoFit/>
          </a:bodyPr>
          <a:lstStyle/>
          <a:p>
            <a:pPr marL="285750" indent="-285750" algn="l">
              <a:buFont typeface="Arial" panose="020B0604020202020204" pitchFamily="34" charset="0"/>
              <a:buChar char="•"/>
            </a:pPr>
            <a:r>
              <a:rPr lang="en-US" sz="1600" b="0" i="0">
                <a:solidFill>
                  <a:srgbClr val="222222"/>
                </a:solidFill>
                <a:effectLst/>
                <a:latin typeface="Amasis MT Pro Medium" panose="02040604050005020304" pitchFamily="18" charset="0"/>
              </a:rPr>
              <a:t>How to create custom tables ( Header/items ) on BTP with different data types (e.g., list, value help/F4 options)</a:t>
            </a:r>
          </a:p>
          <a:p>
            <a:pPr marL="285750" indent="-285750" algn="l">
              <a:buFont typeface="Arial" panose="020B0604020202020204" pitchFamily="34" charset="0"/>
              <a:buChar char="•"/>
            </a:pPr>
            <a:r>
              <a:rPr lang="en-US" sz="1600" b="0" i="0">
                <a:solidFill>
                  <a:srgbClr val="222222"/>
                </a:solidFill>
                <a:effectLst/>
                <a:latin typeface="Amasis MT Pro Medium" panose="02040604050005020304" pitchFamily="18" charset="0"/>
              </a:rPr>
              <a:t>Whether data types can be modified later and new fields can be created — and if so, does the whole table need to be regenerated?</a:t>
            </a:r>
          </a:p>
          <a:p>
            <a:pPr marL="285750" indent="-285750" algn="l">
              <a:buFont typeface="Arial" panose="020B0604020202020204" pitchFamily="34" charset="0"/>
              <a:buChar char="•"/>
            </a:pPr>
            <a:r>
              <a:rPr lang="en-US" sz="1600" b="0" i="0">
                <a:solidFill>
                  <a:srgbClr val="222222"/>
                </a:solidFill>
                <a:effectLst/>
                <a:latin typeface="Amasis MT Pro Medium" panose="02040604050005020304" pitchFamily="18" charset="0"/>
              </a:rPr>
              <a:t>How to apply basic authorization on the table to control data visibility/access</a:t>
            </a:r>
          </a:p>
          <a:p>
            <a:pPr marL="285750" indent="-285750" algn="l">
              <a:buFont typeface="Arial" panose="020B0604020202020204" pitchFamily="34" charset="0"/>
              <a:buChar char="•"/>
            </a:pPr>
            <a:r>
              <a:rPr lang="en-US" sz="1600" b="0" i="0">
                <a:solidFill>
                  <a:srgbClr val="222222"/>
                </a:solidFill>
                <a:effectLst/>
                <a:latin typeface="Amasis MT Pro Medium" panose="02040604050005020304" pitchFamily="18" charset="0"/>
              </a:rPr>
              <a:t>Upload data via excel.</a:t>
            </a:r>
            <a:endParaRPr lang="en-US" sz="1600" b="0" i="0" dirty="0">
              <a:solidFill>
                <a:srgbClr val="222222"/>
              </a:solidFill>
              <a:effectLst/>
              <a:latin typeface="Amasis MT Pro Medium" panose="02040604050005020304" pitchFamily="18" charset="0"/>
            </a:endParaRPr>
          </a:p>
        </p:txBody>
      </p:sp>
      <p:pic>
        <p:nvPicPr>
          <p:cNvPr id="10" name="Picture 9">
            <a:extLst>
              <a:ext uri="{FF2B5EF4-FFF2-40B4-BE49-F238E27FC236}">
                <a16:creationId xmlns:a16="http://schemas.microsoft.com/office/drawing/2014/main" id="{792B9887-E898-0D69-B650-2386205E1288}"/>
              </a:ext>
            </a:extLst>
          </p:cNvPr>
          <p:cNvPicPr>
            <a:picLocks noChangeAspect="1"/>
          </p:cNvPicPr>
          <p:nvPr/>
        </p:nvPicPr>
        <p:blipFill>
          <a:blip r:embed="rId4"/>
          <a:stretch>
            <a:fillRect/>
          </a:stretch>
        </p:blipFill>
        <p:spPr>
          <a:xfrm>
            <a:off x="3435520" y="2909251"/>
            <a:ext cx="5351488" cy="1569427"/>
          </a:xfrm>
          <a:prstGeom prst="rect">
            <a:avLst/>
          </a:prstGeom>
        </p:spPr>
      </p:pic>
    </p:spTree>
    <p:extLst>
      <p:ext uri="{BB962C8B-B14F-4D97-AF65-F5344CB8AC3E}">
        <p14:creationId xmlns:p14="http://schemas.microsoft.com/office/powerpoint/2010/main" val="7208770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965A0-C316-1DCA-4174-0B81169FD1E1}"/>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0C8C53A6-435E-81BD-14EB-DE730DD58D6C}"/>
              </a:ext>
            </a:extLst>
          </p:cNvPr>
          <p:cNvSpPr>
            <a:spLocks noGrp="1"/>
          </p:cNvSpPr>
          <p:nvPr>
            <p:ph type="ftr" sz="quarter" idx="11"/>
          </p:nvPr>
        </p:nvSpPr>
        <p:spPr/>
        <p:txBody>
          <a:bodyPr/>
          <a:lstStyle/>
          <a:p>
            <a:r>
              <a:rPr lang="en-US"/>
              <a:t>www.anubhavtrainings.com</a:t>
            </a:r>
            <a:endParaRPr lang="en-US" dirty="0"/>
          </a:p>
        </p:txBody>
      </p:sp>
      <p:sp>
        <p:nvSpPr>
          <p:cNvPr id="3" name="Slide Number Placeholder 2">
            <a:extLst>
              <a:ext uri="{FF2B5EF4-FFF2-40B4-BE49-F238E27FC236}">
                <a16:creationId xmlns:a16="http://schemas.microsoft.com/office/drawing/2014/main" id="{E8C6B861-CBB6-CE41-0B42-DEC1847113E9}"/>
              </a:ext>
            </a:extLst>
          </p:cNvPr>
          <p:cNvSpPr>
            <a:spLocks noGrp="1"/>
          </p:cNvSpPr>
          <p:nvPr>
            <p:ph type="sldNum" sz="quarter" idx="12"/>
          </p:nvPr>
        </p:nvSpPr>
        <p:spPr/>
        <p:txBody>
          <a:bodyPr/>
          <a:lstStyle/>
          <a:p>
            <a:fld id="{B6F15528-21DE-4FAA-801E-634DDDAF4B2B}" type="slidenum">
              <a:rPr lang="en-US" smtClean="0"/>
              <a:pPr/>
              <a:t>6</a:t>
            </a:fld>
            <a:endParaRPr lang="en-US"/>
          </a:p>
        </p:txBody>
      </p:sp>
      <p:sp>
        <p:nvSpPr>
          <p:cNvPr id="4" name="Title 3">
            <a:extLst>
              <a:ext uri="{FF2B5EF4-FFF2-40B4-BE49-F238E27FC236}">
                <a16:creationId xmlns:a16="http://schemas.microsoft.com/office/drawing/2014/main" id="{764B5FF0-F5FD-023D-08D2-D77DFA2F7537}"/>
              </a:ext>
            </a:extLst>
          </p:cNvPr>
          <p:cNvSpPr>
            <a:spLocks noGrp="1"/>
          </p:cNvSpPr>
          <p:nvPr>
            <p:ph type="title"/>
          </p:nvPr>
        </p:nvSpPr>
        <p:spPr/>
        <p:txBody>
          <a:bodyPr/>
          <a:lstStyle/>
          <a:p>
            <a:r>
              <a:rPr lang="en-IN" dirty="0"/>
              <a:t>ER Diagram</a:t>
            </a:r>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DE8618F6-F16E-261E-5667-A482EFBE8BA6}"/>
                  </a:ext>
                </a:extLst>
              </p14:cNvPr>
              <p14:cNvContentPartPr/>
              <p14:nvPr/>
            </p14:nvContentPartPr>
            <p14:xfrm>
              <a:off x="1315357" y="-14658"/>
              <a:ext cx="360" cy="360"/>
            </p14:xfrm>
          </p:contentPart>
        </mc:Choice>
        <mc:Fallback xmlns="">
          <p:pic>
            <p:nvPicPr>
              <p:cNvPr id="5" name="Ink 4">
                <a:extLst>
                  <a:ext uri="{FF2B5EF4-FFF2-40B4-BE49-F238E27FC236}">
                    <a16:creationId xmlns:a16="http://schemas.microsoft.com/office/drawing/2014/main" id="{AB080056-AF3B-2DD1-1233-CD37BCC6426B}"/>
                  </a:ext>
                </a:extLst>
              </p:cNvPr>
              <p:cNvPicPr/>
              <p:nvPr/>
            </p:nvPicPr>
            <p:blipFill>
              <a:blip r:embed="rId3"/>
              <a:stretch>
                <a:fillRect/>
              </a:stretch>
            </p:blipFill>
            <p:spPr>
              <a:xfrm>
                <a:off x="1306357" y="-23658"/>
                <a:ext cx="18000" cy="18000"/>
              </a:xfrm>
              <a:prstGeom prst="rect">
                <a:avLst/>
              </a:prstGeom>
            </p:spPr>
          </p:pic>
        </mc:Fallback>
      </mc:AlternateContent>
      <p:pic>
        <p:nvPicPr>
          <p:cNvPr id="11" name="Picture 10">
            <a:extLst>
              <a:ext uri="{FF2B5EF4-FFF2-40B4-BE49-F238E27FC236}">
                <a16:creationId xmlns:a16="http://schemas.microsoft.com/office/drawing/2014/main" id="{8883FEF4-42F4-8F18-A90F-6BC59CE4A996}"/>
              </a:ext>
            </a:extLst>
          </p:cNvPr>
          <p:cNvPicPr>
            <a:picLocks noChangeAspect="1"/>
          </p:cNvPicPr>
          <p:nvPr/>
        </p:nvPicPr>
        <p:blipFill>
          <a:blip r:embed="rId4"/>
          <a:stretch>
            <a:fillRect/>
          </a:stretch>
        </p:blipFill>
        <p:spPr>
          <a:xfrm>
            <a:off x="1234966" y="1131830"/>
            <a:ext cx="5950134" cy="3938673"/>
          </a:xfrm>
          <a:prstGeom prst="rect">
            <a:avLst/>
          </a:prstGeom>
        </p:spPr>
      </p:pic>
    </p:spTree>
    <p:extLst>
      <p:ext uri="{BB962C8B-B14F-4D97-AF65-F5344CB8AC3E}">
        <p14:creationId xmlns:p14="http://schemas.microsoft.com/office/powerpoint/2010/main" val="15094012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8BABE-0AA6-8150-20C6-04FE530EF927}"/>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16688663-05EA-574D-7D06-B9BA22E9105B}"/>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90527F5B-EEFE-511B-0D48-3ADAA8735421}"/>
              </a:ext>
            </a:extLst>
          </p:cNvPr>
          <p:cNvSpPr>
            <a:spLocks noGrp="1"/>
          </p:cNvSpPr>
          <p:nvPr>
            <p:ph type="sldNum" sz="quarter" idx="12"/>
          </p:nvPr>
        </p:nvSpPr>
        <p:spPr>
          <a:xfrm>
            <a:off x="153552" y="4780975"/>
            <a:ext cx="457081" cy="273773"/>
          </a:xfrm>
        </p:spPr>
        <p:txBody>
          <a:bodyPr/>
          <a:lstStyle/>
          <a:p>
            <a:fld id="{B6F15528-21DE-4FAA-801E-634DDDAF4B2B}" type="slidenum">
              <a:rPr lang="en-US" smtClean="0"/>
              <a:pPr/>
              <a:t>7</a:t>
            </a:fld>
            <a:endParaRPr lang="en-US" dirty="0"/>
          </a:p>
        </p:txBody>
      </p:sp>
      <p:sp>
        <p:nvSpPr>
          <p:cNvPr id="5" name="Title 4">
            <a:extLst>
              <a:ext uri="{FF2B5EF4-FFF2-40B4-BE49-F238E27FC236}">
                <a16:creationId xmlns:a16="http://schemas.microsoft.com/office/drawing/2014/main" id="{3EA034B1-2CE0-E3E4-A6EB-D7B4A1348139}"/>
              </a:ext>
            </a:extLst>
          </p:cNvPr>
          <p:cNvSpPr>
            <a:spLocks noGrp="1"/>
          </p:cNvSpPr>
          <p:nvPr>
            <p:ph type="title"/>
          </p:nvPr>
        </p:nvSpPr>
        <p:spPr>
          <a:xfrm>
            <a:off x="77371" y="133985"/>
            <a:ext cx="8227457" cy="533262"/>
          </a:xfrm>
        </p:spPr>
        <p:txBody>
          <a:bodyPr/>
          <a:lstStyle/>
          <a:p>
            <a:r>
              <a:rPr lang="en-IN" sz="2500" dirty="0"/>
              <a:t>Welcome to the new world</a:t>
            </a:r>
          </a:p>
        </p:txBody>
      </p:sp>
      <p:pic>
        <p:nvPicPr>
          <p:cNvPr id="2" name="Picture 1">
            <a:extLst>
              <a:ext uri="{FF2B5EF4-FFF2-40B4-BE49-F238E27FC236}">
                <a16:creationId xmlns:a16="http://schemas.microsoft.com/office/drawing/2014/main" id="{428570B2-0C2B-9FB1-3655-39F0F2B02D06}"/>
              </a:ext>
            </a:extLst>
          </p:cNvPr>
          <p:cNvPicPr>
            <a:picLocks noChangeAspect="1"/>
          </p:cNvPicPr>
          <p:nvPr/>
        </p:nvPicPr>
        <p:blipFill>
          <a:blip r:embed="rId2"/>
          <a:stretch>
            <a:fillRect/>
          </a:stretch>
        </p:blipFill>
        <p:spPr>
          <a:xfrm>
            <a:off x="77371" y="1333209"/>
            <a:ext cx="8977903" cy="2768093"/>
          </a:xfrm>
          <a:prstGeom prst="rect">
            <a:avLst/>
          </a:prstGeom>
        </p:spPr>
      </p:pic>
    </p:spTree>
    <p:extLst>
      <p:ext uri="{BB962C8B-B14F-4D97-AF65-F5344CB8AC3E}">
        <p14:creationId xmlns:p14="http://schemas.microsoft.com/office/powerpoint/2010/main" val="3339761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B38C5F-9053-AE6F-F95E-BE7CAD6169C7}"/>
            </a:ext>
          </a:extLst>
        </p:cNvPr>
        <p:cNvGrpSpPr/>
        <p:nvPr/>
      </p:nvGrpSpPr>
      <p:grpSpPr>
        <a:xfrm>
          <a:off x="0" y="0"/>
          <a:ext cx="0" cy="0"/>
          <a:chOff x="0" y="0"/>
          <a:chExt cx="0" cy="0"/>
        </a:xfrm>
      </p:grpSpPr>
      <p:sp>
        <p:nvSpPr>
          <p:cNvPr id="13" name="Rectangle: Rounded Corners 12">
            <a:extLst>
              <a:ext uri="{FF2B5EF4-FFF2-40B4-BE49-F238E27FC236}">
                <a16:creationId xmlns:a16="http://schemas.microsoft.com/office/drawing/2014/main" id="{386B15E0-93CA-7B8A-B7E0-12E7E264A343}"/>
              </a:ext>
            </a:extLst>
          </p:cNvPr>
          <p:cNvSpPr/>
          <p:nvPr/>
        </p:nvSpPr>
        <p:spPr>
          <a:xfrm>
            <a:off x="6317790" y="1000427"/>
            <a:ext cx="2430270" cy="3294366"/>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sz="1350"/>
          </a:p>
        </p:txBody>
      </p:sp>
      <p:sp>
        <p:nvSpPr>
          <p:cNvPr id="12" name="Rectangle: Rounded Corners 11">
            <a:extLst>
              <a:ext uri="{FF2B5EF4-FFF2-40B4-BE49-F238E27FC236}">
                <a16:creationId xmlns:a16="http://schemas.microsoft.com/office/drawing/2014/main" id="{A6897B2A-3067-C765-50C6-F4925AD4439E}"/>
              </a:ext>
            </a:extLst>
          </p:cNvPr>
          <p:cNvSpPr/>
          <p:nvPr/>
        </p:nvSpPr>
        <p:spPr>
          <a:xfrm>
            <a:off x="3575485" y="1005576"/>
            <a:ext cx="2430270" cy="3294366"/>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sz="1350"/>
          </a:p>
        </p:txBody>
      </p:sp>
      <p:sp>
        <p:nvSpPr>
          <p:cNvPr id="11" name="Rectangle: Rounded Corners 10">
            <a:extLst>
              <a:ext uri="{FF2B5EF4-FFF2-40B4-BE49-F238E27FC236}">
                <a16:creationId xmlns:a16="http://schemas.microsoft.com/office/drawing/2014/main" id="{4116373E-9EB6-D0D3-C007-6832C717176B}"/>
              </a:ext>
            </a:extLst>
          </p:cNvPr>
          <p:cNvSpPr/>
          <p:nvPr/>
        </p:nvSpPr>
        <p:spPr>
          <a:xfrm>
            <a:off x="845586" y="1005576"/>
            <a:ext cx="2430270" cy="3294366"/>
          </a:xfrm>
          <a:prstGeom prst="roundRect">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IN" sz="1350"/>
          </a:p>
        </p:txBody>
      </p:sp>
      <p:sp>
        <p:nvSpPr>
          <p:cNvPr id="3" name="Footer Placeholder 2">
            <a:extLst>
              <a:ext uri="{FF2B5EF4-FFF2-40B4-BE49-F238E27FC236}">
                <a16:creationId xmlns:a16="http://schemas.microsoft.com/office/drawing/2014/main" id="{8F917924-C113-6A1B-CE98-70115B6A6ECE}"/>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706E3146-BEAA-4402-B035-310F2A6635D6}"/>
              </a:ext>
            </a:extLst>
          </p:cNvPr>
          <p:cNvSpPr>
            <a:spLocks noGrp="1"/>
          </p:cNvSpPr>
          <p:nvPr>
            <p:ph type="sldNum" sz="quarter" idx="12"/>
          </p:nvPr>
        </p:nvSpPr>
        <p:spPr>
          <a:xfrm>
            <a:off x="153552" y="4780975"/>
            <a:ext cx="457081" cy="273773"/>
          </a:xfrm>
        </p:spPr>
        <p:txBody>
          <a:bodyPr/>
          <a:lstStyle/>
          <a:p>
            <a:fld id="{B6F15528-21DE-4FAA-801E-634DDDAF4B2B}" type="slidenum">
              <a:rPr lang="en-US" smtClean="0"/>
              <a:pPr/>
              <a:t>8</a:t>
            </a:fld>
            <a:endParaRPr lang="en-US" dirty="0"/>
          </a:p>
        </p:txBody>
      </p:sp>
      <p:sp>
        <p:nvSpPr>
          <p:cNvPr id="5" name="Title 4">
            <a:extLst>
              <a:ext uri="{FF2B5EF4-FFF2-40B4-BE49-F238E27FC236}">
                <a16:creationId xmlns:a16="http://schemas.microsoft.com/office/drawing/2014/main" id="{0E1F4AE1-8C4B-D24F-9FA8-872C5D4F2740}"/>
              </a:ext>
            </a:extLst>
          </p:cNvPr>
          <p:cNvSpPr>
            <a:spLocks noGrp="1"/>
          </p:cNvSpPr>
          <p:nvPr>
            <p:ph type="title"/>
          </p:nvPr>
        </p:nvSpPr>
        <p:spPr>
          <a:xfrm>
            <a:off x="77371" y="133985"/>
            <a:ext cx="8227457" cy="533262"/>
          </a:xfrm>
        </p:spPr>
        <p:txBody>
          <a:bodyPr/>
          <a:lstStyle/>
          <a:p>
            <a:r>
              <a:rPr lang="en-IN" sz="2500" dirty="0"/>
              <a:t>Looming Threats</a:t>
            </a:r>
          </a:p>
        </p:txBody>
      </p:sp>
      <p:pic>
        <p:nvPicPr>
          <p:cNvPr id="6" name="Picture 5">
            <a:extLst>
              <a:ext uri="{FF2B5EF4-FFF2-40B4-BE49-F238E27FC236}">
                <a16:creationId xmlns:a16="http://schemas.microsoft.com/office/drawing/2014/main" id="{C5BE58F5-695F-B83A-C07A-659002044ACE}"/>
              </a:ext>
            </a:extLst>
          </p:cNvPr>
          <p:cNvPicPr>
            <a:picLocks noChangeAspect="1"/>
          </p:cNvPicPr>
          <p:nvPr/>
        </p:nvPicPr>
        <p:blipFill>
          <a:blip r:embed="rId2"/>
          <a:stretch>
            <a:fillRect/>
          </a:stretch>
        </p:blipFill>
        <p:spPr>
          <a:xfrm>
            <a:off x="953598" y="1167594"/>
            <a:ext cx="2219439" cy="2095608"/>
          </a:xfrm>
          <a:prstGeom prst="rect">
            <a:avLst/>
          </a:prstGeom>
        </p:spPr>
      </p:pic>
      <p:pic>
        <p:nvPicPr>
          <p:cNvPr id="8" name="Picture 7">
            <a:extLst>
              <a:ext uri="{FF2B5EF4-FFF2-40B4-BE49-F238E27FC236}">
                <a16:creationId xmlns:a16="http://schemas.microsoft.com/office/drawing/2014/main" id="{7629A8A3-B4E3-1360-6795-5BDCD8A170B6}"/>
              </a:ext>
            </a:extLst>
          </p:cNvPr>
          <p:cNvPicPr>
            <a:picLocks noChangeAspect="1"/>
          </p:cNvPicPr>
          <p:nvPr/>
        </p:nvPicPr>
        <p:blipFill>
          <a:blip r:embed="rId3"/>
          <a:stretch>
            <a:fillRect/>
          </a:stretch>
        </p:blipFill>
        <p:spPr>
          <a:xfrm>
            <a:off x="3676138" y="1167594"/>
            <a:ext cx="2228965" cy="2105133"/>
          </a:xfrm>
          <a:prstGeom prst="rect">
            <a:avLst/>
          </a:prstGeom>
        </p:spPr>
      </p:pic>
      <p:pic>
        <p:nvPicPr>
          <p:cNvPr id="10" name="Picture 9">
            <a:extLst>
              <a:ext uri="{FF2B5EF4-FFF2-40B4-BE49-F238E27FC236}">
                <a16:creationId xmlns:a16="http://schemas.microsoft.com/office/drawing/2014/main" id="{DE700108-8C70-558C-9876-AA22CFEAA7C8}"/>
              </a:ext>
            </a:extLst>
          </p:cNvPr>
          <p:cNvPicPr>
            <a:picLocks noChangeAspect="1"/>
          </p:cNvPicPr>
          <p:nvPr/>
        </p:nvPicPr>
        <p:blipFill>
          <a:blip r:embed="rId4"/>
          <a:stretch>
            <a:fillRect/>
          </a:stretch>
        </p:blipFill>
        <p:spPr>
          <a:xfrm>
            <a:off x="6408204" y="1158069"/>
            <a:ext cx="2228965" cy="2095608"/>
          </a:xfrm>
          <a:prstGeom prst="rect">
            <a:avLst/>
          </a:prstGeom>
        </p:spPr>
      </p:pic>
      <p:sp>
        <p:nvSpPr>
          <p:cNvPr id="14" name="TextBox 13">
            <a:extLst>
              <a:ext uri="{FF2B5EF4-FFF2-40B4-BE49-F238E27FC236}">
                <a16:creationId xmlns:a16="http://schemas.microsoft.com/office/drawing/2014/main" id="{12A2D827-0E57-35C6-CD56-DC708EB80327}"/>
              </a:ext>
            </a:extLst>
          </p:cNvPr>
          <p:cNvSpPr txBox="1"/>
          <p:nvPr/>
        </p:nvSpPr>
        <p:spPr>
          <a:xfrm>
            <a:off x="1061610" y="3489852"/>
            <a:ext cx="1944216" cy="738664"/>
          </a:xfrm>
          <a:prstGeom prst="rect">
            <a:avLst/>
          </a:prstGeom>
          <a:noFill/>
        </p:spPr>
        <p:txBody>
          <a:bodyPr wrap="square" rtlCol="0">
            <a:spAutoFit/>
          </a:bodyPr>
          <a:lstStyle/>
          <a:p>
            <a:pPr algn="ctr"/>
            <a:r>
              <a:rPr lang="en-IN" sz="2100" dirty="0">
                <a:latin typeface="ADLaM Display" panose="02010000000000000000" pitchFamily="2" charset="0"/>
                <a:ea typeface="ADLaM Display" panose="02010000000000000000" pitchFamily="2" charset="0"/>
                <a:cs typeface="ADLaM Display" panose="02010000000000000000" pitchFamily="2" charset="0"/>
              </a:rPr>
              <a:t>Geopolitical</a:t>
            </a:r>
          </a:p>
          <a:p>
            <a:pPr algn="ctr"/>
            <a:r>
              <a:rPr lang="en-IN" sz="2100" dirty="0">
                <a:latin typeface="ADLaM Display" panose="02010000000000000000" pitchFamily="2" charset="0"/>
                <a:ea typeface="ADLaM Display" panose="02010000000000000000" pitchFamily="2" charset="0"/>
                <a:cs typeface="ADLaM Display" panose="02010000000000000000" pitchFamily="2" charset="0"/>
              </a:rPr>
              <a:t>Instability </a:t>
            </a:r>
          </a:p>
        </p:txBody>
      </p:sp>
      <p:sp>
        <p:nvSpPr>
          <p:cNvPr id="15" name="TextBox 14">
            <a:extLst>
              <a:ext uri="{FF2B5EF4-FFF2-40B4-BE49-F238E27FC236}">
                <a16:creationId xmlns:a16="http://schemas.microsoft.com/office/drawing/2014/main" id="{A11D0D34-A56E-3842-71EE-29084BB56C47}"/>
              </a:ext>
            </a:extLst>
          </p:cNvPr>
          <p:cNvSpPr txBox="1"/>
          <p:nvPr/>
        </p:nvSpPr>
        <p:spPr>
          <a:xfrm>
            <a:off x="3761910" y="3487387"/>
            <a:ext cx="1944216" cy="738664"/>
          </a:xfrm>
          <a:prstGeom prst="rect">
            <a:avLst/>
          </a:prstGeom>
          <a:noFill/>
        </p:spPr>
        <p:txBody>
          <a:bodyPr wrap="square" rtlCol="0">
            <a:spAutoFit/>
          </a:bodyPr>
          <a:lstStyle/>
          <a:p>
            <a:pPr algn="ctr"/>
            <a:r>
              <a:rPr lang="en-IN" sz="2100" dirty="0">
                <a:latin typeface="ADLaM Display" panose="02010000000000000000" pitchFamily="2" charset="0"/>
                <a:ea typeface="ADLaM Display" panose="02010000000000000000" pitchFamily="2" charset="0"/>
                <a:cs typeface="ADLaM Display" panose="02010000000000000000" pitchFamily="2" charset="0"/>
              </a:rPr>
              <a:t>Economic Uncertainties</a:t>
            </a:r>
          </a:p>
        </p:txBody>
      </p:sp>
      <p:sp>
        <p:nvSpPr>
          <p:cNvPr id="16" name="TextBox 15">
            <a:extLst>
              <a:ext uri="{FF2B5EF4-FFF2-40B4-BE49-F238E27FC236}">
                <a16:creationId xmlns:a16="http://schemas.microsoft.com/office/drawing/2014/main" id="{2B1E4614-4B0F-9F65-81C5-2738FE2F3A86}"/>
              </a:ext>
            </a:extLst>
          </p:cNvPr>
          <p:cNvSpPr txBox="1"/>
          <p:nvPr/>
        </p:nvSpPr>
        <p:spPr>
          <a:xfrm>
            <a:off x="6550578" y="3427493"/>
            <a:ext cx="1944216" cy="738664"/>
          </a:xfrm>
          <a:prstGeom prst="rect">
            <a:avLst/>
          </a:prstGeom>
          <a:noFill/>
        </p:spPr>
        <p:txBody>
          <a:bodyPr wrap="square" rtlCol="0">
            <a:spAutoFit/>
          </a:bodyPr>
          <a:lstStyle/>
          <a:p>
            <a:pPr algn="ctr"/>
            <a:r>
              <a:rPr lang="en-IN" sz="2100" dirty="0">
                <a:latin typeface="ADLaM Display" panose="02010000000000000000" pitchFamily="2" charset="0"/>
                <a:ea typeface="ADLaM Display" panose="02010000000000000000" pitchFamily="2" charset="0"/>
                <a:cs typeface="ADLaM Display" panose="02010000000000000000" pitchFamily="2" charset="0"/>
              </a:rPr>
              <a:t>Disruptive Technologies</a:t>
            </a:r>
          </a:p>
        </p:txBody>
      </p:sp>
    </p:spTree>
    <p:extLst>
      <p:ext uri="{BB962C8B-B14F-4D97-AF65-F5344CB8AC3E}">
        <p14:creationId xmlns:p14="http://schemas.microsoft.com/office/powerpoint/2010/main" val="729932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additive="base">
                                        <p:cTn id="21" dur="500" fill="hold"/>
                                        <p:tgtEl>
                                          <p:spTgt spid="12"/>
                                        </p:tgtEl>
                                        <p:attrNameLst>
                                          <p:attrName>ppt_x</p:attrName>
                                        </p:attrNameLst>
                                      </p:cBhvr>
                                      <p:tavLst>
                                        <p:tav tm="0">
                                          <p:val>
                                            <p:strVal val="#ppt_x"/>
                                          </p:val>
                                        </p:tav>
                                        <p:tav tm="100000">
                                          <p:val>
                                            <p:strVal val="#ppt_x"/>
                                          </p:val>
                                        </p:tav>
                                      </p:tavLst>
                                    </p:anim>
                                    <p:anim calcmode="lin" valueType="num">
                                      <p:cBhvr additive="base">
                                        <p:cTn id="22" dur="500" fill="hold"/>
                                        <p:tgtEl>
                                          <p:spTgt spid="12"/>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ppt_x"/>
                                          </p:val>
                                        </p:tav>
                                        <p:tav tm="100000">
                                          <p:val>
                                            <p:strVal val="#ppt_x"/>
                                          </p:val>
                                        </p:tav>
                                      </p:tavLst>
                                    </p:anim>
                                    <p:anim calcmode="lin" valueType="num">
                                      <p:cBhvr additive="base">
                                        <p:cTn id="26" dur="500" fill="hold"/>
                                        <p:tgtEl>
                                          <p:spTgt spid="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anim calcmode="lin" valueType="num">
                                      <p:cBhvr additive="base">
                                        <p:cTn id="29" dur="500" fill="hold"/>
                                        <p:tgtEl>
                                          <p:spTgt spid="15"/>
                                        </p:tgtEl>
                                        <p:attrNameLst>
                                          <p:attrName>ppt_x</p:attrName>
                                        </p:attrNameLst>
                                      </p:cBhvr>
                                      <p:tavLst>
                                        <p:tav tm="0">
                                          <p:val>
                                            <p:strVal val="#ppt_x"/>
                                          </p:val>
                                        </p:tav>
                                        <p:tav tm="100000">
                                          <p:val>
                                            <p:strVal val="#ppt_x"/>
                                          </p:val>
                                        </p:tav>
                                      </p:tavLst>
                                    </p:anim>
                                    <p:anim calcmode="lin" valueType="num">
                                      <p:cBhvr additive="base">
                                        <p:cTn id="30"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additive="base">
                                        <p:cTn id="35" dur="500" fill="hold"/>
                                        <p:tgtEl>
                                          <p:spTgt spid="13"/>
                                        </p:tgtEl>
                                        <p:attrNameLst>
                                          <p:attrName>ppt_x</p:attrName>
                                        </p:attrNameLst>
                                      </p:cBhvr>
                                      <p:tavLst>
                                        <p:tav tm="0">
                                          <p:val>
                                            <p:strVal val="#ppt_x"/>
                                          </p:val>
                                        </p:tav>
                                        <p:tav tm="100000">
                                          <p:val>
                                            <p:strVal val="#ppt_x"/>
                                          </p:val>
                                        </p:tav>
                                      </p:tavLst>
                                    </p:anim>
                                    <p:anim calcmode="lin" valueType="num">
                                      <p:cBhvr additive="base">
                                        <p:cTn id="36" dur="500" fill="hold"/>
                                        <p:tgtEl>
                                          <p:spTgt spid="13"/>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2" grpId="0" animBg="1"/>
      <p:bldP spid="11" grpId="0" animBg="1"/>
      <p:bldP spid="14" grpId="0"/>
      <p:bldP spid="15" grpId="0"/>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96F17-313F-2D13-FE2C-D4C2F9F0A95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390A70B7-32DD-64EB-4E0A-8C454F3C283F}"/>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9CBB9239-13C2-BA56-B028-A7C37A8AF7DA}"/>
              </a:ext>
            </a:extLst>
          </p:cNvPr>
          <p:cNvSpPr>
            <a:spLocks noGrp="1"/>
          </p:cNvSpPr>
          <p:nvPr>
            <p:ph type="sldNum" sz="quarter" idx="12"/>
          </p:nvPr>
        </p:nvSpPr>
        <p:spPr>
          <a:xfrm>
            <a:off x="153552" y="4780975"/>
            <a:ext cx="457081" cy="273773"/>
          </a:xfrm>
        </p:spPr>
        <p:txBody>
          <a:bodyPr/>
          <a:lstStyle/>
          <a:p>
            <a:fld id="{B6F15528-21DE-4FAA-801E-634DDDAF4B2B}" type="slidenum">
              <a:rPr lang="en-US" smtClean="0"/>
              <a:pPr/>
              <a:t>9</a:t>
            </a:fld>
            <a:endParaRPr lang="en-US" dirty="0"/>
          </a:p>
        </p:txBody>
      </p:sp>
      <p:sp>
        <p:nvSpPr>
          <p:cNvPr id="5" name="Title 4">
            <a:extLst>
              <a:ext uri="{FF2B5EF4-FFF2-40B4-BE49-F238E27FC236}">
                <a16:creationId xmlns:a16="http://schemas.microsoft.com/office/drawing/2014/main" id="{973F2214-7475-AFE1-98E6-5C2619AAA3E1}"/>
              </a:ext>
            </a:extLst>
          </p:cNvPr>
          <p:cNvSpPr>
            <a:spLocks noGrp="1"/>
          </p:cNvSpPr>
          <p:nvPr>
            <p:ph type="title"/>
          </p:nvPr>
        </p:nvSpPr>
        <p:spPr>
          <a:xfrm>
            <a:off x="77371" y="133985"/>
            <a:ext cx="8227457" cy="533262"/>
          </a:xfrm>
        </p:spPr>
        <p:txBody>
          <a:bodyPr/>
          <a:lstStyle/>
          <a:p>
            <a:r>
              <a:rPr lang="en-IN" sz="2500" dirty="0"/>
              <a:t>Everything is code</a:t>
            </a:r>
          </a:p>
        </p:txBody>
      </p:sp>
      <p:pic>
        <p:nvPicPr>
          <p:cNvPr id="2" name="Picture 1">
            <a:extLst>
              <a:ext uri="{FF2B5EF4-FFF2-40B4-BE49-F238E27FC236}">
                <a16:creationId xmlns:a16="http://schemas.microsoft.com/office/drawing/2014/main" id="{0651ADC9-69E7-71C5-A244-ECEA6BAEEF83}"/>
              </a:ext>
            </a:extLst>
          </p:cNvPr>
          <p:cNvPicPr>
            <a:picLocks noChangeAspect="1"/>
          </p:cNvPicPr>
          <p:nvPr/>
        </p:nvPicPr>
        <p:blipFill>
          <a:blip r:embed="rId2"/>
          <a:stretch>
            <a:fillRect/>
          </a:stretch>
        </p:blipFill>
        <p:spPr>
          <a:xfrm>
            <a:off x="1093" y="1329612"/>
            <a:ext cx="9139604" cy="3267409"/>
          </a:xfrm>
          <a:prstGeom prst="rect">
            <a:avLst/>
          </a:prstGeom>
          <a:noFill/>
        </p:spPr>
      </p:pic>
    </p:spTree>
    <p:extLst>
      <p:ext uri="{BB962C8B-B14F-4D97-AF65-F5344CB8AC3E}">
        <p14:creationId xmlns:p14="http://schemas.microsoft.com/office/powerpoint/2010/main" val="4096990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028F3-D58C-2FDC-98EF-3B2AF23A6AB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209DD97D-86CC-D4AF-196E-57BD1BE9469B}"/>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82D65795-2D02-CEB1-BB93-27A64000089A}"/>
              </a:ext>
            </a:extLst>
          </p:cNvPr>
          <p:cNvSpPr>
            <a:spLocks noGrp="1"/>
          </p:cNvSpPr>
          <p:nvPr>
            <p:ph type="sldNum" sz="quarter" idx="12"/>
          </p:nvPr>
        </p:nvSpPr>
        <p:spPr>
          <a:xfrm>
            <a:off x="153552" y="4780975"/>
            <a:ext cx="457081" cy="273773"/>
          </a:xfrm>
        </p:spPr>
        <p:txBody>
          <a:bodyPr/>
          <a:lstStyle/>
          <a:p>
            <a:fld id="{B6F15528-21DE-4FAA-801E-634DDDAF4B2B}" type="slidenum">
              <a:rPr lang="en-US" smtClean="0"/>
              <a:pPr/>
              <a:t>10</a:t>
            </a:fld>
            <a:endParaRPr lang="en-US" dirty="0"/>
          </a:p>
        </p:txBody>
      </p:sp>
      <p:sp>
        <p:nvSpPr>
          <p:cNvPr id="5" name="Title 4">
            <a:extLst>
              <a:ext uri="{FF2B5EF4-FFF2-40B4-BE49-F238E27FC236}">
                <a16:creationId xmlns:a16="http://schemas.microsoft.com/office/drawing/2014/main" id="{342C458B-6C5B-9E8C-8D9B-19D337C0AC69}"/>
              </a:ext>
            </a:extLst>
          </p:cNvPr>
          <p:cNvSpPr>
            <a:spLocks noGrp="1"/>
          </p:cNvSpPr>
          <p:nvPr>
            <p:ph type="title"/>
          </p:nvPr>
        </p:nvSpPr>
        <p:spPr>
          <a:xfrm>
            <a:off x="77371" y="133985"/>
            <a:ext cx="8227457" cy="533262"/>
          </a:xfrm>
        </p:spPr>
        <p:txBody>
          <a:bodyPr/>
          <a:lstStyle/>
          <a:p>
            <a:r>
              <a:rPr lang="en-IN" sz="2500" dirty="0"/>
              <a:t>How to be fast</a:t>
            </a:r>
          </a:p>
        </p:txBody>
      </p:sp>
      <p:pic>
        <p:nvPicPr>
          <p:cNvPr id="2" name="Picture 1">
            <a:extLst>
              <a:ext uri="{FF2B5EF4-FFF2-40B4-BE49-F238E27FC236}">
                <a16:creationId xmlns:a16="http://schemas.microsoft.com/office/drawing/2014/main" id="{0D672D90-084F-5FF4-3D5E-FA7272A9CEB9}"/>
              </a:ext>
            </a:extLst>
          </p:cNvPr>
          <p:cNvPicPr>
            <a:picLocks noChangeAspect="1"/>
          </p:cNvPicPr>
          <p:nvPr/>
        </p:nvPicPr>
        <p:blipFill>
          <a:blip r:embed="rId2"/>
          <a:srcRect t="2172"/>
          <a:stretch/>
        </p:blipFill>
        <p:spPr>
          <a:xfrm>
            <a:off x="129214" y="1491630"/>
            <a:ext cx="8885573" cy="2862318"/>
          </a:xfrm>
          <a:prstGeom prst="rect">
            <a:avLst/>
          </a:prstGeom>
        </p:spPr>
      </p:pic>
    </p:spTree>
    <p:extLst>
      <p:ext uri="{BB962C8B-B14F-4D97-AF65-F5344CB8AC3E}">
        <p14:creationId xmlns:p14="http://schemas.microsoft.com/office/powerpoint/2010/main" val="3312645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57EB1-B732-DC5A-C936-51E1BC5C9CE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A359E693-B195-B641-0168-F93E8761A9D8}"/>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33F8C66A-D919-7463-4150-CB34A9FEF3A4}"/>
              </a:ext>
            </a:extLst>
          </p:cNvPr>
          <p:cNvSpPr>
            <a:spLocks noGrp="1"/>
          </p:cNvSpPr>
          <p:nvPr>
            <p:ph type="sldNum" sz="quarter" idx="12"/>
          </p:nvPr>
        </p:nvSpPr>
        <p:spPr>
          <a:xfrm>
            <a:off x="153552" y="4780975"/>
            <a:ext cx="457081" cy="273773"/>
          </a:xfrm>
        </p:spPr>
        <p:txBody>
          <a:bodyPr/>
          <a:lstStyle/>
          <a:p>
            <a:fld id="{B6F15528-21DE-4FAA-801E-634DDDAF4B2B}" type="slidenum">
              <a:rPr lang="en-US" smtClean="0"/>
              <a:pPr/>
              <a:t>11</a:t>
            </a:fld>
            <a:endParaRPr lang="en-US" dirty="0"/>
          </a:p>
        </p:txBody>
      </p:sp>
      <p:sp>
        <p:nvSpPr>
          <p:cNvPr id="5" name="Title 4">
            <a:extLst>
              <a:ext uri="{FF2B5EF4-FFF2-40B4-BE49-F238E27FC236}">
                <a16:creationId xmlns:a16="http://schemas.microsoft.com/office/drawing/2014/main" id="{90D15BC4-0B83-F78E-B355-855BD3E47386}"/>
              </a:ext>
            </a:extLst>
          </p:cNvPr>
          <p:cNvSpPr>
            <a:spLocks noGrp="1"/>
          </p:cNvSpPr>
          <p:nvPr>
            <p:ph type="title"/>
          </p:nvPr>
        </p:nvSpPr>
        <p:spPr>
          <a:xfrm>
            <a:off x="77371" y="133985"/>
            <a:ext cx="8227457" cy="533262"/>
          </a:xfrm>
        </p:spPr>
        <p:txBody>
          <a:bodyPr/>
          <a:lstStyle/>
          <a:p>
            <a:r>
              <a:rPr lang="en-IN" sz="2500" dirty="0"/>
              <a:t>The Clean Core</a:t>
            </a:r>
          </a:p>
        </p:txBody>
      </p:sp>
      <p:sp>
        <p:nvSpPr>
          <p:cNvPr id="2" name="TextBox 1">
            <a:extLst>
              <a:ext uri="{FF2B5EF4-FFF2-40B4-BE49-F238E27FC236}">
                <a16:creationId xmlns:a16="http://schemas.microsoft.com/office/drawing/2014/main" id="{BDDFBD62-18F7-B468-92E5-D45191750654}"/>
              </a:ext>
            </a:extLst>
          </p:cNvPr>
          <p:cNvSpPr txBox="1"/>
          <p:nvPr/>
        </p:nvSpPr>
        <p:spPr>
          <a:xfrm>
            <a:off x="1191" y="1113589"/>
            <a:ext cx="8615133" cy="1708144"/>
          </a:xfrm>
          <a:prstGeom prst="rect">
            <a:avLst/>
          </a:prstGeom>
          <a:noFill/>
        </p:spPr>
        <p:txBody>
          <a:bodyPr wrap="square" lIns="91424" tIns="45712" rIns="91424" bIns="45712" rtlCol="0">
            <a:spAutoFit/>
          </a:bodyPr>
          <a:lstStyle/>
          <a:p>
            <a:r>
              <a:rPr lang="en-IN" sz="1500" dirty="0"/>
              <a:t>Clean means up-to-date, documented, unmodified, consistent, efficient and upgrade ready. </a:t>
            </a:r>
          </a:p>
          <a:p>
            <a:r>
              <a:rPr lang="en-IN" sz="1500" dirty="0"/>
              <a:t>S/4HANA Cloud Private Edition =&gt; S/4HANA On-premise – GUI Access, Full Control on system, upgrade when customer want, postpone upgrades, SPRO Access, Full access to system code like ECC – 85-90%</a:t>
            </a:r>
          </a:p>
          <a:p>
            <a:r>
              <a:rPr lang="en-IN" sz="1500" dirty="0"/>
              <a:t>S/4HANA Cloud Public Edition =&gt; Shared environment, Infra is owned by SAP, not have full control and code, No SAPGUI access, only through browser, Force upgrade (always up to date) -10~15%</a:t>
            </a:r>
          </a:p>
          <a:p>
            <a:r>
              <a:rPr lang="en-IN" sz="1500" dirty="0"/>
              <a:t>Capabilities of clean core depend on Software stack.</a:t>
            </a:r>
          </a:p>
          <a:p>
            <a:r>
              <a:rPr lang="en-IN" sz="1500" dirty="0"/>
              <a:t>Bundle for Rise/Grow with SAP – ERP (Core S/4HANA), BTP (BTPEA), SAC, DS…</a:t>
            </a:r>
          </a:p>
        </p:txBody>
      </p:sp>
    </p:spTree>
    <p:extLst>
      <p:ext uri="{BB962C8B-B14F-4D97-AF65-F5344CB8AC3E}">
        <p14:creationId xmlns:p14="http://schemas.microsoft.com/office/powerpoint/2010/main" val="17832668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6E7B5-87F9-7850-9594-5CE52FAB8A90}"/>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9674249-864A-7999-2755-39ACE917CDD2}"/>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78E2E1BC-9E59-F37C-3CE6-20402AC4F0DF}"/>
              </a:ext>
            </a:extLst>
          </p:cNvPr>
          <p:cNvSpPr>
            <a:spLocks noGrp="1"/>
          </p:cNvSpPr>
          <p:nvPr>
            <p:ph type="sldNum" sz="quarter" idx="12"/>
          </p:nvPr>
        </p:nvSpPr>
        <p:spPr>
          <a:xfrm>
            <a:off x="153552" y="4780975"/>
            <a:ext cx="457081" cy="273773"/>
          </a:xfrm>
        </p:spPr>
        <p:txBody>
          <a:bodyPr/>
          <a:lstStyle/>
          <a:p>
            <a:fld id="{B6F15528-21DE-4FAA-801E-634DDDAF4B2B}" type="slidenum">
              <a:rPr lang="en-US" smtClean="0"/>
              <a:pPr/>
              <a:t>12</a:t>
            </a:fld>
            <a:endParaRPr lang="en-US" dirty="0"/>
          </a:p>
        </p:txBody>
      </p:sp>
      <p:sp>
        <p:nvSpPr>
          <p:cNvPr id="5" name="Title 4">
            <a:extLst>
              <a:ext uri="{FF2B5EF4-FFF2-40B4-BE49-F238E27FC236}">
                <a16:creationId xmlns:a16="http://schemas.microsoft.com/office/drawing/2014/main" id="{B1AB0207-61FB-EE5C-2F6A-BBAEBCD994FF}"/>
              </a:ext>
            </a:extLst>
          </p:cNvPr>
          <p:cNvSpPr>
            <a:spLocks noGrp="1"/>
          </p:cNvSpPr>
          <p:nvPr>
            <p:ph type="title"/>
          </p:nvPr>
        </p:nvSpPr>
        <p:spPr>
          <a:xfrm>
            <a:off x="77371" y="133985"/>
            <a:ext cx="8227457" cy="533262"/>
          </a:xfrm>
        </p:spPr>
        <p:txBody>
          <a:bodyPr/>
          <a:lstStyle/>
          <a:p>
            <a:r>
              <a:rPr lang="en-IN" sz="2500" dirty="0"/>
              <a:t>Benefits of Clean Core</a:t>
            </a:r>
          </a:p>
        </p:txBody>
      </p:sp>
      <p:sp>
        <p:nvSpPr>
          <p:cNvPr id="2" name="TextBox 1">
            <a:extLst>
              <a:ext uri="{FF2B5EF4-FFF2-40B4-BE49-F238E27FC236}">
                <a16:creationId xmlns:a16="http://schemas.microsoft.com/office/drawing/2014/main" id="{EA0BD020-D27F-6AA9-013D-E783BB0AD14B}"/>
              </a:ext>
            </a:extLst>
          </p:cNvPr>
          <p:cNvSpPr txBox="1"/>
          <p:nvPr/>
        </p:nvSpPr>
        <p:spPr>
          <a:xfrm>
            <a:off x="61952" y="1113588"/>
            <a:ext cx="8615133" cy="2169809"/>
          </a:xfrm>
          <a:prstGeom prst="rect">
            <a:avLst/>
          </a:prstGeom>
          <a:noFill/>
        </p:spPr>
        <p:txBody>
          <a:bodyPr wrap="square" lIns="91424" tIns="45712" rIns="91424" bIns="45712" rtlCol="0">
            <a:spAutoFit/>
          </a:bodyPr>
          <a:lstStyle/>
          <a:p>
            <a:r>
              <a:rPr lang="en-IN" sz="1350" dirty="0"/>
              <a:t>Access to Innovation – all the latest S/4HANA features can be accessed faster because since you don’t have dependency on custom code, you can upgrade in short time, agile to decide. SAP partners can offer upgrade at fix price.</a:t>
            </a:r>
          </a:p>
          <a:p>
            <a:r>
              <a:rPr lang="en-IN" sz="1350" dirty="0"/>
              <a:t>Upgrade Simplicity – You can apply upgrades stress free.</a:t>
            </a:r>
          </a:p>
          <a:p>
            <a:r>
              <a:rPr lang="en-IN" sz="1350" dirty="0"/>
              <a:t>Lower TCO – Since we follow clean core, we actually use upgrade safe APIs to develop our custom apps. This remains stable release-on-release.</a:t>
            </a:r>
          </a:p>
          <a:p>
            <a:r>
              <a:rPr lang="en-IN" sz="1350" dirty="0"/>
              <a:t>Enhanced security – secure your data and applications which are exposed in cloud.</a:t>
            </a:r>
          </a:p>
          <a:p>
            <a:r>
              <a:rPr lang="en-IN" sz="1350" dirty="0"/>
              <a:t>Improved performance – core is clean, it doesn’t have to interact with lots of custom code, store custom code hence increase the speed.</a:t>
            </a:r>
          </a:p>
          <a:p>
            <a:r>
              <a:rPr lang="en-IN" sz="1350" dirty="0"/>
              <a:t>Data Simplification – which data is privates, which data is public.</a:t>
            </a:r>
          </a:p>
          <a:p>
            <a:endParaRPr lang="en-IN" sz="1350" dirty="0"/>
          </a:p>
        </p:txBody>
      </p:sp>
    </p:spTree>
    <p:extLst>
      <p:ext uri="{BB962C8B-B14F-4D97-AF65-F5344CB8AC3E}">
        <p14:creationId xmlns:p14="http://schemas.microsoft.com/office/powerpoint/2010/main" val="2935931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45E47-94D3-751A-8A40-6165E9883B93}"/>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8241D78B-0DF3-7BE3-4412-AD47218A6EEB}"/>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5ED815F8-EB7E-4D62-A1A0-738179B8F4C1}"/>
              </a:ext>
            </a:extLst>
          </p:cNvPr>
          <p:cNvSpPr>
            <a:spLocks noGrp="1"/>
          </p:cNvSpPr>
          <p:nvPr>
            <p:ph type="sldNum" sz="quarter" idx="12"/>
          </p:nvPr>
        </p:nvSpPr>
        <p:spPr>
          <a:xfrm>
            <a:off x="153552" y="4780975"/>
            <a:ext cx="457081" cy="273773"/>
          </a:xfrm>
        </p:spPr>
        <p:txBody>
          <a:bodyPr/>
          <a:lstStyle/>
          <a:p>
            <a:fld id="{B6F15528-21DE-4FAA-801E-634DDDAF4B2B}" type="slidenum">
              <a:rPr lang="en-US" smtClean="0"/>
              <a:pPr/>
              <a:t>13</a:t>
            </a:fld>
            <a:endParaRPr lang="en-US" dirty="0"/>
          </a:p>
        </p:txBody>
      </p:sp>
      <p:sp>
        <p:nvSpPr>
          <p:cNvPr id="5" name="Title 4">
            <a:extLst>
              <a:ext uri="{FF2B5EF4-FFF2-40B4-BE49-F238E27FC236}">
                <a16:creationId xmlns:a16="http://schemas.microsoft.com/office/drawing/2014/main" id="{E2C694CF-F5C5-BD9C-E562-12A4C4A4547A}"/>
              </a:ext>
            </a:extLst>
          </p:cNvPr>
          <p:cNvSpPr>
            <a:spLocks noGrp="1"/>
          </p:cNvSpPr>
          <p:nvPr>
            <p:ph type="title"/>
          </p:nvPr>
        </p:nvSpPr>
        <p:spPr>
          <a:xfrm>
            <a:off x="77371" y="133985"/>
            <a:ext cx="8227457" cy="533262"/>
          </a:xfrm>
        </p:spPr>
        <p:txBody>
          <a:bodyPr/>
          <a:lstStyle/>
          <a:p>
            <a:r>
              <a:rPr lang="en-IN" sz="2500" dirty="0"/>
              <a:t>High level guidance</a:t>
            </a:r>
          </a:p>
        </p:txBody>
      </p:sp>
      <p:pic>
        <p:nvPicPr>
          <p:cNvPr id="2" name="Picture 2">
            <a:extLst>
              <a:ext uri="{FF2B5EF4-FFF2-40B4-BE49-F238E27FC236}">
                <a16:creationId xmlns:a16="http://schemas.microsoft.com/office/drawing/2014/main" id="{41CA9ED7-D501-07D2-D014-4577D89402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507" y="895310"/>
            <a:ext cx="8937726" cy="38856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4769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9CFEFB-2E02-260F-15AE-52E9D16C4288}"/>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EFD82C1-0E2D-A070-84C4-D98862B62F4D}"/>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3F7A0B55-C4EC-FCF9-0B1A-1A61973B49D3}"/>
              </a:ext>
            </a:extLst>
          </p:cNvPr>
          <p:cNvSpPr>
            <a:spLocks noGrp="1"/>
          </p:cNvSpPr>
          <p:nvPr>
            <p:ph type="sldNum" sz="quarter" idx="12"/>
          </p:nvPr>
        </p:nvSpPr>
        <p:spPr>
          <a:xfrm>
            <a:off x="153552" y="4780975"/>
            <a:ext cx="457081" cy="273773"/>
          </a:xfrm>
        </p:spPr>
        <p:txBody>
          <a:bodyPr/>
          <a:lstStyle/>
          <a:p>
            <a:fld id="{B6F15528-21DE-4FAA-801E-634DDDAF4B2B}" type="slidenum">
              <a:rPr lang="en-US" smtClean="0"/>
              <a:pPr/>
              <a:t>14</a:t>
            </a:fld>
            <a:endParaRPr lang="en-US" dirty="0"/>
          </a:p>
        </p:txBody>
      </p:sp>
      <p:sp>
        <p:nvSpPr>
          <p:cNvPr id="5" name="Title 4">
            <a:extLst>
              <a:ext uri="{FF2B5EF4-FFF2-40B4-BE49-F238E27FC236}">
                <a16:creationId xmlns:a16="http://schemas.microsoft.com/office/drawing/2014/main" id="{A5A288A9-FCA8-91E7-3A9A-77579535929A}"/>
              </a:ext>
            </a:extLst>
          </p:cNvPr>
          <p:cNvSpPr>
            <a:spLocks noGrp="1"/>
          </p:cNvSpPr>
          <p:nvPr>
            <p:ph type="title"/>
          </p:nvPr>
        </p:nvSpPr>
        <p:spPr>
          <a:xfrm>
            <a:off x="77371" y="133985"/>
            <a:ext cx="8227457" cy="533262"/>
          </a:xfrm>
        </p:spPr>
        <p:txBody>
          <a:bodyPr/>
          <a:lstStyle/>
          <a:p>
            <a:r>
              <a:rPr lang="en-IN" sz="2500" dirty="0"/>
              <a:t>SAP Business Accelerator HUB</a:t>
            </a:r>
          </a:p>
        </p:txBody>
      </p:sp>
      <p:sp>
        <p:nvSpPr>
          <p:cNvPr id="9" name="TextBox 8">
            <a:extLst>
              <a:ext uri="{FF2B5EF4-FFF2-40B4-BE49-F238E27FC236}">
                <a16:creationId xmlns:a16="http://schemas.microsoft.com/office/drawing/2014/main" id="{719B5E92-A2F6-7CE9-7E20-0D16990E7FC2}"/>
              </a:ext>
            </a:extLst>
          </p:cNvPr>
          <p:cNvSpPr txBox="1"/>
          <p:nvPr/>
        </p:nvSpPr>
        <p:spPr>
          <a:xfrm>
            <a:off x="77791" y="1167594"/>
            <a:ext cx="8814689" cy="2585323"/>
          </a:xfrm>
          <a:prstGeom prst="rect">
            <a:avLst/>
          </a:prstGeom>
          <a:noFill/>
        </p:spPr>
        <p:txBody>
          <a:bodyPr wrap="square">
            <a:spAutoFit/>
          </a:bodyPr>
          <a:lstStyle/>
          <a:p>
            <a:pPr algn="just"/>
            <a:r>
              <a:rPr lang="en-US" sz="1350" dirty="0"/>
              <a:t>The SAP Business Accelerator Hub (formerly known as SAP API Business Hub) is a central, cloud-based platform provided by SAP that offers access to a wide range of APIs, pre-packaged integrations, and business services. Located at </a:t>
            </a:r>
            <a:r>
              <a:rPr lang="en-US" sz="1350" dirty="0">
                <a:hlinkClick r:id="rId2"/>
              </a:rPr>
              <a:t>https://api.sap.com</a:t>
            </a:r>
            <a:r>
              <a:rPr lang="en-US" sz="1350" dirty="0"/>
              <a:t> , it serves as a comprehensive catalog for developers, partners, and enterprises looking to explore, test, and adopt SAP's digital capabilities. The hub provides resources that span various SAP products like S/4HANA, SuccessFactors, Ariba, and more, enabling seamless integration into SAP and non-SAP systems through standardized APIs and events.</a:t>
            </a:r>
          </a:p>
          <a:p>
            <a:pPr algn="just"/>
            <a:endParaRPr lang="en-US" sz="1350" dirty="0"/>
          </a:p>
          <a:p>
            <a:pPr algn="just"/>
            <a:r>
              <a:rPr lang="en-US" sz="1350" dirty="0"/>
              <a:t>Users of the SAP Business Accelerator Hub can interact with APIs in a live sandbox environment, download pre-configured integration packages, and access detailed documentation and code snippets. The platform supports both SAP BTP (Business Technology Platform) and third-party development, accelerating innovation and reducing time to value. It is an essential tool for enterprises undergoing digital transformation, allowing for rapid prototyping, scalable integration, and efficient development across a variety of business domains.</a:t>
            </a:r>
          </a:p>
        </p:txBody>
      </p:sp>
    </p:spTree>
    <p:extLst>
      <p:ext uri="{BB962C8B-B14F-4D97-AF65-F5344CB8AC3E}">
        <p14:creationId xmlns:p14="http://schemas.microsoft.com/office/powerpoint/2010/main" val="25319314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4C8808-7741-0F7A-B907-D5DFBD6515F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1712054-DE51-C9AD-2A42-5AA5102252DE}"/>
              </a:ext>
            </a:extLst>
          </p:cNvPr>
          <p:cNvSpPr>
            <a:spLocks noGrp="1"/>
          </p:cNvSpPr>
          <p:nvPr>
            <p:ph type="title"/>
          </p:nvPr>
        </p:nvSpPr>
        <p:spPr>
          <a:xfrm>
            <a:off x="382092" y="209550"/>
            <a:ext cx="8227457" cy="609601"/>
          </a:xfrm>
        </p:spPr>
        <p:txBody>
          <a:bodyPr>
            <a:normAutofit/>
          </a:bodyPr>
          <a:lstStyle/>
          <a:p>
            <a:r>
              <a:rPr lang="en-US" b="1" kern="1200" dirty="0">
                <a:latin typeface="Cooper Black" panose="0208090404030B020404" pitchFamily="18" charset="0"/>
              </a:rPr>
              <a:t>The Use case</a:t>
            </a:r>
          </a:p>
        </p:txBody>
      </p:sp>
      <p:sp>
        <p:nvSpPr>
          <p:cNvPr id="3" name="Footer Placeholder 2">
            <a:extLst>
              <a:ext uri="{FF2B5EF4-FFF2-40B4-BE49-F238E27FC236}">
                <a16:creationId xmlns:a16="http://schemas.microsoft.com/office/drawing/2014/main" id="{EEF91197-0161-D022-C56D-6420FA946E9C}"/>
              </a:ext>
            </a:extLst>
          </p:cNvPr>
          <p:cNvSpPr>
            <a:spLocks noGrp="1"/>
          </p:cNvSpPr>
          <p:nvPr>
            <p:ph type="ftr" sz="quarter" idx="11"/>
          </p:nvPr>
        </p:nvSpPr>
        <p:spPr>
          <a:xfrm>
            <a:off x="3124578" y="4767264"/>
            <a:ext cx="2894846" cy="273844"/>
          </a:xfrm>
        </p:spPr>
        <p:txBody>
          <a:bodyPr vert="horz" lIns="68580" tIns="34290" rIns="68580" bIns="34290" rtlCol="0" anchor="ctr">
            <a:normAutofit/>
          </a:bodyPr>
          <a:lstStyle/>
          <a:p>
            <a:pPr>
              <a:spcAft>
                <a:spcPts val="450"/>
              </a:spcAft>
            </a:pPr>
            <a:r>
              <a:rPr lang="en-US" kern="1200" dirty="0">
                <a:latin typeface="+mn-lt"/>
                <a:ea typeface="+mn-ea"/>
                <a:cs typeface="+mn-cs"/>
              </a:rPr>
              <a:t>www.anubhavtrainings.com</a:t>
            </a:r>
          </a:p>
        </p:txBody>
      </p:sp>
      <p:sp>
        <p:nvSpPr>
          <p:cNvPr id="4" name="Slide Number Placeholder 3">
            <a:extLst>
              <a:ext uri="{FF2B5EF4-FFF2-40B4-BE49-F238E27FC236}">
                <a16:creationId xmlns:a16="http://schemas.microsoft.com/office/drawing/2014/main" id="{DA1804D1-BCDC-DF52-0164-8CE5D59973F2}"/>
              </a:ext>
            </a:extLst>
          </p:cNvPr>
          <p:cNvSpPr>
            <a:spLocks noGrp="1"/>
          </p:cNvSpPr>
          <p:nvPr>
            <p:ph type="sldNum" sz="quarter" idx="12"/>
          </p:nvPr>
        </p:nvSpPr>
        <p:spPr>
          <a:xfrm>
            <a:off x="6552685" y="4767264"/>
            <a:ext cx="2133044" cy="273844"/>
          </a:xfrm>
        </p:spPr>
        <p:txBody>
          <a:bodyPr vert="horz" lIns="68580" tIns="34290" rIns="68580" bIns="34290" rtlCol="0" anchor="ctr">
            <a:normAutofit/>
          </a:bodyPr>
          <a:lstStyle/>
          <a:p>
            <a:pPr>
              <a:spcAft>
                <a:spcPts val="450"/>
              </a:spcAft>
            </a:pPr>
            <a:fld id="{B6F15528-21DE-4FAA-801E-634DDDAF4B2B}" type="slidenum">
              <a:rPr lang="en-US" smtClean="0"/>
              <a:pPr>
                <a:spcAft>
                  <a:spcPts val="450"/>
                </a:spcAft>
              </a:pPr>
              <a:t>15</a:t>
            </a:fld>
            <a:endParaRPr lang="en-US"/>
          </a:p>
        </p:txBody>
      </p:sp>
      <p:pic>
        <p:nvPicPr>
          <p:cNvPr id="2050" name="Picture 2" descr="3,100+ Female Programmer Standing Stock Photos, Pictures &amp; Royalty-Free  Images - iStock">
            <a:extLst>
              <a:ext uri="{FF2B5EF4-FFF2-40B4-BE49-F238E27FC236}">
                <a16:creationId xmlns:a16="http://schemas.microsoft.com/office/drawing/2014/main" id="{CE647893-9C4B-3D89-AE8E-E6FEDF2ECC6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247" r="10068" b="-1"/>
          <a:stretch>
            <a:fillRect/>
          </a:stretch>
        </p:blipFill>
        <p:spPr bwMode="auto">
          <a:xfrm>
            <a:off x="458272" y="971550"/>
            <a:ext cx="4037549" cy="3657600"/>
          </a:xfrm>
          <a:prstGeom prst="rect">
            <a:avLst/>
          </a:prstGeom>
          <a:solidFill>
            <a:srgbClr val="FFFFFF"/>
          </a:solidFill>
        </p:spPr>
      </p:pic>
      <p:sp>
        <p:nvSpPr>
          <p:cNvPr id="6" name="TextBox 5">
            <a:extLst>
              <a:ext uri="{FF2B5EF4-FFF2-40B4-BE49-F238E27FC236}">
                <a16:creationId xmlns:a16="http://schemas.microsoft.com/office/drawing/2014/main" id="{3BB20A45-5835-951D-5F2B-AC9A69EA22E8}"/>
              </a:ext>
            </a:extLst>
          </p:cNvPr>
          <p:cNvSpPr txBox="1"/>
          <p:nvPr/>
        </p:nvSpPr>
        <p:spPr>
          <a:xfrm>
            <a:off x="4648180" y="971550"/>
            <a:ext cx="4037549" cy="3657600"/>
          </a:xfrm>
          <a:prstGeom prst="rect">
            <a:avLst/>
          </a:prstGeom>
        </p:spPr>
        <p:txBody>
          <a:bodyPr vert="horz" lIns="68580" tIns="34290" rIns="68580" bIns="34290" rtlCol="0">
            <a:normAutofit/>
          </a:bodyPr>
          <a:lstStyle/>
          <a:p>
            <a:pPr defTabSz="914171">
              <a:lnSpc>
                <a:spcPct val="90000"/>
              </a:lnSpc>
              <a:spcBef>
                <a:spcPct val="20000"/>
              </a:spcBef>
              <a:buFont typeface="Arial" pitchFamily="34" charset="0"/>
            </a:pPr>
            <a:r>
              <a:rPr lang="en-US" sz="1050" b="1" dirty="0"/>
              <a:t>Background:</a:t>
            </a:r>
          </a:p>
          <a:p>
            <a:pPr defTabSz="914171">
              <a:lnSpc>
                <a:spcPct val="90000"/>
              </a:lnSpc>
              <a:spcBef>
                <a:spcPct val="20000"/>
              </a:spcBef>
              <a:buFont typeface="Arial" pitchFamily="34" charset="0"/>
            </a:pPr>
            <a:r>
              <a:rPr lang="en-US" sz="1050" dirty="0"/>
              <a:t>Meet Emi is an SAP consultant working on multiple SAP S/4HANA projects. Her responsibility includes maintaining and updating business partner address data within the SAP S/4HANA system. </a:t>
            </a:r>
          </a:p>
          <a:p>
            <a:pPr defTabSz="914171">
              <a:lnSpc>
                <a:spcPct val="90000"/>
              </a:lnSpc>
              <a:spcBef>
                <a:spcPct val="20000"/>
              </a:spcBef>
              <a:buFont typeface="Arial" pitchFamily="34" charset="0"/>
            </a:pPr>
            <a:endParaRPr lang="en-US" sz="1050" dirty="0"/>
          </a:p>
          <a:p>
            <a:pPr defTabSz="914171">
              <a:lnSpc>
                <a:spcPct val="90000"/>
              </a:lnSpc>
              <a:spcBef>
                <a:spcPct val="20000"/>
              </a:spcBef>
              <a:buFont typeface="Arial" pitchFamily="34" charset="0"/>
            </a:pPr>
            <a:r>
              <a:rPr lang="en-US" sz="1050" dirty="0"/>
              <a:t>As part of her organization's clean core strategy, Emi wants to avoid direct customizations inside the S/4HANA system. Instead, she plans to build a side-by-side extension application using SAP Build Apps on the SAP Business Technology Platform (BTP) to manage business partner updates more efficiently and in a user-friendly manner.</a:t>
            </a:r>
          </a:p>
          <a:p>
            <a:pPr defTabSz="914171">
              <a:lnSpc>
                <a:spcPct val="90000"/>
              </a:lnSpc>
              <a:spcBef>
                <a:spcPct val="20000"/>
              </a:spcBef>
              <a:buFont typeface="Arial" pitchFamily="34" charset="0"/>
            </a:pPr>
            <a:endParaRPr lang="en-US" sz="1050" dirty="0"/>
          </a:p>
          <a:p>
            <a:pPr defTabSz="914171">
              <a:lnSpc>
                <a:spcPct val="90000"/>
              </a:lnSpc>
              <a:spcBef>
                <a:spcPct val="20000"/>
              </a:spcBef>
              <a:buFont typeface="Arial" pitchFamily="34" charset="0"/>
            </a:pPr>
            <a:r>
              <a:rPr lang="en-US" sz="1050" b="1" dirty="0"/>
              <a:t>Key considerations:</a:t>
            </a:r>
          </a:p>
          <a:p>
            <a:pPr defTabSz="914171">
              <a:lnSpc>
                <a:spcPct val="90000"/>
              </a:lnSpc>
              <a:spcBef>
                <a:spcPct val="20000"/>
              </a:spcBef>
              <a:buFont typeface="Arial" pitchFamily="34" charset="0"/>
            </a:pPr>
            <a:r>
              <a:rPr lang="en-US" sz="1050" dirty="0"/>
              <a:t>Mia uses SAP Build Apps, a low-code/no-code tool on BTP, to develop a standalone application that connects to the SAP S/4HANA system via public APIs available on the SAP Business Accelerator Hub. </a:t>
            </a:r>
          </a:p>
          <a:p>
            <a:pPr defTabSz="914171">
              <a:lnSpc>
                <a:spcPct val="90000"/>
              </a:lnSpc>
              <a:spcBef>
                <a:spcPct val="20000"/>
              </a:spcBef>
              <a:buFont typeface="Arial" pitchFamily="34" charset="0"/>
            </a:pPr>
            <a:endParaRPr lang="en-US" sz="1050" dirty="0"/>
          </a:p>
          <a:p>
            <a:pPr marL="214313" indent="-214313" defTabSz="914171">
              <a:lnSpc>
                <a:spcPct val="90000"/>
              </a:lnSpc>
              <a:spcBef>
                <a:spcPct val="20000"/>
              </a:spcBef>
              <a:buFont typeface="Arial" panose="020B0604020202020204" pitchFamily="34" charset="0"/>
              <a:buChar char="•"/>
            </a:pPr>
            <a:r>
              <a:rPr lang="en-US" sz="1050" dirty="0"/>
              <a:t>She is not expert in coding</a:t>
            </a:r>
          </a:p>
          <a:p>
            <a:pPr marL="214313" indent="-214313" defTabSz="914171">
              <a:lnSpc>
                <a:spcPct val="90000"/>
              </a:lnSpc>
              <a:spcBef>
                <a:spcPct val="20000"/>
              </a:spcBef>
              <a:buFont typeface="Arial" panose="020B0604020202020204" pitchFamily="34" charset="0"/>
              <a:buChar char="•"/>
            </a:pPr>
            <a:r>
              <a:rPr lang="en-US" sz="1050" dirty="0"/>
              <a:t>The application should work in user’s mobile phone</a:t>
            </a:r>
          </a:p>
          <a:p>
            <a:pPr marL="214313" indent="-214313" defTabSz="914171">
              <a:lnSpc>
                <a:spcPct val="90000"/>
              </a:lnSpc>
              <a:spcBef>
                <a:spcPct val="20000"/>
              </a:spcBef>
              <a:buFont typeface="Arial" panose="020B0604020202020204" pitchFamily="34" charset="0"/>
              <a:buChar char="•"/>
            </a:pPr>
            <a:r>
              <a:rPr lang="en-US" sz="1050" dirty="0"/>
              <a:t>She is trying to beat the time as the requirement is quite urgent</a:t>
            </a:r>
          </a:p>
          <a:p>
            <a:pPr marL="214313" indent="-214313" defTabSz="914171">
              <a:lnSpc>
                <a:spcPct val="90000"/>
              </a:lnSpc>
              <a:spcBef>
                <a:spcPct val="20000"/>
              </a:spcBef>
              <a:buFont typeface="Arial" panose="020B0604020202020204" pitchFamily="34" charset="0"/>
              <a:buChar char="•"/>
            </a:pPr>
            <a:r>
              <a:rPr lang="en-US" sz="1050" dirty="0"/>
              <a:t>A cloud solution is required to fulfill the requirement</a:t>
            </a:r>
          </a:p>
        </p:txBody>
      </p:sp>
    </p:spTree>
    <p:extLst>
      <p:ext uri="{BB962C8B-B14F-4D97-AF65-F5344CB8AC3E}">
        <p14:creationId xmlns:p14="http://schemas.microsoft.com/office/powerpoint/2010/main" val="1205342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17C88-06E1-11B6-ACF3-10594B82CAE6}"/>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646C6D94-3A20-BCE6-9FB1-4DA60AAC7E96}"/>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D4E72C0B-FAE4-C909-1D2A-40A8A08DD202}"/>
              </a:ext>
            </a:extLst>
          </p:cNvPr>
          <p:cNvSpPr>
            <a:spLocks noGrp="1"/>
          </p:cNvSpPr>
          <p:nvPr>
            <p:ph type="sldNum" sz="quarter" idx="12"/>
          </p:nvPr>
        </p:nvSpPr>
        <p:spPr>
          <a:xfrm>
            <a:off x="153552" y="4780975"/>
            <a:ext cx="457081" cy="273773"/>
          </a:xfrm>
        </p:spPr>
        <p:txBody>
          <a:bodyPr/>
          <a:lstStyle/>
          <a:p>
            <a:fld id="{B6F15528-21DE-4FAA-801E-634DDDAF4B2B}" type="slidenum">
              <a:rPr lang="en-US" smtClean="0"/>
              <a:pPr/>
              <a:t>16</a:t>
            </a:fld>
            <a:endParaRPr lang="en-US" dirty="0"/>
          </a:p>
        </p:txBody>
      </p:sp>
      <p:sp>
        <p:nvSpPr>
          <p:cNvPr id="5" name="Title 4">
            <a:extLst>
              <a:ext uri="{FF2B5EF4-FFF2-40B4-BE49-F238E27FC236}">
                <a16:creationId xmlns:a16="http://schemas.microsoft.com/office/drawing/2014/main" id="{45BBA13A-B21B-CC8A-8E79-8F6A6776CD56}"/>
              </a:ext>
            </a:extLst>
          </p:cNvPr>
          <p:cNvSpPr>
            <a:spLocks noGrp="1"/>
          </p:cNvSpPr>
          <p:nvPr>
            <p:ph type="title"/>
          </p:nvPr>
        </p:nvSpPr>
        <p:spPr>
          <a:xfrm>
            <a:off x="77371" y="133985"/>
            <a:ext cx="8227457" cy="533262"/>
          </a:xfrm>
        </p:spPr>
        <p:txBody>
          <a:bodyPr/>
          <a:lstStyle/>
          <a:p>
            <a:r>
              <a:rPr lang="en-IN" sz="2500" dirty="0"/>
              <a:t>Solution Flow</a:t>
            </a:r>
          </a:p>
        </p:txBody>
      </p:sp>
      <p:pic>
        <p:nvPicPr>
          <p:cNvPr id="3074" name="Picture 2" descr="App">
            <a:extLst>
              <a:ext uri="{FF2B5EF4-FFF2-40B4-BE49-F238E27FC236}">
                <a16:creationId xmlns:a16="http://schemas.microsoft.com/office/drawing/2014/main" id="{39AB3F82-291F-DC17-30CA-DA8F1CD95D8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52469" y="897564"/>
            <a:ext cx="6839062" cy="38052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32687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F0558-47F2-ACDE-8E91-099DB15280A4}"/>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756CB089-6CEA-890D-12F1-0ED8D3D197E6}"/>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75869052-611C-F121-8159-5D3479FC4892}"/>
              </a:ext>
            </a:extLst>
          </p:cNvPr>
          <p:cNvSpPr>
            <a:spLocks noGrp="1"/>
          </p:cNvSpPr>
          <p:nvPr>
            <p:ph type="sldNum" sz="quarter" idx="12"/>
          </p:nvPr>
        </p:nvSpPr>
        <p:spPr>
          <a:xfrm>
            <a:off x="153552" y="4780975"/>
            <a:ext cx="457081" cy="273773"/>
          </a:xfrm>
        </p:spPr>
        <p:txBody>
          <a:bodyPr/>
          <a:lstStyle/>
          <a:p>
            <a:fld id="{B6F15528-21DE-4FAA-801E-634DDDAF4B2B}" type="slidenum">
              <a:rPr lang="en-US" smtClean="0"/>
              <a:pPr/>
              <a:t>17</a:t>
            </a:fld>
            <a:endParaRPr lang="en-US" dirty="0"/>
          </a:p>
        </p:txBody>
      </p:sp>
      <p:sp>
        <p:nvSpPr>
          <p:cNvPr id="5" name="Title 4">
            <a:extLst>
              <a:ext uri="{FF2B5EF4-FFF2-40B4-BE49-F238E27FC236}">
                <a16:creationId xmlns:a16="http://schemas.microsoft.com/office/drawing/2014/main" id="{D8BFADFA-8217-EFB8-8794-643D370283C5}"/>
              </a:ext>
            </a:extLst>
          </p:cNvPr>
          <p:cNvSpPr>
            <a:spLocks noGrp="1"/>
          </p:cNvSpPr>
          <p:nvPr>
            <p:ph type="title"/>
          </p:nvPr>
        </p:nvSpPr>
        <p:spPr>
          <a:xfrm>
            <a:off x="77371" y="133985"/>
            <a:ext cx="8227457" cy="533262"/>
          </a:xfrm>
        </p:spPr>
        <p:txBody>
          <a:bodyPr/>
          <a:lstStyle/>
          <a:p>
            <a:r>
              <a:rPr lang="en-IN" sz="2500" dirty="0"/>
              <a:t>Functional Spec</a:t>
            </a:r>
          </a:p>
        </p:txBody>
      </p:sp>
      <p:sp>
        <p:nvSpPr>
          <p:cNvPr id="6" name="TextBox 5">
            <a:extLst>
              <a:ext uri="{FF2B5EF4-FFF2-40B4-BE49-F238E27FC236}">
                <a16:creationId xmlns:a16="http://schemas.microsoft.com/office/drawing/2014/main" id="{7445F783-6A83-8ADF-FDFC-CC9C2A9E3814}"/>
              </a:ext>
            </a:extLst>
          </p:cNvPr>
          <p:cNvSpPr txBox="1"/>
          <p:nvPr/>
        </p:nvSpPr>
        <p:spPr>
          <a:xfrm>
            <a:off x="153551" y="895788"/>
            <a:ext cx="8608358" cy="3241913"/>
          </a:xfrm>
          <a:prstGeom prst="rect">
            <a:avLst/>
          </a:prstGeom>
          <a:noFill/>
        </p:spPr>
        <p:txBody>
          <a:bodyPr wrap="square" rtlCol="0">
            <a:spAutoFit/>
          </a:bodyPr>
          <a:lstStyle/>
          <a:p>
            <a:pPr>
              <a:lnSpc>
                <a:spcPts val="1350"/>
              </a:lnSpc>
              <a:spcAft>
                <a:spcPts val="1125"/>
              </a:spcAft>
            </a:pPr>
            <a:r>
              <a:rPr lang="en-US" sz="1200" dirty="0">
                <a:solidFill>
                  <a:srgbClr val="1F1F1F"/>
                </a:solidFill>
                <a:latin typeface="72 Brand Variable"/>
              </a:rPr>
              <a:t>You will create an app with 3 pages:</a:t>
            </a:r>
          </a:p>
          <a:p>
            <a:pPr>
              <a:spcAft>
                <a:spcPts val="1125"/>
              </a:spcAft>
              <a:buFont typeface="Arial" panose="020B0604020202020204" pitchFamily="34" charset="0"/>
              <a:buChar char="•"/>
            </a:pPr>
            <a:r>
              <a:rPr lang="en-US" sz="1200" dirty="0">
                <a:solidFill>
                  <a:srgbClr val="1F1F1F"/>
                </a:solidFill>
                <a:latin typeface="72 Brand Variable"/>
              </a:rPr>
              <a:t> Page 1: Display all business partners</a:t>
            </a:r>
          </a:p>
          <a:p>
            <a:pPr>
              <a:spcAft>
                <a:spcPts val="1125"/>
              </a:spcAft>
              <a:buFont typeface="Arial" panose="020B0604020202020204" pitchFamily="34" charset="0"/>
              <a:buChar char="•"/>
            </a:pPr>
            <a:r>
              <a:rPr lang="en-US" sz="1200" dirty="0">
                <a:solidFill>
                  <a:srgbClr val="1F1F1F"/>
                </a:solidFill>
                <a:latin typeface="72 Brand Variable"/>
              </a:rPr>
              <a:t> Page 2: Display all addresses for a business partner</a:t>
            </a:r>
          </a:p>
          <a:p>
            <a:pPr>
              <a:spcAft>
                <a:spcPts val="1125"/>
              </a:spcAft>
              <a:buFont typeface="Arial" panose="020B0604020202020204" pitchFamily="34" charset="0"/>
              <a:buChar char="•"/>
            </a:pPr>
            <a:r>
              <a:rPr lang="en-US" sz="1200" dirty="0">
                <a:solidFill>
                  <a:srgbClr val="1F1F1F"/>
                </a:solidFill>
                <a:latin typeface="72 Brand Variable"/>
              </a:rPr>
              <a:t> Page 3: Create or update an address</a:t>
            </a:r>
          </a:p>
          <a:p>
            <a:pPr>
              <a:lnSpc>
                <a:spcPts val="1350"/>
              </a:lnSpc>
              <a:spcAft>
                <a:spcPts val="1125"/>
              </a:spcAft>
            </a:pPr>
            <a:r>
              <a:rPr lang="en-US" sz="1200" dirty="0">
                <a:solidFill>
                  <a:srgbClr val="1F1F1F"/>
                </a:solidFill>
                <a:latin typeface="72 Brand Variable"/>
              </a:rPr>
              <a:t>As for complexities of the API, here are a few:</a:t>
            </a:r>
          </a:p>
          <a:p>
            <a:pPr>
              <a:spcAft>
                <a:spcPts val="1125"/>
              </a:spcAft>
              <a:buFont typeface="Arial" panose="020B0604020202020204" pitchFamily="34" charset="0"/>
              <a:buChar char="•"/>
            </a:pPr>
            <a:r>
              <a:rPr lang="en-US" sz="1200" dirty="0">
                <a:solidFill>
                  <a:srgbClr val="1F1F1F"/>
                </a:solidFill>
                <a:latin typeface="72 Brand Variable"/>
              </a:rPr>
              <a:t> You cannot delete an address if it is labeled as the default address (</a:t>
            </a:r>
            <a:r>
              <a:rPr lang="en-US" sz="1200" dirty="0" err="1">
                <a:solidFill>
                  <a:srgbClr val="1F1F1F"/>
                </a:solidFill>
                <a:latin typeface="72 Brand Variable"/>
              </a:rPr>
              <a:t>AddressUsage</a:t>
            </a:r>
            <a:r>
              <a:rPr lang="en-US" sz="1200" dirty="0">
                <a:solidFill>
                  <a:srgbClr val="1F1F1F"/>
                </a:solidFill>
                <a:latin typeface="72 Brand Variable"/>
              </a:rPr>
              <a:t> = XXDEFAULT).</a:t>
            </a:r>
          </a:p>
          <a:p>
            <a:pPr>
              <a:spcAft>
                <a:spcPts val="1125"/>
              </a:spcAft>
              <a:buFont typeface="Arial" panose="020B0604020202020204" pitchFamily="34" charset="0"/>
              <a:buChar char="•"/>
            </a:pPr>
            <a:r>
              <a:rPr lang="en-US" sz="1200" dirty="0">
                <a:solidFill>
                  <a:srgbClr val="1F1F1F"/>
                </a:solidFill>
                <a:latin typeface="72 Brand Variable"/>
              </a:rPr>
              <a:t> Whether an address is the default is determined by the </a:t>
            </a:r>
            <a:r>
              <a:rPr lang="en-US" sz="1200" b="1" dirty="0" err="1">
                <a:solidFill>
                  <a:srgbClr val="1F1F1F"/>
                </a:solidFill>
                <a:latin typeface="72 Brand Variable"/>
              </a:rPr>
              <a:t>AddressUsage</a:t>
            </a:r>
            <a:r>
              <a:rPr lang="en-US" sz="1200" dirty="0">
                <a:solidFill>
                  <a:srgbClr val="1F1F1F"/>
                </a:solidFill>
                <a:latin typeface="72 Brand Variable"/>
              </a:rPr>
              <a:t> nested entity, which you will need to expand.</a:t>
            </a:r>
          </a:p>
          <a:p>
            <a:pPr>
              <a:spcAft>
                <a:spcPts val="1125"/>
              </a:spcAft>
              <a:buFont typeface="Arial" panose="020B0604020202020204" pitchFamily="34" charset="0"/>
              <a:buChar char="•"/>
            </a:pPr>
            <a:r>
              <a:rPr lang="en-US" sz="1200" dirty="0">
                <a:solidFill>
                  <a:srgbClr val="1F1F1F"/>
                </a:solidFill>
                <a:latin typeface="72 Brand Variable"/>
              </a:rPr>
              <a:t> If you add an address to a business partner that has no addresses, that address must be labeled as the default address, but if you are adding an additional address, that address CANNOT be labeled as the default address.</a:t>
            </a:r>
          </a:p>
          <a:p>
            <a:pPr>
              <a:spcAft>
                <a:spcPts val="1125"/>
              </a:spcAft>
              <a:buFont typeface="Arial" panose="020B0604020202020204" pitchFamily="34" charset="0"/>
              <a:buChar char="•"/>
            </a:pPr>
            <a:r>
              <a:rPr lang="en-US" sz="1200" dirty="0">
                <a:solidFill>
                  <a:srgbClr val="1F1F1F"/>
                </a:solidFill>
                <a:latin typeface="72 Brand Variable"/>
              </a:rPr>
              <a:t> There are all types of conditions for the data. For example, if you add an address from the United Kingdom, it must include a postal code (Postal codes are not needed for the US or Sweden). Or, you cannot delete the default address.</a:t>
            </a:r>
          </a:p>
        </p:txBody>
      </p:sp>
    </p:spTree>
    <p:extLst>
      <p:ext uri="{BB962C8B-B14F-4D97-AF65-F5344CB8AC3E}">
        <p14:creationId xmlns:p14="http://schemas.microsoft.com/office/powerpoint/2010/main" val="3659171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115B4-3600-4338-A924-81611612E3EA}"/>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025C97F4-01EC-D223-8F80-176746FCAD3B}"/>
              </a:ext>
            </a:extLst>
          </p:cNvPr>
          <p:cNvSpPr>
            <a:spLocks noGrp="1"/>
          </p:cNvSpPr>
          <p:nvPr>
            <p:ph type="ftr" sz="quarter" idx="11"/>
          </p:nvPr>
        </p:nvSpPr>
        <p:spPr/>
        <p:txBody>
          <a:bodyPr/>
          <a:lstStyle/>
          <a:p>
            <a:r>
              <a:rPr lang="en-US" dirty="0"/>
              <a:t>www.anubhavtrainings.com</a:t>
            </a:r>
          </a:p>
        </p:txBody>
      </p:sp>
      <p:sp>
        <p:nvSpPr>
          <p:cNvPr id="4" name="Slide Number Placeholder 3">
            <a:extLst>
              <a:ext uri="{FF2B5EF4-FFF2-40B4-BE49-F238E27FC236}">
                <a16:creationId xmlns:a16="http://schemas.microsoft.com/office/drawing/2014/main" id="{1C223742-00A9-3484-F47F-B361D929FE1D}"/>
              </a:ext>
            </a:extLst>
          </p:cNvPr>
          <p:cNvSpPr>
            <a:spLocks noGrp="1"/>
          </p:cNvSpPr>
          <p:nvPr>
            <p:ph type="sldNum" sz="quarter" idx="12"/>
          </p:nvPr>
        </p:nvSpPr>
        <p:spPr>
          <a:xfrm>
            <a:off x="153552" y="4780975"/>
            <a:ext cx="457081" cy="273773"/>
          </a:xfrm>
        </p:spPr>
        <p:txBody>
          <a:bodyPr/>
          <a:lstStyle/>
          <a:p>
            <a:fld id="{B6F15528-21DE-4FAA-801E-634DDDAF4B2B}" type="slidenum">
              <a:rPr lang="en-US" smtClean="0"/>
              <a:pPr/>
              <a:t>18</a:t>
            </a:fld>
            <a:endParaRPr lang="en-US" dirty="0"/>
          </a:p>
        </p:txBody>
      </p:sp>
      <p:sp>
        <p:nvSpPr>
          <p:cNvPr id="5" name="Title 4">
            <a:extLst>
              <a:ext uri="{FF2B5EF4-FFF2-40B4-BE49-F238E27FC236}">
                <a16:creationId xmlns:a16="http://schemas.microsoft.com/office/drawing/2014/main" id="{D5A6C654-2C46-DC5A-A30A-9CEF9AFCCE55}"/>
              </a:ext>
            </a:extLst>
          </p:cNvPr>
          <p:cNvSpPr>
            <a:spLocks noGrp="1"/>
          </p:cNvSpPr>
          <p:nvPr>
            <p:ph type="title"/>
          </p:nvPr>
        </p:nvSpPr>
        <p:spPr>
          <a:xfrm>
            <a:off x="77371" y="133985"/>
            <a:ext cx="8227457" cy="533262"/>
          </a:xfrm>
        </p:spPr>
        <p:txBody>
          <a:bodyPr/>
          <a:lstStyle/>
          <a:p>
            <a:r>
              <a:rPr lang="en-IN" sz="2500" dirty="0"/>
              <a:t>SAP Business Partner API</a:t>
            </a:r>
          </a:p>
        </p:txBody>
      </p:sp>
      <p:pic>
        <p:nvPicPr>
          <p:cNvPr id="4098" name="Picture 2" descr="API reference">
            <a:extLst>
              <a:ext uri="{FF2B5EF4-FFF2-40B4-BE49-F238E27FC236}">
                <a16:creationId xmlns:a16="http://schemas.microsoft.com/office/drawing/2014/main" id="{7118E1DA-7A24-D61A-7ABB-83E7AFBE79B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7514" y="951571"/>
            <a:ext cx="7570113" cy="3727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1893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F4924-25B7-A338-AD76-849887F67A5D}"/>
            </a:ext>
          </a:extLst>
        </p:cNvPr>
        <p:cNvGrpSpPr/>
        <p:nvPr/>
      </p:nvGrpSpPr>
      <p:grpSpPr>
        <a:xfrm>
          <a:off x="0" y="0"/>
          <a:ext cx="0" cy="0"/>
          <a:chOff x="0" y="0"/>
          <a:chExt cx="0" cy="0"/>
        </a:xfrm>
      </p:grpSpPr>
      <p:sp>
        <p:nvSpPr>
          <p:cNvPr id="2" name="Footer Placeholder 1">
            <a:extLst>
              <a:ext uri="{FF2B5EF4-FFF2-40B4-BE49-F238E27FC236}">
                <a16:creationId xmlns:a16="http://schemas.microsoft.com/office/drawing/2014/main" id="{9CDA04CB-410F-E35A-3865-924276D22566}"/>
              </a:ext>
            </a:extLst>
          </p:cNvPr>
          <p:cNvSpPr>
            <a:spLocks noGrp="1"/>
          </p:cNvSpPr>
          <p:nvPr>
            <p:ph type="ftr" sz="quarter" idx="11"/>
          </p:nvPr>
        </p:nvSpPr>
        <p:spPr/>
        <p:txBody>
          <a:bodyPr/>
          <a:lstStyle/>
          <a:p>
            <a:r>
              <a:rPr lang="en-US"/>
              <a:t>www.anubhavtrainings.com</a:t>
            </a:r>
            <a:endParaRPr lang="en-US" dirty="0"/>
          </a:p>
        </p:txBody>
      </p:sp>
      <p:sp>
        <p:nvSpPr>
          <p:cNvPr id="3" name="Slide Number Placeholder 2">
            <a:extLst>
              <a:ext uri="{FF2B5EF4-FFF2-40B4-BE49-F238E27FC236}">
                <a16:creationId xmlns:a16="http://schemas.microsoft.com/office/drawing/2014/main" id="{E42EEB52-862B-7FAD-454D-B56560E72FA4}"/>
              </a:ext>
            </a:extLst>
          </p:cNvPr>
          <p:cNvSpPr>
            <a:spLocks noGrp="1"/>
          </p:cNvSpPr>
          <p:nvPr>
            <p:ph type="sldNum" sz="quarter" idx="12"/>
          </p:nvPr>
        </p:nvSpPr>
        <p:spPr/>
        <p:txBody>
          <a:bodyPr/>
          <a:lstStyle/>
          <a:p>
            <a:fld id="{B6F15528-21DE-4FAA-801E-634DDDAF4B2B}" type="slidenum">
              <a:rPr lang="en-US" smtClean="0"/>
              <a:pPr/>
              <a:t>19</a:t>
            </a:fld>
            <a:endParaRPr lang="en-US"/>
          </a:p>
        </p:txBody>
      </p:sp>
      <p:sp>
        <p:nvSpPr>
          <p:cNvPr id="4" name="Title 3">
            <a:extLst>
              <a:ext uri="{FF2B5EF4-FFF2-40B4-BE49-F238E27FC236}">
                <a16:creationId xmlns:a16="http://schemas.microsoft.com/office/drawing/2014/main" id="{5468CF0A-5B58-7EBD-4C4A-D20F5F353931}"/>
              </a:ext>
            </a:extLst>
          </p:cNvPr>
          <p:cNvSpPr>
            <a:spLocks noGrp="1"/>
          </p:cNvSpPr>
          <p:nvPr>
            <p:ph type="title"/>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A7CBDDC0-CE2D-6700-18C3-EC0AF44FEB4A}"/>
                  </a:ext>
                </a:extLst>
              </p14:cNvPr>
              <p14:cNvContentPartPr/>
              <p14:nvPr/>
            </p14:nvContentPartPr>
            <p14:xfrm>
              <a:off x="1315357" y="-14658"/>
              <a:ext cx="360" cy="360"/>
            </p14:xfrm>
          </p:contentPart>
        </mc:Choice>
        <mc:Fallback xmlns="">
          <p:pic>
            <p:nvPicPr>
              <p:cNvPr id="5" name="Ink 4">
                <a:extLst>
                  <a:ext uri="{FF2B5EF4-FFF2-40B4-BE49-F238E27FC236}">
                    <a16:creationId xmlns:a16="http://schemas.microsoft.com/office/drawing/2014/main" id="{AB080056-AF3B-2DD1-1233-CD37BCC6426B}"/>
                  </a:ext>
                </a:extLst>
              </p:cNvPr>
              <p:cNvPicPr/>
              <p:nvPr/>
            </p:nvPicPr>
            <p:blipFill>
              <a:blip r:embed="rId3"/>
              <a:stretch>
                <a:fillRect/>
              </a:stretch>
            </p:blipFill>
            <p:spPr>
              <a:xfrm>
                <a:off x="1306357" y="-23658"/>
                <a:ext cx="18000" cy="18000"/>
              </a:xfrm>
              <a:prstGeom prst="rect">
                <a:avLst/>
              </a:prstGeom>
            </p:spPr>
          </p:pic>
        </mc:Fallback>
      </mc:AlternateContent>
    </p:spTree>
    <p:extLst>
      <p:ext uri="{BB962C8B-B14F-4D97-AF65-F5344CB8AC3E}">
        <p14:creationId xmlns:p14="http://schemas.microsoft.com/office/powerpoint/2010/main" val="275190242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lowchart: Connector 4"/>
          <p:cNvSpPr/>
          <p:nvPr/>
        </p:nvSpPr>
        <p:spPr>
          <a:xfrm>
            <a:off x="4355976" y="21622"/>
            <a:ext cx="4168026" cy="4101362"/>
          </a:xfrm>
          <a:prstGeom prst="flowChartConnector">
            <a:avLst/>
          </a:prstGeom>
          <a:gradFill flip="none" rotWithShape="1">
            <a:gsLst>
              <a:gs pos="0">
                <a:srgbClr val="55E96E"/>
              </a:gs>
              <a:gs pos="46000">
                <a:srgbClr val="0AEC25"/>
              </a:gs>
              <a:gs pos="100000">
                <a:srgbClr val="00B050"/>
              </a:gs>
            </a:gsLst>
            <a:path path="circle">
              <a:fillToRect l="50000" t="130000" r="50000" b="-3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6" name="Picture Placeholder 11">
            <a:extLst>
              <a:ext uri="{FF2B5EF4-FFF2-40B4-BE49-F238E27FC236}">
                <a16:creationId xmlns:a16="http://schemas.microsoft.com/office/drawing/2014/main" id="{420F5850-2D59-4C25-ADFF-E9013C5A6A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649" y="10551"/>
            <a:ext cx="5088657" cy="4690760"/>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p:spPr>
      </p:pic>
      <p:sp>
        <p:nvSpPr>
          <p:cNvPr id="7" name="Rectangle: Rounded Corners 3">
            <a:extLst>
              <a:ext uri="{FF2B5EF4-FFF2-40B4-BE49-F238E27FC236}">
                <a16:creationId xmlns:a16="http://schemas.microsoft.com/office/drawing/2014/main" id="{4DCA9A03-C201-42B6-AF8D-AB31333C8852}"/>
              </a:ext>
            </a:extLst>
          </p:cNvPr>
          <p:cNvSpPr/>
          <p:nvPr/>
        </p:nvSpPr>
        <p:spPr>
          <a:xfrm>
            <a:off x="4550245" y="735546"/>
            <a:ext cx="3973757" cy="2082201"/>
          </a:xfrm>
          <a:prstGeom prst="roundRect">
            <a:avLst>
              <a:gd name="adj" fmla="val 8835"/>
            </a:avLst>
          </a:pr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350" dirty="0"/>
          </a:p>
        </p:txBody>
      </p:sp>
      <p:sp>
        <p:nvSpPr>
          <p:cNvPr id="8" name="TextBox 7">
            <a:extLst>
              <a:ext uri="{FF2B5EF4-FFF2-40B4-BE49-F238E27FC236}">
                <a16:creationId xmlns:a16="http://schemas.microsoft.com/office/drawing/2014/main" id="{4B09D3EC-7881-4341-8189-469046CA259E}"/>
              </a:ext>
            </a:extLst>
          </p:cNvPr>
          <p:cNvSpPr txBox="1"/>
          <p:nvPr/>
        </p:nvSpPr>
        <p:spPr>
          <a:xfrm>
            <a:off x="4981951" y="1042138"/>
            <a:ext cx="3179963" cy="461665"/>
          </a:xfrm>
          <a:prstGeom prst="rect">
            <a:avLst/>
          </a:prstGeom>
          <a:noFill/>
        </p:spPr>
        <p:txBody>
          <a:bodyPr wrap="square" lIns="0" tIns="0" rIns="0" bIns="0" rtlCol="0">
            <a:spAutoFit/>
          </a:bodyPr>
          <a:lstStyle/>
          <a:p>
            <a:r>
              <a:rPr lang="en-IN" sz="3000" b="1" dirty="0">
                <a:solidFill>
                  <a:srgbClr val="75C042"/>
                </a:solidFill>
              </a:rPr>
              <a:t>What We </a:t>
            </a:r>
            <a:r>
              <a:rPr lang="en-IN" sz="3000" b="1" dirty="0">
                <a:solidFill>
                  <a:srgbClr val="55E96E"/>
                </a:solidFill>
                <a:latin typeface="Segoe UI Light" panose="020B0502040204020203" pitchFamily="34" charset="0"/>
                <a:cs typeface="Segoe UI Light" panose="020B0502040204020203" pitchFamily="34" charset="0"/>
              </a:rPr>
              <a:t>Did</a:t>
            </a:r>
          </a:p>
        </p:txBody>
      </p:sp>
      <p:sp>
        <p:nvSpPr>
          <p:cNvPr id="9" name="TextBox 8">
            <a:extLst>
              <a:ext uri="{FF2B5EF4-FFF2-40B4-BE49-F238E27FC236}">
                <a16:creationId xmlns:a16="http://schemas.microsoft.com/office/drawing/2014/main" id="{A0CBE2D0-9475-4BE8-AC62-B9A03DC275C3}"/>
              </a:ext>
            </a:extLst>
          </p:cNvPr>
          <p:cNvSpPr txBox="1"/>
          <p:nvPr/>
        </p:nvSpPr>
        <p:spPr>
          <a:xfrm>
            <a:off x="4981951" y="1610639"/>
            <a:ext cx="3179963" cy="461665"/>
          </a:xfrm>
          <a:prstGeom prst="rect">
            <a:avLst/>
          </a:prstGeom>
          <a:noFill/>
        </p:spPr>
        <p:txBody>
          <a:bodyPr wrap="square" lIns="0" tIns="0" rIns="0" bIns="0" rtlCol="0" anchor="t">
            <a:spAutoFit/>
          </a:bodyPr>
          <a:lstStyle/>
          <a:p>
            <a:r>
              <a:rPr lang="en-US" sz="3000" kern="0" dirty="0">
                <a:solidFill>
                  <a:schemeClr val="tx1">
                    <a:lumMod val="75000"/>
                    <a:lumOff val="25000"/>
                  </a:schemeClr>
                </a:solidFill>
                <a:latin typeface="Segoe UI" panose="020B0502040204020203" pitchFamily="34" charset="0"/>
                <a:ea typeface="Calibri Light" charset="0"/>
                <a:cs typeface="Segoe UI" panose="020B0502040204020203" pitchFamily="34" charset="0"/>
              </a:rPr>
              <a:t>Let’s Summarize</a:t>
            </a:r>
            <a:endParaRPr lang="en-US" sz="3000" dirty="0">
              <a:solidFill>
                <a:schemeClr val="tx1">
                  <a:lumMod val="75000"/>
                  <a:lumOff val="25000"/>
                </a:schemeClr>
              </a:solidFill>
              <a:latin typeface="Segoe UI" panose="020B0502040204020203" pitchFamily="34" charset="0"/>
              <a:ea typeface="Calibri Light" charset="0"/>
              <a:cs typeface="Segoe UI" panose="020B0502040204020203" pitchFamily="34" charset="0"/>
            </a:endParaRPr>
          </a:p>
        </p:txBody>
      </p:sp>
      <p:grpSp>
        <p:nvGrpSpPr>
          <p:cNvPr id="10" name="Group 9">
            <a:extLst>
              <a:ext uri="{FF2B5EF4-FFF2-40B4-BE49-F238E27FC236}">
                <a16:creationId xmlns:a16="http://schemas.microsoft.com/office/drawing/2014/main" id="{CBADDFA3-0336-41F5-81AE-B9456B828C2C}"/>
              </a:ext>
            </a:extLst>
          </p:cNvPr>
          <p:cNvGrpSpPr/>
          <p:nvPr/>
        </p:nvGrpSpPr>
        <p:grpSpPr>
          <a:xfrm>
            <a:off x="4999393" y="2370854"/>
            <a:ext cx="463016" cy="82493"/>
            <a:chOff x="6006451" y="5603130"/>
            <a:chExt cx="617354" cy="109990"/>
          </a:xfrm>
        </p:grpSpPr>
        <p:sp>
          <p:nvSpPr>
            <p:cNvPr id="11" name="Rectangle 5">
              <a:extLst>
                <a:ext uri="{FF2B5EF4-FFF2-40B4-BE49-F238E27FC236}">
                  <a16:creationId xmlns:a16="http://schemas.microsoft.com/office/drawing/2014/main" id="{EF42471A-33F9-4E04-8306-66A59FCEE04D}"/>
                </a:ext>
              </a:extLst>
            </p:cNvPr>
            <p:cNvSpPr>
              <a:spLocks noChangeArrowheads="1"/>
            </p:cNvSpPr>
            <p:nvPr/>
          </p:nvSpPr>
          <p:spPr bwMode="auto">
            <a:xfrm>
              <a:off x="6006451" y="5603130"/>
              <a:ext cx="109992" cy="109990"/>
            </a:xfrm>
            <a:prstGeom prst="rect">
              <a:avLst/>
            </a:prstGeom>
            <a:solidFill>
              <a:srgbClr val="00B050"/>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sp>
          <p:nvSpPr>
            <p:cNvPr id="12" name="Rectangle 5">
              <a:extLst>
                <a:ext uri="{FF2B5EF4-FFF2-40B4-BE49-F238E27FC236}">
                  <a16:creationId xmlns:a16="http://schemas.microsoft.com/office/drawing/2014/main" id="{C99CB4F6-0149-49F4-8A24-BEB708A29F1A}"/>
                </a:ext>
              </a:extLst>
            </p:cNvPr>
            <p:cNvSpPr>
              <a:spLocks noChangeArrowheads="1"/>
            </p:cNvSpPr>
            <p:nvPr/>
          </p:nvSpPr>
          <p:spPr bwMode="auto">
            <a:xfrm>
              <a:off x="6260132" y="5603130"/>
              <a:ext cx="109992" cy="109990"/>
            </a:xfrm>
            <a:prstGeom prst="rect">
              <a:avLst/>
            </a:prstGeom>
            <a:solidFill>
              <a:srgbClr val="75C042"/>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sp>
          <p:nvSpPr>
            <p:cNvPr id="13" name="Rectangle 5">
              <a:extLst>
                <a:ext uri="{FF2B5EF4-FFF2-40B4-BE49-F238E27FC236}">
                  <a16:creationId xmlns:a16="http://schemas.microsoft.com/office/drawing/2014/main" id="{8BED369E-8B8A-45FD-8B5A-703CE09C2946}"/>
                </a:ext>
              </a:extLst>
            </p:cNvPr>
            <p:cNvSpPr>
              <a:spLocks noChangeArrowheads="1"/>
            </p:cNvSpPr>
            <p:nvPr/>
          </p:nvSpPr>
          <p:spPr bwMode="auto">
            <a:xfrm>
              <a:off x="6513813" y="5603130"/>
              <a:ext cx="109992" cy="109990"/>
            </a:xfrm>
            <a:prstGeom prst="rect">
              <a:avLst/>
            </a:prstGeom>
            <a:solidFill>
              <a:srgbClr val="0AEC25"/>
            </a:solidFill>
            <a:ln w="9525">
              <a:noFill/>
              <a:miter lim="800000"/>
              <a:headEnd/>
              <a:tailEnd/>
            </a:ln>
          </p:spPr>
          <p:txBody>
            <a:bodyPr vert="horz" wrap="square" lIns="68580" tIns="34290" rIns="68580" bIns="34290" numCol="1" anchor="t" anchorCtr="0" compatLnSpc="1">
              <a:prstTxWarp prst="textNoShape">
                <a:avLst/>
              </a:prstTxWarp>
            </a:bodyPr>
            <a:lstStyle/>
            <a:p>
              <a:endParaRPr lang="en-IN" sz="1350"/>
            </a:p>
          </p:txBody>
        </p:sp>
      </p:grpSp>
      <p:sp>
        <p:nvSpPr>
          <p:cNvPr id="14" name="Google Shape;845;p16"/>
          <p:cNvSpPr/>
          <p:nvPr/>
        </p:nvSpPr>
        <p:spPr>
          <a:xfrm>
            <a:off x="1190" y="0"/>
            <a:ext cx="1494765" cy="736929"/>
          </a:xfrm>
          <a:custGeom>
            <a:avLst/>
            <a:gdLst/>
            <a:ahLst/>
            <a:cxnLst/>
            <a:rect l="l" t="t" r="r" b="b"/>
            <a:pathLst>
              <a:path w="1993020" h="1803466" extrusionOk="0">
                <a:moveTo>
                  <a:pt x="0" y="0"/>
                </a:moveTo>
                <a:lnTo>
                  <a:pt x="1993020" y="0"/>
                </a:lnTo>
                <a:lnTo>
                  <a:pt x="1229306" y="1803466"/>
                </a:lnTo>
                <a:lnTo>
                  <a:pt x="0" y="1803466"/>
                </a:lnTo>
                <a:lnTo>
                  <a:pt x="0" y="0"/>
                </a:lnTo>
                <a:close/>
              </a:path>
            </a:pathLst>
          </a:custGeom>
          <a:solidFill>
            <a:srgbClr val="75C042"/>
          </a:solidFill>
          <a:ln>
            <a:noFill/>
          </a:ln>
        </p:spPr>
        <p:txBody>
          <a:bodyPr spcFirstLastPara="1" wrap="square" lIns="68569" tIns="34275" rIns="68569" bIns="34275" anchor="ctr" anchorCtr="0">
            <a:noAutofit/>
          </a:bodyPr>
          <a:lstStyle/>
          <a:p>
            <a:pPr algn="ctr" defTabSz="685800">
              <a:buClr>
                <a:srgbClr val="000000"/>
              </a:buClr>
              <a:defRPr/>
            </a:pPr>
            <a:endParaRPr sz="1350" kern="0">
              <a:solidFill>
                <a:srgbClr val="75C042"/>
              </a:solidFill>
              <a:latin typeface="Calibri"/>
              <a:ea typeface="Calibri"/>
              <a:cs typeface="Calibri"/>
              <a:sym typeface="Calibri"/>
            </a:endParaRPr>
          </a:p>
        </p:txBody>
      </p:sp>
      <p:sp>
        <p:nvSpPr>
          <p:cNvPr id="16" name="Google Shape;552;p2"/>
          <p:cNvSpPr txBox="1"/>
          <p:nvPr/>
        </p:nvSpPr>
        <p:spPr>
          <a:xfrm>
            <a:off x="7108178" y="4873864"/>
            <a:ext cx="2251926" cy="253885"/>
          </a:xfrm>
          <a:prstGeom prst="rect">
            <a:avLst/>
          </a:prstGeom>
          <a:noFill/>
          <a:ln>
            <a:noFill/>
          </a:ln>
        </p:spPr>
        <p:txBody>
          <a:bodyPr spcFirstLastPara="1" wrap="square" lIns="68569" tIns="34275" rIns="68569" bIns="34275" anchor="t" anchorCtr="0">
            <a:spAutoFit/>
          </a:bodyPr>
          <a:lstStyle/>
          <a:p>
            <a:r>
              <a:rPr lang="en-US" sz="12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2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1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6139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barn(inVertical)">
                                      <p:cBhvr>
                                        <p:cTn id="10" dur="500"/>
                                        <p:tgtEl>
                                          <p:spTgt spid="9"/>
                                        </p:tgtEl>
                                      </p:cBhvr>
                                    </p:animEffect>
                                  </p:childTnLst>
                                </p:cTn>
                              </p:par>
                              <p:par>
                                <p:cTn id="11" presetID="16" presetClass="entr" presetSubtype="21"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arn(inVertical)">
                                      <p:cBhvr>
                                        <p:cTn id="13" dur="500"/>
                                        <p:tgtEl>
                                          <p:spTgt spid="10"/>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arn(inVertical)">
                                      <p:cBhvr>
                                        <p:cTn id="16" dur="500"/>
                                        <p:tgtEl>
                                          <p:spTgt spid="7"/>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arn(inVertical)">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8" grpId="0"/>
      <p:bldP spid="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946764" y="2580648"/>
            <a:ext cx="4187536" cy="692497"/>
          </a:xfrm>
          <a:prstGeom prst="rect">
            <a:avLst/>
          </a:prstGeom>
          <a:noFill/>
        </p:spPr>
        <p:txBody>
          <a:bodyPr wrap="square" lIns="0" tIns="0" rIns="0" bIns="0" rtlCol="0">
            <a:spAutoFit/>
          </a:bodyPr>
          <a:lstStyle/>
          <a:p>
            <a:r>
              <a:rPr lang="en-IN" sz="4500" b="1" dirty="0">
                <a:solidFill>
                  <a:srgbClr val="75C042"/>
                </a:solidFill>
              </a:rPr>
              <a:t>Thank</a:t>
            </a:r>
            <a:r>
              <a:rPr lang="en-IN" sz="4500" b="1" dirty="0">
                <a:solidFill>
                  <a:schemeClr val="accent1"/>
                </a:solidFill>
              </a:rPr>
              <a:t> </a:t>
            </a:r>
            <a:r>
              <a:rPr lang="en-IN" sz="4500" b="1" dirty="0">
                <a:solidFill>
                  <a:srgbClr val="75C042"/>
                </a:solidFill>
              </a:rPr>
              <a:t>You</a:t>
            </a:r>
          </a:p>
        </p:txBody>
      </p:sp>
      <p:sp>
        <p:nvSpPr>
          <p:cNvPr id="3" name="TextBox 2">
            <a:extLst>
              <a:ext uri="{FF2B5EF4-FFF2-40B4-BE49-F238E27FC236}">
                <a16:creationId xmlns:a16="http://schemas.microsoft.com/office/drawing/2014/main" id="{CCD57203-1FF5-432E-8E3E-4DFC442AA54C}"/>
              </a:ext>
            </a:extLst>
          </p:cNvPr>
          <p:cNvSpPr txBox="1"/>
          <p:nvPr/>
        </p:nvSpPr>
        <p:spPr>
          <a:xfrm>
            <a:off x="946764" y="3435846"/>
            <a:ext cx="4187536" cy="692497"/>
          </a:xfrm>
          <a:prstGeom prst="rect">
            <a:avLst/>
          </a:prstGeom>
          <a:noFill/>
        </p:spPr>
        <p:txBody>
          <a:bodyPr wrap="square" lIns="0" tIns="0" rIns="0" bIns="0" rtlCol="0" anchor="t">
            <a:spAutoFit/>
          </a:bodyPr>
          <a:lstStyle/>
          <a:p>
            <a:r>
              <a:rPr lang="en-US" sz="4500" b="1" dirty="0">
                <a:solidFill>
                  <a:srgbClr val="75C042"/>
                </a:solidFill>
              </a:rPr>
              <a:t>End of </a:t>
            </a:r>
            <a:r>
              <a:rPr lang="en-US" sz="4050" b="1" kern="0">
                <a:solidFill>
                  <a:srgbClr val="75C042"/>
                </a:solidFill>
                <a:latin typeface="Segoe UI" panose="020B0502040204020203" pitchFamily="34" charset="0"/>
                <a:ea typeface="Calibri Light" charset="0"/>
                <a:cs typeface="Segoe UI" panose="020B0502040204020203" pitchFamily="34" charset="0"/>
              </a:rPr>
              <a:t>Day 28</a:t>
            </a:r>
            <a:endParaRPr lang="en-US" sz="4050" b="1" dirty="0">
              <a:solidFill>
                <a:srgbClr val="75C042"/>
              </a:solidFill>
              <a:latin typeface="Segoe UI" panose="020B0502040204020203" pitchFamily="34" charset="0"/>
              <a:ea typeface="Calibri Light" charset="0"/>
              <a:cs typeface="Segoe UI" panose="020B0502040204020203" pitchFamily="34" charset="0"/>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946763" y="4247149"/>
            <a:ext cx="983696" cy="278476"/>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28575" tIns="28575" rIns="28575" bIns="28575" anchor="ctr"/>
            <a:lstStyle/>
            <a:p>
              <a:pPr>
                <a:defRPr sz="3000">
                  <a:solidFill>
                    <a:srgbClr val="FFFFFF"/>
                  </a:solidFill>
                  <a:effectLst>
                    <a:outerShdw blurRad="38100" dist="12700" dir="5400000" rotWithShape="0">
                      <a:srgbClr val="000000">
                        <a:alpha val="50000"/>
                      </a:srgbClr>
                    </a:outerShdw>
                  </a:effectLst>
                </a:defRPr>
              </a:pPr>
              <a:endParaRPr sz="2250"/>
            </a:p>
          </p:txBody>
        </p:sp>
      </p:grpSp>
      <p:sp>
        <p:nvSpPr>
          <p:cNvPr id="11" name="Rectangle 10">
            <a:extLst>
              <a:ext uri="{FF2B5EF4-FFF2-40B4-BE49-F238E27FC236}">
                <a16:creationId xmlns:a16="http://schemas.microsoft.com/office/drawing/2014/main" id="{DE739AA3-A794-9F54-6A5A-CA2C7ED598BB}"/>
              </a:ext>
            </a:extLst>
          </p:cNvPr>
          <p:cNvSpPr/>
          <p:nvPr/>
        </p:nvSpPr>
        <p:spPr>
          <a:xfrm>
            <a:off x="976712" y="1704281"/>
            <a:ext cx="3973328" cy="73975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bg1"/>
                </a:solidFill>
              </a:rPr>
              <a:t>www.anubhavtrainings.com</a:t>
            </a:r>
          </a:p>
        </p:txBody>
      </p:sp>
      <p:sp>
        <p:nvSpPr>
          <p:cNvPr id="12" name="Right Triangle 11"/>
          <p:cNvSpPr/>
          <p:nvPr/>
        </p:nvSpPr>
        <p:spPr>
          <a:xfrm rot="19603165">
            <a:off x="296953" y="-1026843"/>
            <a:ext cx="3143465" cy="2053685"/>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solidFill>
                  <a:srgbClr val="00B050"/>
                </a:solidFill>
              </a:ln>
              <a:solidFill>
                <a:srgbClr val="00B050"/>
              </a:solidFill>
            </a:endParaRPr>
          </a:p>
        </p:txBody>
      </p:sp>
      <p:sp>
        <p:nvSpPr>
          <p:cNvPr id="13" name="Right Triangle 12"/>
          <p:cNvSpPr/>
          <p:nvPr/>
        </p:nvSpPr>
        <p:spPr>
          <a:xfrm rot="16200000">
            <a:off x="5156848" y="1159118"/>
            <a:ext cx="3538845" cy="4433079"/>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ln>
                <a:solidFill>
                  <a:srgbClr val="00B050"/>
                </a:solidFill>
              </a:ln>
              <a:solidFill>
                <a:srgbClr val="00B050"/>
              </a:solidFill>
            </a:endParaRPr>
          </a:p>
        </p:txBody>
      </p:sp>
      <p:sp>
        <p:nvSpPr>
          <p:cNvPr id="14" name="Minus 13"/>
          <p:cNvSpPr/>
          <p:nvPr/>
        </p:nvSpPr>
        <p:spPr>
          <a:xfrm rot="19276189">
            <a:off x="3207527" y="3117933"/>
            <a:ext cx="7398364" cy="354149"/>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5" name="Google Shape;552;p2"/>
          <p:cNvSpPr txBox="1"/>
          <p:nvPr/>
        </p:nvSpPr>
        <p:spPr>
          <a:xfrm>
            <a:off x="7108178" y="4873864"/>
            <a:ext cx="2251926" cy="253885"/>
          </a:xfrm>
          <a:prstGeom prst="rect">
            <a:avLst/>
          </a:prstGeom>
          <a:noFill/>
          <a:ln>
            <a:noFill/>
          </a:ln>
        </p:spPr>
        <p:txBody>
          <a:bodyPr spcFirstLastPara="1" wrap="square" lIns="68569" tIns="34275" rIns="68569" bIns="34275" anchor="t" anchorCtr="0">
            <a:spAutoFit/>
          </a:bodyPr>
          <a:lstStyle/>
          <a:p>
            <a:r>
              <a:rPr lang="en-US" sz="1200" dirty="0">
                <a:latin typeface="Cambria" panose="02040503050406030204" pitchFamily="18" charset="0"/>
                <a:ea typeface="Cambria" panose="02040503050406030204" pitchFamily="18" charset="0"/>
                <a:cs typeface="Corben"/>
                <a:sym typeface="Corben"/>
              </a:rPr>
              <a:t>www.anubhavtrainings.com</a:t>
            </a:r>
            <a:endParaRPr sz="1200" dirty="0">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650243" y="0"/>
            <a:ext cx="491377" cy="485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3997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2273307" y="1754585"/>
            <a:ext cx="6869499" cy="3388245"/>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a:solidFill>
                <a:srgbClr val="FFFFFF"/>
              </a:solidFill>
              <a:latin typeface="Arial" panose="020B0604020202020204"/>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191" y="670"/>
            <a:ext cx="9141619" cy="3657500"/>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2381" y="670"/>
            <a:ext cx="9139239" cy="3657500"/>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572" y="-7047"/>
            <a:ext cx="9138048" cy="3665216"/>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457">
              <a:defRPr/>
            </a:pPr>
            <a:endParaRPr lang="en-US" sz="1349">
              <a:solidFill>
                <a:srgbClr val="FFFFFF"/>
              </a:solidFill>
              <a:latin typeface="Arial" panose="020B0604020202020204" pitchFamily="34" charset="0"/>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264117" y="4494008"/>
            <a:ext cx="2665023" cy="507575"/>
          </a:xfrm>
          <a:prstGeom prst="rect">
            <a:avLst/>
          </a:prstGeom>
        </p:spPr>
        <p:txBody>
          <a:bodyPr wrap="square">
            <a:spAutoFit/>
          </a:bodyPr>
          <a:lstStyle/>
          <a:p>
            <a:pPr defTabSz="685457">
              <a:defRPr/>
            </a:pPr>
            <a:r>
              <a:rPr lang="en-US" sz="1349" b="1" dirty="0">
                <a:solidFill>
                  <a:srgbClr val="44546A"/>
                </a:solidFill>
                <a:latin typeface="Arial" panose="020B0604020202020204" pitchFamily="34" charset="0"/>
                <a:cs typeface="Arial" panose="020B0604020202020204" pitchFamily="34" charset="0"/>
              </a:rPr>
              <a:t>Contact us today!</a:t>
            </a:r>
          </a:p>
          <a:p>
            <a:pPr defTabSz="685457">
              <a:defRPr/>
            </a:pPr>
            <a:r>
              <a:rPr lang="en-US" sz="1349" dirty="0">
                <a:solidFill>
                  <a:srgbClr val="44546A"/>
                </a:solidFill>
                <a:latin typeface="Arial" panose="020B0604020202020204"/>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6134855" y="2194523"/>
            <a:ext cx="2422082" cy="230832"/>
          </a:xfrm>
          <a:prstGeom prst="rect">
            <a:avLst/>
          </a:prstGeom>
        </p:spPr>
        <p:txBody>
          <a:bodyPr wrap="square">
            <a:spAutoFit/>
          </a:bodyPr>
          <a:lstStyle/>
          <a:p>
            <a:pPr algn="ctr" defTabSz="685595">
              <a:defRPr/>
            </a:pPr>
            <a:r>
              <a:rPr lang="en-IN" sz="900" spc="38" dirty="0">
                <a:solidFill>
                  <a:srgbClr val="FFFFFF">
                    <a:lumMod val="95000"/>
                  </a:srgbClr>
                </a:solidFill>
                <a:latin typeface="Arial" panose="020B0604020202020204" pitchFamily="34" charset="0"/>
                <a:cs typeface="Arial" panose="020B0604020202020204" pitchFamily="34" charset="0"/>
              </a:rPr>
              <a:t>We build the workforce of the future.</a:t>
            </a:r>
            <a:endParaRPr lang="en-US" sz="900" spc="38" dirty="0">
              <a:solidFill>
                <a:srgbClr val="FFFFFF">
                  <a:lumMod val="95000"/>
                </a:srgbClr>
              </a:solidFill>
              <a:latin typeface="Arial" panose="020B0604020202020204" pitchFamily="34" charset="0"/>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917449" y="233539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250+ </a:t>
            </a:r>
          </a:p>
          <a:p>
            <a:pPr algn="ctr" defTabSz="685595">
              <a:defRPr/>
            </a:pPr>
            <a:r>
              <a:rPr lang="en-US" sz="900" dirty="0">
                <a:solidFill>
                  <a:srgbClr val="FFFFFF"/>
                </a:solidFill>
                <a:latin typeface="Arial" panose="020B0604020202020204"/>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120049" y="233539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30,000+</a:t>
            </a:r>
          </a:p>
          <a:p>
            <a:pPr algn="ctr" defTabSz="685595">
              <a:defRPr/>
            </a:pPr>
            <a:r>
              <a:rPr lang="en-US" sz="900" dirty="0">
                <a:solidFill>
                  <a:srgbClr val="FFFFFF"/>
                </a:solidFill>
                <a:latin typeface="Arial" panose="020B0604020202020204"/>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3372763" y="2333623"/>
            <a:ext cx="1351085" cy="507703"/>
          </a:xfrm>
          <a:prstGeom prst="rect">
            <a:avLst/>
          </a:prstGeom>
        </p:spPr>
        <p:txBody>
          <a:bodyPr wrap="square">
            <a:spAutoFit/>
          </a:bodyPr>
          <a:lstStyle/>
          <a:p>
            <a:pPr algn="ctr" defTabSz="685595">
              <a:defRPr/>
            </a:pPr>
            <a:r>
              <a:rPr lang="en-US" sz="1799" dirty="0">
                <a:solidFill>
                  <a:srgbClr val="FFFFFF"/>
                </a:solidFill>
                <a:latin typeface="Arial" panose="020B0604020202020204"/>
              </a:rPr>
              <a:t>25000+ </a:t>
            </a:r>
          </a:p>
          <a:p>
            <a:pPr algn="ctr" defTabSz="685595">
              <a:defRPr/>
            </a:pPr>
            <a:r>
              <a:rPr lang="en-US" sz="900" dirty="0">
                <a:solidFill>
                  <a:srgbClr val="FFFFFF"/>
                </a:solidFill>
                <a:latin typeface="Arial" panose="020B0604020202020204"/>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338537" y="1709881"/>
            <a:ext cx="480044" cy="480044"/>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2555339" y="1704574"/>
            <a:ext cx="503946" cy="503946"/>
          </a:xfrm>
          <a:prstGeom prst="rect">
            <a:avLst/>
          </a:prstGeom>
        </p:spPr>
      </p:pic>
      <p:sp>
        <p:nvSpPr>
          <p:cNvPr id="48" name="Rectangle 47"/>
          <p:cNvSpPr/>
          <p:nvPr/>
        </p:nvSpPr>
        <p:spPr>
          <a:xfrm>
            <a:off x="475582" y="519175"/>
            <a:ext cx="4928219" cy="876778"/>
          </a:xfrm>
          <a:prstGeom prst="rect">
            <a:avLst/>
          </a:prstGeom>
        </p:spPr>
        <p:txBody>
          <a:bodyPr wrap="square">
            <a:spAutoFit/>
          </a:bodyPr>
          <a:lstStyle/>
          <a:p>
            <a:pPr algn="ctr" defTabSz="685595">
              <a:defRPr/>
            </a:pPr>
            <a:r>
              <a:rPr lang="en-US" sz="1499" b="1" dirty="0">
                <a:solidFill>
                  <a:srgbClr val="FFFFFF"/>
                </a:solidFill>
                <a:latin typeface="Arial" panose="020B0604020202020204" pitchFamily="34" charset="0"/>
                <a:cs typeface="Arial" panose="020B0604020202020204" pitchFamily="34" charset="0"/>
              </a:rPr>
              <a:t>We’re committed to empower you to be</a:t>
            </a:r>
          </a:p>
          <a:p>
            <a:pPr algn="ctr" defTabSz="685595">
              <a:defRPr/>
            </a:pPr>
            <a:r>
              <a:rPr lang="en-US" sz="1499" b="1" dirty="0">
                <a:solidFill>
                  <a:srgbClr val="FFFFFF"/>
                </a:solidFill>
                <a:latin typeface="Arial" panose="020B0604020202020204" pitchFamily="34" charset="0"/>
                <a:cs typeface="Arial" panose="020B0604020202020204" pitchFamily="34" charset="0"/>
              </a:rPr>
              <a:t> </a:t>
            </a:r>
            <a:r>
              <a:rPr lang="en-US" sz="2099" b="1" dirty="0">
                <a:solidFill>
                  <a:srgbClr val="2AC6D1">
                    <a:lumMod val="40000"/>
                    <a:lumOff val="60000"/>
                  </a:srgbClr>
                </a:solidFill>
                <a:latin typeface="Arial" panose="020B0604020202020204" pitchFamily="34" charset="0"/>
                <a:cs typeface="Arial" panose="020B0604020202020204" pitchFamily="34" charset="0"/>
              </a:rPr>
              <a:t>#FutureReady </a:t>
            </a:r>
          </a:p>
          <a:p>
            <a:pPr algn="ctr" defTabSz="685595">
              <a:defRPr/>
            </a:pPr>
            <a:r>
              <a:rPr lang="en-US" sz="1499" b="1" dirty="0">
                <a:solidFill>
                  <a:srgbClr val="FFFFFF"/>
                </a:solidFill>
                <a:latin typeface="Arial" panose="020B0604020202020204" pitchFamily="34" charset="0"/>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264118" y="3748874"/>
            <a:ext cx="2925418" cy="692369"/>
          </a:xfrm>
          <a:prstGeom prst="rect">
            <a:avLst/>
          </a:prstGeom>
        </p:spPr>
        <p:txBody>
          <a:bodyPr wrap="square">
            <a:spAutoFit/>
          </a:bodyPr>
          <a:lstStyle/>
          <a:p>
            <a:pPr defTabSz="685595">
              <a:defRPr/>
            </a:pPr>
            <a:r>
              <a:rPr lang="en-US" sz="1499" b="1" spc="75" dirty="0">
                <a:solidFill>
                  <a:srgbClr val="F97700"/>
                </a:solidFill>
                <a:latin typeface="Arial" panose="020B0604020202020204"/>
              </a:rPr>
              <a:t>FREE WEBINARS </a:t>
            </a:r>
          </a:p>
          <a:p>
            <a:pPr defTabSz="685595">
              <a:defRPr/>
            </a:pPr>
            <a:r>
              <a:rPr lang="en-US" sz="1200" i="1" dirty="0">
                <a:solidFill>
                  <a:srgbClr val="F97700"/>
                </a:solidFill>
                <a:latin typeface="Arial" panose="020B0604020202020204"/>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3714780" y="1646020"/>
            <a:ext cx="638899" cy="638899"/>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4889390" y="2526841"/>
            <a:ext cx="4208388" cy="2535645"/>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3370618" y="4181066"/>
            <a:ext cx="1647176" cy="41051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a:solidFill>
                <a:srgbClr val="FFFFFF"/>
              </a:solidFill>
              <a:latin typeface="Arial" panose="020B0604020202020204"/>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3300992" y="4117750"/>
            <a:ext cx="1647176" cy="410513"/>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595">
              <a:defRPr/>
            </a:pPr>
            <a:endParaRPr lang="en-US" sz="1349" dirty="0">
              <a:solidFill>
                <a:srgbClr val="FFFFFF"/>
              </a:solidFill>
              <a:latin typeface="Arial" panose="020B0604020202020204"/>
            </a:endParaRPr>
          </a:p>
        </p:txBody>
      </p:sp>
      <p:sp>
        <p:nvSpPr>
          <p:cNvPr id="5" name="Rectangle 4">
            <a:extLst>
              <a:ext uri="{FF2B5EF4-FFF2-40B4-BE49-F238E27FC236}">
                <a16:creationId xmlns:a16="http://schemas.microsoft.com/office/drawing/2014/main" id="{6AA9D7C5-0368-6645-B73F-D51BF9C01567}"/>
              </a:ext>
            </a:extLst>
          </p:cNvPr>
          <p:cNvSpPr/>
          <p:nvPr/>
        </p:nvSpPr>
        <p:spPr>
          <a:xfrm>
            <a:off x="3603418" y="4192723"/>
            <a:ext cx="1146468" cy="299954"/>
          </a:xfrm>
          <a:prstGeom prst="rect">
            <a:avLst/>
          </a:prstGeom>
        </p:spPr>
        <p:txBody>
          <a:bodyPr wrap="none">
            <a:spAutoFit/>
          </a:bodyPr>
          <a:lstStyle/>
          <a:p>
            <a:pPr defTabSz="685595">
              <a:defRPr/>
            </a:pPr>
            <a:r>
              <a:rPr lang="en-US" sz="1349" b="1" dirty="0">
                <a:solidFill>
                  <a:srgbClr val="44546A"/>
                </a:solidFill>
                <a:latin typeface="Arial" panose="020B0604020202020204"/>
              </a:rPr>
              <a:t>Enroll Now!</a:t>
            </a:r>
            <a:endParaRPr lang="en-US" sz="1349" b="1" dirty="0">
              <a:solidFill>
                <a:srgbClr val="000000"/>
              </a:solidFill>
              <a:latin typeface="Arial" panose="020B0604020202020204"/>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62869" y="333098"/>
            <a:ext cx="1742621" cy="17211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265">
      <a:dk1>
        <a:sysClr val="windowText" lastClr="000000"/>
      </a:dk1>
      <a:lt1>
        <a:sysClr val="window" lastClr="FFFFFF"/>
      </a:lt1>
      <a:dk2>
        <a:srgbClr val="153153"/>
      </a:dk2>
      <a:lt2>
        <a:srgbClr val="EEECE1"/>
      </a:lt2>
      <a:accent1>
        <a:srgbClr val="024BB6"/>
      </a:accent1>
      <a:accent2>
        <a:srgbClr val="0197CA"/>
      </a:accent2>
      <a:accent3>
        <a:srgbClr val="EBFAFF"/>
      </a:accent3>
      <a:accent4>
        <a:srgbClr val="C2EFFE"/>
      </a:accent4>
      <a:accent5>
        <a:srgbClr val="1C2159"/>
      </a:accent5>
      <a:accent6>
        <a:srgbClr val="A5A5A5"/>
      </a:accent6>
      <a:hlink>
        <a:srgbClr val="0000FF"/>
      </a:hlink>
      <a:folHlink>
        <a:srgbClr val="800080"/>
      </a:folHlink>
    </a:clrScheme>
    <a:fontScheme name="slidemodel">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3155</TotalTime>
  <Words>1307</Words>
  <Application>Microsoft Office PowerPoint</Application>
  <PresentationFormat>On-screen Show (16:9)</PresentationFormat>
  <Paragraphs>128</Paragraphs>
  <Slides>22</Slides>
  <Notes>2</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22</vt:i4>
      </vt:variant>
    </vt:vector>
  </HeadingPairs>
  <TitlesOfParts>
    <vt:vector size="34" baseType="lpstr">
      <vt:lpstr>72 Brand Variable</vt:lpstr>
      <vt:lpstr>ADLaM Display</vt:lpstr>
      <vt:lpstr>Amasis MT Pro Medium</vt:lpstr>
      <vt:lpstr>Arial</vt:lpstr>
      <vt:lpstr>Calibri</vt:lpstr>
      <vt:lpstr>Cambria</vt:lpstr>
      <vt:lpstr>Cooper Black</vt:lpstr>
      <vt:lpstr>Segoe UI</vt:lpstr>
      <vt:lpstr>Segoe UI Black</vt:lpstr>
      <vt:lpstr>Segoe UI Light</vt:lpstr>
      <vt:lpstr>Office Theme</vt:lpstr>
      <vt:lpstr>2_Office Theme</vt:lpstr>
      <vt:lpstr>SAP Build Training for Corporate Professionals</vt:lpstr>
      <vt:lpstr>PowerPoint Presentation</vt:lpstr>
      <vt:lpstr>Agenda</vt:lpstr>
      <vt:lpstr>PowerPoint Presentation</vt:lpstr>
      <vt:lpstr>Use Case</vt:lpstr>
      <vt:lpstr>ER Diagram</vt:lpstr>
      <vt:lpstr>Welcome to the new world</vt:lpstr>
      <vt:lpstr>Looming Threats</vt:lpstr>
      <vt:lpstr>Everything is code</vt:lpstr>
      <vt:lpstr>How to be fast</vt:lpstr>
      <vt:lpstr>The Clean Core</vt:lpstr>
      <vt:lpstr>Benefits of Clean Core</vt:lpstr>
      <vt:lpstr>High level guidance</vt:lpstr>
      <vt:lpstr>SAP Business Accelerator HUB</vt:lpstr>
      <vt:lpstr>The Use case</vt:lpstr>
      <vt:lpstr>Solution Flow</vt:lpstr>
      <vt:lpstr>Functional Spec</vt:lpstr>
      <vt:lpstr>SAP Business Partner API</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Anubhav Oberoy</cp:lastModifiedBy>
  <cp:revision>179</cp:revision>
  <dcterms:created xsi:type="dcterms:W3CDTF">2013-12-05T19:37:13Z</dcterms:created>
  <dcterms:modified xsi:type="dcterms:W3CDTF">2025-08-27T03:34:20Z</dcterms:modified>
</cp:coreProperties>
</file>