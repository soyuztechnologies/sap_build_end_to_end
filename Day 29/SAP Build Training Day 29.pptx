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494" r:id="rId3"/>
    <p:sldId id="265" r:id="rId4"/>
    <p:sldId id="560" r:id="rId5"/>
    <p:sldId id="558" r:id="rId6"/>
    <p:sldId id="561" r:id="rId7"/>
    <p:sldId id="555" r:id="rId8"/>
    <p:sldId id="557" r:id="rId9"/>
    <p:sldId id="562" r:id="rId10"/>
    <p:sldId id="559" r:id="rId11"/>
    <p:sldId id="537" r:id="rId12"/>
    <p:sldId id="495" r:id="rId13"/>
    <p:sldId id="496" r:id="rId14"/>
    <p:sldId id="497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753"/>
    <a:srgbClr val="1B4134"/>
    <a:srgbClr val="FFFFFF"/>
    <a:srgbClr val="222222"/>
    <a:srgbClr val="76B8B5"/>
    <a:srgbClr val="90B6DD"/>
    <a:srgbClr val="057CFF"/>
    <a:srgbClr val="464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5" autoAdjust="0"/>
    <p:restoredTop sz="96236" autoAdjust="0"/>
  </p:normalViewPr>
  <p:slideViewPr>
    <p:cSldViewPr>
      <p:cViewPr varScale="1">
        <p:scale>
          <a:sx n="130" d="100"/>
          <a:sy n="130" d="100"/>
        </p:scale>
        <p:origin x="736" y="3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18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D1819-8EAB-4094-BBB1-E11C3AABA84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62D1B-AC76-4092-A22E-9E6DF2EB6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4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2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249 109 24575,'-1'0'0,"1"0"0,0 0 0,0 0 0,0 0 0,0 0 0,0 0 0,0 0 0,0-1 0,0 1 0,0 0 0,0 0 0,0 0 0,0 0 0,0 0 0,0 0 0,0-1 0,0 1 0,0 0 0,0 0 0,0 0 0,0 0 0,0 0 0,0-1 0,0 1 0,0 0 0,0 0 0,0 0 0,0 0 0,0 0 0,0 0 0,1 0 0,-1-1 0,0 1 0,0 0 0,0 0 0,0 0 0,0 0 0,0 0 0,0 0 0,0 0 0,1 0 0,-1 0 0,0 0 0,0 0 0,0 0 0,0 0 0,0 0 0,0-1 0,1 1 0,-1 0 0,0 0 0,0 0 0,0 0 0,0 0 0,0 0 0,0 1 0,1-1 0,-1 0 0,0 0 0,0 0 0,0 0 0,0 0 0,0 0 0,0 0 0,1 0 0,-1 0 0,0 0 0,10 12 0,8 22 0,-11-13 0,0 1 0,-1 0 0,-2 0 0,4 36 0,-3 94 0,-5-114 0,-9 404 0,2-358 0,-3 0 0,-5-1 0,-30 101 0,33-151 0,8-24 0,0 0 0,1 0 0,1 1 0,-1-1 0,-1 17 0,4-25 0,0 0 0,0 0 0,0-1 0,0 1 0,1 0 0,-1 0 0,0 0 0,1-1 0,-1 1 0,0 0 0,1-1 0,-1 1 0,1 0 0,-1-1 0,1 1 0,-1 0 0,1-1 0,-1 1 0,1-1 0,0 1 0,-1-1 0,1 1 0,0-1 0,-1 0 0,1 1 0,0-1 0,0 0 0,-1 1 0,1-1 0,0 0 0,0 0 0,0 0 0,1 0 0,31 1 0,-26-2 0,174-17 0,-48 3 0,727-7-434,0 60-93,-721-30 511,129 9 16,390 12 0,-649-29 24,-1 1 65,-1-1-1,0 0 1,0-1 0,0 0 0,9-2-1,-15 3-72,0-1-1,0 1 1,0 0-1,0-1 0,0 1 1,-1-1-1,1 1 1,0-1-1,0 1 0,-1-1 1,1 0-1,0 1 1,-1-1-1,1 0 1,0 1-1,-1-1 0,1 0 1,0-1-1,-1 0-8,0 1 0,0 0 1,1 0-1,-1-1 0,0 1 0,0 0 0,-1-1 0,1 1 0,0 0 0,0-1 0,-1 1 1,1 0-1,-1-1 0,1 1 0,-1 0 0,1 0 0,-2-2 0,-69-138-7,59 112 0,1 0 0,1-1 0,-5-32 0,6 6 0,2 0 0,3-1 0,3 1 0,7-83 0,48-223 0,-10 86 0,-43 267 0,3-17 0,-1-1 0,-2 1 0,-2-27 0,1 51 0,-1-1 0,1 1 0,-1 0 0,0 1 0,1-1 0,-1 0 0,0 0 0,0 0 0,0 0 0,-1 1 0,1-1 0,0 0 0,-1 1 0,1-1 0,-1 1 0,1 0 0,-1-1 0,0 1 0,0 0 0,1 0 0,-1 0 0,0 0 0,0 1 0,0-1 0,0 0 0,0 1 0,-3-1 0,-8-2 0,1 1 0,-1 1 0,-18 0 0,17 1 0,-283 10 0,131 0 0,-863 14-588,319-10 252,-341 22 336,1029-35 154,22-1-150,0 0 1,0 1-1,0-1 1,0 0-1,0 0 1,0 0-1,0 0 1,0 0-1,0 0 0,0 0 1,0 0-1,0 0 1,0 0-1,0 0 1,0 0-1,0 0 1,0 1-1,0-1 1,0 0-1,0 0 1,0 0-1,0 0 1,0 0-1,0 0 1,0 0-1,0 0 1,0 0-1,0 0 0,0 0 1,0 0-1,0 0 1,0 0-1,0 0 1,0 0-1,0 1 1,0-1-1,0 0 1,0 0-1,-1 0 1,1 0-1,0 0 1,0 0-1,0 0 1,0 0-1,0 0 0,0 0 1,0 0-1,0 0 1,0 0-1,0 0 1,0 0-1,0 0 1,0 0-1,-1 0 1,1 0-1,10 3 247,15 2 18,47 3-1634,-51-5-5461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2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1 258 24575,'0'0'0,"0"0"0,0 1 0,0-1 0,-1 1 0,1-1 0,0 0 0,0 1 0,0-1 0,0 1 0,0-1 0,0 1 0,0-1 0,0 0 0,0 1 0,1-1 0,-1 1 0,0-1 0,0 0 0,0 1 0,0-1 0,1 1 0,-1-1 0,0 0 0,0 1 0,1-1 0,-1 0 0,1 1 0,9 17 0,-8-15 0,3 7 0,-1 0 0,0 0 0,0 1 0,-1-1 0,0 1 0,-1 0 0,0 0 0,0 12 0,-3 93 0,-1-64 0,2-47 0,1-1 0,-1 0 0,-1 0 0,1 0 0,-1 0 0,1 0 0,-1 0 0,-2 6 0,3-10 0,0 0 0,0 0 0,0 0 0,0 0 0,0 0 0,0 0 0,0 0 0,0 0 0,0 0 0,0 0 0,0 0 0,0 0 0,-1 0 0,1 0 0,0-1 0,0 1 0,0 0 0,0 0 0,0 0 0,0 0 0,0 0 0,0 0 0,0 0 0,0 0 0,0 0 0,0 0 0,0 0 0,0 0 0,0 0 0,0 0 0,0 0 0,0 0 0,0 0 0,-1 0 0,1 0 0,0 0 0,0 0 0,0 0 0,0 0 0,0 0 0,0 0 0,0 0 0,0 0 0,0 0 0,0 0 0,0 0 0,0 0 0,0 0 0,0 0 0,0 0 0,-1 0 0,1 0 0,0 0 0,0 0 0,0 0 0,0 0 0,0 1 0,0-1 0,0 0 0,0 0 0,0 0 0,0 0 0,0 0 0,0 0 0,0 0 0,0 0 0,0 0 0,0 0 0,-2-8 0,-1-12 0,3-18 0,2 0 0,1 1 0,10-46 0,38-108 0,-50 187 0,9-27 0,16-35 0,-22 59 0,-1-1 0,2 1 0,-1 0 0,1 0 0,0 0 0,0 1 0,1-1 0,0 1 0,13-10 0,-17 14 0,0 1 0,1-1 0,-1 1 0,1 0 0,-1 0 0,1 0 0,-1 0 0,1 0 0,0 0 0,-1 1 0,1-1 0,0 1 0,0 0 0,-1 0 0,1 0 0,0 0 0,0 1 0,-1-1 0,1 1 0,0-1 0,-1 1 0,1 0 0,0 0 0,-1 0 0,1 0 0,-1 1 0,0-1 0,1 1 0,-1-1 0,0 1 0,0 0 0,0 0 0,0 0 0,3 4 0,0 1 0,0-1 0,-1 1 0,0 0 0,0 0 0,-1 0 0,0 0 0,0 1 0,-1-1 0,0 1 0,0 0 0,1 8 0,-3-7 0,0 1 0,0-1 0,0 0 0,-2 0 0,1 0 0,-1 1 0,0-1 0,-1-1 0,0 1 0,0 0 0,-1-1 0,0 0 0,-1 1 0,0-2 0,0 1 0,0-1 0,-1 1 0,0-1 0,-1-1 0,-7 7 0,-6 3 0,-1 0 0,0-2 0,-1-1 0,0 0 0,-1-2 0,-25 9 0,64-19 0,-1 2 0,0 0 0,25 7 0,-6 2 0,-1 1 0,0 2 0,-1 1 0,-1 2 0,35 25 0,-53-35-1365,-2-2-5461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25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73 188 24575,'-2'-2'0,"1"1"0,0 0 0,0-1 0,-1 1 0,1 0 0,-1 0 0,1 0 0,-1 0 0,1 0 0,-1 0 0,0 0 0,1 1 0,-1-1 0,0 1 0,0-1 0,1 1 0,-1-1 0,0 1 0,0 0 0,0 0 0,0 0 0,1 0 0,-4 1 0,3 0 0,1 0 0,-1 0 0,0 0 0,1 0 0,-1 0 0,1 1 0,0-1 0,-1 0 0,1 1 0,0 0 0,0-1 0,0 1 0,0-1 0,0 1 0,0 0 0,0 0 0,1 0 0,-1-1 0,1 1 0,-1 0 0,1 0 0,0 3 0,-5 43 0,3 0 0,5 60 0,-1-41 0,0-104 0,1-1 0,2 1 0,2 0 0,1 0 0,2 1 0,2 0 0,1 1 0,1 0 0,35-57 0,-44 84 0,0-1 0,0 2 0,1-1 0,9-8 0,-13 14 0,-1 1 0,0 0 0,1 0 0,-1 0 0,1 0 0,-1 0 0,1 0 0,0 0 0,0 0 0,-1 1 0,1-1 0,3 0 0,-4 1 0,0 0 0,1 0 0,-1 0 0,0 1 0,0-1 0,0 0 0,0 0 0,0 1 0,0-1 0,0 1 0,0-1 0,0 1 0,-1-1 0,1 1 0,0 0 0,0-1 0,0 1 0,-1 0 0,1 0 0,0 0 0,-1 0 0,1-1 0,0 1 0,0 1 0,3 6 0,0 0 0,-1 0 0,0 0 0,0 1 0,-1-1 0,2 11 0,6 57 0,-6-36 0,5 25-455,3-1 0,28 85 0,-36-135-6371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25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19 113 24575,'-2'-2'0,"-1"-4"0,-3-2 0,1-3 0,2-1 0,5 1 0,5 0 0,2 2 0,5 0 0,5 2 0,3 2 0,6-1 0,2 2 0,2-2 0,-3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26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62 231 24575,'1'68'0,"-2"170"0,1-237 0,-3 28 0,3-29 0,0 1 0,0 0 0,0 0 0,0 0 0,0-1 0,-1 1 0,1 0 0,0 0 0,0 0 0,-1-1 0,1 1 0,0 0 0,-1 0 0,1-1 0,-1 1 0,1 0 0,-1-1 0,1 1 0,-1-1 0,1 1 0,-1 0 0,0-1 0,1 1 0,-1-1 0,0 0 0,1 1 0,-2 0 0,0-2 0,1-1 0,0 1 0,0 0 0,0-1 0,0 1 0,1 0 0,-1-1 0,0 1 0,0-1 0,1 1 0,-1-1 0,1 0 0,0 1 0,-1-1 0,1 1 0,0-4 0,-1 1 0,-7-41 0,3-1 0,-1-57 0,4 46 0,-1 13 0,0 15 0,1-1 0,2 0 0,1 1 0,9-55 0,-10 80 0,1 1 0,0 0 0,0 0 0,0 0 0,1 0 0,-1 0 0,1 0 0,-1 0 0,1 0 0,0 1 0,0-1 0,0 1 0,1-1 0,-1 1 0,0 0 0,6-4 0,-6 5 0,0 0 0,1 0 0,-1 1 0,1-1 0,-1 1 0,0-1 0,1 1 0,-1 0 0,1 0 0,-1 0 0,1 0 0,-1 1 0,0-1 0,1 0 0,-1 1 0,1 0 0,-1 0 0,0-1 0,0 1 0,1 1 0,-1-1 0,0 0 0,2 2 0,7 4 0,-1 1 0,-1 0 0,1 1 0,-1 0 0,-1 0 0,0 1 0,0 0 0,9 16 0,-13-21 0,-1 0 0,0 1 0,-1-1 0,1 0 0,-1 1 0,0-1 0,-1 1 0,0 0 0,1 0 0,-2 0 0,1-1 0,-1 1 0,1 0 0,-2 0 0,1 0 0,-1 0 0,0 0 0,0 0 0,0-1 0,-3 7 0,1-7 20,0 0 0,-1 0 0,1-1 1,-1 1-1,0-1 0,0 0 0,0 0 0,0-1 0,-1 1 0,0-1 0,1 0 0,-1 0 0,0 0 0,-1-1 0,1 0 0,-9 2 1,-3 1-448,0-1 0,0 0 1,-36 1-1,26-4-6399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29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24575,'-8'-1'0,"-1"2"0,1-1 0,-1 1 0,0 0 0,1 1 0,-12 3 0,16-4 0,1 1 0,0 0 0,0 0 0,0 0 0,0 0 0,0 0 0,0 0 0,0 1 0,1 0 0,-1-1 0,1 1 0,0 0 0,0 0 0,0 0 0,0 0 0,0 1 0,-1 5 0,-1 2 34,1-1 1,0 0-1,0 1 0,1 0 0,1 0 0,0 0 0,1-1 0,-1 1 0,3 14 1,-1-19-130,0 1 0,0-1 0,1 0 0,-1 0 1,1 0-1,1 0 0,-1 0 0,1 0 0,0-1 0,0 1 1,1-1-1,0 0 0,0 0 0,0 0 0,0-1 1,1 1-1,5 3 0,5 2-6731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0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95 123 24575,'0'-3'0,"0"0"0,-1 0 0,1 0 0,-1 0 0,0 0 0,0 0 0,0 0 0,0 0 0,0 0 0,-3-5 0,3 8 0,1-1 0,-1 0 0,1 1 0,-1-1 0,1 1 0,-1-1 0,1 1 0,-1-1 0,1 1 0,-1 0 0,1-1 0,-1 1 0,0 0 0,1-1 0,-1 1 0,0 0 0,1 0 0,-1 0 0,0-1 0,-1 1 0,1 0 0,0 1 0,0-1 0,0 0 0,0 1 0,0-1 0,0 1 0,1-1 0,-1 1 0,0-1 0,0 1 0,0 0 0,0-1 0,0 1 0,1 0 0,-1 0 0,0-1 0,1 1 0,-2 1 0,-5 11 0,-1 0 0,2 1 0,0 0 0,0 0 0,2 0 0,-1 0 0,2 1 0,0 0 0,-1 23 0,4-38 0,0 0 0,0 0 0,0 0 0,0 0 0,0-1 0,0 1 0,0 0 0,0 0 0,0 0 0,1 0 0,-1 0 0,0 0 0,0 0 0,0 0 0,0-1 0,0 1 0,0 0 0,0 0 0,1 0 0,-1 0 0,0 0 0,0 0 0,0 0 0,0 0 0,0 0 0,1 0 0,-1 0 0,0 0 0,0 0 0,0 0 0,0 0 0,0 0 0,1 0 0,-1 0 0,0 0 0,0 0 0,0 1 0,0-1 0,0 0 0,1 0 0,-1 0 0,0 0 0,0 0 0,0 0 0,0 0 0,0 0 0,0 0 0,0 1 0,0-1 0,0 0 0,1 0 0,-1 0 0,0 0 0,0 0 0,0 0 0,0 1 0,0-1 0,0 0 0,0 0 0,0 0 0,0 0 0,0 0 0,0 1 0,0-1 0,0 0 0,8-10 0,8-14 0,17-36 0,-19 32 0,22-32 0,-31 52 0,1 1 0,-1 0 0,1 1 0,1-1 0,-1 1 0,1 0 0,0 1 0,15-9 0,-21 13 0,0 0 0,0 1 0,0-1 0,0 0 0,1 1 0,-1-1 0,0 1 0,0 0 0,0-1 0,1 1 0,-1 0 0,0 0 0,1 0 0,-1 0 0,0 0 0,0 0 0,1 0 0,-1 0 0,0 0 0,1 1 0,-1-1 0,0 0 0,0 1 0,0-1 0,1 1 0,-1 0 0,0-1 0,0 1 0,0 0 0,0 0 0,0-1 0,0 1 0,0 0 0,0 0 0,-1 0 0,1 0 0,0 0 0,-1 0 0,1 1 0,0-1 0,-1 0 0,1 0 0,-1 0 0,1 3 0,2 6 0,-1 1 0,0-1 0,0 0 0,-1 17 0,0-18 0,14 160-1365,-14-153-5461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0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24575,'0'0'0,"0"-1"0,1 1 0,-1-1 0,0 0 0,1 1 0,-1-1 0,0 1 0,1-1 0,-1 1 0,0 0 0,1-1 0,-1 1 0,1-1 0,-1 1 0,1 0 0,-1-1 0,1 1 0,0 0 0,-1-1 0,1 1 0,-1 0 0,1 0 0,0 0 0,-1 0 0,1-1 0,21-3 0,-14 3 0,155-36 0,-161 37 0,-1-1 0,1 1 0,0-1 0,-1 0 0,1 0 0,-1 1 0,1-1 0,-1 0 0,0 0 0,1 0 0,0-2 0,-1 2 0,-1 1 0,0 0 0,1-1 0,-1 1 0,0-1 0,1 1 0,-1-1 0,0 1 0,0-1 0,0 1 0,1-1 0,-1 0 0,0 1 0,0-1 0,0 1 0,0-1 0,0 1 0,0-1 0,0 0 0,0 1 0,0-1 0,0 1 0,-1-1 0,1 1 0,0-1 0,0 1 0,0-1 0,-1 1 0,1-1 0,0 1 0,-1-1 0,1 1 0,0-1 0,-1 1 0,1-1 0,-1 1 0,1-1 0,0 1 0,0 0 0,-1 0 0,1-1 0,0 1 0,0 0 0,0 0 0,-1 0 0,1-1 0,0 1 0,0 0 0,0 0 0,-1 0 0,1 0 0,0 0 0,0 0 0,-1-1 0,1 1 0,0 0 0,-1 0 0,1 0 0,0 0 0,0 0 0,-1 0 0,1 0 0,0 0 0,0 0 0,-1 0 0,1 0 0,0 0 0,-1 1 0,1-1 0,0 0 0,0 0 0,-1 0 0,1 0 0,0 0 0,-1 1 0,-5 11 0,2 17 0,5 9 0,0-28 0,0 0 0,-1 0 0,0-1 0,-1 1 0,-3 12 0,4-22 0,0 1 0,1-1 0,-1 0 0,0 0 0,0 0 0,0 1 0,0-1 0,0 0 0,0 0 0,-1 0 0,1 1 0,0-1 0,0 0 0,0 0 0,0 0 0,0 0 0,0 1 0,0-1 0,0 0 0,0 0 0,0 0 0,-1 0 0,1 1 0,0-1 0,0 0 0,0 0 0,0 0 0,0 0 0,-1 0 0,1 0 0,0 1 0,0-1 0,0 0 0,0 0 0,-1 0 0,1 0 0,0 0 0,0 0 0,0 0 0,-1 0 0,-2-9 0,-1-14 0,4 9 0,0 0 0,1 0 0,0 0 0,1 0 0,1 0 0,0 0 0,1 0 0,0 1 0,1-1 0,1 1 0,8-14 0,-14 26 0,1 0 0,-1-1 0,1 1 0,0 0 0,-1 0 0,1 0 0,0-1 0,0 1 0,0 0 0,0 0 0,0 0 0,0 1 0,0-1 0,0 0 0,1 0 0,-1 0 0,0 1 0,0-1 0,1 1 0,-1-1 0,3 0 0,-3 1 0,0 1 0,0-1 0,0 1 0,0-1 0,0 0 0,0 1 0,0 0 0,0-1 0,0 1 0,0 0 0,0-1 0,-1 1 0,1 0 0,0 0 0,0 0 0,-1-1 0,1 1 0,0 0 0,-1 0 0,1 2 0,3 5 0,0 1 0,-1 0 0,0 0 0,3 17 0,-3 2 0,-3-23 0,1 0 0,-1 0 0,1 0 0,0 0 0,0 0 0,2 5 0,-2-8 0,1-1 0,-1 1 0,0 0 0,0 0 0,1 0 0,-1-1 0,1 1 0,0 0 0,-1-1 0,1 0 0,0 1 0,0-1 0,0 0 0,0 0 0,0 0 0,0 0 0,3 1 0,-3-2 0,1 1 0,-1 0 0,0 0 0,0 0 0,0 0 0,0 0 0,0 0 0,0 1 0,0-1 0,-1 1 0,1-1 0,0 1 0,-1 0 0,1 0 0,-1 0 0,0 0 0,2 2 0,-3-3 0,0 0 0,0 1 0,0-1 0,1 0 0,-1 1 0,0-1 0,-1 0 0,1 1 0,0-1 0,0 0 0,0 1 0,-1-1 0,1 0 0,-1 0 0,1 1 0,-1-1 0,1 0 0,-1 0 0,0 0 0,0 0 0,0 0 0,1 0 0,-1 0 0,0 0 0,0 0 0,0 0 0,0 0 0,-1 0 0,1-1 0,0 1 0,-2 0 0,-3 2-170,0 0-1,-1 0 0,1-1 1,-1 1-1,0-2 0,1 1 1,-13 0-1,-4 1-6655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0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24575,'2'-4'0,"1"0"0,-1 1 0,1-1 0,0 1 0,1 0 0,-1 0 0,0 0 0,1 0 0,0 1 0,-1-1 0,8-2 0,0-1 0,0 2 0,0-1 0,13-2 0,-21 6 0,-1 0 0,1 1 0,0-1 0,-1 1 0,1-1 0,0 1 0,-1 0 0,1 0 0,0 0 0,0 0 0,-1 1 0,1-1 0,0 1 0,-1 0 0,1-1 0,-1 1 0,1 0 0,-1 1 0,1-1 0,-1 0 0,0 1 0,1-1 0,-1 1 0,0 0 0,0 0 0,0-1 0,0 1 0,-1 1 0,1-1 0,0 0 0,-1 0 0,0 1 0,1-1 0,-1 1 0,0-1 0,0 1 0,-1-1 0,1 1 0,0 3 0,1 5 0,0-1 0,-1 1 0,-1-1 0,1 1 0,-2-1 0,0 1 0,0-1 0,0 1 0,-5 11 0,1-8-136,0 1-1,-1-1 1,-1-1-1,0 1 1,-1-1-1,-1 0 1,0-1-1,0 0 0,-16 15 1,-5 1-6690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24575,'-1'1'0,"1"-1"0,-1 0 0,1 0 0,-1 0 0,1 1 0,-1-1 0,1 0 0,-1 0 0,1 1 0,0-1 0,-1 1 0,1-1 0,0 0 0,-1 1 0,1-1 0,0 1 0,-1-1 0,1 1 0,0-1 0,0 0 0,-1 1 0,1 0 0,0-1 0,0 1 0,0-1 0,0 1 0,0-1 0,0 1 0,-3 20 0,3-18 0,-14 528 0,12-343 0,0-102 0,-20 122 0,13-157 0,-2 0 0,-3-1 0,-33 80 0,46-127 0,-1-1 0,1 1 0,1-1 0,-1 1 0,0 0 0,0-1 0,1 1 0,0 0 0,-1 2 0,2-4 0,-1 0 0,0 0 0,0-1 0,1 1 0,-1 0 0,0 0 0,1-1 0,-1 1 0,1 0 0,-1-1 0,1 1 0,-1-1 0,1 1 0,0 0 0,-1-1 0,1 1 0,0-1 0,-1 1 0,1-1 0,0 0 0,0 1 0,-1-1 0,1 0 0,0 0 0,0 1 0,0-1 0,-1 0 0,1 0 0,0 0 0,0 0 0,0 0 0,1 0 0,163 0 0,-78-3 0,1013 35-1945,-457-6 1075,536-15 139,-1143-11 714,49 0 214,0-3 1,87-16-1,-138 8 388,-33 11-558,-1 0 0,1 0 0,-1 0 0,1 0 0,-1 0 0,1 0 0,-1-1 0,1 1 0,-1 0 0,1 0 0,-1-1 0,0 1 0,1 0 0,-1-1 0,1 1 0,-1 0 0,0-1 0,1 1 0,-1 0 0,0-1 0,1 1 0,-1-1 0,0 1 0,0-1 0,0 1 0,1-1 0,-1 1 0,0-1 0,0 1 0,0-1 0,0 1 0,0-1 0,0 1 0,0-1 0,0 1 0,0-1 0,0 1 0,0-1 0,0 1 0,0-1 0,0 1 0,-1-1 0,1 1 0,0-1 0,0 1 0,-1-1 0,1 1 0,0-1 0,0 1 0,-1 0 0,1-1 0,-1 1 0,1 0 0,0-1 0,-1 1 0,0-1 0,-9-5 73,-1 1-1,0-1 1,0 2-1,0 0 0,-1 0 1,0 1-1,-17-3 1,3 1-49,-18-5-1416,2 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2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24575,'16'-13'0,"33"-22"0,-22 17 0,-13 9 0,1 1 0,-1 0 0,2 1 0,-1 1 0,1 0 0,0 1 0,0 1 0,33-5 0,8 4 0,72 2 0,-104 3 0,676 25-712,-296-6 402,-113-9 304,629 26-84,-881-34 78,4-1 10,0 2 1,0 2-1,49 12 0,-91-17 26,-1 1-1,0-1 1,0 0-1,0 0 1,0 0-1,0 1 1,0-1-1,0 0 1,0 1-1,0-1 1,0 1-1,0 0 1,0-1-1,0 1 1,-1 0-1,1-1 1,0 1-1,0 0 1,-1 0-1,1 0 1,0-1-1,-1 1 1,1 0-1,-1 0 1,1 0-1,-1 0 1,1 0-1,0 2 1,-2-1 2,0-1-1,1 1 1,-1 0-1,0-1 1,1 1 0,-1-1-1,0 1 1,0-1-1,0 1 1,0-1 0,-1 0-1,1 1 1,0-1-1,-1 0 1,1 0 0,-3 1-1,-8 8-19,-1 0 1,1 0-1,-12 15 0,20-19-6,-1-1-1,1 1 1,1 0-1,-1 0 1,1 1-1,0-1 1,1 1-1,-1-1 1,-1 14-1,-2 28 1,2 0 0,2 0 0,9 93 0,-3-80 0,29 295 0,-8-120 0,-23-219 0,6 115 0,-8-110 0,-1 0 0,0-1 0,-10 43 0,11-63-85,0 0 0,-1 1-1,1-1 1,0 0 0,-1 0-1,1 1 1,-1-1 0,0 0-1,1 0 1,-1 0 0,0 0-1,0 0 1,0 0 0,0 0-1,-2 2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28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512 147 24575,'-1'-4'0,"0"1"0,1 0 0,-1-1 0,-1 1 0,1 0 0,0 0 0,-1-1 0,0 1 0,0 1 0,0-1 0,0 0 0,-4-4 0,-32-29 0,27 28 0,0 0 0,-1 1 0,0 0 0,-1 1 0,0 1 0,0 0 0,0 0 0,0 1 0,-1 1 0,1 0 0,-1 1 0,0 1 0,0 0 0,-21 1 0,20 2 0,0-1 0,0 2 0,0 0 0,0 1 0,1 0 0,0 1 0,0 1 0,0 0 0,1 1 0,-1 0 0,2 1 0,-1 0 0,-13 13 0,24-19 0,0-1 0,0 1 0,0 0 0,0 0 0,0 0 0,0 0 0,1 0 0,-1 0 0,1 1 0,0-1 0,-1 0 0,1 1 0,0-1 0,1 1 0,-1-1 0,0 1 0,1 0 0,-1-1 0,1 5 0,0-5 0,1 0 0,0 1 0,0-1 0,0 0 0,0 0 0,0 0 0,0 0 0,0 0 0,1 0 0,-1 0 0,1 0 0,0 0 0,0-1 0,-1 1 0,1 0 0,0-1 0,0 0 0,0 1 0,0-1 0,1 0 0,3 1 0,27 12 0,1-2 0,0-2 0,53 9 0,29 9 0,-103-24 0,28 10 0,-39-13 0,0-1 0,0 1 0,0 0 0,0 1 0,0-1 0,0 0 0,0 0 0,-1 1 0,1 0 0,0-1 0,-1 1 0,1 0 0,-1-1 0,2 4 0,-3-4 0,1 0 0,-1 0 0,0 0 0,0 0 0,0 0 0,0 0 0,0 0 0,0 0 0,0 0 0,0 0 0,0 0 0,-1 0 0,1 0 0,0-1 0,0 1 0,-1 0 0,1 0 0,-1 0 0,1 0 0,-1-1 0,1 1 0,-1 0 0,0 0 0,1-1 0,-1 1 0,0 0 0,1-1 0,-1 1 0,0-1 0,0 1 0,-1 0 0,-31 14 0,31-14 0,-43 14 0,-1-2 0,0-2 0,-84 8 0,127-18-80,0-1 0,-1 0-1,1 1 1,0-1 0,0 0-1,0 0 1,0-1 0,0 1-1,0-1 1,0 1 0,0-1 0,0 0-1,0 0 1,0 0 0,0-1-1,-4-2 1,0-4-6746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28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42 138 24575,'0'-1'0,"-1"1"0,0-1 0,1 0 0,-1 0 0,0 1 0,1-1 0,-1 0 0,0 1 0,0-1 0,0 1 0,0-1 0,0 1 0,1 0 0,-1-1 0,0 1 0,0 0 0,0-1 0,0 1 0,0 0 0,0 0 0,0 0 0,0 0 0,0 0 0,-2 0 0,2 1 0,0 0 0,0-1 0,0 1 0,1 0 0,-1 0 0,0-1 0,0 1 0,0 0 0,1 0 0,-1 0 0,0 0 0,1 0 0,-1 0 0,1 0 0,-1 0 0,1 0 0,-1 2 0,0 4 0,-1 0 0,1 0 0,0 0 0,0 0 0,1 11 0,7 67 0,2 64 0,1-334 0,-6 153 0,1 0 0,2 0 0,21-61 0,-27 88 0,1 0 0,1 1 0,-1-1 0,1 1 0,-1 0 0,1 0 0,0 0 0,1 0 0,-1 0 0,6-4 0,-8 7 0,0 0 0,1 0 0,0 1 0,-1-1 0,1 0 0,0 1 0,-1-1 0,1 1 0,0-1 0,0 1 0,-1 0 0,1 0 0,0-1 0,0 1 0,-1 1 0,1-1 0,0 0 0,0 0 0,-1 1 0,1-1 0,0 1 0,0-1 0,-1 1 0,1 0 0,-1 0 0,1-1 0,-1 1 0,1 0 0,-1 0 0,1 1 0,1 1 0,4 3 0,-1 0 0,0 0 0,-1 1 0,0 0 0,0 0 0,0 0 0,-1 0 0,0 1 0,0-1 0,-1 1 0,0 0 0,-1 0 0,1 0 0,-1 1 0,-1-1 0,0 0 0,0 16 0,-1-17 0,0 0 0,-1 0 0,0 0 0,0 0 0,-1 1 0,0-2 0,0 1 0,-1 0 0,0 0 0,0-1 0,0 1 0,-1-1 0,0 0 0,0 0 0,-1 0 0,1-1 0,-1 0 0,0 0 0,-1 0 0,-11 8 0,5-6 0,0 0 0,0-1 0,-15 6 0,22-10 0,0 0 0,0-1 0,1 0 0,-1 0 0,0 0 0,0 0 0,0-1 0,0 0 0,0 0 0,0 0 0,-10-2 0,15 2 0,-1 0 0,1 0 0,-1 0 0,1-1 0,-1 1 0,1 0 0,-1 0 0,1 0 0,-1-1 0,1 1 0,-1 0 0,1 0 0,0-1 0,-1 1 0,1 0 0,-1-1 0,1 1 0,0 0 0,-1-1 0,1 1 0,0-1 0,0 1 0,-1-1 0,7-7 0,19-2 0,-18 9 22,0 0-1,1 1 1,-1 0-1,0 1 1,1-1-1,-1 1 1,0 1-1,0 0 1,0 0-1,14 5 1,-1 4-15,1 0 0,21 16 1,-26-16-414,0-1 0,0 0 0,33 12 0,-36-17-6420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2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23 129 24575,'-4'-10'0,"1"0"0,0 0 0,0 0 0,1-1 0,-1-16 0,-1-5 0,33 115 0,-18-43 0,4 10 0,29 69 0,-43-117 0,0 0 0,0 1 0,0-1 0,1 0 0,-1 0 0,1 0 0,-1 0 0,1 0 0,0-1 0,0 1 0,0 0 0,4 2 0,-5-4 0,-1 0 0,1 1 0,0-1 0,0 0 0,0 0 0,0 0 0,0 0 0,0 0 0,0 0 0,0 0 0,0 0 0,0-1 0,0 1 0,0 0 0,0 0 0,0-1 0,0 1 0,0-1 0,0 1 0,0-1 0,0 1 0,-1-1 0,1 0 0,0 1 0,0-1 0,-1 0 0,1 0 0,0 1 0,-1-1 0,1 0 0,-1 0 0,1 0 0,-1 0 0,1-1 0,8-16 0,-1 0 0,0-1 0,-2 0 0,7-32 0,4-8 0,-8 29 152,26-68-1669,-30 87-5309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2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39 942 24575,'-1'0'0,"-1"-1"0,0 1 0,1-1 0,-1 1 0,1-1 0,-1 1 0,1-1 0,-1 0 0,1 0 0,-1 0 0,1 0 0,0 0 0,-1 0 0,1 0 0,0 0 0,0 0 0,0-1 0,0 1 0,0 0 0,0-1 0,0 1 0,1-1 0,-1 1 0,0-1 0,0-2 0,0 0 0,-1 0 0,1 0 0,0 0 0,1 0 0,-1 0 0,1-1 0,-1 1 0,1 0 0,1-5 0,1 0 0,1 1 0,0-1 0,0 1 0,1 0 0,0 0 0,0 0 0,0 0 0,8-8 0,50-56 0,-52 62 0,75-76 0,140-109 0,112-55 0,-224 169 0,-95 69 0,-12 9 0,0-1 0,0 0 0,-1 0 0,1-1 0,-1 0 0,0 0 0,0 0 0,-1 0 0,7-10 0,-11 15 0,0-1 0,1 1 0,-1-1 0,0 1 0,0-1 0,0 1 0,1-1 0,-1 1 0,0-1 0,0 0 0,0 1 0,0-1 0,0 1 0,0-1 0,0 1 0,0-1 0,0 0 0,0 1 0,-1-1 0,1 1 0,0-1 0,0 1 0,0-1 0,-1 1 0,1-1 0,0 1 0,-1-1 0,1 0 0,-1 0 0,0 1 0,0-1 0,-1 0 0,1 1 0,0-1 0,0 0 0,0 1 0,-1 0 0,1-1 0,0 1 0,-3-1 0,-35 1 0,39 0 0,-23 2-1365,1 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0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56 24575,'-5'-46'0,"5"45"0,0 1 0,0 0 0,0 0 0,-1-1 0,1 1 0,0 0 0,0-1 0,0 1 0,0 0 0,0 0 0,0-1 0,0 1 0,0 0 0,0-1 0,0 1 0,0 0 0,0-1 0,0 1 0,0 0 0,0 0 0,1-1 0,-1 1 0,0 0 0,0 0 0,0-1 0,0 1 0,1 0 0,-1 0 0,0-1 0,0 1 0,0 0 0,1 0 0,-1-1 0,10 4 0,11 12 0,11 16 0,-2 2 0,-1 1 0,40 62 0,-35-48 0,115 170 0,135 174 0,-268-374 0,-4-1 0,2-1 0,0 0 0,1-2 0,0 0 0,29 21 0,-43-35 7,-1 0-1,0 1 1,1-1-1,-1 0 0,0 0 1,1 1-1,-1-1 1,1 0-1,-1 0 1,0 0-1,1 0 1,-1 0-1,0 0 0,1 1 1,-1-1-1,1 0 1,-1 0-1,1 0 1,-1 0-1,0-1 0,1 1 1,-1 0-1,1 0 1,-1 0-1,0 0 1,1 0-1,-1 0 1,0-1-1,1 1 0,-1 0 1,0 0-1,1 0 1,-1-1-1,0 1 1,1 0-1,-1-1 1,0 1-1,1 0 0,-1-1 1,0 1-1,0 0 1,0-1-1,1 1 1,-1 0-1,0-1 0,0 1 1,0-1-1,0 1 1,0 0-1,0-1 1,0 1-1,0-1 1,0-22-1714,-3 11-5119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24575,'3'0'0,"0"-3"0,0 3 0,-1 2 0,-3 6 0,-1 7 0,0 4 0,0 5 0,0 2 0,1 4 0,0 1 0,1 0 0,0 0 0,0-4 0,0-1 0,0-3 0,0-3 0,0-5-8191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2 287 24575,'-1'-54'0,"0"13"0,6-56 0,-5 93 0,1-1 0,0 1 0,0 0 0,0-1 0,0 1 0,1 0 0,-1 0 0,1 0 0,0 0 0,0 0 0,1 1 0,-1-1 0,1 1 0,0-1 0,0 1 0,0 0 0,0 0 0,7-5 0,-5 6 0,1-1 0,-1 1 0,0 0 0,1 0 0,0 0 0,0 1 0,-1 0 0,1 0 0,0 0 0,0 1 0,0 0 0,0 0 0,9 2 0,-4-1 0,-1 1 0,1 0 0,-1 1 0,0 0 0,0 1 0,0 0 0,0 0 0,0 1 0,-1 1 0,0-1 0,10 9 0,-16-11 0,0-1 0,0 1 0,-1 0 0,1 0 0,0 1 0,-1-1 0,0 0 0,0 1 0,0-1 0,0 1 0,0 0 0,-1 0 0,0-1 0,1 1 0,-2 0 0,1 0 0,0 0 0,-1 0 0,0 0 0,0 1 0,0-1 0,0 0 0,0 0 0,-1 0 0,0 0 0,0 0 0,0 0 0,0-1 0,-1 1 0,0 0 0,1 0 0,-4 3 0,-2 4 0,0 1 0,-1-1 0,-1-1 0,0 1 0,0-1 0,-20 15 0,-71 45 0,61-45 0,28-14 0,10-11 0,1 0 0,0 1 0,0-1 0,0 0 0,0 0 0,0 1 0,0-1 0,0 0 0,1 0 0,-1 1 0,0-1 0,0 0 0,0 0 0,0 0 0,0 1 0,0-1 0,0 0 0,0 0 0,0 0 0,1 1 0,-1-1 0,0 0 0,0 0 0,0 0 0,0 0 0,1 1 0,-1-1 0,0 0 0,0 0 0,0 0 0,1 0 0,-1 0 0,0 0 0,1 0 0,30 5 0,-13-3 0,-11-1 28,1 1 0,-1 1 1,0 0-1,0 0 0,0 0 0,-1 1 0,1 0 0,11 9 0,0 3-54,24 26 1,-26-24-759,27 22 1,-33-32-6043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79 24575,'0'-4'0,"0"0"0,-1 0 0,1 0 0,-1-1 0,0 2 0,0-1 0,0 0 0,-1 0 0,1 0 0,-1 0 0,0 1 0,0-1 0,-1 1 0,-3-6 0,4 8 0,1-1 0,0 1 0,-1 0 0,0 0 0,1-1 0,-1 1 0,1 0 0,-1 1 0,0-1 0,0 0 0,0 0 0,1 1 0,-1-1 0,0 1 0,0-1 0,0 1 0,0 0 0,0 0 0,0 0 0,0 0 0,0 0 0,0 0 0,0 1 0,0-1 0,0 1 0,1-1 0,-1 1 0,0 0 0,0-1 0,0 1 0,-2 2 0,-4 3 0,0 0 0,1 0 0,-1 1 0,1 0 0,1 0 0,-1 0 0,1 1 0,1 0 0,0 1 0,0-1 0,0 1 0,-3 9 0,1 0 0,1-1 0,0 1 0,2 1 0,0-1 0,-2 27 0,5-35 0,1 0 0,0 1 0,0-1 0,1 0 0,1 1 0,0-1 0,0 0 0,1 0 0,5 12 0,-6-17 0,0-1 0,1 1 0,-1-1 0,1 0 0,0 0 0,0 0 0,0 0 0,1 0 0,-1-1 0,1 1 0,0-1 0,0 0 0,0 0 0,1-1 0,-1 1 0,1-1 0,-1 0 0,1 0 0,0 0 0,8 1 0,-4-2-195,-1 0 0,0 0 0,1-1 0,-1 0 0,1 0 0,8-2 0,3-3-6631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2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38 24575,'-4'0'0,"-7"-3"0,-6 0 0,-4 0 0,-1 1 0,0 0 0,5 3 0,7 2 0,10 0 0,10-1 0,7 0 0,6-1 0,4-2 0,3-2 0,2-2 0,0-3 0,-1-2 0,-5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57 24575,'6'-17'0,"2"-5"0,-8 21 0,0 1 0,0-1 0,0 1 0,0-1 0,0 0 0,0 1 0,0-1 0,0 1 0,0-1 0,0 0 0,0 1 0,0-1 0,-1 1 0,1-1 0,0 0 0,0 1 0,-1-1 0,1 1 0,0-1 0,-1 1 0,1-1 0,0 1 0,-1-1 0,1 1 0,-1 0 0,1-1 0,-1 1 0,1 0 0,-1-1 0,0 1 0,0-1 0,0 1 0,-1 0 0,1 0 0,0 0 0,0 0 0,-1 0 0,1 0 0,0 0 0,-1 0 0,1 1 0,0-1 0,0 0 0,0 1 0,-1-1 0,1 1 0,0-1 0,-1 2 0,-23 14 0,18-12 0,-5 5 0,0 0 0,-19 18 0,27-23 0,-1 1 0,1-1 0,0 1 0,1 0 0,-1 0 0,1 1 0,0-1 0,1 1 0,-4 8 0,6-11 0,0 0 0,-1 0 0,1 0 0,1 0 0,-1 0 0,0 0 0,1 0 0,-1 0 0,1 0 0,0-1 0,0 1 0,0 0 0,1 0 0,-1-1 0,0 1 0,1 0 0,0-1 0,0 1 0,0-1 0,0 0 0,0 0 0,0 0 0,0 0 0,5 3 0,6 5 0,2 0 0,29 15 0,-37-21 0,30 14 0,-24-13 0,-1 1 0,0 0 0,0 1 0,0 0 0,-1 1 0,19 17 0,-29-24 0,0 0 0,0 0 0,0 1 0,0-1 0,0 0 0,0 0 0,0 1 0,0-1 0,-1 1 0,1-1 0,-1 0 0,1 1 0,-1 0 0,1-1 0,-1 1 0,0-1 0,0 1 0,0-1 0,0 1 0,0-1 0,0 1 0,0 0 0,-1 2 0,0-2 0,0 0 0,-1 1 0,1-1 0,-1 0 0,1 0 0,-1 0 0,0 0 0,0 0 0,0 0 0,0 0 0,0-1 0,-4 3 0,-5 3 0,0-2 0,0 0 0,-1 0 0,-22 6 0,30-10-80,0 0 0,0 0-1,0 0 1,-1 0 0,1-1-1,0 1 1,-1-1 0,1 0-1,0-1 1,-1 1 0,1-1 0,0 0-1,0 0 1,-1 0 0,1 0-1,-7-4 1,1-3-6746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24575,'0'-1'0,"1"0"0,-1 1 0,0-1 0,1 1 0,-1-1 0,0 0 0,1 1 0,-1-1 0,1 1 0,-1-1 0,1 1 0,-1-1 0,1 1 0,0-1 0,-1 1 0,1 0 0,-1-1 0,1 1 0,0 0 0,-1 0 0,1-1 0,0 1 0,0 0 0,-1 0 0,1 0 0,0 0 0,1 0 0,26-3 0,-20 3 0,168-14 0,-174 14 0,34-5 0,-35 5 0,0 0 0,0 0 0,1 0 0,-1-1 0,0 1 0,0 0 0,-1-1 0,1 1 0,0 0 0,0-1 0,0 1 0,0-1 0,0 1 0,0-1 0,0 0 0,-1 1 0,1-1 0,0 0 0,0 0 0,-1 1 0,1-1 0,-1 0 0,1 0 0,-1 0 0,1 0 0,-1 0 0,1 0 0,-1 0 0,1-1 0,-2 1 0,1 0 0,-1 0 0,1 0 0,-1 0 0,0 0 0,1 0 0,-1 1 0,0-1 0,1 0 0,-1 1 0,0-1 0,0 0 0,0 1 0,0-1 0,1 1 0,-1-1 0,0 1 0,0-1 0,0 1 0,0 0 0,-2-1 0,-25-6 0,24 7 0,-2-2 0,-5 0 0,1 0 0,-1 0 0,1 1 0,-13 1 0,21 0 0,0 0 0,0 0 0,0 0 0,0 0 0,0 1 0,0-1 0,0 1 0,1-1 0,-1 1 0,0 0 0,0 0 0,0-1 0,1 1 0,-1 1 0,1-1 0,-1 0 0,1 0 0,-1 0 0,1 1 0,-1-1 0,1 1 0,0-1 0,0 1 0,0 0 0,0-1 0,0 1 0,0 0 0,1 0 0,-2 2 0,0 10 0,-1 0 0,2 0 0,0 0 0,1 0 0,2 21 0,16 70 0,35 91 0,-45-179-1365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261 178 24575,'10'-11'0,"1"1"0,-2-2 0,1 0 0,-1 0 0,-1 0 0,0-1 0,-1 0 0,10-29 0,-16 41 0,-1 0 0,0 0 0,1 0 0,-1-1 0,0 1 0,0 0 0,0 0 0,0-1 0,0 1 0,0 0 0,0 0 0,0 0 0,-1-1 0,1 1 0,0 0 0,-1 0 0,1 0 0,-1 0 0,0 0 0,1-1 0,-1 1 0,0 0 0,1 0 0,-2-1 0,0 1 0,0 0 0,0-1 0,0 1 0,0 0 0,-1 0 0,1 1 0,0-1 0,0 0 0,-1 1 0,1-1 0,0 1 0,-3-1 0,-5 1 0,0 0 0,0 1 0,-1-1 0,-18 6 0,6 0 0,0 1 0,1 1 0,-33 17 0,44-20 0,1 1 0,-1 0 0,2 1 0,-1 0 0,1 1 0,0 0 0,1 0 0,-1 1 0,-6 10 0,13-16 0,0 0 0,0 1 0,0-1 0,0 1 0,1-1 0,-1 1 0,1-1 0,0 1 0,0 0 0,0 0 0,1 0 0,-1-1 0,1 1 0,0 0 0,0 0 0,0 0 0,1 0 0,0 4 0,1-4 0,-1 0 0,1 0 0,0 1 0,0-1 0,1 0 0,-1-1 0,1 1 0,0 0 0,0-1 0,0 0 0,1 1 0,-1-1 0,1 0 0,6 4 0,17 8 0,0-1 0,1-2 0,1 0 0,0-2 0,49 10 0,53 20 0,-128-39 0,1 1 0,0-1 0,-1 1 0,0 0 0,1 0 0,2 3 0,-6-5 0,1 1 0,-1-1 0,1 1 0,-1-1 0,1 0 0,-1 1 0,0-1 0,1 1 0,-1-1 0,0 1 0,1-1 0,-1 1 0,0 0 0,0-1 0,1 1 0,-1-1 0,0 1 0,0-1 0,0 1 0,0 0 0,0-1 0,0 1 0,0 0 0,0-1 0,0 1 0,0-1 0,0 1 0,-1-1 0,1 1 0,0 0 0,0-1 0,0 1 0,-1-1 0,1 1 0,0-1 0,-1 1 0,1-1 0,0 1 0,-1-1 0,1 1 0,-1-1 0,1 0 0,-1 1 0,1-1 0,-1 0 0,0 1 0,-6 3 0,0 1 0,0-2 0,-1 1 0,1-1 0,-1 0 0,0-1 0,-11 3 0,-59 6 0,78-10 0,-11 0 14,-85 6 310,87-7-513,0 0-1,0-1 1,0 0 0,0 0 0,0-1 0,1 0-1,-1-1 1,-12-5 0,6-1-6637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42 24575,'1'0'0,"-1"0"0,1 0 0,-1 0 0,1 0 0,-1 0 0,1 0 0,0 0 0,-1 0 0,1 0 0,-1-1 0,1 1 0,-1 0 0,1 0 0,0-1 0,-1 1 0,1 0 0,-1-1 0,0 1 0,1 0 0,-1-1 0,1 1 0,-1 0 0,1-1 0,-1 1 0,0-1 0,1 1 0,-1-1 0,0 1 0,0-1 0,1 1 0,-1-1 0,0 0 0,0 1 0,0-1 0,0 1 0,1-1 0,-1 1 0,0-1 0,0 0 0,0 1 0,-1-2 0,1 1 0,0 0 0,0 0 0,0 0 0,-1 0 0,1 0 0,-1 0 0,1 0 0,-1 0 0,1 0 0,-1 0 0,0 0 0,1 0 0,-1 0 0,0 0 0,0 0 0,1 1 0,-1-1 0,0 0 0,0 1 0,0-1 0,-1 0 0,-1 0 0,1 0 0,-1 0 0,1 0 0,-1 1 0,1-1 0,-1 1 0,1 0 0,-1 0 0,1 0 0,-1 0 0,1 0 0,-1 0 0,1 1 0,-1-1 0,1 1 0,-1 0 0,1 0 0,0 0 0,-1 0 0,1 0 0,0 0 0,0 0 0,0 1 0,0-1 0,0 1 0,0 0 0,0 0 0,0-1 0,1 1 0,-1 0 0,1 0 0,-3 4 0,1-1 0,1 0 0,-1 0 0,1 1 0,0-1 0,0 1 0,0 0 0,1-1 0,0 1 0,0 0 0,0 0 0,1 0 0,0 0 0,0 6 0,2-5 0,0-1 0,0 1 0,0 0 0,1-1 0,0 0 0,0 0 0,1 0 0,0 0 0,0 0 0,0 0 0,0-1 0,1 0 0,0 0 0,0 0 0,1-1 0,-1 0 0,1 0 0,0 0 0,0-1 0,0 1 0,0-1 0,1-1 0,10 4 0,-11-4 0,1-1 0,-1 0 0,1 1 0,-1-2 0,1 1 0,-1-1 0,1 0 0,0-1 0,-1 1 0,1-1 0,7-2 0,-9 1 0,0 0 0,-1 1 0,1-1 0,-1-1 0,0 1 0,0-1 0,0 0 0,0 0 0,0 0 0,0 0 0,-1-1 0,1 1 0,-1-1 0,0 0 0,-1 0 0,4-5 0,-4 6 9,-1 0 0,1 0 0,-1 0 0,0 0 0,0 0 0,0 0 0,0 0 0,-1 0 0,1-1 0,-1 1 0,0 0 0,0 0 0,0-1 0,0 1 0,0 0 0,-1 0 0,1-1 0,-3-3 0,2 3 4,-2-1 0,1 1 0,0 1 0,-1-1 1,1 0-1,-1 1 0,0-1 0,0 1 0,-1 0 0,1 0 0,-1 0 0,-3-2 1,-1 0-136,1 1 0,-1-1 0,0 2 0,-1-1 0,1 1 0,0 1 0,-1-1 0,1 1 0,-1 1 1,0 0-1,0 0 0,0 1 0,-10 0 0,3 3-6704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5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58 105 24575,'-6'7'0,"1"0"0,-1 0 0,1 1 0,0 0 0,1 0 0,0 0 0,0 0 0,1 1 0,0-1 0,1 1 0,0 0 0,-2 10 0,2 3 0,0-1 0,1 1 0,1-1 0,3 23 0,-3-43 0,0 0 0,0 0 0,0 0 0,0 0 0,0 0 0,0-1 0,1 1 0,-1 0 0,0 0 0,0 0 0,1 0 0,-1 0 0,0-1 0,1 1 0,-1 0 0,1 0 0,0 1 0,5-13 0,3-27 0,-3-4 0,-2 6 0,2 0 0,1 0 0,2 1 0,23-59 0,-31 92 0,0-1 0,0 1 0,1-1 0,-1 1 0,1 0 0,-1 0 0,1 0 0,0 0 0,0 0 0,0 0 0,0 0 0,0 0 0,0 1 0,0-1 0,1 1 0,-1 0 0,0-1 0,1 1 0,4-1 0,-4 2 0,-1 0 0,0 0 0,1 0 0,-1 0 0,0 1 0,0-1 0,1 1 0,-1-1 0,0 1 0,0 0 0,0 0 0,1 0 0,-1 0 0,0 0 0,0 0 0,-1 1 0,1-1 0,0 1 0,0-1 0,-1 1 0,1 0 0,-1 0 0,2 2 0,6 9 0,0 0 0,-1 1 0,0 0 0,8 21 0,18 64 0,-18-49 0,-8-27 80,30 103-1525,-34-109-5381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6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2 315 24575,'-2'-2'0,"7"-2"0,7-3 0,12-4 0,1 1 0,40-10 0,-18 6 0,212-61 0,-258 75 0,-1 0 0,1 0 0,0 0 0,0 0 0,-1 1 0,1-1 0,0 0 0,-1 0 0,1 0 0,0 1 0,-1-1 0,1 0 0,0 1 0,-1-1 0,1 1 0,0-1 0,-1 1 0,1-1 0,-1 1 0,1-1 0,-1 1 0,1-1 0,-1 1 0,0-1 0,1 1 0,-1 0 0,0-1 0,1 1 0,-1 0 0,0-1 0,0 1 0,0 0 0,1 1 0,7 31 0,-7-25 0,8 28 0,-2 1 0,-1-1 0,0 47 0,-20-122 0,-21-112 0,32 128 0,0 0 0,2 0 0,0 0 0,4-38 0,-3 57 0,1-1 0,0 1 0,0 0 0,0 0 0,0 1 0,0-1 0,1 0 0,0 0 0,0 1 0,0-1 0,0 1 0,0-1 0,1 1 0,-1 0 0,7-5 0,-7 6 0,1 0 0,0 1 0,0-1 0,0 1 0,-1 0 0,2 0 0,-1 0 0,0 0 0,0 1 0,0-1 0,0 1 0,0-1 0,1 1 0,-1 1 0,0-1 0,0 0 0,0 1 0,0-1 0,0 1 0,6 2 0,2 1 0,1 1 0,-1 0 0,0 0 0,-1 1 0,12 9 0,-15-10 0,-1 0 0,0 0 0,0 0 0,0 1 0,-1 0 0,0 0 0,0 1 0,8 12 0,-13-18 0,1 0 0,-1 0 0,1 1 0,-1-1 0,0 0 0,1 0 0,-1 0 0,0 0 0,0 1 0,0-1 0,0 0 0,0 0 0,0 0 0,0 1 0,0-1 0,-1 0 0,1 0 0,0 0 0,-1 0 0,1 1 0,-2 0 0,1 0 0,0 0 0,-1 0 0,0 0 0,1-1 0,-1 1 0,0 0 0,0-1 0,0 0 0,0 1 0,-3 0 0,-3 2 0,-1 0 0,0-1 0,0 0 0,-13 2 0,-20 0-1365,25-4-5461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7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41 24575,'2'-1'0,"0"0"0,0 0 0,-1-1 0,1 1 0,0-1 0,-1 0 0,1 0 0,-1 1 0,1-1 0,-1 0 0,0 0 0,0 0 0,0 0 0,0 0 0,0-1 0,0 1 0,-1 0 0,1 0 0,0-5 0,-2 7 0,1 0 0,-1 0 0,1 0 0,-1 0 0,0 0 0,1 0 0,-1 0 0,1 0 0,-1 1 0,1-1 0,-1 0 0,1 0 0,-1 0 0,1 1 0,-1-1 0,1 0 0,-1 1 0,1-1 0,0 0 0,-1 1 0,1-1 0,0 0 0,-1 1 0,1-1 0,-1 1 0,-12 13 0,13-13 0,-15 17 0,1 0 0,0 1 0,2 1 0,0 0 0,-11 27 0,19-36 0,0 0 0,0 0 0,1 0 0,0 1 0,1-1 0,0 1 0,1-1 0,1 1 0,0 0 0,0-1 0,1 1 0,3 16 0,-3-23 19,1-1 0,-1 1 0,1 0 0,0-1 0,1 1 0,-1-1 0,1 0 0,-1 1 0,1-1 0,1-1 0,-1 1 0,0 0 0,1-1 0,0 1 0,0-1 0,0 0 0,7 4 0,-4-4-175,1 0 1,-1 0 0,1-1 0,-1 1 0,1-2 0,0 1 0,0-1-1,0 0 1,0-1 0,10 0 0,12-2-6671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8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43 24575,'-1'-2'0,"1"1"0,-1-1 0,0 0 0,1 0 0,-1 1 0,0-1 0,0 0 0,0 1 0,0-1 0,-1 1 0,1 0 0,0-1 0,-1 1 0,1 0 0,0 0 0,-1 0 0,1 0 0,-1 0 0,0 0 0,1 0 0,-1 0 0,0 1 0,0-1 0,1 1 0,-1-1 0,0 1 0,0 0 0,0-1 0,0 1 0,0 0 0,1 0 0,-5 1 0,2 2 0,-1 0 0,1 1 0,0-1 0,0 1 0,0 0 0,0 0 0,1 0 0,0 1 0,0-1 0,0 1 0,0 0 0,1 0 0,0 0 0,0 0 0,-2 7 0,2-6 0,0 1 0,1 0 0,0-1 0,0 1 0,0 0 0,1 0 0,0-1 0,0 1 0,1 0 0,0 0 0,0-1 0,2 8 0,-1-12 0,-1 1 0,0 0 0,1-1 0,-1 1 0,1-1 0,0 1 0,0-1 0,0 0 0,0 0 0,0 0 0,1 0 0,-1 0 0,1 0 0,-1-1 0,1 1 0,-1-1 0,1 0 0,0 0 0,0 0 0,0 0 0,0 0 0,0 0 0,0-1 0,-1 1 0,1-1 0,0 0 0,0 0 0,0 0 0,0-1 0,5 0 0,-3 1 0,0-1 0,0 0 0,-1 0 0,1-1 0,-1 1 0,1-1 0,-1 0 0,1 0 0,-1-1 0,0 1 0,0-1 0,0 0 0,0 0 0,-1 0 0,1-1 0,-1 1 0,0-1 0,4-6 0,-5 5-35,0 0 0,0 0 0,0 0 0,-1 0 0,0 0 0,0 0 0,0 0 0,-1-1 0,0 1 0,0 0 0,0-1 0,0 1 0,-1 0 0,0 0 0,0-1 0,-1 1 0,1 0 0,-1 0 0,0 0 0,-1 1 0,1-1 0,-1 0 0,0 1 0,0-1 0,0 1 0,0 0 0,-1 0 0,0 1 0,0-1 0,0 1 0,0-1 0,-1 1 0,1 1 0,-1-1 0,1 1 0,-1-1 0,0 1 0,-7-2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8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24575,'0'2'0,"0"3"0,0 3 0,0 3 0,0 1 0,0 2 0,0 2 0,0 4 0,2 2 0,1 3 0,0 3 0,2 3 0,-1-1 0,0 1 0,1-2 0,0-3 0,2-3 0,-2-6-8191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9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179 206 24575,'0'-9'0,"1"-3"0,-1 0 0,-1 1 0,0-1 0,-5-22 0,5 32 0,1 1 0,0-1 0,-1 0 0,0 1 0,1-1 0,-1 1 0,0-1 0,0 1 0,0-1 0,0 1 0,0-1 0,0 1 0,0 0 0,0 0 0,-1-1 0,1 1 0,0 0 0,-1 0 0,1 1 0,-1-1 0,1 0 0,-1 0 0,1 1 0,-1-1 0,0 1 0,1-1 0,-1 1 0,0-1 0,1 1 0,-1 0 0,0 0 0,0 0 0,1 0 0,-1 0 0,0 1 0,1-1 0,-1 0 0,0 1 0,1-1 0,-1 1 0,0 0 0,-2 1 0,-3 1 0,-1 1 0,1 0 0,0 1 0,0 0 0,0 0 0,1 0 0,-1 1 0,1 0 0,0 0 0,1 1 0,-6 7 0,8-9 0,-1 0 0,1 1 0,0-1 0,1 0 0,0 1 0,-1 0 0,2-1 0,-1 1 0,1 0 0,0 0 0,0 0 0,0 0 0,1 0 0,0 0 0,0 0 0,2 9 0,-2-13 0,1 1 0,0 0 0,0-1 0,0 1 0,0-1 0,0 1 0,1-1 0,-1 0 0,1 0 0,0 1 0,-1-1 0,1 0 0,0 0 0,0-1 0,0 1 0,1 0 0,-1-1 0,0 1 0,1-1 0,-1 0 0,1 0 0,-1 0 0,1 0 0,-1 0 0,1 0 0,0-1 0,-1 1 0,1-1 0,0 0 0,-1 0 0,1 0 0,4 0 0,0-1 0,0 1 0,1-2 0,-1 1 0,0-1 0,0 0 0,0 0 0,0-1 0,-1 0 0,1 0 0,-1 0 0,7-6 0,-6 4 0,-1-1 0,0 0 0,0 0 0,0-1 0,-1 0 0,0 0 0,0 0 0,-1-1 0,0 1 0,0-1 0,-1 0 0,0 0 0,0 0 0,2-17 0,-3 16 0,-1-1 0,0 1 0,-1-1 0,0 1 0,0-1 0,-1 1 0,0-1 0,-1 1 0,0-1 0,-1 1 0,1 0 0,-2 0 0,-6-12 0,10 20 0,0 0 0,-1 0 0,1 0 0,0 0 0,-1 0 0,1 1 0,-1-1 0,0 0 0,1 0 0,-1 0 0,0 1 0,1-1 0,-1 1 0,0-1 0,0 0 0,1 1 0,-1-1 0,0 1 0,0-1 0,0 1 0,0 0 0,0-1 0,0 1 0,-1 0 0,2 0 0,-1 1 0,1 0 0,0-1 0,-1 1 0,1 0 0,0 0 0,-1-1 0,1 1 0,0 0 0,0 0 0,0-1 0,-1 1 0,1 0 0,0 0 0,0-1 0,0 1 0,0 0 0,1 0 0,-1 0 0,0-1 0,0 1 0,0 0 0,1 0 0,-1-1 0,0 1 0,1 0 0,-1-1 0,0 1 0,1 0 0,0 0 0,41 90 0,9 22 0,-35-72-1365,-10-25-5461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39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29 24575,'-1'-18'0,"-2"9"0,3 9 0,0 0 0,0 0 0,0 0 0,0 0 0,0 0 0,0 0 0,0-1 0,0 1 0,0 0 0,0 0 0,0 0 0,0 0 0,-1 0 0,1 0 0,0 0 0,0 0 0,0 0 0,0 0 0,0 0 0,0 0 0,0-1 0,0 1 0,0 0 0,0 0 0,-1 0 0,1 0 0,0 0 0,0 0 0,0 0 0,0 0 0,0 0 0,0 0 0,0 0 0,0 0 0,0 0 0,-1 0 0,1 0 0,0 0 0,0 0 0,0 0 0,0 0 0,0 0 0,0 0 0,0 1 0,0-1 0,-1 0 0,1 0 0,0 0 0,0 0 0,0 0 0,0 0 0,-1 1 0,1 0 0,0 1 0,-1-1 0,1 0 0,-1 0 0,1 1 0,0-1 0,0 0 0,0 0 0,0 1 0,0-1 0,0 0 0,0 1 0,0-1 0,0 0 0,1 3 0,7 21 0,2-3 0,1 0 0,1-1 0,1-1 0,1 0 0,26 30 0,23 33 0,-58-75 0,0-1 0,0 1 0,0-1 0,-1 1 0,0 0 0,4 14 0,-7-20 0,-1 0 0,0 0 0,1 0 0,-1 0 0,0 1 0,0-1 0,0 0 0,-1 0 0,1 1 0,0-1 0,-1 0 0,0 0 0,1 0 0,-1 0 0,0 0 0,0 0 0,0 0 0,0 0 0,0 0 0,-1 0 0,1-1 0,0 1 0,-1 0 0,0-1 0,1 1 0,-1-1 0,-2 2 0,-2 1-151,1-1-1,-1-1 0,0 1 0,0-1 1,1 1-1,-1-2 0,-1 1 1,-10 1-1,-6 0-6674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6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24575,'-2'81'0,"2"82"0,2-139 0,0 0 0,2 0 0,0-1 0,13 39 0,-14-54-97,0 0-1,1-1 1,0 0-1,0 1 1,0-1-1,1-1 1,0 1-1,0-1 1,1 0-1,0 0 1,0 0-1,0-1 0,13 9 1,3-3-6729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6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21 369 24575,'-2'2'0,"0"0"0,0 0 0,1 1 0,-1-1 0,0 0 0,1 1 0,-1-1 0,1 1 0,0 0 0,0-1 0,0 1 0,0 0 0,1-1 0,-1 1 0,1 0 0,0 0 0,-1 0 0,2 5 0,-1-7 0,0 1 0,0-1 0,1 0 0,-1 0 0,0 0 0,1 0 0,-1 0 0,1 1 0,0-1 0,-1 0 0,1 0 0,0 0 0,0 0 0,-1-1 0,1 1 0,0 0 0,0 0 0,1 1 0,0-2 0,0 1 0,0 0 0,-1-1 0,1 1 0,0-1 0,0 1 0,0-1 0,0 0 0,0 0 0,-1 0 0,1 0 0,0 0 0,0 0 0,0-1 0,2 0 0,0 0 0,0 0 0,-1-1 0,1 0 0,-1 0 0,0 0 0,1 0 0,-1 0 0,0-1 0,-1 1 0,1-1 0,0 0 0,-1 0 0,1 0 0,-1 0 0,0 0 0,0 0 0,0-1 0,0 1 0,-1-1 0,1 1 0,-1-1 0,0 0 0,0-4 0,2-4 0,0-1 0,-1 0 0,-1 0 0,0 0 0,-2-22 0,-2-2 0,-3 0 0,-1 0 0,-1 0 0,-2 1 0,-18-43 0,28 78 0,-1 1 0,1-1 0,0 0 0,0 1 0,-1-1 0,1 0 0,0 0 0,-1 1 0,1-1 0,0 1 0,-1-1 0,1 0 0,-1 1 0,1-1 0,-1 1 0,0-1 0,1 1 0,-1-1 0,1 1 0,-1-1 0,0 1 0,1 0 0,-2-1 0,1 1 0,1 1 0,-1-1 0,0 1 0,1-1 0,-1 1 0,1-1 0,0 1 0,-1-1 0,1 1 0,-1-1 0,1 1 0,0 0 0,-1-1 0,1 1 0,0-1 0,0 1 0,-1 0 0,1-1 0,0 2 0,-7 45 0,7-43 0,-1 15 57,0 0 0,2-1 0,0 1 0,1 0 0,7 31 0,-6-38-228,1 0 0,0-1 1,0 1-1,1-1 0,1 0 1,0-1-1,0 1 0,1-1 1,14 16-1,-9-14-6655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66 24575,'0'-5'0,"0"-4"0,0-2 0,0-2 0,0-1 0,-3 4 0,0 7 0,1 5 0,-1 7 0,2 5 0,0 4 0,2 4 0,2 3 0,2-1 0,1-2 0,1-2 0,0-5-8191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17 24575,'-2'-2'0,"-1"-3"0,-2-1 0,0 3 0,-2 2 0,0 4 0,2 5 0,2 4 0,1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78 116 24575,'1'0'0,"0"0"0,0-1 0,0 1 0,0-1 0,0 1 0,0-1 0,0 0 0,0 1 0,0-1 0,0 0 0,0 0 0,0 0 0,0 0 0,-1 0 0,1 0 0,0 0 0,-1 0 0,1 0 0,0 0 0,-1 0 0,0 0 0,1 0 0,-1 0 0,0 0 0,1-3 0,5-29 0,-5 28 0,-1 0 0,1 0 0,-1 0 0,-1 0 0,1 0 0,-1 0 0,-1-6 0,2 10 0,-1 0 0,1 1 0,0-1 0,-1 0 0,1 1 0,0-1 0,-1 0 0,1 1 0,-1-1 0,1 1 0,-1-1 0,1 0 0,-1 1 0,1-1 0,-1 1 0,0 0 0,1-1 0,-1 1 0,0-1 0,1 1 0,-2 0 0,1-1 0,-1 1 0,1 0 0,-1 1 0,1-1 0,0 0 0,-1 0 0,1 0 0,0 1 0,-1-1 0,1 1 0,0-1 0,0 1 0,-1 0 0,1-1 0,0 1 0,-2 1 0,-4 4 0,-1 0 0,1 0 0,0 0 0,-7 10 0,11-14 0,1 1 0,0 0 0,0 0 0,0 0 0,0 0 0,1 0 0,-1 0 0,1 0 0,0 0 0,0 0 0,0 1 0,0-1 0,0 1 0,0 5 0,2-8 0,-1 0 0,0 0 0,1 0 0,-1 1 0,1-1 0,-1-1 0,1 1 0,-1 0 0,1 0 0,0 0 0,0 0 0,-1 0 0,1 0 0,0-1 0,0 1 0,0 0 0,0-1 0,0 1 0,0-1 0,0 1 0,0-1 0,0 1 0,0-1 0,0 0 0,0 1 0,0-1 0,0 0 0,0 0 0,1 0 0,-1 0 0,0 0 0,0 0 0,0 0 0,0 0 0,2-1 0,5 0 0,0 0 0,-1-1 0,13-3 0,-6-1 0,-11 5 0,-1 0 0,1 0 0,0 0 0,-1 0 0,1 0 0,0 1 0,0-1 0,3 0 0,-5 2 0,-1-1 0,1 0 0,0 0 0,0 1 0,0-1 0,-1 0 0,1 1 0,0-1 0,-1 1 0,1-1 0,0 1 0,-1-1 0,1 1 0,0 0 0,-1-1 0,1 1 0,-1 0 0,1-1 0,-1 1 0,0 0 0,1 0 0,-1-1 0,0 1 0,1 0 0,-1 0 0,0 0 0,0-1 0,0 1 0,0 0 0,0 0 0,0 0 0,0 0 0,0 0 0,3 54 0,-6 82 0,2-108 0,1-21 0,-3 32 0,3-37 0,-1-1 0,1 0 0,0 0 0,-1 0 0,0 1 0,1-1 0,-1 0 0,0 0 0,0 0 0,0 0 0,0 0 0,-1 0 0,-1 2 0,3-4 0,-1 0 0,1 0 0,0 0 0,-1 1 0,1-1 0,0 0 0,-1 0 0,1 0 0,0 0 0,-1 0 0,1 0 0,0 0 0,-1 0 0,1 0 0,-1 0 0,1 0 0,0-1 0,-1 1 0,1 0 0,0 0 0,-1 0 0,1 0 0,0 0 0,0-1 0,-1 1 0,1 0 0,0 0 0,-1 0 0,1-1 0,0 1 0,0 0 0,-1-1 0,1 1 0,0 0 0,0 0 0,0-1 0,0 1 0,-1 0 0,1-1 0,0 1 0,0 0 0,0-1 0,-6-16 0,3 2 0,0-1 0,1 1 0,1-1 0,1 0 0,1-20 0,0 25 0,0 0 0,1 0 0,1 0 0,-1 1 0,2-1 0,-1 1 0,2-1 0,6-12 0,-9 20-68,-1 1 0,1 0-1,0 0 1,0-1 0,0 1 0,0 0-1,0 0 1,0 1 0,1-1 0,-1 0-1,1 1 1,-1 0 0,1-1 0,-1 1-1,1 0 1,0 0 0,-1 0-1,1 1 1,4-1 0,5 0-6758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8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24575,'14'176'0,"-15"-143"0,0-20 0,1-1 0,0 1 0,4 24 0,-4-37 0,0 1 0,0-1 0,0 0 0,0 0 0,0 1 0,0-1 0,0 0 0,1 1 0,-1-1 0,0 0 0,0 1 0,0-1 0,0 0 0,0 0 0,1 1 0,-1-1 0,0 0 0,0 0 0,0 1 0,1-1 0,-1 0 0,0 0 0,0 0 0,1 1 0,-1-1 0,0 0 0,0 0 0,1 0 0,-1 0 0,0 0 0,1 1 0,-1-1 0,1 0 0,7-8 0,4-15 0,2-17 0,-10 26 0,1 1 0,0 0 0,1 0 0,0 1 0,12-19 0,-18 31 0,1-1 0,-1 1 0,0-1 0,1 1 0,-1-1 0,1 1 0,-1-1 0,1 1 0,-1-1 0,1 1 0,-1 0 0,1-1 0,0 1 0,-1 0 0,1 0 0,0-1 0,-1 1 0,1 0 0,-1 0 0,1 0 0,0 0 0,-1 0 0,1 0 0,0 0 0,-1 0 0,1 0 0,0 0 0,-1 0 0,1 0 0,0 0 0,-1 1 0,1-1 0,-1 0 0,1 0 0,0 1 0,-1-1 0,1 0 0,-1 1 0,1-1 0,-1 1 0,1-1 0,-1 1 0,1-1 0,-1 1 0,0-1 0,1 1 0,-1-1 0,1 1 0,-1 0 0,0-1 0,0 1 0,1-1 0,-1 2 0,16 38 0,-14-35 0,5 20 0,-5-18 0,-1 1 0,2-1 0,-1 0 0,1 1 0,0-1 0,1 0 0,-1-1 0,10 13 0,-12-18 0,0 0 0,0 0 0,0-1 0,1 1 0,-1 0 0,0 0 0,1-1 0,-1 1 0,0-1 0,1 1 0,-1-1 0,1 0 0,-1 1 0,1-1 0,-1 0 0,0 0 0,1 0 0,-1 0 0,1 0 0,-1-1 0,1 1 0,-1 0 0,1-1 0,-1 1 0,0-1 0,1 1 0,-1-1 0,0 0 0,1 1 0,-1-1 0,0 0 0,2-1 0,3-3 0,0 0 0,-1 0 0,0 0 0,1 0 0,4-8 0,5-7 0,-1-2 0,0 1 0,10-27 0,-19 38 0,0-1 0,-1 1 0,-1-1 0,0 0 0,-1-1 0,0 1 0,0 0 0,-1-1 0,-1-15 0,0 26 0,0-1 0,0 0 0,0 0 0,0 1 0,-1-1 0,1 0 0,-1 0 0,1 1 0,-1-1 0,0 1 0,1-1 0,-1 1 0,0-1 0,0 1 0,0-1 0,0 1 0,-1 0 0,1-1 0,0 1 0,0 0 0,-1 0 0,1 0 0,-3-2 0,3 3 0,0 0 0,1 0 0,-1 0 0,0 0 0,0 0 0,1 0 0,-1 0 0,0 0 0,1 0 0,-1 0 0,0 0 0,1 0 0,-1 0 0,0 1 0,1-1 0,-1 0 0,0 0 0,1 1 0,-1-1 0,0 1 0,1-1 0,-1 1 0,-1 0 0,1 1 0,0-1 0,0 1 0,0-1 0,0 1 0,0-1 0,0 1 0,0 0 0,1-1 0,-1 1 0,0 4 0,-1 2 0,1 1 0,1-1 0,-1 1 0,1 0 0,1-1 0,0 1 0,0-1 0,1 1 0,0-1 0,5 15 0,5 10 0,22 38 0,-29-59 0,24 38-1365,-17-32-5461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24575,'2'0'0,"4"2"0,2 1 0,5 0 0,4 0 0,7-1 0,4-4 0,4-3 0,-4-1-8191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9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11 175 24575,'-6'-38'0,"1"16"0,5 22 0,0 0 0,1 0 0,-1 0 0,0 0 0,0 0 0,0 0 0,0 0 0,0 0 0,0 0 0,0 0 0,0 0 0,0 0 0,0 0 0,0 0 0,0 0 0,0 0 0,0 0 0,0 0 0,0 0 0,0 0 0,0 0 0,0 0 0,1 0 0,-1 0 0,0 0 0,0 0 0,0 0 0,0 0 0,0 0 0,0 0 0,0 0 0,0 0 0,0 0 0,0 0 0,0 0 0,0 0 0,0 0 0,0 0 0,0 0 0,0 0 0,0 0 0,0 0 0,0 0 0,1 0 0,-1 0 0,0 0 0,0 0 0,0 0 0,0-1 0,0 1 0,0 0 0,0 0 0,0 0 0,0 0 0,0 0 0,0 0 0,0 0 0,0 0 0,0 0 0,0 0 0,0 0 0,0 0 0,0 0 0,0 0 0,6 6 0,6 10 0,54 120 0,-43-85 0,-22-50 0,-1 1 0,1-1 0,-1 1 0,1-1 0,0 0 0,0 0 0,0 1 0,-1-1 0,1 0 0,0 0 0,1 0 0,-1 0 0,0 0 0,0 0 0,0 0 0,1 0 0,-1 0 0,2 0 0,-2-1 0,-1 0 0,1 0 0,0 0 0,0 0 0,0 0 0,0 0 0,-1-1 0,1 1 0,0 0 0,0 0 0,0-1 0,-1 1 0,1-1 0,0 1 0,-1-1 0,1 1 0,0-1 0,-1 1 0,1-1 0,-1 1 0,1-1 0,-1 0 0,2 0 0,3-8 0,0 1 0,-1-1 0,0 0 0,4-13 0,-3 11 0,1-6 0,15-34 0,-20 48 0,1 1 0,-1 0 0,0-1 0,1 1 0,-1 0 0,1 0 0,0 0 0,0 1 0,0-1 0,0 0 0,0 1 0,0-1 0,0 1 0,0-1 0,0 1 0,5-2 0,-6 3 0,0 0 0,0 0 0,1 0 0,-1 0 0,0 0 0,0 1 0,0-1 0,0 0 0,0 0 0,0 1 0,0-1 0,0 1 0,0-1 0,0 1 0,0-1 0,0 1 0,0-1 0,0 1 0,-1 0 0,1 0 0,0-1 0,0 1 0,-1 0 0,2 1 0,15 28 0,-11-18 0,-4-8 0,0 0 0,1-1 0,-1 1 0,1-1 0,0 0 0,0 0 0,0 0 0,0 0 0,0-1 0,1 1 0,-1-1 0,8 4 0,-10-6 0,1 1 0,0-1 0,0 1 0,0-1 0,0 0 0,-1 0 0,1 0 0,0 0 0,0 0 0,0 0 0,0-1 0,0 1 0,0 0 0,-1-1 0,1 0 0,0 1 0,0-1 0,-1 0 0,1 0 0,0 0 0,-1 0 0,1 0 0,-1 0 0,0-1 0,1 1 0,-1 0 0,0-1 0,0 1 0,1-1 0,0-2 0,6-9 0,0 0 0,-1 0 0,0-1 0,-1 0 0,-1 0 0,0-1 0,-1 1 0,-1-1 0,0 0 0,-1 0 0,0 0 0,-2-25 0,0 38 34,0 0 1,0 0-1,0-1 0,-1 1 0,1 0 0,-1 0 0,1 0 0,-1 0 0,-2-3 1,3 4-89,0 0 1,-1 1 0,1-1-1,-1 1 1,1-1 0,-1 1-1,1-1 1,-1 1 0,1-1-1,-1 1 1,0 0 0,1-1-1,-1 1 1,0 0 0,1 0-1,-1-1 1,0 1 0,1 0-1,-1 0 1,0 0 0,1 0-1,-1 0 1,0 0 0,0 0-1,1 0 1,-1 0 0,0 0-1,1 0 1,-1 0 0,0 1-1,-1-1 1,-8 5-6773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71 24575,'-2'-3'0,"1"0"0,-1 0 0,1 0 0,-1 0 0,1-1 0,0 1 0,0 0 0,0 0 0,1-1 0,-1 1 0,1 0 0,0-1 0,0 1 0,0 0 0,0-1 0,1 1 0,-1 0 0,1-1 0,2-4 0,-3 8 0,0 0 0,0 0 0,0-1 0,0 1 0,0 0 0,1 0 0,-1 0 0,0 0 0,0 0 0,0 0 0,0 0 0,0 0 0,1 0 0,-1 0 0,0 0 0,0 0 0,0 0 0,0 1 0,0-1 0,1 0 0,-1 0 0,0 0 0,0 0 0,0 0 0,0 0 0,0 0 0,0 0 0,0 0 0,1 0 0,-1 0 0,0 1 0,0-1 0,0 0 0,0 0 0,0 0 0,0 0 0,0 0 0,0 0 0,0 1 0,0-1 0,0 0 0,0 0 0,0 0 0,0 0 0,0 0 0,0 1 0,0-1 0,0 0 0,0 0 0,0 0 0,0 0 0,0 0 0,0 1 0,3 10 0,-3-10 0,7 38 0,3 69 0,-9-96 0,-1 1 0,-1-1 0,0 0 0,0 0 0,-2 0 0,1 0 0,-1 0 0,-1 0 0,0-1 0,-7 13 0,10-22 0,-1 1 0,0 0 0,1 0 0,-1-1 0,0 0 0,-1 1 0,1-1 0,0 0 0,-1 0 0,1 0 0,-1 0 0,1 0 0,-1-1 0,0 1 0,0-1 0,0 0 0,0 0 0,0 0 0,0 0 0,0 0 0,0-1 0,-6 1 0,5-1 0,1 0 0,-1-1 0,0 0 0,1 0 0,-1 0 0,1 0 0,0 0 0,-1-1 0,1 1 0,0-1 0,0 0 0,0 0 0,0 0 0,0 0 0,0-1 0,1 1 0,-1-1 0,1 0 0,0 1 0,-3-4 0,-10-21-1365,4 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0:5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24575,'2'-2'0,"3"-2"0,4 1 0,1 1 0,0 3 0,1 1 0,0 0 0,-2 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0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166 133 24575,'10'-9'0,"-1"-1"0,15-20 0,-22 27 0,1-1 0,-1 0 0,0 0 0,0 0 0,0 0 0,0 0 0,-1-1 0,1 1 0,-1 0 0,0-1 0,-1 1 0,1-5 0,-1 8 0,0 0 0,0 0 0,0-1 0,0 1 0,-1 0 0,1 0 0,0 0 0,-1 0 0,1 0 0,-1 0 0,1 0 0,-1 0 0,1 0 0,-1 0 0,0 1 0,1-1 0,-1 0 0,0 0 0,0 0 0,0 1 0,1-1 0,-1 0 0,0 1 0,0-1 0,0 1 0,0-1 0,0 1 0,0 0 0,0-1 0,0 1 0,0 0 0,-1 0 0,1 0 0,0 0 0,0-1 0,0 1 0,0 1 0,0-1 0,0 0 0,0 0 0,0 0 0,0 1 0,-2 0 0,-5 1 0,1 0 0,-1 0 0,1 1 0,-13 7 0,5-1 0,0 0 0,-23 19 0,34-24 0,-1 0 0,1 0 0,0 0 0,0 0 0,1 1 0,-1 0 0,1-1 0,0 1 0,0 0 0,1 1 0,0-1 0,-3 6 0,5-9 0,0 0 0,0 0 0,-1 0 0,1 0 0,0 0 0,1 0 0,-1 0 0,0-1 0,0 1 0,1 0 0,-1 0 0,1 0 0,0 0 0,0-1 0,-1 1 0,1 0 0,0 0 0,0-1 0,1 1 0,-1-1 0,0 1 0,0-1 0,1 0 0,-1 1 0,3 1 0,4 2 0,1 0 0,0 0 0,0-1 0,10 4 0,-12-5 0,-1-1 0,1 1 0,-1 1 0,0-1 0,8 7 0,-13-10 0,0 0 0,-1 1 0,1-1 0,-1 1 0,1-1 0,-1 1 0,0 0 0,1-1 0,-1 1 0,0-1 0,1 1 0,-1 0 0,0-1 0,1 1 0,-1 0 0,0-1 0,0 1 0,0 0 0,0-1 0,0 1 0,0 0 0,0 0 0,0-1 0,0 1 0,0 0 0,0-1 0,-1 2 0,1 0 0,-1-1 0,0 0 0,0 1 0,0-1 0,0 0 0,0 0 0,0 1 0,-1-1 0,1 0 0,0 0 0,-3 1 0,-3 2 0,0 0 0,-1-1 0,-12 4 0,12-4 69,0-1-1,0 0 0,0-1 0,-12 1 1,18-2-133,0 0 1,0 0 0,0 0 0,0 0 0,1 0-1,-1-1 1,0 1 0,0-1 0,1 1 0,-1-1-1,0 0 1,1 1 0,-1-1 0,0 0-1,1 0 1,-1 0 0,1 0 0,-1-1 0,1 1-1,0 0 1,0-1 0,0 1 0,-1 0 0,1-1-1,0 1 1,0-3 0,-3-6-6763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0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66 24575,'-3'0'0,"0"1"0,0-1 0,0 1 0,-1 0 0,1 0 0,0 0 0,0 1 0,0-1 0,0 1 0,1-1 0,-1 1 0,0 0 0,1 0 0,-1 0 0,1 1 0,0-1 0,-1 0 0,1 1 0,1 0 0,-1-1 0,-2 5 0,3-5 0,0 0 0,0 0 0,0 0 0,0 0 0,1 0 0,-1 0 0,0 1 0,1-1 0,0 0 0,0 0 0,-1 1 0,1-1 0,1 0 0,-1 1 0,0-1 0,0 0 0,1 0 0,-1 0 0,1 1 0,0-1 0,0 0 0,0 0 0,0 0 0,0 0 0,0 0 0,0 0 0,1-1 0,-1 1 0,1 0 0,-1-1 0,1 1 0,0-1 0,3 3 0,-1-2 0,-1 0 0,0-1 0,1 1 0,-1-1 0,1 0 0,0 0 0,0 0 0,-1 0 0,1-1 0,0 1 0,0-1 0,-1 0 0,1 0 0,0-1 0,0 1 0,0-1 0,-1 0 0,1 0 0,0 0 0,-1 0 0,1-1 0,-1 1 0,1-1 0,-1 0 0,0 0 0,5-4 0,-4 4 0,0-1 0,0-1 0,0 1 0,-1 0 0,1-1 0,-1 0 0,0 1 0,0-1 0,0-1 0,-1 1 0,1 0 0,-1-1 0,0 1 0,0-1 0,-1 1 0,1-1 0,-1 0 0,0 0 0,0-9 0,-1 11 0,0 1 0,-1 0 0,1 1 0,-1-1 0,0 0 0,0 0 0,1 0 0,-1 0 0,-1 0 0,1 1 0,0-1 0,0 0 0,-1 1 0,1-1 0,0 1 0,-1 0 0,0-1 0,1 1 0,-1 0 0,0 0 0,1 0 0,-1 0 0,0 0 0,0 1 0,0-1 0,0 0 0,0 1 0,0-1 0,0 1 0,0 0 0,0 0 0,0 0 0,0 0 0,0 0 0,0 0 0,0 0 0,0 1 0,0-1 0,-2 2 0,3-2 0,1 0 0,0 0 0,0 0 0,0 0 0,0 0 0,0 0 0,0 0 0,0 0 0,0 1 0,0-1 0,0 0 0,0 0 0,0 0 0,0 0 0,-1 0 0,1 0 0,0 1 0,0-1 0,0 0 0,0 0 0,0 0 0,0 0 0,0 0 0,0 0 0,0 1 0,1-1 0,-1 0 0,0 0 0,0 0 0,0 0 0,0 0 0,0 0 0,0 1 0,0-1 0,0 0 0,0 0 0,0 0 0,0 0 0,0 0 0,0 0 0,1 0 0,-1 0 0,0 0 0,0 1 0,0-1 0,0 0 0,0 0 0,0 0 0,0 0 0,1 0 0,-1 0 0,0 0 0,0 0 0,0 0 0,0 0 0,0 0 0,0 0 0,1 0 0,-1 0 0,0 0 0,0 0 0,0 0 0,0 0 0,0 0 0,0 0 0,1 0 0,9 2 0,3-2 0,0-1 0,0-1 0,0 0 0,17-5 0,-20 4 0,0 1 0,1 0 0,-1 0 0,1 1 0,-1 0 0,1 1 0,16 2 0,-25-1 0,1 0 0,-1 0 0,1 0 0,-1 0 0,1 1 0,-1-1 0,0 1 0,0 0 0,0-1 0,0 1 0,0 0 0,0 0 0,0 0 0,-1 1 0,1-1 0,-1 0 0,0 1 0,1-1 0,-1 1 0,0-1 0,0 1 0,-1-1 0,1 1 0,0 0 0,-1 3 0,2 1 0,-1 0 0,-1-1 0,0 1 0,1 0 0,-2 0 0,1-1 0,-1 1 0,0 0 0,-3 8 0,11-32 0,1 2 0,0-1 0,12-16 0,-15 25 0,0-1 0,0 1 0,1 0 0,0 1 0,0-1 0,1 1 0,0 1 0,0-1 0,0 1 0,10-5 0,-16 9 0,1 1 0,-1-1 0,0 1 0,1-1 0,-1 1 0,1-1 0,-1 1 0,1 0 0,-1 0 0,1 0 0,-1 0 0,1 0 0,-1 0 0,1 0 0,-1 0 0,1 1 0,-1-1 0,1 1 0,-1-1 0,0 1 0,1-1 0,1 2 0,-1 0 0,0 0 0,-1-1 0,1 1 0,0 0 0,-1 0 0,0 0 0,0 0 0,1 0 0,-1 1 0,-1-1 0,1 0 0,1 5 0,1 6 0,-1 1 0,-1-1 0,0 28 0,-1-35 0,-1 12-682,-5 35-1,2-36-6143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0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24575,'1'5'0,"-1"0"0,1 0 0,0 0 0,0 0 0,0 0 0,1 0 0,0 0 0,0 0 0,0-1 0,4 7 0,35 43 0,-13-18 0,-20-25 0,-1 0 0,-1 0 0,0 0 0,0 1 0,-1 0 0,-1 0 0,0 1 0,3 13 0,-6-21 0,0 1 0,-1-1 0,0 1 0,0-1 0,0 0 0,-1 1 0,1-1 0,-1 0 0,-1 1 0,1-1 0,-1 0 0,1 0 0,-2 0 0,1 0 0,0-1 0,-1 1 0,0 0 0,0-1 0,0 0 0,-1 0 0,0 0 0,-5 5 0,-5 1-170,-1 0-1,0-1 0,0 0 1,-1-1-1,-1-1 0,1 0 1,-23 5-1,-15 4-6655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89 255 24575,'11'-2'0,"-13"-1"0,0 3 0,1 0 0,-1-1 0,0 1 0,1 0 0,-1 0 0,1 0 0,-1 0 0,1 0 0,-1 0 0,1 0 0,-1 1 0,1-1 0,-3 1 0,-2 2 0,1 0 0,0 0 0,0 1 0,0-1 0,0 1 0,1 0 0,-1 1 0,1-1 0,0 1 0,0-1 0,1 1 0,-4 7 0,5-10 0,1 0 0,-1 1 0,1-1 0,0 1 0,0 0 0,0-1 0,0 1 0,1 0 0,-1 0 0,1-1 0,-1 1 0,1 0 0,0 0 0,0 0 0,1-1 0,-1 1 0,0 0 0,1 0 0,0-1 0,0 1 0,-1 0 0,1-1 0,1 1 0,-1-1 0,0 1 0,1-1 0,-1 1 0,3 1 0,2 2 0,1 0 0,0-1 0,0 0 0,1 0 0,0 0 0,-1-1 0,1 0 0,1-1 0,-1 0 0,0 0 0,1-1 0,0 0 0,-1 0 0,14 0 0,-3-1 0,-1 0 0,1-1 0,-1-1 0,1-1 0,34-8 0,-48 9 0,-1-1 0,1 1 0,-1-1 0,0 0 0,1 0 0,-1 0 0,0 0 0,0-1 0,0 0 0,0 0 0,-1 0 0,1 0 0,2-4 0,-4 5 0,-1 0 0,0 0 0,0 0 0,0 0 0,-1 0 0,1 0 0,0 0 0,-1 0 0,1 0 0,-1-1 0,0 1 0,0 0 0,0 0 0,0 0 0,0-1 0,0 1 0,0 0 0,-1 0 0,1 0 0,-1 0 0,0 0 0,0 0 0,1 0 0,-1 0 0,0 0 0,-1 0 0,1 0 0,0 0 0,-1 0 0,-1-1 0,-13-14 0,0 1 0,0 1 0,-2 1 0,0 0 0,-38-21 0,36 24 0,1-1 0,1-1 0,0 0 0,1-1 0,0-1 0,-15-19 0,30 32 0,0 0 0,0 0 0,1 0 0,-1-1 0,1 1 0,0 0 0,0 0 0,0-1 0,0 1 0,0-1 0,0 1 0,1-1 0,-1 1 0,1-1 0,0 0 0,-1 1 0,1-1 0,0 1 0,1-1 0,-1 0 0,0 1 0,1-1 0,0 1 0,-1-1 0,1 1 0,2-5 0,-1 4 0,1 0 0,-1 0 0,1 0 0,0 1 0,0-1 0,0 1 0,0-1 0,0 1 0,0 0 0,1 0 0,-1 0 0,1 1 0,0-1 0,-1 1 0,1 0 0,0 0 0,5-1 0,-4 2 0,-1-1 0,0 1 0,1 0 0,-1 0 0,0 0 0,1 0 0,-1 1 0,0-1 0,1 1 0,-1 0 0,0 1 0,0-1 0,0 1 0,0 0 0,0 0 0,0 0 0,-1 0 0,1 1 0,-1-1 0,1 1 0,-1 0 0,0 0 0,0 0 0,0 1 0,0-1 0,-1 1 0,0-1 0,4 7 0,-2-2 0,-1 0 0,0 1 0,0-1 0,0 1 0,-1 0 0,0 0 0,-1 0 0,0 0 0,-1 0 0,1 0 0,-2 0 0,-2 17 0,-11 29-1365,6-32-5461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3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24575,'-3'0'0,"0"0"0,0 1 0,1-1 0,-1 0 0,0 1 0,1-1 0,-1 1 0,0 0 0,1 0 0,-1 0 0,1 0 0,-1 0 0,1 1 0,0-1 0,0 1 0,-1 0 0,1-1 0,0 1 0,0 0 0,1 0 0,-1 0 0,0 1 0,1-1 0,-1 0 0,1 1 0,0-1 0,0 0 0,0 1 0,0 0 0,0-1 0,0 1 0,1-1 0,-1 6 0,0-3 0,1-1 0,0 1 0,0-1 0,0 0 0,1 1 0,0-1 0,-1 1 0,2-1 0,-1 0 0,0 1 0,1-1 0,0 0 0,0 0 0,0 0 0,0 0 0,1-1 0,-1 1 0,1-1 0,0 1 0,5 3 0,-3-3 0,1 0 0,-1 0 0,1-1 0,0 0 0,12 5 0,-16-8 0,-1 1 0,1 0 0,-1-1 0,1 0 0,-1 1 0,1-1 0,-1 0 0,1 0 0,-1 1 0,1-1 0,0 0 0,-1-1 0,1 1 0,-1 0 0,1 0 0,-1-1 0,1 1 0,-1-1 0,1 1 0,-1-1 0,1 0 0,-1 1 0,0-1 0,1 0 0,-1 0 0,0 0 0,0 0 0,0 0 0,1 0 0,0-3 0,-1 2 0,0 0 0,-1 0 0,1 0 0,-1 0 0,0 0 0,1 0 0,-1-1 0,0 1 0,0 0 0,-1 0 0,1 0 0,0 0 0,-1 0 0,1 0 0,-1 0 0,0 0 0,0 0 0,1 0 0,-1 0 0,0 0 0,-1 0 0,-1-2 0,-3-6 0,-2 0 0,-11-12 0,13 16-124,-1-1 0,0 1 0,0 1 0,-1-1 0,1 2 0,-1-1-1,0 1 1,-1 0 0,1 0 0,-12-3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30 24575,'0'-3'0,"0"-2"0,0-3 0,-2-1 0,-1 5 0,-2 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4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10 24575,'0'-1'0,"0"1"0,0-1 0,0 1 0,0 0 0,0-1 0,-1 1 0,1-1 0,0 1 0,0-1 0,0 1 0,-1 0 0,1-1 0,0 1 0,0 0 0,-1-1 0,1 1 0,0 0 0,-1-1 0,1 1 0,0 0 0,-1 0 0,1-1 0,-1 1 0,1 0 0,0 0 0,-1 0 0,1 0 0,-1 0 0,1-1 0,0 1 0,-1 0 0,1 0 0,-1 0 0,1 0 0,-1 0 0,1 0 0,-1 0 0,1 0 0,0 1 0,-1-1 0,1 0 0,-1 0 0,1 0 0,-1 0 0,1 0 0,0 1 0,-1-1 0,1 0 0,0 0 0,-1 1 0,-21 12 0,13-4 0,1 1 0,0 1 0,1-1 0,0 1 0,0 1 0,-5 13 0,-28 79 0,28-70 0,5-15-273,1 1 0,1 0 0,1 1 0,-2 22 0,4-19-6553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4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24575,'2'0'0,"3"-2"0,1-4 0,2 0 0,-1-1 0,-4-3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5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82 124 24575,'-19'-1'0,"14"0"0,0 1 0,-1-1 0,1 1 0,0 0 0,0 1 0,0-1 0,0 1 0,0 0 0,0 1 0,-6 1 0,11-3 0,0 1 0,0-1 0,0 0 0,0 1 0,0-1 0,1 0 0,-1 0 0,0 1 0,0-1 0,0 0 0,1 0 0,-1 1 0,0-1 0,0 0 0,1 0 0,-1 0 0,0 0 0,0 1 0,1-1 0,-1 0 0,0 0 0,0 0 0,1 0 0,-1 0 0,0 0 0,1 0 0,-1 0 0,0 0 0,1 0 0,-1 0 0,0 0 0,0 0 0,1 0 0,-1 0 0,0 0 0,1 0 0,18 2 0,666-17-880,-533 7 796,-120 7 84,1217-85 0,-1236 84 0,60-8 0,-73 10 6,1 0-1,-1 0 1,1 0 0,-1 0 0,1 0 0,-1 0-1,1 0 1,-1 0 0,1 0 0,-1 0 0,1 0-1,-1-1 1,1 1 0,-1 0 0,0 0 0,1-1-1,-1 1 1,1 0 0,-1-1 0,0 1 0,1 0-1,-1-1 1,1 1 0,-1 0 0,1-2-1,-14-1 327,-24 0 150,-37 2-1847,40 1-5461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34 24575,'-13'-7'0,"0"2"0,0 0 0,-1 0 0,1 1 0,-25-3 0,38 7 0,1 0 0,-1 0 0,0 0 0,0 0 0,0 0 0,0 0 0,0 0 0,0 0 0,0 0 0,0 1 0,0-1 0,0 0 0,0 0 0,0 0 0,0 0 0,0 0 0,0 0 0,0 0 0,0 0 0,0 1 0,0-1 0,0 0 0,0 0 0,0 0 0,0 0 0,0 0 0,0 0 0,0 0 0,0 0 0,0 1 0,0-1 0,0 0 0,0 0 0,0 0 0,-1 0 0,1 0 0,0 0 0,0 0 0,0 0 0,0 0 0,0 0 0,0 0 0,0 0 0,0 0 0,0 1 0,-1-1 0,1 0 0,0 0 0,0 0 0,0 0 0,0 0 0,0 0 0,0 0 0,0 0 0,0 0 0,-1 0 0,1 0 0,0 0 0,0 0 0,0 0 0,0 0 0,0-1 0,0 1 0,0 0 0,0 0 0,-1 0 0,12 10 0,18 8 0,22 7 0,26 15 0,-67-34 0,-1 0 0,0 0 0,0 1 0,-1 0 0,12 14 0,-18-19 0,0 0 0,0 0 0,0 1 0,-1-1 0,1 1 0,-1 0 0,1-1 0,-1 1 0,0 0 0,0 0 0,0 0 0,-1-1 0,1 1 0,-1 0 0,1 0 0,-1 0 0,0 0 0,-1 6 0,0-5 0,0-1 0,0 1 0,-1-1 0,1 1 0,-1-1 0,0 0 0,0 1 0,0-1 0,0 0 0,-1 0 0,1-1 0,-1 1 0,-3 2 0,-8 6 0,-1-1 0,-1 0 0,1-2 0,-33 14 0,4-3-1365,3-3-5461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6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52 24575,'0'-2'0,"0"0"0,-1 0 0,0 0 0,1 0 0,-1 0 0,0 0 0,0 0 0,0 0 0,0 1 0,0-1 0,0 0 0,-1 1 0,1-1 0,-1 1 0,1-1 0,-1 1 0,1 0 0,-1 0 0,-3-2 0,1 0 0,0 1 0,0 0 0,-1 0 0,1 0 0,0 0 0,-1 1 0,-6-2 0,6 3 0,1 1 0,-1-1 0,0 1 0,1-1 0,-1 2 0,0-1 0,1 0 0,-1 1 0,1 0 0,0 0 0,0 0 0,0 0 0,0 1 0,0 0 0,0-1 0,0 1 0,1 1 0,0-1 0,-4 5 0,-4 4 0,1 1 0,1 0 0,0 0 0,-10 21 0,14-25 0,1 1 0,0-1 0,1 1 0,0 1 0,1-1 0,-1 0 0,2 0 0,0 1 0,0-1 0,1 1 0,0-1 0,3 19 0,-1-21 0,-1-1 0,1 1 0,1-1 0,0 0 0,0 0 0,0 0 0,1 0 0,0-1 0,0 0 0,1 1 0,-1-1 0,1-1 0,1 1 0,-1-1 0,1 0 0,0 0 0,0 0 0,8 4 0,-3-4 0,0 0 0,1-1 0,-1 0 0,1 0 0,0-1 0,0-1 0,0 0 0,0-1 0,1 0 0,-1-1 0,0 0 0,0-1 0,1 0 0,-1-1 0,23-6 0,-23 5 0,-1-1 0,1 0 0,-1-1 0,0 0 0,0-1 0,0 0 0,-1-1 0,0 0 0,0 0 0,-1-1 0,0-1 0,0 1 0,-1-1 0,0-1 0,13-19 0,-18 23 0,0 1 0,-1-1 0,1 0 0,-1 0 0,0 0 0,-1-1 0,1 1 0,-1 0 0,-1-1 0,1 1 0,-1 0 0,0-1 0,0 1 0,-1-1 0,0 1 0,0 0 0,0 0 0,-1-1 0,0 1 0,0 0 0,-1 0 0,0 1 0,0-1 0,0 0 0,0 1 0,-1 0 0,0 0 0,0 0 0,-8-7 0,2 3 0,0 0 0,-1 1 0,0 0 0,0 1 0,0 1 0,-1-1 0,0 2 0,-1-1 0,1 2 0,-1 0 0,0 0 0,0 1 0,-18-1 0,19 3 0,0 1 0,0 0 0,-23 3 0,32-2 0,0-1 0,0 1 0,0-1 0,0 1 0,0 0 0,0 0 0,0 0 0,1 1 0,-1-1 0,0 1 0,1-1 0,-1 1 0,1 0 0,-1 0 0,1 0 0,0 0 0,0 1 0,0-1 0,0 0 0,-2 5 0,2 7-1365,4-1-5461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24575,'3'-2'0,"2"-1"0,1-2 0,0 2 0,-2 3 0,-1 5 0,-2 4 0,0 4 0,-1 5 0,0 5 0,0 1 0,2 5 0,1 2 0,-1 0 0,3 0 0,0-4 0,-1-6-8191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7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64 291 24575,'-10'-16'0,"1"0"0,0-1 0,1 0 0,-5-17 0,9 23 0,1 0 0,1 0 0,0 0 0,0 0 0,1 0 0,0 0 0,2-21 0,0 28 0,-1 1 0,1-1 0,0 1 0,0 0 0,0-1 0,0 1 0,1 0 0,-1 0 0,1 0 0,0 0 0,0 0 0,0 0 0,0 0 0,0 1 0,5-5 0,-3 4 0,1 0 0,-1 0 0,1 1 0,-1-1 0,1 1 0,0 0 0,0 1 0,0-1 0,8-1 0,4 1 0,0 1 0,-1 1 0,1 0 0,0 1 0,27 5 0,-18-1 0,-1 1 0,1 1 0,-1 1 0,27 13 0,-39-15 0,0 1 0,0 0 0,-1 1 0,0 1 0,0-1 0,-1 2 0,0 0 0,-1 0 0,9 12 0,-15-18 0,-1 0 0,-1 1 0,1-1 0,-1 0 0,1 1 0,-1 0 0,-1-1 0,1 1 0,-1 0 0,0 0 0,0 0 0,0 0 0,0 0 0,-1 0 0,0 0 0,-1 7 0,0-6 0,0 0 0,-1-1 0,0 1 0,0-1 0,0 0 0,-1 1 0,0-1 0,0 0 0,0 0 0,0-1 0,-1 1 0,0-1 0,0 0 0,-5 4 0,-4 3 0,0-1 0,-1 0 0,-1-1 0,1-1 0,-1-1 0,-18 7 0,9-5 0,-1-1 0,-1-1 0,-30 4 0,52-10-91,-1 0 0,1-1 0,-1 1 0,1-1 0,0 0 0,-1 0 0,1 0 0,-1-1 0,1 1 0,0-1 0,-1 0 0,1-1 0,0 1 0,-7-4 0,1-4-6735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272 340 24575,'5'-3'0,"3"-1"0,1 0 0,-1-1 0,1-1 0,12-11 0,-19 16 0,-1 0 0,0 0 0,0 0 0,0 0 0,0-1 0,0 1 0,0 0 0,0-1 0,0 1 0,-1 0 0,1-1 0,0 1 0,-1-1 0,1 0 0,-1 1 0,0-1 0,1 1 0,-1-1 0,0 0 0,0 1 0,0-1 0,0 0 0,0 1 0,-1-1 0,1 1 0,0-1 0,-1 1 0,1-1 0,-1 0 0,0 1 0,1 0 0,-1-1 0,0 1 0,0-1 0,0 1 0,-2-2 0,-1-1 0,0 0 0,-1 0 0,0 0 0,1 1 0,-1-1 0,-1 1 0,1 1 0,0-1 0,-1 1 0,1 0 0,-1 0 0,0 0 0,0 1 0,0 0 0,0 0 0,0 1 0,-11 0 0,6 0 0,0 1 0,0 0 0,-1 0 0,2 1 0,-1 1 0,0 0 0,0 1 0,-18 8 0,20-6 0,-1 0 0,1 0 0,1 1 0,-1 1 0,1-1 0,0 1 0,1 1 0,-9 11 0,13-16 0,0 0 0,0 0 0,0 1 0,1-1 0,0 1 0,-1 0 0,2 0 0,-1 0 0,1 0 0,-1 0 0,1 0 0,1 0 0,-1 0 0,1 1 0,0-1 0,0 0 0,0 0 0,1 0 0,2 10 0,-2-13 0,0 1 0,0-1 0,1 1 0,-1-1 0,1 1 0,0-1 0,0 0 0,0 1 0,0-1 0,0 0 0,0 0 0,0-1 0,0 1 0,5 2 0,-2-1 0,1-1 0,-1 0 0,1 0 0,0 0 0,-1-1 0,12 2 0,-4-2 0,0-1 0,0 0 0,0-1 0,0 0 0,-1-1 0,15-4 0,-19 4 0,0 0 0,0-1 0,0 0 0,-1-1 0,1 0 0,-1 0 0,0-1 0,0 0 0,0 0 0,10-11 0,-13 12 0,-1 0 0,1-1 0,-1 1 0,0-1 0,0 0 0,-1 0 0,1 0 0,-1 0 0,0-1 0,-1 1 0,1 0 0,-1-1 0,0 0 0,-1 1 0,1-1 0,-1 1 0,0-7 0,-1 10 0,1 0 0,0 0 0,-1 0 0,1 0 0,-1 0 0,0 0 0,0 1 0,1-1 0,-1 0 0,0 0 0,-2-2 0,2 4 0,1 0 0,0-1 0,0 1 0,0 0 0,-1 0 0,1-1 0,0 1 0,0 0 0,-1 0 0,1 0 0,0 0 0,-1 0 0,1-1 0,0 1 0,0 0 0,-1 0 0,1 0 0,0 0 0,-1 0 0,1 0 0,0 0 0,-1 0 0,1 0 0,0 0 0,-1 0 0,1 0 0,-1 0 0,1 1 0,-1-1 0,0 1 0,1-1 0,-1 1 0,1 0 0,-1-1 0,1 1 0,-1 0 0,1-1 0,-1 1 0,1 0 0,0 0 0,0-1 0,-1 1 0,1 0 0,0 1 0,-2 4 0,1 0 0,0 0 0,0 0 0,1 0 0,0 0 0,0 0 0,0 1 0,1-1 0,0 0 0,0 0 0,0 0 0,1 0 0,0-1 0,0 1 0,1 0 0,-1-1 0,1 1 0,0-1 0,1 0 0,-1 0 0,1 0 0,0 0 0,6 4 0,-5-4 0,0-1 0,0 0 0,0 0 0,0 0 0,1-1 0,0 0 0,-1 0 0,1 0 0,1-1 0,-1 0 0,0 0 0,0 0 0,1-1 0,-1 0 0,1 0 0,-1-1 0,1 1 0,-1-2 0,1 1 0,-1-1 0,12-2 0,-10 1 0,0-1 0,-1 0 0,1-1 0,0 1 0,-1-2 0,0 1 0,0-1 0,0 0 0,-1 0 0,1-1 0,-1 1 0,-1-2 0,1 1 0,-1-1 0,0 1 0,0-1 0,-1-1 0,0 1 0,0-1 0,4-14 0,-4 7 0,0 1 0,-1-1 0,0 0 0,-2 0 0,1 0 0,-2 0 0,0 0 0,-1 0 0,-1 0 0,-5-26 0,2 21 0,-1 1 0,-9-23 0,13 36 0,-1 1 0,0-1 0,0 1 0,0 0 0,-1 0 0,0 0 0,1 0 0,-2 0 0,1 1 0,-1 0 0,-7-6 0,11 9 0,0 1 0,0-1 0,0 0 0,0 1 0,0-1 0,0 1 0,0-1 0,0 1 0,0 0 0,0-1 0,0 1 0,0 0 0,0 0 0,0 0 0,0 0 0,0 0 0,0 0 0,0 0 0,0 0 0,0 0 0,0 0 0,0 1 0,0-1 0,0 0 0,0 1 0,0-1 0,0 1 0,0-1 0,0 1 0,0-1 0,0 1 0,0 0 0,1-1 0,-1 1 0,0 0 0,0 0 0,1 0 0,-1 0 0,1-1 0,-1 1 0,0 0 0,1 0 0,0 0 0,-1 0 0,1 2 0,-2 3 0,0 0 0,0 0 0,1 0 0,0 0 0,1 1 0,-1 8 0,2 7 49,1-1-1,1 1 0,0 0 0,2-1 1,9 27-1,47 102-351,-21-56-1049,-33-76-5474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08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10 144 24575,'-1'-1'0,"0"1"0,1-1 0,-1 0 0,0 0 0,0 0 0,1 0 0,-1 0 0,1 0 0,-1 1 0,1-1 0,-1 0 0,1-1 0,0 1 0,-1 0 0,1 0 0,0 0 0,0 0 0,0-1 0,0 1 0,0 0 0,0 1 0,1-1 0,-1 0 0,0 0 0,1 1 0,-1-1 0,1 1 0,-1-1 0,1 0 0,-1 1 0,1-1 0,-1 1 0,1-1 0,-1 1 0,1-1 0,0 1 0,-1 0 0,2-1 0,4-2 0,0 1 0,1 0 0,-1 1 0,12-2 0,-12 2 0,262-25 0,-131 15 0,-128 10 0,-3 1 0,-1 0 0,0 0 0,0-1 0,0 0 0,1 0 0,-1 0 0,0-1 0,0 0 0,-1 0 0,1 0 0,6-4 0,-11 6 0,0 0 0,1 0 0,-1-1 0,1 1 0,-1-1 0,0 1 0,1 0 0,-1-1 0,0 1 0,0-1 0,1 1 0,-1-1 0,0 1 0,0-1 0,0 1 0,1-1 0,-1 1 0,0-1 0,0 1 0,0-1 0,0 1 0,0-1 0,0 1 0,0-1 0,0 1 0,0-1 0,0 1 0,0-1 0,-1 1 0,1-1 0,0 1 0,0-1 0,0 1 0,-1-1 0,1 1 0,0-1 0,-1 1 0,1 0 0,0-1 0,-1 1 0,1-1 0,0 1 0,-1 0 0,1 0 0,-1-1 0,1 1 0,-1 0 0,0-1 0,-24-11 0,15 9 0,0 0 0,0 1 0,0 1 0,-1 0 0,1 0 0,0 1 0,-1 0 0,1 1 0,0 0 0,-1 1 0,1 0 0,-15 5 0,19-5 0,1 0 0,-1 0 0,1 1 0,0 0 0,0 0 0,0 0 0,0 1 0,0 0 0,1 0 0,-6 6 0,7-7 0,1 0 0,0 1 0,-1-1 0,2 1 0,-1 0 0,0-1 0,1 1 0,-1 0 0,1 0 0,0 0 0,1 0 0,-1 0 0,1 0 0,-1 0 0,1 0 0,1 6 0,0-6 0,-1 1 0,1-1 0,0 0 0,1 0 0,-1 0 0,1 0 0,0 0 0,0 0 0,0 0 0,0-1 0,1 1 0,-1-1 0,1 1 0,0-1 0,0 0 0,0 0 0,1 0 0,-1-1 0,1 1 0,-1-1 0,1 0 0,0 0 0,0 0 0,0 0 0,0-1 0,7 2 0,-3-1 0,0 0 0,-1-1 0,1 0 0,0 0 0,0-1 0,0 0 0,0 0 0,0-1 0,-1 0 0,1 0 0,0-1 0,-1 0 0,1 0 0,8-4 0,-13 4 0,0 0 0,0 1 0,-1-1 0,1 0 0,0-1 0,-1 1 0,1 0 0,-1-1 0,0 1 0,0-1 0,0 0 0,0 0 0,0 0 0,1-3 0,1-3 0,-1 0 0,-1 0 0,3-15 0,2-6 0,-7 30 0,0-1 0,0 1 0,0 0 0,0 0 0,0-1 0,0 1 0,0 0 0,0 0 0,0-1 0,0 1 0,0 0 0,0 0 0,0 0 0,1-1 0,-1 1 0,0 0 0,0 0 0,0 0 0,0-1 0,1 1 0,-1 0 0,0 0 0,0 0 0,0 0 0,0-1 0,1 1 0,-1 0 0,0 0 0,0 0 0,1 0 0,-1 0 0,0 0 0,0 0 0,1 0 0,-1 0 0,0 0 0,8 7 0,5 23 0,-10-23 0,4 8 0,1 0 0,1 0 0,0 0 0,18 20 0,-23-30 0,0 0 0,0-1 0,1 0 0,-1 0 0,1 0 0,0-1 0,0 1 0,0-1 0,0 0 0,1-1 0,-1 1 0,1-1 0,0 0 0,0 0 0,0-1 0,8 1 0,-13-1 8,0-1 1,1 0-1,-1 0 0,0 0 0,0-1 0,0 1 0,1 0 0,-1 0 0,0 0 1,0-1-1,0 1 0,0-1 0,0 1 0,0-1 0,0 1 0,0-1 0,0 0 1,0 1-1,0-1 0,0 0 0,0 0 0,0 0 0,-1 0 0,1 1 0,0-1 1,-1 0-1,1 0 0,-1-1 0,1 1 0,-1 0 0,1 0 0,-1 0 0,0 0 1,1 0-1,-1 0 0,0-1 0,0 1 0,0 0 0,0 0 0,0 0 0,0-2 1,0-1-180,-1-1 0,0 1 1,0-1-1,0 1 0,0-1 1,0 1-1,-1 0 0,0-1 1,-3-4-1,-4-4-6655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12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23 24575,'0'-1'0,"0"0"0,-1 0 0,1 0 0,0 0 0,0 0 0,-1 0 0,1 0 0,-1 0 0,1 0 0,-1 0 0,1 0 0,-1 1 0,1-1 0,-1 0 0,0 0 0,1 0 0,-1 1 0,0-1 0,0 0 0,0 1 0,1-1 0,-1 1 0,0-1 0,0 1 0,0-1 0,0 1 0,0 0 0,0 0 0,0-1 0,0 1 0,0 0 0,0 0 0,0 0 0,-2 0 0,-1 0 0,1 0 0,-1 0 0,0 0 0,1 0 0,-1 1 0,1-1 0,-1 1 0,-4 2 0,1 1 0,0 0 0,1 0 0,0 1 0,0-1 0,0 2 0,0-1 0,1 1 0,0-1 0,0 1 0,0 1 0,1-1 0,0 1 0,0 0 0,1-1 0,0 2 0,-3 7 0,1-2 0,2 0 0,-1 0 0,1 1 0,1-1 0,1 1 0,0-1 0,0 1 0,3 19 0,0-21 25,0 0-1,1-1 0,0 1 1,1-1-1,0 0 1,1 0-1,0 0 0,1-1 1,0 1-1,1-1 0,0-1 1,0 1-1,17 14 1,-12-13-196,0-1 0,1 0 1,0-1-1,0-1 0,1 0 1,0-1-1,0 0 0,1-1 1,29 7-1,-3-4-6655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1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40 24575,'-6'-4'0,"0"-1"0,0 1 0,-1 0 0,1 1 0,-1-1 0,0 1 0,1 1 0,-2-1 0,1 1 0,0 0 0,-15-1 0,20 3 0,-1 0 0,1 0 0,-1 0 0,1 0 0,-1 1 0,1-1 0,-1 1 0,1 0 0,-1 0 0,1 0 0,0 0 0,0 0 0,-1 1 0,1-1 0,0 0 0,0 1 0,-2 2 0,1-1 0,0 1 0,0-1 0,0 1 0,1 0 0,-1 1 0,1-1 0,0 0 0,-3 8 0,3-4 0,0 0 0,0 0 0,0 0 0,1 0 0,1 0 0,-1 0 0,1 1 0,0-1 0,1 0 0,2 12 0,-1-15 0,-1 0 0,1 0 0,0-1 0,0 1 0,0-1 0,1 0 0,0 1 0,0-1 0,0 0 0,0-1 0,0 1 0,1-1 0,0 1 0,0-1 0,-1 0 0,2 0 0,5 3 0,-4-4 0,-1 1 0,1-2 0,0 1 0,-1 0 0,1-1 0,0 0 0,0-1 0,0 1 0,0-1 0,0 0 0,0-1 0,0 1 0,0-1 0,8-2 0,-9 1 0,0 1 0,0-1 0,0 0 0,0 0 0,0-1 0,-1 1 0,1-1 0,-1 0 0,0 0 0,0 0 0,0-1 0,0 0 0,-1 0 0,1 0 0,-1 0 0,0 0 0,4-7 0,-6 8 0,1-1 0,-1 1 0,0-1 0,0 0 0,0 1 0,-1-1 0,1 0 0,-1 0 0,0 1 0,0-1 0,0 0 0,0 0 0,-1 0 0,1 1 0,-1-1 0,0 0 0,0 1 0,-1-1 0,1 1 0,-1-1 0,0 1 0,0 0 0,0-1 0,-4-4 0,1 2 0,0 1 0,0 0 0,-1 0 0,1 1 0,-1 0 0,0 0 0,0 0 0,0 1 0,-1 0 0,1 0 0,-1 0 0,0 1 0,0 0 0,0 0 0,0 1 0,0 0 0,-10-1 0,7 6-1365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1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161 149 24575,'6'-2'0,"0"-1"0,-1-1 0,1 1 0,-1-1 0,1 0 0,-1 0 0,0 0 0,8-10 0,-12 12 0,0 0 0,0 0 0,1 0 0,-2 0 0,1 0 0,0 0 0,0-1 0,-1 1 0,1 0 0,-1 0 0,0-1 0,1 1 0,-1 0 0,0-1 0,0 1 0,-1 0 0,1 0 0,0-1 0,-1 1 0,0 0 0,1 0 0,-1-1 0,0 1 0,0 0 0,0 0 0,0 0 0,-1 0 0,-2-3 0,2 2 0,0 0 0,0 0 0,-1 0 0,0 0 0,1 0 0,-1 1 0,0 0 0,0-1 0,0 1 0,0 0 0,-1 0 0,1 1 0,-1-1 0,1 1 0,-1-1 0,1 1 0,-1 0 0,-6 0 0,5 1 0,1 0 0,-1 0 0,0 0 0,0 1 0,0 0 0,0 0 0,0 0 0,1 1 0,-1 0 0,1 0 0,-1 0 0,-7 5 0,5-3 0,1 0 0,1 1 0,-1-1 0,1 1 0,-1 1 0,1-1 0,1 1 0,-1-1 0,1 1 0,0 1 0,0-1 0,1 0 0,0 1 0,0 0 0,1 0 0,-1 0 0,2 0 0,-1 0 0,0 9 0,1-11 0,1 0 0,1-1 0,-1 1 0,1 0 0,0-1 0,0 1 0,0-1 0,0 1 0,1-1 0,0 0 0,0 0 0,0 0 0,0 0 0,1 0 0,-1 0 0,1 0 0,0-1 0,1 1 0,4 4 0,-3-5 0,0 0 0,0 0 0,0 0 0,1 0 0,-1-1 0,1 0 0,-1 0 0,1 0 0,0-1 0,0 0 0,0 0 0,0 0 0,10-1 0,-9 0 0,1-1 0,-1 0 0,0 0 0,0 0 0,0-1 0,0 0 0,0-1 0,0 0 0,-1 0 0,1 0 0,8-6 0,-10 6 0,-1 0 0,0-1 0,-1 1 0,1-1 0,0 0 0,-1 0 0,0 0 0,0 0 0,0-1 0,-1 1 0,1-1 0,-1 1 0,0-1 0,0 0 0,-1 0 0,2-10 0,-3-8 0,-2 18 0,-4 14 0,5-6 14,0 1 0,0-1-1,0 1 1,0-1 0,1 1-1,-1 0 1,1-1-1,0 1 1,0 0 0,0-1-1,0 1 1,1 0 0,0-1-1,0 1 1,0-1 0,0 1-1,0-1 1,0 0 0,1 1-1,0-1 1,0 0 0,0 0-1,0 0 1,3 3 0,-1-2-128,0-1 0,0 1 0,1-1 0,0 0 1,-1 0-1,1 0 0,0-1 0,1 1 1,-1-1-1,0 0 0,1-1 0,-1 1 1,1-1-1,8 0 0,9 1-6712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1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46 216 24575,'11'-12'0,"-1"0"0,0 0 0,-1-1 0,9-18 0,-13 23 0,-2 0 0,1 0 0,-1 0 0,-1-1 0,1 1 0,-1-1 0,-1 1 0,0-1 0,1-10 0,-2 17 0,0 0 0,0 0 0,0 1 0,-1-1 0,1 0 0,0 0 0,-1 0 0,1 0 0,-1 1 0,1-1 0,-1 0 0,0 0 0,0 1 0,0-1 0,0 1 0,0-1 0,0 1 0,-2-3 0,1 3 0,1 0 0,0 0 0,-1 1 0,1-1 0,-1 0 0,1 1 0,-1-1 0,0 1 0,1 0 0,-1-1 0,1 1 0,-1 0 0,0 0 0,1 0 0,-1 0 0,0 0 0,-1 1 0,-2 0 0,0 0 0,1 1 0,-1-1 0,1 1 0,0 0 0,-1 1 0,1-1 0,0 1 0,0 0 0,1-1 0,-1 2 0,0-1 0,-4 5 0,6-4 0,-1-1 0,0 1 0,1 0 0,0 0 0,0 0 0,0 0 0,1 0 0,-1 0 0,1 0 0,0 1 0,0-1 0,0 0 0,1 1 0,-1-1 0,1 1 0,0-1 0,0 0 0,1 1 0,1 5 0,-1-5 0,1 0 0,1 1 0,-1-1 0,1 0 0,-1 0 0,2 0 0,-1 0 0,0-1 0,1 1 0,0-1 0,0 0 0,0 0 0,0-1 0,8 6 0,5 1 0,-1-1 0,22 9 0,-24-12 0,0 0 0,-1 1 0,0 1 0,17 12 0,-29-19 0,0 0 0,0-1 0,0 1 0,0 0 0,0 0 0,0 0 0,0 0 0,-1 0 0,1 0 0,0 0 0,-1 0 0,1 0 0,-1 0 0,1 0 0,-1 0 0,1 0 0,-1 1 0,0-1 0,1 0 0,-1 0 0,0 1 0,0-1 0,0 0 0,0 0 0,-1 2 0,1-1 0,-1 0 0,0-1 0,0 1 0,0 0 0,0-1 0,-1 1 0,1-1 0,0 0 0,-1 1 0,1-1 0,0 0 0,-1 0 0,0 1 0,-2 0 0,-5 2 0,0 1 0,0-1 0,-1-1 0,-19 5 0,22-7-195,0 1 0,0-1 0,-1 0 0,1-1 0,0 0 0,-10-1 0,4-2-6631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13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24575,'3'-2'0,"2"-3"0,3-1 0,3 0 0,-1 5 0,0 1 0,-1 4 0,-3 3 0,-1 2 0,-3 5 0,1 3 0,1 2 0,-2 0 0,0 0 0,2-1 0,0-2 0,-1-1 0,-1-3-8191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14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9 24575,'-2'-2'0,"-4"-1"0,-2 0 0,-3 3 0,2 4 0,1 3 0,2 5 0,5 4 0,2 0 0,1-2-8191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14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65 24575,'4'0'0,"0"-1"0,-1 0 0,1 0 0,0 0 0,0 0 0,-1-1 0,1 1 0,-1-1 0,1 0 0,4-3 0,-7 4 0,-1 1 0,1-1 0,0 1 0,0-1 0,0 1 0,0-1 0,-1 1 0,1-1 0,0 0 0,-1 0 0,1 1 0,0-1 0,-1 0 0,1 0 0,-1 0 0,1 0 0,-1 1 0,1-1 0,-1 0 0,0 0 0,0 0 0,1 0 0,-1 0 0,0 0 0,0 0 0,0 0 0,0 0 0,0 0 0,0 0 0,0 0 0,0 0 0,-1 0 0,1 0 0,0 0 0,-1 0 0,1 0 0,0 0 0,-1 1 0,1-1 0,-1 0 0,0 0 0,1 0 0,-1 0 0,-1 0 0,0-1 0,0 1 0,0 0 0,0 0 0,0 0 0,0 1 0,0-1 0,0 0 0,-1 1 0,1 0 0,0-1 0,-1 1 0,1 0 0,0 0 0,0 0 0,-1 0 0,1 1 0,0-1 0,0 1 0,-1-1 0,1 1 0,0 0 0,-4 1 0,-4 3 0,0-1 0,1 1 0,-14 9 0,19-11 0,-1 0 0,1 1 0,0-1 0,0 1 0,0 0 0,1 0 0,0 0 0,-1 1 0,1-1 0,1 1 0,-4 5 0,6-8 0,-1 0 0,0 0 0,1 0 0,0 0 0,-1 0 0,1 0 0,0 0 0,0 0 0,0 0 0,0 0 0,0 0 0,1 0 0,-1 0 0,1 0 0,-1 0 0,1 0 0,0 0 0,0 0 0,-1-1 0,1 1 0,0 0 0,1 0 0,-1-1 0,0 1 0,1-1 0,-1 1 0,0-1 0,1 0 0,0 1 0,-1-1 0,1 0 0,2 1 0,11 6 0,-1-1 0,1 0 0,0-1 0,1-1 0,18 4 0,-19-5 0,0 0 0,0 1 0,0 0 0,-1 1 0,25 15 0,-37-20 0,-1 0 0,0-1 0,1 1 0,-1 0 0,0 0 0,0 1 0,0-1 0,0 0 0,0 0 0,0 0 0,0 1 0,0-1 0,0 0 0,0 1 0,-1-1 0,1 1 0,-1-1 0,1 3 0,-1-3 0,0 0 0,0 0 0,0 0 0,-1 1 0,1-1 0,0 0 0,-1 0 0,1 0 0,0 0 0,-1 0 0,0 0 0,1 0 0,-1 0 0,1 0 0,-1-1 0,0 1 0,0 0 0,0 0 0,-1 1 0,-3 1 0,0 0 0,0 0 0,-1 0 0,1-1 0,-1 0 0,1 0 0,-1 0 0,-6 1 0,2-1-136,-1-1-1,1 0 1,0-1-1,0 0 1,0 0-1,0-1 1,0 0-1,0-1 0,-18-5 1,5-2-6690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14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 24575,'4'0'0,"0"0"0,0 0 0,1 0 0,-1 1 0,0 0 0,0 0 0,0 0 0,0 0 0,0 0 0,0 1 0,0 0 0,0 0 0,0 0 0,-1 0 0,1 1 0,-1-1 0,0 1 0,1 0 0,-1 0 0,-1 0 0,1 0 0,0 0 0,-1 1 0,1 0 0,-1-1 0,0 1 0,0 0 0,2 7 0,0 0 0,1 1 0,-2 0 0,1 0 0,-2 0 0,1 0 0,-2 0 0,0 1 0,0-1 0,-1 1 0,-1-1 0,-3 23 0,2-26 0,0 1 0,-1 0 0,0-1 0,-1 0 0,0 0 0,-1 0 0,1 0 0,-2-1 0,1 0 0,-1 0 0,0 0 0,-1 0 0,0-1 0,0 0 0,-10 6 0,2-2-273,-1-2 0,0 0 0,-1-1 0,-27 10 0,-14 0-6553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0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 24575,'0'-2'0,"0"1"0,0 6 0,-2 7 0,-4 5 0,-2 7 0,0 7 0,-1 7 0,1 6 0,1 3 0,6 2 0,3 0 0,6-1 0,4-5 0,6-4 0,4-7 0,5-7 0,-1-7-8191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1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40 273 24575,'-36'-71'0,"36"71"0,0 0 0,0 0 0,-1 0 0,1 1 0,0-1 0,0 0 0,0 0 0,0 0 0,0 0 0,0 0 0,0 0 0,0 0 0,0 0 0,0 0 0,0 0 0,0 0 0,0 0 0,-1 0 0,1 0 0,0 0 0,0 0 0,0 0 0,0 0 0,0 0 0,0 0 0,0 0 0,0 0 0,0 0 0,0 0 0,0 0 0,0 0 0,-1 0 0,1 0 0,0 0 0,0 0 0,0 0 0,0 0 0,0 0 0,0 0 0,0-1 0,0 1 0,0 0 0,0 0 0,0 0 0,0 0 0,0 0 0,0 0 0,0 0 0,0 0 0,0 0 0,0 0 0,0 0 0,-1 12 0,4 18 0,3 31 0,-2 109 0,-9-273 0,-1-26 0,7 95 0,9-42 0,-8 64 0,0 1 0,2-1 0,-1 1 0,1 0 0,1 0 0,0 1 0,9-15 0,-13 23 0,1 0 0,-1 0 0,1 0 0,0 0 0,-1 0 0,1 0 0,0 0 0,0 1 0,0-1 0,1 1 0,-1-1 0,0 1 0,1 0 0,-1 0 0,0 0 0,1 0 0,-1 0 0,1 1 0,-1-1 0,4 0 0,-2 1 0,-1 1 0,1-1 0,-1 1 0,0-1 0,1 1 0,-1 0 0,0 1 0,0-1 0,0 0 0,0 1 0,0-1 0,0 1 0,0 0 0,2 3 0,0-2 0,-1 1 0,1 0 0,-1 1 0,0-1 0,-1 1 0,1 0 0,-1 0 0,0 0 0,0 0 0,0 1 0,-1-1 0,0 1 0,0-1 0,0 1 0,-1 0 0,0 0 0,1 9 0,-2-11 0,-1 0 0,0 0 0,0 0 0,0 0 0,0 0 0,0 0 0,-1-1 0,1 1 0,-1 0 0,0-1 0,-1 1 0,1-1 0,0 0 0,-1 0 0,-4 5 0,-4 1 0,-1 0 0,1 0 0,-14 6 0,4-1 0,20-14 0,1 0 0,0 0 0,0 0 0,0 0 0,0 0 0,0 0 0,0 0 0,0 0 0,0 0 0,-1 0 0,1 0 0,0 0 0,0 0 0,0 0 0,0 1 0,0-1 0,0 0 0,0 0 0,0 0 0,0 0 0,0 0 0,0 0 0,-1 0 0,1 0 0,0 1 0,0-1 0,0 0 0,0 0 0,0 0 0,0 0 0,0 0 0,0 0 0,0 0 0,0 1 0,0-1 0,0 0 0,0 0 0,0 0 0,0 0 0,0 0 0,0 0 0,0 0 0,1 1 0,-1-1 0,0 0 0,0 0 0,0 0 0,0 0 0,0 0 0,0 0 0,0 0 0,10 4 0,21-1 0,-19-2 0,-2 0 0,-1 2 0,1-1 0,-1 1 0,1 1 0,-1-1 0,0 2 0,0-1 0,12 9 0,-18-10 0,0-1 0,0 1 0,0-1 0,-1 1 0,1 0 0,-1 0 0,1 0 0,-1 0 0,0 0 0,0 1 0,1 3 0,-2-4 0,0-1 0,-1 1 0,1-1 0,-1 1 0,0-1 0,0 1 0,0-1 0,0 1 0,0-1 0,0 1 0,-1-1 0,1 1 0,-1-1 0,0 1 0,1-1 0,-1 1 0,0-1 0,-2 3 0,0 0 19,0-1 0,-1 0 0,1 0 0,0 0 0,-1-1 0,0 1 0,0-1 0,0 0 0,0 0 0,-1 0 0,1-1 0,-1 0 0,0 1 0,0-2 0,1 1 0,-1 0 0,-7 0 0,2 0-209,1 0 0,-1-1 1,1-1-1,-1 0 0,1 0 1,-1-1-1,1 0 1,-15-3-1,3-2-6636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1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53 24575,'27'-19'0,"-26"19"0,0-1 0,0 0 0,0 0 0,0 0 0,0 1 0,0-1 0,0 0 0,0 0 0,-1 0 0,1-1 0,0 1 0,-1 0 0,1 0 0,-1 0 0,1 0 0,-1-1 0,0 1 0,0 0 0,1 0 0,-1-1 0,0 1 0,0-2 0,0 3 0,-1-1 0,1 1 0,0-1 0,-1 1 0,1-1 0,0 1 0,-1-1 0,1 1 0,-1 0 0,1-1 0,-1 1 0,1 0 0,-1-1 0,1 1 0,-1 0 0,1-1 0,-1 1 0,0 0 0,1 0 0,-1 0 0,1 0 0,-1 0 0,1 0 0,-1 0 0,0 0 0,1 0 0,-1 0 0,1 0 0,-1 0 0,0 0 0,1 0 0,-1 0 0,1 0 0,-1 1 0,1-1 0,-2 1 0,-21 9 0,13-3 0,1 0 0,1 0 0,-1 1 0,1 0 0,1 0 0,-1 1 0,1 0 0,1 0 0,0 1 0,0 0 0,1 0 0,0 0 0,0 1 0,2-1 0,-1 1 0,1 0 0,-3 22 0,5-24 0,0 0 0,1 1 0,0-1 0,0 0 0,1 0 0,0 0 0,1 1 0,0-1 0,0 0 0,5 9 0,-5-12 0,1 0 0,1-1 0,-1 1 0,1 0 0,0-1 0,0 0 0,0 0 0,1 0 0,-1-1 0,1 1 0,1-1 0,-1 0 0,0-1 0,1 1 0,6 2 0,-5-3-195,-1 0 0,1-1 0,0 0 0,0-1 0,0 1 0,14 0 0,9-2-6631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49 24575,'-5'0'0,"-4"-2"0,-4-1 0,-3 0 0,1-2 0,6 1 0,6 0 0,9-2 0,10 1 0,7-1 0,6 0 0,-1 2-8191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2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90 24575,'-3'-4'0,"0"0"0,0-1 0,1 1 0,0 0 0,-1-1 0,2 0 0,-1 1 0,1-1 0,-2-5 0,3 8 0,-1 0 0,1 0 0,0 0 0,0 0 0,0 0 0,0-1 0,0 1 0,1 0 0,-1 0 0,0 0 0,2-2 0,-2 3 0,0 1 0,1-1 0,-1 0 0,1 0 0,0 0 0,-1 1 0,1-1 0,-1 0 0,1 1 0,0-1 0,0 1 0,-1-1 0,1 1 0,0-1 0,0 1 0,0-1 0,-1 1 0,1 0 0,0-1 0,0 1 0,0 0 0,0 0 0,0 0 0,2 0 0,-1 0 0,0 0 0,0 0 0,0 1 0,0-1 0,0 1 0,0-1 0,0 1 0,0 0 0,0 0 0,0 0 0,0 0 0,0 0 0,-1 0 0,1 1 0,0-1 0,-1 0 0,1 1 0,1 2 0,22 32 0,-17-21 27,-1 0-1,-1 0 0,0 1 0,-1 0 1,0 0-1,-2 0 0,0 1 0,0-1 1,-2 1-1,0-1 0,-1 1 0,-3 25 1,0-22-198,0 1 0,-2-1 1,0 0-1,-2 0 0,0-1 1,-1 0-1,-1 0 0,0-1 1,-20 28-1,1-9-6655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3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56 171 24575,'-3'4'0,"-1"1"0,1 0 0,1 0 0,-1 0 0,1 0 0,0 0 0,0 1 0,0-1 0,1 1 0,-1 6 0,-2 4 0,-4 20 0,1 0 0,2 0 0,1 1 0,2 53 0,5-78 0,2-19 0,5-20 0,16-93 0,18-56 0,-38 158 0,-2 2 0,1 0 0,1 1 0,0 0 0,1 0 0,1 1 0,18-27 0,-25 40 0,0 0 0,0-1 0,0 1 0,0 0 0,0 0 0,0 0 0,0 0 0,1 0 0,-1 0 0,0 0 0,1 0 0,-1 1 0,1-1 0,-1 0 0,1 1 0,-1-1 0,1 1 0,-1 0 0,1-1 0,0 1 0,-1 0 0,3 0 0,-2 1 0,0-1 0,-1 1 0,1 0 0,-1 0 0,1 0 0,-1 0 0,1 0 0,-1 0 0,0 0 0,0 0 0,1 1 0,-1-1 0,0 0 0,0 1 0,0-1 0,0 1 0,0 1 0,4 8 0,0 1 0,-1-1 0,-1 1 0,4 17 0,40 303-1365,-45-310-5461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3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2 301 24575,'0'0'0,"0"0"0,0 0 0,1 0 0,-1 0 0,0-1 0,0 1 0,0 0 0,0 0 0,0 0 0,1 0 0,-1 0 0,0 0 0,0-1 0,0 1 0,0 0 0,0 0 0,0 0 0,0 0 0,1-1 0,-1 1 0,0 0 0,0 0 0,0 0 0,0-1 0,0 1 0,0 0 0,0 0 0,0 0 0,0-1 0,0 1 0,0 0 0,0 0 0,0 0 0,0 0 0,0-1 0,-1 1 0,1 0 0,0 0 0,0 0 0,0-1 0,0 1 0,0 0 0,0 0 0,0 0 0,0 0 0,-1 0 0,1-1 0,0 1 0,0 0 0,0 0 0,0 0 0,-1 0 0,1 0 0,0 0 0,0 0 0,0 0 0,0 0 0,-1 0 0,1 0 0,0-1 0,0 1 0,0 0 0,-1 0 0,15-10 0,9-1 0,0 1 0,1 0 0,0 2 0,39-8 0,18-6 0,-58 15 0,2-1 0,1-1 0,-1-1 0,35-19 0,-60 29 0,0-1 0,1 1 0,-1 0 0,0 0 0,1-1 0,-1 1 0,0 0 0,1 0 0,-1 0 0,0 0 0,1 0 0,-1-1 0,1 1 0,-1 0 0,0 0 0,1 0 0,-1 0 0,0 0 0,1 0 0,-1 0 0,1 0 0,-1 1 0,0-1 0,1 0 0,-1 0 0,0 0 0,1 0 0,-1 0 0,0 1 0,1-1 0,0 0 0,3 14 0,-5 27 0,0-31 0,-2 186 0,-2-174 0,1-20 0,2-14 0,-3-32 0,-1-7 0,3-1 0,4-79 0,0 123 0,0 0 0,0 0 0,1 0 0,0 0 0,0 1 0,1-1 0,0 1 0,0-1 0,1 1 0,7-10 0,-8 13 0,0 1 0,0-1 0,1 1 0,-1 0 0,1 0 0,0 0 0,0 1 0,0-1 0,0 1 0,0 0 0,1 0 0,-1 0 0,0 1 0,1 0 0,0-1 0,-1 2 0,1-1 0,0 0 0,4 1 0,4 0 0,0 1 0,0 1 0,0 0 0,-1 1 0,1 0 0,-1 1 0,0 0 0,0 1 0,17 9 0,-28-14 0,1 1 0,0 0 0,-1 0 0,1 0 0,-1 0 0,0 0 0,1 1 0,-1-1 0,0 0 0,0 1 0,1-1 0,-1 1 0,0-1 0,-1 1 0,1-1 0,0 1 0,0 0 0,0 2 0,-1-2 0,0 0 0,0-1 0,0 1 0,0 0 0,0-1 0,-1 1 0,1-1 0,-1 1 0,1 0 0,-1-1 0,1 1 0,-1-1 0,0 1 0,0-1 0,0 0 0,-2 3 0,-4 3 0,-1 1 0,0-1 0,-1 0 0,0-1 0,-9 6 0,7-5 0,9-6 0,0 0 0,0 0 0,0 0 0,1 1 0,-1-1 0,1 0 0,-1 1 0,1-1 0,-1 1 0,1 0 0,0 0 0,0-1 0,0 1 0,0 0 0,0 0 0,0 0 0,1 0 0,-1 0 0,0 3 0,1-2 0,0-1 0,1 0 0,-1 1 0,1-1 0,0 0 0,-1 0 0,1 0 0,0 1 0,0-1 0,0 0 0,1 0 0,-1 0 0,1-1 0,-1 1 0,1 0 0,-1 0 0,3 1 0,11 10 0,-8-8 0,-1 1 0,0 0 0,0 0 0,0 1 0,5 7 0,-10-13 0,-1 0 0,1 0 0,0 1 0,-1-1 0,1 0 0,-1 0 0,1 1 0,-1-1 0,0 1 0,1-1 0,-1 0 0,0 1 0,0-1 0,0 0 0,0 1 0,0-1 0,0 1 0,-1-1 0,1 0 0,0 1 0,-1-1 0,1 0 0,-1 1 0,1-1 0,-1 0 0,0 0 0,1 1 0,-1-1 0,0 0 0,0 0 0,0 0 0,0 0 0,0 0 0,0 0 0,0 0 0,0-1 0,-2 2 0,-5 3 0,1-1 0,-2 0 0,1 0 0,0 0 0,-1-1 0,-18 4 0,7-3 0,-41 2 0,55-5-227,0-2-1,0 1 1,0 0-1,0-1 1,-10-3-1,0-2-6598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4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15 114 24575,'1'0'0,"-1"0"0,0 0 0,0-1 0,0 1 0,0 0 0,0 0 0,0 0 0,0 0 0,0 0 0,1-1 0,-1 1 0,0 0 0,0 0 0,0 0 0,0 0 0,1 0 0,-1 0 0,0 0 0,0 0 0,0-1 0,0 1 0,1 0 0,-1 0 0,0 0 0,0 0 0,0 0 0,1 0 0,-1 0 0,0 0 0,0 0 0,0 0 0,1 0 0,-1 0 0,0 0 0,0 1 0,0-1 0,0 0 0,1 0 0,1 8 0,-3 12 0,-2 14 0,1 1 0,1-1 0,6 45 0,-2-24 0,-5-35 0,-2-14 0,-2-13 0,4 0 0,-1-1 0,1 0 0,0 0 0,1 0 0,0 0 0,0-14 0,4-50 0,0 44 0,1 0 0,9-34 0,-9 47 0,1 1 0,1 0 0,-1 0 0,2 0 0,15-23 0,-20 34 0,-1 1 0,1 0 0,-1 0 0,1 0 0,0 1 0,-1-1 0,1 0 0,0 0 0,0 1 0,1 0 0,-1-1 0,0 1 0,0 0 0,1 0 0,-1 0 0,0 0 0,5-1 0,-6 3 0,1-1 0,0 0 0,0 0 0,-1 1 0,1-1 0,0 1 0,-1 0 0,1-1 0,0 1 0,-1 0 0,1 0 0,-1 0 0,1 0 0,-1 0 0,0 0 0,1 0 0,-1 1 0,0-1 0,0 0 0,0 1 0,0-1 0,0 1 0,0-1 0,0 1 0,1 3 0,12 28 0,-2 1 0,-1 0 0,11 62 0,-11-48 0,-1 9-1365,-7-35-5461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4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0 327 24575,'1'-1'0,"-1"0"0,1-1 0,-1 1 0,1 0 0,-1-1 0,1 1 0,-1 0 0,1 0 0,0-1 0,0 1 0,0 0 0,0 0 0,0 0 0,0 0 0,0 0 0,0 0 0,2-1 0,24-15 0,-22 15 0,34-17 0,0 1 0,55-15 0,-59 23 0,-1-3 0,0 0 0,-1-3 0,34-20 0,-64 34 0,-2 1 0,1 1 0,-1-1 0,1 0 0,-1 0 0,1 0 0,-1-1 0,0 1 0,0 0 0,0 0 0,1-1 0,-1 1 0,0 0 0,-1-1 0,2-2 0,-5 29 0,1 0 0,1 0 0,1 0 0,1 1 0,1-1 0,6 28 0,-3-15 0,2 67 0,-7-105 0,0 0 0,0 0 0,0 1 0,0-1 0,0 0 0,0 1 0,0-1 0,0 0 0,0 1 0,0-1 0,0 0 0,0 0 0,0 1 0,0-1 0,0 0 0,-1 1 0,1-1 0,0 0 0,0 0 0,0 1 0,0-1 0,0 0 0,-1 0 0,1 1 0,0-1 0,0 0 0,-1 0 0,1 0 0,0 1 0,0-1 0,-1 0 0,1 0 0,-8-5 0,-6-16 0,4 1 0,1 1 0,1-1 0,1-1 0,1 0 0,1 0 0,0 0 0,2 0 0,0-1 0,2 1 0,0-1 0,2 0 0,0 1 0,6-30 0,-6 44 0,1 1 0,0 0 0,0 0 0,0 0 0,1 0 0,0 0 0,0 0 0,1 1 0,0 0 0,0-1 0,0 1 0,0 1 0,1-1 0,0 1 0,6-6 0,-6 8 0,-1-1 0,0 1 0,1 0 0,0 0 0,-1 0 0,1 1 0,0 0 0,0 0 0,0 0 0,-1 0 0,1 1 0,0 0 0,0 0 0,0 0 0,0 0 0,0 1 0,0 0 0,0 0 0,0 0 0,7 4 0,-8-3 0,1 0 0,0 0 0,0 1 0,-1-1 0,0 1 0,1 0 0,-1 1 0,0-1 0,0 1 0,-1 0 0,1 0 0,-1 0 0,5 7 0,-7-8 0,0-1 0,1 1 0,-1 0 0,0 0 0,0 0 0,-1 0 0,1 0 0,-1 0 0,1 0 0,-1 0 0,0 0 0,0 0 0,0 0 0,-1 0 0,1 0 0,-1 0 0,1 0 0,-1 0 0,0-1 0,0 1 0,-1 0 0,1 0 0,0-1 0,-1 1 0,-2 3 0,-1-1 31,0 1 0,0 0 0,-1-1 0,1 0 0,-1 0 0,0-1 0,-1 0 0,1 0 1,-1 0-1,-9 3 0,1-1-458,0-1 0,0-1 1,-30 5-1,20-6-6399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88 24575,'1'0'0,"1"0"0,-1 0 0,1 0 0,0 0 0,-1 0 0,1 0 0,-1-1 0,1 1 0,-1-1 0,0 1 0,1-1 0,-1 0 0,1 1 0,-1-1 0,0 0 0,0 0 0,1 0 0,-1 0 0,2-2 0,-3 3 0,0-1 0,0 1 0,0-1 0,1 1 0,-1 0 0,0-1 0,0 1 0,0-1 0,0 1 0,0 0 0,0-1 0,0 1 0,0-1 0,0 1 0,0-1 0,0 1 0,0 0 0,0-1 0,0 1 0,0-1 0,-1 1 0,1 0 0,0-1 0,0 1 0,-1-1 0,0 0 0,0 0 0,0 0 0,0 0 0,0 0 0,0 0 0,-1 0 0,1 0 0,0 1 0,-1-1 0,1 1 0,-3-2 0,1 1 0,0 0 0,0 0 0,-1 1 0,1-1 0,0 1 0,0-1 0,-1 1 0,1 0 0,0 0 0,-1 1 0,1-1 0,0 1 0,-1 0 0,1-1 0,0 1 0,0 1 0,-4 1 0,3-1 0,-1 1 0,1 0 0,0 0 0,0 1 0,0-1 0,0 1 0,1 0 0,-1 0 0,1 1 0,-3 3 0,0 3 0,0 1 0,1-1 0,0 1 0,1 0 0,0 0 0,1 1 0,0-1 0,-1 16 0,3-22 0,1 0 0,0 0 0,0 0 0,1 0 0,0 0 0,0 0 0,0 0 0,0-1 0,1 1 0,0 0 0,1-1 0,-1 1 0,1-1 0,0 0 0,0 0 0,0 0 0,1 0 0,0-1 0,0 1 0,0-1 0,0 0 0,1 0 0,0-1 0,0 1 0,9 4 0,-6-4 0,0 0 0,0-1 0,0 0 0,1-1 0,0 0 0,-1 0 0,1-1 0,0 0 0,0 0 0,-1-1 0,1 0 0,0-1 0,0 0 0,0 0 0,-1-1 0,17-5 0,-17 4 0,1-1 0,-1 0 0,0 0 0,0 0 0,-1-1 0,1-1 0,-1 1 0,0-1 0,-1-1 0,1 1 0,-1-1 0,0 0 0,-1 0 0,0-1 0,0 1 0,0-1 0,-1 0 0,5-15 0,-7 15 0,0 1 0,0-1 0,-1 0 0,0 1 0,0-1 0,-1 0 0,0 0 0,0 1 0,-1-1 0,0 0 0,0 0 0,-1 1 0,0-1 0,0 1 0,-1 0 0,0-1 0,0 1 0,-1 0 0,0 1 0,0-1 0,-1 1 0,-6-7 0,5 6 31,0 1 0,-1 0 0,0 1 0,0-1 0,0 1 0,-1 1 0,1 0 0,-1 0 1,-1 0-1,-11-3 0,14 5-153,-1 0 0,0 0 0,0 1 0,0 0 0,-1 0 0,1 1 0,0 0 0,0 0 0,0 1 1,0 0-1,0 0 0,0 1 0,-9 2 0,2 3-6704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5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24575,'0'-3'0,"0"-2"0,0-3 0,2-1 0,1 5 0,0 6 0,2 6 0,0 7 0,-1 6 0,-1 5 0,-2 6 0,1 3 0,-4 1 0,-1-2 0,0-1 0,0-4 0,-1-5 0,0-7-8191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13 270 24575,'-6'-84'0,"3"65"0,1 0 0,0 0 0,2 0 0,3-32 0,-2 48 0,-1 0 0,0 0 0,1 1 0,0-1 0,0 0 0,0 1 0,0-1 0,0 1 0,0-1 0,1 1 0,-1-1 0,1 1 0,0 0 0,0 0 0,0 0 0,0 0 0,0 0 0,0 0 0,0 1 0,0-1 0,1 1 0,-1-1 0,1 1 0,-1 0 0,1 0 0,-1 0 0,1 0 0,0 1 0,0-1 0,-1 1 0,1-1 0,0 1 0,0 0 0,4 0 0,3 1 0,1 1 0,0 0 0,-1 0 0,1 1 0,-1 0 0,0 1 0,17 8 0,-12-4 0,0 1 0,0 0 0,-1 1 0,-1 0 0,1 2 0,20 22 0,-28-27 0,0 0 0,0 1 0,-1 0 0,0 0 0,0 0 0,-1 0 0,0 1 0,0 0 0,-1 0 0,0 0 0,-1 0 0,0 0 0,-1 0 0,1 11 0,-2-15 12,0 0 1,0 0-1,-1 1 0,0-1 0,0 0 0,-1 0 1,1 0-1,-1 0 0,0 0 0,0 0 0,-1-1 1,0 1-1,-3 4 0,1-3 9,0 1 1,-1-1-1,0-1 0,0 1 1,-1-1-1,1 0 0,-14 7 1,8-6-178,-1 0 1,1-1 0,-1-1 0,1 0 0,-1 0 0,-1-1 0,1-1-1,0 0 1,-1-1 0,-14-1 0,6-2-6671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6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194 188 24575,'2'0'0,"0"-1"0,0 1 0,0-1 0,0 0 0,0 0 0,0 0 0,0 0 0,-1 0 0,1 0 0,0 0 0,-1-1 0,1 1 0,-1 0 0,1-1 0,-1 0 0,0 1 0,1-1 0,1-3 0,-1 2 0,0 0 0,-1 0 0,1 0 0,0-1 0,-1 1 0,0 0 0,0-1 0,0 1 0,0-1 0,0-4 0,-1 6 0,-1-1 0,1 1 0,-1 0 0,1 0 0,-1 0 0,1-1 0,-1 1 0,0 0 0,0 0 0,0 0 0,-1 0 0,1 0 0,0 1 0,-1-1 0,1 0 0,-1 1 0,0-1 0,1 0 0,-1 1 0,0 0 0,0-1 0,0 1 0,0 0 0,0 0 0,0 0 0,0 1 0,0-1 0,0 0 0,-1 1 0,1-1 0,0 1 0,-3 0 0,-2-1 0,0 0 0,0 1 0,0 0 0,0 0 0,0 1 0,0 0 0,0 0 0,0 1 0,-8 3 0,5-1 0,1 0 0,0 1 0,0 1 0,0-1 0,1 1 0,0 1 0,0 0 0,-11 12 0,16-15 0,1-1 0,-1 1 0,1 0 0,-1-1 0,1 1 0,1 0 0,-1 0 0,0 0 0,1 1 0,-1 4 0,1-6 0,1 0 0,0-1 0,0 1 0,0 0 0,0 0 0,1-1 0,-1 1 0,1 0 0,0 0 0,-1-1 0,1 1 0,0-1 0,1 1 0,-1-1 0,0 1 0,1-1 0,2 4 0,0-2 0,-1-1 0,1 1 0,0 0 0,1-1 0,-1 0 0,1 0 0,-1-1 0,1 1 0,0-1 0,0 0 0,0 0 0,0 0 0,0-1 0,0 0 0,1 0 0,-1 0 0,0 0 0,1-1 0,-1 0 0,10-1 0,-3-1 0,0 1 0,-1-2 0,0 0 0,1 0 0,-1-1 0,-1 0 0,1 0 0,16-11 0,-20 10 0,0 0 0,-1 0 0,1-1 0,-1 0 0,0 0 0,-1 0 0,9-13 0,-12 15 0,1 1 0,-1-1 0,0 0 0,-1 0 0,1 1 0,-1-1 0,1 0 0,-1 0 0,0 0 0,-1-1 0,1 1 0,-1 0 0,1 0 0,-1 0 0,-1-1 0,1 1 0,-2-6 0,2 10 0,0 0 0,0 0 0,0 0 0,1-1 0,-1 1 0,0 0 0,0 0 0,0 0 0,0 0 0,0 0 0,0 0 0,0-1 0,0 1 0,0 0 0,0 0 0,0 0 0,0 0 0,0 0 0,0 0 0,-1-1 0,1 1 0,0 0 0,0 0 0,0 0 0,0 0 0,0 0 0,0 0 0,0 0 0,0-1 0,0 1 0,0 0 0,0 0 0,-1 0 0,1 0 0,0 0 0,0 0 0,0 0 0,0 0 0,0 0 0,0 0 0,0 0 0,-1 0 0,1 0 0,0 0 0,0 0 0,0 0 0,0 0 0,0 0 0,0 0 0,-1 0 0,1 0 0,0 0 0,0 0 0,0 0 0,0 0 0,0 0 0,0 0 0,-1 0 0,1 0 0,0 0 0,0 0 0,0 0 0,0 0 0,0 0 0,0 1 0,-5 11 0,0 18 0,5-22 0,0 0 0,0-1 0,1 1 0,0-1 0,0 1 0,1-1 0,0 1 0,0-1 0,1 0 0,0 1 0,0-2 0,1 1 0,5 9 0,-6-13 0,0 1 0,-1-1 0,1 0 0,0 0 0,0-1 0,0 1 0,1-1 0,-1 0 0,1 1 0,-1-1 0,1-1 0,0 1 0,0-1 0,0 1 0,0-1 0,0 0 0,0 0 0,0-1 0,0 1 0,0-1 0,0 0 0,0 0 0,0 0 0,0-1 0,0 1 0,7-3 0,-4 1 0,0 0 0,-1 0 0,1-1 0,-1 0 0,0 0 0,0-1 0,0 0 0,0 0 0,-1 0 0,0-1 0,0 1 0,0-1 0,0 0 0,-1-1 0,1 1 0,-1-1 0,-1 0 0,1 0 0,-1 0 0,0-1 0,4-12 0,-4 6 0,0 0 0,0 0 0,-1 0 0,-1-1 0,0 1 0,-1 0 0,-1-1 0,0 1 0,0-1 0,-6-18 0,0 14 0,7 18 0,0 0 0,-1-1 0,1 1 0,0 0 0,0 0 0,0 0 0,0 0 0,-1 0 0,1 0 0,0 0 0,0 0 0,0 0 0,0 0 0,-1-1 0,1 1 0,0 0 0,0 0 0,0 0 0,-1 0 0,1 0 0,0 0 0,0 1 0,0-1 0,0 0 0,-1 0 0,1 0 0,0 0 0,0 0 0,0 0 0,-1 0 0,1 0 0,0 0 0,0 0 0,0 0 0,0 1 0,0-1 0,-1 0 0,1 0 0,0 0 0,0 0 0,0 0 0,0 1 0,0-1 0,-2 3 0,1-1 0,0 1 0,0 0 0,0 0 0,1 0 0,-1 0 0,0 0 0,1 0 0,0 4 0,0 11 0,1 1 0,1-1 0,1 0 0,0 0 0,2-1 0,0 1 0,1-1 0,9 21 0,-7-23 0,-1 0 0,1-1 0,1 0 0,1 0 0,0-1 0,1-1 0,0 1 0,0-2 0,19 15 0,-28-25-136,1 1-1,-1 0 1,1 0-1,0-1 1,0 0-1,-1 1 1,1-1-1,0 0 0,5 0 1,2 0-6690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102 241 24575,'-13'-7'0,"3"3"0,0-1 0,1 0 0,-1-1 0,1 0 0,0 0 0,1-1 0,-12-11 0,20 17 0,-1 1 0,1-1 0,0 1 0,-1-1 0,1 1 0,0-1 0,0 1 0,-1-1 0,1 1 0,0-1 0,0 1 0,0-1 0,0 0 0,0 1 0,0-1 0,0 1 0,0-1 0,0 1 0,0-1 0,0 0 0,0 1 0,0-1 0,0 1 0,0-1 0,1 0 0,-1 1 0,0-1 0,0 1 0,1-1 0,-1 1 0,0-1 0,1 1 0,-1 0 0,1-1 0,-1 1 0,0-1 0,1 1 0,-1 0 0,1-1 0,-1 1 0,1 0 0,-1-1 0,1 1 0,0 0 0,-1 0 0,1 0 0,-1-1 0,2 1 0,31-7 0,36 3 0,89 6 0,-90 1 0,95-8 0,-156 5 0,0-1 0,0-1 0,0 1 0,-1-1 0,12-4 0,-17 5 0,0 1 0,-1-1 0,1 1 0,0 0 0,0-1 0,0 0 0,-1 1 0,1-1 0,0 1 0,0-1 0,-1 0 0,1 1 0,-1-1 0,1 0 0,-1 0 0,1 0 0,-1 0 0,1 1 0,-1-1 0,1 0 0,-1 0 0,0 0 0,0 0 0,0 0 0,1 0 0,-1 0 0,0 0 0,0 0 0,0 0 0,0 0 0,-1 0 0,1 0 0,0 0 0,0 1 0,0-1 0,-1 0 0,1 0 0,-1 0 0,1 0 0,0 0 0,-1 0 0,0 1 0,1-1 0,-1 0 0,1 0 0,-1 1 0,0-1 0,0 0 0,-1 0 0,-7-8 0,-1 0 0,0 0 0,-1 1 0,0 1 0,0 0 0,-1 0 0,0 1 0,0 1 0,0 0 0,-1 1 0,1 0 0,-1 0 0,0 2 0,-19-3 0,29 5 0,0 0 0,0 0 0,0 1 0,0-1 0,0 1 0,0-1 0,0 1 0,0 0 0,0 0 0,1 0 0,-1 0 0,0 1 0,1-1 0,-1 1 0,1 0 0,-1 0 0,1-1 0,-4 6 0,3-3 0,0 0 0,1 0 0,-1 0 0,1 0 0,0 1 0,0-1 0,1 1 0,-1-1 0,1 1 0,0-1 0,0 6 0,0 0 0,0 0 0,1 0 0,1 0 0,-1 0 0,1 0 0,1-1 0,0 1 0,1 0 0,-1-1 0,2 1 0,4 9 0,-4-13 0,0-1 0,0 1 0,1-1 0,-1 0 0,1 0 0,1-1 0,-1 1 0,0-1 0,1 0 0,0-1 0,0 0 0,0 1 0,1-2 0,-1 1 0,1-1 0,-1 0 0,1 0 0,0-1 0,-1 0 0,1 0 0,9-1 0,-11 1 0,-1-1 0,1 0 0,0 0 0,0-1 0,0 0 0,-1 0 0,1 0 0,0 0 0,-1-1 0,1 1 0,-1-1 0,1 0 0,-1-1 0,0 1 0,0-1 0,0 0 0,0 0 0,0 0 0,-1 0 0,0-1 0,1 1 0,-1-1 0,0 0 0,-1 0 0,1 0 0,-1-1 0,0 1 0,0 0 0,0-1 0,2-7 0,-3 7 0,1-1 0,-1 1 0,0-1 0,-1 1 0,0-1 0,1 1 0,-2-1 0,1 1 0,-1-1 0,0 0 0,0 1 0,0 0 0,-4-9 0,16 58 0,-6-29 69,2 0-1,-1-1 0,2 0 0,15 22 1,-18-29-225,0-1 1,0 1 0,1-2 0,0 1 0,0 0 0,1-1 0,-1 0-1,1-1 1,0 0 0,14 6 0,1-2-6671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14 157 24575,'0'-7'0,"0"-9"0,0 1 0,1 0 0,1 0 0,6-26 0,-8 38 0,1 1 0,-1-1 0,1 1 0,0 0 0,0-1 0,0 1 0,0 0 0,0 0 0,1 0 0,-1 0 0,1 0 0,-1 0 0,1 0 0,0 0 0,0 1 0,-1-1 0,1 1 0,1-1 0,-1 1 0,0 0 0,0 0 0,0 0 0,1 0 0,-1 0 0,0 0 0,1 1 0,-1-1 0,0 1 0,1-1 0,-1 1 0,1 0 0,-1 0 0,1 0 0,-1 1 0,1-1 0,-1 0 0,4 2 0,2 1 0,1 0 0,-1 0 0,0 1 0,-1 0 0,1 1 0,-1 0 0,0 0 0,0 0 0,0 1 0,-1 0 0,8 9 0,5 7 0,32 50 0,-38-52 0,-2 1 0,0 0 0,-1 0 0,-1 1 0,-1 1 0,-1-1 0,7 36 0,-13-48 0,0 0 0,-1-1 0,0 1 0,0 0 0,-1 0 0,0-1 0,-1 1 0,0-1 0,-4 12 0,4-15 0,-1 1 0,-1-1 0,1 1 0,-1-1 0,0 0 0,0 0 0,-1-1 0,0 1 0,0-1 0,0 0 0,-1-1 0,1 1 0,-11 6 0,4-5 57,1 0 0,-1-1 0,0-1 0,0 1 0,-25 4 0,-63 3-1764,30-8-5119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4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24575,'-28'28'0,"2"1"0,0 1 0,2 2 0,2 0 0,0 1 0,3 2 0,-17 37 0,29-53 0,0 0 0,2 0 0,0 1 0,1 0 0,1-1 0,-1 34 0,4-37 0,1 0 0,1 0 0,0 0 0,1 0 0,1 0 0,0-1 0,2 0 0,-1 0 0,10 17 0,-4-13-59,1 0 0,1-1-1,0-1 1,1 0-1,1-1 1,0-1 0,2 0-1,-1-1 1,2 0 0,0-2-1,0 0 1,1-1 0,1-1-1,0-1 1,0 0-1,0-2 1,1 0 0,1-1-1,-1-2 1,1 0 0,-1-1-1,30 0 1,-5-6-6767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4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24575,'0'4'0,"1"1"0,0-1 0,0 0 0,0 0 0,1 0 0,2 5 0,5 16 0,0 23 0,-2 1 0,0 52 0,-6 102 0,-3-107 0,12 191 0,-2-215 0,31 139 0,-26-170-682,25 59-1,-32-86-6143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5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62 24575,'-1'-1'0,"1"0"0,-1 0 0,-1 1 0,1-1 0,0 0 0,0 0 0,0 1 0,0-1 0,0 1 0,-1-1 0,1 1 0,0-1 0,0 1 0,-1 0 0,1 0 0,0 0 0,-1 0 0,1 0 0,0 0 0,-3 0 0,2 1 0,-1-1 0,0 1 0,0 0 0,0 1 0,0-1 0,1 0 0,-1 1 0,-4 3 0,-2 3 0,-1 0 0,1 1 0,-10 13 0,17-19 0,-149 191 0,150-193 0,-1 1 0,1-1 0,0 0 0,-1 1 0,1-1 0,-1 0 0,1 0 0,-1 0 0,0 0 0,-1 1 0,0-5 0,9-11 0,27-48 0,-16 28 0,0 1 0,3 1 0,0 0 0,41-45 0,-58 73 0,1 1 0,0-1 0,0 1 0,0 0 0,0 0 0,0 0 0,1 1 0,-1-1 0,1 1 0,0 0 0,8-2 0,-10 3 0,0 1 0,0 0 0,0 0 0,0 0 0,0 0 0,0 1 0,0-1 0,0 1 0,0-1 0,0 1 0,0 0 0,0 0 0,0 1 0,0-1 0,-1 0 0,1 1 0,-1 0 0,1-1 0,-1 1 0,5 4 0,5 9-41,0 0 0,-1 0 0,-1 1 0,0 0 0,13 32 0,-9-20-1078,8 14-5707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179 853 24575,'23'-22'0,"-12"12"0,-1-1 0,1 1 0,-2-2 0,1 1 0,-2-1 0,10-17 0,-8 7 0,-2 0 0,0-1 0,-1 0 0,-1 0 0,-2 0 0,4-41 0,-5 2 0,-7-84 0,4 143 0,-15-142 0,13 130 0,-1 1 0,-1-1 0,0 1 0,-1 0 0,-1 0 0,0 0 0,-13-19 0,17 29 0,0 1 0,-1-1 0,0 1 0,1 0 0,-1 0 0,0 0 0,-1 0 0,1 1 0,0-1 0,-1 1 0,0 0 0,1 0 0,-1 0 0,0 1 0,0-1 0,0 1 0,0 0 0,0 0 0,-7 0 0,6 1 0,0 0 0,0 0 0,1 1 0,-1 0 0,0 0 0,1 1 0,-1-1 0,1 1 0,0 0 0,-1 0 0,1 0 0,0 1 0,0-1 0,0 1 0,1 0 0,-1 0 0,-3 5 0,-4 4 0,0 1 0,2 1 0,0 0 0,0 0 0,1 0 0,1 1 0,0 1 0,2-1 0,-1 1 0,2 0 0,-4 23 0,0 10 0,3 0 0,2 79 0,11 3 0,39 210 0,2-1 0,-47-317 114,-1-1 0,-3 32 0,1-46-285,0 0 0,0 0 1,-1 0-1,0 0 0,-1 0 1,1-1-1,-2 1 0,1-1 1,-9 14-1,0-7-6655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6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24575,'2'-5'0,"1"0"0,0 1 0,1-1 0,-1 1 0,1 0 0,0 0 0,0 0 0,0 0 0,1 0 0,-1 1 0,1 0 0,-1 0 0,1 0 0,0 1 0,1 0 0,-1 0 0,0 0 0,1 0 0,-1 1 0,0 0 0,1 0 0,9 0 0,10 1 0,-1 0 0,1 2 0,48 10 0,-8-1 0,-57-10 0,1 0 0,0 0 0,0-1 0,0 0 0,14-1 0,-21 1 0,-1-1 0,1 1 0,-1 0 0,1-1 0,-1 1 0,1-1 0,-1 1 0,1-1 0,-1 1 0,0-1 0,1 0 0,-1 0 0,0 0 0,0 0 0,1 0 0,-1 0 0,0 0 0,0 0 0,0-1 0,0 1 0,-1 0 0,1-1 0,0 1 0,-1 0 0,1-1 0,0 1 0,-1-1 0,0 1 0,1-1 0,-1 1 0,0-1 0,0 1 0,0-3 0,-3-9 0,3 13 0,0-1 0,0 1 0,0 0 0,-1 0 0,1 0 0,0 0 0,0 0 0,0-1 0,-1 1 0,1 0 0,0 0 0,0 0 0,-1 0 0,1 0 0,0 0 0,0 0 0,-1 0 0,1 0 0,0 0 0,0 0 0,-1 0 0,1 0 0,0 0 0,0 0 0,-1 0 0,1 0 0,0 1 0,0-1 0,-1 0 0,1 0 0,-1 1 0,-1 0 0,1 0 0,0 0 0,0 0 0,0 0 0,0 0 0,0 0 0,0 1 0,1-1 0,-1 0 0,0 1 0,1-1 0,-1 0 0,1 1 0,-1 1 0,-4 25 0,2 0 0,1-1 0,2 1 0,0 0 0,6 33 0,2-19-1365,-2-28-5461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60 24575,'0'-4'0,"-3"-7"0,-2-3 0,-4 0 0,-1 3 0,0 6 0,-1 5 0,3 6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24575,'1'0'0,"-1"0"0,1 0 0,0 0 0,0 1 0,-1-1 0,1 0 0,0 1 0,-1-1 0,1 0 0,0 1 0,-1-1 0,1 1 0,0-1 0,-1 1 0,1-1 0,-1 1 0,1 0 0,-1-1 0,0 1 0,1 0 0,-1-1 0,1 1 0,-1 0 0,0-1 0,0 1 0,1 0 0,-1 0 0,0 0 0,0-1 0,0 1 0,0 0 0,0 0 0,0 0 0,0 38 0,-1-20 0,1-11 0,1 1 0,0-1 0,1 0 0,0 1 0,0-1 0,1 0 0,0 0 0,0-1 0,9 15 0,-11-20 0,0 0 0,1 0 0,-1 0 0,1 0 0,0 0 0,0-1 0,0 1 0,0 0 0,0-1 0,0 1 0,0-1 0,0 0 0,0 0 0,1 0 0,-1 0 0,1 0 0,-1 0 0,0-1 0,1 1 0,-1-1 0,1 1 0,-1-1 0,1 0 0,0 0 0,-1 0 0,1-1 0,-1 1 0,1 0 0,-1-1 0,1 0 0,-1 0 0,0 1 0,1-2 0,-1 1 0,0 0 0,3-2 0,0 0 0,0 0 0,0 0 0,0-1 0,-1 0 0,1 0 0,-1 0 0,0 0 0,0 0 0,0-1 0,-1 0 0,0 0 0,0 0 0,0 0 0,0 0 0,-1-1 0,0 1 0,0-1 0,-1 0 0,1 1 0,-1-1 0,0 0 0,0-8 0,-2 7 0,1 0 0,-1 0 0,0 1 0,0-1 0,0 0 0,-1 1 0,0-1 0,-1 1 0,1 0 0,-1-1 0,-1 1 0,1 1 0,-1-1 0,0 0 0,0 1 0,-1 0 0,1 0 0,-1 0 0,-6-4 0,2 2 0,-1 1 0,1 0 0,-1 1 0,0 0 0,-1 1 0,1 0 0,-13-3 0,64 15 0,0-2 0,61 1 0,47 7 0,-145-14 0,0 1 0,0 0 0,0 0 0,0 0 0,0 0 0,-1 1 0,1-1 0,0 1 0,-1 0 0,1 0 0,-1 0 0,0 1 0,0-1 0,0 1 0,0 0 0,0 0 0,3 4 0,-4-2 0,1 0 0,0 0 0,-1 1 0,0-1 0,0 1 0,-1-1 0,0 1 0,0 0 0,0 0 0,0 0 0,-1 7 0,0 6 0,1-6 0,0 1 0,-2-1 0,1 1 0,-6 24 0,2-31 0,1-15 0,2-14 0,6 4 0,0 1 0,2 0 0,0 1 0,0-1 0,2 1 0,0 1 0,22-29 0,-28 40 0,1-1 0,0 1 0,1 0 0,-1 0 0,1 0 0,-1 0 0,1 1 0,0 0 0,1 0 0,6-3 0,-10 5 0,-1 1 0,1-1 0,0 1 0,-1-1 0,1 1 0,0 0 0,0 0 0,-1 0 0,1 0 0,0 0 0,-1 0 0,1 1 0,0-1 0,-1 0 0,1 1 0,0-1 0,-1 1 0,1 0 0,-1-1 0,1 1 0,-1 0 0,1 0 0,-1 0 0,1 0 0,-1 0 0,0 1 0,0-1 0,0 0 0,0 1 0,0-1 0,0 0 0,0 1 0,0-1 0,0 1 0,0-1 0,-1 1 0,1 0 0,-1-1 0,1 3 0,4 12 62,-1 1 1,-1 0-1,0 0 0,0 23 0,-2-17-900,7 31 0,-5-44-5988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7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29 24575,'0'-5'0,"-3"-4"0,-2 0 0,-3 4 0,-1 5 0,2 4 0,2 5 0,4 2 0,2 2 0,4 1 0,0-2-8191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8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24575,'-1'0'0,"1"0"0,-1 0 0,1 1 0,-1-1 0,0 0 0,1 1 0,-1-1 0,1 0 0,-1 1 0,1-1 0,-1 1 0,1-1 0,-1 1 0,1-1 0,-1 1 0,1 0 0,0-1 0,-1 1 0,1-1 0,0 1 0,-1 0 0,1-1 0,0 1 0,0 0 0,0-1 0,0 1 0,0 0 0,0-1 0,0 1 0,0 0 0,0 0 0,0 23 0,13 404 0,-14-297 0,-1 71 0,9 362 0,-5-507 0,16 86 0,-15-127 0,1-1 0,0 1 0,1-1 0,1 0 0,0 0 0,1-1 0,0 0 0,2 0 0,-1 0 0,15 16 0,-18-26 0,-1 0 0,1-1 0,0 1 0,-1-1 0,1 0 0,1 0 0,-1-1 0,0 1 0,1-1 0,0 0 0,-1-1 0,1 1 0,0-1 0,0 0 0,6 0 0,13-1 0,-1 0 0,34-5 0,-31 2 0,882-44-774,-110 44 583,-248 2 227,-171-18-36,-371 18 0,-4 1 0,0 0 0,-1-1 0,1 0 0,0 0 0,0 0 0,0 0 0,-1-1 0,1 0 0,4-2 0,-9 4 1,0 0 1,0 0-1,0 0 1,0 0-1,0-1 1,1 1-1,-1 0 1,0 0-1,0 0 1,0 0-1,0 0 1,0 0-1,0-1 1,1 1-1,-1 0 1,0 0 0,0 0-1,0 0 1,0 0-1,0-1 1,0 1-1,0 0 1,0 0-1,0 0 1,0 0-1,0-1 1,0 1-1,0 0 1,0 0-1,0 0 1,0 0-1,0-1 1,0 1-1,0 0 1,0 0 0,0 0-1,0 0 1,0-1-1,-1 1 1,1 0-1,0 0 1,0 0-1,0 0 1,0 0-1,0-1 1,0 1-1,-11-6 180,-17-1 303,27 6-446,-134-27-1248,85 18-5616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38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24575,'172'-11'0,"360"14"-862,-236 3 510,361-6 366,264 4-91,-896-3 8,113 1-54,209 29 1,-338-29 164,-2-1 132,0 0 0,0 1 0,1 0 0,7 3 0,-14-4-149,1-1 0,-1 1 0,0 0 1,1-1-1,-1 1 0,0 0 0,0 0 0,0 0 0,0 0 1,0 0-1,0 0 0,0 0 0,0 1 0,0-1 0,-1 0 1,1 0-1,0 1 0,-1-1 0,1 0 0,-1 1 0,1-1 0,-1 1 1,0-1-1,1 0 0,-1 1 0,0 2 0,7 137-25,1-35 0,-8 355 0,2 24 0,4-419 0,-3-46 0,-1 1 0,-1 27 0,-1-47 10,0 0 0,-1 0 0,1 1 0,0-1 0,-1 0 0,1 0 0,-1 0 0,1 1 0,-1-1 0,0 0 0,1 0 0,-1 0 0,0 0 0,0 0 0,0 0 0,0 0 0,0-1 0,0 1 0,0 0 0,0 0 0,0-1 0,0 1 0,0-1 0,0 1 0,-1-1 0,1 1 0,0-1 0,0 0 0,-1 0 0,1 1 0,-2-1 0,-6 1-184,0-1 0,0 0 0,-13-1 0,8 0-815,-8 0-5837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1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24575,'1'4'0,"0"1"0,-1-1 0,0 1 0,0-1 0,0 1 0,-1 5 0,1-2 0,-24 218 0,6-92 0,23-154-1365,-2 9-5461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2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1487 24575,'0'1'0,"0"-1"0,-1 1 0,1-1 0,-1 1 0,1-1 0,0 1 0,-1-1 0,1 1 0,-1-1 0,0 1 0,1-1 0,-1 1 0,1-1 0,-1 0 0,1 1 0,-1-1 0,0 0 0,1 0 0,-1 1 0,0-1 0,1 0 0,-1 0 0,0 0 0,0 0 0,-21 3 0,21-3 0,-1 1 0,0-1 0,0 0 0,0 0 0,1 0 0,-1 0 0,0 0 0,0 0 0,1-1 0,-1 1 0,0-1 0,0 1 0,1-1 0,-1 1 0,0-1 0,1 0 0,-1 0 0,1 0 0,-1 0 0,1 0 0,0 0 0,-3-3 0,3 3 0,1 0 0,-1-1 0,0 1 0,1-1 0,-1 1 0,1-1 0,0 1 0,-1-1 0,1 1 0,0-1 0,0 1 0,0-1 0,0 0 0,0 1 0,1-1 0,-1 1 0,0-1 0,1 1 0,-1-1 0,1 1 0,-1-1 0,1 1 0,0 0 0,-1-1 0,3-1 0,3-7 0,1 1 0,0 0 0,1 0 0,0 1 0,1 0 0,15-12 0,62-36 0,-68 45 0,412-207-584,-303 159 343,1570-777-1952,-1661 817 2205,-11 7 15,-1-1 0,0-1 1,-1-1-1,28-23 0,-49 36 31,-1 1-1,1-1 1,0 1 0,-1-1 0,1 0 0,-1 0 0,1 0 0,-1 0 0,0 0-1,0 0 1,0 0 0,0 0 0,0 0 0,0-1 0,0 1 0,-1 0-1,1-1 1,-1-2 0,0 4-11,-1-1 1,1 1-1,-1-1 0,0 1 0,1-1 0,-1 1 0,0 0 1,0-1-1,0 1 0,0 0 0,0 0 0,0 0 0,0 0 0,0 0 1,-1 0-1,1 0 0,0 0 0,0 0 0,-1 0 0,1 1 1,-1-1-1,1 0 0,-1 1 0,1 0 0,-1-1 0,-2 1 1,-18-5-3,0 2 0,0 0 0,0 2 1,0 0-1,0 1 0,-1 2 0,1 0 1,0 1-1,0 1 0,-37 13 0,56-16-136,0 0 0,0 0 0,1 0 0,-1 0 0,0 1 0,0-1 0,1 1 0,-1 0 0,1 0 0,-1 0 0,1 0 0,0 0 0,0 0 0,-3 5 0,2 1-6735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14 24575,'-3'-2'0,"0"1"0,0-1 0,0 1 0,0-1 0,0 1 0,0 0 0,0 0 0,-1 0 0,1 0 0,0 1 0,-1 0 0,1-1 0,0 1 0,-1 0 0,1 1 0,-1-1 0,1 1 0,0-1 0,-1 1 0,1 0 0,0 0 0,0 0 0,-6 4 0,9-5 0,0 0 0,0 0 0,-1 0 0,1 1 0,0-1 0,-1 0 0,1 0 0,0 1 0,0-1 0,0 0 0,-1 0 0,1 1 0,0-1 0,0 0 0,0 1 0,0-1 0,0 0 0,-1 1 0,1-1 0,0 0 0,0 1 0,0-1 0,0 0 0,0 1 0,0-1 0,0 0 0,0 1 0,0-1 0,0 0 0,1 1 0,-1-1 0,0 0 0,0 1 0,0-1 0,0 0 0,1 1 0,12 9 0,21 2 0,24-2 0,111 3 0,16 3 0,-178-15 0,0 0 0,0 1 0,0 0 0,0 0 0,13 6 0,-19-7 0,1 0 0,-1-1 0,0 1 0,0 0 0,1 0 0,-1 0 0,0 0 0,0 0 0,0 0 0,0 0 0,0 1 0,0-1 0,-1 0 0,1 1 0,0-1 0,-1 0 0,1 1 0,0-1 0,-1 1 0,0-1 0,1 0 0,-1 1 0,0-1 0,0 1 0,0-1 0,0 1 0,0-1 0,0 1 0,0-1 0,0 1 0,-1-1 0,1 1 0,-1-1 0,0 3 0,-6 9 0,0 0 0,0 0 0,-1-1 0,-1 0 0,-18 19 0,16-19 0,1 0 0,0 1 0,1 0 0,-14 26 0,18-29-341,1 1 0,1 0-1,-3 12 1,3 0-6485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24575,'5'-5'0,"-1"0"0,0 0 0,-1-1 0,4-6 0,-5 7 0,0 1 0,1 0 0,-1 0 0,1 0 0,0 1 0,0-1 0,0 1 0,7-6 0,-10 8 0,1 1 0,-1 0 0,0 0 0,1-1 0,-1 1 0,0 0 0,1 0 0,-1 0 0,1 0 0,-1-1 0,0 1 0,1 0 0,-1 0 0,1 0 0,-1 0 0,0 0 0,1 0 0,-1 0 0,1 0 0,-1 0 0,1 0 0,-1 0 0,0 1 0,1-1 0,-1 0 0,1 0 0,-1 0 0,0 0 0,1 1 0,-1-1 0,0 0 0,1 1 0,6 15 0,-3 21 0,-7 34 0,-20 118 0,4-50 0,2 28 0,7 0 0,19 258 0,5-204 0,-14-219 0,1-1 0,-1 1 0,0 0 0,0 0 0,1-1 0,-1 1 0,1 0 0,0-1 0,-1 1 0,1 0 0,0-1 0,0 1 0,0-1 0,0 1 0,0-1 0,0 0 0,0 1 0,1-1 0,-1 0 0,1 0 0,-1 0 0,0 0 0,1 0 0,0 0 0,-1 0 0,1-1 0,-1 1 0,4 0 0,3 1 0,0 0 0,0-1 0,1-1 0,-1 0 0,9 0 0,-1 0 0,368 0-416,145 2-259,80 14 675,91 1 0,-662-16 0,-16 0 0,0-1 0,0 0 0,-1-2 0,1 0 0,37-10 0,-57 12 30,0-1 0,0 1-1,-1-1 1,1 0-1,-1 0 1,1 0 0,0 0-1,-1 0 1,3-2-1,-4 2-82,1 1 1,-1-1-1,0 1 0,1-1 0,-1 1 0,0-1 0,1 1 1,-1-1-1,0 1 0,0-1 0,0 0 0,0 1 0,0-1 1,0 1-1,0-1 0,0 0 0,0 1 0,0-1 0,0 0 1,0 1-1,0-1 0,0 1 0,0-1 0,-1 1 0,1-1 1,0 0-1,-1 0 0,-11-14-5864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58 24575,'-39'-16'0,"39"16"0,0 0 0,-1 0 0,1 0 0,0 0 0,0 0 0,0 0 0,0 0 0,0 0 0,0-1 0,0 1 0,0 0 0,0 0 0,0 0 0,0 0 0,0 0 0,-1 0 0,1 0 0,0 0 0,0 0 0,0 0 0,0 0 0,0-1 0,0 1 0,0 0 0,0 0 0,0 0 0,0 0 0,0 0 0,0 0 0,0 0 0,0 0 0,0 0 0,0-1 0,0 1 0,0 0 0,0 0 0,0 0 0,0 0 0,0 0 0,0 0 0,0 0 0,0 0 0,0 0 0,1-1 0,-1 1 0,0 0 0,0 0 0,0 0 0,0 0 0,0 0 0,0 0 0,0 0 0,0 0 0,0 0 0,0 0 0,0 0 0,1 0 0,-1 0 0,0 0 0,0 0 0,11-3 0,14 0 0,462 6-417,-248 3 104,1495-34 157,-1644 23 184,125-2-177,-169 8 415,0 2 1,71 13-1,-108-15-242,0 1-1,-1 1 1,0 0 0,1 0-1,-1 0 1,0 1 0,-1 0 0,11 7-1,-13-7-23,0 1-1,-1-1 1,1 1 0,-1 0-1,0 0 1,-1 0-1,1 1 1,-1-1 0,0 1-1,0 0 1,3 11-1,8 30 1,-2 0 0,-2 1 0,5 64 0,-4 148 0,-13-159 0,-24 166 0,-47 96 0,65-321 0,1 0 0,2 0 0,2 82 0,3-121 0,0-1 0,1 1 0,-2 0 0,1-1 0,0 1 0,0-1 0,-1 1 0,1-1 0,-1 1 0,0-1 0,0 0 0,0 1 0,0-1 0,-2 3 0,1-4 0,1 1 0,-1-1 0,0 0 0,0 0 0,1 1 0,-1-1 0,0-1 0,0 1 0,0 0 0,0 0 0,-1-1 0,1 1 0,0-1 0,0 0 0,0 1 0,0-1 0,-4-1 0,-45 0 0,-102-16 0,59 4 0,-418-40-1365,419 42-5461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5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29 276 24575,'-1'0'0,"0"0"0,0 0 0,0-1 0,0 1 0,0-1 0,1 1 0,-1-1 0,0 1 0,0-1 0,1 1 0,-1-1 0,0 1 0,1-1 0,-1 0 0,0 0 0,1 1 0,-1-1 0,0-1 0,-1-1 0,3 11 0,9 77 0,-4 1 0,-5 117 0,-2-127 0,-15-478 0,11 359 0,-3-69 0,8 100 0,0-1 0,1 1 0,1 0 0,0 0 0,1 0 0,6-21 0,-7 30 0,-1-1 0,1 1 0,0 0 0,0 0 0,0 0 0,0 0 0,0 0 0,1 0 0,-1 1 0,1-1 0,0 1 0,-1 0 0,1 0 0,0 0 0,4-2 0,-2 2 0,0 0 0,1 0 0,-1 1 0,0-1 0,1 1 0,-1 0 0,1 1 0,10-1 0,0 3 0,0 0 0,0 0 0,-1 1 0,0 1 0,29 12 0,-31-11 0,0 0 0,-1 1 0,0 1 0,0 0 0,-1 0 0,13 12 0,-22-17 0,1 0 0,-1 0 0,1 1 0,-1-1 0,0 1 0,0-1 0,0 1 0,-1 0 0,1 0 0,-1 0 0,1 0 0,-1 0 0,0 0 0,0 0 0,0 0 0,-1 0 0,1 0 0,-1 1 0,0-1 0,0 0 0,0 0 0,0 1 0,0-1 0,-1 0 0,1 0 0,-1 0 0,0 1 0,0-1 0,0 0 0,0 0 0,-3 3 0,-4 6 0,-1 0 0,0 0 0,-1-1 0,0 0 0,-1-1 0,0 0 0,-23 15 0,-24 23 0,56-47 0,1 0 0,0-1 0,0 1 0,0 0 0,0 1 0,0-1 0,0 0 0,0 0 0,1 0 0,-1 0 0,0 1 0,1-1 0,-1 0 0,0 1 0,1-1 0,0 0 0,-1 1 0,1-1 0,0 1 0,0-1 0,0 1 0,0-1 0,0 1 0,0-1 0,0 0 0,0 1 0,1-1 0,-1 1 0,0-1 0,1 0 0,-1 1 0,1-1 0,0 0 0,-1 1 0,1-1 0,0 0 0,0 0 0,0 0 0,0 0 0,0 0 0,0 0 0,0 0 0,1 1 0,7 4 0,0 0 0,0 0 0,0-1 0,18 7 0,-18-8 0,23 10 0,59 29 0,-83-38 0,0 0 0,0 0 0,-1 1 0,1 0 0,-1 1 0,0-1 0,-1 1 0,7 10 0,-11-15 0,0 0 0,-1 1 0,0-1 0,1 0 0,-1 1 0,0-1 0,0 0 0,0 1 0,0 0 0,-1-1 0,1 1 0,-1-1 0,0 1 0,1 0 0,-1-1 0,0 1 0,-1 0 0,1 0 0,0-1 0,-1 1 0,0-1 0,1 1 0,-1-1 0,0 1 0,0-1 0,0 1 0,-1-1 0,1 0 0,-1 1 0,1-1 0,-1 0 0,0 0 0,1 0 0,-1 0 0,0-1 0,-1 1 0,1 0 0,-2 1 0,-9 5 0,0-1 0,0 0 0,0-1 0,-1 0 0,-22 5 0,8-2 0,-40 5 0,58-12 0,0-1 0,0-1 0,0 1 0,-1-2 0,1 1 0,0-1 0,-16-4 0,25 5 12,0 0 0,0-1 0,0 1-1,0 0 1,0-1 0,-1 1 0,1-1-1,0 1 1,0-1 0,0 0 0,0 1-1,0-1 1,1 0 0,-1 0 0,0 1 0,0-1-1,0 0 1,1 0 0,-1 0 0,0 0-1,1 0 1,-1 0 0,1 0 0,-1 0-1,1-1 1,0 1 0,-1 0 0,1-2 0,0 1-134,0-1 0,1 1 0,-1 0 0,1-1 0,-1 1 0,1 0 0,0 0 0,0 0 0,0 0 1,0-1-1,0 1 0,1 0 0,1-2 0,12-13-6704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6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 24575,'35'-40'0,"-25"28"0,1 0 0,0 1 0,0 0 0,14-10 0,-25 21 0,0 0 0,1 0 0,-1 0 0,0 0 0,0-1 0,1 1 0,-1 0 0,0 0 0,0 0 0,1 0 0,-1 0 0,0 0 0,0-1 0,1 1 0,-1 0 0,0 0 0,1 0 0,-1 0 0,0 0 0,0 0 0,1 0 0,-1 0 0,0 0 0,1 1 0,-1-1 0,0 0 0,0 0 0,1 0 0,-1 0 0,0 0 0,0 0 0,1 0 0,-1 1 0,4 10 0,-6 21 0,1-25 0,1-3 0,-3 37 0,5 71 0,-2-101 0,2 0 0,-1 0 0,2-1 0,-1 1 0,1-1 0,1 1 0,0-1 0,0 0 0,1-1 0,0 1 0,13 17 0,-15-24 0,-1-1 0,1 1 0,-1 0 0,1-1 0,0 1 0,0-1 0,0 0 0,1 0 0,-1 0 0,0-1 0,1 1 0,-1-1 0,1 1 0,-1-1 0,1 0 0,0-1 0,-1 1 0,1-1 0,0 1 0,0-1 0,-1 0 0,1-1 0,0 1 0,-1 0 0,1-1 0,0 0 0,-1 0 0,1 0 0,0-1 0,-1 1 0,0-1 0,1 0 0,3-2 0,2-2 0,-1 0 0,0-1 0,0 0 0,0 0 0,-1-1 0,0 0 0,-1 0 0,1 0 0,-2-1 0,10-17 0,-6 3 0,-2 0 0,0 0 0,-1-1 0,-1 0 0,-2 0 0,0 0 0,-2 0 0,0 0 0,-3-26 0,2 47 0,-3-22 0,2 24 0,1 0 0,0 0 0,0 0 0,0 0 0,-1 0 0,1 0 0,-1 0 0,1 0 0,0 0 0,-1 0 0,0 0 0,1 0 0,-1 1 0,0-1 0,1 0 0,-1 0 0,0 1 0,0-1 0,1 0 0,-2 0 0,1 1 0,0 0 0,1 0 0,-1 0 0,1 0 0,-1 1 0,1-1 0,-1 0 0,1 0 0,-1 0 0,1 1 0,-1-1 0,1 0 0,-1 1 0,1-1 0,-1 0 0,1 1 0,0-1 0,-1 1 0,1-1 0,-1 1 0,1-1 0,0 0 0,0 1 0,-1-1 0,1 1 0,0 0 0,0-1 0,0 1 0,-1-1 0,1 2 0,-6 18 0,6-20 0,-2 15 0,0 0 0,2 0 0,-1 0 0,2 0 0,0 0 0,1 0 0,0 0 0,1 0 0,1-1 0,0 1 0,1-1 0,0 0 0,1 0 0,10 16 0,-13-26 0,0 1 0,0-1 0,1 0 0,-1 0 0,1 0 0,0 0 0,0-1 0,0 1 0,0-1 0,1 0 0,-1-1 0,1 1 0,0-1 0,0 0 0,0 0 0,0 0 0,0 0 0,0-1 0,0 0 0,1 0 0,-1-1 0,0 1 0,1-1 0,-1 0 0,0-1 0,1 1 0,-1-1 0,0 0 0,0 0 0,1-1 0,-1 0 0,0 0 0,-1 0 0,1 0 0,0-1 0,0 1 0,-1-1 0,0-1 0,0 1 0,0 0 0,0-1 0,5-6 0,-1 0 0,-1 0 0,-1 0 0,0-1 0,0 0 0,-1 0 0,-1-1 0,0 1 0,0-1 0,-1 0 0,0 0 0,-1 0 0,-1 0 0,0-1 0,-1-20 0,0 77 109,-1-19-45,1 1 0,6 37 0,-5-56-168,0-1 0,1 1-1,0-1 1,0 0 0,0 0 0,0 0 0,1 0 0,0 0 0,1 0 0,-1-1 0,1 1-1,0-1 1,1 0 0,-1 0 0,6 4 0,4 1-6722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6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9 24575,'-3'-3'0,"-4"0"0,-7 0 0,-3 3 0,0 2 0,-1 4 0,2 4 0,2 3 0,4 1 0,4 1 0,6 0 0,4-1 0,2-2-8191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6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24575,'-2'0'0,"-1"3"0,-3 0 0,1 4 0,0 7 0,2 4 0,-2 7 0,1 5 0,0 6 0,2 5 0,1 2 0,2 2 0,2 1 0,2-1 0,0-9-8191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178 402 24575,'4'-22'0,"-3"19"0,-1 0 0,1 0 0,-1 0 0,1-1 0,-1 1 0,0 0 0,0-4 0,-1 6 0,1 0 0,0 0 0,-1 0 0,1 0 0,0 0 0,-1 0 0,1 1 0,-1-1 0,1 0 0,-1 0 0,0 1 0,1-1 0,-1 0 0,0 1 0,0-1 0,1 1 0,-1-1 0,0 1 0,0-1 0,0 1 0,0-1 0,1 1 0,-1 0 0,0 0 0,0-1 0,0 1 0,0 0 0,0 0 0,-2 0 0,-2 0 0,-1 0 0,1 1 0,0-1 0,-1 1 0,1 0 0,0 1 0,0-1 0,-1 1 0,1 0 0,0 1 0,1-1 0,-1 1 0,-6 4 0,3-1 0,0 0 0,1 0 0,-1 1 0,1-1 0,1 1 0,-10 14 0,12-16 0,1 0 0,1 0 0,-1 1 0,1-1 0,0 0 0,0 1 0,0 0 0,1-1 0,0 1 0,0 0 0,1 0 0,-1-1 0,1 1 0,1 0 0,0 8 0,0-10 0,0-1 0,0 0 0,0 1 0,0-1 0,1 0 0,0 0 0,-1 0 0,1 0 0,0 0 0,0-1 0,1 1 0,-1 0 0,0-1 0,1 0 0,0 1 0,-1-1 0,1 0 0,0-1 0,0 1 0,0 0 0,0-1 0,1 0 0,-1 1 0,0-1 0,1-1 0,6 2 0,-4-1 0,1 0 0,0 0 0,0-1 0,0 0 0,0 0 0,0-1 0,-1 0 0,1 0 0,0-1 0,-1 1 0,1-2 0,-1 1 0,1-1 0,-1 0 0,0 0 0,0 0 0,0-1 0,-1 0 0,1 0 0,-1-1 0,6-5 0,-4 1 0,1 0 0,-2 0 0,1 0 0,-1-1 0,-1 0 0,0 0 0,0-1 0,-1 1 0,0-1 0,-1 0 0,-1 0 0,3-12 0,1-37 0,-3 0 0,-2-1 0,-10-77 0,8 127 0,1 7 0,0 0 0,0 0 0,0-1 0,-1 1 0,0 0 0,0 0 0,0 0 0,0 0 0,-1 0 0,0 0 0,-3-7 0,5 11 0,0 0 0,0 0 0,0 0 0,-1 0 0,1 0 0,0-1 0,0 1 0,0 0 0,0 0 0,-1 0 0,1 0 0,0 0 0,0 0 0,0 0 0,0 0 0,-1 0 0,1 0 0,0 0 0,0 0 0,0 0 0,-1 0 0,1 0 0,0 0 0,0 0 0,0 0 0,-1 0 0,1 0 0,0 0 0,0 0 0,0 0 0,0 0 0,-1 0 0,1 0 0,0 0 0,0 0 0,0 0 0,0 1 0,-1-1 0,1 0 0,0 0 0,-6 10 0,1 14 0,1 15 57,2 2 0,1-1 0,2 0-1,2 0 1,12 56 0,58 196-1576,-70-279 1332,4 10-6639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7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137 211 24575,'-1'3'0,"0"-1"0,0 1 0,0-1 0,-1 1 0,1-1 0,-1 1 0,1-1 0,-4 4 0,-3 5 0,-38 84 0,11-19 0,33-73 0,0 0 0,0 0 0,0 0 0,0 0 0,0 0 0,-4 2 0,6-4 0,-1-1 0,1 0 0,0 0 0,-1 1 0,1-1 0,0 0 0,0 0 0,-1 0 0,1 1 0,0-1 0,-1 0 0,1 0 0,-1 0 0,1 0 0,0 0 0,-1 0 0,1 0 0,0 0 0,-1 0 0,1 0 0,0 0 0,-1 0 0,1 0 0,-1 0 0,1 0 0,-1 0 0,1-1 0,-1 0 0,1 1 0,-1-1 0,1 0 0,0 1 0,-1-1 0,1 0 0,0 1 0,-1-1 0,1 0 0,0 0 0,0 0 0,0 1 0,0-1 0,-1 0 0,1 0 0,1-1 0,-1-7 0,0 0 0,2 0 0,-1 1 0,1-1 0,0 1 0,0-1 0,7-13 0,31-57 0,-38 75 0,21-39 0,3 1 0,1 1 0,52-59 0,-75 96 0,0 0 0,0 0 0,0 0 0,1 1 0,0 0 0,0-1 0,0 2 0,7-5 0,-10 7 0,-1-1 0,1 1 0,0 0 0,-1-1 0,1 1 0,-1 0 0,1 0 0,0 0 0,-1 0 0,1 0 0,0 0 0,-1 0 0,1 1 0,-1-1 0,1 1 0,-1-1 0,1 1 0,-1-1 0,1 1 0,-1 0 0,1 0 0,-1 0 0,0 0 0,1 0 0,-1 0 0,0 0 0,0 0 0,0 0 0,0 1 0,0-1 0,0 0 0,0 1 0,0-1 0,0 2 0,4 7 0,-1 0 0,0 0 0,-1 0 0,0 0 0,2 19 0,3 58 0,-5-52 0,15 160-1365,-16-174-5461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8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14 226 24575,'-2'-4'0,"0"0"0,0 0 0,1 0 0,-1-1 0,1 1 0,0 0 0,0 0 0,0-1 0,0-5 0,2 7 0,-1 1 0,1 0 0,-1 0 0,1-1 0,0 1 0,0 0 0,0 0 0,0 0 0,0 0 0,0 0 0,0 0 0,1 0 0,-1 1 0,1-1 0,-1 0 0,1 1 0,0-1 0,-1 1 0,1 0 0,4-3 0,9-4 0,1 1 0,1 0 0,-1 1 0,1 1 0,0 0 0,0 1 0,26-2 0,-17 2 0,1-1 0,27-10 0,-50 14 0,-1 0 0,0-1 0,0 1 0,-1-1 0,1 1 0,5-5 0,-7 5 0,-1 1 0,1-1 0,0 0 0,-1 0 0,1 1 0,0-1 0,-1 0 0,1 0 0,-1 0 0,1 0 0,-1 0 0,0 1 0,1-1 0,-1 0 0,0 0 0,0 0 0,1 0 0,-1 0 0,0 0 0,0 0 0,0 0 0,0 0 0,0 0 0,-1 0 0,1-2 0,0 3 0,0 0 0,0 0 0,0 0 0,0 0 0,0 0 0,0-1 0,-1 1 0,1 0 0,0 0 0,0 0 0,0 0 0,0 0 0,0 0 0,0 0 0,0 0 0,0 0 0,0 0 0,0 0 0,0 0 0,0 0 0,0 0 0,0 0 0,0 0 0,-1-1 0,1 1 0,0 0 0,0 0 0,0 0 0,0 0 0,0 0 0,0 0 0,0 0 0,0 0 0,0 0 0,0 0 0,-1 0 0,1 0 0,0 0 0,0 0 0,0 1 0,0-1 0,0 0 0,0 0 0,0 0 0,0 0 0,0 0 0,0 0 0,0 0 0,0 0 0,-1 0 0,1 0 0,0 0 0,0 0 0,0 0 0,0 0 0,0 0 0,0 0 0,0 1 0,0-1 0,0 0 0,0 0 0,-5 9 0,-3 10 0,-2 30 0,3 0 0,2 0 0,1 64 0,4-105 0,1 32 0,-1-38 0,0 0 0,1 0 0,-1 0 0,1 0 0,-1 0 0,1 0 0,-1-1 0,1 1 0,0 0 0,0 0 0,0-1 0,0 1 0,0-1 0,0 1 0,1-1 0,1 3 0,-2-4 0,-1 1 0,1-1 0,-1 0 0,1 0 0,-1 0 0,1 0 0,-1 1 0,1-1 0,-1 0 0,1 0 0,-1 0 0,1 0 0,0-1 0,-1 1 0,1 0 0,-1 0 0,1 0 0,-1 0 0,1 0 0,-1-1 0,0 1 0,1 0 0,-1 0 0,1-1 0,-1 1 0,1 0 0,-1-1 0,0 1 0,1 0 0,-1-1 0,0 1 0,1-1 0,-1 1 0,0 0 0,1-1 0,-1 1 0,0-1 0,0 1 0,0-1 0,0 1 0,1-1 0,-1 1 0,0-1 0,8-28 0,-7 26 0,15-87 0,5-24 0,-18 101 0,1 0 0,1 0 0,0 0 0,1 0 0,1 1 0,8-14 0,-12 22 0,0 1 0,0-1 0,1 0 0,-1 1 0,1-1 0,0 1 0,0 0 0,0 1 0,1-1 0,-1 1 0,0-1 0,1 1 0,5-1 0,-9 2 0,1 1 0,0 0 0,0-1 0,0 1 0,-1 0 0,1 0 0,0 0 0,0 0 0,0 0 0,0 1 0,-1-1 0,1 1 0,0-1 0,0 1 0,-1-1 0,1 1 0,0 0 0,-1 0 0,1 0 0,-1 0 0,1 0 0,-1 0 0,1 1 0,-1-1 0,0 0 0,0 1 0,1-1 0,-1 1 0,0-1 0,0 1 0,-1-1 0,1 1 0,0 0 0,0-1 0,-1 1 0,1 0 0,0 3 0,0-1 12,0 0-1,-1 0 0,1 0 1,-1 0-1,1 0 1,-1 0-1,0-1 0,-1 1 1,1 0-1,-1 0 0,0 0 1,0 0-1,0 0 1,-2 5-1,0-3 8,0 0 0,-1-1 0,0 1 0,1-1 0,-2 0 0,1 0 0,0-1 0,-7 6 0,-3 0-304,-1 1 1,0-2-1,0 0 1,-1 0-1,-24 8 1,-9 1-6542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8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24575,'1'1'0,"-1"-1"0,1 1 0,-1 0 0,1-1 0,0 1 0,0-1 0,-1 1 0,1-1 0,0 1 0,0-1 0,0 0 0,-1 1 0,1-1 0,0 0 0,0 1 0,0-1 0,0 0 0,0 0 0,0 0 0,0 0 0,-1 0 0,3 0 0,0 0 0,98 6-8,146-10 0,-143 0-248,2065-6-9112,4 70 4648,276 4 3439,-2130-61 1793,-63-6-31,-248 2-423,84-1 1109,123-18 1,-208 19-810,0 0 0,0-1 1,0 1-1,0-2 1,0 1-1,11-7 0,-17 9-331,-1 0-1,1-1 0,-1 1 0,1 0 1,-1-1-1,1 1 0,-1 0 1,0-1-1,1 1 0,-1-1 1,0 1-1,1-1 0,-1 1 0,0-1 1,0 1-1,1-1 0,-1 1 1,0-1-1,0 1 0,0-1 1,0 1-1,0-1 0,0 0 0,0 1 1,0-1-1,0 1 0,0-1 1,0 1-1,0-1 0,0 1 1,0-1-1,0 0 0,-1 1 0,1-1 1,0 1-1,0-1 0,-1 1 1,1 0-1,0-1 0,-1 1 1,1-1-1,0 1 0,-1-1 0,1 1 1,-1 0-1,1-1 0,-1 1 1,1 0-1,-1-1 0,-6-4 438,0 0 0,0 1 0,-1 0 0,1 0 0,-16-5-1,-48-12-1,46 14-801,-86-23-2326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24575,'-1'0'0,"0"0"0,0 0 0,0 0 0,0 0 0,0 0 0,0 1 0,0-1 0,0 0 0,0 1 0,0-1 0,0 1 0,0-1 0,0 1 0,0-1 0,0 1 0,1 0 0,-1-1 0,0 1 0,0 0 0,1 0 0,-1-1 0,0 1 0,1 0 0,-1 0 0,1 0 0,-1 0 0,1 0 0,-1 0 0,1 0 0,0 0 0,0 0 0,-1 0 0,1 0 0,0 0 0,0 0 0,0 0 0,0 0 0,0 0 0,0 1 0,1 7 0,0-1 0,0 0 0,1 0 0,2 8 0,-2-7 0,29 102 225,-17-70-543,-3 1 0,-1 1 0,-2 0 0,3 48 0,-11-74-6508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9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11 364 24575,'0'-7'0,"-2"-11"0,-1-13 0,0-7 0,0-6 0,4-4 0,5 3 0,5 4 0,7 7 0,6 6 0,4 9 0,4 9 0,2 9 0,0 7 0,-1 7 0,-4 6 0,-6 0-8191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9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14 24575,'-4'2'0,"-5"6"0,-2 3 0,0 3 0,5-2 0,8-2 0,10-3 0,10-6 0,9-2 0,7-3 0,10-6 0,5-4 0,4-1 0,0-3 0,-8 1-8191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1:5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283 165 24575,'3'-4'0,"0"0"0,0 0 0,-1 0 0,1 0 0,-1-1 0,0 1 0,-1-1 0,1 1 0,-1-1 0,0 0 0,1-8 0,0-3 0,-1 0 0,0-19 0,-1 33 0,0 0 0,0 0 0,-1 0 0,1 0 0,0 0 0,-1 0 0,1 0 0,-1 0 0,0 0 0,1 0 0,-1 0 0,0 0 0,0 1 0,0-1 0,-3-3 0,3 5 0,1-1 0,-1 1 0,0 0 0,0-1 0,0 1 0,0 0 0,0 0 0,0-1 0,0 1 0,0 0 0,0 0 0,0 0 0,0 0 0,0 0 0,0 0 0,0 1 0,0-1 0,0 0 0,0 0 0,0 1 0,0-1 0,0 1 0,0-1 0,0 1 0,0-1 0,0 1 0,1-1 0,-1 1 0,0 0 0,0-1 0,1 1 0,-2 1 0,-9 9 0,1 0 0,0 0 0,0 1 0,1 0 0,1 1 0,0 0 0,-10 24 0,4-5 0,2 0 0,-10 46 0,18-64 0,1 1 0,1-1 0,1 1 0,0 0 0,0-1 0,2 1 0,0 0 0,3 15 0,-3-25 0,0 0 0,0 0 0,1 0 0,0 0 0,0 0 0,0-1 0,0 1 0,1-1 0,0 1 0,0-1 0,0 0 0,0 0 0,0-1 0,1 1 0,0-1 0,0 1 0,0-1 0,0 0 0,1-1 0,-1 1 0,1-1 0,-1 0 0,1 0 0,0 0 0,0-1 0,7 2 0,-2-2 0,-1 0 0,1 0 0,-1-1 0,1-1 0,-1 0 0,1 0 0,-1 0 0,0-1 0,1-1 0,-1 0 0,0 0 0,0-1 0,10-5 0,-18 8 0,0 1 0,0-1 0,0 1 0,0-1 0,0 0 0,0 1 0,0-1 0,0 0 0,0 0 0,-1 0 0,1 1 0,0-1 0,0 0 0,-1 0 0,2-2 0,-3 3 0,1-1 0,0 1 0,0 0 0,-1-1 0,1 1 0,0 0 0,0 0 0,-1-1 0,1 1 0,0 0 0,-1 0 0,1 0 0,-1-1 0,1 1 0,0 0 0,-1 0 0,1 0 0,-1 0 0,1 0 0,0 0 0,-1 0 0,1 0 0,-1 0 0,1 0 0,0 0 0,-1 0 0,0 0 0,-39 6 0,-7 6 0,-57 24 0,83-27 0,0 1 0,1 1 0,0 1 0,-34 25 0,50-33 0,-1 0 0,1 0 0,0 0 0,0 1 0,0 0 0,1-1 0,-1 1 0,1 1 0,-3 6 0,5-10 0,1 0 0,-1 0 0,1 0 0,-1 0 0,1 0 0,0 0 0,-1 0 0,1 0 0,0 0 0,1 0 0,-1 0 0,0 0 0,0 0 0,1 0 0,0 0 0,-1 0 0,1 0 0,0-1 0,0 1 0,0 0 0,0 0 0,0-1 0,0 1 0,0 0 0,0-1 0,1 0 0,-1 1 0,1-1 0,-1 0 0,1 1 0,2 0 0,4 3 0,1 0 0,0-1 0,0 0 0,0 0 0,1-1 0,-1 0 0,17 2 0,72 5 0,-63-10-341,1-1 0,-1-1-1,54-11 1,-34 1-6485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83 24575,'-18'-8'0,"0"2"0,-1 0 0,1 1 0,-1 1 0,-25-3 0,14 2 0,49 5 0,0-1 0,36-6 0,-10 1 0,34-4 0,-27 2 0,90-1 0,-141 9 0,0 0 0,0 0 0,-1-1 0,1 1 0,0 1 0,0-1 0,0 0 0,-1 0 0,1 0 0,0 0 0,0 1 0,0-1 0,-1 0 0,1 0 0,0 1 0,-1-1 0,1 1 0,0-1 0,-1 1 0,1-1 0,0 1 0,-1-1 0,1 1 0,-1-1 0,1 1 0,-1 0 0,1-1 0,-1 1 0,0 0 0,1 0 0,-1-1 0,0 1 0,1 0 0,-1 0 0,0 0 0,0-1 0,0 1 0,0 0 0,0 0 0,0 0 0,0-1 0,0 1 0,0 0 0,0 0 0,0 0 0,0-1 0,-1 2 0,-1 5 0,-1 1 0,0-1 0,0 1 0,-6 7 0,0 3 0,-5 19 0,2 1 0,1 0 0,2 0 0,2 1 0,1 0 0,2 0 0,2 1 0,2-1 0,1 0 0,12 71 0,-12-100 0,1-1 0,0 0 0,1 0 0,0 0 0,0 0 0,1 0 0,0 0 0,0-1 0,8 10 0,-12-18 0,0 1 0,1-1 0,-1 1 0,0-1 0,1 1 0,-1-1 0,1 1 0,-1-1 0,0 0 0,1 1 0,-1-1 0,1 0 0,-1 1 0,1-1 0,-1 0 0,1 0 0,-1 1 0,1-1 0,0 0 0,-1 0 0,1 0 0,-1 0 0,1 0 0,-1 0 0,1 0 0,0 0 0,-1 0 0,1 0 0,-1 0 0,1 0 0,-1 0 0,2-1 0,-1 0 0,0 0 0,0 0 0,0 0 0,0 0 0,-1 0 0,1 0 0,0 0 0,0 0 0,-1-1 0,1 1 0,-1 0 0,1 0 0,-1-2 0,2-5 0,0 0 0,-1 0 0,1-13 0,-2 11 0,-1 0 0,0 0 0,0 0 0,-1 0 0,-1 0 0,0 0 0,0 0 0,-1 1 0,0-1 0,-1 1 0,0 0 0,0 1 0,-1-1 0,0 1 0,0 0 0,-1 0 0,-14-12 0,16 16 0,-1-1 0,0 1 0,0 0 0,0 0 0,-1 1 0,1 0 0,-1 0 0,0 1 0,0-1 0,0 2 0,0-1 0,0 1 0,0 0 0,0 0 0,0 1 0,-1 0 0,1 0 0,0 1 0,0-1 0,0 2 0,0-1 0,0 1 0,0 0 0,0 1 0,-11 5 0,9-3 0,1 0 0,-1 1 0,1 0 0,1 0 0,-1 1 0,1 0 0,0 0 0,1 1 0,0 0 0,-10 16 0,14-20 0,-1 1 0,2-1 0,-1 1 0,0-1 0,1 1 0,0 0 0,0 0 0,0-1 0,0 1 0,1 8 0,0-9 0,1-1 0,-1 1 0,1-1 0,0 0 0,0 1 0,0-1 0,1 0 0,-1 0 0,1 0 0,0 0 0,0 0 0,0 0 0,0 0 0,0-1 0,0 1 0,5 3 0,18 11-1365,1-5-5461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93 282 24575,'7'-24'0,"-1"0"0,-1 0 0,-2 0 0,0-1 0,-1 1 0,-4-42 0,2 60 0,-1 0 0,0 0 0,-1 0 0,1 1 0,-1-1 0,0 0 0,-1 1 0,-2-6 0,4 10 0,0 0 0,1 0 0,-1 0 0,0 0 0,1 0 0,-1 1 0,0-1 0,0 0 0,0 0 0,0 1 0,0-1 0,0 0 0,0 1 0,0-1 0,0 1 0,0 0 0,0-1 0,-3 0 0,3 2 0,-1-1 0,1 0 0,-1 0 0,1 1 0,0-1 0,-1 1 0,1-1 0,-1 1 0,1-1 0,0 1 0,0 0 0,-1 0 0,1 0 0,0 0 0,0 0 0,0 0 0,0 0 0,0 0 0,-1 1 0,-4 6 0,0 0 0,1 1 0,0-1 0,1 1 0,0 0 0,0 0 0,0 0 0,2 0 0,-4 17 0,3-12 0,1 0 0,1 1 0,0-1 0,1 0 0,0 0 0,3 16 0,-1-24 0,-1 1 0,1-1 0,0 1 0,0-1 0,1 0 0,0 0 0,0 0 0,1 0 0,-1 0 0,7 7 0,-9-12 0,1 0 0,-1 1 0,0-1 0,1 0 0,-1 0 0,1 0 0,-1 0 0,1 0 0,0 0 0,-1-1 0,1 1 0,0-1 0,-1 1 0,1-1 0,0 1 0,0-1 0,2 0 0,-2 0 0,0-1 0,1 1 0,-1-1 0,0 1 0,0-1 0,0 0 0,0 0 0,0 0 0,0 0 0,0-1 0,0 1 0,0-1 0,-1 1 0,1-1 0,0 1 0,-1-1 0,2-2 0,4-6 0,-1 0 0,0 0 0,-1-1 0,0 1 0,-1-1 0,0 0 0,0 0 0,2-20 0,12-30 0,-14 95 0,-4-23-105,-1 0 0,2 0 0,0-1 0,0 1 0,1 0 0,0-1 0,1 0 0,0 1 0,1-1 0,0 0 0,0 0 0,8 11 0,0-5-6721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24575,'0'-107'0,"1"125"0,0 1 0,1-1 0,6 24 0,-7-34 0,2 0 0,-1 0 0,1 0 0,0 0 0,1-1 0,0 0 0,0 1 0,0-1 0,10 11 0,-12-16 0,0 0 0,-1 0 0,1-1 0,0 1 0,0 0 0,0-1 0,0 1 0,1-1 0,-1 0 0,0 0 0,1 0 0,-1 0 0,1 0 0,-1 0 0,1-1 0,-1 1 0,1-1 0,-1 0 0,1 1 0,-1-1 0,1 0 0,0-1 0,-1 1 0,1 0 0,-1-1 0,1 0 0,-1 1 0,1-1 0,-1 0 0,3-2 0,-1 1 0,0-1 0,0 0 0,0 0 0,0-1 0,-1 1 0,0-1 0,1 1 0,-1-1 0,-1 0 0,1-1 0,0 1 0,-1 0 0,0-1 0,3-8 0,-1-6 0,0-1 0,-1 0 0,-1 1 0,0-1 0,-2 0 0,-2-21 0,2 39 171,0 7 0,1 9-1878,2-2-5119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118 174 24575,'1'0'0,"0"0"0,1-1 0,-1 1 0,1-1 0,-1 1 0,0-1 0,1 0 0,-1 0 0,0 1 0,0-1 0,1 0 0,-1 0 0,0 0 0,0 0 0,0-1 0,0 1 0,0 0 0,-1 0 0,1-1 0,1-1 0,13-30 0,-15 31 0,2-3 0,-1-1 0,1 0 0,-1 0 0,-1 0 0,1 0 0,-1 0 0,0 0 0,0 0 0,-1 0 0,1 0 0,-4-11 0,3 15 0,1 0 0,-1 0 0,0 0 0,1 0 0,-1 1 0,0-1 0,0 0 0,0 0 0,-1 1 0,1-1 0,0 1 0,-1-1 0,1 1 0,-1-1 0,1 1 0,-1 0 0,0 0 0,1 0 0,-1 0 0,0 0 0,0 0 0,0 0 0,0 1 0,0-1 0,1 1 0,-1-1 0,0 1 0,-1 0 0,1-1 0,0 1 0,0 0 0,0 1 0,0-1 0,0 0 0,0 0 0,0 1 0,0-1 0,-2 2 0,-2 1 0,0 0 0,0 0 0,0 0 0,0 1 0,1-1 0,0 1 0,0 1 0,0-1 0,0 1 0,1 0 0,-8 10 0,9-12 0,1 1 0,-1 0 0,1 0 0,-1 0 0,1 0 0,0 0 0,1 0 0,-1 0 0,1 1 0,0-1 0,0 0 0,0 1 0,1-1 0,-1 1 0,1-1 0,0 1 0,1 0 0,0 4 0,0-7 0,0 1 0,0-1 0,0 0 0,0 1 0,0-1 0,1 0 0,-1 0 0,1 0 0,-1 0 0,1 0 0,0-1 0,0 1 0,0-1 0,0 1 0,0-1 0,3 2 0,-1-1 0,1 0 0,-1 0 0,1 0 0,0-1 0,0 0 0,-1 0 0,1 0 0,7-1 0,-7 1 0,1-1 0,-1-1 0,1 1 0,-1-1 0,0 0 0,1 0 0,-1 0 0,0-1 0,0 1 0,1-2 0,-2 1 0,1 0 0,0-1 0,0 0 0,-1 0 0,5-4 0,-6 3 0,-1-1 0,1 1 0,-1-1 0,0 0 0,0 0 0,-1 0 0,1 0 0,-1 0 0,0 0 0,-1-1 0,1 1 0,-1 0 0,0 0 0,0 0 0,-1-1 0,1 1 0,-4-10 0,2 8 0,-1 7 0,-1 15 0,0 25 0,5 0-341,3 1 0,1-1-1,12 48 1,-7-50-6485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7 24575,'-1'-1'0,"0"0"0,0 0 0,-1 1 0,1-1 0,0 1 0,-1-1 0,1 1 0,0-1 0,-1 1 0,1 0 0,-1-1 0,1 1 0,-1 0 0,1 0 0,-1 0 0,1 0 0,-1 0 0,1 1 0,0-1 0,-1 0 0,1 1 0,-1-1 0,1 1 0,0-1 0,-1 1 0,1 0 0,0-1 0,0 1 0,-2 2 0,-3 0 0,1 1 0,-1 0 0,1 1 0,1 0 0,-6 5 0,2 2 0,0 0 0,1 0 0,0 1 0,1-1 0,0 2 0,1-1 0,1 1 0,0-1 0,1 1 0,-1 15 0,-1 14 0,1 87 0,7-59 171,19 118 0,-14-148-513,2-1 1,1 0 0,3 0-1,22 46 1,-16-48-6485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9 381 24575,'-3'-10'0,"1"0"0,0 0 0,1-1 0,0 1 0,1 0 0,0 0 0,1-1 0,0 1 0,4-18 0,-3 22 0,0 0 0,1 0 0,0 0 0,0 0 0,0 0 0,1 0 0,0 1 0,0 0 0,0 0 0,0 0 0,1 0 0,0 1 0,0-1 0,0 1 0,1 1 0,6-5 0,10-3 0,1 0 0,0 2 0,1 0 0,0 2 0,27-5 0,130-16 0,-164 26 0,683-56-1661,2 37 0,-188 20 1455,-5 38-498,-504-36 696,135 22 137,-123-19 96,1 1 0,-1 1 1,0 0-1,0 1 0,23 14 1,-36-18-158,0-1 0,-1 1 0,0 0 0,1 1 0,-1-1 0,0 0 0,-1 1 0,1 0 0,0 0 0,-1 0 0,0 0 0,0 0 0,0 0 0,-1 0 0,1 1 0,-1-1 0,0 0 0,0 1 0,0 9 0,-1 5 251,0 1 0,-1-1 0,-6 28-1,3-14-194,-14 113-124,-23 310 0,42-415 0,-1-21 0,0 1 0,-1 0 0,0 0 0,-7 26 0,6-41 0,0 0 0,0 0 0,0 0 0,-1 0 0,1-1 0,-1 0 0,-1 1 0,1-1 0,-1 0 0,0 0 0,0-1 0,0 1 0,-1-1 0,0 0 0,0 0 0,0-1 0,0 1 0,0-1 0,-6 2 0,-6 2 0,-1 0 0,1-2 0,-1 0 0,-32 4 0,-78 1 0,122-10 0,-498-6-836,301-2 625,-755 7-896,669 17 553,-374 69 0,567-68 709,84-17-513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6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9 327 24575,'0'-3'0,"0"-1"0,1 0 0,-1 1 0,-1-1 0,1 0 0,0 0 0,-1 1 0,0-1 0,0 0 0,0 1 0,-3-8 0,4 37 0,7 134 0,-7-103 0,10 77 0,-3-109 0,-3-19 0,0-16 0,1-35 0,-4-85 0,-1 4 0,4 80 0,13-70 0,-14 99 0,1 1 0,1-1 0,1 1 0,1 0 0,0 0 0,1 1 0,14-21 0,-18 31 0,0 0 0,0 0 0,1 0 0,0 1 0,0-1 0,0 1 0,1 0 0,-1 1 0,1 0 0,0-1 0,0 2 0,0-1 0,0 1 0,0 0 0,8-1 0,-10 2 0,0 0 0,0 1 0,0 0 0,0 0 0,0 0 0,0 0 0,0 1 0,0 0 0,0-1 0,0 1 0,0 1 0,0-1 0,0 1 0,-1-1 0,1 1 0,0 0 0,-1 0 0,0 1 0,1-1 0,-1 1 0,0 0 0,0 0 0,0 0 0,-1 0 0,4 4 0,-3-3 12,-1 1-1,1-1 0,0 1 1,-1 0-1,0-1 1,0 1-1,-1 0 0,1 0 1,-1 0-1,0 1 0,0-1 1,-1 0-1,0 0 1,0 9-1,-1-7 6,0 0 0,-1 0 0,0-1 0,0 1 0,-1-1 0,0 1 0,0-1 0,0 0 1,-8 11-1,0-3-231,-1-1 1,-1 0 0,0 0-1,0-2 1,-2 0 0,1 0-1,-27 14 1,21-14-6613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6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24575,'18'0'0,"-15"-1"0,-1 1 0,1-1 0,0 1 0,-1 0 0,1 0 0,0 1 0,-1-1 0,1 0 0,0 1 0,-1-1 0,1 1 0,-1 0 0,1 0 0,-1 0 0,1 0 0,-1 1 0,0-1 0,1 1 0,-1-1 0,3 4 0,19 25 0,-16-20 0,-1 0 0,1-1 0,10 10 0,-16-18 0,0 1 0,0 0 0,0-1 0,0 0 0,0 1 0,0-1 0,0 0 0,0 0 0,0 0 0,0-1 0,1 1 0,-1 0 0,0-1 0,1 1 0,-1-1 0,0 0 0,1 0 0,-1 0 0,0 0 0,1 0 0,3-1 0,-4 0 0,1 0 0,-1 0 0,0-1 0,1 1 0,-1 0 0,0-1 0,0 0 0,0 1 0,0-1 0,0 0 0,-1 0 0,1 0 0,0 0 0,-1 0 0,2-4 0,17-40 0,-10 21 0,-31 112 0,-27 126 0,43-176 0,1 0 0,2 1 0,5 66 0,4-68 342,-6-34-437,0-1 0,-1 1 0,1 0 0,0-1 1,0 1-1,0-1 0,0 1 0,0-1 0,0 0 0,1 1 1,-1-1-1,0 0 0,1 0 0,-1 0 0,1 0 1,-1 0-1,3 1 0,10 1-6731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24575,'62'-337'0,"-69"595"0,8-187-455,4 1 0,18 96 0,-18-143-6371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7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10 347 24575,'-5'-67'0,"3"46"0,0 0 0,1 0 0,3-26 0,-1 41 0,0 0 0,0 0 0,1 0 0,0 0 0,0 0 0,0 1 0,0-1 0,1 1 0,0-1 0,0 1 0,1 0 0,-1 0 0,1 0 0,0 1 0,7-7 0,-7 8 0,0 0 0,0 0 0,1 0 0,-1 1 0,1 0 0,-1 0 0,1 0 0,-1 0 0,1 1 0,9-2 0,0 1 0,-1 2 0,22 0 0,-27 1 0,1-1 0,0 1 0,0-2 0,-1 1 0,1-1 0,0-1 0,-1 0 0,0 0 0,10-3 0,-15 3 0,0 0 0,1-1 0,-1 1 0,0 0 0,0-1 0,0 0 0,-1 1 0,4-6 0,3-1 0,-9 9 0,0-1 0,0 1 0,0 0 0,0 0 0,0 0 0,0 0 0,0 0 0,0 0 0,0 0 0,0 0 0,0 0 0,0 0 0,0 0 0,0 0 0,0 0 0,0 0 0,1-1 0,-1 1 0,0 0 0,0 0 0,0 0 0,0 0 0,0 0 0,0 0 0,0 0 0,0 0 0,0 0 0,0 0 0,0 0 0,1 0 0,-1 0 0,0 0 0,0 0 0,0 0 0,0 0 0,0 0 0,0 0 0,0 0 0,0 0 0,0 0 0,0 1 0,0-1 0,1 0 0,-1 0 0,0 0 0,0 0 0,0 0 0,0 0 0,0 0 0,0 0 0,0 0 0,0 0 0,0 0 0,0 0 0,0 0 0,0 0 0,0 1 0,0-1 0,0 0 0,0 0 0,0 0 0,0 0 0,0 0 0,0 0 0,0 0 0,1 11 0,-4 11 0,-7 27 0,-2 49 0,11-84 0,1 1 0,0-1 0,1 0 0,0 1 0,1-1 0,1 0 0,0 0 0,7 17 0,-10-29 0,1 0 0,0 0 0,-1 0 0,1 0 0,0-1 0,0 1 0,0 0 0,0-1 0,1 1 0,-1-1 0,0 1 0,1-1 0,-1 1 0,1-1 0,-1 0 0,1 0 0,0 0 0,-1 0 0,1 0 0,0 0 0,0 0 0,0 0 0,0-1 0,-1 1 0,5 0 0,-3-2 0,1 1 0,-1-1 0,0 1 0,0-1 0,0 0 0,0 0 0,0-1 0,0 1 0,0-1 0,0 1 0,-1-1 0,1 0 0,0 0 0,-1 0 0,3-3 0,51-56 0,3-3 0,-58 63 0,0 0 0,0 1 0,0-1 0,-1 0 0,1 0 0,0 1 0,0-1 0,0 1 0,0-1 0,0 1 0,0-1 0,0 1 0,0-1 0,0 1 0,0 0 0,1 0 0,-1 0 0,0 0 0,0-1 0,0 1 0,2 1 0,-2-1 0,0 1 0,-1-1 0,1 1 0,0-1 0,0 1 0,0 0 0,0-1 0,0 1 0,-1 0 0,1 0 0,0-1 0,-1 1 0,1 0 0,-1 0 0,1 0 0,-1 0 0,2 2 0,0 5 0,1 0 0,-1 0 0,-1 1 0,1 10 0,-1-15 0,0 8 0,1 0 0,0 0 0,0-1 0,9 22 0,-11-31 0,1 0 0,0 0 0,0 0 0,0 0 0,0-1 0,0 1 0,0 0 0,0-1 0,0 1 0,1-1 0,-1 1 0,0-1 0,1 0 0,0 1 0,-1-1 0,1 0 0,0 0 0,-1 0 0,1 0 0,0-1 0,0 1 0,0 0 0,0-1 0,0 1 0,0-1 0,0 0 0,0 0 0,0 1 0,0-1 0,0-1 0,0 1 0,0 0 0,0 0 0,0-1 0,0 1 0,-1-1 0,5-1 0,2-2 0,0 0 0,0-1 0,-1 0 0,0 0 0,0 0 0,0-1 0,0-1 0,-1 1 0,0-1 0,0 0 0,5-9 0,2-4 0,-1-1 0,-1 0 0,9-22 0,-18 38 0,9-27 0,-10 31 0,-1 0 0,1 0 0,-1 0 0,0 0 0,1 0 0,-1-1 0,0 1 0,0 0 0,0 0 0,0 0 0,0 0 0,0 0 0,0 0 0,0 0 0,-1 0 0,1 0 0,0 0 0,-1 0 0,1 0 0,0 0 0,-1 0 0,0 0 0,0-2 0,0 3 0,0 0 0,0 0 0,0 0 0,0 0 0,0 0 0,0 0 0,0 0 0,0 0 0,0 0 0,0 0 0,1 0 0,-1 1 0,0-1 0,0 0 0,0 1 0,0-1 0,0 1 0,0-1 0,1 1 0,-1-1 0,0 1 0,0-1 0,1 1 0,-1 0 0,0-1 0,1 1 0,-2 1 0,-18 23 0,20-24 0,-9 12 0,0 0 0,2 1 0,-11 24 0,16-34 0,0 0 0,1 0 0,0 0 0,0 0 0,0 0 0,0 1 0,1-1 0,-1 0 0,1 1 0,0-1 0,0 0 0,1 1 0,-1-1 0,1 0 0,0 1 0,0-1 0,1 0 0,2 5 0,-3-7 0,0 0 0,0 0 0,0 0 0,1-1 0,-1 1 0,1 0 0,-1-1 0,1 1 0,0-1 0,-1 0 0,1 0 0,0 1 0,0-1 0,0 0 0,0 0 0,0-1 0,0 1 0,0 0 0,5 0 0,-3-1 0,-1 0 0,1 0 0,0 0 0,0-1 0,0 1 0,0-1 0,-1 0 0,1 0 0,0 0 0,6-3 0,-3 0 0,0 0 0,-1 0 0,1 0 0,0-1 0,-1 0 0,0 0 0,0-1 0,-1 0 0,0 0 0,8-10 0,-9 6 0,0 0 0,-1 0 0,0 0 0,0-1 0,-1 1 0,-1-1 0,0 1 0,0-1 0,-2-18 0,1 16 0,0 0 0,1 0 0,0 0 0,1 0 0,7-26 0,-7 35 0,0-1 0,0 1 0,0-1 0,1 1 0,0 0 0,0 0 0,0 0 0,0 0 0,7-6 0,-9 9 0,0 0 0,1 1 0,-1-1 0,0 0 0,0 0 0,1 0 0,-1 1 0,1-1 0,-1 1 0,1-1 0,-1 1 0,1 0 0,-1-1 0,1 1 0,-1 0 0,1 0 0,-1 0 0,1 0 0,-1 0 0,1 1 0,-1-1 0,1 0 0,-1 1 0,1-1 0,-1 1 0,1-1 0,-1 1 0,0 0 0,1 0 0,-1 0 0,0-1 0,0 1 0,0 0 0,1 0 0,0 2 0,35 45 0,-29-37 0,0 1 0,14 13 0,-19-22 0,1 0 0,0 0 0,0 0 0,0 0 0,0 0 0,1-1 0,-1 1 0,1-1 0,-1-1 0,8 3 0,-11-4 0,0 0 0,1 1 0,-1-1 0,0 0 0,0 1 0,0-1 0,0 1 0,1-1 0,-1 1 0,0-1 0,0 1 0,0 0 0,0 0 0,0-1 0,-1 1 0,1 0 0,0 0 0,0 0 0,0 0 0,-1 0 0,1 0 0,0 0 0,-1 0 0,1 0 0,-1 0 0,0 1 0,1-1 0,-1 0 0,0 0 0,1 0 0,-1 3 0,-1 1 0,1 0 0,-2 0 0,1 1 0,0-1 0,-1 0 0,-3 6 0,4-7 0,-1-1 0,0 1 0,1 0 0,0 0 0,0 0 0,0 0 0,1 0 0,-1 0 0,1 0 0,0 4 0,0-7 0,0-1 0,0 0 0,0 1 0,1-1 0,-1 0 0,0 1 0,0-1 0,0 0 0,0 0 0,1 1 0,-1-1 0,0 0 0,0 1 0,1-1 0,-1 0 0,0 0 0,1 0 0,-1 1 0,0-1 0,1 0 0,-1 0 0,0 0 0,1 0 0,-1 0 0,0 1 0,1-1 0,-1 0 0,0 0 0,1 0 0,-1 0 0,1 0 0,-1 0 0,0 0 0,1 0 0,-1 0 0,0-1 0,1 1 0,-1 0 0,0 0 0,1 0 0,-1 0 0,0 0 0,1-1 0,-1 1 0,0 0 0,1 0 0,-1-1 0,0 1 0,0 0 0,1 0 0,-1-1 0,0 1 0,0 0 0,1-1 0,18-18 0,-17 16 0,25-30 0,45-70 0,-61 86 0,-11 16 0,1-1 0,-1 1 0,1 0 0,-1 0 0,1 0 0,0 0 0,0 1 0,0-1 0,-1 0 0,1 0 0,0 0 0,0 1 0,0-1 0,0 0 0,0 1 0,0-1 0,1 1 0,-1-1 0,1 1 0,-1 0 0,-1 0 0,1 0 0,0 0 0,-1 1 0,1-1 0,0 0 0,-1 0 0,1 1 0,-1-1 0,1 1 0,-1-1 0,1 1 0,0-1 0,-1 0 0,0 1 0,1 0 0,-1-1 0,1 1 0,-1-1 0,0 1 0,1-1 0,-1 1 0,1 1 0,2 7 0,-1-1 0,1 1 0,1 17 0,-2-18 0,4 35-1365,-5-26-5461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82 110 24575,'-5'117'0,"-33"181"0,1-12 0,37-280 0,-1 0 0,0 0 0,1 0 0,0 0 0,0 0 0,1 0 0,1 5 0,-2-9 0,1-1 0,-1 1 0,1-1 0,0 1 0,-1-1 0,1 0 0,0 1 0,0-1 0,0 0 0,0 0 0,0 0 0,0 0 0,0 0 0,1 0 0,-1 0 0,0 0 0,0 0 0,1 0 0,-1-1 0,1 1 0,-1-1 0,1 1 0,-1-1 0,1 1 0,-1-1 0,1 0 0,-1 0 0,3 0 0,25 1 0,1-1 0,-1-2 0,47-9 0,-6 1 0,99-5-90,223 11 0,172 39-264,133 2 93,-683-37 261,149-3 0,-129 1 0,0-2 0,54-12 0,-80 14 50,0-1 0,0 1-1,0-1 1,-1-1 0,1 1-1,-1-1 1,10-7 0,-16 10-39,1-1 1,-1 1 0,1 0 0,-1-1-1,0 1 1,1-1 0,-1 0-1,0 0 1,0 1 0,0-1-1,0 0 1,0 0 0,-1 0-1,1 0 1,0 0 0,-1 0 0,1 0-1,-1 0 1,0 0 0,0 0-1,0 0 1,0 0 0,0 0-1,0 0 1,-1 0 0,1 0-1,-1 0 1,1 0 0,-1 0-1,0 0 1,0 0 0,0 0 0,-1-2-1,-7-10-11,-1 0 0,0 1 0,-1 0 0,0 1 0,-15-13 0,10 11 0,1-2 0,-13-17 0,23 26 0,0 1 0,1-1 0,0 0 0,1-1 0,0 1 0,0-1 0,0 0 0,1 1 0,-2-10 0,2-1 0,1 0 0,0 0 0,1 0 0,1 0 0,0 1 0,8-33 0,5 0 0,19-49 0,-24 75 0,-8 21 0,0 1 0,0-1 0,0 1 0,-1-1 0,1 1 0,-1-1 0,1 0 0,-1 1 0,0-1 0,0 0 0,0 1 0,-1-1 0,0-4 0,0 5 0,0 0 0,0 1 0,0-1 0,0 1 0,0-1 0,0 1 0,-1-1 0,1 1 0,0 0 0,-1 0 0,1 0 0,-1 0 0,0 0 0,1 0 0,-1 0 0,0 0 0,1 0 0,-1 1 0,0-1 0,-3 0 0,-30-6 0,1 2 0,-1 2 0,-46 0 0,14 1 0,-871-83-698,574 46 533,309 33 165,-38-4 0,0 3 0,-118 7 0,206 0-136,-1 1 0,0 0 1,0 0-1,0 0 0,1 0 0,-1 1 1,1 0-1,-9 4 0,3 3-5970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09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64 24575,'5'17'0,"-4"-16"0,-1 0 0,1 1 0,0-1 0,-1 0 0,1 1 0,-1-1 0,0 1 0,1-1 0,-1 1 0,0-1 0,0 1 0,0-1 0,0 1 0,0 1 0,-3 3 0,1 0 0,-1 1 0,0-1 0,0-1 0,-1 1 0,0 0 0,0-1 0,-9 10 0,-1 2 0,89-138 0,-71 115 0,0 0 0,0 1 0,0-1 0,1 1 0,0 0 0,0 1 0,0-1 0,7-4 0,-10 8 0,0-1 0,1 1 0,-1 0 0,1 0 0,-1 0 0,1 0 0,0 1 0,-1-1 0,1 1 0,0-1 0,-1 1 0,1 0 0,0 0 0,-1 0 0,1 0 0,0 1 0,-1-1 0,1 1 0,0 0 0,-1-1 0,1 1 0,-1 0 0,4 2 0,3 3 0,1 1 0,-1-1 0,0 2 0,-1-1 0,0 1 0,0 1 0,9 12 0,23 23 0,-39-42-124,1-1 0,0 1 0,-1-1 0,1 0 0,0 1 0,0-1-1,0 0 1,0 0 0,0-1 0,4 2 0,5 0-6702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13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63 24575,'1'-2'0,"-1"-1"0,0 1 0,0-1 0,-1 1 0,1-1 0,-1 1 0,1-1 0,-1 1 0,0-1 0,0 1 0,0-1 0,0 1 0,-3-5 0,3 6 0,-1 0 0,0-1 0,1 1 0,-1 0 0,0-1 0,0 1 0,0 0 0,0 1 0,0-1 0,0 0 0,-1 1 0,1-1 0,0 1 0,0-1 0,0 1 0,-4 0 0,-6 0 0,-1 0 0,1 1 0,1 1 0,-1 0 0,0 1 0,0 0 0,1 0 0,-1 2 0,-13 6 0,1 1 0,0 2 0,-44 32 0,53-34 0,0 1 0,1 0 0,-25 30 0,34-36 0,0 0 0,0 0 0,0 1 0,1-1 0,1 1 0,-1 0 0,1 1 0,0-1 0,1 0 0,0 1 0,-1 10 0,3-16 0,-1 0 0,1 0 0,1 0 0,-1 0 0,0 0 0,1 0 0,-1-1 0,1 1 0,0 0 0,0 0 0,0 0 0,0 0 0,1-1 0,-1 1 0,1-1 0,2 4 0,-1-2 0,1-1 0,-1 0 0,0-1 0,1 1 0,0 0 0,0-1 0,0 0 0,0 0 0,0 0 0,4 1 0,6 1 0,0-1 0,1 0 0,-1-1 0,0-1 0,26 0 0,-21-2 0,0-1 0,-1-1 0,1 0 0,-1-2 0,0 0 0,0-1 0,-1 0 0,0-2 0,0 0 0,26-17 0,-36 20 0,1-1 0,-1 0 0,0 0 0,0-1 0,-1 0 0,0 0 0,0 0 0,-1-1 0,0 0 0,5-10 0,-7 12 0,-1 0 0,0-1 0,0 1 0,0-1 0,-1 0 0,0 0 0,-1 1 0,1-1 0,-1 0 0,-1 0 0,1 0 0,-1 1 0,0-1 0,-1 0 0,-2-8 0,1 8 14,1 0 1,-1 1-1,-1-1 0,1 1 0,-1 0 1,0 0-1,-1 0 0,1 0 0,-1 1 0,0 0 1,-1 0-1,1 0 0,-1 0 0,0 1 1,0 0-1,0 0 0,-1 1 0,1 0 0,-1 0 1,0 0-1,0 1 0,0 0 0,-9-1 1,-2 0-205,1 1 0,-1 1 1,1 0-1,-1 2 0,1 0 1,-1 0-1,1 2 1,-27 7-1,-3 4-6636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1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27 24575,'-36'-8'0,"17"3"0,2 2 0,1 0 0,0 1 0,-1 1 0,1 0 0,0 2 0,-1 0 0,1 0 0,0 2 0,-24 6 0,28-5 0,0 0 0,0 1 0,0 1 0,1 0 0,-1 1 0,1 0 0,1 1 0,0 0 0,0 0 0,0 1 0,1 0 0,-12 16 0,15-16 0,0-1 0,0 2 0,0-1 0,1 1 0,1 0 0,0 0 0,0 0 0,1 0 0,-3 17 0,5-22 0,0 0 0,1-1 0,0 1 0,0-1 0,0 1 0,1 0 0,-1-1 0,1 1 0,0-1 0,1 1 0,-1-1 0,1 0 0,0 1 0,0-1 0,0 0 0,0 0 0,1 0 0,-1-1 0,1 1 0,0-1 0,0 1 0,1-1 0,-1 0 0,8 5 0,0-1 0,1-1 0,0 0 0,0-1 0,1 0 0,-1-1 0,1 0 0,0-1 0,19 2 0,1-2 0,-1-1 0,43-3 0,-46-1 0,0-1 0,0-2 0,0-1 0,28-9 0,-45 12 0,-1-2 0,1 1 0,-1-2 0,0 1 0,0-1 0,-1-1 0,0 0 0,0-1 0,0 0 0,-1 0 0,-1-1 0,9-10 0,-14 15 0,1 0 0,-2-1 0,1 1 0,-1-1 0,1 0 0,-1 0 0,0 0 0,-1 0 0,1 0 0,-1 0 0,0 0 0,-1-1 0,1 1 0,-1 0 0,0-1 0,0 1 0,-1 0 0,1 0 0,-1-1 0,0 1 0,-1 0 0,1 0 0,-1 0 0,0 0 0,0 0 0,-1 1 0,0-1 0,-5-8 0,0 4 0,0 0 0,0 0 0,-1 1 0,0 0 0,0 1 0,-1-1 0,0 2 0,0 0 0,-1 0 0,1 0 0,-23-6 0,11 6-136,0 1-1,-1 0 1,0 2-1,0 1 1,1 1-1,-1 1 1,0 1-1,0 1 0,-27 5 1,-6 5-6690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17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456 163 24575,'5'-7'0,"-1"1"0,0-2 0,0 1 0,0 0 0,-1-1 0,0 1 0,0-1 0,-1 0 0,0 0 0,2-16 0,-4 22 0,0-1 0,1 1 0,-1 0 0,0 0 0,0-1 0,0 1 0,-1 0 0,1-1 0,-1 1 0,1 0 0,-1 0 0,1-1 0,-1 1 0,0 0 0,0 0 0,0 0 0,-1 0 0,1 0 0,0 0 0,-1 1 0,1-1 0,-1 0 0,1 1 0,-1-1 0,0 1 0,0-1 0,0 1 0,0 0 0,0 0 0,0 0 0,0 0 0,0 0 0,0 0 0,0 1 0,-1-1 0,1 1 0,0-1 0,-1 1 0,1 0 0,-3 0 0,-7 0 0,0 0 0,0 1 0,0 1 0,0 0 0,0 0 0,-15 6 0,-5 2 0,0 2 0,-41 23 0,56-26 0,1 1 0,0 1 0,0 0 0,1 1 0,-22 23 0,33-31 0,1-1 0,0 1 0,0 0 0,0 0 0,1 1 0,-1-1 0,1 1 0,0-1 0,1 1 0,-1 0 0,1-1 0,0 1 0,-1 7 0,2-9 0,0 1 0,0-1 0,0 0 0,1 1 0,0-1 0,-1 1 0,1-1 0,0 0 0,1 0 0,-1 0 0,1 1 0,-1-1 0,1 0 0,0-1 0,0 1 0,0 0 0,0-1 0,1 1 0,5 4 0,3 2 0,1-1 0,1 0 0,0 0 0,0-1 0,21 7 0,75 22 0,-60-21 0,-5-2 0,-18-6 0,0 1 0,-1 1 0,0 1 0,35 20 0,-59-29 0,1 0 0,0 0 0,0 1 0,0-1 0,-1 1 0,1-1 0,0 1 0,-1 0 0,0-1 0,1 1 0,-1 0 0,0 0 0,1 3 0,-1-4 0,-1 0 0,0 0 0,0 0 0,0 0 0,0 0 0,0 0 0,-1 0 0,1 0 0,0 0 0,0 0 0,-1 0 0,1 0 0,0 0 0,-1 0 0,1 0 0,-1 0 0,0 0 0,1 0 0,-1 0 0,1 0 0,-1-1 0,0 1 0,0 0 0,0 0 0,1-1 0,-1 1 0,0-1 0,0 1 0,-1 0 0,-8 5 0,0-1 0,0 0 0,-1-1 0,0 0 0,1-1 0,-14 3 0,-71 9 0,74-12 0,-132 12 0,130-14 0,0-1 0,0-1 0,0-1 0,-35-8 0,29 0-1365,11 0-5461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17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56 268 24575,'6'-11'0,"-5"9"0,1 1 0,-1-1 0,0 0 0,0 0 0,0 0 0,0 0 0,0 0 0,0 0 0,0 0 0,-1 0 0,1-1 0,-1 1 0,0 0 0,1 0 0,-1 0 0,0-1 0,0 1 0,0 0 0,-1 0 0,0-3 0,1 4 0,0 1 0,0 0 0,0 0 0,0 0 0,0-1 0,0 1 0,0 0 0,0 0 0,0 0 0,-1 0 0,1-1 0,0 1 0,0 0 0,0 0 0,0 0 0,-1 0 0,1 0 0,0-1 0,0 1 0,0 0 0,0 0 0,-1 0 0,1 0 0,0 0 0,0 0 0,0 0 0,-1 0 0,1 0 0,0 0 0,0 0 0,0 0 0,-1 0 0,1 0 0,0 0 0,0 0 0,-1 0 0,1 0 0,0 0 0,0 0 0,0 0 0,-1 0 0,1 0 0,0 0 0,0 1 0,-8 10 0,-1 15 0,6-12 0,2 1 0,0 0 0,1-1 0,0 1 0,4 26 0,22 74 0,-10-43 0,-14-63 0,0-3 0,-1 0 0,0 0 0,0 0 0,-1 8 0,0-14 0,0 0 0,0 0 0,0 1 0,0-1 0,0 0 0,-1 0 0,1 0 0,0 0 0,0 0 0,0 0 0,0 1 0,0-1 0,0 0 0,0 0 0,-1 0 0,1 0 0,0 0 0,0 0 0,0 0 0,0 0 0,-1 0 0,1 0 0,0 0 0,0 0 0,0 0 0,0 0 0,-1 0 0,1 0 0,0 0 0,0 0 0,0 0 0,0 0 0,-1 0 0,1 0 0,0 0 0,0 0 0,0 0 0,0 0 0,0 0 0,-1 0 0,1 0 0,0-1 0,0 1 0,0 0 0,0 0 0,0 0 0,0 0 0,-1 0 0,1 0 0,0-1 0,0 1 0,0 0 0,0 0 0,0 0 0,0 0 0,0 0 0,0-1 0,0 1 0,0 0 0,0 0 0,0 0 0,0-1 0,-8-9 0,1-3 0,0 0 0,2 0 0,-1-1 0,2 0 0,0 0 0,-3-19 0,3 6 0,1 0 0,1-41 0,3 41 0,0-1 0,2 0 0,2 1 0,0 0 0,1-1 0,2 2 0,1-1 0,20-40 0,-27 62 0,1 0 0,0 1 0,0 0 0,0 0 0,1 0 0,-1 0 0,1 0 0,0 0 0,0 1 0,0 0 0,1 0 0,-1 0 0,6-2 0,-7 4 0,-1 0 0,1 0 0,0 1 0,-1-1 0,1 1 0,0 0 0,-1 0 0,1 0 0,0 0 0,-1 0 0,1 0 0,0 1 0,-1 0 0,1-1 0,0 1 0,-1 0 0,1 0 0,-1 0 0,0 0 0,1 1 0,-1-1 0,0 1 0,0-1 0,0 1 0,0 0 0,4 4 0,-2-2 0,0 1 0,0 0 0,-1 0 0,1 0 0,-1 0 0,0 0 0,-1 0 0,1 1 0,-1 0 0,0-1 0,-1 1 0,1 0 0,-1 0 0,0 0 0,-1 0 0,1 0 0,-1 0 0,0 0 0,-1 0 0,1 0 0,-1 0 0,0 0 0,-1 0 0,0 0 0,-2 6 0,-1-1 0,-1 1 0,0-1 0,0 0 0,-1 0 0,0-1 0,-1 0 0,0 0 0,-1-1 0,0 0 0,-20 15 0,4-8 0,0-1 0,-32 14 0,35-18 0,19-10 0,1 0 0,0 0 0,0 0 0,-1 1 0,1-1 0,0 1 0,0-1 0,1 1 0,-1 0 0,-2 2 0,4-3 0,-1 0 0,1-1 0,0 1 0,0 0 0,0 0 0,0-1 0,0 1 0,0 0 0,0 0 0,0-1 0,0 1 0,0 0 0,0 0 0,0-1 0,0 1 0,1 0 0,-1 0 0,0-1 0,0 1 0,1 0 0,-1-1 0,1 1 0,-1 0 0,0-1 0,1 1 0,0-1 0,-1 1 0,1 0 0,-1-1 0,1 0 0,-1 1 0,1-1 0,0 1 0,-1-1 0,2 1 0,14 9 0,0-2 0,32 14 0,1 0 0,39 29 315,-53-30-1155,55 26 0,-68-39-5986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18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20 138 24575,'-18'-34'0,"17"32"0,1 4 0,8 19 0,59 124 0,-55-123 0,2 0 0,0-1 0,1 0 0,23 24 0,-34-42 0,-1 1 0,1-1 0,0 1 0,1-1 0,-1 0 0,0 0 0,1-1 0,8 4 0,-12-6 0,0 1 0,0-1 0,0 0 0,1 0 0,-1 0 0,0 1 0,0-1 0,0 0 0,0-1 0,0 1 0,0 0 0,0 0 0,0 0 0,1-1 0,-1 1 0,0 0 0,0-1 0,1 0 0,-1 0 0,0 0 0,1-1 0,-1 1 0,0 0 0,0 0 0,0-1 0,0 1 0,-1-1 0,1 1 0,0-1 0,-1 1 0,1-1 0,-1 1 0,1-1 0,-1 0 0,1-1 0,1-26 0,0-1 0,-2 1 0,-1-1 0,-1 1 0,-8-35 0,3 8 0,3 8 0,2 24 0,-6-31 0,4 46 0,1 18 0,2 20 0,6-8-1365,1-2-5461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1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73 24575,'0'-7'0,"1"0"0,-1 0 0,1 1 0,0-1 0,0 0 0,3-8 0,-3 14 0,-1 0 0,1 0 0,-1 0 0,1 0 0,0 0 0,-1 0 0,1 0 0,0 0 0,0 0 0,-1 0 0,1 1 0,0-1 0,0 0 0,0 0 0,0 1 0,0-1 0,2 0 0,-1 0 0,-1 1 0,1 0 0,-1 0 0,1 0 0,-1 0 0,1 0 0,-1 1 0,1-1 0,-1 0 0,1 1 0,-1-1 0,1 1 0,-1-1 0,0 1 0,1-1 0,-1 1 0,0 0 0,2 1 0,5 4 0,0 1 0,-1-1 0,0 1 0,0 1 0,-1-1 0,0 1 0,0 0 0,0 1 0,4 10 0,2 6 0,0 0 0,7 30 0,-11-32 0,-2 1 0,0 0 0,-2 1 0,-1 0 0,-1-1 0,0 1 0,-5 46 0,1-57 0,0-1 0,-1 0 0,0 0 0,-1 0 0,0 0 0,-1-1 0,-1 1 0,0-1 0,-1-1 0,0 1 0,0-1 0,-1 0 0,-1-1 0,0 0 0,0 0 0,-13 9 0,7-8-682,-32 18-1,-15 2-6143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18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8 24575,'-1'-1'0,"-1"0"0,1 0 0,0 1 0,-1-1 0,1 0 0,0 1 0,-1-1 0,1 1 0,-1-1 0,1 1 0,0 0 0,-1 0 0,1 0 0,-1 0 0,1 0 0,-1 0 0,1 0 0,-1 0 0,1 0 0,-1 1 0,1-1 0,-1 1 0,1-1 0,0 1 0,-1 0 0,-1 0 0,-3 2 0,0 1 0,0-1 0,1 1 0,-8 6 0,1 2 0,-1 1 0,2 0 0,0 0 0,1 1 0,0 1 0,1 0 0,0 0 0,2 1 0,-12 31 0,14-32 0,0 1 0,1 0 0,1 0 0,1 0 0,0 0 0,1 1 0,1-1 0,0 0 0,2 1 0,4 27 0,-1-30 23,0 0 0,0 0 0,2-1-1,-1 1 1,2-1 0,0-1 0,0 1-1,1-1 1,0-1 0,1 0 0,1 0-1,0-1 1,0 0 0,21 13 0,0-3-365,1-1 1,0-1 0,2-2-1,55 17 1,-5-6-6485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2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24575,'2'0'0,"1"0"0,0-1 0,-1 1 0,1-1 0,0 0 0,-1 0 0,4-2 0,-4 2 0,-1 1 0,0-1 0,0 1 0,0-1 0,1 1 0,-1-1 0,0 1 0,1 0 0,-1 0 0,0-1 0,1 1 0,-1 0 0,2 0 0,-2 1 0,-1 0 0,1-1 0,0 1 0,0 0 0,-1-1 0,1 1 0,0 0 0,-1 0 0,1 0 0,-1 0 0,1 0 0,-1 0 0,1 0 0,-1 0 0,0 0 0,1 0 0,-1 0 0,0 0 0,0 0 0,0 0 0,0 0 0,0 0 0,0 1 0,2 30 0,-3 42 0,1 11 0,0-84 0,-1 0 0,1 0 0,0 0 0,0-1 0,0 1 0,0 0 0,1 0 0,-1 0 0,0 0 0,0 0 0,0 0 0,1 0 0,-1 0 0,1 0 0,-1 0 0,1-1 0,-1 1 0,1 0 0,-1 0 0,2 0 0,-2-1 0,1 0 0,0 0 0,-1 0 0,1-1 0,-1 1 0,1 0 0,-1 0 0,1-1 0,-1 1 0,1 0 0,-1-1 0,1 1 0,-1-1 0,1 1 0,-1-1 0,1 1 0,-1-1 0,0 1 0,1-1 0,-1 1 0,1-2 0,20-43 0,-20 42 0,30-67-341,3 1 0,2 2-1,65-88 1,-66 108-6485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27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24575,'1'-1'0,"-1"1"0,1-1 0,-1 1 0,1-1 0,-1 1 0,1-1 0,0 1 0,-1 0 0,1-1 0,-1 1 0,1 0 0,0-1 0,-1 1 0,1 0 0,0 0 0,0-1 0,-1 1 0,1 0 0,0 0 0,-1 0 0,1 0 0,0 0 0,0 0 0,-1 0 0,1 0 0,0 0 0,1 1 0,-1 0 0,0 0 0,1 0 0,-1 0 0,0 0 0,0 0 0,0 0 0,0 0 0,0 1 0,0-1 0,0 0 0,0 1 0,1 1 0,2 7 0,0 0 0,-1 0 0,3 11 0,-5-16 0,11 45 0,-6-20 0,16 43 0,-22-72 0,1 1 0,-1-1 0,1 1 0,-1-1 0,1 0 0,-1 1 0,1-1 0,0 0 0,0 0 0,-1 1 0,1-1 0,0 0 0,0 0 0,0 0 0,0 0 0,1 0 0,-1 0 0,0 0 0,0 0 0,1-1 0,-1 1 0,0 0 0,1-1 0,-1 1 0,0-1 0,1 0 0,-1 1 0,1-1 0,-1 0 0,1 0 0,-1 0 0,1 0 0,-1 0 0,1 0 0,-1 0 0,1 0 0,-1-1 0,0 1 0,1-1 0,-1 1 0,1-1 0,-1 1 0,0-1 0,1 0 0,-1 0 0,1-1 0,8-4 0,-1-1 0,-1-1 0,1 0 0,12-15 0,-18 20 0,91-111-682,88-139-1,-164 227-6143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27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24575,'1'-1'0,"-1"1"0,0 0 0,1-1 0,-1 1 0,0 0 0,1-1 0,-1 1 0,0 0 0,1-1 0,-1 1 0,0 0 0,1-1 0,-1 1 0,1 0 0,-1 0 0,1 0 0,-1-1 0,1 1 0,-1 0 0,1 0 0,-1 0 0,1 0 0,-1 0 0,1 0 0,-1 0 0,1 0 0,-1 0 0,1 0 0,-1 0 0,1 1 0,-1-1 0,0 0 0,1 0 0,-1 0 0,1 0 0,-1 1 0,1-1 0,-1 0 0,0 1 0,1-1 0,-1 0 0,1 1 0,-1-1 0,0 0 0,0 1 0,1-1 0,-1 1 0,0-1 0,1 1 0,10 31 0,-3-10 0,-6-20 0,0 0 0,0-1 0,0 1 0,0-1 0,0 1 0,1-1 0,-1 0 0,0 0 0,1 0 0,-1-1 0,0 1 0,1 0 0,-1-1 0,1 0 0,0 1 0,-1-1 0,1 0 0,-1 0 0,1 0 0,-1-1 0,1 1 0,-1-1 0,1 1 0,2-2 0,7-2 0,0 0 0,-1 0 0,18-11 0,0-2 57,-1-1 0,-1-1 0,0-2 0,-2-1 0,30-33 0,-13 8-911,66-99 1,-89 116-5973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28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0 530 24575,'5'1'0,"1"-1"0,-1 1 0,0 0 0,0 1 0,0-1 0,1 1 0,3 2 0,-5-2 0,-1 0 0,0-1 0,1 0 0,0 0 0,-1 0 0,1 0 0,-1 0 0,1-1 0,0 1 0,0-1 0,-1 0 0,1 0 0,0 0 0,-1-1 0,1 0 0,4 0 0,4-4 0,0-1 0,-1 0 0,1-1 0,-1 0 0,-1 0 0,13-11 0,55-59 0,-66 65 0,93-99 226,138-138-1817,-196 204-5235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3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24575,'-1'96'0,"24"733"0,9-486 0,-28-320 0,0-16 0,2-15 0,-1-13 0,0 0 0,-1-1 0,-1 0 0,0-22 0,1-13 0,-3 55 0,79-855 0,-75 716 0,-6 131 0,-1 14 0,-3 20 0,4-20 0,-24 137 0,-8 209 0,34 146 0,0-455 0,1 36 0,20 118 0,-16-176 0,-2-29 0,-2-30 0,26-587 0,-7 422 0,20-247 0,-40 420 0,-3 25 0,-1 8 0,-3 15 0,-6 29 0,-12 92 0,8 52 0,14-155 0,-7 185 0,10 1 0,36 275 0,-34-452 0,-3-30 0,1 0 0,0 0 0,1 0 0,1 0 0,7 22 0,-11-35 0,1 0 0,0 0 0,0 0 0,0 0 0,0 0 0,0 0 0,0 0 0,0 0 0,0-1 0,0 1 0,0 0 0,0 0 0,0 0 0,0 0 0,0 0 0,0 0 0,0 0 0,0 0 0,0 0 0,0-1 0,0 1 0,0 0 0,1 0 0,-1 0 0,0 0 0,0 0 0,0 0 0,0 0 0,0 0 0,0 0 0,0 0 0,0 0 0,0-1 0,0 1 0,0 0 0,0 0 0,1 0 0,-1 0 0,0 0 0,0 0 0,0 0 0,0 0 0,0 0 0,0 0 0,0 0 0,0 0 0,1 0 0,-1 0 0,0 0 0,0 0 0,0 0 0,0 0 0,0 0 0,0 0 0,0 0 0,0 0 0,0 0 0,1 0 0,-1 0 0,0 0 0,0 0 0,0 1 0,0-1 0,0 0 0,0 0 0,2-12 0,0-43 0,-7-72 0,0 30 0,22-1020 0,-15 1080 0,0 12 0,-1 0 0,-2 1 0,-5-40 0,1 50 0,4 15 0,1-1 0,0 0 0,-1 0 0,1 0 0,-1 1 0,1-1 0,0 0 0,-1 0 0,1 1 0,0-1 0,-1 0 0,1 1 0,0-1 0,-1 0 0,1 1 0,0-1 0,0 1 0,0-1 0,-1 0 0,1 1 0,0-1 0,0 1 0,0-1 0,0 1 0,0-1 0,0 1 0,0-1 0,0 1 0,-9 38 0,2-1 0,2 1 0,-1 73 0,5-64 0,-3 227 0,40 354 0,-30-578 0,-2-19 0,-1-1 0,-1 1 0,-3 34 0,-3-53 0,-2-12 0,4-2 0,1 0 0,0-1 0,-1 0 0,1 1 0,0-1 0,0 0 0,0 1 0,0-1 0,-2-3 0,-7-25 0,1 0 0,2-1 0,0 1 0,-3-54 0,7 56 0,-11-129 0,9-237 0,45-155 0,-37 502 0,-5 31 0,-4 34 0,-59 348-169,29 7-144,14 190 216,22-558 97,0 4 0,1 0 0,0 0 0,3 18 0,-4-27 5,0 0-1,0 0 0,0 0 1,0 0-1,0 0 1,0-1-1,1 1 0,-1 0 1,0 0-1,0 0 0,0 0 1,0 0-1,0 0 0,0 0 1,0 0-1,0 0 1,0 0-1,0 0 0,0-1 1,0 1-1,0 0 0,0 0 1,0 0-1,1 0 0,-1 0 1,0 0-1,0 0 1,0 0-1,0 0 0,0 0 1,0 0-1,0 0 0,0 0 1,0 0-1,1 0 0,-1 0 1,0 0-1,0 0 0,0 0 1,0 0-1,0 0 1,0 0-1,0 0 0,0 0 1,0 0-1,1 0 0,-1 0 1,0 0-1,0 0 0,0 0 1,0 0-1,0 1 1,0-1-1,0 0 0,3-12 239,2-179-126,-3 68-138,21-273 21,3-103 0,-25 483 0,0 12 0,-1 0 0,0-1 0,1 1 0,-2 0 0,1 0 0,0-1 0,-1 1 0,0 0 0,1 0 0,-2 0 0,-1-6 0,2 10 0,1-1 0,0 1 0,-1 0 0,1 0 0,0 0 0,0 0 0,-1 0 0,1 0 0,0 0 0,-1 1 0,1-1 0,0 0 0,0 0 0,-1 0 0,1 0 0,0 0 0,0 0 0,-1 0 0,1 1 0,0-1 0,0 0 0,-1 0 0,1 0 0,0 1 0,0-1 0,0 0 0,-1 0 0,1 0 0,0 1 0,0-1 0,0 0 0,0 0 0,0 1 0,0-1 0,-1 0 0,1 1 0,0-1 0,0 0 0,0 0 0,0 1 0,0-1 0,0 0 0,0 1 0,0-1 0,-7 23 0,0 0 0,1 1 0,2-1 0,-3 30 0,1-11 0,-40 344 0,39-273 0,9 165 0,6-202-1365,0-14-5461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3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2307 59 24575,'1'-1'0,"1"-1"0,-1 0 0,0 0 0,0 0 0,0 1 0,-1-1 0,1 0 0,0 0 0,-1 0 0,1 0 0,-1-1 0,0 1 0,1 0 0,-1 0 0,0 0 0,-1-4 0,1 5 0,0 0 0,0 0 0,0 0 0,0 0 0,0 0 0,-1 1 0,1-1 0,0 0 0,-1 0 0,1 0 0,0 0 0,-1 1 0,1-1 0,-1 0 0,1 0 0,-1 1 0,0-1 0,1 0 0,-1 1 0,0-1 0,1 0 0,-1 1 0,0-1 0,0 1 0,0-1 0,1 1 0,-1 0 0,0-1 0,0 1 0,0 0 0,0 0 0,0 0 0,0-1 0,0 1 0,1 0 0,-1 0 0,0 0 0,0 0 0,-2 1 0,-3 0 0,0 1 0,-1 0 0,1 1 0,0 0 0,0 0 0,1 0 0,-1 0 0,-5 5 0,-43 39 0,42-37 0,-546 566-445,253-247 86,-19-18 191,173-190 168,-4-6 0,-262 146 0,384-242 14,-23 12 60,-72 53 0,97-53 453,30-31-514,0 1 1,1 0-1,-1 0 1,0 0-1,1 0 1,-1 0-1,1 0 1,-1 0-1,1 0 1,0 0-1,-1 0 1,1 0-1,0 0 1,0 2-1,0-3-10,0 1-1,0-1 1,1 1-1,-1-1 1,0 1-1,1-1 1,-1 0-1,1 1 1,-1-1 0,0 0-1,1 1 1,-1-1-1,1 0 1,-1 1-1,1-1 1,-1 0-1,1 0 1,-1 0-1,1 1 1,-1-1-1,1 0 1,-1 0-1,1 0 1,-1 0 0,1 0-1,0 0 1,-1 0-1,1 0 1,-1 0-1,1 0 1,0-1-1,10 0-2,-1 0 0,1-1 0,-1-1 0,1 1 0,-1-2 0,16-7 0,61-34 0,-77 39 0,100-61-239,-3-4-1,143-126 1,174-198-979,-307 282 976,-79 77 181,396-375-181,19 27-264,-439 373 516,5-5 49,34-19 1,-44 31 279,-6 6-133,-13 12 163,-139 138 1209,73-78-1212,-172 181-549,-50 50-254,-18-19 190,199-197 382,-5-4 0,-3-6-1,-4-6 1,-175 73 0,285-138 6,19-8-140,0 0 0,0 0 0,0-1 0,0 1 0,0 0 0,0 0 0,0 0 0,0 0 1,-1 0-1,1 0 0,0 0 0,0 0 0,0 0 0,0 0 0,0 0 0,0 0 0,0 0 0,0 0 1,0 0-1,0-1 0,0 1 0,0 0 0,0 0 0,0 0 0,0 0 0,0 0 0,0 0 1,0 0-1,0 0 0,-1 0 0,1 0 0,0 0 0,0 0 0,0 0 0,0 0 0,0 0 0,0 0 1,0 0-1,0 0 0,0 0 0,0 0 0,0 0 0,0 0 0,0 0 0,-1 0 0,1 0 1,0 0-1,0 0 0,0 0 0,0 0 0,0 0 0,0 0 0,24-18-4,-15 12 0,424-341-178,-25-32-204,-65 58 80,14 20 172,-313 266 133,2 1 0,94-50 0,-135 81 0,1 1 0,0 0 0,0-1 0,1 2 0,7-2 0,-13 3 0,0-1 0,0 1 0,-1 0 0,1 0 0,0 0 0,0 0 0,0 1 0,0-1 0,0 0 0,0 0 0,-1 0 0,1 1 0,0-1 0,0 0 0,0 1 0,-1-1 0,1 1 0,1 0 0,-1 0 0,-1 0 0,1 0 0,-1 0 0,0 0 0,1 0 0,-1 0 0,0 0 0,0-1 0,0 1 0,1 0 0,-1 0 0,0 0 0,0 0 0,0 0 0,-1 0 0,1 0 0,0 0 0,0 0 0,0 0 0,-1 0 0,0 1 0,-4 11 133,-1 0 1,-1-1 0,0 1-1,-1-2 1,-18 23-1,24-31-97,-216 242-325,-20-14-300,221-215 585,-519 443-64,-32-41-57,512-380 90,-135 102 32,184-135 31,4-3 48,0 0 0,0 0 0,1 1 0,-1-1 0,0 1 0,1 0 0,-1 0 0,1 0 0,0 0 0,-3 6 0,5-9-71,0 1 1,-1-1-1,1 0 0,0 0 0,0 1 1,0-1-1,0 0 0,0 0 0,0 1 1,0-1-1,0 0 0,0 1 1,0-1-1,0 0 0,0 0 0,0 1 1,0-1-1,1 0 0,-1 0 0,0 1 1,0-1-1,0 0 0,0 0 1,0 1-1,1-1 0,-1 0 0,0 0 1,0 0-1,0 1 0,1-1 0,-1 0 1,0 0-1,0 0 0,0 0 1,1 1-1,-1-1 0,0 0 0,0 0 1,1 0-1,15 0 122,17-9-49,21-12-66,-1-3 1,-2-2-1,56-37 0,138-111-256,402-378-1763,-39-42 1032,-589 574 993,41-40-220,145-150-314,-163 162 684,-29 27 347,-15 15-232,-11 8 67,-5 7 41,0 1 1,1 0 0,-27 23 0,29-22-407,-556 471-142,36 41-363,385-374-187,66-65-5091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3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2520 248 24575,'1'-1'0,"0"0"0,-1 0 0,1 0 0,0 0 0,-1 0 0,1-1 0,-1 1 0,1 0 0,-1-1 0,0 1 0,1 0 0,-1-1 0,0 1 0,0 0 0,0-1 0,0 1 0,0 0 0,0-1 0,0 1 0,-1 0 0,1-1 0,0 1 0,-1 0 0,1 0 0,-1-1 0,1 1 0,-2-2 0,-1-2 0,1 1 0,-1 0 0,0 0 0,0 0 0,0 1 0,-6-6 0,-3 0 0,-1 1 0,1 0 0,-2 1 0,1 0 0,-1 1 0,0 1 0,-22-7 0,-106-17 0,136 28 0,-340-34 0,-4 28 0,213 10 0,1 5 0,-156 30 0,210-21 0,1 2 0,0 5 0,2 3 0,-133 64 0,176-71 0,1 0 0,1 2 0,1 2 0,2 1 0,0 2 0,1 0 0,2 2 0,-37 49 0,51-58 0,2 0 0,0 1 0,1 0 0,1 1 0,1 0 0,-11 40 0,16-43 0,0-1 0,2 1 0,0 0 0,1-1 0,1 1 0,1 0 0,1 0 0,0-1 0,7 26 0,-4-27 0,1-1 0,0 1 0,1-1 0,1 0 0,0-1 0,1 0 0,19 24 0,-11-20 0,0-1 0,1 0 0,1-1 0,37 26 0,-12-16 0,1-2 0,1-2 0,1-2 0,83 26 0,-28-19 0,1-5 0,121 13 0,213-1 0,-278-28 0,201-16 0,-266-1 0,0-3 0,-1-5 0,133-42 0,-156 36 0,-1-3 0,-2-3 0,118-72 0,-153 81 0,-2 0 0,0-2 0,-2-2 0,0 0 0,-2-2 0,-1-1 0,-1 0 0,-2-2 0,29-50 0,-42 62 0,0 0 0,-1-1 0,-1 0 0,-1 0 0,-1-1 0,-1 0 0,0 0 0,-1 0 0,-1-29 0,-2 33 0,-1-1 0,-1 1 0,-1-1 0,0 1 0,-1 0 0,-1 0 0,0 1 0,-2-1 0,1 1 0,-2 0 0,-17-26 0,6 16-26,-1 2 0,-1 0 0,-1 2 0,-1 0-1,-1 2 1,0 0 0,-1 2 0,-1 0 0,-47-20 0,4 6-136,-2 4 0,-130-32 0,41 25-294,-1 7 1,-197-7 0,198 26-5623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5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820 140 24575,'9'-9'0,"-3"4"0,-1 0 0,1 0 0,-1-1 0,7-10 0,-12 15 0,1 0 0,-1 0 0,1 1 0,-1-1 0,1 0 0,-1 0 0,0 0 0,0 1 0,1-1 0,-1 0 0,0 0 0,0 0 0,0 0 0,0 0 0,0 1 0,0-1 0,0 0 0,0 0 0,0 0 0,0 0 0,-1 0 0,1 1 0,0-1 0,-1 0 0,1 0 0,0 0 0,-1 1 0,1-1 0,-1 0 0,1 0 0,-1 1 0,1-1 0,-1 1 0,0-1 0,1 0 0,-1 1 0,0-1 0,0 1 0,1 0 0,-1-1 0,0 1 0,0-1 0,0 1 0,1 0 0,-1 0 0,0 0 0,0-1 0,0 1 0,-1 0 0,-10-2 0,0 1 0,0 1 0,0 0 0,0 0 0,0 1 0,0 0 0,0 1 0,-17 6 0,16-6 0,-42 11 0,1 2 0,0 3 0,1 2 0,-68 36 0,86-37 0,0 2 0,1 1 0,2 1 0,0 2 0,2 2 0,-52 57 0,71-71 0,0 2 0,1 0 0,0 0 0,1 0 0,1 1 0,1 0 0,-10 32 0,14-39 0,2-1 0,-1 1 0,1-1 0,0 1 0,1 0 0,0-1 0,0 1 0,1-1 0,0 1 0,0 0 0,1-1 0,1 0 0,-1 1 0,1-1 0,0 0 0,1 0 0,0-1 0,6 9 0,-2-5 3,0 0-1,2-1 1,-1 0-1,1 0 1,0-1 0,1-1-1,16 11 1,-7-7 2,0-2 0,1 0 0,41 13 0,-10-9-73,1-3 0,105 9-1,-46-14-22,1-5 0,-1-5 0,1-5 0,-2-5 0,0-4 0,0-5 0,-2-6 0,159-63 0,-205 66 90,-2-2 0,93-60 0,-133 74-4,-1 0 1,-1-1-1,0-1 1,-1-1-1,0-1 1,-2 0-1,0-1 1,-1-1-1,-1 0 1,17-34-1,-28 46 10,1-1 0,-1 1 0,0-1 1,-1 0-1,0 0 0,-1 0 0,1 0 0,-2 0 0,1 0 0,-1 0 0,-1 0 0,1 0 1,-2 0-1,1 0 0,-1 0 0,-1 1 0,1-1 0,-2 0 0,1 1 0,-1 0 0,0 0 0,-1 0 1,0 0-1,0 1 0,0 0 0,-1 0 0,0 0 0,-1 0 0,0 1 0,0 1 0,-12-10 1,-2 3 102,0-1 1,-1 2-1,0 1 1,-1 1 0,0 1-1,-1 1 1,-38-7 0,2 5-197,-116-3 1,54 15-375,1 5 0,1 5 0,-228 55 0,243-39-5703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2:59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214 382 24575,'1'0'0,"0"0"0,-1-1 0,1 1 0,-1 0 0,1 0 0,-1 0 0,1-1 0,-1 1 0,1 0 0,-1 0 0,1-1 0,-1 1 0,1 0 0,-1-1 0,0 1 0,1-1 0,-1 1 0,1 0 0,-1-1 0,0 1 0,0-1 0,1 1 0,-1-1 0,0 1 0,0-1 0,1 1 0,-1-1 0,0 1 0,0-1 0,0 0 0,0 1 0,0-1 0,0 1 0,0-1 0,0 1 0,0-1 0,0 0 0,0 1 0,0-1 0,0 1 0,-1-1 0,1 1 0,0-1 0,-1 0 0,1-1 0,-1 0 0,1 0 0,-1 0 0,0 0 0,0 0 0,0 0 0,0 0 0,0 0 0,0 1 0,-3-4 0,2 4 0,-1-1 0,1 1 0,-1 1 0,1-1 0,-1 0 0,1 1 0,-1-1 0,1 1 0,-1 0 0,0-1 0,1 1 0,-1 1 0,1-1 0,-1 0 0,0 1 0,1-1 0,-1 1 0,1 0 0,-1 0 0,-2 1 0,-8 3 0,0 2 0,-16 9 0,28-15 0,-14 7 0,1 2 0,-19 15 0,29-22 0,1 0 0,0 0 0,0 0 0,0 0 0,0 0 0,1 1 0,-1 0 0,1-1 0,0 1 0,0 0 0,1 0 0,-1 0 0,1 0 0,-1 0 0,0 6 0,2-9 0,0 0 0,0 0 0,0 1 0,0-1 0,0 0 0,0 0 0,1 1 0,-1-1 0,0 0 0,1 0 0,-1 0 0,1 0 0,-1 1 0,1-1 0,-1 0 0,1 0 0,0 0 0,-1 0 0,1 0 0,0 0 0,0-1 0,2 3 0,-1-2 0,0 0 0,1 0 0,-1 0 0,1 0 0,-1 0 0,1 0 0,-1-1 0,1 1 0,-1-1 0,5 1 0,2-1 0,1-1 0,-1 0 0,1 0 0,-1-1 0,10-2 0,-7 0 0,-1 0 0,0-1 0,-1-1 0,1 1 0,-1-1 0,0-1 0,0 0 0,-1-1 0,0 1 0,0-2 0,-1 1 0,0-1 0,-1-1 0,0 1 0,0-1 0,-1 0 0,0-1 0,-1 0 0,0 0 0,0 0 0,2-12 0,-3 7 0,0 1 0,-1-1 0,0-1 0,-2 1 0,0 0 0,-1 0 0,0-1 0,-1 1 0,-1 0 0,-1 0 0,0 0 0,-1 0 0,-1 0 0,-12-28 0,15 40 0,0 1 0,0-1 0,-1 1 0,1 0 0,-1 0 0,1 0 0,-1 0 0,-6-5 0,8 8 0,1-1 0,-1 1 0,0-1 0,0 1 0,0-1 0,1 1 0,-1 0 0,0 0 0,0-1 0,0 1 0,0 0 0,1 0 0,-1 0 0,0 0 0,0 0 0,0 0 0,0 0 0,0 0 0,0 0 0,1 0 0,-1 1 0,0-1 0,0 0 0,0 0 0,0 1 0,1-1 0,-1 1 0,0-1 0,0 1 0,1-1 0,-1 1 0,0-1 0,1 1 0,-1 0 0,1-1 0,-1 1 0,1 0 0,-1-1 0,1 1 0,-1 0 0,1 0 0,0 0 0,-1-1 0,1 1 0,-1 2 0,-2 6 0,0 0 0,1 0 0,0 1 0,0-1 0,1 1 0,0-1 0,0 1 0,3 17 0,0-3 0,1 0 0,10 34 0,-7-36-151,0 0-1,2 0 0,1-1 0,0 0 1,2-1-1,0 0 0,2 0 1,22 27-1,-10-21-6674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82 272 24575,'0'-2'0,"0"-2"0,0-1 0,0 1 0,0 0 0,-1-1 0,0 1 0,1 0 0,-3-5 0,5 7 0,0 0 0,0 1 0,1-1 0,-1 0 0,1 1 0,-1 0 0,1 0 0,-1 0 0,5-2 0,3-1 0,2-3 0,-1 0 0,0 0 0,-1-1 0,0 0 0,0-1 0,-1-1 0,0 1 0,0-1 0,-1-1 0,7-12 0,-14 22 0,0 0 0,-1 0 0,1 0 0,-1 0 0,1 0 0,-1 0 0,1-1 0,-1 1 0,0 0 0,1 0 0,-1-1 0,0 1 0,0 0 0,0-3 0,0 4 0,-1-1 0,1 1 0,0-1 0,0 1 0,0 0 0,-1-1 0,1 1 0,0 0 0,-1-1 0,1 1 0,0 0 0,-1-1 0,1 1 0,0 0 0,-1 0 0,1-1 0,-1 1 0,1 0 0,0 0 0,-1 0 0,1-1 0,-1 1 0,1 0 0,-1 0 0,1 0 0,-1 0 0,-3 0 0,1 0 0,-1 1 0,1-1 0,-1 1 0,1-1 0,0 1 0,-1 0 0,-5 3 0,-8 4 0,0 1 0,0 1 0,1 0 0,1 1 0,-1 1 0,2 0 0,0 1 0,0 1 0,-22 29 0,35-41 0,-1 0 0,1 0 0,0 0 0,0 1 0,0-1 0,0 0 0,0 1 0,0-1 0,1 1 0,-1-1 0,1 1 0,0-1 0,-1 1 0,1 0 0,1 2 0,-1-3 0,1-1 0,-1 1 0,1-1 0,0 1 0,0-1 0,-1 1 0,1-1 0,0 0 0,0 1 0,0-1 0,1 0 0,-1 0 0,0 0 0,0 0 0,1 0 0,-1 0 0,1 0 0,-1 0 0,0-1 0,1 1 0,0 0 0,-1-1 0,1 1 0,1-1 0,12 3 0,-1 0 0,0-1 0,1-1 0,-1-1 0,1 0 0,-1 0 0,1-2 0,26-5 0,-12 0 0,-1-1 0,1-2 0,35-17 0,-46 18 0,-1 0 0,0-2 0,0 0 0,-1-1 0,21-21 0,-31 28 0,-1 0 0,1 0 0,-1-1 0,-1 0 0,1 0 0,-1-1 0,0 1 0,-1-1 0,0 0 0,0 0 0,0 0 0,-1 0 0,0 0 0,0 0 0,0-1 0,-1 1 0,0-12 0,-1 18 0,0 0 0,0 0 0,0 0 0,0 0 0,0 0 0,0 0 0,-1 0 0,1 0 0,0 0 0,0 0 0,-1 0 0,1 0 0,-1 0 0,1 0 0,-1 0 0,1 1 0,-1-1 0,1 0 0,-1 0 0,0 1 0,0-1 0,1 0 0,-1 1 0,0-1 0,0 0 0,0 1 0,0-1 0,1 1 0,-1 0 0,0-1 0,0 1 0,0 0 0,0-1 0,0 1 0,0 0 0,0 0 0,0 0 0,0 0 0,0 0 0,0 0 0,0 0 0,0 0 0,0 1 0,-2-1 0,2 1 0,0-1 0,-1 1 0,1 0 0,0-1 0,-1 1 0,1 0 0,0 0 0,0 0 0,-1 0 0,1 0 0,0 0 0,0 0 0,0 0 0,0 0 0,1 1 0,-1-1 0,0 0 0,0 0 0,1 1 0,-1-1 0,1 1 0,-1-1 0,1 1 0,0-1 0,-1 1 0,1-1 0,0 1 0,0-1 0,0 1 0,0 1 0,1 2 0,1 0 0,-1 0 0,1 0 0,0-1 0,0 1 0,1-1 0,-1 1 0,1-1 0,0 0 0,4 6 0,41 38 0,-27-29 0,-15-12 0,1-1 0,-1 1 0,-1 0 0,1 1 0,-1-1 0,0 1 0,7 15 0,-11-20 0,0 0 0,-1 0 0,1 0 0,0 0 0,-1 0 0,0 0 0,1 1 0,-1-1 0,-1 0 0,1 0 0,0 0 0,-1 0 0,1 0 0,-1 0 0,0 0 0,0 0 0,0 0 0,-1 0 0,1 0 0,-1-1 0,1 1 0,-1 0 0,0-1 0,0 1 0,0-1 0,-3 3 0,-2 1-91,-1-1 0,1 0 0,-1 0 0,0-1 0,0 0 0,0 0 0,0-1 0,-1 0 0,1-1 0,-1 0 0,0 0 0,0 0 0,0-1 0,-14-1 0,0-1-6735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 24575,'-1'-9'0,"-3"9"0,-2 16 0,5 2 0,0 0 0,2 1 0,0-1 0,1 0 0,0 0 0,2 0 0,7 26 0,52 119 0,-60-156 0,57 117-1365,-51-106-5461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6 104 24575,'0'-4'0,"-2"-7"0,-1-6 0,2-2 0,4 0 0,4 3 0,5 4 0,5 7 0,5 6 0,5 5 0,5 4 0,4 3 0,-5-1-8191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27 283 24575,'-3'-5'0,"0"1"0,0-1 0,0 1 0,1-1 0,0 0 0,0 0 0,0 0 0,0 0 0,1 0 0,0-1 0,0 1 0,0 0 0,1-1 0,0 1 0,0 0 0,0-1 0,1 1 0,0-1 0,0 1 0,0 0 0,0 0 0,1 0 0,0 0 0,0 0 0,4-8 0,1 5 0,0 0 0,1 0 0,0 1 0,0 0 0,1 0 0,-1 1 0,1 0 0,1 1 0,-1 0 0,1 0 0,17-6 0,10 0 0,72-14 0,-38 15 0,1 2 0,0 4 0,0 2 0,100 12 0,-82 1 0,-1 4 0,0 4 0,93 33 0,-115-28 0,-1 3 0,-1 3 0,-1 3 0,84 58 0,-100-57 0,-2 2 0,-2 2 0,-2 2 0,-1 1 0,66 88 0,-91-106 0,61 92 0,-66-97 0,-1 1 0,0 0 0,-2 1 0,8 28 0,-14-44-1365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58 24575,'-2'2'0,"1"0"0,-1 1 0,1-1 0,0 1 0,0-1 0,0 1 0,0-1 0,0 1 0,0 0 0,1-1 0,0 1 0,-1 5 0,1-2 0,-1 0 0,1 1 0,1-1 0,1 10 0,-1-13 0,0 0 0,1 0 0,-1 0 0,1 0 0,0 0 0,0 0 0,0-1 0,0 1 0,0-1 0,1 0 0,-1 1 0,1-1 0,0 0 0,-1 0 0,1-1 0,0 1 0,0 0 0,0-1 0,0 0 0,1 0 0,-1 0 0,0 0 0,0 0 0,6 0 0,2 1 0,1-1 0,0 0 0,-1-1 0,1 0 0,21-3 0,-17 0 0,1 0 0,-1-1 0,0 0 0,-1-2 0,1 0 0,-1 0 0,14-9 0,-26 13 0,0 0 0,-1-1 0,1 1 0,-1 0 0,0-1 0,0 1 0,0-1 0,0 0 0,0 0 0,0 1 0,-1-1 0,3-6 0,7-39 0,-9 39 0,-1 0 0,2 0 0,3-12 0,-6 21 0,0-1 0,0 1 0,0 0 0,0-1 0,0 1 0,0 0 0,0 0 0,0-1 0,1 1 0,-1 0 0,0 0 0,0-1 0,0 1 0,0 0 0,0 0 0,1-1 0,-1 1 0,0 0 0,0 0 0,0 0 0,1-1 0,-1 1 0,0 0 0,0 0 0,1 0 0,-1 0 0,0 0 0,0 0 0,1-1 0,-1 1 0,0 0 0,0 0 0,1 0 0,-1 0 0,0 0 0,1 0 0,-1 0 0,0 0 0,0 0 0,1 0 0,0 0 0,6 13 0,2 19 0,-2 7-1365,-3-21-5461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48 24575,'-9'5'0,"9"-3"0,6-1 0,179-21 0,425-15-771,680 49-1,-738 29 0,780 163 1,-721-63-18,-461-99 507,285 125-1,-375-140 727,-3 2 0,0 3 0,-2 3 0,57 49 0,-87-65-242,-2 1 0,0 2 0,-1 0 0,-2 1-1,0 2 1,-2 0 0,-1 0 0,-1 2 0,-1 0-1,14 41 1,-13-9-202,-15-55 0,0-1 0,0 1 0,-1-1 0,0 1 0,0-1 0,0 1 0,-1-1 0,1 0 0,-3 8 0,3-12 0,0-1 0,-1 0 0,1 1 0,0-1 0,0 0 0,-1 1 0,1-1 0,0 1 0,0-1 0,-1 0 0,1 0 0,0 1 0,-1-1 0,1 0 0,0 1 0,-1-1 0,1 0 0,0 0 0,-1 0 0,1 0 0,-1 1 0,1-1 0,0 0 0,-1 0 0,1 0 0,-1 0 0,1 0 0,-1 0 0,1 0 0,0 0 0,-1 0 0,1 0 0,-1 0 0,1 0 0,-1 0 0,1 0 0,0-1 0,-1 1 0,1 0 0,-1 0 0,1 0 0,0-1 0,-1 1 0,1 0 0,0 0 0,-1-1 0,1 1 0,0 0 0,0-1 0,-1 1 0,-18-21 0,16 18 0,-10-11-1365,2 0-5461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2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18 119 24575,'35'-39'0,"7"-9"0,-37 44 0,0 1 0,-1-1 0,1 1 0,0 0 0,0 0 0,1 0 0,-1 1 0,11-4 0,-14 6 0,0-1 0,0 1 0,-1 0 0,1 0 0,0 0 0,0 0 0,0 0 0,0 1 0,-1-1 0,1 0 0,0 1 0,0-1 0,0 1 0,-1 0 0,1 0 0,0-1 0,-1 1 0,1 0 0,-1 1 0,1-1 0,-1 0 0,0 0 0,1 0 0,-1 1 0,0-1 0,0 1 0,0-1 0,0 1 0,0-1 0,0 1 0,1 3 0,3 5 0,-1 1 0,0 0 0,4 21 0,-7-25 0,4 17 0,4 35 0,-8-50 0,-1 0 0,0-1 0,0 1 0,-1-1 0,0 1 0,-1-1 0,-4 15 0,4-19 16,0-1-1,0 1 0,0-1 1,0 0-1,0 0 1,-1 0-1,0-1 0,1 1 1,-1 0-1,0-1 0,0 0 1,0 0-1,-1 0 1,1 0-1,0 0 0,-1 0 1,1-1-1,-1 0 0,0 0 1,1 0-1,-6 1 1,-8 0-338,-1 1 1,1-2 0,-22-1 0,30 0-98,-49-1-6407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109 921 24575,'-4'-2'0,"1"1"0,-1-1 0,1 0 0,-1 0 0,1 0 0,0-1 0,0 1 0,0-1 0,0 1 0,-3-5 0,3 4 0,-3-4 0,-1 0 0,2 0 0,-1 0 0,1-1 0,0 0 0,1 0 0,-1 0 0,2-1 0,-1 1 0,-2-11 0,3 5 0,0 1 0,1-1 0,1 1 0,0-1 0,1 0 0,2-17 0,1 5 0,2 1 0,0-1 0,2 1 0,1 0 0,1 1 0,22-41 0,-12 31 0,2 1 0,1 1 0,2 1 0,1 2 0,1 0 0,2 1 0,42-32 0,-30 30 0,0 2 0,1 2 0,2 2 0,1 2 0,67-24 0,-103 43 0,-6 1 0,1 1 0,0 0 0,0 0 0,-1 0 0,1 0 0,0 0 0,0 0 0,0 1 0,0 0 0,0-1 0,0 1 0,0 0 0,0 1 0,0-1 0,4 1 0,-7-1 10,0 0-1,1 1 1,-1-1-1,0 0 1,0 0-1,0 1 1,1-1-1,-1 0 1,0 0-1,0 1 1,0-1-1,0 0 1,0 1-1,1-1 0,-1 0 1,0 1-1,0-1 1,0 0-1,0 0 1,0 1-1,0-1 1,0 0-1,0 1 1,0-1-1,0 0 1,0 1-1,0-1 1,-1 0-1,1 1 1,0-1-1,0 0 1,0 0-1,0 1 1,0-1-1,-1 1 1,-6 8-1717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5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29 24575,'-15'-9'0,"14"9"0,-1-1 0,1 0 0,-1 1 0,0-1 0,1 0 0,-1 0 0,1 0 0,0 0 0,-1 0 0,1 0 0,0-1 0,0 1 0,-2-2 0,5 2 0,-1 1 0,1-1 0,-1 1 0,1-1 0,-1 1 0,1-1 0,-1 1 0,1 0 0,0 0 0,-1 0 0,1 0 0,-1 0 0,3 0 0,-2 0 0,9 0 0,0 0 0,0 1 0,0 1 0,0 0 0,0 0 0,0 1 0,0 1 0,-1-1 0,0 2 0,0-1 0,14 10 0,-20-12 0,1 1 0,-1 1 0,1-1 0,-1 1 0,0 0 0,-1 0 0,1 0 0,-1 0 0,0 0 0,0 1 0,0 0 0,0-1 0,-1 1 0,0 0 0,0 0 0,0 1 0,0-1 0,-1 0 0,0 1 0,0-1 0,-1 0 0,1 1 0,-1-1 0,-1 11 0,-2-4-97,0 0-1,0 0 1,-2 0-1,1 0 1,-1-1-1,-1 1 1,0-1-1,0-1 1,-1 1-1,-1-1 1,0 0-1,0-1 0,-11 9 1,5-4-6729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6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2792 24575,'-10'0'0,"1"0"0,-1-1 0,1 0 0,-1 0 0,1-1 0,-1 0 0,1-1 0,0 0 0,0 0 0,0-1 0,1-1 0,-1 1 0,1-1 0,0 0 0,0-1 0,1 0 0,0 0 0,0-1 0,0 0 0,1 0 0,0-1 0,0 1 0,1-1 0,0-1 0,0 1 0,1-1 0,0 1 0,0-1 0,1 0 0,0-1 0,1 1 0,0 0 0,1-1 0,-1-18 0,2 0 0,2 0 0,1 0 0,1 0 0,1 1 0,2 0 0,18-50 0,2 11 0,56-95 0,-29 70-119,5 2 0,117-137 1,-84 127-275,172-145 1,139-50-393,24 38 428,577-238 432,-476 315-200,-377 141-275,248-28 1,-24 40 386,-278 26 30,179 22 0,-236-15 241,0 2 0,-1 2-1,0 1 1,0 2-1,-2 2 1,0 1 0,-1 2-1,0 2 1,-2 1 0,0 1-1,49 47 1,194 202-236,-172-165-25,-72-72 3,-2 1 0,-1 1 0,44 76 0,-64-96 0,1-1 0,0 0 0,1 0 0,0-2 0,1 1 0,1-2 0,0 0 0,1 0 0,17 10 0,-20-17 342,-12-6-399,1 1 0,-1-1 0,0 0 0,1 0 0,-1 0 0,1 0 0,-1 1 0,0-1 1,1 0-1,-1 0 0,1 0 0,-1 0 0,0 0 0,1 0 0,-1 0 0,1 0 0,-1 0 1,0 0-1,1 0 0,-1-1 0,0 1 0,1 0 0,-1 0 0,1 0 0,-1 0 1,0 0-1,1-1 0,-1 1 0,1-1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3:06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1 243 24575,'1'2'0,"0"0"0,1 0 0,-1 0 0,1-1 0,-1 1 0,1 0 0,0-1 0,0 0 0,-1 1 0,4 1 0,8 7 0,6 13 0,-10-11 0,0-1 0,20 17 0,-25-24 0,1-1 0,0 0 0,0 0 0,0 0 0,0 0 0,1-1 0,-1 0 0,1 0 0,-1 0 0,9 1 0,-7-2 0,1 0 0,0 0 0,-1-1 0,1 0 0,0 0 0,-1-1 0,1 0 0,0 0 0,-1-1 0,9-2 0,-13 2 0,1 1 0,-1-1 0,0 0 0,1 0 0,-1 0 0,0 0 0,0 0 0,0-1 0,-1 0 0,1 1 0,-1-1 0,1 0 0,-1 0 0,0 0 0,0-1 0,0 1 0,-1 0 0,1-1 0,-1 1 0,0-1 0,0 1 0,1-7 0,0 0 0,-1 1 0,-1-1 0,0 0 0,0 1 0,-1-1 0,-3-17 0,-20-56 0,18 66 0,0-1 0,1 0 0,1 0 0,0-1 0,0-21 0,4 40 0,0 0 0,0 0 0,0 0 0,0 0 0,0-1 0,0 1 0,0 0 0,0 0 0,0 0 0,-1 0 0,1 0 0,0 0 0,1 0 0,-1 0 0,0-1 0,0 1 0,0 0 0,0 0 0,0 0 0,0 0 0,0 0 0,0 0 0,0 0 0,0 0 0,0-1 0,0 1 0,0 0 0,0 0 0,0 0 0,0 0 0,0 0 0,0 0 0,0 0 0,1 0 0,-1 0 0,0 0 0,0 0 0,0 0 0,0 0 0,0 0 0,0 0 0,0 0 0,0-1 0,0 1 0,1 0 0,-1 0 0,0 0 0,0 0 0,0 0 0,0 0 0,0 0 0,0 1 0,0-1 0,0 0 0,1 0 0,-1 0 0,0 0 0,7 6 0,5 10 0,-8-8-124,-1-1 0,0 1 0,0-1 0,-1 1 0,0 0 0,0 0-1,-1 0 1,0 0 0,0 0 0,-1 14 0,0-5-6702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0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31 24575,'0'0'0,"0"0"0,0 0 0,1 0 0,-1 0 0,0 0 0,0 0 0,0 0 0,0 0 0,1 0 0,-1 0 0,0 0 0,0 0 0,0 0 0,1 0 0,-1 0 0,0 0 0,0 0 0,0 0 0,0 0 0,1 0 0,-1 0 0,0 0 0,0 0 0,0-1 0,0 1 0,1 0 0,-1 0 0,0 0 0,0 0 0,0 0 0,0-1 0,0 1 0,0 0 0,1 0 0,-1 0 0,0 0 0,0 0 0,0-1 0,0 1 0,0 0 0,0 0 0,0 0 0,0-1 0,0 1 0,0 0 0,0 0 0,0 0 0,0-1 0,0 1 0,0 0 0,0 0 0,0 0 0,0 0 0,0-1 0,0 1 0,0 0 0,0 0 0,0 0 0,-1 0 0,1-1 0,0 1 0,18 5 0,-15-2 0,-1-1 0,1 1 0,0 0 0,-1 1 0,0-1 0,1 0 0,-1 1 0,0-1 0,-1 1 0,1-1 0,-1 1 0,0 0 0,0 0 0,0 0 0,0 0 0,0 7 0,1 8 0,-2 1 0,-1 21 0,0-31 0,-11 166 0,-3 100 0,13-122 0,-34 244 0,4-234 0,11-63 0,-9 114 0,30-206 0,-1 0 0,2 0 0,-1 0 0,4 17 0,-3-24 0,-1-1 0,1 1 0,-1-1 0,1 1 0,0 0 0,-1-1 0,1 1 0,0-1 0,0 0 0,0 1 0,0-1 0,0 0 0,1 0 0,0 2 0,-1-3 0,1 1 0,-1-1 0,0 1 0,0-1 0,0 0 0,0 1 0,0-1 0,0 0 0,0 0 0,1 0 0,-1 0 0,0 0 0,0 0 0,0 0 0,0-1 0,0 1 0,0 0 0,1-1 0,-1 1 0,0-1 0,0 1 0,0-1 0,1 0 0,29-17 0,-17 9 0,1 0 0,0 1 0,28-9 0,2 5 0,1 1 0,0 3 0,71-4 0,143 9 0,-155 4 0,364 0-125,675-1-363,-635-14 480,34 0 119,-523 14 28,-13 0-93,1 1 1,0-1-1,0-1 1,-1 0-1,1 0 0,-1 0 1,11-4-1,-18 5-46,0 0 0,1 0 0,-1 0 0,0 0 0,0 0 0,1 0 0,-1 0 0,0 0 0,1-1 0,-1 1 0,0 0 0,0 0 0,1 0 0,-1 0 0,0-1 0,0 1 0,0 0 0,1 0 0,-1 0 0,0-1 0,0 1 0,0 0 0,0 0 0,0-1 0,1 1 0,-1 0 0,0 0 0,0-1 0,0 1 0,0 0 0,0-1 0,0 1 0,0 0 0,0 0 0,0-1 0,0 1 0,0 0 0,0-1 0,0 1 0,0 0 0,0 0 0,0-1 0,0 1 0,-1-1 0,-12-9 0,-22-5 0,28 12 0,1 2 0,1-1 0,-1 0 0,1-1 0,0 1 0,-9-6 0,14 7 0,-1 1 0,0-1 0,1 0 0,-1 1 0,0-1 0,1 0 0,-1 0 0,1 1 0,-1-1 0,1 0 0,0 0 0,-1 0 0,1 0 0,0 1 0,-1-1 0,1 0 0,0 0 0,0 0 0,0 0 0,0 0 0,0 0 0,0 0 0,0 0 0,0 0 0,0 0 0,0 0 0,1 1 0,-1-1 0,0 0 0,1 0 0,-1 0 0,0 0 0,1 0 0,-1 1 0,1-1 0,-1 0 0,1 0 0,0 1 0,-1-1 0,1 0 0,1 0 0,10-12 0,-1 1 0,-1-2 0,0 1 0,-1-1 0,-1-1 0,0 0 0,-1 0 0,0 0 0,4-18 0,-1-6 0,-2 0 0,-2-1 0,3-79 0,-17-124 0,0 85 0,8-5 0,-7-122 0,4 260 0,-2 1 0,0-1 0,-1 1 0,-2 0 0,-18-40 0,16 34 0,8 25 0,1-1 0,-1 1 0,0 0 0,-1 0 0,-3-8 0,5 12 0,-1-1 0,1 1 0,0-1 0,-1 1 0,1 0 0,-1 0 0,1-1 0,-1 1 0,0 0 0,0 0 0,1 1 0,-1-1 0,0 0 0,0 0 0,0 1 0,0-1 0,0 1 0,0 0 0,-3-1 0,-202 1 0,93 2 0,-84-2 0,-1150 18 0,1129-10 0,-238 12 0,2 21 0,426-38 0,-112 19 0,16-7 0,51-9 0,70-5 0,-6 1 0,0-1 0,1 0 0,-1-1 0,0 0 0,0 0 0,0-1 0,0 0 0,-13-4 0,23 5 19,-1 0-65,1 0 0,0 0 0,-1 0 0,1 0 0,0 0-1,0-1 1,-1 1 0,1 0 0,0 0 0,0 0 0,-1 0 0,1 0-1,0 0 1,0-1 0,0 1 0,-1 0 0,1 0 0,0 0 0,0-1-1,0 1 1,0 0 0,-1 0 0,1-1 0,0 1 0,0 0 0,0 0-1,0-1 1,0 1 0,0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24517,'-19'27'0,"121"-27"0,-83-27 0,-121 27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4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24575,'0'0'0,"0"-1"0,0 1 0,0 0 0,0 0 0,0-1 0,0 1 0,0 0 0,0-1 0,0 1 0,0 0 0,0-1 0,0 1 0,1 0 0,-1 0 0,0-1 0,0 1 0,0 0 0,0-1 0,0 1 0,1 0 0,-1 0 0,0 0 0,0-1 0,1 1 0,-1 0 0,0 0 0,0 0 0,1-1 0,-1 1 0,0 0 0,0 0 0,1 0 0,-1 0 0,13 3 0,10 12 0,-21-14 0,31 22 0,1-2 0,72 35 0,84 19 0,-98-40 0,1228 527-1142,428 139 396,-1669-672 2516,-92-37-1737,1-1 1,0 0-1,-11-11 1,1 1-50,17 14 16,1 0 0,0 0 0,0-1 0,0 1 0,1-1 0,0 1 0,0-1 0,1 0 0,-1 0 0,-1-11 0,-15-29 0,13 36 0,-11-21 0,16 30 0,0-1 0,0 1 0,0 0 0,0-1 0,0 1 0,0 0 0,-1 0 0,1 0 0,0 0 0,-1 0 0,1 0 0,-1 0 0,1 0 0,-3-1 0,3 2 0,1 0 0,0 0 0,0 0 0,0 0 0,-1 0 0,1 0 0,0 0 0,0 0 0,0 0 0,-1 0 0,1 0 0,0 0 0,0 0 0,0 0 0,0 1 0,-1-1 0,1 0 0,0 0 0,0 0 0,0 0 0,0 0 0,-1 0 0,1 0 0,0 1 0,0-1 0,0 0 0,0 0 0,0 0 0,0 0 0,-1 1 0,1-1 0,0 0 0,0 0 0,0 0 0,0 1 0,0-1 0,0 0 0,0 0 0,0 0 0,0 1 0,0-1 0,2 13 0,6 12 0,1-8 0,1 0 0,0-1 0,1 0 0,1-1 0,0 0 0,1-1 0,17 14 0,11 15 0,-24-24 0,-16-18 0,0 0 0,-1 0 0,1 0 0,0 0 0,-1 0 0,1 0 0,0 0 0,-1 1 0,1-1 0,-1 0 0,0 0 0,1 0 0,-1 0 0,0 1 0,0-1 0,0 3 0,-2-4 0,0 0 0,0 1 0,-1-1 0,1 0 0,0 0 0,0-1 0,-1 1 0,1 0 0,0-1 0,0 1 0,0-1 0,0 0 0,-3-1 0,-3 0 0,-2 1 42,-1-1 0,0 1 0,1 1 0,-1 0 0,0 1 0,1 0 0,-19 4 0,-2 3-616,-37 16 1,52-18 19,-5 1-6272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0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24575,'-2'0'0,"-3"0"0,-4 0 0,-1 0 0,-3 0 0,0 3 0,-1 0 0,0 2 0,-1 0 0,4 2 0,0 0 0,0-2 0,0-1 0,1-2-8191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3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805 916 24575,'8'-94'0,"-1"8"0,-7 80 0,0 1 0,0-1 0,0 0 0,-1 0 0,0 0 0,0 1 0,-2-9 0,2 12 0,0 1 0,0-1 0,0 1 0,-1-1 0,1 0 0,0 1 0,-1 0 0,1-1 0,0 1 0,-1 0 0,0 0 0,1 0 0,-1 0 0,0 0 0,0 0 0,1 0 0,-1 1 0,0-1 0,0 1 0,0-1 0,0 1 0,0 0 0,0-1 0,0 1 0,-3 1 0,-9-1 0,0 0 0,0 2 0,0 0 0,0 1 0,0 0 0,-25 10 0,-78 39 0,111-48 0,-36 17 0,2 2 0,0 2 0,2 2 0,1 1 0,1 1 0,1 3 0,-33 39 0,46-45 0,2 0 0,2 1 0,0 1 0,1 0 0,2 1 0,1 1 0,2 1 0,1 0 0,1 0 0,-11 62 0,17-70 0,2 0 0,0 1 0,2-1 0,0 1 0,2-1 0,7 41 0,-7-53 0,1-2 0,0 1 0,1 0 0,0-1 0,0 1 0,1-1 0,0 0 0,1-1 0,0 1 0,0-1 0,1 0 0,0-1 0,0 0 0,1 0 0,0 0 0,0-1 0,16 9 0,-10-8 0,0-1 0,1 0 0,0-1 0,0 0 0,0-2 0,0 0 0,23 2 0,-4-3 0,0-2 0,44-5 0,-76 5 0,32-2 0,-34 2 0,0 0 0,0 0 0,0 0 0,0 0 0,1 0 0,-1 0 0,0 1 0,0-1 0,0 0 0,1 0 0,-1 0 0,0 0 0,0 0 0,0 0 0,0 0 0,0 0 0,1 0 0,-1 0 0,0 0 0,0 1 0,0-1 0,0 0 0,0 0 0,0 0 0,1 0 0,-1 0 0,0 1 0,0-1 0,0 0 0,0 0 0,0 0 0,0 0 0,0 1 0,0-1 0,0 0 0,0 0 0,0 0 0,0 0 0,0 1 0,0-1 0,0 0 0,0 0 0,0 1 0,-13 11 0,5-6 0,-50 33 0,3 3 0,-51 49 0,90-75 0,1 0 0,0 1 0,1 1 0,2 0 0,0 0 0,0 2 0,2-1 0,0 1 0,2 1 0,-11 35 0,16-43 0,1 0 0,0 1 0,1-1 0,0 1 0,1-1 0,1 1 0,0-1 0,0 1 0,2-1 0,0 0 0,0 1 0,1-1 0,1-1 0,0 1 0,1-1 0,0 0 0,0 0 0,2-1 0,-1 0 0,2 0 0,-1 0 0,1-1 0,1-1 0,0 0 0,0 0 0,1-1 0,0 0 0,17 9 0,-2-4 0,0-1 0,1-2 0,0 0 0,1-2 0,0-1 0,0-1 0,46 4 0,-13-7 0,0-2 0,95-11 0,-119 6 0,0-2 0,-1-1 0,0-2 0,0-2 0,-1-1 0,58-29 0,-88 38 0,-1 0 0,1 1 0,0 0 0,0 0 0,0 0 0,0 1 0,0 0 0,9-1 0,-11 2 0,0 0 0,0 0 0,1 1 0,-1 0 0,0-1 0,0 1 0,0 1 0,0-1 0,0 0 0,0 1 0,0-1 0,0 1 0,0 0 0,-1 0 0,3 2 0,94 85 0,21 16 0,-71-68-8,1-3 1,2-2-1,1-2 0,2-3 0,0-1 1,2-4-1,0-2 0,2-2 0,0-3 1,0-2-1,1-3 0,1-3 0,0-3 1,118-5-1,-92-9-71,0-4-1,-1-3 1,-1-4 0,0-4 0,-2-3 0,-1-4 0,115-63-1,-104 41 89,-2-3-1,-2-4 1,-4-4-1,-2-4 1,128-138-1,-195 190 3,23-28-33,-35 40 36,-1 1 1,-1 0-1,1-1 0,-1 1 0,0-1 0,0 0 1,0 1-1,2-10 0,-5 18 64,1-2-58,-1 0 1,1-1-1,-1 1 0,1 0 0,0 0 0,0 0 0,0 0 1,0 0-1,0 0 0,1-1 0,-1 1 0,0 0 0,1 0 0,0 0 1,-1-1-1,1 1 0,0 0 0,0-1 0,0 1 0,0 0 1,0-1-1,0 1 0,0-1 0,2 2 0,2 1-20,1 0 0,-1-1 0,0 0 0,1 0 0,-1 0 0,1-1 0,0 0 0,0 0 0,0 0 0,11 1 0,2-1 0,1 0 0,23-1 0,0-4 0,-1-1 0,0-2 0,80-23 0,-45 4 0,84-39 0,-121 46 0,0-2 0,-2-1 0,0-3 0,-1-1 0,59-53 0,-77 59 0,0 0 0,-2-1 0,0-1 0,-1-1 0,-2 0 0,0-1 0,-1-1 0,-1 0 0,-2-1 0,15-48 0,-20 50 0,0 0 0,-1-1 0,-2 0 0,0 0 0,-1 0 0,-2 0 0,0 0 0,-2 0 0,-1 0 0,-7-25 0,6 32 0,0 1 0,-1-1 0,-1 2 0,-1-1 0,0 1 0,-1 0 0,-1 1 0,0 0 0,-1 0 0,-1 1 0,0 1 0,0 0 0,-1 0 0,-26-16 0,14 13 0,-1 1 0,0 2 0,-1 1 0,-47-14 0,-118-17 0,70 17 0,81 17 0,-58-16 0,87 20 0,0 0 0,0 0 0,0-2 0,1 1 0,-17-12 0,27 17 0,1-1 0,-1 1 0,0-1 0,0 0 0,0 1 0,0-1 0,0 0 0,0 0 0,1 0 0,-1 1 0,0-1 0,1 0 0,-1 0 0,1 0 0,-1 0 0,1 0 0,-1 0 0,1 0 0,0 0 0,-1 0 0,1 0 0,0 0 0,0-1 0,0 1 0,0 0 0,0 0 0,0 0 0,0 0 0,0 0 0,0 0 0,0 0 0,1 0 0,-1 0 0,0-1 0,1 1 0,-1 0 0,1 1 0,-1-1 0,1 0 0,0 0 0,-1 0 0,1 0 0,0 0 0,1-1 0,4-3 0,0-1 0,1 1 0,0 0 0,14-7 0,-11 7 0,3-3 0,0 0 0,-1-1 0,0 0 0,0-1 0,-1-1 0,10-11 0,-18 19 0,-1 0 0,1 0 0,-1 0 0,0 0 0,0 0 0,-1-1 0,1 1 0,-1-1 0,0 0 0,0 1 0,0-1 0,0 0 0,0 1 0,-1-1 0,0 0 0,0 0 0,0 0 0,0 1 0,0-1 0,-1 0 0,0 0 0,1 1 0,-2-1 0,1 0 0,0 1 0,-1-1 0,1 1 0,-1-1 0,-3-3 0,-2-2 0,-1 0 0,0 0 0,0 1 0,0 0 0,-1 0 0,-1 1 0,1 1 0,-1-1 0,0 2 0,0-1 0,-1 1 0,-12-4 0,-10-2 0,-1 2 0,-61-10 0,-22 6 0,-2 6 0,-139 8 0,239 0 0,4-1 0,-1 0 0,1 1 0,-1 1 0,1 0 0,0 1 0,-18 6 0,33-9 0,0 0 0,0 0 0,0 0 0,-1 0 0,1 0 0,0 0 0,0 0 0,0 0 0,0 0 0,-1 0 0,1 0 0,0 0 0,0 0 0,0 0 0,0 0 0,0 0 0,-1 1 0,1-1 0,0 0 0,0 0 0,0 0 0,0 0 0,0 0 0,0 0 0,-1 0 0,1 1 0,0-1 0,0 0 0,0 0 0,0 0 0,0 0 0,0 0 0,0 1 0,0-1 0,0 0 0,0 0 0,0 0 0,0 0 0,0 1 0,0-1 0,0 0 0,0 0 0,0 0 0,0 0 0,0 1 0,0-1 0,0 0 0,0 0 0,0 0 0,0 0 0,11 4 0,16-1 0,-16-4 0,0 0 0,0 0 0,-1-1 0,1-1 0,-1 0 0,18-7 0,-24 9 0,-1-1 0,1 1 0,-1-1 0,1 0 0,-1 0 0,0 0 0,0 0 0,0-1 0,0 1 0,0-1 0,0 0 0,-1 1 0,1-1 0,-1-1 0,0 1 0,0 0 0,0 0 0,-1-1 0,1 1 0,-1-1 0,1 0 0,0-4 0,-2 5 0,0 0 0,-1 0 0,1 0 0,-1 0 0,1 0 0,-1 1 0,0-1 0,0 0 0,0 0 0,0 1 0,-1-1 0,1 1 0,-1-1 0,0 1 0,1 0 0,-1-1 0,0 1 0,0 0 0,-4-2 0,-4-5 0,-1 1 0,-21-13 0,30 20 0,-39-21 0,-87-34 0,-50-4 0,176 59 0,-181-53 0,-1 8 0,-272-32 0,405 72 0,0 2 0,-1 3 0,1 2 0,-59 8 0,89-6 0,0 1 0,1 1 0,-1 1 0,1 1 0,0 1 0,0 0 0,1 2 0,0 0 0,1 1 0,0 1 0,1 1 0,-26 24 0,22-16 0,1 2 0,2 0 0,0 1 0,2 1 0,0 1 0,2 0 0,1 1 0,1 0 0,1 1 0,1 0 0,-6 35 0,15-59 0,1 0 0,-1-1 0,1 1 0,0-1 0,0 1 0,1 0 0,-1-1 0,1 1 0,1 4 0,-1-7 0,-1 0 0,0 0 0,1 0 0,-1-1 0,1 1 0,-1 0 0,1-1 0,-1 1 0,1 0 0,-1-1 0,1 1 0,0-1 0,-1 1 0,1-1 0,0 1 0,-1-1 0,1 1 0,0-1 0,0 0 0,-1 1 0,1-1 0,0 0 0,0 0 0,0 0 0,0 0 0,-1 1 0,1-1 0,0 0 0,0 0 0,0-1 0,0 1 0,-1 0 0,1 0 0,0 0 0,0 0 0,0-1 0,0 1 0,-1 0 0,1-1 0,0 1 0,-1-1 0,1 1 0,0-1 0,1 0 0,2-2 0,1 0 0,-1-1 0,0 1 0,0-1 0,0 0 0,0 0 0,-1-1 0,0 1 0,1-1 0,-2 1 0,1-1 0,0 0 0,-1 0 0,0 0 0,0 0 0,-1-1 0,2-7 0,-2 8 0,0 0 0,-1 1 0,1-1 0,-1 0 0,0 1 0,-1-1 0,1 0 0,-1 1 0,0-1 0,0 1 0,0-1 0,-1 1 0,0 0 0,0-1 0,0 1 0,0 0 0,0 0 0,-1 0 0,0 0 0,0 1 0,-3-4 0,-2 0 0,0 2 0,-1-1 0,1 1 0,-1 0 0,0 1 0,-1 0 0,1 0 0,0 1 0,-1 0 0,0 1 0,0 0 0,-10 0 0,-13-1 0,-1 2 0,-42 3 0,17 3 0,0 2 0,0 2 0,1 4 0,-80 27 0,109-30 0,0 1 0,1 2 0,1 1 0,0 1 0,1 1 0,1 2 0,0 0 0,1 2 0,1 0 0,-27 32 0,36-34 49,1 1 0,1 0 0,1 1-1,0 0 1,1 0 0,-8 28 0,14-39-150,1 0 1,1 0-1,0 1 1,0-1 0,1 1-1,0 0 1,0-1-1,1 1 1,1 0 0,0-1-1,0 1 1,0 0 0,1-1-1,1 1 1,0-1-1,7 17 1,6-2-6726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3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97 192 24575,'-11'-6'0,"0"0"0,0 0 0,1-1 0,0 0 0,-11-11 0,21 18 0,-1 0 0,1 0 0,0-1 0,0 1 0,0 0 0,0 0 0,-1 0 0,1-1 0,0 1 0,0 0 0,0 0 0,-1 0 0,1 0 0,0-1 0,0 1 0,-1 0 0,1 0 0,0 0 0,0 0 0,-1 0 0,1 0 0,0 0 0,-1 0 0,1 0 0,0 0 0,0 0 0,-1 0 0,1 0 0,0 0 0,-1 0 0,1 0 0,0 0 0,-1 0 0,1 10 0,8 20 0,-7-27 0,63 221 0,-64-223 0,1 0 0,-1 0 0,0 0 0,1 0 0,-1 1 0,0-1 0,0 0 0,0 0 0,0 0 0,0 1 0,0-1 0,0 0 0,0 0 0,-1 2 0,1-3 0,-1 0 0,1 0 0,-1 0 0,1 0 0,-1 0 0,1 0 0,-1-1 0,1 1 0,0 0 0,-1 0 0,1-1 0,-1 1 0,1 0 0,0-1 0,-1 1 0,1 0 0,0-1 0,-1 1 0,1 0 0,0-1 0,0 1 0,-1-1 0,1 0 0,-23-34 0,13 12 0,0 1 0,2-1 0,-10-45 0,15 52 0,0-1 0,1 1 0,1-1 0,0 0 0,2 1 0,3-28 0,-3 39 0,0 0 0,0 0 0,1 0 0,0 0 0,0 0 0,0 0 0,0 0 0,1 1 0,0-1 0,0 1 0,0 0 0,0 0 0,1 0 0,0 0 0,0 1 0,0-1 0,0 1 0,0 0 0,1 0 0,-1 1 0,1-1 0,0 1 0,-1 0 0,1 0 0,0 1 0,0-1 0,1 1 0,7-1 0,-3 1 0,0 1 0,0 0 0,0 0 0,0 1 0,0 0 0,0 1 0,0 0 0,0 1 0,0 0 0,0 0 0,-1 1 0,0 0 0,18 11 0,-25-14 0,0 1 0,0-1 0,0 0 0,0 1 0,0 0 0,-1-1 0,1 1 0,0 0 0,-1 0 0,1 0 0,-1 0 0,0 0 0,0 0 0,1 1 0,-1-1 0,-1 0 0,1 1 0,0-1 0,-1 0 0,1 1 0,0 3 0,-2-3 0,1 0 0,-1 0 0,0 0 0,0 0 0,0 0 0,0 0 0,0 0 0,0 0 0,-1-1 0,0 1 0,1 0 0,-1-1 0,0 0 0,0 1 0,0-1 0,-1 0 0,-2 2 0,-12 10 0,-2-2 0,0 0 0,0-1 0,-28 12 0,26-13 0,20-10 0,1 0 0,-1 1 0,0-1 0,0 0 0,0 1 0,0-1 0,1 0 0,-1 1 0,0-1 0,1 1 0,-1 0 0,0-1 0,1 1 0,-1 0 0,0-1 0,1 1 0,-1 0 0,1-1 0,-1 1 0,1 0 0,-1 1 0,2-2 0,-1 1 0,0 0 0,0-1 0,1 1 0,-1-1 0,1 0 0,-1 1 0,0-1 0,1 1 0,-1-1 0,1 0 0,-1 1 0,1-1 0,-1 0 0,1 1 0,0-1 0,-1 0 0,1 0 0,-1 1 0,1-1 0,0 0 0,0 0 0,44 6 0,-43-6 0,28 1 0,-23-1 0,1 0 0,0 0 0,-1 0 0,1 1 0,-1 0 0,1 1 0,-1 0 0,0 0 0,1 0 0,9 6 0,-16-8 0,0 0 0,-1 1 0,1-1 0,0 1 0,-1-1 0,1 1 0,0-1 0,-1 1 0,1 0 0,-1-1 0,1 1 0,-1-1 0,1 1 0,-1 0 0,0 0 0,1-1 0,-1 1 0,0 0 0,1 0 0,-1-1 0,0 1 0,0 0 0,0 0 0,0 0 0,0 1 0,0-1 0,-1 1 0,1-1 0,-1 0 0,1 0 0,-1 0 0,0 1 0,0-1 0,0 0 0,1 0 0,-1 0 0,0 0 0,0 0 0,-2 1 0,-4 3 0,0-1 0,0 0 0,0-1 0,-8 4 0,-15 4-341,-1-1 0,0-2-1,-64 9 1,72-15-6485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39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19 24575,'31'-6'0,"49"-3"0,-40 6 0,-15 2 0,-22 4 0,-14 4 0,-49 19 0,33-16 0,1 1 0,-38 24 0,57-31 0,1 1 0,-1-1 0,1 2 0,0-1 0,0 1 0,1 0 0,0 0 0,0 0 0,0 1 0,1-1 0,0 1 0,0 1 0,-4 11 0,6-15 0,1 0 0,0-1 0,1 1 0,-1 0 0,1 0 0,-1 0 0,1-1 0,0 1 0,1 0 0,-1 0 0,1 0 0,-1-1 0,1 1 0,0 0 0,3 4 0,-2-3 0,1 0 0,0 0 0,0-1 0,0 1 0,1-1 0,-1 0 0,1 0 0,0 0 0,8 5 0,-1-1 0,1-1 0,0-1 0,0 0 0,1 0 0,-1-1 0,1-1 0,25 5 0,-24-6-227,0-2-1,1 1 1,-1-2-1,1 0 1,25-4-1,-9-2-6598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39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28 24575,'-7'0'0,"-7"-2"0,-6-1 0,-3 0 0,1-2 0,9 1 0,12 0 0,13 1 0,9 1 0,8 1 0,5 0 0,3 1 0,-2 0 0,-1 0 0,-6 1-8191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1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57 24575,'2'76'0,"6"39"0,-9 163 0,-4-220 0,-2-1 0,-2 0 0,-3-1 0,-35 101 0,41-142 0,-5 14 0,11-28 0,0-1 0,0 0 0,0 0 0,0 0 0,0 1 0,0-1 0,0 0 0,0 0 0,1 0 0,-1 1 0,0-1 0,0 0 0,0 0 0,0 0 0,0 1 0,0-1 0,1 0 0,-1 0 0,0 0 0,0 0 0,0 1 0,0-1 0,1 0 0,-1 0 0,0 0 0,0 0 0,0 0 0,1 0 0,-1 0 0,0 0 0,0 0 0,0 1 0,1-1 0,-1 0 0,0 0 0,0 0 0,1 0 0,-1 0 0,0 0 0,0 0 0,0-1 0,1 1 0,-1 0 0,0 0 0,0 0 0,1 0 0,-1 0 0,0 0 0,0 0 0,0 0 0,0 0 0,1-1 0,-1 1 0,0 0 0,18-8 0,-13 6 0,23-10 0,2 2 0,-1 0 0,1 3 0,1 0 0,47-3 0,160 2 0,-230 8 0,684 23 0,-364-7 0,-310-15 0,-12 0 0,0 0 0,0-1 0,-1 0 0,1 0 0,0-1 0,0 1 0,0-1 0,0 0 0,9-4 0,-14 5 0,-1 0 0,0 0 0,0 0 0,1 0 0,-1-1 0,0 1 0,0 0 0,0 0 0,1 0 0,-1 0 0,0-1 0,0 1 0,0 0 0,0 0 0,1 0 0,-1-1 0,0 1 0,0 0 0,0 0 0,0 0 0,0-1 0,0 1 0,0 0 0,0 0 0,1-1 0,-1 1 0,0 0 0,0 0 0,0-1 0,0 1 0,0 0 0,0 0 0,0-1 0,-1 1 0,1 0 0,0 0 0,0-1 0,-9-8 0,-17-6 0,23 13 0,-2 0 0,0-1 0,0 0 0,0 0 0,0-1 0,1 1 0,-1-1 0,1 0 0,-7-8 0,9 9 0,0-1 0,0 0 0,1 1 0,-1-1 0,1 0 0,-1 0 0,1 0 0,0 0 0,1 0 0,-1 0 0,1-1 0,0 1 0,0-4 0,3-33 0,8-43 0,2-22 0,-12 26 0,-3 1 0,-4 0 0,-30-148 0,36 227 0,-2-9 0,0 0 0,0 0 0,-1 0 0,-6-14 0,7 21 0,1 0 0,0 0 0,0 0 0,-1 0 0,1 0 0,-1 0 0,0 0 0,0 1 0,1-1 0,-1 1 0,0-1 0,0 1 0,-1 0 0,1 0 0,0-1 0,0 2 0,0-1 0,-1 0 0,1 0 0,-1 1 0,1-1 0,-4 1 0,-39-1 0,0 2 0,-55 8 0,13 0 0,28-5 0,-475 40 0,3 29 0,516-69 139,-19 3 7,32-7-264,1 0 1,-1 0-1,0 1 0,0-1 0,1-1 0,-1 1 0,0 0 0,0 0 0,1-1 0,-1 1 1,0 0-1,1-1 0,-4-1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13 24575,'-1'-1'0,"1"0"0,0 1 0,-1-1 0,1 0 0,-1 0 0,1 1 0,-1-1 0,0 0 0,1 1 0,-1-1 0,0 0 0,1 1 0,-1-1 0,0 1 0,0 0 0,1-1 0,-1 1 0,0-1 0,0 1 0,0 0 0,0 0 0,1-1 0,-1 1 0,0 0 0,0 0 0,0 0 0,0 0 0,0 0 0,-1 0 0,-28 2 0,8 6 0,0 0 0,0 2 0,1 1 0,0 1 0,1 0 0,-23 19 0,38-27 0,0 0 0,-1 0 0,2 0 0,-1 1 0,-8 10 0,13-14 0,-1 0 0,0 0 0,1 0 0,-1 0 0,1 0 0,-1 0 0,1 0 0,0 0 0,-1 0 0,1 0 0,0 0 0,0 0 0,-1 0 0,1 1 0,0-1 0,0 0 0,0 0 0,1 0 0,-1 0 0,0 0 0,0 0 0,1 1 0,-1-1 0,0 0 0,1 0 0,-1 0 0,1 0 0,-1 0 0,1 0 0,0 0 0,0 0 0,-1-1 0,1 1 0,0 0 0,0 0 0,0-1 0,0 1 0,-1 0 0,1-1 0,0 1 0,2 0 0,8 4 0,-1 0 0,1-1 0,0 0 0,0-1 0,1 0 0,-1-1 0,0 0 0,15 1 0,-1-2 0,1-2 0,42-4 0,-62 4 17,14-2-478,0 0 1,24-8-1,-27 5-6365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17 24575,'-1'-1'0,"0"-1"0,-1 1 0,1 0 0,-1-1 0,0 1 0,1 0 0,-1 0 0,0 0 0,0 0 0,0 0 0,0 0 0,0 1 0,0-1 0,0 1 0,-4-1 0,5 1 0,0 0 0,0 0 0,0 1 0,0-1 0,0 0 0,0 1 0,0-1 0,0 1 0,0-1 0,0 1 0,0 0 0,0-1 0,0 1 0,1 0 0,-1 0 0,0-1 0,0 1 0,1 0 0,-1 0 0,1 0 0,-1 0 0,1 0 0,-1 0 0,1 0 0,-1 0 0,1 0 0,0 0 0,0 0 0,-1 0 0,1 2 0,-7 41 0,2 1 0,0 56 0,2-28 0,2-48 0,-21 251 0,14-214 0,-3 0 0,-25 84 0,34-142 0,1-1 0,0 1 0,0 1 0,0-1 0,0 0 0,1 0 0,0 5 0,0-8 0,0 0 0,0 0 0,1-1 0,-1 1 0,0 0 0,1 0 0,-1 0 0,1-1 0,-1 1 0,1 0 0,-1-1 0,1 1 0,-1 0 0,1-1 0,0 1 0,0-1 0,-1 1 0,1-1 0,0 1 0,0-1 0,-1 1 0,1-1 0,0 0 0,0 0 0,0 1 0,0-1 0,-1 0 0,1 0 0,0 0 0,0 0 0,0 0 0,0 0 0,0 0 0,0 0 0,-1 0 0,1 0 0,0-1 0,1 1 0,71-11 0,22-2 0,822-3 0,-614 18 0,-183-1 0,136-2 0,-235-3 0,-15 1 0,-14-1 0,-14 2 106,1 0 1,-32 2-1,-19-2-1790,47 0-5142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24575,'0'-1'0,"0"0"0,1 0 0,-1-1 0,0 1 0,1 0 0,-1 0 0,1 0 0,-1-1 0,1 1 0,-1 0 0,1 0 0,0 0 0,0 0 0,0 0 0,-1 0 0,1 0 0,0 1 0,0-1 0,0 0 0,0 0 0,1 1 0,-1-1 0,0 1 0,0-1 0,0 1 0,0-1 0,1 1 0,-1 0 0,0-1 0,0 1 0,3 0 0,6-1 0,1 0 0,-1 0 0,11 2 0,-8-1 0,1194 13 0,-1089-13 0,72 2 0,-188-2 0,-1 0 0,0 0 0,0 0 0,1 0 0,-1 0 0,0 0 0,0 0 0,0 0 0,1 1 0,-1-1 0,0 1 0,0-1 0,0 1 0,0-1 0,0 1 0,0-1 0,0 1 0,0 0 0,0 0 0,0-1 0,0 1 0,0 0 0,0 0 0,-1 0 0,1 0 0,0 0 0,-1 0 0,1 0 0,-1 0 0,1 1 0,-1-1 0,1 0 0,-1 0 0,0 0 0,0 0 0,1 1 0,-1 0 0,-1 5 0,0-1 0,0 0 0,-1 0 0,1 0 0,-1 0 0,-4 7 0,-4 21 0,0 66 0,4 0 0,5 0 0,5 1 0,24 151 0,-22-206 0,10 52 0,-21-125-1365,-1 9-5461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58 24575,'0'-1'0,"0"-1"0,0 0 0,0 1 0,0-1 0,0 0 0,0 1 0,-1-1 0,1 0 0,-1 1 0,1-1 0,-1 0 0,0 1 0,1-1 0,-1 1 0,0 0 0,0-1 0,0 1 0,-2-2 0,2 2 0,-1 0 0,1 1 0,0-1 0,-1 0 0,1 1 0,-1 0 0,1-1 0,0 1 0,-1 0 0,1 0 0,-1-1 0,1 1 0,-1 0 0,1 1 0,-1-1 0,1 0 0,-1 0 0,1 1 0,-1-1 0,1 0 0,-3 2 0,-2 1 0,1 0 0,-1 0 0,0 1 0,1 0 0,0 0 0,0 0 0,0 1 0,0-1 0,1 1 0,0 0 0,0 1 0,0-1 0,1 1 0,0-1 0,0 1 0,0 0 0,0 0 0,1 1 0,0-1 0,1 0 0,-1 1 0,0 10 0,2-12 0,-1-1 0,1 1 0,0-1 0,1 1 0,-1-1 0,1 1 0,0-1 0,0 0 0,0 1 0,0-1 0,1 0 0,0 0 0,0 0 0,4 7 0,-4-8 0,1-1 0,0 1 0,0 0 0,0-1 0,0 1 0,0-1 0,0 0 0,1 0 0,-1 0 0,0-1 0,1 1 0,0-1 0,-1 0 0,1 0 0,0 0 0,0 0 0,0-1 0,-1 0 0,7 1 0,-1-2 0,0 1 0,0-1 0,0-1 0,-1 0 0,1 0 0,0 0 0,-1-1 0,1 0 0,-1-1 0,0 0 0,0-1 0,0 1 0,-1-1 0,11-9 0,-14 11 0,-1-1 0,0 1 0,1 0 0,-1-1 0,0 0 0,-1 1 0,1-1 0,-1 0 0,1-1 0,-1 1 0,-1 0 0,1 0 0,0-1 0,-1 1 0,0-1 0,0 0 0,0 1 0,-1-1 0,0 0 0,0 1 0,0-1 0,0 0 0,-1 1 0,0-1 0,1 0 0,-2 1 0,1-1 0,-1 1 0,-2-6 0,1 5 22,0 1-1,0-1 0,0 1 1,-1 0-1,1 0 0,-1 0 1,-1 0-1,1 1 0,0-1 1,-1 1-1,1 0 0,-1 0 1,0 1-1,0 0 0,-8-3 1,5 2-193,0 1 0,-1 0 1,1 0-1,0 1 0,0 0 1,-1 0-1,1 1 0,-1 0 1,-12 2-1,7 1-6655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6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5 113 24575,'0'0'0,"0"0"0,0-1 0,0 1 0,0 0 0,0 0 0,0 0 0,0 0 0,0 0 0,0 0 0,0-1 0,0 1 0,0 0 0,0 0 0,0 0 0,0 0 0,0 0 0,0 0 0,0-1 0,0 1 0,0 0 0,0 0 0,0 0 0,0 0 0,0 0 0,0 0 0,0-1 0,0 1 0,0 0 0,0 0 0,0 0 0,0 0 0,0 0 0,0 0 0,0 0 0,-1 0 0,1-1 0,0 1 0,0 0 0,0 0 0,0 0 0,0 0 0,0 0 0,0 0 0,-1 0 0,1 0 0,0 0 0,0 0 0,0 0 0,0 0 0,0 0 0,0 0 0,-1 0 0,1 0 0,0 0 0,0 0 0,0 0 0,0 0 0,0 0 0,0 0 0,-1 0 0,1 0 0,0 0 0,0 0 0,10-5 0,-3 4 0,0 1 0,-1 0 0,1 0 0,0 1 0,0 0 0,-1 0 0,1 0 0,-1 1 0,1 0 0,-1 1 0,0-1 0,9 6 0,-7-4 0,0 1 0,0 0 0,-1 0 0,0 1 0,0 0 0,0 0 0,-1 0 0,10 13 0,-14-16 0,-1-1 0,1 1 0,-1 0 0,1-1 0,-1 1 0,0 0 0,0 0 0,-1 0 0,1 0 0,-1 0 0,1 0 0,-1 0 0,0 0 0,0 0 0,0 0 0,0 0 0,-2 4 0,2-6 0,-1 1 0,1-1 0,-1 1 0,0-1 0,1 0 0,-1 0 0,0 1 0,0-1 0,0 0 0,0 0 0,0 0 0,0 0 0,-1 0 0,1 0 0,0 0 0,0 0 0,-1-1 0,1 1 0,0 0 0,-1-1 0,1 1 0,-1-1 0,1 0 0,-1 1 0,1-1 0,-1 0 0,1 0 0,-1 0 0,1 0 0,-1 0 0,1 0 0,-1 0 0,1-1 0,-1 1 0,1 0 0,-2-2 0,1 2 0,0 0 0,0-1 0,0 0 0,0 1 0,0-1 0,1 0 0,-1 0 0,0 0 0,0 0 0,1 0 0,-1 0 0,1 0 0,-1-1 0,1 1 0,-1-1 0,1 1 0,0-1 0,0 1 0,-2-4 0,2 2 0,0 0 0,0 0 0,1 0 0,-1 0 0,0 0 0,1 0 0,0 0 0,0 0 0,0 0 0,0 0 0,1-5 0,2-3 0,0 1 0,0-1 0,1 1 0,0 0 0,1 0 0,6-10 0,-6 11-97,1 0-1,0 0 1,0 1-1,0 0 1,1 0-1,1 0 1,0 1-1,0 0 1,0 0-1,0 1 1,1 0-1,0 1 0,17-8 1,-11 9-6729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7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250 284 24575,'-7'-1'0,"0"0"0,0-1 0,0 0 0,-13-5 0,3 2 0,4 1 0,-57-14 0,63 16 0,0 1 0,0 1 0,0-1 0,0 1 0,1 0 0,-1 1 0,0 0 0,-8 1 0,14-1 0,-1 0 0,1-1 0,-1 1 0,0 0 0,1 0 0,-1 0 0,1 0 0,0 0 0,-1 0 0,1 0 0,0 0 0,0 0 0,-1 1 0,1-1 0,0 1 0,0-1 0,1 1 0,-1-1 0,-1 4 0,1-2 0,0 1 0,0 0 0,0 0 0,0 0 0,1 0 0,0 0 0,0 0 0,0 7 0,1-7 0,-1 1 0,1-1 0,0 0 0,0 1 0,0-1 0,0 0 0,1 0 0,0 0 0,0 0 0,0 0 0,0 0 0,0 0 0,1-1 0,0 1 0,0-1 0,6 6 0,-5-7 0,-1-1 0,1 1 0,0-1 0,0 1 0,-1-1 0,1 0 0,0-1 0,0 1 0,0-1 0,0 1 0,0-1 0,0 0 0,0-1 0,1 1 0,-1-1 0,-1 0 0,1 0 0,0 0 0,0 0 0,0-1 0,-1 1 0,1-1 0,0 0 0,-1 0 0,0-1 0,1 1 0,-1-1 0,3-2 0,0-2 0,1 1 0,-1-1 0,0 0 0,0 0 0,-1 0 0,0-1 0,0 0 0,-1 0 0,0 0 0,-1 0 0,5-14 0,-4-2 0,-1 1 0,-1-1 0,-1 1 0,0-1 0,-2 0 0,-1 1 0,-1-1 0,-10-37 0,7 46 0,3 24 0,3 27 0,4 8 0,2 0 0,2-1 0,1 0 0,22 59 0,-21-78-1365,0-6-5461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79 106 24575,'-1'0'0,"-20"1"0,21-1 0,-1 0 0,0 0 0,1 0 0,-1 0 0,0 0 0,1 0 0,-1 0 0,0 0 0,1 0 0,-1 0 0,1 1 0,-1-1 0,1 0 0,-1 0 0,0 1 0,1-1 0,-1 1 0,1-1 0,-1 0 0,1 1 0,-1-1 0,1 1 0,0-1 0,-1 2 0,2-2 0,0 1 0,0 0 0,0-1 0,0 1 0,1-1 0,-1 1 0,0-1 0,0 0 0,1 0 0,-1 1 0,0-1 0,1 0 0,-1 0 0,3 0 0,-3 0 0,18 1 0,35-3 0,-49 1 0,0 1 0,-1-1 0,1 0 0,0 0 0,-1-1 0,1 1 0,-1-1 0,0 0 0,1 0 0,-1 0 0,0-1 0,0 1 0,4-5 0,-7 6 0,0 0 0,0 0 0,0 0 0,0 0 0,0 0 0,0-1 0,-1 1 0,1 0 0,0 0 0,-1 0 0,1-1 0,-1 1 0,0 0 0,1-1 0,-1 1 0,0 0 0,0-1 0,0 1 0,1 0 0,-2-1 0,1 1 0,0 0 0,0-1 0,-1-1 0,0 1 0,0-1 0,0 1 0,-1 0 0,1 0 0,-1 0 0,1 0 0,-1 0 0,0 0 0,0 0 0,1 1 0,-2-1 0,-1-1 0,-3-2 0,0 1 0,-1 0 0,0 1 0,1-1 0,-1 2 0,0-1 0,-9-1 0,13 3 0,0 1 0,-1-1 0,1 1 0,0 0 0,-1 0 0,1 1 0,0-1 0,0 1 0,-1 0 0,1 0 0,0 1 0,0-1 0,0 1 0,0-1 0,1 1 0,-1 1 0,0-1 0,1 0 0,-1 1 0,1 0 0,0 0 0,0 0 0,0 0 0,0 0 0,1 1 0,-1-1 0,1 1 0,0 0 0,0-1 0,0 1 0,0 0 0,1 0 0,0 0 0,-2 8 0,1-5 0,1 0 0,0 0 0,0 0 0,1 1 0,0-1 0,0 0 0,1 0 0,0 0 0,0 0 0,0 0 0,1 0 0,0 0 0,1 0 0,-1-1 0,1 1 0,0-1 0,1 0 0,0 0 0,0 0 0,8 9 0,-6-10-91,0 0 0,0 0 0,1-1 0,0 0 0,0 0 0,0-1 0,0 0 0,0 0 0,1 0 0,-1-1 0,1 0 0,0-1 0,0 0 0,12 0 0,12 0-6735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53 24575,'-2'0'0,"0"-1"0,0 1 0,0-1 0,0 0 0,0 0 0,0 1 0,0-1 0,0-1 0,0 1 0,-1-1 0,2 1 0,0 0 0,0 0 0,0 0 0,-1 0 0,1 0 0,0 0 0,0 1 0,-1-1 0,1 1 0,0-1 0,-1 1 0,1-1 0,0 1 0,-1 0 0,1-1 0,-1 1 0,1 0 0,-1 0 0,1 0 0,0 0 0,-1 1 0,-2-1 0,4 2 0,1-1 0,-1 0 0,0 0 0,1 0 0,-1 0 0,1 0 0,-1 1 0,1-1 0,-1 0 0,1 0 0,0 0 0,0 0 0,-1-1 0,1 1 0,0 0 0,0 0 0,1 1 0,-1-2 0,0 1 0,48 55 0,-45-51 0,0 1 0,0 0 0,-1 0 0,0 0 0,0 0 0,0 1 0,-1-1 0,3 12 0,-4-17 0,-1 1 0,0 0 0,0 0 0,0 0 0,0-1 0,0 1 0,0 0 0,0 0 0,-1-1 0,1 1 0,-1 0 0,1 0 0,-1-1 0,0 1 0,1 0 0,-1-1 0,0 1 0,0-1 0,0 1 0,0-1 0,0 0 0,-1 1 0,1-1 0,0 0 0,-1 0 0,1 0 0,-1 0 0,1 0 0,-1 0 0,1 0 0,-1-1 0,0 1 0,1 0 0,-1-1 0,0 1 0,0-1 0,-3 1 0,2-1 0,0 0 0,0 1 0,0-1 0,0 0 0,0-1 0,0 1 0,0 0 0,0-1 0,0 0 0,0 1 0,0-1 0,0 0 0,1-1 0,-1 1 0,0 0 0,1-1 0,-1 0 0,1 1 0,-1-1 0,1 0 0,0 0 0,-3-3 0,3 1 0,0 1 0,0-1 0,0 1 0,1-1 0,-1 0 0,1 0 0,0 0 0,0 0 0,0 0 0,0 0 0,1 0 0,0 0 0,0 0 0,0 0 0,0 0 0,0 0 0,1 0 0,0 0 0,0 0 0,0 0 0,0 0 0,1 0 0,-1 0 0,1 1 0,0-1 0,0 0 0,1 1 0,3-5 0,-1 1 0,1 0 0,1 1 0,-1-1 0,1 1 0,0 1 0,0-1 0,1 1 0,0 1 0,0-1 0,0 1 0,16-5 0,13-2-1365,-23 8-5461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8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15 24575,'0'-1'0,"0"0"0,-1 0 0,1 0 0,-1 1 0,1-1 0,-1 0 0,1 1 0,-1-1 0,0 0 0,1 1 0,-1-1 0,0 1 0,1-1 0,-1 1 0,0-1 0,0 1 0,1 0 0,-1-1 0,0 1 0,0 0 0,0 0 0,0 0 0,1-1 0,-1 1 0,0 0 0,0 0 0,-1 0 0,-29-2 0,27 2 0,-5 0 0,-1 1 0,0-1 0,1 2 0,-1-1 0,1 1 0,-11 4 0,18-6 0,0 1 0,0 0 0,0-1 0,0 1 0,0 0 0,0 0 0,0 0 0,0 1 0,0-1 0,0 0 0,1 1 0,-1-1 0,0 1 0,1-1 0,-1 1 0,1 0 0,0 0 0,0-1 0,-1 1 0,1 0 0,1 0 0,-1 0 0,0 0 0,0 1 0,1-1 0,-1 0 0,1 0 0,0 0 0,-1 0 0,1 1 0,0-1 0,1 3 0,0-1 0,0-1 0,0 1 0,1-1 0,0 1 0,-1-1 0,1 0 0,1 0 0,-1 0 0,0 0 0,1 0 0,-1 0 0,1-1 0,0 1 0,0-1 0,5 4 0,9 4 0,31 15 0,-30-16 0,-12-6 0,0 0 0,-1 1 0,1 0 0,8 7 0,-13-10 0,0-1 0,-1 1 0,1-1 0,0 1 0,-1-1 0,1 1 0,-1 0 0,1-1 0,0 1 0,-1 0 0,0-1 0,1 1 0,-1 0 0,1 0 0,-1-1 0,0 1 0,0 0 0,1 0 0,-1 0 0,0 0 0,0-1 0,0 1 0,0 0 0,0 0 0,0 0 0,0 0 0,0 0 0,-1-1 0,1 1 0,0 0 0,0 0 0,-1 0 0,1-1 0,0 1 0,-1 0 0,1 0 0,-1-1 0,1 1 0,-1 0 0,1-1 0,-1 1 0,0 0 0,1-1 0,-1 1 0,0-1 0,1 1 0,-1-1 0,0 0 0,-1 1 0,-5 3 0,-2 0 0,1-1 0,0 0 0,-1-1 0,1 0 0,-1 0 0,0-1 0,0 0 0,1 0 0,-17-2 0,9 0 0,1-1 0,-1 0 0,1-1 0,-1-1 0,-18-7 0,15 2-1365,4 1-5461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08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205 193 24575,'0'0'0,"0"-1"0,0 1 0,0-1 0,0 1 0,0 0 0,0-1 0,0 1 0,0-1 0,0 1 0,1 0 0,-1-1 0,0 1 0,0 0 0,1-1 0,-1 1 0,0 0 0,0-1 0,1 1 0,-1 0 0,0-1 0,1 1 0,-1 0 0,0 0 0,1 0 0,-1-1 0,0 1 0,1 0 0,-1 0 0,1 0 0,-1 0 0,0 0 0,1 0 0,-1 0 0,1 0 0,-1-1 0,1 2 0,-1-1 0,0 0 0,1 0 0,-1 0 0,1 0 0,-1 0 0,0 0 0,1 0 0,-1 0 0,1 1 0,-1-1 0,1 0 0,0 1 0,1-1 0,0 1 0,-1 0 0,0 0 0,1-1 0,-1 1 0,1 0 0,-1 0 0,0 0 0,0 0 0,3 3 0,-3-1 0,0 0 0,0-1 0,-1 1 0,1 0 0,-1 0 0,1 0 0,-1 1 0,0-1 0,0 0 0,0 0 0,-1 0 0,0 4 0,-11 43 0,6-29 0,-11 61 0,3 1 0,-4 143 0,22 170 0,7 499 0,-29-1 0,-18 596 0,35-1419 0,-35 591 0,-13-416 0,4-35 0,44-205 0,0 0 0,0 1 0,0-1 0,1 1 0,0 10 0,0-16 0,0 0 0,0 0 0,0 0 0,0 0 0,1 0 0,-1 0 0,0 0 0,1 0 0,-1 0 0,0 0 0,1 0 0,-1-1 0,1 1 0,0 0 0,-1 0 0,1 0 0,-1-1 0,1 1 0,0 0 0,0-1 0,-1 1 0,1-1 0,0 1 0,0-1 0,0 1 0,0-1 0,0 0 0,0 1 0,-1-1 0,1 0 0,0 0 0,0 1 0,0-1 0,0 0 0,0 0 0,0 0 0,0 0 0,2-1 0,10-1 0,1 0 0,0-2 0,14-5 0,-13 4 0,0 1 0,19-4 0,261-13 0,2 21 0,-138 1 0,1016-18-588,-356 6 588,84-3 0,-678 2 294,-155 5-147,81-18 0,-146 24-147,0 0 0,-1-1 0,1 1 0,-1-1 0,0 0 0,1 0 0,-1 0 0,0-1 0,0 0 0,-1 1 0,1-1 0,-1-1 0,1 1 0,-1 0 0,0-1 0,0 0 0,0 0 0,2-4 0,-2 1 0,0 0 0,0 0 0,-1 0 0,0-1 0,0 1 0,0-1 0,-1 0 0,-1 1 0,1-1 0,-1-8 0,-1-1 0,0 0 0,-1 0 0,-1 0 0,-7-27 0,2 14 0,1 1 0,2-1 0,2 0 0,-1-32 0,8-123 0,-2 142 0,22-974 0,-26 573 0,3-617 0,30 312 0,-7 289 0,-17 331 0,-1-172 0,-10 273 0,0 1 0,-16-50 0,-5-24 0,17 54 0,-1-5 0,-3-70 0,12 101 0,0 7 0,0 0 0,-1 0 0,0 0 0,-1 0 0,-1 0 0,-5-16 0,6 26 0,0-5 0,-1 1 0,-1 0 0,1 1 0,-11-15 0,13 19 0,-1 1 0,0 0 0,0 0 0,0 1 0,0-1 0,0 0 0,-1 1 0,1-1 0,0 1 0,-1 0 0,1 0 0,-1 0 0,0 0 0,1 0 0,-1 0 0,0 1 0,1-1 0,-1 1 0,-4 0 0,-116 2 0,-149 22 0,17 1 0,-1340 22 0,1014-29 0,135 26 0,369-33 0,2-1 0,-93 2 0,87-11 0,4 0 0,0-3 0,-78-12 0,125 8 0,16 3 0,0 1 0,0 0 0,-16 0 0,27 3 342,6-1-2049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09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 24575,'2'-10'0,"2"15"0,2 18 0,-5 48 0,-2 0 0,-14 88 0,7-79 0,7-76-114,1 0 1,-1 0-1,1-1 0,0 1 0,0 0 1,1 0-1,-1-1 0,1 1 0,0 0 1,0-1-1,1 5 0,4 1-6712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0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24575,'-2'0'0,"-4"0"0,0 2 0,1 3 0,1 3 0,1 3 0,2 4 0,0 3 0,1 3 0,0 0 0,2 3 0,2 1 0,1 1 0,1 1 0,-2-2 0,0-3 0,-2-3 0,-1-4-8191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0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92 24575,'-1'0'0,"1"0"0,-1 0 0,0 0 0,0 0 0,0 0 0,1-1 0,-1 1 0,0 0 0,0 0 0,1-1 0,-1 1 0,0 0 0,0-1 0,1 1 0,-1-1 0,1 1 0,-1-1 0,0 1 0,1-1 0,-1 0 0,1 1 0,-1-1 0,1 0 0,-1 1 0,1-1 0,0 0 0,-1 0 0,1 1 0,0-1 0,0 0 0,-1 0 0,1 1 0,0-1 0,0 0 0,0 0 0,0 0 0,0-1 0,0 1 0,0-1 0,0 0 0,1 0 0,-1 0 0,0 1 0,1-1 0,-1 0 0,1 0 0,0 1 0,-1-1 0,1 0 0,0 1 0,0-1 0,0 1 0,2-3 0,3-1 0,0 1 0,0 0 0,0 1 0,1-1 0,0 1 0,-1 0 0,1 1 0,0 0 0,0 0 0,8-1 0,3 0 0,-1 1 0,1 1 0,17 1 0,-18 0 0,-2 2 0,1 0 0,0 1 0,0 1 0,18 6 0,-28-8 0,0 1 0,1 0 0,-1 0 0,-1 1 0,1 0 0,8 6 0,-12-7 0,1-1 0,-1 1 0,1 0 0,-1-1 0,0 1 0,0 0 0,-1 0 0,1 0 0,-1 1 0,1-1 0,-1 0 0,0 0 0,1 6 0,-2-5 0,0 0 0,0 0 0,0-1 0,-1 1 0,1 0 0,-1 0 0,0-1 0,0 1 0,0 0 0,-1-1 0,1 1 0,-1-1 0,0 0 0,0 1 0,0-1 0,-1 0 0,1 0 0,-1 0 0,1-1 0,-1 1 0,0-1 0,-3 3 0,-7 5 0,0-1 0,0-1 0,-29 14 0,19-11-195,-1-1 0,0-1 0,-1-1 0,1-2 0,-2 0 0,-26 2 0,34-7-6631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0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24575,'-1'-8'0,"1"-5"0,0 13 0,1 0 0,-1 0 0,1 0 0,-1-1 0,1 1 0,-1 0 0,1 0 0,-1 0 0,1 0 0,-1 0 0,1 0 0,-1 0 0,1 0 0,-1 0 0,1 0 0,-1 0 0,1 0 0,-1 0 0,1 0 0,-1 1 0,0-1 0,1 0 0,-1 0 0,1 1 0,-1-1 0,1 0 0,-1 0 0,0 1 0,1-1 0,-1 0 0,1 1 0,8 5 0,0 1 0,-1 0 0,1 0 0,-1 1 0,-1 0 0,0 0 0,9 14 0,40 68 0,-50-79 0,1 4 0,-5-11 0,0 0 0,0 1 0,1-1 0,-1 0 0,1-1 0,-1 1 0,1 0 0,6 5 0,-8-9 0,-1 0 0,0 0 0,0 1 0,1-1 0,-1 0 0,1 0 0,-1 0 0,0 0 0,1 0 0,-1 1 0,0-1 0,1 0 0,-1 0 0,1 0 0,-1 0 0,0 0 0,1 0 0,-1 0 0,0 0 0,1 0 0,-1 0 0,1-1 0,-1 1 0,0 0 0,1 0 0,-1 0 0,0 0 0,1-1 0,-1 1 0,1 0 0,7-13 0,1-21 0,-8 31 0,8-46 0,-6 24 0,2 1 0,14-44 0,-19 68-36,0 0 0,0 0 0,0-1 1,0 1-1,0 0 0,0-1 0,0 1 0,0 0 0,0 0 0,0-1 0,0 1 0,0 0 0,0 0 0,1-1 0,-1 1 0,0 0 0,0 0 1,0 0-1,0-1 0,1 1 0,-1 0 0,0 0 0,0 0 0,1-1 0,-1 1 0,0 0 0,0 0 0,0 0 0,1 0 0,-1 0 0,0 0 1,1 0-1,-1 0 0,0-1 0,0 1 0,1 0 0,-1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1328 29 24575,'0'-1'0,"0"0"0,0 0 0,0 0 0,-1-1 0,1 1 0,0 0 0,-1 0 0,1 0 0,-1 0 0,1 0 0,-1 0 0,0 0 0,1 0 0,-1 0 0,0 0 0,0 0 0,0 0 0,1 1 0,-1-1 0,0 0 0,0 1 0,0-1 0,0 0 0,0 1 0,-1-1 0,1 1 0,0 0 0,0-1 0,0 1 0,0 0 0,-2-1 0,-6 0 0,1 0 0,-1 1 0,-12 0 0,10 0 0,-210 13 0,49 0 0,-111-11 0,-165 11 0,440-12 0,1-1 0,0 1 0,0 0 0,-1 0 0,1 1 0,-11 3 0,16-4 0,1 0 0,-1 0 0,0 0 0,1 0 0,-1 0 0,1 0 0,0 0 0,-1 1 0,1-1 0,0 0 0,0 1 0,0-1 0,0 1 0,0 0 0,0-1 0,0 1 0,1 0 0,-1-1 0,0 1 0,1 0 0,0 0 0,-1-1 0,1 1 0,0 0 0,0 0 0,0 3 0,-1 37 0,-1 0 0,-8 43 0,3-49 0,2-11 0,1 0 0,1-1 0,2 1 0,1 34 0,0-53 0,0-1 0,1 1 0,0-1 0,1 1 0,-1-1 0,1 1 0,0-1 0,0 0 0,1 0 0,-1 0 0,1 0 0,0 0 0,0-1 0,1 1 0,0-1 0,-1 0 0,1 0 0,1 0 0,-1 0 0,1-1 0,-1 0 0,1 0 0,0 0 0,10 4 0,0-3 0,1 0 0,-1-2 0,1 0 0,0 0 0,0-1 0,0-1 0,16-2 0,4 1 0,494-13 0,-3-31 0,-390 23 0,-113 16 0,0-1 0,-1-1 0,37-17 0,-52 21 0,-1 0 0,0 1 0,0-1 0,12-9 0,-17 11 0,0 0 0,-1 1 0,1-1 0,0 0 0,-1 0 0,1 0 0,-1-1 0,0 1 0,0 0 0,0 0 0,0-1 0,0 1 0,0 0 0,-1-1 0,1 1 0,-1-4 0,2-13 0,-1 0 0,-2 0 0,0 0 0,0 0 0,-2 0 0,0 0 0,-2 1 0,0-1 0,-1 1 0,-14-30 0,15 39 0,0 0 0,0 1 0,-1-1 0,0 1 0,0 1 0,-1-1 0,0 1 0,-1 0 0,0 1 0,0 0 0,0 0 0,0 1 0,-1-1 0,0 2 0,0 0 0,0 0 0,-1 0 0,1 1 0,-1 1 0,0 0 0,-19-2 0,5 3 0,0 2 0,-1 1 0,1 1 0,-36 9 0,-13 2 0,-35-4-1365,81-9-5461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37 24575,'0'-1'0,"-1"-1"0,1 1 0,-1-1 0,1 1 0,-1 0 0,1-1 0,-1 1 0,0 0 0,0-1 0,0 1 0,0 0 0,0 0 0,0 0 0,0 0 0,0 0 0,0 0 0,-1 0 0,1 0 0,0 0 0,-1 1 0,1-1 0,0 1 0,-3-2 0,-2 0 0,0 0 0,1 0 0,-1 1 0,-10-2 0,6 3 0,0 1 0,0 0 0,0 0 0,0 1 0,0 0 0,0 1 0,0 0 0,1 1 0,-1 0 0,1 0 0,0 1 0,0 0 0,1 0 0,-1 1 0,1 0 0,-12 13 0,13-12 0,0 0 0,1 1 0,0-1 0,0 1 0,1 1 0,0-1 0,-7 18 0,10-20 0,0 0 0,0 0 0,1 0 0,-1 0 0,2 0 0,-1 0 0,1 0 0,0 0 0,0 1 0,0-1 0,1 0 0,3 12 0,-3-14 0,0 1 0,1 0 0,0-1 0,0 0 0,1 1 0,-1-1 0,1 0 0,0 0 0,0 0 0,0 0 0,1-1 0,-1 1 0,1-1 0,0 0 0,5 3 0,-2-2 0,0 0 0,0-1 0,0 0 0,1 0 0,-1-1 0,1 0 0,0-1 0,13 2 0,-1-2 0,0-1 0,-1-1 0,1-1 0,-1-1 0,0 0 0,35-12 0,-25 6 0,-1-3 0,30-15 0,-46 21 0,-1-1 0,0 0 0,-1-1 0,0 0 0,0 0 0,0-1 0,12-16 0,-21 23 0,1 1 0,-1-1 0,1-1 0,-1 1 0,0 0 0,0 0 0,0 0 0,0-1 0,0 1 0,-1 0 0,1-1 0,-1 1 0,1-1 0,-1 1 0,0-1 0,0 1 0,0-1 0,0 1 0,-1-1 0,1 1 0,-1 0 0,1-1 0,-1 1 0,0 0 0,0-1 0,0 1 0,0 0 0,0 0 0,0 0 0,-1 0 0,-2-4 0,1 3 0,0 0 0,0 1 0,0 0 0,0-1 0,0 1 0,-1 0 0,1 0 0,-1 1 0,1-1 0,-1 1 0,0 0 0,1 0 0,-1 0 0,0 0 0,0 1 0,0-1 0,0 1 0,1 0 0,-1 0 0,-4 1 0,6-1 0,1 1 0,-1-1 0,1 0 0,0 1 0,-1-1 0,1 1 0,-1 0 0,1-1 0,0 1 0,-1 0 0,1 0 0,0 0 0,0 0 0,0 0 0,0 0 0,0 0 0,0 0 0,0 0 0,0 1 0,0-1 0,-1 2 0,1 0 0,0 1 0,0-1 0,0 0 0,1 0 0,-1 1 0,1-1 0,-1 1 0,1-1 0,1 5 0,-1 0 0,1-1 0,1 0 0,-1 1 0,1-1 0,0 0 0,1 0 0,0 0 0,5 9 0,-5-12 0,0-1 0,1 1 0,-1-1 0,1 0 0,0 1 0,0-2 0,0 1 0,0 0 0,1-1 0,-1 0 0,0 0 0,1 0 0,0-1 0,-1 1 0,1-1 0,0 0 0,0 0 0,0-1 0,0 0 0,0 1 0,0-2 0,6 0 0,-7 1 0,1 0 0,-1-1 0,1 0 0,-1 0 0,1 0 0,-1-1 0,0 1 0,0-1 0,0 0 0,0 0 0,0 0 0,0-1 0,0 1 0,-1-1 0,1 0 0,-1 0 0,0 0 0,0-1 0,0 1 0,0-1 0,-1 0 0,1 1 0,-1-1 0,2-6 0,-3 8 0,0-1 0,-1 1 0,1 0 0,-1 0 0,0-1 0,1 1 0,-1 0 0,0-1 0,-1 1 0,1 0 0,0-1 0,-1 1 0,1 0 0,-1-1 0,0 1 0,1 0 0,-3-4 0,0 2 0,1 1 0,-1-1 0,0 1 0,0 0 0,0 0 0,0 0 0,0 1 0,-8-6 0,-1 1 0,0 1 0,-1 0 0,0 1 0,-15-4 0,20 6 0,9 3 0,31 1 0,186-1 0,-220 0 0,1 0 0,-1 1 0,0-1 0,1 0 0,-1 0 0,1 1 0,-1-1 0,1 1 0,-1 0 0,1-1 0,-1 1 0,1 0 0,-1 0 0,1 0 0,0 0 0,0 0 0,-1 0 0,1 0 0,0 0 0,0 0 0,0 1 0,0-1 0,0 0 0,0 1 0,1-1 0,-1 1 0,0-1 0,1 1 0,-1-1 0,1 1 0,-1 2 0,1-2 0,0 1 0,0-1 0,1 1 0,-1-1 0,1 1 0,-1-1 0,1 0 0,0 1 0,0-1 0,0 0 0,0 1 0,0-1 0,1 0 0,-1 0 0,1 0 0,-1 0 0,1 0 0,0 0 0,3 2 0,3 2 0,-1-2 0,0 1 0,1-1 0,0 0 0,0-1 0,0 0 0,0 0 0,1-1 0,-1 0 0,1 0 0,16 0 0,-18-1 0,0-1 0,0 0 0,0 0 0,0-1 0,0 0 0,0 0 0,0-1 0,0 0 0,0 0 0,-1 0 0,1-1 0,-1 0 0,0-1 0,1 1 0,5-5 0,-10 5 0,0 1 0,0 0 0,0-1 0,-1 1 0,1-1 0,-1 0 0,1 1 0,-1-1 0,0 0 0,0 0 0,0 0 0,0 0 0,-1 0 0,1 0 0,-1 0 0,0 0 0,0 0 0,0 0 0,0 0 0,0 0 0,-1 0 0,1 0 0,-3-6 0,2 4 0,-1-1 0,0 1 0,0 0 0,0-1 0,-1 1 0,0 0 0,0 1 0,0-1 0,-1 0 0,1 1 0,-9-8 0,12 12 0,-1-1 0,1 0 0,-1 1 0,1-1 0,-1 1 0,0-1 0,1 1 0,-1-1 0,0 1 0,1 0 0,-1-1 0,0 1 0,0 0 0,0 0 0,1-1 0,-1 1 0,0 0 0,0 0 0,0 0 0,1 0 0,-1 0 0,0 0 0,0 0 0,0 0 0,1 0 0,-1 0 0,0 1 0,-1-1 0,1 1 0,1 0 0,-1 0 0,0 0 0,1 0 0,-1 0 0,0 1 0,1-1 0,-1 0 0,1 0 0,0 0 0,-1 0 0,1 1 0,0-1 0,0 0 0,0 0 0,0 2 0,0 5 0,0-1 0,0 1 0,1-1 0,3 15 0,0-12-124,-1-1 0,1 0 0,0 0 0,1 0 0,0-1 0,0 1-1,1-1 1,0 0 0,1-1 0,12 12 0,0-4-6702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3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85 24575,'-15'-20'0,"13"19"0,0-1 0,0 0 0,1 0 0,-1 0 0,1 0 0,-1 0 0,1 0 0,0 0 0,0-1 0,0 1 0,0 0 0,0-1 0,0-2 0,1 4 0,0 1 0,0-1 0,0 1 0,0 0 0,0-1 0,0 1 0,1-1 0,-1 1 0,0 0 0,0-1 0,0 1 0,0-1 0,1 1 0,-1 0 0,0-1 0,0 1 0,1 0 0,-1-1 0,0 1 0,1 0 0,-1-1 0,0 1 0,1 0 0,-1 0 0,0-1 0,1 1 0,-1 0 0,1 0 0,-1 0 0,0 0 0,1 0 0,-1-1 0,1 1 0,-1 0 0,1 0 0,-1 0 0,0 0 0,1 0 0,-1 0 0,1 0 0,-1 0 0,1 1 0,-1-1 0,0 0 0,1 0 0,-1 0 0,1 1 0,22 8 0,-3 1 0,-1 1 0,-1 1 0,25 20 0,-32-23 0,-1 0 0,0 1 0,-1 1 0,0-1 0,0 1 0,10 19 0,-18-28 0,0 0 0,1 0 0,-1 0 0,-1 0 0,1 0 0,0 0 0,-1 1 0,1-1 0,-1 0 0,1 0 0,-1 1 0,0-1 0,0 0 0,0 1 0,0-1 0,-1 0 0,1 0 0,-1 1 0,-1 3 0,1-4 0,0-1 0,0 0 0,0 0 0,0 0 0,0 0 0,-1 0 0,1 0 0,0 0 0,-1 0 0,1 0 0,0-1 0,-1 1 0,1 0 0,-1-1 0,0 1 0,1-1 0,-1 0 0,1 0 0,-1 1 0,0-1 0,1 0 0,-1 0 0,1 0 0,-1-1 0,0 1 0,1 0 0,-1-1 0,1 1 0,-2-1 0,-1 0 0,1 0 0,0 0 0,0-1 0,0 1 0,0-1 0,0 0 0,0 1 0,0-1 0,1 0 0,-1-1 0,1 1 0,-1 0 0,1-1 0,0 1 0,0-1 0,0 0 0,0 0 0,1 0 0,-1 0 0,1 0 0,0 0 0,0 0 0,0 0 0,0 0 0,0-1 0,1 1 0,-1 0 0,1-7 0,-1 3 0,1 0 0,1-1 0,-1 1 0,1-1 0,0 1 0,1 0 0,0 0 0,0 0 0,0 0 0,1 0 0,0 0 0,5-7 0,-5 8-85,1 1 0,0 0-1,0-1 1,1 1 0,-1 1-1,1-1 1,0 1 0,1 0-1,-1 0 1,1 0 0,0 1-1,-1 0 1,2 0 0,-1 0-1,8-2 1,1 2-6741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3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46 24575,'3'-3'0,"0"0"0,-1-1 0,1 0 0,-1 1 0,0-1 0,2-6 0,-4 10 0,0-1 0,1 1 0,-1-1 0,0 0 0,0 1 0,0-1 0,0 1 0,0-1 0,0 0 0,0 1 0,0-1 0,0 1 0,0-1 0,0 0 0,0 1 0,0-1 0,0 1 0,0-1 0,-1 0 0,1 0 0,-1 1 0,0 0 0,1-1 0,-1 1 0,1 0 0,-1 0 0,0 0 0,1-1 0,-1 1 0,0 0 0,1 0 0,-1 0 0,0 0 0,1 0 0,-1 0 0,0 1 0,1-1 0,-1 0 0,0 0 0,1 0 0,-1 1 0,0-1 0,1 0 0,-1 1 0,0-1 0,-2 2 0,-1 0 0,1 0 0,0 0 0,0 0 0,0 0 0,0 0 0,0 1 0,1 0 0,-1-1 0,1 1 0,-1 0 0,1 0 0,0 0 0,0 1 0,1-1 0,-1 0 0,1 1 0,-1-1 0,1 1 0,0-1 0,0 1 0,1 0 0,-1-1 0,1 1 0,0 0 0,0 0 0,0-1 0,0 1 0,1 0 0,-1 0 0,1-1 0,0 1 0,0-1 0,0 1 0,1-1 0,-1 1 0,1-1 0,0 0 0,0 0 0,0 1 0,0-1 0,1-1 0,-1 1 0,1 0 0,0-1 0,0 1 0,3 2 0,10 4 0,22 17 0,-37-26 0,0 1 0,0 0 0,1 0 0,-1 0 0,0 1 0,0-1 0,0 0 0,0 0 0,-1 1 0,1-1 0,0 0 0,0 1 0,-1-1 0,1 1 0,-1-1 0,1 0 0,-1 1 0,0-1 0,0 1 0,0 0 0,1-1 0,-2 3 0,1-2 15,-1-1 0,0 1-1,1-1 1,-1 0 0,0 1 0,0-1-1,0 0 1,0 0 0,0 0 0,0 1-1,-1-1 1,1 0 0,0 0 0,-1-1-1,1 1 1,0 0 0,-1 0-1,1-1 1,-1 1 0,1-1 0,-1 1-1,-2 0 1,-39 4-1345,40-4 956,-17 0-6452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4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24575,'30'23'0,"-21"-21"0,1 0 0,0-1 0,0 0 0,0-1 0,-1 0 0,1 0 0,0-1 0,0-1 0,13-3 0,-14 3 0,-1 0 0,1-1 0,-1 0 0,0 0 0,0-1 0,0 0 0,-1-1 0,1 0 0,-1 0 0,12-11 0,-18 14 0,1 1 0,-1 0 0,0 0 0,0 0 0,0-1 0,0 1 0,0-1 0,0 1 0,0-1 0,0 1 0,-1-1 0,1 1 0,0-1 0,-1 0 0,0 1 0,1-1 0,-1 0 0,0 1 0,0-1 0,0 0 0,0 1 0,0-1 0,0 0 0,0 0 0,-1 1 0,1-1 0,-1 0 0,1 1 0,-1-1 0,1 1 0,-1-1 0,0 1 0,0-1 0,0 1 0,0-1 0,0 1 0,0 0 0,0-1 0,-1 1 0,1 0 0,0 0 0,-2-1 0,-2-1 0,1 0 0,-1 1 0,1-1 0,-1 1 0,0 0 0,0 1 0,0-1 0,0 1 0,0 0 0,0 0 0,0 0 0,0 1 0,-6 0 0,3 1 0,0 0 0,0 0 0,0 1 0,1 0 0,-1 1 0,1 0 0,0 0 0,0 0 0,0 1 0,0 0 0,0 1 0,1-1 0,0 1 0,0 0 0,0 1 0,0-1 0,-6 11 0,8-12 0,1 2 0,0-1 0,0 0 0,0 1 0,0-1 0,1 1 0,0 0 0,1 0 0,-1 0 0,1 0 0,0 0 0,0 0 0,1 0 0,0 0 0,0 0 0,0 0 0,1 0 0,0 0 0,0 0 0,0 0 0,1 0 0,0 0 0,3 5 0,-1-1-97,2-1-1,-1-1 1,1 1-1,1-1 1,-1 0-1,1-1 1,1 1-1,0-1 1,-1-1-1,2 0 1,-1 0-1,1 0 0,15 7 1,10 1-6729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24575,'9'216'0,"-4"-152"0,-5-63 0,0 5 0,0 1 0,1-1 0,0 1 0,0-1 0,0 1 0,5 11 0,-6-18-26,0 0 1,0 0-1,0 1 0,0-1 0,1 0 1,-1 0-1,0 0 0,0 1 0,0-1 1,0 0-1,0 0 0,0 1 0,0-1 1,1 0-1,-1 0 0,0 0 0,0 0 1,0 1-1,0-1 0,1 0 0,-1 0 1,0 0-1,0 0 0,0 0 0,1 1 0,-1-1 1,0 0-1,0 0 0,1 0 0,-1 0 1,0 0-1,0 0 0,1 0 0,-1 0 1,0 0-1,0 0 0,0 0 0,1 0 1,-1 0-1,0 0 0,0 0 0,1 0 1,-1 0-1,0 0 0,0-1 0,1 1 0,-1 0 1,0 0-1,0 0 0,0 0 0,1 0 1,-1-1-1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24575,'2'0'0,"1"-2"0,0 1 0,-1 3 0,0 4 0,-1 6 0,0 2 0,-3 4 0,-1 1 0,-1 2 0,2 2 0,0 0 0,1-3 0,0-1 0,3-2 0,1-2 0,0-3-8191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29 24575,'0'-2'0,"0"-4"0,-3 0 0,1-1 0,1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7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24575,'12'0'0,"-5"0"0,-1 0 0,0 0 0,1 0 0,-1 1 0,13 3 0,-17-3 0,0 0 0,0 0 0,0 0 0,0 0 0,0 1 0,0-1 0,0 1 0,0-1 0,0 1 0,-1 0 0,1 0 0,-1 0 0,1 0 0,-1 0 0,0 0 0,0 0 0,0 0 0,0 0 0,1 4 0,2 4 0,-1 1 0,0-1 0,1 16 0,-4-23 0,1 0 0,-1 0 0,0 0 0,0 0 0,0 0 0,0 0 0,0 0 0,-1 0 0,0 0 0,1 0 0,-1 0 0,0 0 0,0 0 0,-1 0 0,1-1 0,-3 5 0,4-7 0,-1 1 0,1-1 0,0 0 0,0 0 0,0 0 0,0 1 0,0-1 0,-1 0 0,1 0 0,0 0 0,0 1 0,0-1 0,0 0 0,-1 0 0,1 0 0,0 0 0,0 0 0,-1 0 0,1 1 0,0-1 0,0 0 0,0 0 0,-1 0 0,1 0 0,0 0 0,0 0 0,-1 0 0,1 0 0,0 0 0,0 0 0,-1 0 0,1 0 0,0 0 0,0 0 0,-1-1 0,1 1 0,0 0 0,0 0 0,-1 0 0,1 0 0,0 0 0,-4-13 0,5-15 0,3 12 0,0 1 0,1 0 0,1 0 0,0 0 0,2 1 0,-1 0 0,2 0 0,-1 0 0,2 2 0,0-1 0,15-14 0,-24 26 0,0 0 0,0 0 0,0 0 0,0 0 0,0 0 0,0 0 0,0 0 0,0 1 0,0-1 0,0 0 0,0 1 0,1-1 0,-1 1 0,0-1 0,0 1 0,1 0 0,-1-1 0,0 1 0,1 0 0,-1 0 0,3 0 0,-3 1 0,0-1 0,0 1 0,0-1 0,0 1 0,-1 0 0,1 0 0,0 0 0,0-1 0,-1 1 0,1 0 0,0 0 0,-1 0 0,1 0 0,-1 0 0,1 0 0,-1 0 0,0 0 0,1 0 0,-1 0 0,0 2 0,2 9 0,-1 0 0,0 0 0,-1 21 0,-1-25 0,-1 110 0,2-117 0,0 0 0,0 0 0,0 0 0,0 0 0,0 0 0,0 0 0,1 0 0,-1 0 0,0 0 0,0 0 0,1 0 0,-1 0 0,0 0 0,1-1 0,-1 1 0,1 0 0,-1 0 0,1 0 0,0-1 0,-1 1 0,1 0 0,1 1 0,-1-2 0,0 0 0,0 0 0,-1 0 0,1 0 0,0 0 0,0 0 0,0 0 0,0-1 0,0 1 0,-1 0 0,1 0 0,0-1 0,0 1 0,0 0 0,-1-1 0,1 1 0,0-1 0,-1 1 0,1-1 0,0 0 0,7-6 0,0 0 0,-1 0 0,8-12 0,-10 13 0,24-33 0,-20 27 0,0-1 0,1 2 0,0-1 0,18-15 0,-27 27 0,-1-1 0,1 0 0,0 1 0,-1-1 0,1 0 0,0 1 0,0-1 0,0 1 0,0 0 0,-1-1 0,1 1 0,0 0 0,0-1 0,0 1 0,0 0 0,0 0 0,0 0 0,0 0 0,0 0 0,0 0 0,0 0 0,0 0 0,0 0 0,0 0 0,0 0 0,0 1 0,0-1 0,0 0 0,-1 1 0,1-1 0,0 1 0,0-1 0,0 1 0,0-1 0,-1 1 0,1 0 0,0-1 0,-1 1 0,1 0 0,0-1 0,-1 1 0,1 0 0,-1 0 0,1 0 0,-1 0 0,1-1 0,-1 1 0,0 0 0,1 2 0,2 5 0,-1 1 0,0 0 0,0 0 0,0 11 0,-2-16 0,13 83-1365,-11-72-5461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109 150 24575,'12'-10'0,"0"0"0,16-10 0,9-7 0,-29 21 0,24-22 0,-31 27 0,1-1 0,-1 1 0,0-1 0,1 0 0,-1 1 0,0-1 0,0 0 0,0 0 0,0 0 0,0 0 0,-1 0 0,1 0 0,0 0 0,-1 0 0,1-4 0,-1 5 0,-1 0 0,1 1 0,0-1 0,-1 0 0,1 0 0,-1 0 0,1 1 0,-1-1 0,1 0 0,-1 1 0,0-1 0,1 0 0,-1 1 0,0-1 0,1 1 0,-1-1 0,0 1 0,0-1 0,1 1 0,-1 0 0,0-1 0,0 1 0,0 0 0,0-1 0,0 1 0,1 0 0,-1 0 0,0 0 0,0 0 0,0 0 0,0 0 0,0 0 0,-1 1 0,-32 3 0,11 2 0,-1 2 0,-25 11 0,39-15 0,0 2 0,0-1 0,0 1 0,0 0 0,1 1 0,-15 15 0,22-21 0,1 1 0,0-1 0,-1 0 0,1 1 0,0 0 0,0-1 0,0 1 0,0 0 0,0-1 0,0 1 0,1 0 0,-1 0 0,1 0 0,-1-1 0,1 1 0,0 0 0,-1 0 0,1 4 0,1-4 0,-1-1 0,1 1 0,-1-1 0,1 1 0,0-1 0,0 1 0,0-1 0,-1 0 0,1 1 0,1-1 0,-1 0 0,0 0 0,0 0 0,0 0 0,1 0 0,-1 0 0,3 2 0,3 0 0,-1 0 0,2 0 0,-1-1 0,0 0 0,0 0 0,1 0 0,-1-1 0,11 1 0,-7-2 0,-1 0 0,1 0 0,0-1 0,0 0 0,0-1 0,-1 0 0,1-1 0,-1 0 0,1 0 0,-1-1 0,0-1 0,-1 0 0,1 0 0,14-11 0,-24 15 0,0 1 0,1 0 0,-1-1 0,1 1 0,-1-1 0,0 1 0,1 0 0,-1-1 0,1 1 0,-1 0 0,1-1 0,-1 1 0,1 0 0,-1 0 0,1 0 0,-1 0 0,1-1 0,0 1 0,-1 0 0,1 0 0,-1 0 0,1 0 0,-1 0 0,1 0 0,0 0 0,-1 0 0,2 1 0,-2-1 0,1 1 0,0 0 0,-1-1 0,1 1 0,-1 0 0,1 0 0,-1-1 0,0 1 0,1 0 0,-1 0 0,0 0 0,1 0 0,-1 0 0,0-1 0,0 3 0,1 45 0,-1-38 0,0 37 0,-3 107 0,1-122 0,-2 0 0,-13 53 0,17-81 0,-1-1 0,0 0 0,0 0 0,-1 1 0,1-1 0,-1 0 0,1 0 0,-1 0 0,0 0 0,0-1 0,-1 1 0,1 0 0,0-1 0,-6 4 0,6-5 0,0 0 0,0 0 0,0 0 0,0-1 0,0 1 0,0-1 0,0 0 0,0 1 0,0-1 0,0 0 0,0 0 0,0-1 0,0 1 0,-1 0 0,1-1 0,0 1 0,0-1 0,0 1 0,0-1 0,0 0 0,1 0 0,-1 0 0,0 0 0,0 0 0,-2-2 0,-3-3 0,0 1 0,0-1 0,0 0 0,1-1 0,0 0 0,0 0 0,0 0 0,1-1 0,0 1 0,1-1 0,0 0 0,0-1 0,0 1 0,1-1 0,-2-9 0,4 13 0,0 0 0,0 0 0,1 0 0,0 0 0,-1 0 0,2 0 0,-1 0 0,1 0 0,-1 0 0,1 0 0,1 0 0,-1 0 0,1 0 0,0 0 0,0 1 0,0-1 0,0 1 0,1 0 0,0-1 0,0 1 0,0 0 0,0 1 0,1-1 0,0 0 0,-1 1 0,1 0 0,1 0 0,5-3 0,5-2-151,1 1-1,1 1 0,-1 1 0,1 0 1,0 1-1,0 0 0,0 2 1,21-1-1,-13 2-6674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0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24575,'0'-59'0,"0"47"0,0 41 0,0-3 0,4 124 0,-2-126 0,1-1 0,1 1 0,1-1 0,9 28 0,3-17-1365,-9-24-5461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99 24575,'-3'0'0,"0"-1"0,0 1 0,0-1 0,0 0 0,0 0 0,0 0 0,0 0 0,-5-3 0,8 4 0,-1-1 0,1 1 0,-1 0 0,1 0 0,-1-1 0,1 1 0,-1 0 0,1 0 0,-1-1 0,1 1 0,0-1 0,-1 1 0,1 0 0,0-1 0,-1 1 0,1-1 0,0 1 0,-1-1 0,1 1 0,0-1 0,0 1 0,-1-1 0,1 1 0,0-1 0,0 0 0,0 1 0,0-1 0,0 1 0,0-1 0,0 1 0,0-1 0,0 1 0,0-1 0,0 0 0,0 1 0,1-1 0,-1 1 0,0-1 0,0 1 0,0-1 0,1 1 0,-1-1 0,0 1 0,1-1 0,-1 1 0,0 0 0,1-1 0,-1 1 0,1-1 0,-1 1 0,1 0 0,-1-1 0,0 1 0,2-1 0,9-4 0,0 0 0,0 0 0,1 1 0,-1 0 0,1 1 0,0 1 0,21-3 0,-7 1 0,152-22 0,-177 26 0,0 0 0,0 0 0,0 0 0,0 0 0,0 0 0,0 0 0,0 0 0,0 1 0,0-1 0,0 1 0,0-1 0,0 0 0,0 1 0,0-1 0,-1 1 0,1 0 0,0-1 0,0 1 0,0 0 0,-1 0 0,1-1 0,0 1 0,-1 0 0,1 0 0,-1 0 0,1 0 0,-1 0 0,1 0 0,-1 0 0,0 0 0,1 0 0,-1 1 0,8 42 0,-6-28 0,11 55-1365,-9-57-5461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17 24575,'0'-2'0,"-2"-3"0,-4-1 0,0 3 0,-2 2 0,1 4 0,2 3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24575,'0'2'0,"0"4"0,2 2 0,1 2 0,0 5 0,0 4 0,1 3 0,0 5 0,1 5 0,1 2 0,-1 1 0,0 0 0,0-1 0,0-3 0,0-3 0,-1-5 0,0-3 0,-1-6-8191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99 24575,'0'-2'0,"-3"-4"0,0-2 0,0-3 0,3 1 0,4 0 0,3 1 0,3 0 0,5-1 0,1 2 0,4-1 0,-3 2-8191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82 24575,'0'-9'0,"-1"-1"0,0 1 0,-1 0 0,0 0 0,0 0 0,-1 0 0,-4-9 0,7 18 0,0 0 0,0 0 0,0 0 0,0 0 0,0 0 0,0 0 0,0 1 0,0-1 0,0 0 0,0 0 0,0 0 0,0 0 0,0 0 0,0 0 0,0 0 0,0 0 0,0 0 0,0 0 0,0 0 0,0 0 0,0 0 0,0 0 0,0 0 0,0 0 0,0 0 0,0 0 0,0 0 0,0 1 0,0-1 0,0 0 0,0 0 0,0 0 0,0 0 0,-1 0 0,1 0 0,0 0 0,0 0 0,0 0 0,0 0 0,0 0 0,0 0 0,0 0 0,0 0 0,0 0 0,0 0 0,0 0 0,0 0 0,0 0 0,0 0 0,0 0 0,0 11 0,2 15 0,6 21 89,-2-1-452,3 1-1,2-1 1,17 46-1,-19-71-6462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2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11 162 24575,'4'0'0,"1"-1"0,-1 0 0,0 0 0,0-1 0,0 1 0,0-1 0,4-2 0,14-5 0,18 0 0,-31 8 0,0 0 0,-1-1 0,1 0 0,-1-1 0,1 0 0,-1 0 0,0 0 0,14-10 0,-21 12 0,1 0 0,-1 0 0,0 0 0,0 0 0,1-1 0,-1 1 0,0 0 0,0-1 0,-1 1 0,1-1 0,0 1 0,0-1 0,-1 1 0,1-1 0,-1 0 0,1 1 0,-1-1 0,0 0 0,0 1 0,0-1 0,0 0 0,0 0 0,0 1 0,0-1 0,0 0 0,-1 1 0,1-1 0,0 0 0,-1 1 0,0-1 0,1 1 0,-1-1 0,0 1 0,0-1 0,0 1 0,0-1 0,0 1 0,0 0 0,0 0 0,-1-1 0,-1 0 0,-1-2 0,-1 0 0,1 0 0,-1 1 0,1 0 0,-1 0 0,0 0 0,0 0 0,-1 1 0,1 0 0,0 0 0,-9-1 0,7 2 0,0 1 0,0 0 0,0 0 0,0 1 0,0-1 0,0 2 0,0-1 0,0 1 0,0 0 0,1 0 0,-1 1 0,-6 4 0,11-6 0,-1 0 0,1 1 0,0-1 0,-1 1 0,1 0 0,0-1 0,0 1 0,0 0 0,0 0 0,1 1 0,-1-1 0,0 0 0,1 1 0,0-1 0,-1 1 0,1-1 0,0 1 0,0-1 0,1 1 0,-1 0 0,0 0 0,1-1 0,0 1 0,0 0 0,0 0 0,0 0 0,0-1 0,0 1 0,1 0 0,-1 0 0,1-1 0,1 6 0,1-2 20,0-1 0,0 1 0,0-1 1,1 0-1,-1 0 0,1 0 0,1-1 0,-1 1 0,0-1 0,1 0 0,0 0 0,0-1 0,0 1 0,1-1 0,-1 0 0,7 2 1,6 2-448,0 0 0,0-2 1,37 7-1,-14-5-6399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2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174 110 24575,'2'-1'0,"0"1"0,0-1 0,0 0 0,0 1 0,0-1 0,0 0 0,0 0 0,0 0 0,-1-1 0,1 1 0,0 0 0,-1-1 0,1 1 0,-1-1 0,0 1 0,1-1 0,-1 0 0,0 1 0,1-3 0,1 0 0,-1-1 0,1 0 0,-1 1 0,0-1 0,0 0 0,1-7 0,-2 11 0,-1-1 0,0 1 0,0 0 0,0 0 0,0-1 0,0 1 0,0 0 0,0-1 0,0 1 0,-1 0 0,1-1 0,0 1 0,-1 0 0,1 0 0,-1 0 0,1-1 0,-1 1 0,0 0 0,1 0 0,-1 0 0,0 0 0,0 0 0,-2-2 0,1 2 0,-1-1 0,1 1 0,-1 0 0,0-1 0,1 1 0,-1 1 0,0-1 0,0 0 0,1 0 0,-6 1 0,-2-1 0,-1 1 0,1 0 0,-1 1 0,1 0 0,-11 3 0,8-1 0,-1 1 0,-20 8 0,30-10 0,1-1 0,0 1 0,0 0 0,0-1 0,0 2 0,0-1 0,0 0 0,0 0 0,1 1 0,-1 0 0,1-1 0,0 1 0,0 0 0,0 0 0,-3 6 0,5-8 0,-1 1 0,1 0 0,0 0 0,0 0 0,0 0 0,0 0 0,0 0 0,1-1 0,-1 1 0,0 0 0,1 0 0,0 0 0,-1-1 0,1 1 0,0 0 0,0 0 0,0-1 0,0 1 0,0-1 0,0 1 0,0-1 0,0 1 0,1-1 0,-1 0 0,1 0 0,-1 0 0,1 0 0,1 1 0,8 6 0,0-1 0,22 10 0,-27-14 0,19 9 0,27 14 0,-47-24 0,-1 1 0,0 0 0,0 0 0,0 0 0,0 1 0,-1-1 0,1 1 0,4 7 0,-7-10 0,0 0 0,-1 1 0,1-1 0,0 1 0,-1-1 0,1 1 0,-1-1 0,0 1 0,1-1 0,-1 1 0,0-1 0,0 1 0,0-1 0,0 1 0,0-1 0,0 1 0,-1-1 0,1 1 0,0-1 0,-1 1 0,1-1 0,-1 1 0,0-1 0,1 1 0,-1-1 0,0 0 0,0 0 0,0 1 0,0-1 0,0 0 0,0 0 0,0 0 0,0 0 0,-1 0 0,1 0 0,0 0 0,0 0 0,-3 0 0,-4 4 0,0-1 0,0 0 0,-1-1 0,0 0 0,-9 2 0,17-5 1,-54 12 339,50-12-510,0 1-1,0-1 1,0 0-1,1 0 0,-1 0 1,0-1-1,0 0 0,1 0 1,-9-3-1,2-1-6655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3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63 24575,'0'0'0,"0"-1"0,0 1 0,0 0 0,1 0 0,-1 0 0,0 0 0,0 0 0,0-1 0,1 1 0,-1 0 0,0 0 0,0 0 0,0 0 0,0-1 0,1 1 0,-1 0 0,0 0 0,0-1 0,0 1 0,0 0 0,0 0 0,0-1 0,0 1 0,0 0 0,0 0 0,0 0 0,0-1 0,0 1 0,0 0 0,0 0 0,0-1 0,0 1 0,0 0 0,0 0 0,0-1 0,0 1 0,0 0 0,0 0 0,-1-1 0,1 1 0,0 0 0,0 0 0,0 0 0,0-1 0,0 1 0,-1 0 0,1 0 0,0 0 0,0 0 0,0 0 0,-1-1 0,1 1 0,0 0 0,-1 0 0,1-1 0,-1 1 0,1-1 0,-1 1 0,1-1 0,-1 1 0,1 0 0,-1-1 0,1 1 0,-1 0 0,0-1 0,1 1 0,-1 0 0,0-1 0,1 1 0,-1 0 0,0 0 0,0 0 0,1 0 0,-1 0 0,0 0 0,1 0 0,-1 0 0,0 0 0,0 0 0,1 0 0,-1 0 0,0 1 0,0-1 0,0 1 0,-1 0 0,1 0 0,0 0 0,0 0 0,0 0 0,0 0 0,1 1 0,-1-1 0,0 0 0,0 0 0,1 1 0,-1-1 0,1 0 0,-1 1 0,1-1 0,-1 1 0,1-1 0,0 0 0,0 1 0,0-1 0,0 1 0,0-1 0,0 1 0,0-1 0,0 1 0,1-1 0,-1 0 0,0 1 0,1-1 0,-1 1 0,2 1 0,1 6 0,1 0 0,0 0 0,7 11 0,-8-16 0,0 1 0,0-1 0,1 1 0,0-1 0,0 0 0,0 0 0,0-1 0,0 1 0,1-1 0,-1 0 0,1 0 0,0-1 0,0 1 0,0-1 0,0 0 0,6 1 0,-8-2 0,0-1 0,0 1 0,1-1 0,-1 0 0,0 0 0,0 0 0,0 0 0,0-1 0,0 1 0,0-1 0,1 0 0,-1 0 0,0 0 0,-1 0 0,1 0 0,0-1 0,0 1 0,-1-1 0,1 0 0,0 0 0,-1 0 0,0 0 0,1 0 0,-1 0 0,0-1 0,0 1 0,0-1 0,-1 1 0,3-5 0,0-2 0,0 1 0,0-1 0,-1-1 0,0 1 0,2-16 0,-4 19 0,0 0 0,0 0 0,-1-1 0,0 1 0,0 0 0,-1 0 0,0 0 0,0 0 0,-3-12 0,3 17-85,1 0 0,-1 0-1,1 0 1,0 0 0,-1 0-1,0 1 1,1-1 0,-1 0-1,1 0 1,-1 0 0,0 1-1,0-1 1,1 0 0,-1 1-1,-1-2 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24575,'12'-19'0,"-10"16"0,0-1 0,0 0 0,0 0 0,1 1 0,0-1 0,3-2 0,-5 5 0,-1 1 0,0 0 0,1-1 0,-1 1 0,1 0 0,-1 0 0,1-1 0,-1 1 0,1 0 0,-1 0 0,1 0 0,-1 0 0,1 0 0,-1 0 0,0 0 0,1 0 0,-1 0 0,1 0 0,-1 0 0,1 0 0,-1 0 0,2 0 0,-1 1 0,0 0 0,0-1 0,0 1 0,0 0 0,0 0 0,-1 0 0,1 0 0,0-1 0,0 1 0,-1 0 0,1 0 0,0 1 0,0 0 0,5 13 0,-2 0 0,1 0 0,-2 0 0,0 0 0,-1 0 0,0 1 0,-1-1 0,-2 17 0,3 9 0,-2-40 0,0 1 0,0-1 0,0 0 0,0 1 0,0-1 0,1 0 0,-1 1 0,0-1 0,1 0 0,-1 0 0,1 1 0,1 1 0,-2-3 0,0 0 0,1 0 0,-1 0 0,0 1 0,0-1 0,1 0 0,-1 0 0,0 0 0,1 0 0,-1 0 0,0 1 0,1-1 0,-1 0 0,0 0 0,1 0 0,-1 0 0,0 0 0,1 0 0,-1 0 0,0 0 0,1 0 0,-1 0 0,0-1 0,1 1 0,-1 0 0,0 0 0,1 0 0,-1 0 0,0 0 0,1-1 0,3-2 0,0 0 0,0 0 0,-1-1 0,1 1 0,3-6 0,4-3 0,-3 4 0,2 1 0,-1-1 0,1 2 0,0-1 0,0 1 0,1 1 0,0 0 0,0 1 0,16-5 0,-22 8 0,-1-1 0,1 2 0,0-1 0,0 1 0,0-1 0,0 1 0,0 1 0,0-1 0,0 1 0,10 2 0,-12-2 0,0 1 0,0-1 0,0 1 0,0-1 0,-1 1 0,1 0 0,-1 0 0,1 0 0,-1 0 0,0 1 0,1-1 0,-1 0 0,-1 1 0,1 0 0,0 0 0,0-1 0,-1 1 0,2 5 0,-2-6 0,0 0 0,0 1 0,0-1 0,0 1 0,-1-1 0,1 0 0,-1 1 0,0-1 0,1 1 0,-1-1 0,0 1 0,-1-1 0,1 1 0,0-1 0,-1 1 0,1-1 0,-1 1 0,0-1 0,0 0 0,0 1 0,0-1 0,0 0 0,0 0 0,-1 0 0,1 0 0,-1 0 0,1 0 0,-1 0 0,0 0 0,0 0 0,0-1 0,0 1 0,0-1 0,0 0 0,0 1 0,-4 0 0,-1 1 0,0 0 0,0-1 0,0 0 0,-1 0 0,1-1 0,0 0 0,-1-1 0,1 1 0,-1-1 0,1-1 0,-10 0 0,6-2-170,0 0-1,0-1 0,0 0 1,0 0-1,1-1 0,0-1 1,-14-9-1,11 6-6655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1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44 24575,'-18'38'0,"17"-35"0,-20 48 0,-31 54 0,47-97 0,3-5 0,-1 1 0,1 0 0,0 0 0,0 0 0,0 0 0,0 0 0,1 0 0,-1 0 0,1 1 0,0-1 0,0 6 0,1-9 0,0-1 0,1 1 0,-1-1 0,1 1 0,-1-1 0,0 1 0,1-1 0,-1 1 0,1-1 0,-1 1 0,1-1 0,0 1 0,-1-1 0,1 0 0,-1 1 0,1-1 0,0 0 0,-1 0 0,1 0 0,0 1 0,-1-1 0,1 0 0,0 0 0,-1 0 0,1 0 0,0 0 0,-1 0 0,2 0 0,25-4 0,-18 3 0,267-18 0,162 20 0,-436-1 0,0 0 0,1 0 0,-1 0 0,1 0 0,-1-1 0,1 1 0,-1 0 0,1-1 0,-1 0 0,0 0 0,1 0 0,-1 0 0,0 0 0,0 0 0,4-3 0,-4 2 0,0-1 0,-1 1 0,1-1 0,-1 1 0,0-1 0,0 1 0,0-1 0,0 0 0,0 0 0,0 1 0,-1-1 0,0 0 0,1-4 0,1-7 0,2 1 0,-1 0 0,2 0 0,8-20 0,-8 24 0,0-1 0,-1 0 0,-1-1 0,0 1 0,0 0 0,-1-1 0,0 1 0,0-16 0,-2 24 0,-1 0 0,1 0 0,0 0 0,-1 1 0,1-1 0,-1 0 0,1 0 0,-1 1 0,0-1 0,0 0 0,0 1 0,0-1 0,0 1 0,0-1 0,0 1 0,0 0 0,-1-1 0,1 1 0,0 0 0,-1 0 0,1 0 0,-1 0 0,0 0 0,1 0 0,-1 0 0,0 1 0,1-1 0,-1 1 0,0-1 0,0 1 0,0-1 0,1 1 0,-3 0 0,-7-1 0,-1 1 0,1 0 0,0 1 0,-14 2 0,16-1 0,-300 29 0,215-22 0,61-7 207,15-1-731,1 1 0,-32 6 0,39-5-6302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3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50 24575,'-1'4'0,"-1"0"0,0 0 0,0 0 0,-1-1 0,1 1 0,-1-1 0,0 0 0,0 0 0,0 0 0,-4 3 0,-10 9 0,15-13 0,7-6 0,36-34 0,-24 21 0,34-25 0,-51 42 0,1-1 0,-1 1 0,1-1 0,0 1 0,-1-1 0,1 1 0,0-1 0,-1 1 0,1-1 0,0 1 0,0 0 0,-1-1 0,1 1 0,0 0 0,0 0 0,-1 0 0,1 0 0,0 0 0,0 0 0,0 0 0,-1 0 0,1 0 0,0 0 0,0 0 0,0 0 0,-1 0 0,1 1 0,0-1 0,0 0 0,-1 1 0,1-1 0,0 0 0,0 1 0,-1-1 0,1 1 0,-1-1 0,1 1 0,0-1 0,-1 1 0,1 0 0,-1-1 0,1 1 0,-1 0 0,0-1 0,1 1 0,-1 0 0,0 0 0,1-1 0,-1 1 0,0 0 0,0 0 0,0-1 0,1 1 0,-1 0 0,0 0 0,0 1 0,1 8 0,0 0 0,-1 1 0,-1 15 0,0-15 0,0 19-1365,1-18-5461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24575,'0'-2'0,"3"-4"0,2 0 0,4 1 0,1 1 0,3-1 0,2 0 0,2 2 0,-2 0-8191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4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129 111 24575,'-2'-2'0,"0"-1"0,1 1 0,-1 0 0,1-1 0,-1 0 0,1 1 0,-2-6 0,3 5 0,-1 1 0,0 0 0,0-1 0,0 1 0,0 0 0,-1 0 0,1 0 0,-3-3 0,3 5 0,0-1 0,0 0 0,0 0 0,0 1 0,0-1 0,0 1 0,0-1 0,0 1 0,-1 0 0,1-1 0,0 1 0,0 0 0,-1 0 0,1 0 0,0 0 0,0 0 0,-1 0 0,1 0 0,0 0 0,-1 0 0,-1 1 0,-2 1 0,0-1 0,0 1 0,0 1 0,0-1 0,0 1 0,0 0 0,-5 5 0,7-7 0,1 1 0,-1 0 0,1 0 0,0 0 0,0 0 0,0 1 0,0-1 0,0 0 0,0 1 0,1 0 0,-1-1 0,1 1 0,0 0 0,-2 5 0,3-7 0,0 0 0,0 0 0,0 0 0,0 0 0,0 0 0,0 0 0,1 0 0,-1 0 0,0 0 0,0 0 0,1 0 0,-1 0 0,1 0 0,-1 0 0,1 0 0,-1 0 0,1-1 0,0 1 0,-1 0 0,1 0 0,0 0 0,0-1 0,-1 1 0,1-1 0,0 1 0,0 0 0,0-1 0,0 1 0,0-1 0,0 0 0,0 1 0,0-1 0,0 0 0,0 0 0,0 1 0,0-1 0,2 0 0,0 0 0,0 0 0,0 0 0,0 0 0,0 0 0,0 0 0,0-1 0,0 1 0,0-1 0,0 0 0,0 0 0,4-2 0,-1 0 0,-1-1 0,0 1 0,0-1 0,0-1 0,0 1 0,0 0 0,-1-1 0,0 0 0,0 0 0,-1-1 0,1 1 0,-1-1 0,0 1 0,0-1 0,-1 0 0,0 0 0,0 0 0,0-1 0,-1 1 0,0 0 0,1-13 0,-5 5 0,3 13 0,0 1 0,0 0 0,0 0 0,-1 0 0,1 0 0,0 0 0,0 0 0,0 0 0,0 0 0,-1 0 0,1-1 0,0 1 0,0 0 0,0 0 0,-1 0 0,1 0 0,0 0 0,0 0 0,0 0 0,-1 0 0,1 0 0,0 1 0,0-1 0,0 0 0,0 0 0,-1 0 0,1 0 0,0 0 0,0 0 0,0 0 0,0 0 0,-1 0 0,1 1 0,0-1 0,0 0 0,0 0 0,-2 2 0,1-1 0,-1 1 0,1 0 0,0 0 0,0 0 0,0-1 0,0 1 0,0 0 0,0 0 0,0 3 0,-1 2-151,1-1-1,0 1 0,0 0 0,1-1 1,0 1-1,0 0 0,0-1 1,3 10-1,0-6-6674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4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73 121 24575,'0'-1'0,"0"1"0,0-1 0,-1 0 0,1 1 0,0-1 0,-1 0 0,1 1 0,-1-1 0,1 0 0,-1 1 0,1-1 0,-1 1 0,0-1 0,1 1 0,-1-1 0,0 1 0,1 0 0,-1-1 0,0 1 0,1 0 0,-1-1 0,0 1 0,0 0 0,1 0 0,-1 0 0,0 0 0,0 0 0,1-1 0,-1 1 0,0 1 0,0-1 0,0 0 0,1 0 0,-3 0 0,-26 6 0,28-5 0,0-1 0,0 0 0,0 1 0,0-1 0,0 1 0,0 0 0,0-1 0,0 1 0,0 0 0,0-1 0,0 1 0,0 0 0,0 0 0,1 0 0,-1 0 0,0 0 0,1 0 0,-1 0 0,0 0 0,1 0 0,0 0 0,-1 0 0,1 0 0,0 1 0,-1-1 0,1 0 0,0 0 0,0 0 0,0 0 0,0 1 0,0-1 0,0 0 0,0 0 0,1 2 0,0-2 0,-1 0 0,1 0 0,0 0 0,0 0 0,0 0 0,0 0 0,0 0 0,1 0 0,-1-1 0,0 1 0,0 0 0,1-1 0,-1 1 0,0 0 0,1-1 0,-1 0 0,0 1 0,1-1 0,-1 0 0,0 0 0,1 0 0,-1 0 0,1 0 0,-1 0 0,1 0 0,-1 0 0,0 0 0,3-2 0,0 1 0,0 0 0,0-1 0,0 1 0,0-1 0,0 0 0,-1-1 0,1 1 0,-1 0 0,1-1 0,-1 0 0,0 0 0,0 0 0,0 0 0,0-1 0,-1 1 0,1-1 0,-1 1 0,0-1 0,2-6 0,-1 6 0,-1-1 0,-1 0 0,1 0 0,-1 0 0,0 0 0,0-1 0,0 1 0,-1 0 0,1 0 0,-2-1 0,1 1 0,0 0 0,-1 0 0,0-1 0,-2-7 0,3 13 0,0-1 0,-1 1 0,1-1 0,0 0 0,0 1 0,0-1 0,0 1 0,-1-1 0,1 1 0,0-1 0,-1 1 0,1-1 0,0 1 0,-1-1 0,1 1 0,-1-1 0,1 1 0,0 0 0,-1-1 0,1 1 0,-1 0 0,1-1 0,-1 1 0,1 0 0,-1-1 0,-1 1 0,2 0 0,-1 1 0,1-1 0,-1 1 0,1-1 0,-1 0 0,1 1 0,-1-1 0,1 1 0,-1-1 0,1 1 0,-1 0 0,1-1 0,0 1 0,-1-1 0,1 1 0,0 0 0,0-1 0,-1 2 0,-7 33 0,7 43-1365,2-52-5461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8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24575,'176'2'0,"384"-16"0,-557 13 171,-6 1 0,-6 0-1878,-1 0-5119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51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75 24575,'-1'0'0,"1"1"0,-1-1 0,1 0 0,0 1 0,-1-1 0,1 0 0,-1 1 0,1-1 0,0 1 0,0-1 0,-1 1 0,1-1 0,0 1 0,0-1 0,-1 1 0,1-1 0,0 1 0,0-1 0,0 1 0,0-1 0,0 1 0,0-1 0,0 1 0,0-1 0,0 1 0,0 0 0,0-1 0,0 1 0,0-1 0,0 1 0,1 0 0,-1 0 0,1-1 0,0 1 0,0 0 0,0 0 0,0-1 0,0 1 0,0 0 0,0-1 0,0 1 0,0-1 0,0 0 0,1 1 0,1-1 0,40 5 0,-42-5 0,294-14 0,-157 4 0,-85 7 0,574-45 0,-597 45 0,-12 2 0,-1-1 0,1-1 0,-1 0 0,24-9 0,-36 9 165,-8 2 11,-11 2-1706,13-1 1354,-10 2-6650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53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188 189 24575,'1'1'0,"0"-1"0,0 1 0,-1-1 0,1 1 0,0-1 0,0 1 0,-1-1 0,1 1 0,0 0 0,-1 0 0,1-1 0,-1 1 0,1 0 0,-1 0 0,1-1 0,-1 1 0,0 0 0,1 0 0,-1 0 0,0 0 0,1 0 0,-1-1 0,0 1 0,0 0 0,0 0 0,0 0 0,0 0 0,0 0 0,0 1 0,-1 29 0,-4-6 0,-2 0 0,-14 39 0,-2 6 0,-19 102 0,37-145 0,2 0 0,1 1 0,0-1 0,5 40 0,-3-65 0,0 0 0,1 0 0,-1 0 0,1 0 0,-1-1 0,1 1 0,0 0 0,0 0 0,0-1 0,0 1 0,0-1 0,0 1 0,0-1 0,0 1 0,1-1 0,-1 0 0,0 1 0,1-1 0,-1 0 0,1 0 0,0 0 0,-1 0 0,1 0 0,0-1 0,0 1 0,-1 0 0,1-1 0,0 1 0,0-1 0,0 0 0,0 0 0,3 1 0,7-1 0,-1-1 0,1 1 0,-1-2 0,15-2 0,-15 1 0,251-36 0,28-5 0,-280 43 0,-3 0 0,-1-1 0,1 1 0,0-1 0,-1 0 0,12-5 0,-16 6 0,-1-1 0,1 1 0,0 0 0,-1 0 0,1-1 0,-1 1 0,0-1 0,1 0 0,-1 1 0,0-1 0,0 0 0,0 0 0,0 1 0,0-1 0,-1 0 0,1 0 0,0 0 0,-1 0 0,0 0 0,1 0 0,-1 0 0,0 0 0,0-4 0,-4-620 0,5 624 0,-1 1 0,0 0 0,0-1 0,0 1 0,0 0 0,0-1 0,0 1 0,0 0 0,-1-1 0,1 1 0,0 0 0,-1 0 0,1-1 0,-1 1 0,1 0 0,-1 0 0,0 0 0,0-1 0,1 1 0,-1 0 0,0 0 0,0 0 0,0 0 0,0 0 0,0 1 0,0-1 0,-2-1 0,0 2 0,0-1 0,0 1 0,0 0 0,-1 0 0,1 0 0,0 0 0,0 0 0,0 1 0,0-1 0,-6 3 0,-68 11 0,-145 8 0,93-12 0,54-3 0,-181 24 0,253-31 0,-1 1 0,1 0 0,0 0 0,0 0 0,0 0 0,0 0 0,0 1 0,0-1 0,-4 4 0,7-5 0,-1 0 0,1 1 0,0-1 0,0 0 0,-1 0 0,1 1 0,0-1 0,0 0 0,0 1 0,0-1 0,-1 0 0,1 1 0,0-1 0,0 0 0,0 1 0,0-1 0,0 1 0,0-1 0,0 0 0,0 1 0,0-1 0,0 0 0,0 1 0,0-1 0,0 1 0,0-1 0,0 0 0,0 1 0,1 0 0,0 0 0,0 0 0,0 0 0,0 0 0,0 0 0,0 0 0,0 0 0,0 0 0,1 0 0,-1 0 0,0-1 0,3 2 0,25 10-1365,-16-7-5461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5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 24575,'86'2'0,"-19"0"0,86-8 0,-126 1 0,-22 2 0,-19 0 0,-166 10 0,24 0 0,153-7-1365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5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60 24575,'-1'0'0,"0"0"0,0 0 0,0 0 0,0 1 0,-1-1 0,1 0 0,0 1 0,0-1 0,0 1 0,0-1 0,0 1 0,0-1 0,0 1 0,0 0 0,1 0 0,-1-1 0,0 1 0,0 0 0,1 0 0,-1 0 0,0 0 0,1 0 0,-1 0 0,1 0 0,-1 0 0,1 0 0,-1 0 0,1 0 0,0 0 0,-1 2 0,0 5 0,-1 0 0,1 1 0,1 11 0,-1 3 0,-6 7 0,5-23 0,0 0 0,0 1 0,1-1 0,0 1 0,0 9 0,1-16 0,0 0 0,0-1 0,0 1 0,1 0 0,-1 0 0,0-1 0,1 1 0,-1 0 0,0-1 0,1 1 0,-1 0 0,1-1 0,-1 1 0,1-1 0,-1 1 0,1 0 0,-1-1 0,1 1 0,0-1 0,-1 0 0,1 1 0,0-1 0,-1 1 0,1-1 0,0 0 0,0 0 0,-1 1 0,1-1 0,0 0 0,0 0 0,-1 0 0,1 0 0,0 0 0,0 0 0,0 0 0,33-5 0,-25 3 0,31-3 0,-1 2 0,46 2 0,-43 2 0,72-9 0,-107 7 0,-2 1 0,-1-1 0,0 0 0,0 1 0,0-2 0,0 1 0,0 0 0,4-3 0,-6 3 0,-1 0 0,0 0 0,0 0 0,0 0 0,1 0 0,-1-1 0,0 1 0,-1 0 0,1-1 0,0 1 0,0-1 0,0 1 0,-1-1 0,1 1 0,-1-1 0,1 0 0,-1 1 0,0-1 0,0 0 0,0 1 0,0-4 0,-3-146 0,3 150 0,-1-1 0,1 1 0,0-1 0,-1 1 0,1-1 0,-1 1 0,0 0 0,1-1 0,-1 1 0,0 0 0,0 0 0,0 0 0,0 0 0,0-1 0,0 1 0,0 0 0,0 0 0,0 1 0,0-1 0,-1 0 0,1 0 0,0 1 0,-1-1 0,1 0 0,0 1 0,-1 0 0,1-1 0,-1 1 0,1 0 0,-3-1 0,-6 0 0,0 1 0,-1 0 0,-15 2 0,8-1 0,-224 11 0,220-11 0,16-2 0,0 1 0,1 0 0,-1 1 0,0-1 0,0 1 0,0 0 0,1 0 0,-1 1 0,1 0 0,-11 5 0,15-7-31,1 0 0,-1 1 0,1-1 0,0 0 0,-1 1 0,1-1 0,-1 1 0,1-1 0,0 0 0,0 1 0,-1-1 0,1 1 0,0-1 0,0 1 0,-1-1 0,1 1 0,0-1 0,0 1 0,0-1 0,0 1 0,0 0 0,0-1 0,0 1 0,0-1-1,0 1 1,0-1 0,0 1 0,0-1 0,0 1 0,0-1 0,1 1 0,-1-1 0,0 1 0,0-1 0,1 1 0,-1-1 0,0 1 0,1-1 0,-1 1 0,0-1 0,1 0 0,-1 1 0,1-1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2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0 283 24575,'1418'-50'-1926,"-745"18"1308,595-24-1219,959-34 488,-1998 85 1999,-80 6 2825,-150-2-2795,-4 0-713,1 0-1,-1-1 0,0 0 0,0 0 0,1 0 0,-1 0 0,1-1 0,0 0 0,0 0 1,0 0-1,0 0 0,-6-8 0,5 0-6792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2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 24575,'-1'0'0,"1"0"0,-1 0 0,1 0 0,0 0 0,-1 0 0,1 0 0,-1 0 0,1 0 0,-1 0 0,1-1 0,0 1 0,-1 0 0,1 0 0,-1 0 0,1-1 0,0 1 0,-1 0 0,1 0 0,0-1 0,-1 1 0,1 0 0,0-1 0,-1 1 0,1-1 0,0 1 0,0 0 0,0 0 0,1-1 0,-1 1 0,0 0 0,0 0 0,0 0 0,0-1 0,0 1 0,0 0 0,0 0 0,0 0 0,1-1 0,-1 1 0,0 0 0,0 0 0,0 0 0,0 0 0,1 0 0,-1 0 0,0-1 0,0 1 0,0 0 0,1 0 0,-1 0 0,0 0 0,0 0 0,1 0 0,-1 0 0,0 0 0,0 0 0,0 0 0,1 0 0,-1 0 0,0 0 0,0 0 0,1 0 0,-1 0 0,0 0 0,0 0 0,0 0 0,1 0 0,-1 0 0,0 0 0,0 1 0,12 0 0,-1 1 0,0 0 0,0 1 0,0 0 0,-1 1 0,1 0 0,-1 1 0,0 0 0,0 0 0,18 14 0,-27-18 7,0 0-1,0 0 1,0 0 0,0-1-1,-1 1 1,1 0-1,0 0 1,-1 1-1,1-1 1,-1 0-1,1 0 1,-1 0 0,1 0-1,-1 0 1,0 1-1,1-1 1,-1 0-1,0 0 1,0 1 0,0-1-1,0 0 1,0 0-1,0 0 1,0 1-1,-1 1 1,-1 0 8,1 0 1,-1 0-1,1-1 1,-1 1-1,0 0 1,0-1 0,0 1-1,0-1 1,0 0-1,-3 2 1,-6 5-443,0-2 0,0 0 1,-23 11-1,12-9-6399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173 308 24575,'-2'-4'0,"0"0"0,0 1 0,-1-1 0,0 0 0,1 1 0,-1-1 0,-1 1 0,1 0 0,0 0 0,-1 1 0,1-1 0,-6-2 0,9 5 0,-1 0 0,0 0 0,1 0 0,-1 1 0,1-1 0,-1 0 0,1 1 0,-1-1 0,1 1 0,-1-1 0,1 0 0,-1 1 0,1-1 0,-1 1 0,1-1 0,0 1 0,-1-1 0,1 1 0,0-1 0,0 1 0,-1 0 0,1-1 0,0 1 0,0-1 0,0 1 0,0 0 0,-1-1 0,1 1 0,0 0 0,0-1 0,1 2 0,-3 26 0,2-24 0,7 279 0,0-76 0,-14 235 0,1-358 0,-4 0 0,-4-1 0,-30 101 0,29-138 0,4-12 0,-12 61 0,22-92 0,1 0 0,-1 0 0,1 0 0,0 0 0,0 0 0,0 0 0,1 0 0,-1 0 0,1 0 0,-1 0 0,1-1 0,2 5 0,-2-6 0,-1 0 0,1 0 0,0 1 0,0-1 0,0 0 0,1 0 0,-1 0 0,0-1 0,0 1 0,0 0 0,1 0 0,-1-1 0,0 1 0,1-1 0,-1 1 0,0-1 0,1 1 0,-1-1 0,1 0 0,-1 0 0,1 0 0,-1 0 0,1 0 0,-1 0 0,0 0 0,4-1 0,23-4 0,-1-1 0,39-13 0,0-1 0,1 6 0,1 2 0,100-4 0,142 12 0,-271 5 0,669 21-227,-42 0-159,-1-41 181,-641 18 215,-15 1 6,0 0 0,0-1 0,0 0-1,0-1 1,0 0 0,0 0 0,12-6-1,-20 8-8,-1 0-1,1 0 1,-1 0-1,0 0 0,1-1 1,-1 1-1,0 0 1,1 0-1,-1-1 0,0 1 1,1 0-1,-1-1 0,0 1 1,1 0-1,-1 0 1,0-1-1,0 1 0,0-1 1,1 1-1,-1 0 1,0-1-1,0 1 0,0-1 1,0 1-1,0 0 1,0-1-1,0 1 0,0-1 1,0 1-1,0 0 0,0-1 1,-9-11 201,-23-7 55,29 18-257,-3-2-6,-1 0 0,1-1 0,0 1 0,0-1 0,0 0 0,0-1 0,1 0 0,-1 0 0,1 0 0,1 0 0,-1-1 0,1 1 0,0-1 0,0-1 0,0 1 0,1 0 0,0-1 0,1 0 0,-1 1 0,1-1 0,0 0 0,1 0 0,0 0 0,-1-12 0,1-34 0,2 0 0,8-56 0,0 10 0,3-341 0,2-17 0,-2 87 0,-12 367 0,0 0 0,0-1 0,0 1 0,-1-1 0,0 1 0,1-1 0,-1 1 0,0 0 0,-3-5 0,4 7 0,-1 0 0,0 0 0,1 1 0,-1-1 0,0 0 0,0 0 0,0 1 0,1-1 0,-1 1 0,0-1 0,0 0 0,0 1 0,0 0 0,0-1 0,0 1 0,0 0 0,0-1 0,-1 1 0,1 0 0,0 0 0,0 0 0,0 0 0,0 0 0,0 0 0,0 0 0,0 0 0,0 1 0,0-1 0,0 0 0,0 1 0,0-1 0,-2 2 0,-29 8 0,0-2 0,0-1 0,-38 4 0,-100 1 0,122-10 0,-858 9-609,582-13 483,205 1 126,-703 22 0,785-20 174,26-1-81,-1 0 1,1 1 0,0 0-1,0 1 1,-11 3-1,20-4-93,0 0 0,0 1 0,0-1 0,0 1 0,0-1 0,0 1 0,0-1 0,1 1 0,-1 0 0,0 0 0,1 0 0,-2 3 0,-10 11 0,3-4 342,10-12-382,-1 0 0,1 0 1,0 1-1,0-1 0,0 0 0,0 1 1,0-1-1,0 0 0,0 0 1,0 1-1,-1-1 0,1 0 1,0 1-1,0-1 0,0 0 1,1 1-1,-1-1 0,0 0 0,0 1 1,0-1-1,0 0 0,0 1 1,0-1-1,0 0 0,0 0 1,1 1-1,-1-1 0,0 0 1,0 0-1,0 1 0,1-1 1,-1 0-1,0 0 0,0 1 0,1-1 1,-1 0-1,0 0 0,0 0 1,1 0-1,-1 0 0,0 1 1,1-1-1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163 203 24575,'2'0'0,"0"0"0,0-1 0,0 1 0,0 0 0,0-1 0,0 1 0,-1-1 0,1 1 0,0-1 0,0 0 0,0 0 0,0 0 0,-1 0 0,1 0 0,0 0 0,-1 0 0,1-1 0,2-2 0,-2 1 0,0 1 0,-1-1 0,1 0 0,0 0 0,-1 0 0,0-1 0,0 1 0,0 0 0,0 0 0,0-6 0,0 2 0,-1 0 0,0 1 0,0-1 0,0 0 0,-1 0 0,0 1 0,0-1 0,-1 0 0,0 1 0,-5-12 0,4 13 0,1 1 0,-1-1 0,0 1 0,-1 0 0,1 0 0,-1 1 0,0-1 0,0 1 0,0 0 0,0-1 0,0 2 0,-1-1 0,1 1 0,-1-1 0,0 1 0,-8-2 0,10 3 0,0 0 0,-1 1 0,1 0 0,0-1 0,-1 1 0,1 0 0,0 1 0,-1-1 0,1 1 0,0-1 0,-1 1 0,1 0 0,0 0 0,0 0 0,0 1 0,0-1 0,0 1 0,0-1 0,0 1 0,1 0 0,-1 0 0,0 1 0,1-1 0,0 0 0,0 1 0,-4 4 0,0 2 0,1 1 0,0-1 0,0 1 0,1 0 0,0 1 0,1-1 0,0 0 0,-2 17 0,4-18 0,0-1 0,0 1 0,1 0 0,0-1 0,0 1 0,1-1 0,1 1 0,-1-1 0,1 1 0,1-1 0,3 10 0,-4-14 0,0-1 0,0 0 0,0 0 0,0 0 0,0 0 0,1 0 0,-1-1 0,1 1 0,0-1 0,-1 0 0,1 1 0,0-1 0,1-1 0,-1 1 0,0 0 0,0-1 0,1 1 0,-1-1 0,1 0 0,-1 0 0,1-1 0,-1 1 0,1-1 0,0 0 0,-1 0 0,1 0 0,0 0 0,-1 0 0,1-1 0,-1 0 0,6-1 0,-3 0 0,1 0 0,-1 0 0,0-1 0,1 1 0,-1-2 0,0 1 0,-1-1 0,1 0 0,-1 0 0,0 0 0,1-1 0,-2 0 0,1 0 0,-1 0 0,0 0 0,5-8 0,0-9 0,0 0 0,-1-1 0,-2 1 0,6-37 0,-3 16 0,-6 129 0,-2-70 0,0 1 0,1-1 0,1 0 0,5 16 0,-7-27 0,0-1 0,1 1 0,0 0 0,0-1 0,0 1 0,0-1 0,1 0 0,-1 0 0,1 0 0,0 0 0,1 0 0,-1 0 0,1-1 0,-1 0 0,1 0 0,0 0 0,7 4 0,-8-6-80,0 0 0,1 0-1,-1-1 1,0 1 0,0-1-1,1 0 1,-1 0 0,0 0-1,1-1 1,-1 1 0,0-1 0,0 1-1,1-1 1,-1 0 0,0 0-1,4-3 1,12-4-6746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39 24575,'0'-5'0,"-2"-5"0,-3-2 0,-1 3 0,0 7 0,2 9 0,2 11 0,2 12 0,3 7 0,-1 7 0,3 6 0,0 2 0,1 1 0,1-3 0,-2-5 0,1-5 0,-1-8 0,-1-8-8191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24575,'1'-1'0,"-1"0"0,0 0 0,1 1 0,-1-1 0,1 0 0,-1 0 0,1 1 0,-1-1 0,1 0 0,-1 1 0,1-1 0,0 1 0,-1-1 0,1 1 0,0-1 0,0 1 0,-1-1 0,1 1 0,1-1 0,21-8 0,-16 6 0,113-46 0,61-28 0,-178 76 0,33-20 0,-34 20 0,0 0 0,0-1 0,-1 1 0,1 0 0,0-1 0,-1 1 0,0-1 0,1 0 0,-1 0 0,0 1 0,0-1 0,0 0 0,0 0 0,0 0 0,1-4 0,-2 5 0,0 0 0,0 0 0,0 0 0,0 0 0,0 1 0,0-1 0,0 0 0,-1 0 0,1 0 0,0 0 0,-1 0 0,1 0 0,0 0 0,-1 1 0,1-1 0,-1 0 0,1 0 0,-1 1 0,0-1 0,1 0 0,-1 1 0,0-1 0,1 0 0,-1 1 0,0-1 0,0 1 0,0-1 0,1 1 0,-1 0 0,0-1 0,0 1 0,0 0 0,0 0 0,0-1 0,0 1 0,0 0 0,0 0 0,-1 0 0,-2 0 0,-1-1 0,0 1 0,1 1 0,-1-1 0,0 0 0,-6 2 0,2 1 0,-1 0 0,0 1 0,1 0 0,-1 0 0,1 1 0,-15 10 0,22-14 0,0 1 0,-1-1 0,1 1 0,1 0 0,-1 0 0,0 0 0,0 0 0,1 0 0,-1 0 0,1 0 0,-1 0 0,1 0 0,0 1 0,0-1 0,0 1 0,0-1 0,1 1 0,-1-1 0,0 1 0,1-1 0,0 1 0,0 0 0,0-1 0,0 1 0,0-1 0,0 1 0,1 0 0,-1-1 0,1 1 0,0-1 0,1 5 0,3 1 0,0 0 0,0 0 0,0 0 0,1-1 0,0 0 0,0 0 0,8 6 0,56 41 0,-18-15 0,-52-39 0,6 5 0,-1-1 0,0 1 0,0 0 0,0 1 0,4 6 0,-8-11 0,-1-1 0,1 1 0,-1 0 0,1 0 0,-1 0 0,0-1 0,1 1 0,-1 0 0,0 0 0,0 0 0,0 0 0,0 0 0,0-1 0,0 1 0,0 0 0,0 0 0,0 0 0,0 0 0,0 0 0,-1 1 0,0-1 0,1 0 0,-1 0 0,0 0 0,0 0 0,0 0 0,0 0 0,0 0 0,-1-1 0,1 1 0,0 0 0,0-1 0,0 1 0,-1-1 0,1 1 0,0-1 0,-1 1 0,1-1 0,-2 0 0,-11 2-170,-1-1-1,1 0 0,0-1 1,-1 0-1,1-2 0,-1 0 1,-25-6-1,15 2-6655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6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55 24575,'1'0'0,"-1"0"0,0 0 0,0 0 0,0 0 0,0 0 0,0 0 0,0 0 0,0-1 0,0 1 0,0 0 0,0 0 0,0 0 0,0 0 0,0 0 0,0 0 0,0-1 0,0 1 0,0 0 0,0 0 0,0 0 0,0 0 0,0 0 0,0 0 0,0-1 0,0 1 0,0 0 0,0 0 0,0 0 0,0 0 0,0 0 0,0 0 0,-1 0 0,1 0 0,0-1 0,0 1 0,0 0 0,0 0 0,0 0 0,0 0 0,0 0 0,0 0 0,-1 0 0,1 0 0,0 0 0,0 0 0,0 0 0,0 0 0,0 0 0,0 0 0,-1 0 0,1 0 0,0 0 0,0 0 0,0 0 0,0 0 0,13-6 0,47 2 0,77 3 0,-40 2 0,735-27 0,-815 25 89,-8 2-271,0-1 0,-1-1 1,1 0-1,0 0 0,-1-1 0,1 0 1,15-6-1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96 24575,'-5'3'0,"-1"-1"0,0-1 0,0 1 0,0-1 0,0 0 0,-8 0 0,12 0 0,-1-1 0,1 0 0,0 0 0,0 0 0,-1 0 0,1 0 0,0-1 0,0 1 0,0 0 0,0-1 0,-1 0 0,1 0 0,0 1 0,0-1 0,0 0 0,1-1 0,-1 1 0,0 0 0,0 0 0,-1-2 0,2 2 0,1 1 0,0-1 0,0 1 0,-1-1 0,1 1 0,0-1 0,0 1 0,0-1 0,0 1 0,0-1 0,0 1 0,0-1 0,0 1 0,0-1 0,0 1 0,0-1 0,0 1 0,0-1 0,0 1 0,0-1 0,0 1 0,0 0 0,1-1 0,-1 1 0,0-1 0,0 1 0,1-1 0,14-11 0,24-3 0,-36 14 0,45-12 0,1 2 0,0 2 0,52-2 0,150 3 0,230 33-1365,-455-22-5461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7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24575,'-24'19'0,"20"-16"0,0 0 0,0 0 0,0 0 0,0 1 0,-3 4 0,7-8 0,0 0 0,0 0 0,-1 1 0,1-1 0,0 0 0,0 0 0,0 0 0,0 0 0,0 0 0,0 1 0,0-1 0,0 0 0,0 0 0,0 0 0,0 0 0,0 1 0,0-1 0,0 0 0,0 0 0,0 0 0,0 0 0,0 1 0,0-1 0,0 0 0,0 0 0,0 0 0,0 0 0,0 1 0,0-1 0,0 0 0,1 0 0,-1 0 0,0 0 0,0 0 0,0 1 0,0-1 0,0 0 0,0 0 0,1 0 0,9 4 0,13-2 0,-22-2 0,201-5 0,-88 0 0,-109 4 0,700 0 0,-699 1 11,106 9-1387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93 24575,'-6'-5'0,"0"0"0,0 1 0,-12-8 0,12 8 0,1 1 0,0 0 0,0-1 0,0 0 0,-7-7 0,12 11 0,0-1 0,0 1 0,0 0 0,0-1 0,0 1 0,-1 0 0,1 0 0,0-1 0,0 1 0,0 0 0,0-1 0,0 1 0,0 0 0,0 0 0,0-1 0,0 1 0,0 0 0,0-1 0,0 1 0,1 0 0,-1 0 0,0-1 0,0 1 0,0 0 0,0 0 0,0-1 0,1 1 0,-1 0 0,0 0 0,0-1 0,0 1 0,1 0 0,-1 0 0,0 0 0,0-1 0,1 1 0,-1 0 0,0 0 0,0 0 0,1 0 0,-1 0 0,0 0 0,0 0 0,1-1 0,-1 1 0,0 0 0,1 0 0,-1 0 0,0 0 0,0 0 0,1 0 0,-1 0 0,1 1 0,19-4 0,-18 3 0,148-4 279,-86 4-827,0-3 0,70-11 0,-119 10-6278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24575,'-4'19'0,"4"-17"0,-1-1 0,1 1 0,-1 0 0,1 0 0,0-1 0,-1 1 0,1 0 0,0 0 0,1 3 0,-1-4 0,1-1 0,-1 1 0,1 0 0,-1 0 0,1 0 0,-1-1 0,1 1 0,0 0 0,-1 0 0,1-1 0,0 1 0,0-1 0,-1 1 0,1-1 0,0 1 0,0-1 0,0 1 0,0-1 0,0 0 0,0 1 0,0-1 0,-1 0 0,1 0 0,2 0 0,16 3 0,1-1 0,0-1 0,37-4 0,-8 1 0,-14 2 130,-7 1-628,0-2-1,49-7 1,-67 6-6328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376 111 24575,'0'0'0,"0"0"0,0 0 0,0 0 0,0 0 0,0 0 0,0 1 0,0-1 0,0 0 0,0 0 0,0 0 0,0 0 0,0 0 0,0 1 0,0-1 0,0 0 0,0 0 0,0 0 0,0 0 0,0 0 0,0 1 0,0-1 0,0 0 0,0 0 0,0 0 0,0 0 0,0 0 0,0 1 0,1-1 0,-1 0 0,0 0 0,0 0 0,0 0 0,0 0 0,0 0 0,0 0 0,0 0 0,1 0 0,-1 1 0,0-1 0,0 0 0,0 0 0,0 0 0,0 0 0,1 0 0,-1 0 0,0 0 0,0 0 0,0 0 0,0 0 0,1 0 0,-1 0 0,0 0 0,0 0 0,0 0 0,0 0 0,0-1 0,1 1 0,-1 0 0,5-9 0,-4 3 0,-1-1 0,-1 0 0,1 1 0,-1-1 0,0 1 0,0-1 0,-1 1 0,0-1 0,0 1 0,-1 0 0,-4-8 0,5 12 0,-1 0 0,0 0 0,1 0 0,-1 0 0,0 1 0,-1-1 0,1 1 0,0-1 0,0 1 0,-1 0 0,1 0 0,0 1 0,-1-1 0,1 1 0,-1 0 0,1 0 0,-6 0 0,-9 1 0,1 1 0,-19 4 0,28-5 0,-24 5 0,-45 15 0,65-17 0,0 0 0,0 1 0,1 1 0,0 0 0,0 1 0,-18 14 0,27-20 0,1 0 0,0 0 0,-1 0 0,1 0 0,0 0 0,0 0 0,0 1 0,0-1 0,0 1 0,0-1 0,0 1 0,0-1 0,0 1 0,1-1 0,-1 1 0,1 0 0,-1-1 0,1 1 0,0 0 0,-1-1 0,1 1 0,0 0 0,0 0 0,0-1 0,0 1 0,1 2 0,0-2 0,1 1 0,-1-1 0,1 1 0,-1-1 0,1 0 0,0 0 0,0 1 0,0-1 0,0 0 0,0-1 0,1 1 0,-1 0 0,0-1 0,1 1 0,2 0 0,27 13 0,0-2 0,1-2 0,39 9 0,-40-12 0,0 1 0,-1 2 0,51 24 0,-80-34 0,1 1 0,0 0 0,0-1 0,-1 1 0,1 0 0,-1 0 0,0 1 0,0-1 0,1 0 0,-1 1 0,-1 0 0,3 3 0,-3-5 0,-1 1 0,0-1 0,1 0 0,-1 0 0,0 1 0,0-1 0,0 0 0,0 0 0,0 1 0,0-1 0,-1 0 0,1 1 0,0-1 0,-1 0 0,1 0 0,-1 0 0,1 1 0,-1-1 0,1 0 0,-1 0 0,0 0 0,0 0 0,1 0 0,-1 0 0,0 0 0,0 0 0,0-1 0,0 1 0,0 0 0,0 0 0,0-1 0,-3 2 0,-7 4 0,-1 0 0,1-1 0,-1 0 0,-1-1 0,1 0 0,-1-1 0,-13 2 0,-93 7 0,106-11-136,-1-1-1,1 0 1,0-1-1,-1 0 1,1-1-1,0 0 1,0-1-1,0-1 0,-14-6 1,8 0-6690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24575,'0'-3'0,"0"0"0,0 0 0,1-1 0,-1 1 0,1 0 0,0 0 0,0 0 0,2-4 0,-3 6 0,0 1 0,0 0 0,0 0 0,0 0 0,0 0 0,0 0 0,0 0 0,0 0 0,0 0 0,0-1 0,0 1 0,0 0 0,0 0 0,0 0 0,0 0 0,0 0 0,0 0 0,1 0 0,-1 0 0,0 0 0,0 0 0,0 0 0,0 0 0,0 0 0,0-1 0,0 1 0,0 0 0,1 0 0,-1 0 0,0 0 0,0 0 0,0 0 0,0 0 0,0 0 0,0 0 0,0 0 0,0 0 0,1 0 0,-1 0 0,0 0 0,0 0 0,0 1 0,0-1 0,0 0 0,0 0 0,0 0 0,0 0 0,1 0 0,-1 0 0,0 0 0,0 0 0,0 0 0,0 0 0,0 0 0,0 0 0,0 0 0,0 1 0,0-1 0,0 0 0,0 0 0,0 0 0,0 0 0,0 0 0,3 20 0,-3 342-1365,0-344-5461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31 24575,'-2'-2'0,"1"-3"0,5-1 0,8 0 0,7 0 0,2 0-8191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327 234 24575,'6'-3'0,"-12"-3"0,-10-3 0,-7 5 0,1 0 0,-1 2 0,1 0 0,-1 2 0,-29 2 0,45-1 0,0 0 0,0 1 0,0 0 0,0 0 0,0 0 0,1 1 0,-1-1 0,1 2 0,-1-1 0,1 1 0,0 0 0,0 0 0,1 1 0,-9 8 0,10-9 0,0 0 0,0 1 0,1-1 0,0 1 0,0-1 0,0 1 0,0 0 0,1 0 0,0 0 0,0 1 0,0-1 0,1 0 0,-1 1 0,1-1 0,1 1 0,-1 0 0,1-1 0,0 1 0,1 7 0,-1-10 0,1-1 0,-1 1 0,1-1 0,0 0 0,0 1 0,0-1 0,0 0 0,0 0 0,1 1 0,-1-1 0,1 0 0,-1-1 0,1 1 0,0 0 0,-1 0 0,5 2 0,-2-2 0,-1 0 0,1 0 0,0 0 0,1 0 0,-1-1 0,0 1 0,0-1 0,9 1 0,0-1 0,0-1 0,0 0 0,0 0 0,0-2 0,18-3 0,-21 3 0,-1-1 0,0 1 0,0-2 0,0 1 0,0-1 0,0 0 0,-1-1 0,0 0 0,0-1 0,0 1 0,6-8 0,-10 9 0,0 1 0,-1-1 0,0-1 0,0 1 0,-1 0 0,1-1 0,-1 1 0,0-1 0,0 0 0,0 0 0,-1 0 0,1 0 0,-1 0 0,0 0 0,-1 0 0,1 0 0,-1 0 0,0 0 0,-1 0 0,1-1 0,-1 1 0,-1-6 0,-5-11 0,0 1 0,-2 0 0,-16-31 0,14 33 0,2-1 0,1 1 0,0-1 0,-5-25 0,13 39 0,6 14 0,7 17 0,6 20-170,-2 1-1,-2 0 0,-2 1 1,-2 1-1,-2 0 0,-2 0 1,1 56-1,-9-82-6655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6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24575,'-2'0'0,"-1"-3"0,3 0 0,5 0 0,7 1 0,6 0 0,7-1 0,6-1 0,4 1 0,6 1 0,6 0 0,0 2 0,-1-1 0,-6-1 0,-4-1 0,-10 0 0,-13 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7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6 200 24575,'0'0'0,"0"0"0,-1 0 0,1 0 0,0 0 0,0 0 0,0 0 0,0 1 0,0-1 0,0 0 0,-1 0 0,1 0 0,0 0 0,0 0 0,0 0 0,0 0 0,0-1 0,-1 1 0,1 0 0,0 0 0,0 0 0,0 0 0,0 0 0,0 0 0,-1 0 0,1 0 0,0 0 0,0 0 0,0 0 0,0 0 0,0 0 0,0-1 0,0 1 0,0 0 0,-1 0 0,1 0 0,0 0 0,0 0 0,0 0 0,0-1 0,0 1 0,0 0 0,0 0 0,0 0 0,0 0 0,0 0 0,0-1 0,0 1 0,0 0 0,0 0 0,0 0 0,0 0 0,0 0 0,0-1 0,0 1 0,0 0 0,0 0 0,0 0 0,8-7 0,15 1 0,0 0 0,0 1 0,0 1 0,31 0 0,-15 0 0,657-46-432,-32 3 30,-571 39 402,2 0 0,125-27 0,-198 29-1226,-14 1-4905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 27 24575,'-24'1'0,"0"0"0,0 2 0,0 1 0,0 0 0,1 2 0,0 0 0,0 2 0,1 1 0,0 0 0,-25 16 0,29-15 0,1 2 0,1 0 0,0 1 0,1 0 0,0 2 0,1-1 0,1 2 0,0 0 0,1 0 0,1 1 0,0 1 0,-11 25 0,15-26 0,1 0 0,0 0 0,1 1 0,0 0 0,2 0 0,0 1 0,1-1 0,1 33 0,2-38 0,1 0 0,0 0 0,1 0 0,0 0 0,0-1 0,2 1 0,0-1 0,0 0 0,1-1 0,0 1 0,1-1 0,0 0 0,11 12 0,-7-11 0,1 0 0,0-1 0,1 0 0,0-1 0,0 0 0,1-1 0,0-1 0,1 0 0,0-1 0,21 7 0,-16-7 0,1-2 0,0-1 0,0-1 0,0 0 0,1-2 0,-1 0 0,29-3 0,-16-2 0,0-2 0,0-1 0,-1-2 0,0-1 0,-1-1 0,0-2 0,-1-2 0,0 0 0,53-37 0,-64 37 0,-1 0 0,0-2 0,-1 1 0,-1-2 0,-1-1 0,0 0 0,-2-1 0,19-31 0,-27 40 0,-1 0 0,0 0 0,-1-1 0,0 1 0,0-1 0,-1 0 0,-1 0 0,0 0 0,-1 0 0,0 0 0,-1 0 0,0-1 0,-1 1 0,0 0 0,-1 0 0,0 0 0,-1 0 0,-9-22 0,7 22 0,-2-1 0,1 1 0,-2 0 0,0 0 0,0 1 0,-1 0 0,0 0 0,-20-16 0,14 15 0,0 2 0,-1-1 0,0 2 0,0 0 0,-35-12 0,7 7 0,-2 2 0,1 3 0,-2 1 0,-68-2 0,102 9-227,0 1-1,1 0 1,-1 0-1,0 1 1,-15 4-1,8 1-6598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74 24575,'27'52'0,"-16"-33"0,46 78 0,-50-86 0,1-1 0,0 0 0,1-1 0,0 1 0,0-2 0,18 14 0,-27-22 0,1 1 0,0 0 0,0-1 0,0 1 0,0-1 0,0 0 0,0 1 0,0-1 0,1 0 0,-1 1 0,0-1 0,0 0 0,0 0 0,0 0 0,0 0 0,0 0 0,0 0 0,0 0 0,1-1 0,-1 1 0,0 0 0,0-1 0,0 1 0,0 0 0,0-1 0,0 1 0,0-1 0,0 0 0,-1 1 0,1-1 0,0 0 0,0 0 0,0 1 0,-1-1 0,1 0 0,0 0 0,-1 0 0,2-2 0,3-5 0,-1 0 0,0 0 0,0-1 0,2-9 0,4-7 0,0 8 0,1-1 0,0 1 0,1 1 0,1 0 0,1 1 0,0 1 0,26-20 0,-39 32 0,1 1 0,0-1 0,-1 1 0,1 0 0,0 0 0,0 0 0,0 0 0,0 0 0,0 1 0,0-1 0,1 0 0,-1 1 0,4-1 0,-5 2 0,0-1 0,0 1 0,0-1 0,0 1 0,0-1 0,0 1 0,0 0 0,0 0 0,0-1 0,0 1 0,-1 0 0,1 0 0,0 0 0,0 0 0,-1 0 0,1 0 0,-1 0 0,1 0 0,-1 0 0,1 1 0,-1-1 0,0 0 0,1 2 0,2 4 0,0 0 0,1 0 0,0 0 0,1-1 0,-1 0 0,1 1 0,0-2 0,0 1 0,1-1 0,0 0 0,11 8 0,-13-10 0,0-1 0,0 0 0,0 0 0,0 0 0,0 0 0,1-1 0,-1 1 0,0-1 0,8 1 0,-9-2 0,-1 0 0,1 0 0,-1 0 0,0-1 0,1 1 0,-1 0 0,1-1 0,-1 0 0,0 0 0,0 1 0,1-1 0,-1-1 0,0 1 0,0 0 0,0 0 0,0-1 0,0 1 0,3-4 0,-2 1 0,1-1 0,-1 0 0,0 0 0,0 0 0,0 0 0,-1 0 0,0 0 0,0-1 0,0 1 0,-1-1 0,2-8 0,-1 2 0,-1 0 0,-1-1 0,1 1 0,-3-17 0,1 28 0,1-1 0,0 1 0,-1-1 0,1 1 0,-1-1 0,0 1 0,1-1 0,-1 1 0,0 0 0,0 0 0,0-1 0,0 1 0,0 0 0,0 0 0,0 0 0,0 0 0,-1 0 0,1 0 0,0 0 0,-1 1 0,1-1 0,0 0 0,-1 1 0,1-1 0,-1 1 0,1-1 0,-1 1 0,1 0 0,-1-1 0,-1 1 0,-8-1 0,0 1 0,0 0 0,-16 2 0,7 0 0,-70-2 0,47-2 0,0 3 0,0 1 0,1 2 0,-61 14 0,66-7 0,-67 10 0,104-21 33,0 0 0,0 0 1,0 0-1,0 0 0,0 0 0,0 0 0,0 0 0,0 0 0,0 1 0,8-1-1008,-7 0 254,11-1-6105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24575,'-3'0'0,"0"2"0,-2 1 0,-1 3 0,2 1 0,0 3 0,2 2 0,1 1 0,0 1 0,1 0 0,0 0 0,0 0 0,1 0 0,-1-3-8191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24575,'0'-1'0,"1"0"0,-1 0 0,0 0 0,1 0 0,-1 0 0,1 0 0,-1 0 0,1 0 0,-1 0 0,1 1 0,0-1 0,-1 0 0,1 1 0,0-1 0,0 0 0,0 1 0,-1-1 0,1 1 0,0-1 0,0 1 0,0-1 0,2 0 0,26-8 0,-22 7 0,-3 0 0,1 1 0,0 0 0,0 0 0,0 0 0,-1 1 0,1-1 0,0 1 0,0 1 0,0-1 0,0 0 0,0 1 0,-1 0 0,8 3 0,-9-3 0,0 0 0,0 1 0,0 0 0,-1-1 0,1 1 0,-1 0 0,1 0 0,-1 0 0,0 1 0,0-1 0,0 0 0,0 1 0,0 0 0,0-1 0,-1 1 0,1 0 0,-1 0 0,0 0 0,0 0 0,0 0 0,0 0 0,0 4 0,0-4 23,-1 0 0,0 0 0,0 0-1,0 0 1,0 1 0,-1-1 0,1 0-1,-1 0 1,0 0 0,0-1 0,0 1-1,0 0 1,0 0 0,-4 5 0,1-3-308,1 0 1,-2 1-1,1-2 1,-1 1-1,-9 8 1,2-4-6542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4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24575,'14'18'0,"-3"-6"0,-8-6 0,0 0 0,-1 0 0,0 1 0,0-1 0,0 1 0,-1-1 0,0 1 0,1 8 0,-3 58 0,0-37 0,-1 51 0,-1-19 0,13 128 0,-7-176 0,1 1 0,1-2 0,1 1 0,0-1 0,2 0 0,0 0 0,1-1 0,1 0 0,1 0 0,0-1 0,2-1 0,-1 0 0,2-1 0,0 0 0,19 15 0,0-2 0,2-1 0,0-2 0,2-1 0,0-2 0,2-1 0,51 19 0,5-5 0,159 54 0,-189-70 0,132 21 0,282 1 0,2-22 0,-401-17 0,751 28 0,-530-17 0,120 1 0,6-6 0,-178-2 0,-5 0 0,240 2 0,-438-8 0,992-19 0,-170-5 0,1 24 0,-385 2 0,666 30-453,-508-8 264,-251-12 189,933 15 0,-487-6 276,175-2 90,-996-19-366,148-9 0,-143 7 0,1-1 0,-1-2 0,-1 0 0,1-1 0,30-14 0,-45 17 0,-1 0 0,0 0 0,1-1 0,-1 0 0,-1 0 0,1 0 0,0 0 0,-1-1 0,0 0 0,0 0 0,-1 0 0,1 0 0,-1-1 0,0 1 0,2-8 0,2-7 0,-1 0 0,0-1 0,2-25 0,1-5 0,62-223 0,-57 232 0,1 1 0,3 1 0,1 1 0,36-55 0,-43 79-1365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4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39 24575,'0'-2'0,"0"0"0,0 0 0,0 0 0,0 0 0,-1 0 0,1 0 0,-1 1 0,1-1 0,-1 0 0,0 0 0,1 0 0,-1 0 0,0 1 0,0-1 0,-1 0 0,1 1 0,-2-3 0,2 4 0,0-1 0,1 1 0,-1-1 0,0 1 0,0 0 0,0-1 0,0 1 0,0 0 0,0 0 0,0-1 0,0 1 0,0 0 0,0 0 0,0 0 0,0 0 0,0 0 0,0 1 0,0-1 0,0 0 0,0 0 0,0 1 0,0-1 0,1 0 0,-1 1 0,0-1 0,0 1 0,0-1 0,0 1 0,1-1 0,-1 1 0,0 0 0,0 0 0,1-1 0,-2 2 0,-6 7 0,-37 38 0,40-41 0,1-1 0,0 1 0,0 0 0,0 0 0,1 0 0,0 0 0,-2 8 0,4-14 0,1 1 0,0-1 0,-1 1 0,1 0 0,0 0 0,0-1 0,0 1 0,-1 0 0,1-1 0,0 1 0,0 0 0,0 0 0,0-1 0,0 1 0,0 0 0,0-1 0,0 1 0,1 0 0,-1 0 0,0-1 0,0 1 0,1 0 0,-1-1 0,0 1 0,1 0 0,-1-1 0,0 1 0,1-1 0,-1 1 0,1-1 0,-1 1 0,1-1 0,-1 1 0,1-1 0,0 1 0,-1-1 0,1 0 0,-1 1 0,1-1 0,0 0 0,-1 1 0,1-1 0,0 0 0,0 0 0,-1 0 0,1 0 0,0 0 0,-1 0 0,1 0 0,0 0 0,0 0 0,-1 0 0,1 0 0,1 0 0,3-1 0,-1 0 0,1 0 0,-1 0 0,1-1 0,-1 0 0,0 1 0,6-5 0,-1 0 0,4-3 0,1 1 0,27-13 0,-36 19 0,0 1 0,1-1 0,-1 1 0,0 0 0,1 0 0,-1 1 0,0-1 0,1 1 0,-1 0 0,1 1 0,-1 0 0,9 1 0,7 5-273,0 1 0,-1 1 0,0 1 0,28 19 0,-27-17-6553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169 723 24575,'-4'-11'0,"-8"-15"0,12 26 0,-1 0 0,1-1 0,0 1 0,0 0 0,0 0 0,0 0 0,0 0 0,-1-1 0,1 1 0,0 0 0,0 0 0,0 0 0,0 0 0,-1 0 0,1 0 0,0-1 0,0 1 0,-1 0 0,1 0 0,0 0 0,0 0 0,0 0 0,-1 0 0,1 0 0,0 0 0,0 0 0,-1 0 0,1 0 0,0 0 0,0 0 0,0 0 0,-1 0 0,1 1 0,-7 12 0,2 9 0,1 1 0,1 0 0,1 0 0,1 0 0,3 29 0,-1-2 0,1 226-68,44 310 0,27-94-630,8 60 717,-29 2-19,-67 435 0,10-911 23,-25 618-224,30-647 325,2 0 1,1 0-1,13 59 0,-12-92-67,1 0 0,0 0-1,1 0 1,1-1 0,13 23 0,-14-29-41,0-1-1,1 1 1,-1-1-1,2-1 1,-1 1-1,1-1 1,0 0-1,1-1 1,16 10-1,-19-13-15,-1-1 0,1 1 0,0-1 0,0 0 0,0-1 0,0 0 0,0 0 0,1 0 0,-1 0 0,0-1 0,0 0 0,11-2 0,2-1 0,0-2 0,32-11 0,1-1 0,36-4-38,0 3 0,2 5 0,0 3 0,122 4 0,363 42-333,-492-29 320,1326 64-1426,85-100 1470,-1019 15-80,-329 10-282,388-18 377,-510 20 46,99-10 940,-107 9-762,-1 0 0,1-1 0,-1-1 0,0 0-1,22-11 1,-34 14-227,0 1 0,-1-1 0,1 0-1,-1 0 1,1 0 0,-1-1-1,0 1 1,1 0 0,-1-1 0,-1 0-1,1 1 1,0-1 0,-1 0 0,1 0-1,-1 0 1,0 0 0,0 0 0,0 0-1,0 0 1,0 0 0,-1-1 0,0 1-1,1 0 1,-1 0 0,0-1 0,-1-4-1,-2-7-7,0-1 0,-1 0 0,0 1 0,-9-20 1,-1-4-7,0-16 9,2-1 0,3 0 0,2-1 0,3 1 0,3-77 0,42-285 0,-18 239 0,35-712-766,-35-439 766,-24 993-1,-50-365-1,38 586 66,-22-157 358,22 200-280,-37-118-1,41 165-141,-1 2 0,0-1 0,-2 1 0,-1 1 0,-23-32 0,28 44 0,-1 0 0,0 1 0,-1 0 0,0 1 0,0 0 0,-1 1 0,0 0 0,-1 1 0,1 0 0,-1 0 0,-1 2 0,-19-8 0,-114-36 0,128 44 0,0 2 0,-1 0 0,1 0 0,-1 2 0,0 0 0,-18 3 0,5-2 0,-429 12 0,165-1 0,-469-5-301,-118 4-73,-1021 45 331,1267-3 761,594-46-718,1 2 0,-1 3 0,2 1 0,-1 2 0,2 1 0,-73 40 0,88-41 0,1 2 0,0 1 0,1 1 0,1 0 0,0 2 0,2 1 0,0 0 0,1 2 0,1 0 0,2 1 0,-17 31 0,24-36 0,1 0 0,2 1 0,-1 0 0,2 0 0,1 1 0,1-1 0,0 1 0,1 33 0,3-20 0,1 1 0,2-1 0,1-1 0,15 51 0,-13-64 0,1-1 0,1 0 0,0 0 0,18 25 0,12 22 0,-33-52-1365,-2-3-5461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9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1397 24575,'1'0'0,"0"0"0,1-1 0,-1 1 0,0 0 0,1-1 0,-1 1 0,0-1 0,0 0 0,1 1 0,-1-1 0,0 0 0,0 0 0,0 0 0,0 1 0,0-1 0,0 0 0,1-2 0,15-22 0,-9 13 0,35-44 0,2 1 0,101-93 0,128-74 0,218-116-284,16 25-46,-447 276 324,-16 10 37,52-33 181,-80 49-144,-2-1 1,0 0-1,23-25 1,-27 21 22,-11 16-90,0 0-1,0 0 1,0 0 0,0 0-1,0 0 1,-1-1-1,1 1 1,0 0 0,0 0-1,0 0 1,0 0 0,0 0-1,0 0 1,0 0-1,0-1 1,0 1 0,0 0-1,0 0 1,-1 0 0,1 0-1,0 0 1,0 0-1,0 0 1,0 0 0,0 0-1,0 0 1,0 0 0,-1 0-1,1 0 1,0 0-1,0 0 1,0 0 0,0 0-1,0 0 1,0 0 0,-1 0-1,1 0 1,0 0-1,0 0 1,0 0 0,0 0-1,0 0 1,0 0 0,-1 0-1,1 0 1,0 0-1,0 0 1,0 0 0,0 0-1,0 0 1,0 0 0,0 0-1,0 1 1,-1-1-1,1 0 1,-31 17-16,20-11 7,-2 0-1357,2-1-5461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9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24575,'-3'1'0,"6"1"0,16 5 0,28 7 0,-11-6 0,67 25 0,-94-29 0,0 0 0,0 1 0,0 0 0,-1 0 0,1 1 0,-1 0 0,0 0 0,-1 1 0,0 0 0,0 0 0,0 1 0,7 11 0,-12-15 0,0 0 0,0 1 0,0-1 0,0 1 0,-1-1 0,1 1 0,-1 0 0,-1 0 0,1-1 0,0 1 0,-1 0 0,0 0 0,-1 6 0,0-3 0,-1 0 0,0 0 0,0-1 0,-1 1 0,0-1 0,0 1 0,-6 8 0,-4 4 0,0-2 0,-2 0 0,0 0 0,-27 24 0,-34 20-1365,43-39-5461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24575,'0'0'0,"0"-1"0,0 1 0,0-1 0,0 1 0,0 0 0,0-1 0,0 1 0,0 0 0,0-1 0,0 1 0,0 0 0,1-1 0,-1 1 0,0 0 0,0-1 0,0 1 0,1 0 0,-1 0 0,0-1 0,0 1 0,1 0 0,-1 0 0,0-1 0,1 1 0,-1 0 0,0 0 0,1 0 0,-1-1 0,0 1 0,1 0 0,-1 0 0,0 0 0,1 0 0,-1 0 0,0 0 0,1 0 0,-1 0 0,0 0 0,1 0 0,-1 0 0,1 0 0,-1 0 0,0 0 0,1 0 0,-1 0 0,0 0 0,1 1 0,-1-1 0,0 0 0,1 0 0,-1 0 0,1 1 0,0 0 0,1-1 0,0 1 0,-1 0 0,1 0 0,-1 0 0,1 0 0,-1 0 0,0 1 0,0-1 0,2 2 0,2 10 0,0 0 0,-1 0 0,0 0 0,-1 0 0,-1 1 0,0-1 0,0 27 0,0-12 0,8 549 0,-11-378 0,-40 504 0,23-481 0,13-138 0,4 0 0,11 98 0,-2-119 0,3 1 0,2-1 0,31 87 0,-44-149 0,1 0 0,-1 0 0,1 0 0,-1 0 0,1 0 0,-1 0 0,1 0 0,0 0 0,-1 0 0,1 0 0,0 0 0,0 0 0,-1-1 0,1 1 0,0 0 0,0 0 0,0-1 0,0 1 0,0-1 0,0 1 0,0-1 0,0 1 0,0-1 0,1 0 0,-1 0 0,0 1 0,0-1 0,0 0 0,0 0 0,0 0 0,1 0 0,-1 0 0,0-1 0,1 1 0,5-2 0,0 0 0,0 0 0,0-1 0,10-6 0,9-3 0,13 1 0,1 1 0,1 2 0,63-4 0,127 6 0,-175 5 0,524 21-309,2 26-197,-225-16 373,1852 76-2224,-1812-94 2154,239 6 1182,-594-17-473,0-1 0,0-2-1,0-2 1,45-11 0,-82 14-506,-1-1 0,1 0 0,-1 0 0,1 0 0,-1 0 0,0-1 0,0 1 0,0-1 0,0 0 0,0-1 0,-1 1 0,1-1 0,3-5 0,2-4 0,0-1 0,11-25 0,-5 10 0,-9 19 0,0 1 0,1 0 0,12-13 0,-14 17 0,0 0 0,0-1 0,-1 1 0,0-1 0,0 0 0,0-1 0,0 1 0,-1-1 0,0 1 0,3-13 0,-3-1 0,0-1 0,-2 1 0,0 0 0,-1-1 0,-2 1 0,-3-21 0,-30-121 0,20 101 0,-12-52 0,5-1 0,5 0 0,-2-118 0,57-334 0,-15 350 0,-17 132 0,-2-1 0,-5 1 0,-3-1 0,-19-104 0,16 155 0,-16-112 0,23 142 0,-1 1 0,0-1 0,0 1 0,0-1 0,0 1 0,-1-1 0,0 1 0,1 0 0,-1 0 0,0 0 0,-1 0 0,1 0 0,0 0 0,-1 1 0,0-1 0,1 1 0,-6-4 0,-5-2 0,0 0 0,-29-12 0,21 10 0,-21-8 0,0 2 0,-1 2 0,0 1 0,-1 3 0,-1 1 0,1 3 0,-69-2 0,-919-7 0,-291-6 0,-16 0 0,683 12 0,493 9 0,133 2 0,-1 2 0,1 2 0,-39 10 0,49-11 0,-1-2 0,0 0 0,-1-1 0,1-1 0,-34-4 0,1 2 0,41 1 0,-5-1 0,1 1 0,0 1 0,0 1 0,-26 5 0,39-5 0,-1-1 0,0 1 0,1 0 0,-1 0 0,1 0 0,0 1 0,0 0 0,0-1 0,0 1 0,0 1 0,0-1 0,1 1 0,0-1 0,0 1 0,0 0 0,0 0 0,0 0 0,1 0 0,0 1 0,-3 7 0,0 4 0,0 0 0,-3 27 0,7-29 0,-2 1 0,0-1 0,-1 0 0,-7 16 0,-11 25-1365,17-43-5461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66 24575,'-2'0'0,"3"-2"0,5-1 0,5-2 0,8-1 0,10-1 0,9 1 0,10-1 0,8 0 0,9 2 0,4 1 0,3 2 0,0-1 0,-5-1 0,-10 1 0,-14 1-8191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2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24575,'1'12'0,"1"1"0,0-1 0,1 0 0,0 0 0,1-1 0,0 1 0,1-1 0,7 14 0,-2-6 0,10 34 0,-10-10 169,7 57-1,5 26-1870,-15-99-5124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312 174 24575,'-2'-11'0,"0"0"0,0 0 0,-1 0 0,-1 0 0,1 0 0,-2 1 0,0-1 0,-9-14 0,11 20 0,0 1 0,0-1 0,0 1 0,-1 0 0,1 1 0,-1-1 0,0 0 0,0 1 0,0 0 0,0 0 0,-1 0 0,1 1 0,-1-1 0,0 1 0,1 0 0,-1 0 0,0 1 0,0-1 0,0 1 0,-1 1 0,1-1 0,0 0 0,0 1 0,0 0 0,-1 1 0,1-1 0,0 1 0,0 0 0,0 0 0,0 0 0,0 1 0,0 0 0,0 0 0,0 0 0,1 0 0,-1 1 0,1 0 0,-7 5 0,3-1 0,0 0 0,0 1 0,1-1 0,0 2 0,0-1 0,1 1 0,0-1 0,1 2 0,0-1 0,0 1 0,-4 13 0,8-19 0,-1 1 0,1-1 0,0 1 0,0-1 0,0 1 0,1-1 0,0 1 0,0 0 0,0-1 0,0 1 0,1 0 0,0-1 0,0 1 0,0-1 0,0 1 0,1-1 0,-1 1 0,1-1 0,1 0 0,-1 0 0,0 0 0,1 0 0,0 0 0,0-1 0,0 1 0,0-1 0,7 5 0,-2-2 0,1-1 0,0-1 0,-1 0 0,2 0 0,-1-1 0,0 0 0,1 0 0,-1-1 0,1 0 0,0-1 0,-1 0 0,1-1 0,0 0 0,0 0 0,0-1 0,-1-1 0,1 1 0,0-2 0,12-3 0,-15 3 0,1 0 0,-1 0 0,0 0 0,0-1 0,0 0 0,-1-1 0,1 1 0,-1-1 0,0-1 0,10-10 0,-13 12 0,1-1 0,-1 0 0,0 0 0,0-1 0,-1 1 0,1 0 0,-1-1 0,0 0 0,-1 1 0,0-1 0,0 0 0,0 0 0,0 0 0,-1 0 0,0-9 0,0 14 0,0-1 0,0 1 0,0 0 0,0 0 0,-1 0 0,1 0 0,0 0 0,0 0 0,-1-1 0,1 1 0,0 0 0,-1 0 0,1 0 0,-1 0 0,0 0 0,1 0 0,-1 0 0,0 1 0,1-1 0,-1 0 0,0 0 0,0 0 0,0 1 0,0-1 0,0 0 0,0 1 0,0-1 0,0 1 0,-1-1 0,1 1 0,0 0 0,0 0 0,0 1 0,-1-1 0,1 0 0,0 1 0,0-1 0,0 1 0,0-1 0,1 1 0,-1-1 0,0 1 0,0 0 0,0-1 0,0 1 0,0 0 0,1 0 0,-1-1 0,0 1 0,1 0 0,-1 0 0,1 0 0,-1 0 0,1 0 0,-1 0 0,1 0 0,0 0 0,-1 0 0,1 0 0,0 2 0,-3 7-80,2-1 0,-1 1-1,1 0 1,1-1 0,-1 1-1,2 0 1,-1 0 0,1 0-1,1-1 1,0 1 0,0-1 0,1 1-1,0-1 1,1 0 0,0 0-1,8 14 1,2-3-6746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3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36 24575,'-3'-8'0,"3"7"0,-1-1 0,1 0 0,-1 0 0,1 1 0,-1-1 0,0 0 0,0 1 0,0-1 0,0 1 0,0-1 0,0 1 0,0 0 0,0-1 0,0 1 0,-1 0 0,-1-2 0,2 3 0,1 1 0,-1-1 0,1 1 0,0-1 0,-1 0 0,1 1 0,0-1 0,0 1 0,-1-1 0,1 1 0,0-1 0,0 1 0,0-1 0,0 1 0,-1 0 0,1-1 0,0 1 0,0-1 0,0 1 0,0-1 0,0 1 0,0-1 0,1 1 0,-1 0 0,2 19 0,-2-18 0,8 34 0,1-1 0,18 49 0,-16-56 0,-2 0 0,-1 0 0,-1 1 0,6 52 0,-13-90 0,0 1 0,1 0 0,0 0 0,0 0 0,1-1 0,0 1 0,0 1 0,1-1 0,0 0 0,1 1 0,0-1 0,0 1 0,0 0 0,1 0 0,0 1 0,0-1 0,1 1 0,0 0 0,0 1 0,0 0 0,1-1 0,9-4 0,-11 7 0,0 0 0,1 1 0,-1 0 0,1 0 0,-1 1 0,1 0 0,0-1 0,-1 2 0,1-1 0,0 1 0,0 0 0,-1 0 0,11 2 0,-14-2 0,1 1 0,0 0 0,-1 0 0,1 0 0,-1 0 0,1 1 0,-1-1 0,1 0 0,-1 1 0,0 0 0,0 0 0,0 0 0,0-1 0,0 2 0,0-1 0,-1 0 0,1 0 0,-1 1 0,1-1 0,-1 0 0,0 1 0,0 0 0,0-1 0,0 1 0,0 0 0,-1-1 0,1 1 0,-1 0 0,0 5 0,0-2 17,0 0 0,0 0 0,-1 0 1,1 0-1,-1 0 0,-1-1 0,1 1 0,-1 0 0,0-1 0,-1 1 0,1-1 0,-1 0 0,0 1 0,0-1 0,-1-1 0,1 1 0,-1 0 0,0-1 1,-7 5-1,8-6-81,-1 0 1,1-1 0,-1 1 0,0-1 0,0 0-1,0 0 1,0-1 0,0 1 0,0-1 0,0 0-1,-1 0 1,1 0 0,-1-1 0,1 1-1,0-1 1,-1 0 0,1-1 0,-1 1 0,1-1-1,0 1 1,-1-1 0,1-1 0,0 1 0,0-1-1,0 1 1,-6-5 0,-9-5-6763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24575,'13'0'0,"-6"-1"0,1 1 0,-1 0 0,1 1 0,-1 0 0,8 2 0,-12-2 0,0 0 0,-1 0 0,1 0 0,-1 1 0,1-1 0,-1 1 0,0 0 0,1-1 0,-1 1 0,0 0 0,0 0 0,0 1 0,-1-1 0,1 0 0,0 0 0,-1 1 0,2 3 0,5 11 49,-1 1 0,-1 0-1,0 0 1,-1 1 0,-1-1 0,2 30-1,-2 116-1643,-4-160 1484,0 19-6715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84 132 24575,'61'-4'0,"-50"3"0,-1 0 0,1-1 0,-1 0 0,0-1 0,1 0 0,10-6 0,-20 9 0,0-1 0,0 1 0,1-1 0,-1 0 0,0 0 0,0 1 0,0-1 0,0 0 0,0 0 0,0 0 0,-1 0 0,1 0 0,0 0 0,0 0 0,-1-1 0,1 1 0,0 0 0,-1 0 0,1-1 0,-1 1 0,0 0 0,1 0 0,-1-3 0,0 3 0,-1-1 0,1 0 0,0 0 0,-1 0 0,0 0 0,1 1 0,-1-1 0,0 0 0,0 0 0,0 1 0,0-1 0,0 1 0,0-1 0,-3-1 0,-1-3 0,-1 1 0,-1 0 0,1 0 0,-1 1 0,0-1 0,-11-4 0,11 6 0,0 1 0,0-1 0,0 1 0,0 1 0,-1-1 0,1 1 0,0 1 0,-1-1 0,1 1 0,0 1 0,-1-1 0,1 1 0,-13 4 0,16-4 0,1 0 0,-1 1 0,1-1 0,-1 1 0,1 0 0,-1 0 0,1 1 0,0-1 0,0 1 0,0-1 0,1 1 0,-1 0 0,0 0 0,1 0 0,0 0 0,0 1 0,0-1 0,0 0 0,0 1 0,1 0 0,0-1 0,-1 1 0,2 0 0,-1 0 0,0 0 0,1 0 0,-1 4 0,1 0-47,0-1 0,1 0 0,0 0 0,0 1 0,1-1 0,0 0 0,0 0 0,0 0 0,1-1-1,0 1 1,0-1 0,1 1 0,0-1 0,0 0 0,0 0 0,1-1 0,0 1 0,0-1 0,0 0 0,1-1 0,0 1 0,0-1-1,0 0 1,0 0 0,1-1 0,-1 0 0,1 0 0,12 3 0,13 3-6779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397 146 24575,'-1'-4'0,"0"1"0,0-1 0,0 1 0,-1 0 0,1-1 0,-1 1 0,0 0 0,0 0 0,-3-3 0,-6-11 0,9 11 0,-1 0 0,-1 0 0,1 1 0,-1-1 0,0 1 0,0 0 0,-1 0 0,0 0 0,1 0 0,-2 1 0,1 0 0,0 0 0,-1 1 0,0-1 0,1 1 0,-2 0 0,1 1 0,0-1 0,0 1 0,-1 1 0,1-1 0,-1 1 0,1 0 0,-1 0 0,0 1 0,1 0 0,-1 0 0,0 1 0,1 0 0,-1 0 0,1 0 0,-1 1 0,1 0 0,-1 0 0,1 1 0,0-1 0,-8 6 0,3-1 0,0 1 0,0 0 0,1 1 0,0 0 0,1 1 0,0-1 0,0 2 0,1-1 0,0 1 0,1 1 0,0 0 0,-8 18 0,11-21 0,1-1 0,0 1 0,0 0 0,0 0 0,1 1 0,1-1 0,-1 0 0,2 1 0,-1-1 0,1 0 0,1 1 0,-1-1 0,2 1 0,-1-1 0,1 0 0,1 0 0,0 0 0,6 14 0,-6-18-76,0-1 1,0 0-1,0 0 0,1 0 0,0 0 0,0-1 0,0 1 0,0-1 1,0 0-1,0 0 0,1-1 0,0 1 0,-1-1 0,1 0 1,0 0-1,0-1 0,5 2 0,24 4-6750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121 131 24575,'0'-1'0,"1"0"0,-1 1 0,0-1 0,0 1 0,0-1 0,0 0 0,-1 1 0,1-1 0,0 1 0,0-1 0,0 1 0,0-1 0,-1 0 0,1 1 0,0-1 0,0 1 0,-1-1 0,1 1 0,0-1 0,-1 1 0,1-1 0,-1 1 0,1 0 0,-1-1 0,1 1 0,-1-1 0,1 1 0,-1 0 0,1 0 0,-1-1 0,1 1 0,-1 0 0,1 0 0,-1-1 0,0 1 0,1 0 0,-1 0 0,1 0 0,-1 0 0,0 0 0,1 0 0,-1 0 0,1 0 0,-1 0 0,0 0 0,1 1 0,-1-1 0,1 0 0,-1 0 0,1 1 0,-2-1 0,-1 1 0,0 1 0,0-1 0,0 1 0,0-1 0,0 1 0,0 0 0,-4 4 0,-1 3 0,1 1 0,-1 0 0,2 0 0,-1 1 0,2-1 0,-1 2 0,2-1 0,-1 0 0,1 1 0,1 0 0,0 0 0,1 0 0,0 0 0,1 0 0,0 0 0,2 22 0,0-30 0,0 1 0,0 0 0,0 0 0,1-1 0,0 1 0,0-1 0,0 0 0,0 1 0,1-1 0,-1 0 0,1 0 0,0 0 0,0-1 0,1 1 0,-1-1 0,1 0 0,0 0 0,0 0 0,0 0 0,0-1 0,0 1 0,0-1 0,1 0 0,-1 0 0,1-1 0,0 1 0,-1-1 0,1 0 0,8 0 0,-3 0 0,0 0 0,-1-1 0,1 0 0,0 0 0,0-1 0,0-1 0,0 1 0,0-2 0,-1 1 0,1-1 0,-1-1 0,0 0 0,14-8 0,-16 8 0,-2 0 0,1-1 0,-1 0 0,1 0 0,-1 0 0,-1 0 0,1-1 0,-1 1 0,0-1 0,0-1 0,0 1 0,-1 0 0,0-1 0,0 1 0,-1-1 0,3-12 0,-4 13 0,-1 0 0,1 0 0,-1 0 0,0 0 0,-1 0 0,0 1 0,1-1 0,-2 0 0,1 0 0,-1 0 0,0 1 0,0-1 0,0 1 0,-1 0 0,0-1 0,0 1 0,0 0 0,-1 1 0,0-1 0,-6-6 0,2 3 0,-1 1 0,0-1 0,-1 2 0,1-1 0,-14-6 0,19 11 0,0 0 0,0 0 0,0 1 0,0-1 0,-1 1 0,1 0 0,-1 0 0,1 0 0,-1 1 0,1-1 0,-1 1 0,1 0 0,-1 0 0,1 1 0,-1-1 0,-4 2 0,7-1 0,1-1 0,0 1 0,-1 0 0,1-1 0,0 1 0,0 0 0,-1 0 0,1-1 0,0 1 0,0 0 0,0 0 0,0 0 0,0 1 0,0-1 0,0 0 0,1 0 0,-1 0 0,0 1 0,1-1 0,-1 0 0,1 1 0,-1 1 0,0-1 0,1 1 0,0 0 0,0 0 0,0-1 0,0 1 0,1 0 0,-1 0 0,1-1 0,0 1 0,1 4 0,3 4 0,0 0 0,1-1 0,0 1 0,9 9 0,-11-15 0,0 1 0,0-2 0,1 1 0,-1 0 0,1-1 0,0 0 0,8 5 0,-11-8 0,-1 0 0,1 0 0,0 0 0,0-1 0,0 1 0,0 0 0,0-1 0,0 0 0,0 1 0,0-1 0,0 0 0,0 0 0,0 0 0,0 0 0,0-1 0,0 1 0,0 0 0,0-1 0,0 1 0,0-1 0,0 0 0,0 0 0,0 0 0,-1 0 0,1 0 0,0 0 0,2-2 0,41-42 0,-34 33 0,1 0 0,22-18 0,-29 27 0,-1 0 0,1 1 0,-1-1 0,1 1 0,0 0 0,0 0 0,0 0 0,0 1 0,0-1 0,0 1 0,0 1 0,11-1 0,-14 1 0,0 0 0,0 0 0,0 0 0,0 1 0,0-1 0,0 1 0,0-1 0,-1 1 0,1 0 0,0 0 0,0 0 0,0 0 0,-1 0 0,1 0 0,0 0 0,-1 0 0,1 1 0,1 1 0,-1 0 0,0 0 0,0 0 0,0 1 0,0-1 0,-1 0 0,1 1 0,-1 0 0,0-1 0,1 5 0,1 9 0,-2 0 0,0-1 0,-2 27 0,1-28 0,-2 15 0,0-20 0,2-1 0,-1 1 0,1-1 0,0 1 0,1 0 0,2 11 0,-2-20 0,-1-1 0,1 1 0,-1-1 0,0 1 0,1-1 0,-1 1 0,1-1 0,-1 1 0,1-1 0,-1 0 0,1 1 0,0-1 0,-1 0 0,1 1 0,-1-1 0,1 0 0,0 0 0,-1 1 0,1-1 0,0 0 0,-1 0 0,1 0 0,0 0 0,-1 0 0,1 0 0,0 0 0,-1 0 0,1 0 0,0 0 0,-1-1 0,1 1 0,0 0 0,-1 0 0,1-1 0,-1 1 0,1 0 0,0-1 0,-1 1 0,1 0 0,-1-1 0,1 0 0,30-19 0,-26 16 0,10-7 0,-1 1 0,26-16 0,-36 24 0,-1 0 0,1 1 0,-1-1 0,1 1 0,0 0 0,-1 0 0,1 0 0,0 0 0,0 1 0,0-1 0,0 1 0,0 0 0,6 1 0,-7 1 0,0-1 0,0 1 0,0 0 0,0 0 0,0 0 0,-1 0 0,1 0 0,-1 1 0,1-1 0,-1 1 0,0 0 0,0 0 0,0 0 0,3 6 0,15 19 0,-15-24 0,0 0 0,0-1 0,0 1 0,0-1 0,0 0 0,1 0 0,-1 0 0,1-1 0,0 0 0,-1 0 0,1 0 0,0-1 0,0 0 0,1 0 0,-1-1 0,0 1 0,0-1 0,0-1 0,0 1 0,0-1 0,0 0 0,0 0 0,0-1 0,11-4 0,-9 2 0,0 0 0,-1 0 0,1 0 0,-1-1 0,0 0 0,-1-1 0,1 1 0,-1-1 0,0-1 0,-1 1 0,1-1 0,-1 0 0,-1 0 0,1-1 0,-1 1 0,0-1 0,3-11 0,-3 3 0,0 0 0,-1 0 0,-1 0 0,0 0 0,-2-1 0,1 1 0,-2-1 0,0 1 0,-1 0 0,-1-1 0,-1 1 0,0 1 0,-1-1 0,0 0 0,-2 1 0,-13-26 0,18 39 0,1-1 0,-1 1 0,0 0 0,0-1 0,0 1 0,0 0 0,0 0 0,0 0 0,-5-2 0,7 4 0,-1-1 0,1 1 0,0 0 0,-1 0 0,1 0 0,-1-1 0,0 1 0,1 0 0,-1 0 0,1 0 0,-1 0 0,1 0 0,-1 0 0,1 0 0,-1 0 0,1 0 0,-1 0 0,1 0 0,-1 0 0,1 1 0,-1-1 0,0 0 0,0 1 0,1 0 0,-1-1 0,0 1 0,1 0 0,-1 0 0,1 0 0,-1 0 0,1-1 0,-1 1 0,1 0 0,-1 0 0,1 0 0,0 0 0,0 0 0,0 0 0,-1 0 0,1 1 0,0 10 0,0 0 0,0 1 0,2-1 0,-1 0 0,5 15 0,0 6 0,7 68 0,-7-46 0,14 61 0,-18-109-273,-1-1 0,2 1 0,-1-1 0,6 11 0,1-4-6553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30 246 24575,'-4'-4'0,"2"1"0,-1-1 0,0 0 0,1 0 0,-1 0 0,1 0 0,0 0 0,0 0 0,1-1 0,0 1 0,-1 0 0,1-1 0,1 0 0,-1 1 0,1-1 0,-1 1 0,1-1 0,1 0 0,-1 1 0,2-6 0,-2 5 0,1-1 0,1 1 0,-1 0 0,1-1 0,0 1 0,0 0 0,1 0 0,0 0 0,-1 0 0,2 0 0,-1 1 0,0-1 0,1 1 0,0 0 0,0 0 0,5-3 0,-5 4 0,-1 1 0,1 0 0,0 0 0,0 0 0,0 0 0,1 1 0,-1 0 0,0-1 0,0 2 0,1-1 0,-1 0 0,1 1 0,-1 0 0,0 0 0,7 1 0,-4 0 0,-1 1 0,1 0 0,-1 0 0,0 0 0,0 1 0,0 0 0,0 0 0,0 0 0,8 7 0,-5-3 0,-1 1 0,0-1 0,0 1 0,-1 1 0,0-1 0,0 1 0,-1 1 0,0-1 0,-1 1 0,0 0 0,-1 0 0,4 12 0,-6-16 0,-1 1 0,0 0 0,0 0 0,-1 0 0,0 0 0,0-1 0,-1 1 0,-1 11 0,1-16 0,1 0 0,-1 1 0,1-1 0,-1 0 0,0 0 0,0 0 0,0 0 0,0 0 0,0 0 0,0 0 0,0 0 0,-1 0 0,1-1 0,-1 1 0,1-1 0,-1 1 0,0-1 0,0 1 0,1-1 0,-1 0 0,0 0 0,0 0 0,0 0 0,0 0 0,-1 0 0,1 0 0,0-1 0,0 1 0,-4-1 0,4 1 0,0-1 0,1 0 0,-1 0 0,1 0 0,-1 0 0,1-1 0,-1 1 0,1 0 0,-1-1 0,1 1 0,-1-1 0,1 1 0,-1-1 0,1 0 0,-1 1 0,1-1 0,0 0 0,0 0 0,-1 0 0,1 0 0,0 0 0,0-1 0,-1 0 0,1 0 0,0-1 0,0 1 0,0-1 0,0 1 0,0-1 0,1 1 0,-1-1 0,1 1 0,0-1 0,0 0 0,0 1 0,0-5 0,2-3 0,0 0 0,0 1 0,0 0 0,1 0 0,1-1 0,6-11 0,2 0 0,1 1 0,0 1 0,30-32 0,-34 42 0,0 0 0,0 0 0,1 1 0,0 1 0,1 0 0,-1 0 0,2 1 0,20-9 0,-27 14 0,0-1 0,0 1 0,0 1 0,-1-1 0,1 1 0,0 0 0,0 0 0,0 0 0,0 0 0,8 3 0,1 1 0,0 0 0,17 8 0,-30-11 0,0 0 0,0-1 0,0 1 0,-1-1 0,1 1 0,0 0 0,0-1 0,0 1 0,-1 0 0,1 0 0,0 0 0,-1 0 0,1 0 0,-1 0 0,1 0 0,-1 0 0,0 0 0,1 0 0,-1 0 0,0 0 0,1 0 0,-1 0 0,0 0 0,0 0 0,0 0 0,0 0 0,0 0 0,0 0 0,-1 0 0,1 0 0,0 0 0,0 0 0,-1 0 0,1 0 0,-1 0 0,1 0 0,-1 0 0,0 1 0,-3 7 0,-1 0 0,0-1 0,-8 11 0,5-9 0,1 0 0,0 1 0,1 0 0,0 0 0,1 0 0,-5 15 0,9-24 0,1 0 0,-1 1 0,1-1 0,-1 0 0,1 0 0,0 1 0,0-1 0,0 0 0,0 1 0,0-1 0,0 0 0,1 0 0,-1 1 0,1-1 0,0 0 0,-1 0 0,1 0 0,0 0 0,0 0 0,0 0 0,1 0 0,-1 0 0,0 0 0,1 0 0,-1-1 0,1 1 0,0 0 0,0-1 0,-1 0 0,1 1 0,0-1 0,0 0 0,0 0 0,0 0 0,0 0 0,3 1 0,2-1 0,-1 1 0,0-1 0,1 0 0,-1 0 0,1-1 0,-1 0 0,1 0 0,-1 0 0,0-1 0,1 0 0,-1 0 0,0-1 0,1 0 0,-1 0 0,0 0 0,0-1 0,-1 0 0,1 0 0,5-4 0,-7 5 0,-1 0 0,1-1 0,-1 1 0,0-1 0,0 0 0,0 0 0,0 0 0,0-1 0,-1 1 0,1 0 0,-1-1 0,0 0 0,0 0 0,0 1 0,-1-1 0,1 0 0,-1 0 0,0 0 0,0-1 0,-1 1 0,1 0 0,-1 0 0,0 0 0,0-1 0,0 1 0,0 0 0,-1 0 0,0 0 0,-2-8 0,-1 3 0,0 0 0,-1 0 0,0 1 0,0-1 0,-1 1 0,0 1 0,0-1 0,-1 1 0,0 0 0,0 0 0,-1 1 0,0 0 0,-10-7 0,16 12 0,0 0 0,1 1 0,-1-1 0,0 0 0,0 0 0,0 1 0,1-1 0,-1 1 0,0-1 0,0 1 0,0 0 0,0 0 0,0 0 0,0 0 0,0 0 0,0 0 0,0 1 0,0-1 0,1 1 0,-1-1 0,0 1 0,-3 1 0,3 0 0,-1 0 0,1 0 0,0 0 0,0 0 0,0 0 0,0 0 0,0 1 0,1-1 0,-1 1 0,1-1 0,-1 1 0,1 0 0,-1 4 0,0-1 0,0-1 0,1 0 0,0 1 0,0-1 0,0 1 0,1 0 0,0-1 0,0 1 0,0-1 0,1 1 0,0-1 0,0 1 0,0-1 0,1 1 0,3 8 0,-4-13-91,0 0 0,0 1 0,0-1 0,1 0 0,-1 0 0,0 1 0,1-1 0,-1 0 0,0 0 0,1-1 0,-1 1 0,1 0 0,0 0 0,1 0 0,11 2-6735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6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24575,'0'-107'0,"2"166"0,14 87 0,22 58 0,10 8 0,-42-195 342,-6-17-396,0 1 1,0-1 0,0 1-1,0-1 1,1 1 0,-1-1-1,0 1 1,0-1 0,0 0-1,0 1 1,1-1 0,-1 1-1,0-1 1,0 0 0,1 1-1,-1-1 1,0 0 0,1 1-1,-1-1 1,0 0 0,1 0-1,-1 1 1,0-1 0,1 0-1,-1 0 1,1 0 0,-1 1-1,0-1 1,1 0 0,-1 0-1,1 0 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7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21 200 24575,'-1'-1'0,"0"1"0,0 0 0,0-1 0,0 1 0,0-1 0,0 1 0,0-1 0,0 1 0,0-1 0,0 1 0,0-1 0,1 0 0,-1 0 0,0 1 0,1-1 0,-1 0 0,0 0 0,1 0 0,-1 0 0,1 0 0,-1 0 0,1 0 0,0 0 0,-1 0 0,1 0 0,0 0 0,0 0 0,0 0 0,-1 0 0,1-2 0,0 0 0,0-1 0,-1 0 0,1 1 0,0-1 0,1 1 0,-1-1 0,2-6 0,1 5 0,-1 1 0,1-1 0,0 1 0,0 0 0,1 0 0,-1 0 0,1 0 0,0 1 0,0-1 0,0 1 0,0 0 0,1 0 0,-1 1 0,7-3 0,5-3 0,1 1 0,31-8 0,-22 9 0,53-4 0,-58 9 0,-1-1 0,0-1 0,0-1 0,39-13 0,-49 12-1365,-2 1-5461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7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24575,'-12'3'0,"12"3"0,1-5 0,1 1 0,-1-1 0,0 0 0,1 0 0,-1 0 0,1 0 0,-1-1 0,1 1 0,0 0 0,-1-1 0,4 2 0,21 2 0,0-1 0,46-1 0,-11-1 0,-36 0 31,215 9-1427,-222-10-5430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24575,'0'-2'0,"0"0"0,1 0 0,-1 0 0,1 1 0,-1-1 0,1 0 0,0 0 0,0 0 0,-1 1 0,1-1 0,1 0 0,-1 1 0,0-1 0,0 1 0,1-1 0,-1 1 0,0 0 0,1-1 0,0 1 0,-1 0 0,1 0 0,0 0 0,-1 0 0,1 1 0,0-1 0,0 0 0,2 0 0,7-2 0,0 0 0,0 1 0,16-2 0,-21 3 0,439-15-489,-379 16-387,-9 0-5950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24575,'2'0'0,"2"-2"0,3-1 0,4-3 0,7 1 0,7 1 0,6 0 0,7 2 0,4 1 0,5 0 0,0 1 0,0 0 0,-2 1 0,-5-1 0,-6 0 0,-4 0 0,-4 0 0,-7 0-8191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8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24575,'-5'0'0,"-6"2"0,-5 1 0,-3 0 0,-1 0 0,6-2 0,10 0 0,13 0 0,13-1 0,15 0 0,13 0 0,11 0 0,10 0 0,4-1 0,1-1 0,-1-1 0,-5 0 0,-13 1-8191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9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24575,'2'0'0,"3"0"0,4 0 0,1 0 0,3 0 0,0-2 0,3-1 0,2 0 0,1 0 0,3 1 0,2 1 0,4 1 0,1 0 0,-3 0-8191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24575,'0'-3'0,"3"0"0,2 0 0,5-1 0,9-1 0,7 1 0,8-2 0,9 2 0,5 0 0,4 1 0,5-1 0,2 0 0,0 1 0,-4 0 0,-10 2-8191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9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14 24575,'-2'0'0,"-1"-2"0,2-2 0,4 1 0,6 1 0,8 0 0,9 1 0,6 3 0,7 1 0,6 0 0,8 0 0,3-2 0,2 1 0,2-2 0,-2 1 0,-4-1 0,-11-1-8191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4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12 24575,'-3'0'0,"-2"0"0,-3 0 0,1 0 0,6 0 0,6 0 0,10 0 0,10 0 0,9 0 0,10 0 0,10 0 0,4 0 0,5-2 0,2-1 0,3 0 0,-2 1 0,-12 1-8191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4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 24575,'-16'-1'0,"25"-1"0,26-3 0,292-2 51,-208 8-1467,-102-1-5410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41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24575,'-1'-4'0,"3"-2"0,8 4 0,104-2 0,185 17 0,-233-7 0,137 5 0,-175-15 342,-18-1-684,-10 4 304,0 1 0,0 0 0,0-1 1,0 1-1,0 0 0,0 0 0,0-1 0,0 1 0,0 0 0,0-1 0,0 1 0,0 0 0,0 0 0,0-1 0,0 1 0,0 0 1,0-1-1,0 1 0,-1 0 0,1 0 0,0-1 0,0 1 0,0 0 0,-1 0 0,1 0 0,0-1 0,0 1 0,0 0 0,-1 0 1,1 0-1,0 0 0,0-1 0,-1 1 0,1 0 0,-1 0 0,-7-4-6788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2513 273 24575,'1'-2'0,"1"1"0,-1-1 0,0 0 0,0 0 0,0 1 0,0-1 0,0 0 0,0 0 0,0 0 0,-1 0 0,1-1 0,0 1 0,-1 0 0,0 0 0,0 0 0,0 0 0,0-3 0,0 0 0,-1 1 0,0-1 0,0 1 0,0-1 0,-1 1 0,1 0 0,-5-8 0,-4-4 0,0 1 0,-1 0 0,-15-16 0,20 24 0,0 1 0,0 1 0,0-1 0,-1 1 0,1 0 0,-1 1 0,-1-1 0,1 1 0,0 1 0,-1 0 0,0 0 0,-10-3 0,-11-1 0,-53-6 0,61 11 0,-394-28 0,-3 29 0,263 6 0,-263 42 0,327-30 0,1 5 0,1 3 0,2 4 0,-103 49 0,151-59 0,-65 43 0,91-53 0,2 0 0,-1 0 0,1 1 0,1 0 0,0 1 0,0 0 0,1 1 0,1 0 0,-8 14 0,13-20 0,0 0 0,1 1 0,-1-1 0,1 1 0,1 0 0,0-1 0,0 1 0,0 0 0,1 0 0,-1 0 0,2 0 0,0 8 0,1-4 0,1-1 0,-1 0 0,2 0 0,-1-1 0,2 1 0,-1-1 0,9 13 0,4 2 0,1-1 0,1-1 0,1 0 0,42 34 0,-14-17-30,2-3-1,2-1 1,91 45-1,-65-44-72,1-4 0,95 25 1,-27-21-174,3-6 0,249 17 0,280-32-1161,-481-25 1494,277-49 0,-384 41-278,134-43 0,-190 48 199,-1 0 0,0-3 1,-1 0-1,0-3 1,-2 0-1,50-41 0,-68 49 75,0-1 0,-1-1-1,-1 0 1,0-1-1,-1 0 1,0-1-1,-1 0 1,-1 0 0,0-1-1,-1 0 1,4-17-1,-7 22 65,-2-1-1,1 0 0,-2 0 1,0 0-1,0 0 0,-1 0 1,0 0-1,-1 0 0,-1 0 1,0 0-1,0 0 0,-1 1 1,-1-1-1,0 1 0,0 0 1,-11-18-1,4 12-79,-1 0 0,0 1-1,-2 0 1,0 1 0,0 1 0,-1 0 0,-1 1-1,-1 0 1,-29-16 0,-3 2 29,0 3 0,-74-26 0,14 14-184,-1 6 0,-163-25 1,-232 3-237,103 40-894,299 15-4988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2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30 24575,'0'-29'0,"0"49"0,-2 25 0,-16 86 0,10-89 0,2 1 0,-1 55 0,7-94 0,0-1 0,0 1 0,1 0 0,-1-1 0,1 1 0,0 0 0,0-1 0,0 1 0,0-1 0,0 1 0,1-1 0,0 0 0,0 1 0,0-1 0,0 0 0,0 0 0,5 4 0,-4-4 0,1-1 0,0 1 0,0-1 0,-1 0 0,2-1 0,-1 1 0,0 0 0,0-1 0,0 0 0,1 0 0,-1-1 0,0 1 0,1-1 0,6 0 0,6-1-227,0-1-1,-1-1 1,1 0-1,-1-1 1,26-11-1,-13 5-6598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93 24575,'31'1'0,"-15"0"0,0 0 0,-1-1 0,1-1 0,25-4 0,-40 5 0,-1 0 0,1 0 0,0-1 0,0 1 0,0 0 0,0 0 0,-1-1 0,1 1 0,0 0 0,0-1 0,0 1 0,-1-1 0,1 1 0,0-1 0,-1 1 0,1-1 0,0 0 0,-1 1 0,1-1 0,-1 0 0,1 0 0,-1 1 0,0-1 0,1 0 0,-1 0 0,0 1 0,1-2 0,-1 0 0,0 1 0,-1 0 0,1-1 0,0 1 0,-1 0 0,1 0 0,-1-1 0,1 1 0,-1 0 0,0 0 0,0 0 0,1 0 0,-1-1 0,0 1 0,-1-1 0,-6-5 0,0 0 0,0 1 0,-13-8 0,17 11 0,-1 1 0,1-1 0,-1 1 0,0 0 0,0 1 0,0-1 0,0 1 0,0 0 0,0 0 0,-8 0 0,11 1 0,0 0 0,0 0 0,0 0 0,0 0 0,0 1 0,0-1 0,0 1 0,0 0 0,0-1 0,0 1 0,0 0 0,1 0 0,-1 0 0,0 0 0,1 1 0,-1-1 0,1 0 0,-1 1 0,1-1 0,-1 1 0,1-1 0,0 1 0,0 0 0,0 0 0,0-1 0,0 1 0,0 0 0,1 0 0,-1 0 0,0 2 0,0 3 0,0 0 0,0 0 0,1 0 0,0 0 0,0 0 0,0 0 0,1 0 0,1 0 0,-1 0 0,1 0 0,0 0 0,0 0 0,1-1 0,0 1 0,0-1 0,1 0 0,-1 0 0,6 7 0,-3-5 0,1 0 0,0 0 0,0 0 0,0-1 0,1 0 0,0 0 0,1-1 0,-1 0 0,1 0 0,0-1 0,18 7 0,-14-9-273,0 0 0,1 0 0,-1-1 0,25 0 0,-11-2-6553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37 24575,'-7'-17'0,"7"16"0,0 0 0,0 0 0,-1 0 0,1 0 0,0 0 0,0 0 0,-1 0 0,1 0 0,-1 0 0,1 0 0,-1 0 0,1 0 0,-1 0 0,0 0 0,1 1 0,-1-1 0,0 0 0,0 0 0,-1 0 0,2 1 0,-1 0 0,1 1 0,0-1 0,-1 0 0,1 1 0,-1-1 0,1 0 0,0 1 0,-1-1 0,1 0 0,0 1 0,-1-1 0,1 1 0,0-1 0,0 1 0,-1-1 0,1 1 0,0-1 0,0 1 0,0-1 0,0 1 0,0-1 0,0 1 0,0-1 0,0 1 0,0 0 0,0 0 0,-2 20 0,2-20 0,-3 54-195,3 1 0,3-1 0,1 0 0,3 0 0,3-1 0,31 103 0,-32-132-6631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3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26 189 24575,'-1'0'0,"0"0"0,0 1 0,0-2 0,0 1 0,0 0 0,0 0 0,0 0 0,0 0 0,0-1 0,0 1 0,0 0 0,1-1 0,-1 1 0,0-1 0,0 1 0,0-1 0,0 1 0,0-1 0,1 0 0,-1 1 0,0-1 0,1 0 0,-1 0 0,0 1 0,1-1 0,-1 0 0,1 0 0,-1 0 0,1 0 0,0 0 0,-1 0 0,1 0 0,0 0 0,0 0 0,-1-2 0,1 2 0,0-1 0,0 0 0,1 0 0,-1 0 0,0 0 0,1 1 0,-1-1 0,1 0 0,-1 0 0,1 1 0,0-1 0,0 0 0,0 1 0,0-1 0,0 1 0,0-1 0,0 1 0,2-2 0,6-4 0,1 1 0,-1 0 0,1 0 0,0 1 0,1 1 0,-1-1 0,22-4 0,82-12 0,-87 17 0,2 2 0,-22 2 0,0-1 0,-1 1 0,1-1 0,-1 0 0,1-1 0,-1 1 0,1-1 0,8-4 0,-15 6 0,1-1 0,-1 1 0,0 0 0,1 0 0,-1 0 0,1-1 0,-1 1 0,0 0 0,0 0 0,1-1 0,-1 1 0,0 0 0,0-1 0,1 1 0,-1 0 0,0-1 0,0 1 0,0 0 0,1-1 0,-1 1 0,0-1 0,0 1 0,0 0 0,0-1 0,0 1 0,0-1 0,0 1 0,0 0 0,0-1 0,0 1 0,0-1 0,-11-10 0,-18-2 0,22 11 0,0 0 0,-1 0 0,1 1 0,-1 0 0,1 0 0,-1 1 0,1-1 0,-1 2 0,-8 0 0,14 0 0,-1-1 0,1 1 0,0-1 0,-1 1 0,1 0 0,0 0 0,0 0 0,0 0 0,-1 1 0,1-1 0,0 1 0,0-1 0,1 1 0,-1-1 0,0 1 0,1 0 0,-1 0 0,1 0 0,-1 0 0,1 0 0,0 0 0,0 1 0,0-1 0,0 0 0,0 0 0,0 1 0,1-1 0,-1 1 0,1-1 0,0 0 0,0 4 0,0 2 0,0 0 0,1 0 0,1 0 0,-1-1 0,1 1 0,1-1 0,-1 1 0,1-1 0,0 0 0,1 0 0,0 0 0,0 0 0,6 7 0,10 11 0,42 41 0,-55-59 0,21 19 0,-15-14 0,0 1 0,-1 0 0,16 20 0,-28-32 0,1 0 0,-1-1 0,1 1 0,-1 0 0,0-1 0,1 1 0,-1 0 0,0 0 0,1-1 0,-1 1 0,0 0 0,0 0 0,0 0 0,1-1 0,-1 1 0,0 0 0,0 0 0,0 0 0,-1 0 0,1-1 0,0 1 0,0 0 0,0 0 0,0 0 0,-1-1 0,1 1 0,0 0 0,-1 0 0,0 0 0,0 1 0,-1-1 0,1 0 0,-1 0 0,0 0 0,1 0 0,-1 0 0,0 0 0,0 0 0,1 0 0,-1-1 0,-4 1 0,-6 2 0,0-2 0,-24 1 0,35-2 0,-32-1-1365,3-2-5461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47 24575,'0'-36'0,"0"26"0,0 26 0,-2 92 0,0-32 0,14 143 0,-9-199-682,12 37-1,-5-29-6143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3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15 177 24575,'0'0'0,"-1"0"0,0 0 0,1 0 0,-1 0 0,0-1 0,1 1 0,-1 0 0,0 0 0,1 0 0,-1-1 0,1 1 0,-1 0 0,1-1 0,-1 1 0,1 0 0,-1-1 0,1 1 0,-1-1 0,1 1 0,-1-1 0,1 1 0,-1-1 0,1 1 0,0-1 0,0 0 0,-1 1 0,1-1 0,0 1 0,0-1 0,-1 0 0,1 1 0,0-1 0,0 0 0,0 1 0,0-1 0,0 0 0,0 1 0,0-1 0,0 0 0,0 1 0,1-1 0,-1 1 0,0-1 0,0 0 0,0 1 0,1-1 0,-1 1 0,0-1 0,1 0 0,-1 1 0,1-1 0,-1 1 0,0-1 0,1 1 0,-1 0 0,1-1 0,-1 1 0,1-1 0,0 1 0,8-5 0,0 1 0,1 0 0,-1 1 0,0 0 0,1 1 0,0 0 0,16-2 0,-16 3 0,1 0 0,-1-1 0,0-1 0,0 1 0,0-2 0,17-7 0,-26 11 0,0-1 0,0 0 0,1 1 0,-1-1 0,0 0 0,0 0 0,0 0 0,0 0 0,0 0 0,0 0 0,-1 0 0,1 0 0,0 0 0,0 0 0,-1-1 0,1 1 0,-1 0 0,1 0 0,-1-1 0,1 1 0,-1 0 0,0-1 0,0 1 0,0 0 0,0-1 0,0 1 0,0 0 0,0-1 0,0 1 0,0-1 0,0 1 0,-1 0 0,1 0 0,-1-1 0,1 1 0,-1 0 0,1 0 0,-1-1 0,0 1 0,0 0 0,1 0 0,-1 0 0,0 0 0,-1-1 0,-2-2 0,0 0 0,0 0 0,0 0 0,0 1 0,-1-1 0,1 1 0,-1 0 0,0 0 0,-9-3 0,10 4 0,0 1 0,-1 0 0,1 0 0,-1 0 0,0 0 0,1 1 0,-1 0 0,0-1 0,1 2 0,-1-1 0,0 1 0,1-1 0,-1 1 0,-6 3 0,8-3 0,-1 1 0,1 0 0,0 0 0,0 0 0,0 0 0,1 1 0,-1-1 0,1 1 0,-1-1 0,1 1 0,0 0 0,0 0 0,0 0 0,0 0 0,0 1 0,1-1 0,0 0 0,-1 1 0,0 4 0,0 1-45,-1 0-1,2 0 1,-1 0-1,1 0 1,1 0-1,0 0 1,0 0-1,0 1 1,1-1-1,1 0 1,0 0-1,0-1 1,0 1-1,1 0 1,1-1-1,-1 1 1,1-1-1,1 0 1,0 0-1,0-1 1,0 1-1,1-1 1,0-1-1,0 1 0,1-1 1,0 0-1,0 0 1,0-1-1,12 7 1,5-1-6781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98 24575,'2'-3'0,"0"0"0,0 0 0,-1 0 0,1-1 0,-1 1 0,0-1 0,0 1 0,0-1 0,0 1 0,-1-1 0,1 1 0,-1-6 0,0 8 0,0-1 0,0 0 0,0 0 0,0 0 0,0 0 0,0 0 0,0 0 0,-1 0 0,1 0 0,-1 0 0,1 0 0,-1 1 0,0-1 0,1 0 0,-1 0 0,0 1 0,0-1 0,-1 0 0,1 1 0,0-1 0,0 1 0,-1 0 0,-2-3 0,0 3 0,-1 0 0,0 0 0,1 0 0,-1 1 0,0-1 0,0 1 0,1 0 0,-1 0 0,0 1 0,1-1 0,-1 1 0,0 0 0,1 1 0,-1-1 0,1 1 0,-1 0 0,1 0 0,0 0 0,-4 3 0,-3 1 0,2 1 0,-1 0 0,1 0 0,0 1 0,1 0 0,-12 15 0,14-15 0,1-1 0,0 1 0,0 0 0,1 1 0,0-1 0,0 1 0,-4 17 0,7-23 0,1 0 0,-1 0 0,1 0 0,0 0 0,-1 0 0,1 0 0,0 1 0,1-1 0,-1 0 0,1 0 0,-1 0 0,1 0 0,0 0 0,0 0 0,0 0 0,1 0 0,-1-1 0,1 1 0,-1 0 0,1-1 0,0 1 0,0-1 0,0 0 0,0 1 0,1-1 0,4 3 0,-3-2 0,0 0 0,0-1 0,1 0 0,-1 0 0,1 0 0,-1 0 0,1-1 0,0 1 0,0-1 0,-1 0 0,1-1 0,0 1 0,0-1 0,0 0 0,0 0 0,0-1 0,0 1 0,0-1 0,0 0 0,5-2 0,-5 0 0,0 1 0,0-1 0,0 1 0,-1-1 0,1-1 0,-1 1 0,0-1 0,0 1 0,0-1 0,0-1 0,-1 1 0,1 0 0,-1-1 0,0 1 0,-1-1 0,1 0 0,-1 0 0,2-6 0,3-24 0,-5 20 0,2 36 0,-2-1-227,1 0-1,1 0 1,1-1-1,0 1 1,14 29-1,-9-30-6598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24575,'0'-2'0,"1"-1"0,-1 0 0,0 1 0,1-1 0,-1 1 0,1-1 0,0 0 0,0 1 0,0-1 0,0 1 0,0 0 0,3-5 0,-3 7 0,-1 0 0,0-1 0,0 1 0,1 0 0,-1 0 0,0-1 0,1 1 0,-1 0 0,0 0 0,1-1 0,-1 1 0,0 0 0,1 0 0,-1 0 0,0 0 0,1 0 0,-1 0 0,0 0 0,1-1 0,-1 1 0,1 0 0,-1 0 0,0 0 0,1 0 0,-1 1 0,0-1 0,1 0 0,-1 0 0,1 0 0,-1 0 0,1 0 0,0 1 0,0 0 0,0 0 0,0 0 0,0 1 0,0-1 0,-1 0 0,1 0 0,0 0 0,0 1 0,-1-1 0,1 0 0,-1 1 0,1 2 0,10 29 0,-1 1 0,-2 0 0,-1 1 0,-2 0 0,2 57 0,-8-90 0,1 0 0,0-1 0,0 1 0,-1 0 0,1 0 0,-1-1 0,0 1 0,1-1 0,-1 1 0,0-1 0,0 1 0,-1 1 0,1-2 0,1-1 0,0 0 0,0 0 0,0 0 0,-1 1 0,1-1 0,0 0 0,0 0 0,-1 0 0,1 0 0,0 1 0,0-1 0,-1 0 0,1 0 0,0 0 0,0 0 0,-1 0 0,1 0 0,0 0 0,0 0 0,-1 0 0,1 0 0,0 0 0,-1 0 0,1 0 0,0 0 0,0 0 0,-1 0 0,-6-12 0,6 3 0,-1 1 0,1-1 0,1 0 0,0 0 0,0 1 0,1-1 0,0 0 0,2-9 0,3-7 0,13-36 0,-13 42 0,1 1 0,1 0 0,1 1 0,0 0 0,1 0 0,21-25 0,-30 40-68,0 1 0,1-1-1,-1 1 1,1-1 0,-1 1 0,1 0-1,0 0 1,0-1 0,-1 1 0,1 0-1,0 1 1,0-1 0,0 0 0,0 0-1,0 1 1,0-1 0,0 1-1,0 0 1,3 0 0,3 2-6758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5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24575,'0'-2'0,"0"1"0,0 0 0,1-1 0,-1 1 0,0 0 0,0-1 0,1 1 0,-1 0 0,1 0 0,-1-1 0,1 1 0,-1 0 0,1 0 0,0 0 0,-1 0 0,1-1 0,0 1 0,2-1 0,-3 2 0,0 0 0,0-1 0,1 1 0,-1 0 0,0 0 0,1 0 0,-1 0 0,0 0 0,1 0 0,-1 0 0,0 0 0,1-1 0,-1 1 0,0 0 0,1 0 0,-1 1 0,0-1 0,1 0 0,-1 0 0,0 0 0,1 0 0,-1 0 0,0 0 0,1 0 0,-1 0 0,1 1 0,7 12 0,-1 13 0,8 46 0,-7-27 0,-7-36 0,2 0 0,-1 0 0,-1 1 0,0-1 0,0 0 0,-2 19 0,-2-20 0,0-14 0,0-13 0,5 6 0,1-1 0,0 1 0,1 0 0,0 0 0,1 0 0,1 0 0,0 1 0,0 0 0,1 0 0,1 1 0,0 0 0,0 0 0,16-14 0,-23 24 0,0-1 0,1 1 0,-1 0 0,1-1 0,-1 1 0,1 0 0,0 0 0,0 0 0,-1 0 0,1 0 0,0 1 0,0-1 0,0 0 0,0 1 0,0 0 0,0-1 0,0 1 0,0 0 0,0 0 0,0 0 0,0 0 0,4 1 0,-4 0 0,0 0 0,0 0 0,0 0 0,-1 1 0,1-1 0,0 1 0,0-1 0,-1 1 0,1-1 0,-1 1 0,0 0 0,0 0 0,1-1 0,-1 1 0,0 0 0,0 0 0,-1 0 0,1 1 0,0-1 0,0 4 0,4 23-32,-1 0 0,-2 1-1,0-1 1,-5 44 0,1-26-1172,2-15-5622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0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16548 8290 24575,'113'-12'0,"207"11"0,533 68 0,-264 0 0,-316-38 0,-177-18 0,394 33 0,-479-43 0,21 0 0,-31-1 0,1 0 0,-1 0 0,0 0 0,1 0 0,-1 0 0,0-1 0,1 1 0,-1-1 0,0 1 0,1-1 0,-1 1 0,0-1 0,0 1 0,0-1 0,0 0 0,2-1 0,-2 1 0,-1 1 0,0-1 0,0 1 0,0-1 0,0 1 0,0-1 0,0 1 0,0-1 0,0 1 0,0 0 0,0-1 0,0 1 0,0-1 0,0 1 0,-1-1 0,1 1 0,0-1 0,0 1 0,0 0 0,-1-1 0,1 1 0,0 0 0,-1-1 0,1 1 0,0 0 0,-1-1 0,1 1 0,0 0 0,-1-1 0,1 1 0,-1 0 0,-15-11 0,15 10 0,-30-16 0,-52-19 0,-1-1 0,83 36 0,0 0 0,0 0 0,0 0 0,0 0 0,0 0 0,0 0 0,0 0 0,0 0 0,0 0 0,1 0 0,-1-1 0,0 1 0,1 0 0,-1 0 0,1-1 0,0 1 0,-1 0 0,1-1 0,0 1 0,0-1 0,0 1 0,0 0 0,0-1 0,0 1 0,0-1 0,0 1 0,1 0 0,-1-1 0,0 1 0,2-2 0,-1 0 0,-1 0 0,0 0 0,1 0 0,-1 0 0,0 0 0,0 0 0,-1-5 0,-22-61 0,15 51 0,2-1 0,0-1 0,1 1 0,-4-34 0,2-54 0,-14-157 0,7-9 0,-2-8 0,-3 139 0,-29-360 0,51 185 0,-10-249 0,-27 253 0,23 229 0,-76-388 0,51 299 0,-79-386 0,-126-651 0,140 784 0,-29 8 0,90 277 0,-24-169 0,57 275 0,2 0 0,-1-56 0,6 88 0,0-1 0,-1 0 0,1 0 0,-1 1 0,1-1 0,-1 0 0,0 1 0,-1-1 0,-1-4 0,3 7 0,-1 0 0,0 0 0,1 0 0,-1 1 0,0-1 0,1 0 0,-1 0 0,0 0 0,0 0 0,0 1 0,0-1 0,0 0 0,0 1 0,0-1 0,0 1 0,0-1 0,0 1 0,0 0 0,0-1 0,0 1 0,0 0 0,0 0 0,0 0 0,-1 0 0,1 0 0,0 0 0,0 0 0,0 0 0,0 0 0,0 0 0,0 0 0,-1 1 0,0 0 0,-35 8 0,1-1 0,-1-1 0,0-2 0,-70-1 0,13 0 0,-448 17 24,0-22-53,218 0-74,-518-7-203,-256 2 73,123 46 233,506-15 0,449-24 0,-1531 80 0,573-22 0,0-22 0,-1322-22-1,1535-45 393,2-36-137,713 61-254,-22-1-1,-677-49 0,711 53 0,-1-1 0,1-1 0,-38-11 0,-62-12 0,-55-16 0,186 41 0,-1-1 0,1 0 0,0 0 0,0-1 0,1 0 0,-1 0 0,1 0 0,0-1 0,0 0 0,0 0 0,1-1 0,0 1 0,0-1 0,0 0 0,1-1 0,0 1 0,0-1 0,0 0 0,1 0 0,0 0 0,-3-10 0,0-12 0,0 1 0,2-1 0,1 0 0,1-41 0,-2-19 0,-2-24 0,5 0 0,14-113 0,1-64 0,-14 265 0,-2-64 0,1 80 0,-1 1 0,1-1 0,-1 1 0,-1-1 0,1 1 0,-1 0 0,-9-15 0,10 19 0,-1 1 0,-1-1 0,1 1 0,0 0 0,-1 0 0,1 0 0,-1 0 0,0 1 0,0 0 0,0-1 0,0 2 0,-1-1 0,1 0 0,0 1 0,-1 0 0,1 0 0,-1 0 0,0 0 0,1 1 0,-1 0 0,-7 0 0,-7 1 0,1 1 0,0 0 0,-1 2 0,-18 5 0,-134 42 0,-77 20 0,-901 152 0,341-87 0,554-86 0,-157 28 0,163-26 0,237-50 0,1 1 0,-1-2 0,0 0 0,1 0 0,-20-1 0,29-1 0,0 0 0,0 1 0,0-1 0,0 0 0,0 0 0,1 0 0,-1 1 0,0-1 0,1 0 0,-1 0 0,0 0 0,1 0 0,0 0 0,-1 0 0,1 0 0,-1 0 0,1-1 0,0 1 0,0 0 0,0 0 0,0 0 0,0 0 0,0 0 0,0-2 0,0 1 0,0 0 0,-1 0 0,1 0 0,0 0 0,-1 0 0,1 0 0,-1 1 0,0-1 0,-1-3 0,-1 3 0,0-1 0,1 1 0,-1-1 0,-1 1 0,1 0 0,0 0 0,0 1 0,-1-1 0,1 1 0,-1 0 0,0 0 0,1 0 0,-1 0 0,0 0 0,1 1 0,-1 0 0,0-1 0,-6 2 0,-8 1 0,0 0 0,-31 9 0,6-2 0,13-5 0,0-2 0,0-1 0,-38-3 0,51-3 0,17 5 0,0 0 0,0-1 0,0 1 0,0 0 0,0-1 0,0 1 0,1 0 0,-1 0 0,0-1 0,0 1 0,0 0 0,0-1 0,0 1 0,0 0 0,0 0 0,1 0 0,-1-1 0,0 1 0,0 0 0,0 0 0,1-1 0,-1 1 0,0 0 0,0 0 0,1 0 0,-1 0 0,0 0 0,0-1 0,1 1 0,-1 0 0,0 0 0,1 0 0,36-15 0,-25 11 0,31-16-1365,-30 13-5461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0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5 24575,'0'0'0,"0"0"0,0 0 0,0 0 0,0 0 0,0-1 0,0 1 0,0 0 0,0 0 0,0 0 0,0 0 0,0 0 0,0-1 0,0 1 0,0 0 0,0 0 0,0 0 0,0 0 0,0 0 0,0-1 0,0 1 0,0 0 0,-1 0 0,1 0 0,0 0 0,0 0 0,0 0 0,0 0 0,0-1 0,0 1 0,0 0 0,0 0 0,-1 0 0,1 0 0,0 0 0,0 0 0,0 0 0,0 0 0,0 0 0,-1 0 0,1 0 0,0 0 0,0 0 0,0 0 0,0 0 0,0 0 0,-1 0 0,1 0 0,0 0 0,0 0 0,-10 6 0,-16 21 0,15-15 0,-189 164 0,195-172 0,0 0 0,-1 0 0,1 1 0,1-1 0,-1 1 0,-4 6 0,8-10 0,1 0 0,-1 0 0,0 0 0,1 0 0,-1 0 0,1 0 0,0 0 0,-1 0 0,1 1 0,0-1 0,0 0 0,-1 0 0,1 0 0,0 1 0,0-1 0,0 0 0,0 0 0,1 0 0,-1 0 0,0 1 0,0-1 0,1 0 0,-1 0 0,1 0 0,-1 0 0,1 0 0,-1 0 0,1 0 0,0 0 0,-1 0 0,1 0 0,0 0 0,0 0 0,0 0 0,1 0 0,16 14 0,2-1 0,30 16 0,1 0 0,57 43-1365,-78-52-5461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1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24575,'0'2'0,"0"3"0,0 3 0,0 3 0,0 1 0,0 4 0,0 3 0,0 4 0,0 2 0,0 3 0,0 3 0,0-1 0,0 1 0,0-2 0,0-2 0,0-2 0,0-5-8191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15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20 24575,'0'-1'0,"-1"0"0,1 0 0,0 0 0,-1 1 0,1-1 0,-1 0 0,1 0 0,-1 0 0,1 1 0,-1-1 0,0 0 0,1 1 0,-1-1 0,0 0 0,0 1 0,1-1 0,-1 1 0,0-1 0,0 1 0,0 0 0,0-1 0,1 1 0,-1 0 0,0-1 0,0 1 0,-2 0 0,-26-3 0,20 4 0,0 1 0,0 0 0,0 1 0,0 0 0,0 0 0,1 1 0,-1 0 0,1 1 0,0 0 0,0 0 0,-9 8 0,-7 8 0,-42 45 0,54-52 0,0 0 0,1 1 0,1 0 0,0 1 0,2 0 0,-1 0 0,2 1 0,0 0 0,-5 22 0,10-31 0,1 1 0,-1-1 0,2 0 0,-1 1 0,1-1 0,0 0 0,1 1 0,0-1 0,4 15 0,-3-17 0,0 0 0,1 0 0,0 0 0,0 0 0,1 0 0,-1-1 0,1 1 0,0-1 0,1 0 0,-1 0 0,1-1 0,0 1 0,9 5 0,-1-2 0,1 0 0,0-1 0,0-1 0,0 0 0,1-1 0,0-1 0,0 0 0,0-1 0,0 0 0,29 0 0,-19-2 0,1-2 0,-1-1 0,0 0 0,-1-2 0,49-14 0,-61 14 0,1-1 0,-1 0 0,0-1 0,0 0 0,-1-1 0,0 0 0,0-1 0,0 0 0,-1-1 0,0 0 0,-1 0 0,0-1 0,10-16 0,-13 17 0,0-1 0,-1 1 0,-1-1 0,1-1 0,-2 1 0,0 0 0,0-1 0,0 0 0,-2 1 0,1-1 0,-1 0 0,-1 0 0,0 0 0,0 0 0,-1 0 0,-4-18 0,2 19 0,0-1 0,0 1 0,-1-1 0,0 1 0,-1 0 0,0 1 0,0-1 0,-1 1 0,0 0 0,-1 0 0,0 1 0,-1 0 0,1 0 0,-14-9 0,11 10 0,-1 0 0,0 0 0,0 2 0,-1-1 0,1 1 0,-1 1 0,-1 0 0,1 1 0,0 0 0,-1 1 0,1 0 0,-16 0 0,9 2-341,0 1 0,-1 1-1,-32 7 1,6 3-6485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38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24575,'0'3'0,"-2"2"0,-1 3 0,0 5 0,1 3 0,-2 2 0,0 4 0,0 0 0,2 1 0,-3-2 0,1 2 0,1-3 0,0 0 0,2-3 0,0-4-8191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39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24575,'-11'1'0,"-1"-1"0,1 1 0,-1 1 0,1 0 0,0 1 0,0 0 0,0 1 0,0 0 0,1 0 0,0 1 0,0 1 0,0 0 0,0 0 0,1 1 0,-15 13 0,13-8 0,0 0 0,0 1 0,1 1 0,1-1 0,0 1 0,1 1 0,1-1 0,0 1 0,1 1 0,-5 21 0,4-15 0,2 0 0,1 1 0,0-1 0,2 1 0,1 0 0,0 0 0,5 35 0,-3-50 0,1 1 0,-1-1 0,1 0 0,1 0 0,0-1 0,0 1 0,0-1 0,1 1 0,0-1 0,1 0 0,-1 0 0,1-1 0,1 1 0,-1-1 0,1 0 0,0-1 0,0 1 0,1-1 0,0-1 0,0 1 0,0-1 0,0 0 0,1-1 0,9 4 0,1-2 0,1-1 0,-1 0 0,1-2 0,-1 0 0,1-1 0,0-1 0,0 0 0,-1-2 0,1 0 0,0-1 0,-1-1 0,0 0 0,0-2 0,0 0 0,-1-1 0,0-1 0,0 0 0,0-2 0,27-20 0,-38 25 0,1-1 0,-1 0 0,-1-1 0,1 0 0,-1 0 0,0 0 0,0 0 0,-1-1 0,0 0 0,-1 1 0,1-2 0,3-15 0,-5 14 0,-1-1 0,0 0 0,0 1 0,-1-1 0,0 0 0,-1 0 0,0 1 0,-1-1 0,-4-14 0,-1 5 0,0 1 0,-1 0 0,-1 1 0,-1 0 0,-1 0 0,0 1 0,-1 1 0,-1 0 0,0 0 0,-23-20 0,18 21 0,0 1 0,0 1 0,-1 1 0,-41-20 0,50 28 0,0-1 0,0 2 0,0-1 0,-1 2 0,1-1 0,-1 1 0,0 1 0,0 0 0,1 1 0,-1 0 0,0 0 0,-15 3 0,22-2-114,1 0 1,0 0-1,0 0 0,0 0 0,0 0 1,0 1-1,0 0 0,0-1 0,1 1 1,-1 0-1,-2 3 0,-4 6-6712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16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83 24575,'-3'-15'0,"3"14"0,-1 0 0,1 0 0,0 0 0,0 0 0,-1 0 0,1 0 0,0 0 0,0 0 0,0 0 0,0 0 0,0 0 0,0-1 0,0 1 0,1 0 0,-1 0 0,0 0 0,1 0 0,-1 0 0,0 0 0,1 0 0,-1 0 0,1 1 0,0-1 0,-1 0 0,1 0 0,0 0 0,-1 0 0,2 0 0,3-3 0,1 0 0,0 0 0,0 0 0,0 1 0,0 0 0,0 0 0,1 0 0,0 1 0,-1 0 0,1 1 0,11-2 0,-9 2 0,0 0 0,-1 0 0,1 1 0,0 0 0,0 1 0,0 0 0,-1 0 0,16 5 0,-21-5 0,-1 0 0,1 0 0,-1 0 0,0 0 0,0 0 0,0 0 0,0 0 0,0 1 0,0-1 0,0 1 0,0-1 0,0 1 0,0 0 0,-1 0 0,1 0 0,-1 0 0,0 0 0,1 0 0,-1 0 0,0 1 0,0-1 0,0 0 0,-1 1 0,1-1 0,-1 0 0,1 1 0,-1-1 0,0 1 0,0-1 0,0 1 0,0-1 0,0 1 0,0-1 0,-1 0 0,1 1 0,-1-1 0,0 1 0,-1 3 0,-3 4 0,1 0 0,-2 0 0,1-1 0,-1 1 0,-1-1 0,0-1 0,-11 13 0,-47 34 0,45-40 0,-28 29 0,48-44 0,-1 1 0,0-1 0,1 0 0,-1 1 0,1-1 0,-1 1 0,1-1 0,-1 1 0,1-1 0,0 1 0,-1 0 0,1-1 0,0 1 0,-1-1 0,1 1 0,0 0 0,0-1 0,-1 1 0,1 0 0,0-1 0,0 1 0,0 0 0,0 0 0,0-1 0,0 1 0,0 0 0,0-1 0,0 1 0,1 1 0,0-1 0,0-1 0,0 1 0,0-1 0,0 1 0,0-1 0,0 1 0,0-1 0,0 0 0,0 1 0,0-1 0,1 0 0,-1 0 0,0 0 0,0 0 0,2 0 0,50-7 0,-51 6 0,94-21 256,-40 8-1066,78-9-1,-114 21-6015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56 653 24575,'4'3'0,"-1"1"0,1 0 0,-1-1 0,1 0 0,0 0 0,0 0 0,6 3 0,-9-5 0,0-1 0,0 1 0,0-1 0,0 1 0,0 0 0,1-1 0,-1 0 0,0 1 0,0-1 0,0 0 0,1 0 0,-1 1 0,0-1 0,0 0 0,1 0 0,-1 0 0,0-1 0,0 1 0,1 0 0,-1 0 0,0-1 0,0 1 0,0 0 0,1-1 0,-1 0 0,0 1 0,0-1 0,0 1 0,0-1 0,0 0 0,0 0 0,0 0 0,0 0 0,-1 0 0,1 0 0,0 0 0,0 0 0,-1 0 0,1 0 0,-1 0 0,1 0 0,-1 0 0,1-2 0,3-7 0,0 0 0,-1 0 0,0 0 0,1-12 0,-3 16 0,7-44 0,-1-1 0,-3 0 0,-3-63 0,-3 78 0,-1-1 0,-2 1 0,-2 0 0,-1 0 0,-17-43 0,22 71 0,0 0 0,-1 0 0,0 1 0,0-1 0,-11-12 0,15 19 0,-1 0 0,0 0 0,0 0 0,-1 0 0,1 0 0,0 0 0,0 0 0,0 0 0,-1 1 0,1-1 0,0 1 0,-1-1 0,1 1 0,0-1 0,-1 1 0,1 0 0,-3-1 0,3 1 0,-1 1 0,1-1 0,-1 1 0,1-1 0,-1 1 0,1-1 0,-1 1 0,1 0 0,0 0 0,0 0 0,-1 0 0,1 0 0,0 0 0,0 0 0,0 0 0,0 0 0,0 0 0,0 1 0,0-1 0,-1 2 0,-3 7 0,-1 1 0,1-1 0,1 1 0,0 1 0,0-1 0,1 0 0,1 1 0,-2 17 0,-1 98 0,6-117 0,0 35 0,1-1 0,3 0 0,14 56 0,-13-75 0,1-1 0,1 0 0,2-1 0,0 1 0,1-2 0,1 0 0,19 26 0,-2-17-1365,-17-22-5461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5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32 24575,'0'0'0,"0"-1"0,0 1 0,1 0 0,-1-1 0,0 1 0,0-1 0,0 1 0,0 0 0,0-1 0,0 1 0,0 0 0,0-1 0,0 1 0,-1-1 0,1 1 0,0 0 0,0-1 0,0 1 0,0 0 0,0-1 0,-1 1 0,1 0 0,0-1 0,0 1 0,-1 0 0,1-1 0,0 1 0,0 0 0,-1 0 0,1-1 0,0 1 0,-1 0 0,-9 8 0,-8 20 0,16-24 0,1 0 0,-1 0 0,1 0 0,0 0 0,0 0 0,1 0 0,-1 0 0,1 0 0,0 0 0,0 0 0,0 0 0,1 0 0,-1 0 0,1 0 0,0 0 0,0 0 0,1 0 0,-1 0 0,1 0 0,-1-1 0,4 6 0,-2-6 0,-1 0 0,1-1 0,-1 1 0,1-1 0,0 1 0,0-1 0,0 0 0,0 0 0,1 0 0,-1 0 0,0-1 0,1 1 0,-1-1 0,1 0 0,0 0 0,-1-1 0,1 1 0,0 0 0,-1-1 0,1 0 0,0 0 0,0 0 0,5-2 0,-5 2 0,0-1 0,-1 1 0,1-1 0,-1 0 0,1 0 0,-1 0 0,1-1 0,-1 1 0,0-1 0,0 0 0,0 0 0,0 0 0,0 0 0,0-1 0,0 1 0,-1-1 0,1 0 0,-1 0 0,0 1 0,0-2 0,0 1 0,0 0 0,0 0 0,-1 0 0,1-1 0,-1 1 0,0-1 0,0 1 0,0-1 0,-1 0 0,1 1 0,-1-1 0,0 0 0,0 1 0,0-1 0,0 0 0,-1 1 0,0-1 0,1 1 0,-1-1 0,-1 1 0,1-1 0,0 1 0,-1-1 0,0 1 0,-2-4 0,0 2 0,0 1 0,0 0 0,0 1 0,0-1 0,0 1 0,-1-1 0,0 1 0,0 1 0,0-1 0,0 1 0,0 0 0,0 0 0,0 0 0,-1 1 0,1-1 0,-1 1 0,1 1 0,-1-1 0,1 1 0,-1 0 0,1 0 0,-1 1 0,1-1 0,-10 3 0,7 3-1365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5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11 24575,'0'0'0,"0"-1"0,-1 0 0,1 1 0,0-1 0,-1 0 0,1 1 0,-1-1 0,1 1 0,-1-1 0,1 1 0,-1-1 0,1 1 0,-1-1 0,0 1 0,1-1 0,-1 1 0,0 0 0,1-1 0,-1 1 0,0 0 0,1 0 0,-1-1 0,0 1 0,0 0 0,1 0 0,-1 0 0,0 0 0,1 0 0,-1 0 0,-1 0 0,-24 1 0,20 0 0,-1 0 0,0 0 0,0 1 0,1 0 0,-1 0 0,1 1 0,0 0 0,0 0 0,0 0 0,0 1 0,0 0 0,1 0 0,-8 7 0,10-8 0,1-1 0,0 1 0,0 0 0,0-1 0,0 1 0,1 0 0,-1 0 0,1 0 0,0 0 0,0 0 0,0 1 0,0-1 0,0 0 0,1 1 0,-1-1 0,1 0 0,0 1 0,0-1 0,0 0 0,0 1 0,1-1 0,0 0 0,-1 0 0,1 1 0,0-1 0,1 0 0,-1 0 0,0 0 0,3 4 0,-1-2 29,0-1-1,1 1 1,-1-1-1,1 0 0,0 0 1,0 0-1,0 0 1,0-1-1,1 1 1,-1-1-1,10 4 1,-5-3-314,1 0 1,0 0-1,0-1 1,0-1-1,14 2 1,2-1-6542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178 449 24575,'1'-2'0,"1"0"0,-1-1 0,1 1 0,-1 0 0,0-1 0,0 1 0,0-1 0,0 1 0,0-1 0,0 0 0,-1 1 0,1-1 0,-1 0 0,0 1 0,0-1 0,0 0 0,0 1 0,0-1 0,-1 0 0,1 1 0,-1-1 0,0 1 0,0-1 0,-2-3 0,2 2 0,-1 0 0,1 1 0,-1-1 0,0 1 0,-1 0 0,1-1 0,-1 1 0,1 0 0,-1 1 0,0-1 0,0 0 0,0 1 0,0 0 0,-1-1 0,-6-2 0,7 4 0,0 0 0,0 0 0,0 1 0,0-1 0,0 1 0,-1-1 0,1 1 0,0 0 0,0 1 0,0-1 0,0 0 0,-1 1 0,1 0 0,0 0 0,0 0 0,-3 1 0,1 1 0,0-1 0,1 1 0,-1 0 0,1 1 0,0-1 0,0 1 0,0-1 0,0 1 0,-3 5 0,3-3 0,0-1 0,0 1 0,1 0 0,-1 0 0,2 0 0,-1 0 0,1 0 0,-1 1 0,2-1 0,-1 1 0,1-1 0,0 1 0,0 0 0,1-1 0,0 1 0,1 6 0,-1-9 0,1-1 0,0 0 0,0-1 0,0 1 0,0 0 0,1 0 0,-1 0 0,1-1 0,0 1 0,0-1 0,0 1 0,0-1 0,0 0 0,0 0 0,0 0 0,1 0 0,4 3 0,-2-2 0,-1-1 0,0 0 0,1-1 0,-1 1 0,1-1 0,0 0 0,-1 0 0,1 0 0,0-1 0,0 0 0,5 0 0,-6 0 0,0 0 0,0 0 0,1-1 0,-1 1 0,0-1 0,0 0 0,-1 0 0,1-1 0,0 1 0,0-1 0,0 0 0,-1 0 0,1 0 0,-1 0 0,0-1 0,0 1 0,1-1 0,-2 0 0,1 0 0,0 0 0,-1 0 0,1-1 0,-1 1 0,0-1 0,0 1 0,0-1 0,0 0 0,1-7 0,-1-25 0,-2 38 0,1 0 0,-1 0 0,1 1 0,-1-1 0,1 0 0,0 0 0,-1 1 0,1-1 0,0 0 0,1 0 0,-1 0 0,0 0 0,1 0 0,-1-1 0,1 1 0,-1 0 0,3 1 0,0 0 0,-1-1 0,1 1 0,0-1 0,-1 0 0,1-1 0,0 1 0,1-1 0,-1 1 0,5 0 0,-2-1 0,0 0 0,0 0 0,0-1 0,0 0 0,0 0 0,0-1 0,1 0 0,-1 0 0,0 0 0,0-1 0,-1 0 0,10-4 0,-10 3 0,0-1 0,0 0 0,0 0 0,0 0 0,-1-1 0,0 0 0,0 0 0,0 0 0,0-1 0,-1 0 0,0 1 0,0-1 0,0-1 0,-1 1 0,0-1 0,0 1 0,-1-1 0,0 0 0,0 0 0,-1 0 0,1 0 0,-2 0 0,1 0 0,-1-11 0,-1-12 0,-2-1 0,-2 1 0,0 0 0,-14-41 0,11 41 0,3 7 0,4 15 0,-1 1 0,1-1 0,-1 1 0,-1-1 0,1 1 0,-1 0 0,-1 0 0,1 0 0,-9-13 0,11 20 0,1 0 0,0 0 0,0 0 0,0 0 0,0 0 0,0-1 0,0 1 0,-1 0 0,1 0 0,0 0 0,0 0 0,0 0 0,0 0 0,-1 0 0,1 0 0,0 0 0,0 0 0,0 0 0,-1 0 0,1 0 0,0 0 0,0 0 0,0 0 0,-1 0 0,1 0 0,0 0 0,0 0 0,0 0 0,0 0 0,-1 0 0,1 0 0,0 0 0,0 0 0,0 0 0,0 0 0,-1 0 0,1 0 0,0 1 0,-4 8 0,1 13 0,3-21 0,-1 39 0,1 0 0,2 0 0,9 43 0,35 118 0,-37-174-682,17 35-1,-18-44-6143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7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211 229 24575,'2'-1'0,"0"1"0,0-1 0,-1 0 0,1 0 0,0 0 0,-1 0 0,1 0 0,0 0 0,-1 0 0,1 0 0,-1 0 0,1-1 0,-1 1 0,0-1 0,0 1 0,0-1 0,0 1 0,1-3 0,18-31 0,-18 30 0,0 0 0,0 0 0,0 0 0,-1 0 0,0 0 0,0-1 0,0 1 0,-1-1 0,0 1 0,0 0 0,0-1 0,0 1 0,-1 0 0,0-1 0,0 1 0,0 0 0,-1 0 0,0-1 0,-4-7 0,3 9 0,1 0 0,-1 0 0,0 0 0,0 0 0,0 1 0,-1-1 0,0 1 0,1 0 0,-1 0 0,0 1 0,0-1 0,0 1 0,-1 0 0,1 0 0,0 0 0,-1 0 0,1 1 0,-1 0 0,0 0 0,0 0 0,1 0 0,-9 1 0,4 0 0,1 1 0,-1 0 0,1 1 0,-1 0 0,1 0 0,0 1 0,0 0 0,0 0 0,0 1 0,0 0 0,1 0 0,0 1 0,-7 5 0,10-8 0,1 1 0,0-1 0,0 1 0,1 0 0,-1-1 0,1 1 0,-1 1 0,1-1 0,0 0 0,0 0 0,0 1 0,0-1 0,1 1 0,0 0 0,-1-1 0,1 1 0,1 0 0,-1 0 0,0 0 0,1 0 0,0 0 0,0 0 0,0-1 0,0 1 0,1 0 0,0 0 0,-1 0 0,1 0 0,1-1 0,1 6 0,2 1 0,1-1 0,0 1 0,1-1 0,0-1 0,0 1 0,1-1 0,0 0 0,15 11 0,11 5 0,37 19 0,-18-10 0,-50-31 0,4 2 0,0 0 0,-1 1 0,0-1 0,0 2 0,7 7 0,-12-13 0,-1 1 0,1 0 0,0 0 0,-1 0 0,1 0 0,-1 0 0,1 0 0,-1 0 0,0 0 0,1 0 0,-1 0 0,0 0 0,0 0 0,0 0 0,0 0 0,0 0 0,0 1 0,0 1 0,-1-2 0,1 0 0,-1 1 0,0-1 0,0 0 0,1 1 0,-1-1 0,0 0 0,0 0 0,0 0 0,-1 0 0,1 0 0,0 0 0,0 0 0,-1 0 0,1-1 0,0 1 0,-3 1 0,-8 2-91,0 0 0,0 0 0,0-1 0,0-1 0,-1 0 0,1 0 0,-1-2 0,1 1 0,-1-2 0,1 1 0,-1-2 0,1 0 0,0 0 0,-22-8 0,15 2-6735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7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24575,'-1'0'0,"1"0"0,-1 1 0,0-1 0,1 0 0,-1 1 0,0-1 0,1 1 0,-1-1 0,1 1 0,-1-1 0,1 1 0,-1 0 0,1-1 0,-1 1 0,1 0 0,-1-1 0,1 1 0,0 0 0,-1-1 0,1 1 0,0 0 0,0 0 0,0-1 0,0 1 0,0 0 0,0 0 0,0-1 0,0 1 0,0 0 0,0 1 0,1 25 0,8 20 161,26 74-1,-23-88-497,-2 1 0,-1 0 0,-2 1-1,5 56 1,-12-73-6489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7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69 24575,'-4'-13'0,"3"13"0,1-1 0,-1 1 0,1-1 0,0 1 0,-1-1 0,1 1 0,0-1 0,0 1 0,-1-1 0,1 0 0,0 1 0,0-1 0,0 1 0,0-1 0,0 0 0,0 1 0,0-1 0,0 1 0,0-1 0,0 0 0,0 1 0,0-1 0,0 1 0,0-1 0,1 0 0,-1 1 0,0-1 0,0 1 0,1-1 0,-1 1 0,0-1 0,1 1 0,-1-1 0,1 1 0,-1-1 0,1 1 0,-1 0 0,0-1 0,1 1 0,0-1 0,-1 1 0,1 0 0,-1 0 0,1-1 0,-1 1 0,1 0 0,0 0 0,10-3 0,1 1 0,-1 0 0,0 1 0,0 0 0,1 1 0,20 2 0,1 0 0,-7-2 0,-14 1 0,0 0 0,1-1 0,-1 0 0,0-1 0,0-1 0,0 0 0,0-1 0,13-4 0,-24 7 0,-1 0 0,1 0 0,-1 0 0,1 0 0,-1 0 0,1 0 0,-1-1 0,0 1 0,1 0 0,-1 0 0,1 0 0,-1-1 0,1 1 0,-1 0 0,0 0 0,1-1 0,-1 1 0,0 0 0,1-1 0,-1 1 0,0 0 0,0-1 0,1 1 0,-1-1 0,0 1 0,0 0 0,0-1 0,1 1 0,-1-1 0,0 1 0,0-1 0,0 1 0,0-1 0,0 1 0,0-1 0,0 1 0,0-1 0,0 1 0,-1-1 0,0 1 0,1-1 0,-1 1 0,0 0 0,0 0 0,0-1 0,1 1 0,-1 0 0,0 0 0,0 0 0,0 0 0,0 0 0,0 0 0,0 0 0,1 1 0,-1-1 0,0 0 0,0 0 0,0 0 0,1 1 0,-2 0 0,-3 1 0,0 0 0,0 1 0,0 0 0,1 0 0,0 0 0,-1 1 0,1-1 0,0 1 0,0 0 0,1 0 0,-1 0 0,1 1 0,0-1 0,0 1 0,1 0 0,-1 0 0,1-1 0,-3 11 0,4-12 0,1 0 0,-1 0 0,0 0 0,1 0 0,0 0 0,0 0 0,0 0 0,0-1 0,0 1 0,1 0 0,-1 0 0,1 0 0,0 0 0,0 0 0,0 0 0,0-1 0,0 1 0,1-1 0,-1 1 0,1-1 0,0 1 0,-1-1 0,1 0 0,0 1 0,0-1 0,1 0 0,-1-1 0,0 1 0,1 0 0,-1-1 0,1 1 0,0-1 0,-1 0 0,1 0 0,4 2 0,0-2 0,0 1 0,0-1 0,1 0 0,-1 0 0,0-1 0,0 0 0,1 0 0,-1-1 0,0 0 0,0 0 0,11-4 0,-14 4 0,-1 0 0,0 0 0,0-1 0,0 1 0,0-1 0,0 0 0,0 0 0,-1 0 0,1 0 0,-1-1 0,5-4 0,-6 5 0,0 0 0,1 0 0,-1 0 0,0 0 0,-1 0 0,1 0 0,0-1 0,-1 1 0,1 0 0,-1-1 0,0 1 0,1 0 0,-1-1 0,0 1 0,-1 0 0,1-1 0,0 1 0,-2-5 0,0 3-80,0 0 0,0 0-1,0 1 1,-1-1 0,1 0-1,-1 1 1,0 0 0,0-1-1,-1 1 1,1 0 0,-1 1 0,1-1-1,-1 1 1,0-1 0,0 1-1,-8-3 1,-3-2-6746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8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24575,'0'-1'0,"0"1"0,0 0 0,0-1 0,0 1 0,0 0 0,0-1 0,1 1 0,-1 0 0,0-1 0,0 1 0,0 0 0,1 0 0,-1-1 0,0 1 0,0 0 0,1 0 0,-1-1 0,0 1 0,1 0 0,-1 0 0,0 0 0,1 0 0,-1 0 0,0-1 0,1 1 0,-1 0 0,0 0 0,1 0 0,-1 0 0,0 0 0,1 0 0,-1 0 0,0 0 0,1 0 0,-1 0 0,1 0 0,-1 0 0,0 1 0,1-1 0,-1 0 0,0 0 0,1 0 0,-1 0 0,0 0 0,1 1 0,18 7 0,-18-7 0,13 6 0,1 2 0,-1 0 0,-1 0 0,0 2 0,13 11 0,-21-17 0,0 0 0,-1 0 0,1 0 0,-1 1 0,-1 0 0,1 0 0,-1 0 0,0 0 0,0 0 0,0 0 0,-1 1 0,0 0 0,-1-1 0,1 1 0,0 7 0,-2-13 0,0 1 0,0-1 0,0 0 0,0 1 0,0-1 0,0 1 0,0-1 0,0 0 0,-1 1 0,1-1 0,0 0 0,-1 1 0,1-1 0,-1 0 0,0 0 0,1 0 0,-1 1 0,0-1 0,0 0 0,0 0 0,1 0 0,-1 0 0,0 0 0,0 0 0,-1 0 0,1-1 0,0 1 0,0 0 0,0-1 0,-1 1 0,1-1 0,0 1 0,0-1 0,-1 1 0,-1-1 0,1 0 0,0 0 0,1 0 0,-1 0 0,1 0 0,-1-1 0,1 1 0,-1-1 0,0 1 0,1-1 0,0 0 0,-1 0 0,1 1 0,-1-1 0,1 0 0,0 0 0,0 0 0,-1 0 0,1-1 0,0 1 0,0 0 0,0 0 0,0-1 0,0 1 0,1 0 0,-1-1 0,0 1 0,1-1 0,-1 1 0,1-1 0,-1-1 0,0-3 0,0 1 0,1 0 0,0 0 0,0-1 0,0 1 0,1 0 0,0 0 0,0-1 0,0 1 0,0 0 0,1 0 0,4-9 0,2-1 0,0 0 0,17-24 0,-19 31-114,0 0 1,1 0-1,0 1 0,0-1 0,1 2 1,-1-1-1,1 1 0,1 0 0,-1 1 1,1 0-1,19-8 0,-11 8-6712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8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37 147 24575,'0'0'0,"-1"0"0,1 0 0,0 0 0,0 1 0,-1-1 0,1 0 0,0 0 0,0 1 0,-1-1 0,1 0 0,0 1 0,0-1 0,0 0 0,0 0 0,0 1 0,0-1 0,-1 0 0,1 1 0,0-1 0,0 0 0,0 1 0,0-1 0,0 0 0,0 1 0,0-1 0,0 0 0,0 1 0,1-1 0,-1 0 0,0 1 0,0-1 0,0 0 0,0 1 0,0-1 0,1 0 0,-1 1 0,0-1 0,0 0 0,0 0 0,1 1 0,-1-1 0,0 0 0,1 1 0,8 14 0,-6-12 0,-1 0 0,1 0 0,-1 0 0,1 0 0,0-1 0,0 1 0,0-1 0,0 0 0,1 0 0,-1 0 0,1 0 0,-1-1 0,1 1 0,-1-1 0,1 0 0,0 0 0,0 0 0,0-1 0,-1 1 0,1-1 0,0 0 0,0 0 0,0 0 0,0-1 0,0 1 0,-1-1 0,1 0 0,0 0 0,0 0 0,-1-1 0,1 1 0,4-3 0,-3 0 0,1 1 0,-1 0 0,0-1 0,0 0 0,0 0 0,-1-1 0,1 1 0,-1-1 0,0 0 0,0 0 0,-1-1 0,1 1 0,-1-1 0,-1 0 0,1 1 0,-1-1 0,0 0 0,3-13 0,-5 16 0,1-1 0,-1 1 0,0-1 0,0 1 0,0-1 0,0 1 0,-1-1 0,0 1 0,1-1 0,-1 1 0,-1 0 0,1-1 0,0 1 0,-1 0 0,1 0 0,-1 0 0,0 0 0,0 0 0,0 0 0,-1 1 0,-4-5 0,4 4 0,-1 1 0,1 0 0,-1 0 0,0 0 0,1 0 0,-1 1 0,0-1 0,0 1 0,0 0 0,0 0 0,0 1 0,-1-1 0,1 1 0,0 0 0,0 0 0,0 0 0,0 1 0,-6 0 0,4 1 0,-1-1 0,0 1 0,0 1 0,1-1 0,-1 1 0,1 0 0,0 1 0,0-1 0,0 1 0,0 1 0,1-1 0,0 1 0,0 0 0,0 0 0,0 0 0,1 1 0,0-1 0,0 1 0,0 0 0,1 0 0,0 1 0,0-1 0,1 1 0,-1-1 0,-1 13 0,2-11 0,1 0 0,1 0 0,-1 0 0,1 0 0,0 0 0,1 0 0,0 0 0,0-1 0,1 1 0,0 0 0,0 0 0,1-1 0,0 1 0,0-1 0,1 0 0,0 0 0,0 0 0,0-1 0,1 1 0,0-1 0,1 0 0,7 7 0,-5-7 0,1 1 0,0-1 0,1-1 0,-1 1 0,1-2 0,0 1 0,0-1 0,1-1 0,-1 0 0,1-1 0,-1 0 0,1 0 0,0-1 0,0 0 0,0-1 0,0 0 0,0-1 0,-1 0 0,1-1 0,0 0 0,-1-1 0,1 0 0,-1-1 0,14-6 0,-20 8-151,-1-1-1,1 1 0,0-1 0,-1 0 1,0 0-1,1 0 0,-1 0 1,4-7-1,2-6-6674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09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24575,'1'0'0,"0"0"0,0 0 0,0 0 0,0 0 0,0 0 0,0 0 0,0 0 0,0 0 0,0 1 0,0-1 0,0 0 0,0 1 0,0-1 0,0 1 0,0-1 0,2 2 0,0 12 0,-1 6 0,0-9 0,0-1 0,1 1 0,1-1 0,0 0 0,0 0 0,1 0 0,1-1 0,-1 0 0,1 0 0,1 0 0,0-1 0,0 0 0,10 9 0,-15-15-59,0-1 0,0 0-1,1 0 1,-1 0-1,0 0 1,1 0 0,-1 0-1,1-1 1,-1 1 0,1-1-1,-1 1 1,1-1 0,-1 0-1,1 0 1,-1 0-1,1-1 1,-1 1 0,1 0-1,-1-1 1,1 0 0,-1 0-1,5-1 1,4-5-6767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24575,'-2'0'0,"-4"0"0,-2 0 0,2 3 0,4 2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152 278 24575,'0'0'0,"1"0"0,0 0 0,0-1 0,0 1 0,0 0 0,-1 0 0,1-1 0,0 1 0,0 0 0,0-1 0,-1 1 0,1-1 0,0 1 0,-1-1 0,1 0 0,0 1 0,-1-1 0,1 1 0,-1-1 0,1 0 0,-1 0 0,1 1 0,-1-1 0,0 0 0,1 0 0,-1 1 0,0-1 0,1 0 0,-1 0 0,0 0 0,0 0 0,0 1 0,0-1 0,0 0 0,0 0 0,0 0 0,0 0 0,0 0 0,0 1 0,-1-1 0,1 0 0,0 0 0,-1 0 0,1 0 0,0 1 0,-1-1 0,1 0 0,-1 0 0,1 1 0,-1-1 0,1 0 0,-1 1 0,0-1 0,1 1 0,-1-1 0,0 1 0,1-1 0,-1 1 0,0-1 0,0 1 0,1 0 0,-1-1 0,0 1 0,0 0 0,0 0 0,-1-1 0,-4 0 0,1 1 0,-1-1 0,0 1 0,0 0 0,0 0 0,0 1 0,0-1 0,0 1 0,0 1 0,0-1 0,1 1 0,-1 0 0,0 0 0,1 1 0,0 0 0,0 0 0,-1 0 0,2 0 0,-1 1 0,-8 7 0,10-8 0,1 0 0,0-1 0,-1 1 0,1 0 0,0 0 0,0 1 0,1-1 0,-1 0 0,1 1 0,-1-1 0,1 1 0,0-1 0,0 1 0,1-1 0,-1 1 0,1 0 0,0-1 0,0 1 0,0 0 0,0-1 0,0 1 0,1 0 0,0-1 0,0 1 0,0 0 0,0-1 0,0 0 0,1 1 0,0-1 0,0 0 0,-1 0 0,2 0 0,-1 0 0,4 4 0,-2-3 0,0 1 0,1-1 0,-1 0 0,1-1 0,0 1 0,1-1 0,-1 0 0,0 0 0,1-1 0,0 0 0,-1 1 0,1-2 0,0 1 0,0-1 0,0 0 0,0 0 0,0-1 0,0 0 0,1 0 0,-1 0 0,0-1 0,0 1 0,0-2 0,10-2 0,-9 2 0,0 0 0,0-1 0,0 0 0,-1 0 0,1 0 0,-1-1 0,1 0 0,-1-1 0,0 1 0,-1-1 0,1 0 0,-1 0 0,0-1 0,0 0 0,-1 0 0,1 0 0,-2 0 0,1-1 0,0 1 0,2-8 0,-3 0 0,0 0 0,0 0 0,-2 0 0,0-1 0,0 1 0,-1 0 0,-1 0 0,0 0 0,-5-18 0,1 6 0,-2 1 0,-1 0 0,-1 0 0,-13-27 0,21 51 0,1 0 0,-1 0 0,1-1 0,-1 1 0,1 0 0,-1 0 0,0 0 0,1 0 0,-1 0 0,0 0 0,0 0 0,0 0 0,0 0 0,0 0 0,0 0 0,0 0 0,-2 0 0,2 1 0,1 0 0,-1 0 0,1 1 0,-1-1 0,1 1 0,-1-1 0,1 0 0,-1 1 0,1-1 0,-1 1 0,1-1 0,0 1 0,-1-1 0,1 1 0,0-1 0,0 1 0,-1-1 0,1 1 0,0-1 0,0 1 0,0 0 0,0-1 0,0 1 0,0-1 0,0 2 0,-3 54 0,3-51 0,9 168 0,-6-151 0,1 0 0,1-1 0,1 0 0,0 1 0,18 35 0,-19-48-341,0 0 0,1 0-1,13 15 1,-2-7-6485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3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24575,'6'134'-682,"24"138"-1,-28-255-6143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37 111 24575,'-12'-20'0,"8"14"0,0 0 0,1 0 0,-1 0 0,1-1 0,-3-9 0,6 14 0,0 1 0,-1 0 0,1 0 0,0-1 0,0 1 0,0 0 0,0-1 0,0 1 0,1 0 0,-1 0 0,0-1 0,0 1 0,1 0 0,-1 0 0,1 0 0,-1-1 0,1 1 0,0 0 0,-1 0 0,1 0 0,0 0 0,0 0 0,0 0 0,-1 0 0,1 1 0,0-1 0,0 0 0,0 0 0,1 1 0,-1-1 0,0 0 0,0 1 0,0-1 0,0 1 0,1 0 0,0-1 0,5-1 0,1 1 0,-1-1 0,0 1 0,1 1 0,-1-1 0,0 1 0,1 1 0,-1-1 0,0 1 0,1 1 0,-1-1 0,0 1 0,0 1 0,0-1 0,0 1 0,0 0 0,7 5 0,-10-6 0,0 1 0,-1-1 0,1 0 0,-1 1 0,0 0 0,0 0 0,0 0 0,0 0 0,0 0 0,-1 0 0,1 1 0,-1-1 0,0 1 0,0 0 0,0 0 0,-1 0 0,1 0 0,-1 0 0,0 0 0,0 0 0,0 0 0,-1 0 0,1 1 0,-1-1 0,0 0 0,-1 0 0,1 1 0,-1-1 0,1 0 0,-1 0 0,-2 4 0,2-4-39,-1 0 0,0 0 0,0 0 0,-1-1 0,1 1 0,-1-1 0,0 1 0,0-1 0,0 0 0,0 0 0,0 0 0,-1-1 0,1 1 0,-1-1 0,0 1 0,1-1 0,-1-1 0,0 1 0,0 0 0,-1-1 0,1 0 0,0 0 0,0 0 0,-1-1 0,1 1 0,0-1 0,-1 0 0,1 0 0,0-1 0,-1 1 0,1-1 0,0 0 0,0 0 0,-8-3 0,0-3-6787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24575,'40'-5'0,"-35"4"0,-1 0 0,0 0 0,0 0 0,1 1 0,-1 0 0,1-1 0,-1 2 0,0-1 0,1 0 0,-1 1 0,0 0 0,0 0 0,1 0 0,-1 1 0,0-1 0,4 3 0,-1 1 0,0 0 0,-1 0 0,0 1 0,0 0 0,0 0 0,-1 0 0,1 1 0,-1 0 0,-1 0 0,0 0 0,0 1 0,0-1 0,-1 1 0,0 0 0,0 0 0,-1 0 0,0 0 0,1 14 0,-3-19 0,0 0 0,0 0 0,-1 1 0,0-1 0,1 0 0,-1 0 0,0 0 0,0 0 0,-1 0 0,1 0 0,-1-1 0,1 1 0,-1 0 0,0-1 0,-2 3 0,3-3 0,-1-1 0,1 1 0,-1 0 0,1-1 0,-1 0 0,1 1 0,-1-1 0,0 0 0,0 0 0,0 0 0,0 0 0,1 0 0,-1 0 0,0-1 0,-1 1 0,1-1 0,0 1 0,0-1 0,0 0 0,0 0 0,0 0 0,0 0 0,-3 0 0,4-1 0,0 1 0,0-1 0,0 1 0,1-1 0,-1 1 0,0-1 0,1 0 0,-1 1 0,0-1 0,1 0 0,-1 0 0,1 1 0,-1-1 0,1 0 0,0 0 0,-1 0 0,1 0 0,0 0 0,-1 0 0,1 1 0,0-1 0,0 0 0,0 0 0,0 0 0,0 0 0,0 0 0,0 0 0,0 0 0,0 0 0,1 0 0,-1 0 0,0 1 0,1-3 0,11-30 0,-4 19 0,0 1 0,1-1 0,1 2 0,0-1 0,0 2 0,1-1 0,1 1 0,0 1 0,14-10 0,-25 19 0,0 1 0,0-1 0,0 0 0,0 0 0,1 1 0,-1-1 0,0 1 0,0-1 0,0 1 0,1-1 0,-1 1 0,0 0 0,1 0 0,-1-1 0,0 1 0,0 0 0,1 0 0,-1 0 0,0 1 0,1-1 0,-1 0 0,0 0 0,1 1 0,-1-1 0,0 1 0,0-1 0,0 1 0,1-1 0,-1 1 0,0 0 0,0-1 0,0 1 0,0 0 0,0 0 0,0 0 0,0 0 0,-1 0 0,1 0 0,0 0 0,0 0 0,0 2 0,3 6 0,-1-1 0,-1 1 0,1 0 0,-1 0 0,1 11 0,2 5 0,18 59-1365,-20-73-5461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 24575,'-3'-2'0,"-2"-1"0,-3 0 0,-1 3 0,2 3 0,5 5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54 24575,'1'-2'0,"-1"0"0,0 0 0,0 0 0,-1-1 0,1 1 0,0 0 0,-1 0 0,0 0 0,1 0 0,-1 0 0,0 0 0,0 0 0,0 0 0,0 0 0,0 0 0,-1 0 0,1 1 0,0-1 0,-1 0 0,1 1 0,-1-1 0,0 1 0,-1-2 0,0 2 0,0 0 0,0 0 0,1 0 0,-1 1 0,0-1 0,0 1 0,0-1 0,0 1 0,0 0 0,0 0 0,0 0 0,1 0 0,-1 1 0,0-1 0,0 1 0,0 0 0,-3 1 0,1 0 0,-1 1 0,1-1 0,0 1 0,0 0 0,0 0 0,0 1 0,1 0 0,-1 0 0,1 0 0,0 0 0,0 0 0,0 1 0,1 0 0,-1 0 0,1 0 0,1 0 0,-1 0 0,1 1 0,0-1 0,-2 8 0,3-9 0,0 0 0,0 0 0,0 0 0,1 1 0,0-1 0,-1 0 0,2 0 0,-1 1 0,0-1 0,1 0 0,0 0 0,0 0 0,0 0 0,1 0 0,-1 0 0,1 0 0,0 0 0,0 0 0,0-1 0,1 1 0,-1-1 0,1 1 0,0-1 0,0 0 0,0 0 0,0 0 0,0-1 0,7 5 0,3-1-136,-1-1-1,1 0 1,1-1-1,-1 0 1,0-1-1,1-1 1,0 0-1,0-1 0,16 0 1,2 0-6690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84 24575,'15'0'0,"28"-6"0,-40 6 0,-1-1 0,1 0 0,0 0 0,0 0 0,-1 0 0,1 0 0,0 0 0,-1-1 0,0 1 0,1-1 0,3-4 0,-5 5 0,0 0 0,-1 0 0,1 0 0,-1 0 0,1 0 0,-1 0 0,0-1 0,1 1 0,-1 0 0,0 0 0,0-1 0,0 1 0,0 0 0,0 0 0,0 0 0,0-1 0,0 1 0,0 0 0,-1 0 0,1 0 0,0-1 0,-1 1 0,1 0 0,-1 0 0,0 0 0,1 0 0,-1 0 0,0 0 0,1 0 0,-3-2 0,1 1 0,0 0 0,0 0 0,-1 0 0,1 0 0,0 1 0,-1-1 0,1 1 0,-1-1 0,0 1 0,0 0 0,1 0 0,-1 0 0,0 0 0,0 1 0,0-1 0,0 1 0,0-1 0,0 1 0,0 0 0,0 0 0,0 1 0,0-1 0,-3 2 0,-3-1 0,0 1 0,0 1 0,1-1 0,0 2 0,-1-1 0,-10 7 0,14-7 0,0 1 0,0-1 0,1 1 0,-1 0 0,1 0 0,0 0 0,0 0 0,1 1 0,-1-1 0,1 1 0,0 0 0,0 0 0,1 0 0,-1 1 0,1-1 0,0 1 0,-1 5 0,2-7 0,1 1 0,-1-1 0,1 1 0,0-1 0,0 1 0,1-1 0,-1 1 0,1-1 0,0 0 0,0 1 0,1-1 0,-1 0 0,1 0 0,0 0 0,0 0 0,0 0 0,1 0 0,-1-1 0,1 1 0,0-1 0,0 1 0,5 3 0,-1-1 34,1 0 1,0 0-1,1-1 0,-1 0 0,1-1 0,0 1 0,0-2 0,1 0 0,15 4 1,-9-4-320,0 0 1,0-2-1,0 0 1,0-1-1,19-2 1,4-3-6542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6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17 24575,'0'-3'0,"0"-2"0,-3-1 0,-2 3 0,-1 5 0,-1 3 0,0 4 0,1 5 0,0 5 0,0 3 0,2 3 0,1 2 0,-1 1 0,0 0 0,1-3 0,1-2 0,0-4 0,1-4-8191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24575,'0'-2'0,"0"1"0,0 0 0,0 0 0,0 0 0,0-1 0,0 1 0,0 0 0,1 0 0,-1 0 0,0-1 0,1 1 0,-1 0 0,1 0 0,-1 0 0,1 0 0,-1 0 0,1 0 0,0 0 0,1-2 0,-2 3 0,1 0 0,0 0 0,-1 0 0,1 0 0,0-1 0,0 1 0,-1 0 0,1 0 0,0 0 0,0 0 0,-1 0 0,1 1 0,0-1 0,-1 0 0,1 0 0,0 0 0,0 1 0,-1-1 0,1 0 0,-1 1 0,1-1 0,0 1 0,0 0 0,7 5 0,0 0 0,-1 1 0,11 13 0,-9-10 0,-6-8 0,75 73 0,-65-64 0,1-1 0,0 0 0,1-1 0,20 10 0,-33-18 0,-1 0 0,1 0 0,0 0 0,0-1 0,0 1 0,0-1 0,-1 1 0,1-1 0,0 0 0,0 0 0,0 1 0,0-2 0,0 1 0,0 0 0,0 0 0,0 0 0,0-1 0,0 1 0,0-1 0,0 0 0,3-1 0,-3 0 0,0 0 0,0 0 0,0 0 0,0 0 0,0 0 0,-1 0 0,1-1 0,-1 1 0,1-1 0,-1 1 0,0-1 0,0 1 0,1-5 0,1-5 0,0 0 0,-1 0 0,-1-1 0,0 1 0,-1-23 0,-1 22 0,1-4 0,-1 1 0,-1-1 0,0 1 0,-1-1 0,-1 1 0,-9-23 0,13 38 0,0 0 0,0 1 0,0-1 0,-1 1 0,1-1 0,0 0 0,-1 1 0,1-1 0,0 1 0,-1-1 0,1 1 0,-1-1 0,1 1 0,-1 0 0,1-1 0,-1 1 0,1 0 0,-1-1 0,1 1 0,-1 0 0,1-1 0,-2 1 0,1 0 0,1 0 0,-1 0 0,1 1 0,-1-1 0,1 0 0,-1 0 0,1 1 0,0-1 0,-1 0 0,1 1 0,-1-1 0,1 0 0,0 1 0,-1-1 0,1 1 0,0-1 0,0 1 0,-1-1 0,1 1 0,0 0 0,-8 29 0,11 11-1365,0-21-5461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83 24575,'1'-1'0,"1"0"0,-1-1 0,0 1 0,0-1 0,0 1 0,0-1 0,0 1 0,0-1 0,0 1 0,-1-1 0,1 0 0,0 0 0,-1 1 0,0-1 0,1 0 0,-1 0 0,0 0 0,0 1 0,0-1 0,0 0 0,0 0 0,0 0 0,-1 1 0,1-1 0,0 0 0,-1 0 0,0 1 0,1-1 0,-1 0 0,-1-2 0,0 2 0,1 0 0,-1 0 0,0 0 0,1 0 0,-1 0 0,0 0 0,0 1 0,0-1 0,-1 1 0,1-1 0,0 1 0,0 0 0,-1 0 0,1 0 0,-1 0 0,1 0 0,-1 0 0,1 1 0,-1-1 0,-3 1 0,-3 0 0,1 1 0,-1 0 0,1 0 0,-1 1 0,1 0 0,0 0 0,0 1 0,0 0 0,0 0 0,0 1 0,-8 5 0,12-6 0,0 0 0,0 0 0,0 0 0,0 0 0,0 0 0,1 1 0,-1 0 0,1 0 0,0 0 0,0 0 0,1 0 0,-1 0 0,1 1 0,0 0 0,0-1 0,0 1 0,1 0 0,0 0 0,-1 0 0,1 5 0,1-7 0,0 0 0,0-1 0,0 1 0,0-1 0,0 1 0,1-1 0,-1 1 0,1-1 0,0 1 0,0-1 0,0 1 0,0-1 0,0 0 0,0 0 0,1 0 0,-1 1 0,1-1 0,0 0 0,2 2 0,-1-2 0,0 1 0,1-1 0,-1 0 0,1-1 0,-1 1 0,1-1 0,0 1 0,0-1 0,-1 0 0,1 0 0,6 0 0,1 0 0,-1-1 0,1 0 0,-1-1 0,1 0 0,-1-1 0,0 0 0,1 0 0,15-7 0,-19 5 0,0 1 0,0-2 0,-1 1 0,0 0 0,1-1 0,-2 0 0,1-1 0,-1 0 0,1 1 0,4-9 0,-7 10 0,0-1 0,0 1 0,0-1 0,-1 0 0,0 1 0,0-1 0,0 0 0,0-1 0,-1 1 0,0 0 0,0 0 0,0-1 0,-1-9 0,1 24-97,0 0-1,1 0 1,0 0-1,0 0 1,1-1-1,0 0 1,0 1-1,1-1 1,0 0-1,0 0 1,1-1-1,0 1 0,8 7 1,-2-5-6729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84 24575,'-2'-2'0,"0"0"0,0 0 0,1 0 0,-1 0 0,0-1 0,1 1 0,-1 0 0,1-1 0,0 1 0,0-1 0,0 1 0,-1-5 0,22 30 0,-8-4 0,-2 0 0,0 1 0,-2 0 0,0 0 0,-1 1 0,7 38 0,-14-69 0,0 0 0,1 0 0,0 1 0,1-1 0,0 0 0,0 1 0,5-12 0,-1 2 0,2 0 0,0 0 0,13-20 0,10-4 0,-30 41 0,1 1 0,-1-1 0,1 0 0,0 1 0,0-1 0,0 0 0,0 1 0,0 0 0,0 0 0,0-1 0,1 1 0,-1 1 0,0-1 0,0 0 0,1 0 0,-1 1 0,1 0 0,-1-1 0,3 1 0,-3 0 0,-1 1 0,1 0 0,-1-1 0,1 1 0,-1 0 0,0-1 0,0 1 0,1 0 0,-1 0 0,0 0 0,0 0 0,0 0 0,0 1 0,0-1 0,0 0 0,0 0 0,0 1 0,-1-1 0,1 0 0,0 1 0,-1-1 0,1 3 0,9 37 0,-9-35 0,3 26 0,-1 1 0,-2 58 0,-1-110 0,2-1 0,8-36 0,-9 50 0,0 0 0,1 0 0,0 1 0,0-1 0,1 1 0,0-1 0,0 1 0,0 0 0,0 0 0,1 1 0,0-1 0,0 0 0,0 1 0,0 0 0,6-4 0,-8 7 0,0 0 0,-1 0 0,1 0 0,0 1 0,0-1 0,-1 0 0,1 1 0,0-1 0,0 1 0,0 0 0,0 0 0,0-1 0,0 1 0,0 0 0,-1 1 0,1-1 0,0 0 0,0 1 0,3 0 0,-1 1 0,-1 0 0,1-1 0,-1 1 0,0 1 0,0-1 0,0 0 0,0 1 0,0-1 0,3 6 0,1 1 0,-1 0 0,1 0 0,-2 1 0,1 0 0,6 21 0,-10-27-114,0 1 1,-1 0-1,0 0 0,0 1 0,0-1 1,-1 0-1,0 0 0,0 0 0,0 0 1,0 1-1,-2 6 0,-2-3-6712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50 116 24575,'-2'-1'0,"0"1"0,-1-1 0,1 1 0,0-1 0,0 0 0,0 0 0,-1 0 0,-1-1 0,2 1 0,0 0 0,0 0 0,0 0 0,-1 0 0,1 0 0,0 1 0,0-1 0,-3 0 0,4 1 0,1 0 0,0 0 0,0 0 0,-1 1 0,1-1 0,0 0 0,0 0 0,0 0 0,-1 0 0,1 0 0,0 0 0,0 1 0,0-1 0,0 0 0,-1 0 0,1 0 0,0 0 0,0 1 0,0-1 0,0 0 0,0 0 0,0 0 0,0 1 0,-1-1 0,1 0 0,0 0 0,0 1 0,0-1 0,0 0 0,0 0 0,0 1 0,0-1 0,0 0 0,0 0 0,0 0 0,0 1 0,0-1 0,0 0 0,1 0 0,-1 1 0,0-1 0,0 0 0,0 0 0,0 0 0,0 1 0,0-1 0,0 0 0,1 0 0,-1 0 0,0 0 0,0 1 0,0-1 0,1 0 0,-1 0 0,9 12 0,-5-7 0,1 0 0,0-1 0,0 0 0,1 0 0,-1-1 0,1 0 0,0 0 0,0 0 0,0 0 0,0-1 0,0 0 0,1 0 0,-1-1 0,1 0 0,-1 0 0,9 0 0,-11-1 0,0 0 0,0 0 0,-1-1 0,1 1 0,0-1 0,0 0 0,0 0 0,-1-1 0,1 1 0,0-1 0,-1 1 0,0-1 0,1 0 0,-1-1 0,0 1 0,0 0 0,0-1 0,0 0 0,0 0 0,-1 0 0,1 0 0,-1 0 0,0 0 0,0 0 0,0-1 0,-1 1 0,1-1 0,1-5 0,-2 6 0,0 0 0,-1-1 0,1 1 0,-1 0 0,0 0 0,0 0 0,0-1 0,-1 1 0,1 0 0,-1 0 0,1 0 0,-1 0 0,0 0 0,0 0 0,-1 0 0,1 0 0,0 0 0,-1 0 0,0 1 0,0-1 0,0 0 0,0 1 0,0 0 0,0-1 0,-1 1 0,1 0 0,-1 0 0,1 1 0,-1-1 0,-3-2 0,2 2 0,-1 0 0,1 0 0,0 0 0,-1 0 0,1 0 0,-1 1 0,1 0 0,-1 0 0,0 0 0,1 1 0,-1-1 0,0 1 0,0 0 0,1 1 0,-1-1 0,0 1 0,1 0 0,-1 0 0,-8 3 0,8-1 0,0 0 0,0 0 0,1 0 0,0 1 0,-1-1 0,1 1 0,1 0 0,-1 1 0,0-1 0,1 0 0,0 1 0,0 0 0,0 0 0,1 0 0,0 0 0,0 0 0,0 0 0,0 1 0,1-1 0,0 1 0,0-1 0,0 11 0,1-10 0,0 1 0,0 0 0,1 0 0,0 0 0,1 0 0,-1-1 0,1 1 0,0-1 0,1 1 0,0-1 0,0 0 0,0 0 0,0 0 0,1 0 0,0-1 0,1 1 0,-1-1 0,6 5 0,-3-4-54,1-1-1,-1 0 0,1 0 1,0-1-1,0 0 1,0 0-1,1-1 0,0 0 1,-1-1-1,1 0 1,0 0-1,0 0 0,0-2 1,0 1-1,0-1 0,1 0 1,-1-1-1,0 0 1,0 0-1,0-1 0,0 0 1,-1-1-1,1 0 1,9-4-1,3-5-6771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9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24575,'0'-36'0,"0"34"0,0 4 0,0 22 0,11 1213 0,-8-426 0,-4-591 0,-2-157 0,1-38 0,2 32 0,3-48 342,4-11-2049,0-6-5119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22 171 24575,'-17'-5'0,"12"1"0,11 1 0,406-15 17,-236 15-212,1277-64-5242,68-2 2500,654 68 2081,-2134 2 841,647 22 438,-233 0 3539,-443-22-3705,0-1 507,0 1 0,21 5-1,-32-6-730,-1 0 0,0 0 0,1 0 0,-1 0 0,0 0-1,0 0 1,1 0 0,-1 0 0,0 0 0,1 0 0,-1 0-1,0 0 1,0 0 0,1 0 0,-1 1 0,0-1-1,0 0 1,1 0 0,-1 0 0,0 0 0,0 1 0,1-1-1,-1 0 1,0 0 0,0 1 0,0-1 0,0 0 0,0 0-1,1 1 1,-1-1 0,0 0 0,0 0 0,0 1 0,0 0-1,-9 5 655,-19 2-138,27-8-535,-69 10 99,52-9-119,1 1 1,0 1 0,-23 7-1,40-10 6,0 0 0,0 0 0,0 0 0,-1 0 0,1 0 0,0 0 0,0 0 0,0 0 0,0 0 0,0 0 0,-1 0 0,1 0 0,0 1 0,0-1 0,0 0 0,0 0 0,0 0 0,0 0 0,0 0 0,0 0 0,0 0 0,-1 1 0,1-1 0,0 0 0,0 0 0,0 0 0,0 0 0,0 0 0,0 1 0,0-1 0,0 0 0,0 0 0,0 0 0,0 0 0,0 0 0,0 1 0,0-1 0,0 0 0,0 0 0,0 0 0,0 0 0,1 1 0,5 7 0,16 8 0,-16-11 0,1 1 0,1 0 0,-2 0 0,1 1 0,-1 0 0,0 0 0,0 1 0,-1 0 0,0 0 0,-1 0 0,0 1 0,0-1 0,0 1 0,-1 0 0,-1 0 0,1 0 0,-2 0 0,1 1 0,0 15 0,0 81 0,-13 140 0,1-90 0,7 94 0,38 318 0,-21-416 0,30 233 0,-41-373 0,-2-9 0,0 0 0,-1 1 0,1-1 0,-1 0 0,0 1 0,0-1 0,0 4 0,0-6 0,-1 0 0,1 0 0,0 0 0,-1 0 0,1 0 0,-1 0 0,1 0 0,-1 0 0,0 0 0,1 0 0,-1 0 0,0-1 0,0 1 0,0 0 0,0 0 0,1-1 0,-1 1 0,0-1 0,0 1 0,0-1 0,0 1 0,0-1 0,0 1 0,-1-1 0,0 0 0,-885 188-426,-16-97-1,-316-36-1692,-3-21 534,828-24 1272,-650 10-1214,348-16 7758,677-3-6138,-32 5-1,39-4-94,1 0-1,-1-1 1,0 0 0,1-1-1,-1 0 1,0-1 0,-13-2-1,-3-5-1362,3-1-5461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3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28 24575,'-34'-5'0,"29"4"0,-1 0 0,1 0 0,-1 1 0,0-1 0,-10 2 0,16-1 0,-1 0 0,1 0 0,-1 0 0,1 0 0,0 0 0,-1 0 0,1 0 0,-1 0 0,1 0 0,-1 0 0,1 0 0,0 0 0,-1 0 0,1 0 0,-1 1 0,1-1 0,0 0 0,-1 0 0,1 0 0,0 1 0,-1-1 0,1 0 0,0 1 0,-1-1 0,1 0 0,0 0 0,-1 1 0,1-1 0,0 1 0,0-1 0,0 0 0,-1 1 0,1-1 0,0 1 0,0-1 0,0 0 0,0 1 0,0-1 0,0 1 0,0-1 0,0 0 0,0 1 0,0-1 0,0 1 0,0-1 0,0 1 0,0-1 0,0 0 0,0 1 0,0-1 0,1 1 0,-1-1 0,0 0 0,0 1 0,0-1 0,1 1 0,-1-1 0,0 0 0,1 1 0,-1-1 0,0 0 0,1 0 0,-1 1 0,3 1 0,-1 0 0,0 0 0,1 0 0,-1 0 0,1 0 0,0-1 0,-1 1 0,5 0 0,8 2 0,0-1 0,0 0 0,0-1 0,28-1 0,65-7 0,-76 4 0,378-42 0,-406 43 0,32-6 0,-36 7 3,0 0-1,-1 0 1,1 0-1,0 0 0,0 0 1,0 0-1,0 0 1,0 0-1,0 0 1,0-1-1,0 1 1,0 0-1,0 0 0,0 0 1,0 0-1,0 0 1,0 0-1,0 0 1,0 0-1,0 0 0,0 0 1,0 0-1,0 0 1,0 0-1,-1 0 1,1 0-1,0 0 0,0 0 1,0-1-1,0 1 1,0 0-1,0 0 1,0 0-1,0 0 1,0 0-1,0 0 0,0 0 1,1 0-1,-1 0 1,0 0-1,0 0 1,0 0-1,0 0 0,0 0 1,0-1-1,0 1 1,0 0-1,0 0 1,0 0-1,0 0 1,0 0-1,0 0 0,0 0 1,0 0-1,0 0 1,0 0-1,0 0 1,0 0-1,0 0 0,0 0 1,1 0-1,-1 0 1,0 0-1,0 0 1,0 0-1,0 0 1,0 0-1,0 0 0,0 0 1,-8-2 168,-11-1-1878,6 3-5119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5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24575,'0'1'0,"0"1"0,1-1 0,-1 0 0,1 1 0,-1-1 0,1 0 0,-1 1 0,1-1 0,0 0 0,-1 0 0,1 0 0,0 0 0,2 2 0,-2-2 0,0 1 0,0-1 0,0 0 0,0 1 0,0-1 0,0 1 0,-1-1 0,1 1 0,0-1 0,-1 1 0,1-1 0,0 3 0,-1 12 0,0 0 0,-4 19 0,0 16 0,7-5-1365,0-34-5461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6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27 24575,'2'-3'0,"6"-14"0,-8 17 0,0-1 0,0 1 0,0 0 0,1-1 0,-1 1 0,0 0 0,0-1 0,0 1 0,0 0 0,1-1 0,-1 1 0,0 0 0,0-1 0,1 1 0,-1 0 0,0 0 0,1 0 0,-1-1 0,0 1 0,0 0 0,1 0 0,-1 0 0,0 0 0,1-1 0,-1 1 0,1 0 0,-1 0 0,0 0 0,1 0 0,-1 0 0,0 0 0,1 0 0,-1 0 0,0 0 0,1 0 0,-1 3 0,1-1 0,-1 1 0,0-1 0,-1 1 0,1-1 0,0 1 0,-1-1 0,1 0 0,-1 1 0,0-1 0,0 0 0,-1 3 0,0 2 0,-18 64 0,-19 132 0,35-175 0,2 1 0,2 0 0,0 0 0,2 0 0,1 0 0,1 0 0,13 46 0,-14-65-72,1 1 1,0-1-1,0-1 0,1 1 0,0-1 0,1 0 0,-1 0 0,2 0 1,0-1-1,0 0 0,0 0 0,1 0 0,0-1 0,0-1 0,1 1 1,0-1-1,0-1 0,14 7 0,9-2-6754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6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24575,'-10'-1'0,"-1"2"0,0 0 0,1 0 0,-1 1 0,0 0 0,1 1 0,-13 4 0,17-4 0,1 0 0,-1 0 0,1 0 0,0 1 0,0-1 0,0 1 0,1 0 0,-1 1 0,1-1 0,0 1 0,0 0 0,0 0 0,1 0 0,-3 6 0,2-4 0,0 2 0,1-1 0,0 0 0,0 1 0,1-1 0,0 1 0,1 0 0,0 0 0,0 0 0,1 0 0,0 0 0,1-1 0,0 1 0,0 0 0,0 0 0,2 0 0,-1-1 0,5 11 0,-5-13 0,1 0 0,1 0 0,-1 0 0,1-1 0,0 0 0,0 1 0,0-1 0,1-1 0,-1 1 0,1-1 0,1 0 0,-1 0 0,0 0 0,1-1 0,0 1 0,0-1 0,0-1 0,0 1 0,0-1 0,1 0 0,-1-1 0,1 1 0,-1-1 0,14 0 0,-12-1 0,1-1 0,-1 1 0,1-2 0,-1 1 0,0-1 0,1 0 0,-1-1 0,0 0 0,0 0 0,-1-1 0,1 0 0,-1 0 0,14-11 0,-17 12 0,-1 0 0,1-1 0,-1 1 0,1-1 0,-1 0 0,0 0 0,0 0 0,-1 0 0,1-1 0,-1 1 0,0-1 0,0 1 0,-1-1 0,1 0 0,-1 0 0,0 1 0,0-1 0,0 0 0,-1 0 0,0 0 0,0 0 0,0 0 0,-1 0 0,0 0 0,-1-6 0,0 3 27,-1 0-1,0 0 0,0 1 0,-1-1 1,1 1-1,-2 0 0,1 0 0,-1 1 1,0-1-1,0 1 0,-1 0 0,-8-7 1,5 6-241,-1 0 1,0 1 0,-1 0-1,1 0 1,-1 1 0,0 1-1,-20-6 1,15 5-6613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6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23 24575,'0'-1'0,"0"-1"0,0 1 0,-1 0 0,1 0 0,0 0 0,-1 0 0,1 0 0,-1 0 0,1 0 0,-1 1 0,1-1 0,-1 0 0,0 0 0,1 0 0,-1 0 0,0 1 0,0-1 0,0 0 0,1 1 0,-1-1 0,0 1 0,0-1 0,0 1 0,0-1 0,0 1 0,0-1 0,0 1 0,0 0 0,0 0 0,0 0 0,0-1 0,-1 1 0,1 0 0,0 0 0,-1 1 0,-3-2 0,1 1 0,-1 1 0,1-1 0,-1 1 0,1 0 0,-1 0 0,-3 1 0,0 2 0,1-1 0,-1 1 0,1 1 0,0-1 0,1 1 0,-1 0 0,1 1 0,0 0 0,0 0 0,-7 9 0,6-4 0,0 0 0,0 1 0,1 0 0,0 0 0,-7 25 0,6-10 0,1-1 0,2 1 0,0 0 0,2 0 0,3 49 0,2-32 0,3-1 0,2 1 0,1-1 0,31 83 0,-39-122-124,1 1 0,0 0 0,0-1 0,0 0 0,0 1 0,1-1-1,0 0 1,0 0 0,0 0 0,6 5 0,1-3-6702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10 24575,'-1'-1'0,"1"0"0,-1 0 0,0 1 0,0-1 0,0 0 0,0 1 0,0-1 0,0 1 0,0-1 0,0 1 0,0-1 0,0 1 0,0 0 0,0-1 0,0 1 0,0 0 0,0 0 0,-1 0 0,1 0 0,0 0 0,0 0 0,-2 0 0,1 1 0,0 0 0,0 0 0,0 0 0,0 0 0,0 0 0,1 0 0,-1 0 0,0 0 0,0 1 0,-2 2 0,-1 2 0,0 1 0,0-1 0,1 1 0,-1 0 0,-3 9 0,-1 9 0,1-1 0,1 1 0,1 1 0,1-1 0,2 1 0,0 0 0,2 0 0,0 0 0,4 27 0,7 34 0,26 112 0,-20-128-1365,-8-45-5461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62 24575,'-3'0'0,"-2"0"0,1 0 0,9 0 0,8-3 0,8 0 0,11-2 0,10-1 0,11-1 0,7 1 0,5 1 0,3-1 0,2-2 0,-2 1 0,-13 1-8191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31 24575,'0'-2'0,"0"1"0,-1 0 0,1-1 0,0 1 0,-1 0 0,1-1 0,-1 1 0,0 0 0,1-1 0,-1 1 0,0 0 0,0 0 0,0 0 0,1 0 0,-1-1 0,0 1 0,-1 1 0,1-1 0,0 0 0,0 0 0,0 0 0,0 0 0,-3 0 0,3 0 0,0 1 0,0 0 0,0-1 0,0 1 0,0 0 0,1 0 0,-1-1 0,0 1 0,0 0 0,0 0 0,0 0 0,0 0 0,0 0 0,0 0 0,0 1 0,0-1 0,0 0 0,0 0 0,0 1 0,0-1 0,0 1 0,0-1 0,0 1 0,0-1 0,0 1 0,1-1 0,-1 1 0,0 0 0,0-1 0,1 1 0,-1 0 0,1 0 0,-1-1 0,0 2 0,-3 6 0,1-1 0,1 1 0,-1 0 0,1 0 0,1 0 0,-1 0 0,1 13 0,1 61 0,1-60 0,2 22-273,1 0 0,3-1 0,1 1 0,19 54 0,-19-72-6553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24575,'0'-3'0,"3"3"0,2 2 0,1 6 0,2 5 0,-1 1 0,-1 3 0,-2 4 0,-2 3 0,-1-1 0,0-2 0,-1-1 0,-1-3 0,1-2 0,0-3-8191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29 24575,'-3'-4'0,"0"-5"0,-2 1 0,2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0 0,-1 0 0,0 1 0,0-1 0,1 1 0,-1-1 0,0 1 0,0 0 0,0 0 0,0 0 0,0 0 0,0 0 0,0 1 0,0-1 0,-1 0 0,1 1 0,0 0 0,-1-1 0,1 1 0,-1 0 0,1 0 0,-1 0 0,0 0 0,0 0 0,0 0 0,0 0 0,0 0 0,-1 0 0,1 0 0,0 5 0,1 6 0,0 0 0,-1 1 0,-1-1 0,-1 19 0,0-10 0,0-10 0,0-9 0,1 0 0,0 0 0,0 0 0,0 0 0,0 1 0,0-1 0,0 0 0,1 0 0,0 0 0,-1 0 0,1 0 0,2 3 0,-2-7 0,1 0 0,-1-1 0,0 1 0,1-1 0,-1 1 0,0-1 0,0 0 0,0 1 0,0-1 0,1-3 0,-2 5 0,25-59 0,-19 43 0,0 0 0,1 1 0,1 0 0,0 0 0,13-17 0,-20 31 0,0-1 0,-1 1 0,1 0 0,0 0 0,1 0 0,-1 0 0,0 0 0,0 0 0,0 0 0,1 0 0,-1 0 0,0 1 0,1-1 0,-1 0 0,1 1 0,-1-1 0,0 1 0,1 0 0,-1-1 0,1 1 0,0 0 0,1 0 0,-1 0 0,-1 1 0,1 0 0,-1-1 0,0 1 0,1 0 0,-1 0 0,1 0 0,-1 0 0,0 0 0,0 0 0,0 0 0,0 0 0,0 1 0,0-1 0,0 0 0,0 1 0,1 1 0,3 8 0,0 1 0,0-1 0,-2 1 0,4 14 0,-6-22 0,26 99-1365,-23-89-5461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3 110 24575,'0'-2'0,"1"1"0,-1-1 0,0 1 0,1 0 0,-1-1 0,1 1 0,0 0 0,0 0 0,-1 0 0,1-1 0,0 1 0,0 0 0,0 0 0,0 0 0,0 0 0,0 0 0,0 1 0,0-1 0,1 0 0,-1 0 0,0 1 0,0-1 0,1 1 0,-1-1 0,0 1 0,1-1 0,2 1 0,47-8 0,-38 6 0,-3 1 0,35-7 0,-43 8 0,0-1 0,0 1 0,0-1 0,0 1 0,0-1 0,0 0 0,-1 0 0,1 0 0,0 0 0,0 0 0,-1 0 0,1-1 0,-1 1 0,1-1 0,-1 1 0,0-1 0,0 1 0,2-3 0,-3 3 0,0 1 0,0-1 0,0 0 0,0 0 0,0 0 0,0 0 0,0 0 0,0 0 0,-1 0 0,1 0 0,0 0 0,0 1 0,-1-1 0,1 0 0,-1 0 0,1 0 0,-1 1 0,1-1 0,-1 0 0,1 0 0,-1 1 0,0-1 0,1 0 0,-1 1 0,0-1 0,0 1 0,1-1 0,-1 1 0,0-1 0,-1 0 0,-28-11 0,24 11 0,0-1 0,-1 1 0,1 0 0,-1 1 0,1-1 0,-1 1 0,1 1 0,-1-1 0,0 1 0,1 0 0,-12 4 0,15-4 0,0 1 0,0-1 0,0 1 0,0 0 0,0-1 0,1 1 0,-1 1 0,0-1 0,1 0 0,0 1 0,0-1 0,-1 1 0,1-1 0,1 1 0,-1 0 0,0 0 0,1 0 0,-1 0 0,1 0 0,0 0 0,0 1 0,0-1 0,1 0 0,-1 6 0,0-5 0,1 0 0,0 0 0,0-1 0,0 1 0,1 0 0,-1 0 0,1 0 0,0-1 0,0 1 0,0 0 0,1-1 0,-1 1 0,1-1 0,0 1 0,0-1 0,4 6 0,-1-4 0,0 0 0,-1-1 0,1 0 0,0 0 0,1 0 0,-1-1 0,1 0 0,0 0 0,9 4 0,-1-3 0,0 0 0,0 0 0,0-1 0,1-1 0,0 0 0,-1-1 0,1-1 0,22-2 0,-10-3-1365,-3-1-5461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9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96 194 24575,'-1'-11'0,"0"1"0,-1 0 0,-1-1 0,0 1 0,-8-18 0,2 3 0,-20-64 0,70 176 0,-25-43 0,-2 1 0,-2 0 0,-2 0 0,-2 1 0,3 56 0,-10-94 0,-1 0 0,-1 0 0,1 0 0,-2-1 0,1 1 0,-1 0 0,0-1 0,0 1 0,-5 10 0,5-15 0,0 0 0,0 0 0,0 0 0,0 0 0,-1 0 0,1 0 0,-1-1 0,0 1 0,0-1 0,1 0 0,-2 0 0,1 0 0,0 0 0,0 0 0,-1-1 0,1 0 0,0 1 0,-1-1 0,0 0 0,1-1 0,-8 2 0,-20-2-1365,0-2-5461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24 231 24575,'-10'-17'0,"1"6"0,8 10 0,1 0 0,-1 0 0,1 0 0,-1 0 0,1 0 0,0 0 0,-1 0 0,1 0 0,0 0 0,0 0 0,0 0 0,-1 0 0,1-1 0,0 1 0,0 0 0,1 0 0,-1 0 0,0 0 0,0 0 0,0 0 0,1 0 0,-1 0 0,1 0 0,-1 0 0,1 0 0,-1 0 0,1 0 0,-1 0 0,1 1 0,0-1 0,-1 0 0,1 0 0,0 0 0,0 1 0,0-1 0,0 1 0,0-1 0,-1 0 0,1 1 0,0-1 0,0 1 0,0 0 0,0-1 0,0 1 0,1 0 0,0 0 0,7-2 0,0 1 0,1 0 0,-1 1 0,14 1 0,-10-1 0,496-17 0,-344 8 0,1559-45 0,-1717 54 0,1223-17 0,-211-12 0,-346 13 0,499-2 0,-753 18-1365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24575,'27'-2'0,"32"-6"0,5-1 0,1 2 148,156-9-1661,-206 16-5313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24575,'0'0'0,"1"1"0,-1-1 0,0 1 0,0-1 0,0 1 0,1-1 0,-1 1 0,0-1 0,1 1 0,-1-1 0,0 0 0,1 1 0,-1-1 0,0 0 0,1 1 0,-1-1 0,1 0 0,-1 1 0,1-1 0,-1 0 0,0 0 0,1 0 0,-1 1 0,1-1 0,-1 0 0,1 0 0,1 0 0,17 3 0,-17-3 0,49 1 0,77-7 0,-18-1 0,66 7-1365,-157 0-5461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4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24575,'2'2'0,"0"-1"0,0 0 0,-1 1 0,1-1 0,0 0 0,0 0 0,0-1 0,0 1 0,0 0 0,0-1 0,1 1 0,-1-1 0,2 1 0,33 0 0,-24-1 0,448 2 217,-223-4-1799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24575,'0'1'0,"1"0"0,-1-1 0,1 1 0,-1 0 0,1-1 0,-1 1 0,1 0 0,0-1 0,-1 1 0,1 0 0,0-1 0,-1 1 0,1-1 0,0 0 0,0 1 0,0-1 0,-1 0 0,1 1 0,0-1 0,0 0 0,0 0 0,1 1 0,25 5 0,-23-6 0,45 7 0,0-3 0,0-2 0,89-8 0,-106 4 0,-16 2 0,0-1 0,0-1 0,0 0 0,27-8 0,-38 7 171,-7 1 0,-8 0-1878,-2 1-5119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28 24575,'-3'0'0,"3"0"0,2 0 0,6-2 0,4-1 0,4 0 0,7 1 0,6-2 0,6 0 0,5 0 0,3 2 0,2 0 0,-1 1 0,-3 0 0,-3 1 0,-7 0 0,-5 1 0,-8-1-8191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6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24575,'3'0'0,"2"0"0,5 0 0,6 0 0,5 0 0,8-2 0,8-1 0,7 0 0,6-2 0,5 0 0,3 1 0,1 1 0,-3 1 0,-4-1 0,-7-1 0,-7 2 0,-14-1 0,-10 2-8191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1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36 24575,'0'0'0,"0"0"0,-1 0 0,1 0 0,-1 0 0,1-1 0,0 1 0,-1 0 0,1 0 0,0 0 0,-1 0 0,1 0 0,0-1 0,-1 1 0,1 0 0,0 0 0,-1-1 0,1 1 0,0 0 0,0 0 0,-1-1 0,1 1 0,0 0 0,0-1 0,-1 1 0,1 0 0,0-1 0,0 1 0,0 0 0,0-1 0,0 1 0,0-1 0,0 1 0,-1 0 0,1-1 0,0 1 0,0 0 0,0-1 0,1 1 0,-1-1 0,0 1 0,0 0 0,0-1 0,0 1 0,0 0 0,0-1 0,0 1 0,1-1 0,-1 0 0,1-1 0,-1 1 0,1 0 0,0-1 0,-1 1 0,1 0 0,0 0 0,0-1 0,0 1 0,-1 0 0,1 0 0,2-1 0,-1 1 0,0 0 0,0 1 0,1-1 0,-1 1 0,0-1 0,1 1 0,-1 0 0,0 0 0,1 0 0,-1 0 0,0 0 0,1 0 0,-1 1 0,0-1 0,1 1 0,-1 0 0,0 0 0,0-1 0,2 3 0,8 3 0,0 0 0,13 10 0,-9-5 0,10 4 0,1-1 0,1-2 0,0 0 0,0-2 0,1-1 0,1-1 0,54 6 0,-46-10 0,-1-2 0,1-2 0,0-2 0,-1-1 0,71-15 0,-101 17-124,0 0 0,0-1 0,-1 0 0,1-1 0,-1 1 0,1-1-1,-1 0 1,0-1 0,0 0 0,6-4 0,-2-3-6702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1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24575,'6'1'0,"0"-1"0,0 1 0,0 1 0,0-1 0,0 1 0,0 0 0,0 1 0,-1-1 0,11 8 0,-4-3 0,-1 1 0,-1 0 0,15 15 0,-20-18 31,0 0 0,0 0 0,-1 1 0,0 0 0,0 0 0,-1 0 0,1 0 0,-1 1 1,-1-1-1,4 13 0,-5-15-113,0 0 1,-1-1 0,1 1 0,-1 0-1,0 0 1,-1 0 0,1 0-1,0 0 1,-1-1 0,0 1 0,0 0-1,0 0 1,-1-1 0,1 1 0,-1-1-1,0 1 1,0-1 0,0 0 0,0 0-1,-6 6 1,-5 5-6745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2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24575,'69'-11'0,"-58"11"0,0 1 0,0 0 0,-1 1 0,1 0 0,0 1 0,-1 0 0,15 6 0,68 40 0,-71-35 0,1-2 0,0-1 0,35 13 0,-33-18 0,-1-1 0,1 0 0,-1-2 0,1-2 0,36 0 0,-42-2 0,-1-1 0,1-1 0,-1 0 0,0-1 0,0-1 0,0 0 0,33-17 0,-30 9-1365,-5 2-5461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2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24575,'2'1'0,"0"-1"0,0 0 0,1 1 0,-1 0 0,0 0 0,0 0 0,0 0 0,0 0 0,0 0 0,0 0 0,0 0 0,2 3 0,21 20 0,-21-20 0,3 3 38,-1 0 0,1 1 0,-1 0 0,-1 0 0,0 1 0,0-1 0,-1 1 0,7 16 0,-10-20-113,0-1 1,0 0 0,0 0 0,-1 0 0,1 1-1,-1-1 1,0 0 0,0 0 0,0 1 0,-1-1-1,0 0 1,0 0 0,0 1 0,0-1 0,0 0-1,-1 0 1,0 0 0,0 0 0,0-1 0,0 1-1,0-1 1,-4 5 0,-8 6-6752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3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24575,'0'1'0,"0"0"0,1 0 0,-1 0 0,0 0 0,1 0 0,-1 0 0,1-1 0,0 1 0,-1 0 0,1 0 0,0 0 0,0-1 0,-1 1 0,1 0 0,0-1 0,0 1 0,1 0 0,21 12 0,-16-9 0,15 8 0,1-2 0,1 0 0,0-2 0,0 0 0,1-2 0,0-1 0,28 3 0,182 3 0,-215-11 0,2 0 0,12 1 0,0-1 0,-1-1 0,1-3 0,55-11 0,-74 9-1365,-5 0-5461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24575,'41'24'0,"-28"-18"0,0 1 0,-1 0 0,0 1 0,0 0 0,18 18 0,-27-24 0,-1 0 0,0 1 0,1-1 0,-1 1 0,0 0 0,-1-1 0,1 1 0,0 0 0,-1 0 0,0 0 0,0 0 0,0 1 0,0-1 0,0 0 0,0 0 0,-1 1 0,0-1 0,1 0 0,-1 1 0,-1-1 0,1 0 0,0 1 0,-1-1 0,0 0 0,1 0 0,-1 1 0,-1-1 0,1 0 0,0 0 0,-4 5 0,-12 15-1365,-3-2-5461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19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43 24575,'-87'0'0,"131"-13"0,-7 5 0,5 0 0,42-4 0,-73 11 0,1 1 0,-1 0 0,0 0 0,0 1 0,0 0 0,0 1 0,0 1 0,21 7 0,-30-10 0,1 1 0,-1 0 0,0 0 0,0 1 0,0-1 0,0 0 0,0 1 0,0-1 0,0 1 0,-1-1 0,1 1 0,0 0 0,-1 0 0,1 0 0,-1 0 0,0 0 0,0 0 0,0 0 0,0 1 0,0-1 0,0 0 0,0 3 0,-1-2 0,0 0 0,0 0 0,0 1 0,0-1 0,-1 0 0,0 0 0,1 0 0,-1 0 0,0 0 0,-1 0 0,1 0 0,0 0 0,-1 0 0,0 0 0,0-1 0,-2 4 0,-6 5 0,-1 0 0,0 0 0,-1-1 0,-1 0 0,1-1 0,-27 14 0,21-13 0,0 2 0,-30 25 0,47-37 0,0 1 0,0 0 0,0-1 0,1 1 0,-1 0 0,0-1 0,1 1 0,-1 0 0,1 0 0,-1 0 0,1 0 0,-1-1 0,1 1 0,0 0 0,-1 0 0,1 0 0,0 0 0,0 0 0,0 0 0,-1 0 0,1 0 0,0 0 0,0 0 0,1 2 0,-1-2 0,1 0 0,0 0 0,-1 0 0,1 1 0,0-1 0,0 0 0,0 0 0,0 0 0,0 0 0,0-1 0,0 1 0,0 0 0,1 0 0,-1-1 0,2 2 0,8 2 0,0 0 0,0-1 0,17 4 0,-16-5 0,3 2 0,43 12 0,-54-15 0,-1 1 0,0-1 0,0 1 0,1 0 0,-1-1 0,0 1 0,0 1 0,-1-1 0,1 0 0,0 1 0,-1 0 0,1-1 0,2 6 0,-4-7 0,-1 0 0,1 1 0,-1-1 0,0 0 0,1 1 0,-1-1 0,0 0 0,0 1 0,0-1 0,0 1 0,0-1 0,0 1 0,0-1 0,-1 0 0,1 1 0,0-1 0,-1 0 0,1 1 0,-1-1 0,0 0 0,1 1 0,-1-1 0,0 0 0,0 0 0,1 0 0,-1 0 0,0 0 0,0 0 0,0 0 0,-1 0 0,1 0 0,0 0 0,-3 1 0,-3 2 0,0 1 0,0-2 0,-1 1 0,-10 3 0,-17 4-682,-66 13-1,71-19-6143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86 24575,'-6'-5'0,"0"1"0,0-1 0,0 2 0,0-1 0,-1 1 0,0 0 0,0 0 0,1 0 0,-11-1 0,2 1 0,1 0 0,0 1 0,-26 0 0,26 3 0,-1 0 0,0 1 0,1 0 0,-1 1 0,1 1 0,0 0 0,0 1 0,1 0 0,-1 1 0,1 1 0,0 0 0,1 1 0,0 0 0,-16 15 0,13-10 0,1 1 0,1 1 0,1 0 0,0 1 0,1 0 0,1 1 0,0 0 0,1 0 0,1 1 0,-8 25 0,11-25 0,0 1 0,1 0 0,0 0 0,2 1 0,0-1 0,2 1 0,0-1 0,1 1 0,1-1 0,5 27 0,-3-32 0,0 0 0,1 0 0,0-1 0,1 1 0,0-1 0,2 0 0,-1-1 0,1 0 0,1 0 0,0-1 0,1 0 0,0 0 0,1-1 0,18 13 0,-10-10 0,1-1 0,0-2 0,1 0 0,0-1 0,1-1 0,0-1 0,0-1 0,0-1 0,1 0 0,0-2 0,35 0 0,-34-2 0,0-2 0,0-1 0,-1 0 0,1-2 0,0-1 0,-1-1 0,0-1 0,0-1 0,-1 0 0,42-24 0,-48 21 0,-1-1 0,0-1 0,-1 0 0,0 0 0,-1-1 0,-1-1 0,0 0 0,-1-1 0,-1 0 0,0-1 0,-1 0 0,-1-1 0,0 1 0,7-33 0,-8 26 0,-1-1 0,-2 0 0,0-1 0,-2 1 0,-1-1 0,0 1 0,-2-1 0,-2 1 0,0-1 0,-10-39 0,10 54 0,-1 0 0,1 1 0,-2-1 0,0 1 0,0 0 0,-1 0 0,0 0 0,0 1 0,-1 0 0,0 0 0,-1 1 0,0 0 0,0 0 0,-1 1 0,0 0 0,0 0 0,-1 1 0,0 1 0,0-1 0,0 2 0,-1-1 0,1 1 0,-1 1 0,0 0 0,-12-2 0,-3 2 86,0 0-1,0 2 0,-36 2 1,-76 15-1793,80-6-5119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 24575,'1'-1'0,"-1"1"0,0-1 0,0 1 0,0-1 0,0 1 0,0-1 0,0 1 0,0-1 0,0 0 0,-1 1 0,1-1 0,0 1 0,0-1 0,0 1 0,-1-1 0,1 1 0,0-1 0,0 1 0,-1-1 0,1 1 0,0-1 0,-1 1 0,1 0 0,-1-1 0,1 1 0,0 0 0,-1-1 0,1 1 0,-1 0 0,1-1 0,-1 1 0,1 0 0,-1 0 0,1 0 0,-1 0 0,0-1 0,1 1 0,-1 0 0,1 0 0,-1 0 0,1 0 0,-1 0 0,0 0 0,0 1 0,0-1 0,-1 0 0,1 1 0,0-1 0,0 0 0,0 1 0,0 0 0,0-1 0,0 1 0,0 0 0,0-1 0,0 1 0,1 0 0,-1 0 0,0 0 0,0 0 0,1 0 0,-1 0 0,0 0 0,0 1 0,0 3 0,-1 0 0,1 1 0,1-1 0,-1 1 0,1-1 0,0 1 0,0-1 0,0 0 0,1 1 0,0-1 0,0 1 0,0-1 0,1 0 0,0 0 0,0 1 0,0-1 0,1-1 0,-1 1 0,6 6 0,-4-4 0,0-1 0,1 0 0,-1 0 0,1 0 0,1-1 0,-1 1 0,1-1 0,0 0 0,0-1 0,1 0 0,-1 0 0,1 0 0,10 4 0,-14-8 0,-1 1 0,1 0 0,0-1 0,-1 1 0,1-1 0,0 0 0,-1 0 0,1 0 0,0 0 0,-1 0 0,1 0 0,0-1 0,-1 0 0,1 1 0,0-1 0,-1 0 0,1 0 0,-1 0 0,0-1 0,1 1 0,-1-1 0,0 1 0,0-1 0,0 0 0,0 1 0,0-1 0,0 0 0,2-4 0,-1 2 0,-1-1 0,1 1 0,-1-1 0,0 0 0,0 0 0,-1 0 0,0 0 0,0 0 0,0 0 0,0 0 0,-1 0 0,0-1 0,0-8 0,0 13 0,0 1 0,0 0 0,0 0 0,0 0 0,0-1 0,0 1 0,0 0 0,0 0 0,0 0 0,0 0 0,0-1 0,0 1 0,0 0 0,0 0 0,0 0 0,0-1 0,0 1 0,0 0 0,0 0 0,0 0 0,0 0 0,0-1 0,0 1 0,0 0 0,0 0 0,0 0 0,0-1 0,0 1 0,-1 0 0,1 0 0,0 0 0,0 0 0,0 0 0,0 0 0,0-1 0,-1 1 0,1 0 0,0 0 0,0 0 0,0 0 0,0 0 0,-1 0 0,1 0 0,0 0 0,0 0 0,0 0 0,-1 0 0,1 0 0,0 0 0,0 0 0,-6 11 0,-4 20 0,2 14 0,1 1 0,2 0 0,1 57 0,6-85-1365,2-6-5461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1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1 24575,'-26'0'0,"0"1"0,1 1 0,-1 1 0,1 2 0,0 0 0,0 2 0,0 1 0,-24 11 0,21-7 0,1 1 0,0 1 0,2 2 0,-1 0 0,-35 32 0,52-40 0,1 1 0,0 0 0,0 1 0,1 0 0,0 0 0,0 0 0,-5 13 0,9-15 0,0 0 0,0 1 0,1 0 0,0-1 0,0 1 0,1 0 0,0 0 0,1 0 0,0 0 0,2 15 0,2-2 0,0-1 0,2 0 0,1 0 0,1-1 0,0 1 0,1-2 0,2 1 0,24 34 0,-14-26 0,2 0 0,1-1 0,1-1 0,48 37 0,-55-49 0,0-1 0,1-1 0,1-1 0,0 0 0,1-2 0,0 0 0,0-1 0,26 5 0,-34-10 0,0-1 0,0 0 0,1-1 0,-1 0 0,1-2 0,-1 1 0,0-1 0,1-1 0,-1-1 0,0 0 0,0 0 0,0-1 0,-1-1 0,1 0 0,12-8 0,-9 2 0,-1 0 0,0 0 0,0-2 0,-1 0 0,-1-1 0,0 0 0,-1-1 0,0 0 0,-2-1 0,1 0 0,-2-1 0,0 0 0,-1 0 0,-1-1 0,-1 0 0,6-28 0,-7 28 0,-1-1 0,-2-1 0,1 1 0,-2 0 0,-1-1 0,0 1 0,-2 0 0,0-1 0,-1 1 0,-1 0 0,0 1 0,-2-1 0,0 1 0,-1 0 0,-1 0 0,-12-21 0,13 29 0,-1 0 0,0 0 0,0 1 0,-1 0 0,0 0 0,-1 1 0,1 0 0,-2 0 0,1 1 0,-17-7 0,10 6 0,0 1 0,-1 1 0,0 0 0,0 2 0,-1 0 0,-24-2 0,-1 4 0,0 2 0,-1 2 0,1 2 0,1 1 0,-52 14 0,78-15-455,1 1 0,-17 7 0,13-3-6371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3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81 24575,'0'0'0,"-2"1"0,0-1 0,0 0 0,0 0 0,0 0 0,0 0 0,0 0 0,0-1 0,0 1 0,0 0 0,0-1 0,0 1 0,1-1 0,-1 0 0,0 0 0,0 0 0,1 0 0,-1 0 0,0 0 0,1 0 0,-4-3 0,5 3 0,0 1 0,0 0 0,0-1 0,0 1 0,0 0 0,0-1 0,0 1 0,0-1 0,0 1 0,0 0 0,0-1 0,0 1 0,0 0 0,0-1 0,1 1 0,-1-1 0,0 1 0,0 0 0,0-1 0,1 1 0,-1 0 0,0 0 0,0-1 0,0 1 0,1 0 0,-1-1 0,0 1 0,1 0 0,-1 0 0,0 0 0,1-1 0,-1 1 0,0 0 0,1 0 0,-1 0 0,1 0 0,14-6 0,138-22 0,-74 16 0,-61 10 231,-13 1-497,0 1 0,0-1 0,0 0 0,0 0 0,7-3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24575,'-2'65'0,"0"-32"0,2 1 0,6 50 0,-6-83 0,0 1 0,0 0 0,1-1 0,-1 1 0,0-1 0,1 1 0,-1-1 0,1 1 0,0-1 0,-1 1 0,1-1 0,0 1 0,0-1 0,0 0 0,0 1 0,0-1 0,0 0 0,0 0 0,1 0 0,1 2 0,-1-3 0,-1 0 0,0 0 0,1 0 0,-1 0 0,0 0 0,1 0 0,-1-1 0,0 1 0,1 0 0,-1-1 0,0 1 0,0-1 0,0 1 0,1-1 0,-1 0 0,0 0 0,0 1 0,0-1 0,0 0 0,0 0 0,0 0 0,0 0 0,0 0 0,-1 0 0,2-3 0,4-2 0,-1 0 0,1 0 0,0 0 0,1 1 0,-1-1 0,1 1 0,0 1 0,1 0 0,-1 0 0,10-4 0,-11 6 0,0 0 0,0 1 0,-1 0 0,1 0 0,1 0 0,-1 1 0,0 0 0,0 0 0,0 0 0,0 1 0,0 0 0,0 0 0,0 1 0,-1-1 0,8 4 0,-10-4 0,0 0 0,-1 0 0,1 1 0,0-1 0,-1 1 0,1-1 0,-1 1 0,1 0 0,-1 0 0,0 0 0,1 0 0,-1 1 0,0-1 0,-1 1 0,1-1 0,0 1 0,-1-1 0,1 1 0,-1 0 0,0 0 0,0 0 0,0 0 0,0 0 0,-1 0 0,1 0 0,-1 0 0,0 0 0,0 0 0,0 0 0,0 0 0,0 0 0,-1 0 0,1 0 0,-1 0 0,0 0 0,0 0 0,0 0 0,0 0 0,-1-1 0,1 1 0,-1 0 0,1-1 0,-1 1 0,0-1 0,0 1 0,0-1 0,0 0 0,-1 0 0,-2 2 0,-8 3-170,1 0-1,-2 0 0,1-2 1,-1 0-1,0 0 0,0-1 1,-26 3-1,13-2-6655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3 24575,'-20'1'0,"1"1"0,0 1 0,0 0 0,0 2 0,0 0 0,1 1 0,-1 1 0,2 0 0,-1 2 0,1 0 0,-24 17 0,23-14 0,1 1 0,1 1 0,0 0 0,1 1 0,1 1 0,0 0 0,1 1 0,1 0 0,0 1 0,-11 25 0,18-29 0,0 0 0,1 0 0,0 0 0,1 0 0,1 1 0,0-1 0,1 1 0,1-1 0,0 1 0,1 0 0,1-1 0,0 1 0,1-1 0,0 0 0,2 0 0,-1 0 0,2 0 0,9 19 0,-4-13 0,0-1 0,2 0 0,0-1 0,1 0 0,0-1 0,2 0 0,0-1 0,0-1 0,2-1 0,0 0 0,27 15 0,-31-21 0,0-1 0,1-1 0,0 0 0,0-1 0,0-1 0,1 0 0,-1-1 0,1-1 0,0 0 0,0-1 0,0-1 0,27-3 0,-24 0 0,-1 0 0,0-2 0,0 0 0,0-1 0,0-1 0,-1-1 0,0 0 0,-1-1 0,0-1 0,15-12 0,-14 9 0,-1-1 0,0-1 0,-1-1 0,-1 0 0,-1 0 0,0-2 0,-1 1 0,17-34 0,-21 34 0,-1 0 0,-1 0 0,0-1 0,-2 0 0,1 0 0,-2 0 0,-1 0 0,0-1 0,-1 1 0,-3-29 0,0 29 0,-1 1 0,0 0 0,-1 0 0,-1 0 0,-1 0 0,-1 1 0,0 0 0,-1 0 0,0 0 0,-1 1 0,-1 1 0,-1 0 0,-12-14 0,12 17 0,1 1 0,-1 1 0,-1 0 0,1 0 0,-1 1 0,-1 1 0,0 0 0,0 1 0,0 0 0,-1 1 0,0 0 0,0 1 0,0 1 0,0 0 0,0 1 0,-19 0 0,4 3-170,1 1-1,0 2 0,0 0 1,0 2-1,1 2 0,0 0 1,-44 20-1,18-4-6655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6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24575,'-13'11'0,"1"0"0,0 1 0,1 0 0,0 1 0,1 0 0,-12 20 0,14-21 0,-8 12 0,1 1 0,1 1 0,1 1 0,1 0 0,-12 42 0,20-57 0,1 0 0,1 0 0,0 0 0,0 0 0,1 0 0,1 0 0,0 0 0,1 0 0,0 0 0,1 0 0,0 0 0,1 0 0,0-1 0,1 1 0,0-1 0,7 13 0,-6-17 0,-1-1 0,1 0 0,0 0 0,0 0 0,1-1 0,0 0 0,0 0 0,0 0 0,0-1 0,1 0 0,0 0 0,0-1 0,0 1 0,0-2 0,0 1 0,15 2 0,-13-3 0,1 0 0,0-1 0,-1 0 0,1-1 0,0 0 0,0-1 0,-1 1 0,1-2 0,-1 0 0,1 0 0,-1 0 0,1-2 0,8-3 0,-16 6 0,0 1 0,-1-1 0,1 1 0,-1-1 0,1 0 0,-1 0 0,1 0 0,-1 0 0,0 0 0,0 0 0,1 0 0,-1 0 0,0-1 0,0 1 0,0 0 0,0-1 0,0 1 0,-1 0 0,1-1 0,0 0 0,-1 1 0,1-1 0,-1 1 0,1-1 0,-1 0 0,0 1 0,1-1 0,-1-3 0,-1 3 0,0 0 0,0 1 0,0-1 0,0 0 0,0 0 0,0 0 0,-1 1 0,1-1 0,-1 1 0,1-1 0,-1 1 0,1-1 0,-1 1 0,0 0 0,0 0 0,0 0 0,1 0 0,-1 0 0,0 0 0,0 1 0,0-1 0,-4 0 0,-11-3 0,0 1 0,0 0 0,0 1 0,0 1 0,-1 1 0,1 1 0,0 0 0,0 1 0,-1 1 0,1 0 0,-22 9 0,36-11-91,-1 0 0,1 0 0,0 1 0,0-1 0,0 1 0,0 0 0,0 0 0,0 0 0,0 0 0,1 1 0,-1-1 0,1 1 0,0-1 0,-3 4 0,2 3-6735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26 24575,'-4'-3'0,"0"0"0,0 1 0,1 0 0,-1-1 0,-1 1 0,1 0 0,0 1 0,0-1 0,-1 1 0,1 0 0,-1 0 0,1 0 0,-7 0 0,-8 0 0,-33 3 0,52-2 0,-29 3 0,0 1 0,1 2 0,-1 0 0,1 2 0,1 2 0,0 0 0,0 2 0,1 0 0,-34 23 0,32-17 0,2 2 0,-1 0 0,2 2 0,1 1 0,1 1 0,1 0 0,-37 55 0,47-60 0,2-1 0,0 2 0,1-1 0,1 1 0,1 1 0,1-1 0,0 1 0,2 0 0,0 0 0,0 32 0,4-37 0,0 0 0,2-1 0,0 1 0,0-1 0,2 0 0,-1 0 0,2 0 0,0 0 0,1-1 0,1 0 0,0 0 0,1 0 0,0-1 0,1 0 0,12 13 0,-2-6 0,1-2 0,0 0 0,1-1 0,1-2 0,1 0 0,0-1 0,1-1 0,0-1 0,1-1 0,38 10 0,-22-9 0,1-2 0,0-2 0,0-2 0,0-2 0,84-2 0,-94-4 0,0-1 0,0-2 0,-1 0 0,0-3 0,0 0 0,0-2 0,38-19 0,-54 22 0,-2-1 0,1 0 0,-1 0 0,0-2 0,-1 1 0,0-2 0,0 0 0,-1 0 0,-1-1 0,0 0 0,-1-1 0,0 0 0,-1 0 0,0-1 0,-1 0 0,10-28 0,-11 18 0,0 0 0,-2-1 0,-1 1 0,-1-1 0,-1 0 0,-1 1 0,-1-1 0,-1 0 0,-1 0 0,-2 1 0,0 0 0,-14-36 0,12 39 0,-2 0 0,0 0 0,-2 1 0,0 0 0,-1 1 0,-1 0 0,-1 1 0,0 1 0,-1 0 0,-1 1 0,-1 1 0,0 0 0,-36-23 0,27 25 0,0 1 0,-1 1 0,0 2 0,0 0 0,-1 2 0,-1 1 0,1 1 0,-1 2 0,1 0 0,-1 2 0,0 1 0,0 2 0,-45 8 0,60-8-341,0 2 0,1-1-1,-25 12 1,10-1-6485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8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56 24575,'-3'-2'0,"-1"-1"0,1 1 0,0 0 0,-1 0 0,1 0 0,-1 1 0,-4-2 0,5 2 0,0 0 0,1 0 0,-1 0 0,0 0 0,1 0 0,-1-1 0,1 1 0,0-1 0,-1 0 0,1 1 0,0-1 0,0 0 0,0-1 0,-2-1 0,4 3 0,0 1 0,0 0 0,0 0 0,0 0 0,-1-1 0,1 1 0,0 0 0,0 0 0,0 0 0,0-1 0,0 1 0,0 0 0,0 0 0,0-1 0,0 1 0,0 0 0,0 0 0,0 0 0,0-1 0,1 1 0,-1 0 0,0 0 0,0 0 0,0-1 0,0 1 0,0 0 0,0 0 0,0 0 0,1 0 0,-1-1 0,0 1 0,0 0 0,0 0 0,0 0 0,1 0 0,-1-1 0,11-2 0,16 0 0,-26 3 0,189 2 0,-189-2 0,0 0 0,0 0 0,0 0 0,1 0 0,-1 0 0,0 0 0,0 1 0,0-1 0,0 0 0,1 1 0,-1-1 0,0 1 0,0-1 0,0 1 0,0 0 0,0 0 0,0-1 0,0 1 0,-1 0 0,1 0 0,0 0 0,0 0 0,0 0 0,-1 0 0,1 0 0,-1 0 0,1 0 0,-1 0 0,1 0 0,-1 0 0,0 0 0,1 1 0,-1 0 0,0 5 0,0-1 0,0 0 0,-1 0 0,0 0 0,-3 10 0,-1 9 0,4 7-96,1-1 0,2 0-1,9 54 1,-6-53-884,-1-6-5846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44 24575,'-2'-2'0,"-3"-3"0,1-1 0,4 0 0,4 2 0,6 2 0,9 0 0,5 1 0,6 1 0,4-2 0,2-1 0,0-2 0,-4 0-8191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787 35 24575,'-3'-3'0,"-1"0"0,0 1 0,0-1 0,0 1 0,-1-1 0,1 1 0,-1 1 0,1-1 0,-1 1 0,-7-2 0,-50-5 0,59 8 0,-26-1 0,1 1 0,-1 1 0,1 2 0,0 1 0,0 1 0,-49 16 0,34-6 0,1 2 0,1 2 0,-60 37 0,84-46 0,0 2 0,1 0 0,1 0 0,0 2 0,1-1 0,0 2 0,2 0 0,-1 1 0,-14 24 0,22-30 0,0 0 0,1 0 0,0 0 0,0 0 0,1 1 0,0-1 0,1 1 0,0 0 0,1 0 0,0 0 0,1 0 0,0-1 0,1 1 0,0 0 0,1 0 0,0 0 0,0-1 0,8 18 0,-1-7 0,1-2 0,1 1 0,0-1 0,2-1 0,0 0 0,1-1 0,1 0 0,0-2 0,2 1 0,0-2 0,35 24 0,-21-18 0,2-2 0,0-1 0,1-1 0,0-2 0,1-2 0,49 12 0,-52-17 0,0-2 0,0-1 0,0-2 0,0 0 0,0-3 0,0 0 0,0-3 0,0 0 0,33-10 0,-48 9 0,0-1 0,0 0 0,-1-1 0,1-2 0,-2 1 0,1-2 0,21-17 0,-26 18 0,0-2 0,-1 1 0,0-1 0,-1-1 0,0 1 0,-1-2 0,-1 1 0,0-1 0,0 0 0,5-17 0,-7 14 0,0 0 0,-1 0 0,-1-1 0,-1 1 0,0-1 0,-1 0 0,-1 1 0,0-1 0,-1 0 0,-1 1 0,-1-1 0,0 1 0,-1 0 0,-1 0 0,-1 0 0,0 1 0,-1-1 0,0 1 0,-1 1 0,-1 0 0,0 0 0,-1 0 0,-1 1 0,0 1 0,0 0 0,-2 1 0,1 0 0,-1 0 0,-1 2 0,-15-10 0,4 7 43,-1 0 0,0 2-1,0 1 1,-1 1 0,0 2-1,0 0 1,-42-2 0,14 4-612,1 3 0,-101 12 0,99-3-6257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239 283 24575,'0'-1'0,"0"0"0,0 0 0,0 1 0,0-1 0,0 0 0,0 0 0,0 0 0,0 0 0,-1 0 0,1 1 0,0-1 0,0 0 0,-1 0 0,1 0 0,-1 1 0,1-1 0,0 0 0,-1 0 0,0 1 0,1-1 0,-1 0 0,1 1 0,-1-1 0,0 1 0,1-1 0,-1 1 0,0-1 0,1 1 0,-2-1 0,0 1 0,0-1 0,0 1 0,0 0 0,0 0 0,0 0 0,0 1 0,0-1 0,0 0 0,0 1 0,0-1 0,1 1 0,-4 1 0,-4 2 0,1 0 0,0 1 0,0 0 0,-11 9 0,2 1 0,1 1 0,0 1 0,2 1 0,-1 0 0,2 0 0,1 2 0,0 0 0,-12 29 0,23-46 0,0 0 0,-1 0 0,2 0 0,-1 0 0,0 0 0,1 0 0,-1 0 0,1 0 0,0 0 0,0 0 0,0 0 0,0 1 0,1-1 0,-1 0 0,1 0 0,0 0 0,0 0 0,0 0 0,0 0 0,3 4 0,-1-3 0,0 0 0,0-1 0,1 0 0,-1 0 0,1 0 0,0 0 0,-1 0 0,1-1 0,1 1 0,-1-1 0,0 0 0,0-1 0,7 3 0,5 1 0,1-1 0,-1-1 0,33 3 0,-43-6 0,1 1 0,0-1 0,0 0 0,-1-1 0,1 0 0,0 0 0,-1-1 0,1 1 0,-1-1 0,1-1 0,-1 1 0,9-6 0,-13 7 0,-1 0 0,0-1 0,1 1 0,-1 0 0,0-1 0,0 1 0,0-1 0,0 0 0,0 1 0,0-1 0,-1 0 0,1 1 0,0-1 0,-1 0 0,0 0 0,1 0 0,-1 1 0,0-1 0,0 0 0,0 0 0,0 0 0,0 0 0,0 0 0,0 1 0,-1-1 0,1 0 0,-1 0 0,0 0 0,1 1 0,-1-1 0,-1-2 0,-3-6 0,-1-1 0,0 1 0,-12-15 0,16 23 0,-55-67 0,32 40 0,1-1 0,-38-63 0,56 83 0,1 0 0,1 0 0,0 0 0,0-1 0,1 1 0,1-1 0,-1 0 0,2 0 0,-1 0 0,2 0 0,-1 0 0,2 0 0,-1 0 0,5-19 0,-4 25 0,0 1 0,0-1 0,1 0 0,0 1 0,0-1 0,0 1 0,1 0 0,-1 0 0,1 0 0,0 0 0,0 0 0,1 1 0,-1-1 0,8-5 0,-8 8 0,-1-1 0,1 1 0,-1-1 0,1 1 0,0 0 0,-1 0 0,1 1 0,0-1 0,0 0 0,0 1 0,0 0 0,0-1 0,-1 1 0,1 0 0,0 1 0,0-1 0,0 0 0,0 1 0,0 0 0,0 0 0,-1 0 0,1 0 0,0 0 0,-1 0 0,6 4 0,-1-1 17,0 2-1,-1-1 0,1 1 0,-1 0 1,0 0-1,-1 1 0,1 0 0,-1 0 1,-1 0-1,1 0 0,-1 1 0,0 0 1,-1 0-1,0 0 0,0 0 0,-1 0 1,0 1-1,-1-1 0,1 1 0,-1 11 1,-1-7-149,0 1 1,-1 0 0,0-1-1,-1 1 1,0-1 0,-2 0 0,1 0-1,-2 0 1,1 0 0,-2 0 0,0-1-1,-8 13 1,-1-2-6695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42 24575,'0'-1'0,"0"-1"0,-1 1 0,1-1 0,-1 1 0,1-1 0,-1 1 0,0-1 0,0 1 0,0-1 0,0 1 0,0 0 0,0 0 0,0-1 0,0 1 0,0 0 0,0 0 0,-1 0 0,1 0 0,0 0 0,-1 1 0,1-1 0,-1 0 0,1 1 0,-1-1 0,1 1 0,-1-1 0,1 1 0,-3-1 0,-3 0 0,0-1 0,0 1 0,0 0 0,-14 1 0,-2 2 0,1 1 0,-1 1 0,1 1 0,0 1 0,1 1 0,-39 17 0,34-10 0,-1 0 0,2 1 0,0 2 0,-39 34 0,51-40 0,1 2 0,0-1 0,1 1 0,1 1 0,0 0 0,0 1 0,2 0 0,0 0 0,0 1 0,2-1 0,0 2 0,1-1 0,0 1 0,1-1 0,1 1 0,1 1 0,0-1 0,2 0 0,-1 0 0,2 0 0,1 1 0,0-1 0,1 0 0,0-1 0,2 1 0,12 32 0,-7-30 0,0 0 0,1-1 0,0 0 0,2 0 0,0-1 0,1-1 0,1 0 0,0-1 0,1-1 0,0 0 0,2-2 0,-1 1 0,1-2 0,1-1 0,0 0 0,1-1 0,26 8 0,-25-10 0,0-1 0,1-2 0,-1 0 0,1-1 0,1-1 0,-1 0 0,0-2 0,0-1 0,0-1 0,0-1 0,0 0 0,0-2 0,-1-1 0,0 0 0,0-2 0,34-17 0,-45 20 0,-1-1 0,0 0 0,-1 0 0,1-1 0,-1 0 0,0-1 0,-1 1 0,0-2 0,0 1 0,-1-1 0,0 0 0,0 0 0,-1-1 0,0 1 0,-1-1 0,5-14 0,-5 7 0,-1 0 0,0 1 0,-2-1 0,1 0 0,-2 0 0,0 0 0,-2 0 0,1 0 0,-8-29 0,0 10 0,-2 1 0,-1-1 0,-2 2 0,-1 0 0,-2 1 0,-23-35 0,25 46 0,0 0 0,-2 1 0,-1 1 0,0 0 0,-1 2 0,-1 0 0,-1 1 0,-1 1 0,-29-16 0,43 27-97,1 1-1,-1 0 1,0 1-1,-1 0 1,1 0-1,0 1 1,-1 0-1,0 1 1,1 0-1,-1 0 1,0 0-1,0 1 0,-16 2 1,3 4-6729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269 180 24575,'2'-1'0,"0"0"0,1-1 0,-1 1 0,-1-1 0,1 0 0,0 1 0,0-1 0,0 0 0,-1 0 0,1 0 0,-1 0 0,2-5 0,1 1 0,1-1 0,0 0 0,-1 0 0,0 0 0,0-1 0,-1 1 0,3-10 0,-5 15 0,-1 0 0,1 0 0,-1 0 0,0 0 0,1 0 0,-1 0 0,0 0 0,0 0 0,0 0 0,-1 0 0,1 0 0,0 0 0,-1 0 0,1 0 0,-1 0 0,0 0 0,0 0 0,0 0 0,1 0 0,-2 1 0,1-1 0,0 0 0,0 1 0,0-1 0,-1 1 0,1-1 0,-1 1 0,1 0 0,-1-1 0,-2 0 0,-6-3 0,0 1 0,0-1 0,-1 2 0,0 0 0,1 0 0,-1 1 0,0 0 0,-1 1 0,-16 0 0,18 0 0,1 2 0,-1-1 0,0 2 0,1-1 0,0 1 0,-1 0 0,1 1 0,0 0 0,0 1 0,0 0 0,-11 7 0,15-7 0,0 0 0,0 0 0,1 1 0,-1 0 0,1 0 0,0 0 0,0 0 0,1 1 0,0 0 0,0 0 0,0-1 0,0 1 0,1 1 0,0-1 0,1 0 0,-1 1 0,1-1 0,0 10 0,0-12 0,1-1 0,0 1 0,1-1 0,-1 1 0,1-1 0,-1 1 0,1-1 0,0 1 0,0-1 0,1 0 0,-1 0 0,1 0 0,-1 1 0,1-1 0,0-1 0,0 1 0,1 0 0,-1 0 0,0-1 0,1 1 0,0-1 0,-1 0 0,1 0 0,0 0 0,0 0 0,0-1 0,0 1 0,1-1 0,-1 1 0,0-1 0,1 0 0,-1 0 0,0-1 0,1 1 0,4-1 0,1 1 0,0-1 0,0-1 0,-1 1 0,1-2 0,0 1 0,0-1 0,-1 0 0,0-1 0,1 0 0,-1-1 0,0 1 0,0-1 0,10-8 0,-7 5 0,-1 0 0,-1-1 0,1 0 0,-1-1 0,-1 0 0,0 0 0,0-1 0,13-20 0,-13 20 0,-8 22 0,-8 30 0,7-38 0,-6 29 0,1 1 0,-1 36 0,6-54 0,1-1 0,1 1 0,0 0 0,1-1 0,1 1 0,8 26 0,-4-26-1365,0-5-5461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4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514 142 24575,'-6'-7'0,"-1"1"0,0 1 0,0-1 0,0 1 0,-1 0 0,1 1 0,-1 0 0,0 0 0,0 1 0,-1 0 0,1 0 0,-1 1 0,1 0 0,-1 0 0,0 1 0,0 1 0,0-1 0,0 1 0,1 1 0,-1-1 0,-9 3 0,3 1 0,0 0 0,0 1 0,1 0 0,-1 2 0,2-1 0,-1 2 0,1 0 0,0 0 0,0 1 0,1 1 0,-14 13 0,11-8 0,1 1 0,0 1 0,1 0 0,1 1 0,0 0 0,2 1 0,0 0 0,1 0 0,1 1 0,0 0 0,2 1 0,0 0 0,-2 22 0,6-29 0,1 0 0,0 0 0,1 1 0,1-1 0,0 0 0,1 0 0,0 0 0,1 0 0,1 0 0,0 0 0,1-1 0,0 0 0,1 0 0,0 0 0,1 0 0,1-1 0,0-1 0,1 1 0,0-1 0,15 14 0,-9-13 0,-1 0 0,2-1 0,-1-1 0,2-1 0,-1 0 0,1-1 0,0-1 0,1 0 0,0-1 0,0-1 0,0-1 0,0-1 0,1 0 0,-1-2 0,1 0 0,0-1 0,0 0 0,-1-2 0,1 0 0,-1-1 0,0-1 0,1-1 0,-2 0 0,1-2 0,-1 0 0,0 0 0,0-2 0,-1 0 0,0-1 0,0-1 0,-1 0 0,-1-1 0,0-1 0,21-24 0,-22 20 0,-1-1 0,-1-1 0,0 0 0,-2 0 0,0-1 0,-1 0 0,-1 0 0,-1-1 0,0 0 0,-2 0 0,-1 0 0,0-1 0,-2 1 0,0-1 0,-3-23 0,1 28 0,-1-1 0,-1 1 0,0 0 0,-1 0 0,-1 0 0,-1 1 0,-1-1 0,0 1 0,0 1 0,-2 0 0,0 0 0,-1 0 0,0 1 0,-1 1 0,-1-1 0,0 2 0,-1 0 0,0 0 0,-16-10 0,17 15 34,-1 0 1,0 1-1,0 0 0,0 1 0,-1 0 0,0 1 0,0 1 0,0 0 0,-26-1 1,28 3-167,1 1 1,-1 1 0,1 0-1,-1 0 1,1 1 0,0 0 0,0 1-1,0 0 1,0 1 0,0 0 0,1 1-1,-17 10 1,6 1-6695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5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 24575,'-2'0'0,"-1"-2"0,0 1 0,1 3 0,0 7 0,1 5 0,1 6 0,-1 5 0,1 7 0,1 4 0,1 3 0,3 1 0,4 2 0,1 0 0,0-2 0,-2-4 0,0-3 0,-1-7-8191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6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7 24575,'0'0'0,"0"-1"0,0 1 0,0 0 0,0 0 0,0-1 0,0 1 0,-1 0 0,1 0 0,0-1 0,0 1 0,0 0 0,0 0 0,0-1 0,-1 1 0,1 0 0,0 0 0,0-1 0,0 1 0,0 0 0,-1 0 0,1 0 0,0 0 0,0-1 0,-1 1 0,1 0 0,0 0 0,0 0 0,-1 0 0,1 0 0,0 0 0,-1 0 0,1 0 0,0 0 0,0 0 0,-1 0 0,1 0 0,0 0 0,0 0 0,-1 0 0,1 0 0,0 0 0,-1 0 0,1 0 0,0 0 0,0 0 0,-1 0 0,1 1 0,0-1 0,0 0 0,-1 0 0,1 0 0,0 0 0,0 1 0,0-1 0,-1 0 0,-13 11 0,8-4 0,1 1 0,1-1 0,0 1 0,0 0 0,0 0 0,1 0 0,0 1 0,1-1 0,0 1 0,-1 10 0,1-6 0,1 1 0,0-1 0,1 1 0,0-1 0,1 1 0,3 14 0,-1-20 0,-1-1 0,1 1 0,1 0 0,-1-1 0,1 1 0,0-1 0,1 0 0,0-1 0,0 1 0,0-1 0,1 0 0,0 0 0,0 0 0,1-1 0,-1 0 0,1-1 0,0 1 0,11 4 0,-13-6 0,1-1 0,-1 0 0,1 1 0,0-2 0,0 1 0,0-1 0,0 0 0,0 0 0,1 0 0,-1-1 0,0 0 0,0-1 0,0 1 0,0-1 0,1 0 0,-1 0 0,0-1 0,-1 0 0,1 0 0,0-1 0,0 1 0,-1-1 0,0 0 0,1-1 0,4-4 0,-6 5 0,-1 0 0,0 0 0,0 0 0,0-1 0,-1 1 0,1-1 0,-1 0 0,0 1 0,0-1 0,0 0 0,0-1 0,-1 1 0,0 0 0,0 0 0,1-6 0,-2 4 0,1-1 0,-1 0 0,-1 1 0,1-1 0,-1 0 0,0 1 0,-1-1 0,0 1 0,-3-9 0,0 4 0,0 1 0,0 0 0,-1 0 0,0 0 0,-1 1 0,0-1 0,-1 2 0,0-1 0,0 1 0,-1 0 0,-11-7 0,14 11 43,-1 0 0,0 0-1,0 1 1,0 0 0,-1 0-1,1 1 1,-13-3 0,16 5-150,0-1 0,0 1 1,0-1-1,0 1 0,0 1 1,0-1-1,-1 1 0,1-1 1,0 1-1,0 0 0,0 1 1,0-1-1,1 1 0,-1-1 1,-6 5-1,-1 3-6719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890 144 24575,'-5'-7'0,"0"0"0,-1 1 0,0 0 0,0 0 0,0 1 0,0-1 0,-1 1 0,0 1 0,-14-8 0,19 11 0,-21-12 0,-1 2 0,0 0 0,0 2 0,-1 1 0,0 1 0,-1 1 0,1 1 0,-1 1 0,0 1 0,0 2 0,-1 1 0,1 0 0,0 2 0,0 1 0,-32 8 0,35-5 0,0 1 0,1 0 0,0 2 0,0 1 0,1 0 0,0 2 0,-28 20 0,34-20 0,0 1 0,1 0 0,0 0 0,2 2 0,-1 0 0,2 0 0,0 1 0,1 0 0,-15 32 0,18-33 0,2 1 0,0 1 0,0-1 0,2 0 0,0 1 0,1 0 0,0 0 0,2 17 0,1-11 0,1 0 0,1 0 0,2-1 0,0 1 0,11 30 0,-3-21 0,2 0 0,0-2 0,2 0 0,1-1 0,2 0 0,0-2 0,49 50 0,-53-62 0,1 0 0,0-2 0,1 1 0,1-2 0,0-1 0,0 0 0,1-1 0,1-1 0,0-1 0,0-1 0,0-1 0,1-1 0,0 0 0,0-2 0,0-1 0,0 0 0,0-2 0,1-1 0,-1 0 0,0-2 0,0 0 0,0-2 0,0 0 0,-1-1 0,0-1 0,29-15 0,-19 6 0,-1-2 0,0 0 0,-1-3 0,-1 0 0,-1-2 0,-2 0 0,0-2 0,33-42 0,-39 42 0,-1-1 0,-1-1 0,-1-1 0,-1 0 0,-2-1 0,-1 0 0,-1-1 0,-2 0 0,10-51 0,-17 66 0,0 0 0,-2 0 0,1 0 0,-2 0 0,0 0 0,-1 1 0,0-1 0,-1 0 0,-1 1 0,-10-27 0,9 29 0,-1 1 0,0 0 0,-1 1 0,0 0 0,-1 0 0,0 0 0,-1 1 0,0 0 0,0 0 0,-1 1 0,0 1 0,0-1 0,-15-6 0,-3 1-170,-1 1-1,0 1 0,-1 2 1,0 1-1,0 1 0,-1 2 1,-37-2-1,3 2-6655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24575,'-2'0'0,"-4"3"0,0 2 0,1 6 0,1 2 0,3 5 0,3 5 0,2 4 0,4 5 0,0 0 0,1 3 0,1-1 0,-1 1 0,-2 0 0,-2-5 0,0-4 0,-1-5 0,0-6-8191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24575,'-3'0'0,"0"2"0,0 6 0,1 4 0,0 3 0,-1 6 0,-1 2 0,1 3 0,1 1 0,0 1 0,1 0 0,3 0 0,1 0 0,2-3 0,1-3 0,-1-5-8191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9 24575,'-11'-2'0,"1"0"0,0 0 0,-1 1 0,1 0 0,-1 1 0,1 0 0,-1 1 0,0 0 0,1 0 0,0 2 0,-1-1 0,1 1 0,0 0 0,0 1 0,-10 6 0,2-1 0,0 1 0,1 1 0,0 0 0,1 1 0,0 1 0,-27 29 0,29-25 0,0 1 0,1 0 0,1 1 0,1 1 0,1-1 0,0 2 0,2-1 0,0 1 0,1 1 0,2-1 0,0 1 0,1 0 0,1 0 0,0 38 0,3-42 0,1 0 0,0 0 0,2-1 0,0 1 0,1-1 0,1 1 0,0-1 0,1-1 0,1 1 0,1-1 0,0 0 0,1-1 0,1 0 0,0 0 0,1-1 0,1 0 0,0-1 0,25 21 0,-21-23 0,0-1 0,0 0 0,1-1 0,0-1 0,1 0 0,0-1 0,0-1 0,1-1 0,-1-1 0,1 0 0,0-2 0,0 0 0,0-1 0,0 0 0,0-2 0,1-1 0,-1 0 0,-1-1 0,1-1 0,24-8 0,-25 6 0,0-1 0,0 0 0,-1-1 0,0-1 0,-1-1 0,0 0 0,0-1 0,-1-1 0,0 0 0,-1-1 0,-1 0 0,0-1 0,-1-1 0,0 0 0,-2-1 0,1 0 0,-2-1 0,0 0 0,-1 0 0,8-26 0,-11 23 0,-1-1 0,-1 1 0,-1-1 0,-1 0 0,0 1 0,-2-1 0,0 0 0,-2 0 0,0 1 0,-1-1 0,-1 1 0,-1 0 0,-1 1 0,0-1 0,-13-21 0,12 27 0,0 1 0,-1-1 0,0 1 0,-1 1 0,-1 0 0,0 0 0,0 1 0,-26-18 0,26 22 0,0 0 0,0 1 0,-1 1 0,1 0 0,-1 0 0,-1 1 0,1 1 0,0 0 0,-1 0 0,0 2 0,1-1 0,-15 1 0,10 2-124,-1 1 0,1 0 0,0 1 0,0 1 0,0 1 0,0 0-1,1 1 1,-1 1 0,2 0 0,-27 18 0,5 0-6702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1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 24575,'-6'-6'0,"15"14"0,17 18 0,-15-7 0,-1-1 0,0 1 0,12 38 0,13 65 0,-29-102 0,21 117-1364,-27-137 1363,6 37-6825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24575,'0'-8'0,"1"-1"0,0 1 0,0 0 0,1 0 0,0-1 0,1 1 0,0 0 0,0 1 0,8-14 0,-10 18 0,1 1 0,-1 0 0,0-1 0,1 1 0,0 0 0,-1 0 0,1 0 0,0 0 0,0 0 0,0 1 0,0-1 0,1 1 0,-1-1 0,0 1 0,1 0 0,-1 0 0,1 0 0,-1 0 0,1 0 0,-1 0 0,1 1 0,-1-1 0,1 1 0,0 0 0,-1 0 0,1 0 0,0 0 0,-1 0 0,1 1 0,0-1 0,-1 1 0,1 0 0,-1-1 0,4 3 0,-2-1 0,0 0 0,0 0 0,0 0 0,-1 1 0,1 0 0,-1 0 0,0 0 0,0 0 0,0 0 0,0 0 0,-1 1 0,1-1 0,2 6 0,-2-2 0,0-1 0,-1 1 0,0 0 0,0 0 0,0 0 0,-1 0 0,1 12 0,-2-6 0,0 1 0,-1 0 0,-1 0 0,0 0 0,0 0 0,-2-1 0,-9 26 0,-16 16 0,21-42 0,0-1 0,2 2 0,-8 17 0,14-30 0,0 0 0,0 0 0,0 0 0,-1 0 0,1 0 0,1 0 0,-1 0 0,0 0 0,0 0 0,0 0 0,0 0 0,1 0 0,-1 0 0,0 0 0,1 0 0,-1 0 0,1 0 0,-1-1 0,1 1 0,0 0 0,-1 0 0,1 0 0,0-1 0,-1 1 0,1 0 0,0-1 0,0 1 0,0-1 0,-1 1 0,1-1 0,0 1 0,0-1 0,0 1 0,0-1 0,0 0 0,0 0 0,0 1 0,0-1 0,1 0 0,8 2 0,-1 0 0,1-1 0,11 0 0,-14 0 0,354 11-1365,-304-14-5461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2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22 24575,'-6'0'0,"-8"0"0,-8 0 0,-3 0 0,-1 0 0,1 0 0,7 0 0,12 0 0,13 0 0,13 0 0,11 0 0,14 0 0,7-2 0,6-1 0,6 0 0,0-2 0,-1 0 0,-11 1-8191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3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97 24575,'-6'-1'0,"-1"0"0,1 0 0,0-1 0,0 0 0,0 0 0,-8-4 0,-4-1 0,3 2 0,12 5 0,-1-1 0,1 0 0,-1 0 0,1 0 0,0 0 0,0 0 0,-1-1 0,1 0 0,0 0 0,0 1 0,-2-4 0,5 5 0,0-1 0,0 1 0,0 0 0,1-1 0,-1 1 0,0 0 0,0-1 0,0 1 0,1 0 0,-1-1 0,0 1 0,0 0 0,1-1 0,-1 1 0,0 0 0,1 0 0,-1 0 0,0-1 0,1 1 0,-1 0 0,0 0 0,1 0 0,-1 0 0,1-1 0,-1 1 0,0 0 0,1 0 0,-1 0 0,1 0 0,-1 0 0,0 0 0,1 0 0,-1 0 0,1 1 0,17-4 0,136 1 0,-95 3 0,-1-2 0,93-15 0,-121 6 0,-30 9 0,1 1 0,-1 0 0,0 0 0,0 0 0,1 0 0,-1 0 0,0 0 0,0 0 0,0 0 0,1-1 0,-1 1 0,0 0 0,0 0 0,0 0 0,0-1 0,1 1 0,-1 0 0,0 0 0,0 0 0,0-1 0,0 1 0,0 0 0,0 0 0,0 0 0,0-1 0,0 1 0,1 0 0,-1 0 0,0-1 0,0 1 0,0 0 0,0 0 0,-1-1 0,-14-4 0,8 4 0,0 0 0,0 1 0,0 0 0,0 0 0,0 1 0,0-1 0,0 1 0,-10 3 0,15-3 0,-1 0 0,1 1 0,-1-1 0,1 0 0,0 1 0,0 0 0,0-1 0,0 1 0,0 0 0,0 0 0,0 0 0,1 0 0,-1 1 0,1-1 0,-1 0 0,1 1 0,0-1 0,0 0 0,0 1 0,0 0 0,0-1 0,1 1 0,-1-1 0,1 1 0,-1 3 0,0 30 0,1 0 0,2 0 0,1-1 0,10 43 0,1 17 0,-11-67 0,6 66 0,-9-84 0,0 0 0,-1 0 0,0-1 0,0 1 0,-1 0 0,-6 19 0,8-28 0,-1 0 0,1 0 0,0 1 0,-1-1 0,1 0 0,-1 0 0,0 0 0,1 1 0,-1-1 0,0 0 0,0 0 0,1 0 0,-1 0 0,0 0 0,0-1 0,0 1 0,0 0 0,0 0 0,-1 0 0,1-1 0,0 1 0,0-1 0,0 1 0,0-1 0,-1 1 0,1-1 0,0 0 0,-1 0 0,1 1 0,0-1 0,-1 0 0,1 0 0,0 0 0,0-1 0,-1 1 0,1 0 0,0 0 0,-1-1 0,1 1 0,0-1 0,0 1 0,0-1 0,-1 1 0,1-1 0,0 0 0,0 1 0,0-1 0,0 0 0,-1-1 0,-6-5 0,1 0 0,0 0 0,0 0 0,1-1 0,-6-8 0,5 6 0,1 1 0,-2 0 0,1 0 0,-1 1 0,0 0 0,-1 1 0,-19-13 0,24 17 0,-1 0 0,0 1 0,-1 0 0,1 0 0,0 1 0,0-1 0,-1 1 0,1 1 0,-1-1 0,1 1 0,-1-1 0,1 2 0,-1-1 0,1 0 0,-1 1 0,1 0 0,-1 1 0,-7 2 0,5-1 49,0 0 0,1 1 0,-1 0-1,1 1 1,-1-1 0,-7 8 0,13-10-78,0-1 1,1 1-1,-1 0 1,0 0-1,1 0 1,0 0-1,-1 0 1,1 0 0,0 0-1,0 0 1,-1 5-1,1-6-30,1 1 0,0-1-1,0 0 1,0 1-1,0-1 1,0 0 0,1 1-1,-1-1 1,0 0 0,1 1-1,-1-1 1,1 0 0,-1 1-1,1-1 1,-1 0-1,1 0 1,0 0 0,0 0-1,0 1 1,-1-1 0,1 0-1,2 1 1,8 7-6767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4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342 216 24575,'2'-6'0,"0"1"0,0-1 0,0 1 0,0-1 0,-1 0 0,0 0 0,0 0 0,-1 1 0,0-1 0,0 0 0,0 0 0,-1 0 0,1 0 0,-1 0 0,-1 1 0,1-1 0,-1 0 0,0 1 0,0-1 0,-6-9 0,4 9 0,0-1 0,0 1 0,-1 0 0,0 1 0,0-1 0,0 1 0,0 0 0,-1 0 0,0 1 0,0-1 0,0 1 0,-1 1 0,1-1 0,-1 1 0,0 0 0,-7-2 0,4 4 0,0-1 0,0 2 0,0-1 0,0 1 0,1 0 0,-1 1 0,0 1 0,0-1 0,1 1 0,-1 1 0,1 0 0,-1 0 0,1 1 0,-9 5 0,12-6 0,-1 1 0,1 0 0,0 0 0,1 1 0,-1 0 0,1 0 0,0 0 0,-8 11 0,10-12 0,0 0 0,1 0 0,0 0 0,0 1 0,0-1 0,1 1 0,-1-1 0,1 1 0,0 0 0,0-1 0,1 1 0,0 0 0,-1 0 0,2 5 0,0-2 0,1-1 0,0 0 0,0 0 0,1-1 0,0 1 0,0 0 0,0-1 0,1 0 0,0 1 0,0-1 0,1-1 0,-1 1 0,1-1 0,1 0 0,6 5 0,10 8 0,1-1 0,36 21 0,7-4 0,-41-21 0,0 0 0,42 32 0,-64-44 0,-1 1 0,0 0 0,0 0 0,0 0 0,0 0 0,0 1 0,0-1 0,0 1 0,-1-1 0,1 1 0,-1-1 0,0 1 0,0 0 0,0 0 0,0 0 0,0-1 0,0 6 0,-1-5 0,0-1 0,-1 0 0,1 0 0,-1 1 0,1-1 0,-1 0 0,0 0 0,0 0 0,0 0 0,0 0 0,0 0 0,0 0 0,-1 0 0,1 0 0,0-1 0,-1 1 0,0 0 0,1-1 0,-1 1 0,0-1 0,0 0 0,0 1 0,-2 0 0,-11 5 0,-1 0 0,1-1 0,-1-1 0,0-1 0,-1 0 0,1-1 0,-1 0 0,1-2 0,-1 0 0,0-1 0,1 0 0,-1-1 0,0-1 0,-17-5 0,28 5 43,-1 0 0,1 0-1,0 0 1,0-1 0,0 0-1,1-1 1,-9-5 0,13 8-81,0 0 0,0 0 0,0 1 0,0-1 0,0 0 0,0 0 0,0 0 0,0 0 0,0 0 0,1 0 0,-1 0 0,0 0 1,1 0-1,-1-1 0,1 1 0,-1 0 0,1 0 0,0 0 0,0-1 0,-1 1 0,1 0 0,0 0 0,0-1 0,0 1 0,0 0 1,0-1-1,1 1 0,-1 0 0,0 0 0,0-1 0,1 1 0,-1 0 0,1 0 0,-1 0 0,1 0 0,0-1 0,-1 1 0,1 0 1,0 0-1,0 0 0,0 1 0,0-1 0,0 0 0,1-1 0,10-8-6788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313 218 24575,'7'-6'0,"0"1"0,0-1 0,-1 1 0,0-2 0,0 1 0,-1-1 0,0 0 0,0 0 0,0 0 0,5-12 0,-6 11 0,0 0 0,-1 0 0,1-1 0,-2 0 0,1 0 0,2-17 0,-5 24 0,1 0 0,-1 0 0,0-1 0,0 1 0,0 0 0,-1 0 0,1 0 0,0 0 0,-1 0 0,1 0 0,-1 0 0,0 0 0,1 0 0,-1 0 0,0 0 0,0 1 0,0-1 0,-1 0 0,1 0 0,0 1 0,-1-1 0,1 1 0,-1-1 0,1 1 0,-1 0 0,0 0 0,0-1 0,1 1 0,-1 1 0,0-1 0,0 0 0,0 0 0,0 1 0,0-1 0,-4 0 0,-3 0 0,1 1 0,0 0 0,-1 0 0,1 1 0,0 0 0,-1 1 0,1-1 0,0 2 0,0-1 0,0 1 0,0 0 0,1 1 0,-1 0 0,-7 5 0,-7 5 0,2 1 0,0 0 0,-26 27 0,32-27 0,0 1 0,1 0 0,0 0 0,2 1 0,0 1 0,0 0 0,2 1 0,-13 35 0,20-46 0,-1 1 0,2 0 0,-1-1 0,1 1 0,0 0 0,1-1 0,0 1 0,1 0 0,0 0 0,2 10 0,-1-13 0,0 1 0,0-1 0,1 0 0,0 0 0,0 0 0,1 0 0,-1-1 0,1 1 0,0-1 0,1 0 0,-1 0 0,1-1 0,0 1 0,11 6 0,-3-3 31,-1-1 0,2-1 0,-1 0 0,1-1 0,-1 0 0,2-1 0,-1 0 0,0-2 0,1 1 0,18-1 0,17-1-810,79-8 0,-123 6 631,56-5-6678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5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277 255 24575,'-7'-8'0,"0"0"0,-1 1 0,1 0 0,-1 0 0,-9-6 0,16 12 0,-1 0 0,0 0 0,0 0 0,0 0 0,0 0 0,0 0 0,-1 0 0,1 1 0,0-1 0,0 1 0,0-1 0,-1 1 0,1 0 0,0 0 0,0 0 0,-1 0 0,1 1 0,0-1 0,0 1 0,0-1 0,-1 1 0,1 0 0,0-1 0,-2 2 0,-19 12 0,1 0 0,-23 19 0,36-25 0,0 0 0,1 0 0,0 1 0,0 0 0,0 1 0,2-1 0,-7 12 0,12-19 0,-1 0 0,1 0 0,0 1 0,1-1 0,-1 0 0,0 1 0,1-1 0,-1 0 0,1 1 0,0-1 0,-1 0 0,1 1 0,0-1 0,1 1 0,-1-1 0,0 0 0,1 1 0,-1-1 0,2 4 0,0-3 0,0-1 0,-1 1 0,1-1 0,0 1 0,0-1 0,0 0 0,1 0 0,-1 0 0,0 0 0,1-1 0,0 1 0,-1-1 0,5 3 0,5 0 0,0 0 0,0 0 0,1-2 0,-1 1 0,1-2 0,17 1 0,-11-1 0,1-2 0,38-6 0,-47 5 0,-1 0 0,0-1 0,1 0 0,-1-1 0,0 0 0,-1-1 0,11-6 0,-18 10 0,0-1 0,0 1 0,0-1 0,0 1 0,0-1 0,-1 1 0,1-1 0,-1 0 0,1 0 0,-1 0 0,1 0 0,-1 0 0,0 0 0,0 0 0,0 0 0,-1 0 0,1 0 0,0-1 0,0-3 0,-1 3 0,0 0 0,-1 0 0,1 0 0,-1 0 0,1 1 0,-1-1 0,0 0 0,0 1 0,0-1 0,-1 0 0,1 1 0,-1 0 0,1-1 0,-3-2 0,-3-2 0,0-1 0,-1 1 0,0 0 0,0 0 0,-1 1 0,0 0 0,-15-7 0,18 11 0,-13-8 0,17 5 0,13 3 0,159-1 0,-20 2 0,-61-2 0,73-6 0,-148 6 0,-19 0 0,-26 0 0,21 3 0,-1 1 0,1 1 0,-1 0 0,1 1 0,0-1 0,0 2 0,0 0 0,0 0 0,1 0 0,-1 2 0,-14 9 0,21-12 0,-1-1 0,1 1 0,-1 0 0,1 0 0,0 0 0,0 1 0,0-1 0,1 1 0,-1-1 0,1 1 0,0 0 0,0 0 0,0 0 0,1 0 0,-1 0 0,1 1 0,0-1 0,0 0 0,0 1 0,1-1 0,0 1 0,0-1 0,0 0 0,0 1 0,0-1 0,1 1 0,0-1 0,0 0 0,0 1 0,3 4 0,-2-5 0,0 1 0,1-1 0,0 0 0,0 0 0,0 0 0,0 0 0,0-1 0,1 1 0,0-1 0,-1 0 0,1 0 0,0 0 0,1-1 0,-1 1 0,0-1 0,1 0 0,0 0 0,-1-1 0,1 1 0,0-1 0,0 0 0,6 0 0,0 0 0,0 0 0,0-1 0,0 0 0,0-1 0,-1 0 0,1 0 0,0-2 0,0 1 0,10-5 0,-11 3 0,0 0 0,-1 0 0,1-1 0,-1-1 0,0 1 0,-1-1 0,0-1 0,1 0 0,-2 0 0,1 0 0,7-12 0,-10 12 0,0-1 0,-1 1 0,0-1 0,0 0 0,-1 0 0,0 0 0,0-1 0,-1 1 0,0-1 0,-1 1 0,0-1 0,0 0 0,-1 1 0,-1-11 0,-1-5 0,-2 0 0,0 0 0,-2 0 0,-1 0 0,-1 1 0,-19-41 0,26 62 0,0 1 0,0-1 0,1 0 0,-1 1 0,0-1 0,0 1 0,-1 0 0,1-1 0,0 1 0,-3-2 0,4 3 0,0 0 0,0 0 0,-1 0 0,1 0 0,0 0 0,0 0 0,-1 0 0,1 0 0,0 0 0,0 0 0,-1 0 0,1 0 0,0 0 0,0 0 0,-1 0 0,1 0 0,0 0 0,0 0 0,-1 0 0,1 0 0,0 1 0,0-1 0,0 0 0,-1 0 0,1 0 0,0 0 0,0 1 0,0-1 0,0 0 0,0 0 0,-1 0 0,1 1 0,0-1 0,0 0 0,0 0 0,0 0 0,0 1 0,0-1 0,0 0 0,0 1 0,-1 3 0,0 1 0,0 0 0,1-1 0,-1 1 0,1 0 0,1 7 0,6 46-273,2 0 0,2 0 0,4-1 0,36 97 0,-38-127-6553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70 184 24575,'-3'-2'0,"0"0"0,0 0 0,0 0 0,0 0 0,0 1 0,0-1 0,-1 1 0,1 0 0,-6-2 0,6 3 0,0-1 0,1 0 0,-1 0 0,0 0 0,0 0 0,1 0 0,-1-1 0,0 1 0,1-1 0,-4-2 0,6 3 0,0 1 0,0 0 0,0 0 0,0 0 0,0 0 0,0-1 0,0 1 0,0 0 0,0 0 0,0 0 0,0-1 0,0 1 0,0 0 0,0 0 0,1 0 0,-1 0 0,0-1 0,0 1 0,0 0 0,0 0 0,0 0 0,0 0 0,0-1 0,1 1 0,-1 0 0,0 0 0,0 0 0,0 0 0,0 0 0,0 0 0,1 0 0,-1 0 0,0-1 0,0 1 0,0 0 0,0 0 0,1 0 0,-1 0 0,0 0 0,0 0 0,0 0 0,1 0 0,-1 0 0,0 0 0,0 0 0,0 0 0,1 0 0,13-2 0,-13 2 0,71-7 0,-44 5 0,0-1 0,0-1 0,0-1 0,-1-2 0,34-12 0,-59 19 0,-1-1 0,1 0 0,0 1 0,-1-1 0,1 0 0,-1 0 0,1 0 0,-1 0 0,1-1 0,-1 1 0,0 0 0,0 0 0,0-1 0,0 1 0,1-1 0,-2 1 0,3-4 0,-3 4 0,0 0 0,0 0 0,0-1 0,0 1 0,0 0 0,0-1 0,0 1 0,0 0 0,0 0 0,-1-1 0,1 1 0,0 0 0,-1 0 0,1 0 0,-1 0 0,1-1 0,-1 1 0,0 0 0,-1-1 0,-1-2 0,-1 0 0,0 0 0,0 0 0,-1 1 0,1-1 0,-1 1 0,1 0 0,-1 1 0,0-1 0,-6-1 0,4 1 0,0 2 0,-1-1 0,1 1 0,-1 0 0,1 0 0,-1 1 0,1 0 0,-1 0 0,0 1 0,1 0 0,-1 0 0,1 1 0,0 0 0,0 0 0,-1 1 0,1 0 0,1 0 0,-1 1 0,-11 7 0,14-8 0,0 0 0,0 0 0,1 0 0,-1 0 0,1 1 0,0 0 0,0-1 0,0 1 0,0 0 0,1 0 0,0 1 0,0-1 0,0 0 0,0 1 0,0-1 0,1 1 0,0 0 0,0-1 0,0 1 0,1 0 0,-1 0 0,1 0 0,0-1 0,1 1 0,-1 0 0,1 0 0,0 0 0,0-1 0,1 1 0,-1-1 0,5 9 0,-3-6 16,1 0-1,1 0 1,-1 0-1,1-1 1,0 0-1,1 0 1,-1 0-1,1 0 1,0-1-1,10 7 1,-5-5 12,1-1 1,0 0-1,0 0 1,0-1-1,24 5 1,-9-4-314,-1-2 1,1 0-1,0-2 1,0-1-1,43-5 1,-18-2-6542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6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616 1 24575,'-558'60'0,"550"-59"0,1-1 0,-1 1 0,1 1 0,-1-1 0,-12 6 0,21-5 0,6 0 0,11 1 0,449-4-1042,-336-3 643,1940-28-8458,2 29 6844,-1663 4 1785,-106-1 48,292 0 2329,-493 0 230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1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1 584 24575,'3'-1'0,"1"0"0,-1 0 0,1 0 0,-1 0 0,0-1 0,1 0 0,-1 0 0,0 0 0,0 0 0,0 0 0,-1 0 0,1-1 0,3-3 0,10-8 0,10-4 0,1 0 0,1 2 0,33-14 0,95-32 0,-105 42 0,957-314 0,-997 331 0,77-26 0,-76 22 342,-12 7-371,0 0 1,0 0-1,-1 0 1,1 0-1,0 0 1,0 0-1,0 0 1,0 0 0,0-1-1,0 1 1,0 0-1,0 0 1,-1 0-1,1 0 1,0 0-1,0 0 1,0 0 0,0 0-1,0 0 1,0 0-1,0 0 1,0 0-1,0 0 1,0-1-1,0 1 1,0 0 0,0 0-1,0 0 1,0 0-1,-1 0 1,1 0-1,0 0 1,0 0-1,0-1 1,0 1 0,0 0-1,0 0 1,0 0-1,0 0 1,0 0-1,1 0 1,-1 0-1,0-1 1,0 1 0,0 0-1,0 0 1,0 0-1,0 0 1,0 0-1,0 0 1,0 0-1,0 0 1,0 0 0,0 0-1,0-1 1,0 1-1,0 0 1,1 0-1,-1 0 1,-12 1-6798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1:0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24575,'-10'0'0,"-1"0"0,1 1 0,0 0 0,-1 1 0,1 0 0,-19 7 0,29-9 0,0 0 0,-1 0 0,1 0 0,0 0 0,0 0 0,0 0 0,-1 0 0,1 0 0,0 0 0,0 0 0,0 0 0,-1 1 0,1-1 0,0 0 0,0 0 0,0 0 0,-1 0 0,1 0 0,0 0 0,0 1 0,0-1 0,0 0 0,0 0 0,0 0 0,-1 0 0,1 1 0,0-1 0,0 0 0,0 0 0,0 0 0,0 1 0,0-1 0,0 0 0,0 0 0,0 0 0,0 1 0,0-1 0,0 0 0,0 0 0,0 0 0,0 1 0,0-1 0,0 0 0,0 0 0,0 0 0,0 1 0,0-1 0,0 0 0,1 0 0,12 7 0,20 0 0,81 1 0,24 2 0,-120-8 0,1 2 0,0 0 0,-1 1 0,0 1 0,18 9 0,-32-14 0,0 1 0,-1-1 0,0 1 0,1 0 0,-1 1 0,0-1 0,0 0 0,0 1 0,0 0 0,-1 0 0,1 0 0,-1 0 0,0 0 0,1 0 0,-1 1 0,-1-1 0,1 0 0,0 1 0,-1 0 0,0-1 0,0 1 0,0 0 0,0 0 0,-1 0 0,1 0 0,-1-1 0,0 1 0,0 0 0,-1 0 0,1 0 0,-1 0 0,0 0 0,0-1 0,0 1 0,0 0 0,0-1 0,-5 8 0,-2 4 49,-1 0 0,-1-1 0,-1 0-1,0 0 1,0-1 0,-25 21 0,-1-3-903,-48 30 1,43-34-5973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1:10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1632 174 24575,'-4'-7'0,"-1"0"0,1 1 0,-1 0 0,-1 0 0,1 0 0,-12-9 0,-40-26 0,39 29 0,-1 2 0,0 1 0,0 0 0,-1 1 0,0 1 0,0 1 0,-30-5 0,21 7 0,0 2 0,0 0 0,0 2 0,-53 7 0,27 2 0,1 3 0,1 3 0,0 1 0,1 4 0,-62 30 0,53-19-35,1 2 0,2 3 0,1 3 0,2 2 0,2 2-1,1 3 1,3 2 0,-59 73 0,80-84-1,2 1 0,2 0-1,2 2 1,1 1 0,-25 72 0,35-77 23,1 0 1,2 1 0,2 0-1,1 0 1,2 0-1,1 1 1,6 57 0,-1-65 12,2 0 0,1-1 0,1 0 0,2 0 0,1-1 0,1 0 0,1 0 0,1-1 0,2-1 0,1 0 0,24 29 0,-15-25 0,1-1 0,2-1 0,1-2 0,1-1 0,1-1 0,1-1 0,1-2 0,43 20 0,-24-18 0,0-2 0,2-2 0,0-3 0,1-1 0,0-4 0,1-2 0,1-2 0,-1-3 0,99-5 0,-88-4 0,-1-3 0,0-3 0,0-2 0,-1-4 0,-1-2 0,-1-4 0,117-58 0,-142 60 0,-1-1 0,-1-2 0,-1-2 0,-1-1 0,-2-1 0,0-2 0,-2-1 0,-2-1 0,-1-2 0,-1-1 0,-2-1 0,-1-1 0,-2-1 0,-2 0 0,-2-2 0,20-64 0,-25 61 0,-3-1 0,-1 1 0,-2-2 0,-2 1 0,-2 0 0,-2-1 0,-2 1 0,-10-57 0,7 72 0,-1 0 0,-2 1 0,-1 0 0,-1 0 0,-1 1 0,-2 1 0,0-1 0,-2 2 0,-1 0 0,-1 1 0,-1 1 0,-1 0 0,-32-29 0,23 30-126,0 2 0,-1 0 0,-1 2 0,-1 1 0,-1 2 0,0 1 0,-1 1 0,0 2 0,-41-8 0,-47-6-6173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37.6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24575,'0'0'0,"0"1"0,1-1 0,-1 0 0,1 0 0,-1 1 0,0-1 0,1 0 0,-1 0 0,0 1 0,1-1 0,-1 0 0,0 1 0,0-1 0,1 1 0,-1-1 0,0 0 0,0 1 0,0-1 0,1 1 0,-1-1 0,0 0 0,0 1 0,0-1 0,0 1 0,0-1 0,0 1 0,0-1 0,0 0 0,0 1 0,0-1 0,0 1 0,0 0 0,-3 21 0,2-15 0,-1 397 0,30-92 0,-4-81 0,-22 50 0,-9-211 0,0 31 0,7-61 0,-1-18 0,1 0 0,1-1 0,8 42 0,-7-42 262,0-2-331,0-18-452,0-9-516,1-3-5789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8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192 110 24575,'2'-3'0,"-1"1"0,0 0 0,1 0 0,-1-1 0,0 1 0,0-1 0,0 1 0,-1-1 0,1 1 0,0-1 0,-1 1 0,0-1 0,0-4 0,1 1 0,-1-1 0,-1 1 0,0 0 0,-2-10 0,3 14 0,0 1 0,-1-1 0,1 1 0,-1-1 0,1 1 0,-1 0 0,1-1 0,-1 1 0,0 0 0,0-1 0,0 1 0,0 0 0,0 0 0,0 0 0,0 0 0,0 0 0,0 0 0,-1 0 0,1 0 0,0 0 0,-1 1 0,1-1 0,0 1 0,-3-2 0,2 2 0,-1 0 0,1 0 0,-1 0 0,1 0 0,-1 0 0,1 1 0,-1-1 0,1 1 0,-1 0 0,1 0 0,0-1 0,-1 2 0,-2 1 0,-1 0 0,0 1 0,0 0 0,0 0 0,1 0 0,0 1 0,0 0 0,0 0 0,1 1 0,-1-1 0,-3 7 0,7-10 0,0 0 0,0 0 0,0 1 0,0-1 0,0 1 0,0-1 0,0 0 0,1 1 0,0-1 0,-1 1 0,1 0 0,0-1 0,0 1 0,0-1 0,0 1 0,1-1 0,-1 1 0,1-1 0,0 1 0,-1-1 0,1 0 0,0 1 0,0-1 0,1 0 0,-1 0 0,0 1 0,1-1 0,2 2 0,2 2 0,0-1 0,1 0 0,0-1 0,0 1 0,0-1 0,1 0 0,10 3 0,1 1 0,-12-6 0,0 0 0,-1 1 0,1 0 0,-1 0 0,1 1 0,-1 0 0,0 0 0,10 9 0,-16-13 0,1 1 0,0 0 0,-1 0 0,1 0 0,-1 0 0,0 1 0,1-1 0,-1 0 0,0 0 0,1 0 0,-1 0 0,0 0 0,0 0 0,0 1 0,0-1 0,0 0 0,0 0 0,0 0 0,-1 0 0,1 0 0,0 0 0,-1 0 0,1 1 0,-1-1 0,1 0 0,-1 0 0,1 0 0,-1 0 0,0-1 0,1 1 0,-1 0 0,0 0 0,0 0 0,0 0 0,0-1 0,1 1 0,-1 0 0,0-1 0,0 1 0,-2 0 0,-4 3 0,-1 1 0,1-1 0,-16 5 0,17-7 0,-65 23 0,62-23 0,0 0 0,0 0 0,0 0 0,-1-1 0,-15-1 0,23 0-91,1 0 0,-1 0 0,0-1 0,1 1 0,-1 0 0,1-1 0,-1 1 0,1-1 0,-1 0 0,1 0 0,-1 1 0,1-1 0,-1 0 0,-1-2 0,-3-5-6735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7.6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149 83 24575,'2'-1'0,"0"-1"0,-1 0 0,1 0 0,0 0 0,-1 0 0,1-1 0,-1 1 0,0 0 0,0-1 0,0 1 0,0 0 0,0-1 0,0 0 0,-1 1 0,1-1 0,-1 1 0,0-1 0,1-4 0,-2 5 0,1 1 0,-1-1 0,1 0 0,-1 1 0,0-1 0,0 1 0,0-1 0,0 1 0,0-1 0,0 1 0,0 0 0,0-1 0,0 1 0,-1 0 0,1 0 0,0 0 0,-1 0 0,1 0 0,-1 0 0,1 0 0,-1 0 0,0 1 0,1-1 0,-1 1 0,0-1 0,1 1 0,-5-1 0,2 0 0,0 0 0,0 1 0,0-1 0,-1 1 0,1 0 0,0 0 0,0 1 0,-1-1 0,1 1 0,0 0 0,0 0 0,0 0 0,0 0 0,0 1 0,0 0 0,0 0 0,1 0 0,-1 0 0,-6 6 0,6-4 0,-1 1 0,1 0 0,0 0 0,1 0 0,-1 1 0,1-1 0,0 1 0,1 0 0,-1 0 0,1 0 0,0 0 0,-1 11 0,2-9 0,0 0 0,0 0 0,1 0 0,0 0 0,1 0 0,0 0 0,0-1 0,0 1 0,1 0 0,1 0 0,-1-1 0,1 1 0,0-1 0,1 0 0,0 0 0,8 11 0,-10-14 0,1-1 0,0 1 0,0-1 0,0 0 0,0 0 0,1-1 0,-1 1 0,1 0 0,0-1 0,0 0 0,0 0 0,0 0 0,0-1 0,0 1 0,0-1 0,0 0 0,1 0 0,-1 0 0,1-1 0,-1 1 0,0-1 0,1 0 0,-1-1 0,1 1 0,-1-1 0,0 0 0,1 0 0,-1 0 0,0 0 0,0-1 0,7-3 0,-7 3 0,0-1 0,0 1 0,0-1 0,-1 0 0,1-1 0,0 1 0,-1 0 0,0-1 0,0 0 0,0 0 0,0 0 0,-1 0 0,0 0 0,0-1 0,0 1 0,0 0 0,0-1 0,0-6 0,1-3 0,-1 1 0,0-1 0,-1 0 0,-1 0 0,-1-15 0,1 30 1,1 14 169,6 29 0,-6-38-325,1-1 0,0 1 0,0-1 0,0 1 0,0-1 0,1 0-1,0 0 1,0 0 0,0 0 0,6 6 0,1-2-6671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7.1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65 24575,'-2'-8'0,"1"0"0,-1 0 0,-1 0 0,0 0 0,-4-10 0,6 16 0,-2-2 0,2 4 0,0 13 0,2 19 0,17 145 0,14 246 0,-33-408 0,-2-20 0,-3-24 0,5 19 0,-1-4 0,0-1 0,1 1 0,1-1 0,0 1 0,5-27 0,-4 38 0,1 0 0,0-1 0,0 1 0,0 0 0,0 0 0,0 0 0,0 0 0,1 1 0,0-1 0,-1 1 0,1-1 0,0 1 0,0 0 0,0 0 0,1 0 0,-1 1 0,0-1 0,1 1 0,-1 0 0,1 0 0,-1 0 0,5-1 0,3 0 0,-1 0 0,1 1 0,0 0 0,-1 0 0,1 1 0,15 2 0,-20-1 0,-1 0 0,1 1 0,0-1 0,-1 1 0,1 0 0,-1 1 0,1-1 0,-1 1 0,0 0 0,0 0 0,0 1 0,-1 0 0,1-1 0,-1 2 0,0-1 0,0 0 0,0 1 0,3 5 0,-5-6 0,0 0 0,0 0 0,0 1 0,-1-1 0,1 0 0,-1 0 0,0 1 0,0-1 0,-1 1 0,1-1 0,-1 1 0,0-1 0,-1 1 0,1-1 0,-1 1 0,1-1 0,-1 1 0,-1-1 0,1 0 0,-1 0 0,1 1 0,-1-1 0,0 0 0,-4 5 0,2-4 0,0 0 0,-1 0 0,1 0 0,-1 0 0,0-1 0,-1 0 0,1 0 0,-1 0 0,0 0 0,0-1 0,0 0 0,0-1 0,0 1 0,-9 1 0,7-2 0,0 0 0,0 0 0,0-1 0,0 0 0,0-1 0,0 0 0,0 0 0,0-1 0,0 0 0,0 0 0,-13-4 0,17 4-85,1-1 0,0 0-1,0 1 1,0-1 0,0 0-1,0 0 1,0-1 0,0 1-1,1-1 1,-1 1 0,1-1-1,0 0 1,-1 0 0,1 0-1,-2-4 1,-3-10-6741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55.1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91 24575,'0'-7'0,"0"0"0,0 1 0,0 0 0,0-1 0,1 1 0,3-10 0,-4 14 0,1 0 0,0 1 0,-1-1 0,1 1 0,0-1 0,0 1 0,0-1 0,0 1 0,0 0 0,1 0 0,-1-1 0,0 1 0,1 0 0,-1 0 0,0 0 0,1 0 0,-1 1 0,1-1 0,0 0 0,-1 1 0,1-1 0,0 1 0,-1-1 0,1 1 0,2-1 0,0 1 0,-1 0 0,1-1 0,-1 1 0,1 0 0,-1 1 0,0-1 0,1 0 0,-1 1 0,1 0 0,-1 0 0,0 0 0,0 0 0,1 1 0,-1-1 0,0 1 0,5 4 0,-4-3 0,0 0 0,-1 1 0,0 0 0,0 0 0,0 0 0,0 0 0,-1 0 0,1 0 0,-1 1 0,3 8 0,-1 1 0,-1 1 0,0 0 0,-1 0 0,-1 0 0,0 0 0,-2 30 0,0-40 0,1 0 0,-1 1 0,0-1 0,0 1 0,-4 7 0,19-72 0,1 14 0,-5 13 0,27-60 0,-36 91 0,-1 0 0,0 0 0,1 0 0,-1-1 0,1 1 0,0 0 0,-1 0 0,1 0 0,0 0 0,0 0 0,-1 0 0,1 0 0,0 1 0,0-1 0,0 0 0,0 0 0,0 1 0,0-1 0,0 1 0,1-1 0,-1 1 0,0-1 0,0 1 0,0-1 0,1 1 0,-1 0 0,0 0 0,0 0 0,0 0 0,1 0 0,-1 0 0,0 0 0,0 0 0,1 0 0,-1 1 0,0-1 0,0 0 0,0 1 0,1-1 0,0 1 0,0 1 0,0 0 0,0-1 0,0 1 0,0 0 0,0 0 0,0 0 0,-1 1 0,1-1 0,-1 0 0,0 0 0,1 1 0,-1-1 0,0 1 0,0-1 0,-1 1 0,1 0 0,0-1 0,-1 4 0,2 18 0,-4 36 0,1-35 0,2 30 0,-1-54 0,0 0 0,0 1 0,0-1 0,1 0 0,-1 0 0,0 0 0,0 0 0,1 0 0,-1 0 0,1 0 0,-1 0 0,1 0 0,-1 0 0,1 0 0,0 0 0,-1 0 0,1 0 0,0 0 0,0-1 0,-1 1 0,1 0 0,0 0 0,0-1 0,0 1 0,0-1 0,0 1 0,0-1 0,0 1 0,0-1 0,0 0 0,0 1 0,1-1 0,-1 0 0,0 0 0,0 0 0,0 0 0,0 0 0,0 0 0,0 0 0,1 0 0,-1 0 0,0-1 0,0 1 0,0 0 0,0-1 0,0 1 0,0-1 0,1 0 0,2-1 0,0 1 0,0-1 0,0 0 0,-1 0 0,1-1 0,-1 1 0,1-1 0,-1 0 0,0 0 0,0 0 0,5-6 0,-2-4-1365,-3 0-5461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57.2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 24575,'-3'0'0,"-2"0"0,-1 2 0,3 1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57.0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20 24575,'-1'-10'0,"1"0"0,3 18 0,10 39 0,31 75 0,-43-121-41,-1 1 0,1 0-1,0 0 1,0-1-1,-1 1 1,1-1 0,0 1-1,0-1 1,1 1 0,-1-1-1,0 0 1,0 1-1,1-1 1,-1 0 0,0 0-1,1 0 1,0 0 0,-1 0-1,1 0 1,-1 0-1,1-1 1,0 1 0,0-1-1,-1 1 1,1-1 0,0 0-1,0 1 1,0-1-1,-1 0 1,1 0 0,0 0-1,2-1 1,7-4-6785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11.2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24575,'0'3'0,"2"-3"0,4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03.6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1 508 24575,'2'0'0,"0"-1"0,0 0 0,0 1 0,0-1 0,-1 0 0,1 0 0,0 0 0,0-1 0,-1 1 0,1 0 0,-1 0 0,1-1 0,-1 1 0,2-3 0,-1 2 0,0 0 0,0 0 0,1-1 0,-1 2 0,1-1 0,-1 0 0,4-1 0,-5 2 0,0 1 0,0 0 0,0 0 0,-1 0 0,1 0 0,0 0 0,0 0 0,0 0 0,0 0 0,0 0 0,-1 0 0,1 0 0,0 1 0,0-1 0,0 0 0,-1 0 0,1 1 0,0-1 0,0 1 0,-1-1 0,1 1 0,0-1 0,-1 1 0,1-1 0,0 1 0,-1 0 0,1-1 0,-1 1 0,1 0 0,-1-1 0,1 2 0,4 6 0,-1 1 0,0 0 0,-1-1 0,1 1 0,3 19 0,2 6 0,0-7 0,-3-9 0,0 0 0,14 26 0,-20-43 0,1 0 0,-1 0 0,0 0 0,1-1 0,-1 1 0,0 0 0,1 0 0,-1-1 0,1 1 0,0 0 0,-1-1 0,1 1 0,-1-1 0,1 1 0,0 0 0,0-1 0,-1 0 0,1 1 0,0-1 0,0 1 0,-1-1 0,1 0 0,0 0 0,0 1 0,0-1 0,0 0 0,-1 0 0,1 0 0,0 0 0,0 0 0,0 0 0,0 0 0,0 0 0,-1 0 0,1-1 0,0 1 0,0 0 0,0 0 0,0-1 0,-1 1 0,1-1 0,0 1 0,-1-1 0,1 1 0,0-1 0,-1 1 0,1-1 0,0 1 0,-1-1 0,1 0 0,-1 1 0,1-1 0,0-1 0,5-6 0,-1 0 0,1-1 0,6-16 0,-8 17 0,175-302 0,-147 263 0,2 2 0,2 2 0,1 1 0,59-50 0,-95 91 0,52-39 0,-49 37 0,0 1 0,-1-1 0,1 1 0,0 0 0,1 1 0,-1-1 0,0 1 0,0 0 0,1 0 0,-1 0 0,9 0 0,-12 1-31,-1 0 0,1 0 0,-1 0 0,0 0 0,1 0 0,-1 0 0,1 0 0,-1 0 0,0 0 0,1 1 0,-1-1 0,1 0 0,-1 0 0,0 0 0,1 1 0,-1-1 0,0 0 0,1 0 0,-1 1 0,0-1 0,1 0 0,-1 1 0,0-1 0,0 0-1,1 1 1,-1-1 0,0 0 0,0 1 0,0-1 0,1 1 0,-1-1 0,0 1 0,0-1 0,0 0 0,0 1 0,0-1 0,0 1 0,0-1 0,0 1 0,0-1 0,0 0 0,0 1 0,-1 0 0,-2 9-6795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06.2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1 515 24575,'0'0'0,"1"-1"0,-1 1 0,1-1 0,-1 1 0,1 0 0,-1-1 0,1 1 0,-1 0 0,1-1 0,-1 1 0,1 0 0,0 0 0,-1-1 0,1 1 0,0 0 0,-1 0 0,1 0 0,0 0 0,-1 0 0,1 0 0,-1 0 0,1 0 0,0 0 0,-1 0 0,1 0 0,0 1 0,-1-1 0,2 1 0,0 0 0,0 0 0,-1 0 0,1 0 0,0 1 0,-1-1 0,1 1 0,-1-1 0,1 1 0,0 2 0,21 39 0,-14-19 0,2 0 0,1-1 0,24 36 0,-35-58 0,-1 0 0,1 0 0,0 0 0,0 0 0,1 0 0,-1 0 0,0 0 0,0 0 0,0 0 0,0-1 0,1 1 0,-1 0 0,0-1 0,1 1 0,-1-1 0,1 1 0,-1-1 0,0 0 0,1 0 0,-1 0 0,1 0 0,-1 0 0,1 0 0,-1 0 0,0 0 0,1 0 0,-1-1 0,1 1 0,-1 0 0,0-1 0,1 1 0,-1-1 0,0 0 0,1 1 0,-1-1 0,0 0 0,0 0 0,0 0 0,0 0 0,0 0 0,1-1 0,7-6 0,-1-1 0,-1 1 0,1-1 0,5-11 0,-9 14 0,86-126 0,101-133 0,-164 233 0,1 1 0,1 2 0,2 1 0,1 1 0,63-40 0,-86 61 0,1 1 0,0 0 0,0 0 0,17-5 0,-13 9 342,-14 1-387,1 0 0,-1 0 0,0 1 0,0-1 0,1 0 0,-1 0 0,0 0 0,0 0 0,1 0 0,-1 1 1,0-1-1,0 0 0,0 0 0,1 0 0,-1 1 0,0-1 0,0 0 0,0 0 0,0 0 0,1 1 0,-1-1 1,0 0-1,0 0 0,0 1 0,0-1 0,0 0 0,0 1 0,0-1 0,0 0 0,0 0 0,0 1 0,0-1 1,0 0-1,0 1 0,0-1 0,0 0 0,0 1 0,-4 10-6781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08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0 493 24575,'0'-2'0,"0"1"0,0 0 0,0-1 0,0 1 0,1 0 0,-1-1 0,0 1 0,0 0 0,1-1 0,-1 1 0,1 0 0,-1-1 0,1 1 0,0 0 0,-1 0 0,1 0 0,0 0 0,0 0 0,0 0 0,0 0 0,0 0 0,0 0 0,0 0 0,0 0 0,0 0 0,0 1 0,1-1 0,-1 0 0,0 1 0,1-1 0,-1 1 0,0 0 0,0-1 0,1 1 0,-1 0 0,1 0 0,-1 0 0,0 0 0,1 0 0,-1 0 0,0 0 0,1 0 0,-1 1 0,0-1 0,1 0 0,-1 1 0,0-1 0,1 1 0,-1 0 0,0-1 0,0 1 0,0 0 0,0 0 0,0-1 0,1 1 0,-2 0 0,1 0 0,0 0 0,0 0 0,0 1 0,0-1 0,-1 0 0,1 0 0,0 0 0,0 3 0,3 12 0,-1 0 0,0 0 0,-1 0 0,0 16 0,0 5 0,-1-4 0,-1-24 0,0 1 0,1-1 0,-1 0 0,5 17 0,-5-25 0,1-1 0,-1 1 0,0-1 0,0 1 0,0 0 0,1-1 0,-1 1 0,0-1 0,0 1 0,1-1 0,-1 1 0,0-1 0,1 1 0,-1-1 0,1 0 0,-1 1 0,1-1 0,-1 0 0,1 1 0,-1-1 0,1 0 0,-1 1 0,1-1 0,-1 0 0,1 0 0,-1 0 0,1 1 0,0-1 0,-1 0 0,1 0 0,-1 0 0,1 0 0,0 0 0,-1 0 0,1 0 0,-1 0 0,1 0 0,0-1 0,-1 1 0,1 0 0,-1 0 0,1 0 0,-1-1 0,1 1 0,-1 0 0,1-1 0,-1 1 0,1 0 0,-1-1 0,1 1 0,-1-1 0,0 1 0,1-1 0,0 0 0,24-28 0,-24 27 0,155-243 0,-38 51 0,-87 149 0,2 2 0,43-45 0,-75 87 0,45-42 0,-42 40 0,-1 0 0,0 1 0,1 0 0,0 0 0,-1 0 0,1 0 0,0 0 0,0 1 0,0 0 0,0 0 0,0 0 0,7-1 0,2 5-1365,-3 3-5461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35.9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307 247 24575,'0'-4'0,"-1"1"0,1-1 0,-1 0 0,0 0 0,0 0 0,-2-4 0,3 7 0,0 1 0,-1-1 0,1 0 0,0 1 0,0-1 0,-1 0 0,1 1 0,0-1 0,-1 0 0,1 1 0,-1-1 0,1 1 0,0-1 0,-1 1 0,1-1 0,-1 1 0,0-1 0,1 1 0,-1-1 0,1 1 0,-1 0 0,0-1 0,1 1 0,-1 0 0,0 0 0,1-1 0,-1 1 0,0 0 0,0 0 0,1 0 0,-1 0 0,0 0 0,1 0 0,-1 0 0,0 0 0,0 0 0,1 0 0,-1 1 0,0-1 0,1 0 0,-2 1 0,1 0 0,0 0 0,0 0 0,0 0 0,0 0 0,0 0 0,0 1 0,1-1 0,-1 0 0,0 1 0,1-1 0,-1 0 0,1 1 0,-1-1 0,1 1 0,0-1 0,0 1 0,0-1 0,-1 2 0,1 33 0,1-24 0,-1 99 0,-4 301 0,-3-282 0,-28 150 0,-133 366 0,166-639 0,-45 202 0,47-209 0,0 1 0,-1-1 0,1 1 0,0-1 0,0 0 0,0 1 0,0-1 0,0 1 0,0-1 0,-1 1 0,1-1 0,0 1 0,0-1 0,1 1 0,-1-1 0,0 1 0,0-1 0,0 1 0,0-1 0,0 1 0,0-1 0,1 1 0,-1-1 0,0 1 0,0-1 0,1 1 0,-1-1 0,0 0 0,1 1 0,-1-1 0,0 0 0,1 1 0,-1-1 0,1 0 0,-1 1 0,1-1 0,-1 0 0,0 0 0,1 0 0,-1 1 0,1-1 0,-1 0 0,1 0 0,-1 0 0,1 0 0,-1 0 0,1 0 0,-1 0 0,1 0 0,0 0 0,30-10 0,-19 5 0,109-25 0,188-23 0,-267 47 0,647-63 0,3 33 0,-15 0 0,-590 32 0,-25 1 0,-1-2 0,66-14 0,-122 18 0,0 0 0,-1 0 0,0-1 0,1 0 0,-1 0 0,0 0 0,0 0 0,0 0 0,0-1 0,0 0 0,0 0 0,-1 0 0,0 0 0,1-1 0,-1 1 0,0-1 0,-1 0 0,1 0 0,3-7 0,-3 5 0,-2 0 0,1 0 0,-1 0 0,1 0 0,-1 0 0,-1 0 0,0 0 0,1 0 0,-2 0 0,1 0 0,-1 0 0,0 0 0,0 0 0,0 1 0,-3-7 0,-2-5 0,-83-274 0,69 191 0,4 0 0,-4-104 0,13-205 0,16 218 0,-5 107 0,-2 67 0,-2-1 0,0 0 0,-2 1 0,0-1 0,0 1 0,-2 0 0,0 0 0,-1 0 0,-1 0 0,0 1 0,-10-18 0,14 31 0,0 1 0,0-1 0,0 1 0,0 0 0,0-1 0,-1 1 0,1 0 0,-1 0 0,0 1 0,0-1 0,1 1 0,-1-1 0,0 1 0,0 0 0,0 0 0,-1 0 0,1 0 0,0 1 0,0-1 0,0 1 0,0 0 0,-4 0 0,-9 1 0,1 0 0,0 1 0,-22 6 0,10-2 0,-679 91 0,-5-38 0,594-51 0,-439 46 0,323-18 0,187-30 224,15-2-1019,-45 2 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38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50 24575,'-2'-5'0,"0"-1"0,0 0 0,0 1 0,0 0 0,-1 0 0,0 0 0,-4-6 0,6 9 0,-9 39 0,3 14 0,1 1 0,3 1 0,2-1 0,3 0 0,8 59 0,-5-84 0,15 95 0,9 211 0,-23-91 0,0 18 0,-6-214 0,10 75 0,-7-75 0,-4-38 0,1-1 0,1 1 0,-1-1 0,1 1 0,0-1 0,0 0 0,1 1 0,0-1 0,1 0 0,3 7 0,-6-13-27,0-1 0,0 0-1,0 1 1,0-1 0,1 1-1,-1-1 1,0 0 0,0 1-1,1-1 1,-1 1 0,0-1 0,0 0-1,1 1 1,-1-1 0,0 0-1,1 0 1,-1 1 0,1-1-1,-1 0 1,0 0 0,1 0 0,-1 1-1,1-1 1,-1 0 0,0 0-1,1 0 1,-1 0 0,1 0-1,-1 0 1,1 0 0,-1 0-1,0 0 1,1 0 0,-1 0 0,1 0-1,-1 0 1,1 0 0,-1 0-1,0 0 1,1-1 0,-1 1-1,1 0 1,-1 0 0,0 0-1,1-1 1,-1 1 0,0 0 0,1-1-1,-1 1 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39.9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 24575,'-1'0'0,"0"0"0,1 0 0,-1 1 0,1-1 0,-1 0 0,0 1 0,1-1 0,-1 1 0,1-1 0,-1 1 0,1-1 0,-1 1 0,1-1 0,0 1 0,-1-1 0,1 1 0,0 0 0,-1-1 0,1 1 0,0 0 0,0-1 0,-1 1 0,1 0 0,0-1 0,0 1 0,0 0 0,0 1 0,-2 23 0,2-21 0,0 389 0,20-208 0,-10-121 0,1 66 0,-13 93 0,4 86 0,0-282 0,11 40 0,-1-2 0,-8-45 0,1 0 0,0 0 0,11 24 0,2 7 0,-16-44-273,-1-1 0,1 1 0,-2 0 0,1 9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2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20 270 24575,'-18'-1'0,"17"1"0,3 0 0,27-3 0,-4 1 0,1370-172 0,-1219 151 0,-6 6 0,222 5 0,-367 12 0,0 0 0,-1-2 0,1-1 0,35-9 0,-42 8 0,0 1 0,0 2 0,1-1 0,22 3 0,29-2 0,-68 0-124,1 1 0,-1 0 0,1-1 0,-1 1 0,1-1 0,-1 0-1,1 0 1,-1 0 0,0 0 0,4-2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4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82 218 24575,'-55'0'0,"33"0"0,17 0 0,7 0 0,394-28 0,-227 11 0,65-4 0,623-51 0,-604 57 0,102-7 0,-228 6 0,-27 4 0,38-2 0,-183 25-1365,32-9-5461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5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1 286 24575,'36'-2'0,"1"-2"0,55-12 0,-27 3 0,470-53 0,3 30 0,-165 12 0,-199 14 0,-37 4 0,161-30 0,-221 19 0,-37 7 0,54-5 0,-2 0 0,-63 10 0,0 0 0,48-1 0,-21 7-1365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58.0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94 230 24575,'0'-1'0,"0"-1"0,0 1 0,0 0 0,0-1 0,-1 1 0,1 0 0,0 0 0,0-1 0,-1 1 0,1 0 0,-1 0 0,1 0 0,-1-1 0,0 1 0,1 0 0,-1 0 0,0 0 0,0 0 0,0 0 0,0 0 0,0 0 0,0 1 0,0-1 0,0 0 0,0 0 0,0 1 0,0-1 0,0 1 0,0-1 0,-1 1 0,1-1 0,0 1 0,0 0 0,-1-1 0,1 1 0,-2 0 0,1 0 0,-1 0 0,1 0 0,-1 0 0,0 1 0,1-1 0,-1 1 0,1 0 0,0-1 0,-1 1 0,1 0 0,-1 0 0,1 1 0,0-1 0,0 0 0,0 1 0,0-1 0,-3 4 0,3-2 0,-1 0 0,1 1 0,1-1 0,-1 0 0,0 1 0,1-1 0,0 1 0,0 0 0,0-1 0,0 1 0,0 0 0,1 0 0,0-1 0,0 1 0,0 0 0,0 0 0,1 0 0,-1-1 0,1 1 0,0 0 0,0 0 0,0-1 0,0 1 0,4 4 0,-4-5 0,0-1 0,0 1 0,0-1 0,1 1 0,-1-1 0,1 0 0,0 0 0,0 0 0,0 0 0,0 0 0,0 0 0,0-1 0,0 1 0,1 0 0,-1-1 0,0 0 0,1 0 0,-1 0 0,1 0 0,0 0 0,-1 0 0,1 0 0,0-1 0,0 0 0,-1 1 0,1-1 0,0 0 0,0 0 0,-1-1 0,1 1 0,0 0 0,-1-1 0,6-1 0,-3-1 0,0 1 0,0-1 0,0 0 0,-1 0 0,1 0 0,-1-1 0,0 0 0,0 0 0,0 0 0,0 0 0,-1 0 0,0-1 0,0 0 0,0 1 0,0-1 0,-1 0 0,0 0 0,0-1 0,0 1 0,-1 0 0,1-1 0,-1 1 0,0-8 0,0 0 0,0-1 0,-1 0 0,0 1 0,-1-1 0,-1 1 0,0-1 0,-1 1 0,-6-19 0,3 13 0,2 8 0,0-1 0,0 1 0,-1 0 0,-12-20 0,13 30 0,3 8 0,3 10 0,64 232 0,-60-228 0,-5-16 69,1 0-1,0 0 0,0 1 0,6 8 1,-7-12-155,0-1 1,0 0 0,0 1-1,0-1 1,0 0 0,0 0-1,1 1 1,-1-1 0,0 0-1,1 0 1,-1 0 0,1-1-1,-1 1 1,1 0 0,0 0-1,-1-1 1,1 1 0,0-1-1,2 1 1,7-1-6741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0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1 24575,'-6'-1'0,"-1"1"0,1 1 0,0-1 0,0 1 0,0 0 0,0 1 0,0-1 0,0 1 0,-10 5 0,12-5 0,1 0 0,0 1 0,0 0 0,-1-1 0,2 1 0,-1 1 0,0-1 0,1 0 0,-1 0 0,1 1 0,0 0 0,0-1 0,0 1 0,1 0 0,-3 7 0,3-5 0,-1 0 0,1 0 0,0 1 0,0-1 0,1 0 0,0 1 0,0-1 0,1 0 0,-1 1 0,1-1 0,1 0 0,-1 0 0,1 1 0,0-1 0,5 10 0,-6-14 0,1 1 0,0-1 0,-1 1 0,1-1 0,0 0 0,0 0 0,0 1 0,0-1 0,0-1 0,1 1 0,-1 0 0,1 0 0,-1-1 0,1 0 0,0 1 0,-1-1 0,1 0 0,0 0 0,0-1 0,0 1 0,0 0 0,0-1 0,0 0 0,0 0 0,-1 0 0,1 0 0,0 0 0,0 0 0,0-1 0,0 0 0,0 1 0,0-1 0,0 0 0,-1 0 0,5-3 0,9-4-1365,-1-1-5461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0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2 24575,'-1'0'0,"0"0"0,0 0 0,-1 1 0,1-1 0,0 1 0,0-1 0,0 1 0,0 0 0,0-1 0,0 1 0,0 0 0,0 0 0,0 0 0,0 0 0,0 0 0,0 0 0,0 0 0,1 0 0,-1 0 0,1 0 0,-1 0 0,0 0 0,1 1 0,0-1 0,-1 0 0,1 0 0,0 1 0,0-1 0,-1 1 0,-3 41 0,4-41 0,0 6 0,0 0 0,1 0 0,-1 0 0,2 0 0,3 12 0,-5-19 0,1 1 0,-1-1 0,1 1 0,-1-1 0,1 1 0,0-1 0,0 0 0,0 1 0,0-1 0,0 0 0,0 0 0,0 0 0,1 0 0,1 2 0,-2-2 0,0-1 0,1 0 0,-1 0 0,0 1 0,0-1 0,0 0 0,0 0 0,0 0 0,1 0 0,-1 0 0,0 0 0,0 0 0,0-1 0,0 1 0,1 0 0,-1-1 0,0 1 0,0-1 0,0 1 0,0-1 0,0 1 0,0-1 0,1-1 0,2-1 0,0-1 0,0 1 0,-1-1 0,0 0 0,1 0 0,-1 0 0,-1 0 0,1-1 0,0 1 0,-1-1 0,0 0 0,0 0 0,2-9 0,-3 11 0,-1 1 0,1 0 0,-1-1 0,1 1 0,-1-1 0,0 1 0,0-1 0,0 1 0,0 0 0,0-1 0,-1 1 0,1-1 0,-1 1 0,0-1 0,1 1 0,-1 0 0,0 0 0,0-1 0,-1 1 0,1 0 0,0 0 0,-1 0 0,1 0 0,-1 0 0,0 1 0,1-1 0,-1 0 0,0 1 0,0-1 0,-3-1 0,-1 1-195,0 0 0,0 0 0,0 0 0,0 1 0,0 0 0,-10-1 0,4 1-6631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1.0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27 24575,'0'-1'0,"0"0"0,0 0 0,0 0 0,0 0 0,0 0 0,-1-1 0,1 2 0,0-1 0,0 0 0,-1 0 0,1 0 0,-1 0 0,1 0 0,-1 0 0,1 0 0,-1 0 0,1 0 0,-1 1 0,0-1 0,1 0 0,-1 0 0,0 1 0,0-1 0,0 1 0,1-1 0,-1 1 0,0-1 0,0 1 0,0-1 0,0 1 0,0 0 0,0-1 0,0 1 0,0 0 0,0 0 0,0 0 0,0 0 0,0 0 0,0 0 0,0 0 0,0 0 0,0 0 0,0 0 0,0 1 0,-2 0 0,-1 0 0,0 0 0,0 0 0,0 1 0,0-1 0,0 1 0,0 0 0,0 0 0,1 1 0,-7 4 0,8-5 0,-1 0 0,1 0 0,1 1 0,-1-1 0,0 0 0,0 0 0,1 1 0,0-1 0,-1 1 0,1 0 0,0-1 0,0 1 0,0 0 0,1-1 0,-1 1 0,0 0 0,1 0 0,0 0 0,0 0 0,0 4 0,1-3 0,1 1 0,-1-1 0,1 0 0,0 1 0,0-1 0,1 0 0,-1 0 0,1 0 0,0-1 0,0 1 0,7 6 0,-6-6 0,1 1 0,-1 0 0,0 0 0,0 1 0,-1-1 0,1 1 0,-1 0 0,4 11 0,-6-15 0,-1 1 0,1-1 0,-1 1 0,1-1 0,-1 1 0,0-1 0,0 1 0,0-1 0,0 1 0,-1-1 0,1 1 0,-1-1 0,1 1 0,-1-1 0,0 0 0,0 1 0,0-1 0,0 0 0,0 0 0,-1 0 0,1 0 0,-1 0 0,1 0 0,-1 0 0,0 0 0,-2 2 0,1-2-72,1-1 1,0 1-1,-1-1 0,0 0 0,1 0 0,-1 0 0,0 0 0,1 0 1,-1-1-1,0 1 0,0-1 0,1 0 0,-1 1 0,0-1 0,0-1 1,0 1-1,1 0 0,-6-2 0,-1-1-6754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1.3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24575,'0'4'0,"0"0"0,0 0 0,0 0 0,0 1 0,1-1 0,-1 0 0,1 0 0,0 0 0,3 7 0,15 50 0,38 115-1365,-52-162-5461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1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61 24575,'-2'-2'0,"-1"-3"0,2-4 0,5 1 0,2 1 0,4 2 0,1 2 0,3-1 0,2 0 0,1 0 0,0 2 0,0 1 0,-3-2 0,-5 0-8191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4.3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109 224 24575,'0'-2'0,"0"1"0,0 0 0,-1 0 0,1 0 0,0 0 0,-1 0 0,1-1 0,-1 1 0,0 0 0,1 0 0,-1 0 0,0 0 0,1 1 0,-1-1 0,0 0 0,0 0 0,0 0 0,0 1 0,0-1 0,0 0 0,0 1 0,0-1 0,0 1 0,0-1 0,0 1 0,0 0 0,-1-1 0,1 1 0,0 0 0,-2 0 0,0-1 0,1 1 0,-1-1 0,0 1 0,1 0 0,-1 0 0,0 0 0,1 1 0,-1-1 0,0 0 0,1 1 0,-1 0 0,-3 1 0,3 1 0,-1 0 0,1 0 0,0 0 0,1 1 0,-1-1 0,0 1 0,1 0 0,0-1 0,0 1 0,0 0 0,0 0 0,1 0 0,0 1 0,-2 7 0,0 1 0,1 0 0,0 1 0,0 21 0,2-34 0,0 0 0,0 1 0,0-1 0,0 1 0,0-1 0,1 0 0,-1 1 0,0-1 0,1 1 0,-1-1 0,1 0 0,-1 0 0,1 1 0,0-1 0,-1 0 0,1 0 0,0 0 0,0 0 0,0 1 0,1 0 0,-1-2 0,0 1 0,0-1 0,0 1 0,1-1 0,-1 0 0,0 1 0,0-1 0,0 0 0,0 0 0,1 0 0,-1 0 0,0 0 0,0 0 0,0-1 0,0 1 0,1 0 0,-1 0 0,2-2 0,2 0 0,-1 0 0,1 0 0,-1-1 0,0 0 0,0 0 0,0 0 0,0 0 0,0-1 0,5-6 0,-2-2 0,0 1 0,0-1 0,-2 0 0,1-1 0,-2 1 0,1-1 0,-2 0 0,3-16 0,-3 10 0,-1 0 0,-1 0 0,0-1 0,-1 1 0,-4-22 0,-4 2 0,8 37 0,-1 0 0,0 0 0,1 0 0,-1 0 0,0 0 0,0 0 0,0 0 0,0 1 0,0-1 0,-1 0 0,1 0 0,0 1 0,-1-1 0,0 1 0,-2-3 0,4 4 0,-1 0 0,1 0 0,0 0 0,-1 0 0,1 0 0,0 0 0,-1 0 0,1 0 0,0 0 0,-1 0 0,1 1 0,-1-1 0,1 0 0,0 0 0,-1 0 0,1 0 0,0 0 0,0 1 0,-1-1 0,1 0 0,0 0 0,-1 1 0,1-1 0,0 0 0,0 0 0,0 1 0,-1-1 0,1 0 0,0 1 0,0-1 0,0 0 0,0 1 0,-1-1 0,1 0 0,0 1 0,0-1 0,0 0 0,0 1 0,0-1 0,0 1 0,0 0 0,-2 17 0,2-17 0,0 20 0,1 0 0,1 1 0,8 33 0,-4-27 0,2 33 0,-9-24 226,1-29-402,-1 0-1,1 0 0,0 0 0,1 0 0,0 0 0,0 0 1,1 0-1,4 12 0,0-10-6649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4.8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 13 24575,'-1'-1'0,"1"0"0,0 0 0,-1 1 0,1-1 0,-1 0 0,1 0 0,-1 1 0,1-1 0,-1 1 0,0-1 0,1 0 0,-1 1 0,0-1 0,1 1 0,-1 0 0,0-1 0,0 1 0,0-1 0,1 1 0,-1 0 0,0 0 0,0-1 0,0 1 0,0 0 0,1 0 0,-1 0 0,0 0 0,0 0 0,-1 0 0,-26 1 0,25 0 0,0 0 0,0 1 0,1-1 0,-1 1 0,1 0 0,-1 0 0,1 0 0,0 0 0,-1 0 0,1 0 0,0 1 0,0-1 0,1 1 0,-1-1 0,0 1 0,1 0 0,0-1 0,0 1 0,0 0 0,0 0 0,0 0 0,0 0 0,1 0 0,-1 0 0,1 0 0,0 5 0,0-4 0,0-1 0,0 1 0,0 0 0,0 0 0,1-1 0,0 1 0,0 0 0,0-1 0,0 1 0,2 3 0,-2-5 0,0-1 0,0 1 0,0 0 0,0-1 0,0 1 0,0-1 0,1 0 0,-1 1 0,0-1 0,1 0 0,0 0 0,-1 0 0,1 0 0,-1 0 0,1 0 0,0 0 0,0 0 0,0-1 0,2 1 0,-2 0 0,0-1 0,0-1 0,-1 1 0,1 0 0,0 0 0,0-1 0,-1 1 0,1-1 0,0 1 0,-1-1 0,1 0 0,-1 0 0,1 0 0,-1 0 0,1 0 0,-1 0 0,1 0 0,-1 0 0,0 0 0,0-1 0,0 1 0,0 0 0,0-1 0,0 1 0,0-1 0,0 0 0,0 1 0,-1-1 0,2-1 0,1-4 0,-1 0 0,1 0 0,-1 0 0,-1-1 0,2-11 0,-2 16 0,-1 0 0,1 1 0,-1-1 0,0 0 0,0 1 0,0-1 0,0 1 0,0-1 0,0 1 0,-1-1 0,1 0 0,-1 1 0,0-1 0,0 1 0,-1-4 0,1 6 0,1 0 0,0 0 0,-1 0 0,1 0 0,0 1 0,-1-1 0,1 0 0,0 0 0,-1 0 0,1 0 0,0 1 0,0-1 0,-1 0 0,1 0 0,0 0 0,0 1 0,0-1 0,-1 0 0,1 1 0,0-1 0,0 0 0,0 0 0,0 1 0,-1-1 0,1 0 0,0 1 0,0-1 0,0 0 0,0 1 0,0-1 0,0 0 0,0 1 0,0-1 0,0 0 0,0 1 0,0-1 0,0 0 0,0 1 0,-2 16 0,1-5 69,1 0-1,0 0 0,0 1 0,5 18 1,-5-28-144,1 0 1,0 1 0,0-1 0,0 0 0,0 0-1,1 0 1,-1 0 0,1-1 0,0 1 0,-1 0-1,1-1 1,0 1 0,1-1 0,-1 0 0,0 1-1,1-1 1,-1 0 0,1 0 0,0-1 0,0 1-1,0-1 1,4 3 0,4-1-6752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5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30 24575,'-1'-2'0,"-1"0"0,1 0 0,0-1 0,0 1 0,0-1 0,0 1 0,-1-5 0,-1 0 0,2 22 0,4 41 0,19 111 0,-11-98 0,-4-35-1365,-3-23-5461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5.7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82 24575,'42'0'0,"-15"1"0,0-1 0,-1-1 0,1-1 0,-1-1 0,29-8 0,-53 11 0,-1-1 0,0 1 0,0 0 0,0-1 0,1 1 0,-1-1 0,0 1 0,0-1 0,0 1 0,0-1 0,0 0 0,0 0 0,0 1 0,0-1 0,0 0 0,0 0 0,-1 0 0,1 0 0,0 0 0,0 0 0,-1 0 0,1-2 0,-1 2 0,0 0 0,0 0 0,0-1 0,0 1 0,0 0 0,0 0 0,-1 0 0,1 0 0,0 0 0,-1 0 0,1 0 0,-1 0 0,1 0 0,-1 0 0,1 0 0,-1 0 0,0 0 0,0 1 0,-1-3 0,-1 1 0,0-1 0,0 0 0,0 1 0,-1 0 0,1 0 0,-1 0 0,1 0 0,-1 0 0,0 1 0,0 0 0,0-1 0,-8 0 0,10 2 0,-1 1 0,0-1 0,1 1 0,-1 0 0,0-1 0,1 1 0,-1 0 0,1 0 0,0 1 0,-1-1 0,1 0 0,0 1 0,-1 0 0,1-1 0,0 1 0,0 0 0,1 0 0,-1 0 0,0 0 0,1 1 0,-1-1 0,1 0 0,-1 1 0,1-1 0,0 1 0,-1 2 0,0 1 0,0-1 0,0 1 0,1 0 0,-1 0 0,1 0 0,1 1 0,-1-1 0,1 0 0,0 0 0,2 11 0,-2-15 0,0 0 0,1 0 0,-1 0 0,1-1 0,-1 1 0,1 0 0,0 0 0,0-1 0,0 1 0,0 0 0,0-1 0,0 1 0,1-1 0,-1 1 0,0-1 0,1 0 0,-1 0 0,1 1 0,-1-1 0,1 0 0,0 0 0,-1 0 0,1-1 0,0 1 0,0 0 0,0-1 0,-1 1 0,1-1 0,0 0 0,0 1 0,0-1 0,0 0 0,0 0 0,0 0 0,0 0 0,0-1 0,0 1 0,-1 0 0,1-1 0,0 0 0,0 1 0,0-1 0,-1 0 0,1 0 0,0 0 0,-1 0 0,1 0 0,-1 0 0,1 0 0,-1-1 0,1 1 0,-1-1 0,0 1 0,0-1 0,0 1 0,2-4 0,0 0 0,1 0 0,-2-1 0,1 1 0,-1-1 0,1 0 0,-1 1 0,-1-1 0,1 0 0,-1 0 0,0 0 0,-1 0 0,1-1 0,-2-8 0,-1 13 0,-2 8 0,-1 8 0,5-12-68,0 0 0,1 1-1,-1-1 1,0 0 0,1 1 0,0-1-1,-1 0 1,1 0 0,0 1 0,0-1-1,0 0 1,1 0 0,-1 0 0,0 0-1,1 0 1,-1-1 0,1 1-1,0 0 1,2 1 0,6 5-6758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6.4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16 24575,'0'-1'0,"0"0"0,0 1 0,0-1 0,0 0 0,0 1 0,0-1 0,0 1 0,0-1 0,0 0 0,0 1 0,-1-1 0,1 0 0,0 1 0,0-1 0,0 1 0,-1-1 0,1 0 0,0 1 0,-1-1 0,1 1 0,-1-1 0,1 1 0,-1-1 0,0 0 0,1 1 0,-1 0 0,1 0 0,-1 0 0,0 0 0,1 1 0,-1-1 0,1 0 0,-1 0 0,0 0 0,1 0 0,-1 1 0,1-1 0,-1 0 0,1 0 0,-1 1 0,1-1 0,-1 0 0,1 1 0,-1-1 0,0 1 0,-2 2 0,0 0 0,0 0 0,0 1 0,1-1 0,-1 1 0,-1 4 0,1-1 0,0 1 0,0 0 0,1-1 0,0 1 0,0 0 0,1 0 0,0 1 0,1-1 0,0 0 0,0 0 0,3 15 0,-3-20 0,1 1 0,0 0 0,0 0 0,0-1 0,0 1 0,1 0 0,0-1 0,-1 0 0,1 1 0,0-1 0,1 0 0,-1 0 0,1 0 0,-1 0 0,1 0 0,0-1 0,0 1 0,0-1 0,0 0 0,0 0 0,1 0 0,-1 0 0,1 0 0,-1-1 0,1 0 0,5 2 0,-2-2-273,0 0 0,0-1 0,0 1 0,12-2 0,1-2-6553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10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97 24575,'10'-8'0,"0"1"0,1 1 0,0 0 0,0 0 0,22-7 0,-17 6 0,12-4 0,45-12 0,-62 20 0,0 1 0,1 0 0,-1 1 0,1 0 0,-1 1 0,1 0 0,13 2 0,-23-2 0,-1 0 0,1 0 0,0 1 0,-1-1 0,1 1 0,-1-1 0,1 1 0,-1 0 0,1-1 0,-1 1 0,1 0 0,-1 0 0,0 0 0,3 2 0,-4-2 0,1 0 0,-1-1 0,0 1 0,1 0 0,-1 0 0,0-1 0,0 1 0,1 0 0,-1 0 0,0-1 0,0 1 0,0 0 0,0 0 0,0 0 0,0-1 0,0 1 0,0 0 0,0 0 0,-1-1 0,1 1 0,0 0 0,-1 0 0,-1 3 0,0-1 0,0 1 0,0-1 0,-1 0 0,1 0 0,-1 0 0,0-1 0,0 1 0,0-1 0,-5 4 0,-12 6 0,0 0 0,-1-2 0,-1-1 0,1 0 0,-2-1 0,1-2 0,-1 0 0,1-2 0,-2 0 0,-25 0 0,48-3 0,-1-1 0,1 0 0,-1 0 0,1 0 0,-1 0 0,1-1 0,0 1 0,-1 0 0,1-1 0,0 1 0,-1 0 0,1-1 0,0 0 0,-1 1 0,1-1 0,0 0 0,0 0 0,0 1 0,-2-3 0,3 3 0,0-1 0,0 0 0,0 0 0,0 0 0,0 1 0,0-1 0,0 0 0,0 0 0,0 0 0,0 1 0,1-1 0,-1 0 0,0 0 0,1 1 0,-1-1 0,0 0 0,1 0 0,-1 1 0,1-1 0,-1 0 0,1 1 0,-1-1 0,1 1 0,-1-1 0,1 1 0,0-1 0,-1 1 0,1-1 0,0 1 0,-1-1 0,1 1 0,0 0 0,1-1 0,28-15 0,1 1 0,0 1 0,2 1 0,37-9 0,-37 12 0,-11 2 0,-13 5 0,0 0 0,0 0 0,0 0 0,0 1 0,1 1 0,16-2 0,-26 3 0,1 0 0,-1 0 0,1 0 0,-1 0 0,0 0 0,1 0 0,-1 0 0,0 0 0,1 0 0,-1 0 0,0 0 0,1 0 0,-1 0 0,0 1 0,1-1 0,-1 0 0,0 0 0,1 0 0,-1 0 0,0 1 0,1-1 0,-1 0 0,0 0 0,1 1 0,-1-1 0,0 0 0,0 0 0,0 1 0,1-1 0,-1 0 0,0 1 0,0-1 0,0 0 0,0 1 0,1-1 0,-1 0 0,0 1 0,0-1 0,0 0 0,0 1 0,0-1 0,0 1 0,0-1 0,0 0 0,0 1 0,0-1 0,0 0 0,0 1 0,-1-1 0,1 0 0,0 1 0,0-1 0,0 0 0,0 1 0,-1-1 0,1 0 0,0 1 0,0-1 0,0 0 0,-1 0 0,1 1 0,0-1 0,-1 0 0,1 0 0,0 1 0,-1-1 0,1 0 0,-22 18 0,1-6 0,-1 0 0,0-2 0,-44 14 0,-76 12 0,82-22 0,44-11 0,24-7 0,24-7 0,7-2 0,1 2 0,0 2 0,1 1 0,0 3 0,52-1 0,-91 6 0,-1-1 0,0 1 0,1 0 0,-1 0 0,0 0 0,1 1 0,-1-1 0,0 0 0,1 0 0,-1 1 0,0-1 0,0 1 0,1-1 0,-1 1 0,0-1 0,0 1 0,0 0 0,0 0 0,0 0 0,0-1 0,0 1 0,0 0 0,0 0 0,0 0 0,0 0 0,0 2 0,-1-1 0,0-1 0,0 0 0,0 0 0,0 1 0,0-1 0,-1 0 0,1 1 0,0-1 0,-1 0 0,1 0 0,-1 0 0,0 1 0,1-1 0,-1 0 0,0 0 0,0 0 0,1 0 0,-1 0 0,0 0 0,0 0 0,0-1 0,0 1 0,0 0 0,0 0 0,-1-1 0,0 2 0,-25 12 0,0 0 0,0-2 0,-1-1 0,-1-1 0,0-2 0,-33 6 0,55-12 0,-27 4 0,33-6 0,-1 0 0,0 0 0,0 0 0,1 0 0,-1 0 0,0 0 0,0 0 0,1-1 0,-1 1 0,0 0 0,0-1 0,1 0 0,-1 1 0,-2-2 0,4 1 0,0 1 0,0 0 0,0 0 0,0-1 0,0 1 0,0 0 0,0-1 0,0 1 0,0 0 0,0 0 0,0-1 0,0 1 0,0 0 0,0 0 0,0-1 0,0 1 0,0 0 0,0-1 0,1 1 0,-1 0 0,0 0 0,0-1 0,0 1 0,0 0 0,1 0 0,-1 0 0,0-1 0,0 1 0,0 0 0,1 0 0,-1 0 0,0 0 0,0-1 0,1 1 0,-1 0 0,0 0 0,1 0 0,11-7 0,16-7 0,1 2 0,0 2 0,1 0 0,33-5 0,-2 4 0,67-4 0,-124 15 0,7-1 0,1 1 0,-1 0 0,16 2 0,-25-2 0,0 0 0,0 0 0,0 1 0,-1-1 0,1 1 0,0 0 0,0 0 0,-1-1 0,1 1 0,-1 0 0,1 0 0,2 2 0,-4-2 0,1 0 0,-1 0 0,1 0 0,-1-1 0,0 1 0,1 0 0,-1 0 0,0 0 0,1 0 0,-1 0 0,0 0 0,0-1 0,0 1 0,0 0 0,0 0 0,0 0 0,0 0 0,0 0 0,0 0 0,-1 0 0,1 0 0,0 0 0,0-1 0,-1 1 0,1 0 0,-1 1 0,-3 5 0,-1 0 0,1-1 0,-1 0 0,0 0 0,0 0 0,-1 0 0,0-1 0,0 0 0,0 0 0,-8 4 0,-11 6 0,-35 16 0,31-17 0,-1-2 0,0-1 0,-46 10 0,65-18 0,0-1 0,0-1 0,0 1 0,0-2 0,0 0 0,0 0 0,0-1 0,0 0 0,0-1 0,1 0 0,-1-1 0,0 0 0,-17-8 0,26 10 0,0 0 0,0 0 0,0 0 0,0 0 0,0-1 0,1 1 0,-1 0 0,0-1 0,0 0 0,1 1 0,-1-1 0,1 0 0,0 0 0,-1 0 0,1 0 0,0 0 0,0 0 0,0 0 0,1 0 0,-1-1 0,0 1 0,1 0 0,-1 0 0,1-1 0,0 1 0,0 0 0,0-1 0,0 1 0,0 0 0,1 0 0,-1-1 0,0 1 0,1 0 0,0 0 0,0-1 0,-1 1 0,1 0 0,2-3 0,2-3 0,1-1 0,-1 1 0,2 0 0,-1 0 0,1 1 0,0 0 0,13-11 0,-1 4 0,1 1 0,0 0 0,1 2 0,29-13 0,-39 19 0,1 1 0,0 0 0,1 1 0,-1 0 0,0 1 0,1 0 0,0 1 0,-1 0 0,24 3 0,-33-2 0,0 1 0,0-1 0,0 1 0,0 0 0,-1 0 0,1 0 0,0 0 0,0 1 0,-1-1 0,1 1 0,-1 0 0,0-1 0,1 1 0,-1 0 0,0 0 0,3 4 0,-5-5 0,1 0 0,-1 0 0,1-1 0,-1 1 0,1 0 0,-1 0 0,0 0 0,0 0 0,1 0 0,-1 0 0,0 0 0,0 1 0,0-1 0,0 0 0,0 0 0,0 0 0,0 0 0,-1 0 0,1 1 0,-1 0 0,0-1 0,0 1 0,0 0 0,0-1 0,0 1 0,-1-1 0,1 1 0,0-1 0,-1 0 0,1 1 0,-1-1 0,1 0 0,-4 2 0,-7 3 49,0-1 0,0 0 0,0-1-1,-1 0 1,1-1 0,-21 3 0,-80 3-1756,99-9-5119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8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90 24575,'7'-47'0,"-2"16"0,-5 30 0,0 1 0,0-1 0,0 1 0,0-1 0,0 1 0,0-1 0,0 1 0,0 0 0,0-1 0,1 1 0,-1-1 0,0 1 0,0-1 0,0 1 0,0-1 0,1 1 0,-1-1 0,0 1 0,1 0 0,-1-1 0,0 1 0,1 0 0,0-1 0,5 8 0,6 24 0,-11-29 0,30 105 0,32 207 0,-56-278-1365,-2-25-5461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8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28 24575,'15'-23'0,"-15"19"0,-10 15 0,-21 18 0,27-26 0,-1 0 0,1 1 0,0 0 0,0 0 0,0 0 0,1 0 0,-1 0 0,1 1 0,0 0 0,-4 7 0,7-11 0,0 0 0,0 1 0,0-1 0,0 0 0,0 0 0,0 0 0,0 1 0,1-1 0,-1 0 0,0 0 0,1 0 0,-1 0 0,1 1 0,-1-1 0,1 0 0,-1 0 0,1 0 0,0 0 0,-1 0 0,1 0 0,0 0 0,0-1 0,0 1 0,0 0 0,0 0 0,0-1 0,0 1 0,0 0 0,2 0 0,39 18 0,-28-14 0,79 38-1365,-81-38-5461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9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70 394 24575,'26'1'0,"-11"0"0,0-1 0,22-2 0,-35 2 0,1 0 0,0 0 0,-1-1 0,1 0 0,0 1 0,-1-1 0,1 0 0,-1 0 0,0 0 0,1-1 0,-1 1 0,0-1 0,1 1 0,-1-1 0,0 0 0,0 0 0,0 1 0,-1-1 0,4-4 0,-5 5 0,0 0 0,1 1 0,-1-1 0,0 0 0,1 0 0,-1 1 0,0-1 0,0 0 0,0 0 0,1 0 0,-1 1 0,0-1 0,0 0 0,0 0 0,-1 0 0,1 0 0,0 1 0,0-1 0,0 0 0,0 0 0,-1 0 0,1 1 0,0-1 0,-1 0 0,1 0 0,-1 1 0,0-2 0,-1 0 0,0 0 0,0 1 0,0-1 0,0 1 0,0-1 0,-1 1 0,1 0 0,0 0 0,-4-1 0,-4-2 0,0 1 0,0 1 0,-17-2 0,22 3 0,0 1 0,0 0 0,0 0 0,0 1 0,0-1 0,0 1 0,1 0 0,-1 0 0,0 0 0,0 1 0,1 0 0,-1 0 0,1 0 0,0 1 0,-1-1 0,1 1 0,0 0 0,0 0 0,1 0 0,-1 1 0,-5 6 0,6-5 0,0 0 0,0-1 0,1 1 0,-1 0 0,1 0 0,1 1 0,-1-1 0,1 0 0,0 0 0,0 1 0,0-1 0,1 1 0,-1-1 0,1 1 0,1-1 0,-1 0 0,1 1 0,0-1 0,3 9 0,-2-6 0,1-1 0,0 0 0,1-1 0,-1 1 0,1 0 0,0-1 0,1 0 0,0 0 0,0 0 0,0-1 0,0 0 0,1 0 0,0 0 0,0 0 0,0-1 0,1 0 0,-1-1 0,1 1 0,0-1 0,0 0 0,1-1 0,-1 0 0,0 0 0,1 0 0,-1-1 0,1 0 0,-1-1 0,15 0 0,-14-1 0,0 1 0,0-1 0,0 0 0,0-1 0,0 0 0,-1 0 0,1-1 0,-1 0 0,1 0 0,-1-1 0,0 0 0,0 0 0,-1-1 0,1 1 0,-1-2 0,0 1 0,0 0 0,-1-1 0,0 0 0,0-1 0,0 1 0,0-1 0,-1 0 0,-1 0 0,1 0 0,-1-1 0,3-9 0,-1-4 0,-2 0 0,0 0 0,-1 0 0,-2-41 0,-15-86 0,11 117 0,1 0 0,1 8 0,-2 0 0,-6-26 0,5 39 0,3 17 0,2 18 0,10 93 0,46 213 0,-55-328 3,2 8 110,0 1-1,8 16 1,-10-25-220,1 0 1,-1-1-1,1 1 0,-1-1 1,1 1-1,0-1 1,0 1-1,0-1 0,1 0 1,-1 0-1,0 0 0,1 0 1,-1-1-1,1 1 1,3 1-1,5 0-6719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9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96 24575,'0'-3'0,"-1"1"0,0-1 0,0 0 0,-1 0 0,1 1 0,0-1 0,-1 1 0,0-1 0,1 1 0,-1 0 0,0-1 0,0 1 0,-1 0 0,1 0 0,-4-2 0,-11-13 0,16 16 0,1 1 0,0 0 0,-1-1 0,1 1 0,0-1 0,0 1 0,-1-1 0,1 1 0,0 0 0,0-1 0,0 1 0,0-1 0,0 1 0,0-1 0,0 1 0,0-1 0,0 1 0,0-1 0,0 1 0,0-1 0,0 1 0,0-1 0,0 1 0,0-1 0,0 1 0,0-1 0,1 1 0,-1-1 0,0 1 0,0 0 0,1-1 0,-1 1 0,0-1 0,1 1 0,-1 0 0,0-1 0,1 1 0,-1 0 0,1-1 0,-1 1 0,0 0 0,1 0 0,-1-1 0,1 1 0,-1 0 0,1 0 0,-1 0 0,1 0 0,-1 0 0,1 0 0,0 0 0,31-5 0,-27 4 0,3 1 11,144-12-1387,-135 12-5450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12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53 120 24575,'-4'-9'0,"0"-1"0,1 1 0,-3-18 0,4 18 0,0 1 0,-1-1 0,1 1 0,-9-16 0,11 24 0,0-1 0,0 1 0,0 0 0,0 0 0,0-1 0,0 1 0,0 0 0,0 0 0,0-1 0,0 1 0,0 0 0,0 0 0,-1 0 0,1-1 0,0 1 0,0 0 0,0 0 0,0 0 0,0-1 0,-1 1 0,1 0 0,0 0 0,0 0 0,0 0 0,-1 0 0,1-1 0,0 1 0,0 0 0,-1 0 0,1 0 0,0 0 0,0 0 0,0 0 0,-1 0 0,1 0 0,0 0 0,0 0 0,-1 0 0,1 0 0,0 0 0,0 0 0,-1 0 0,1 0 0,0 0 0,0 0 0,-1 0 0,1 0 0,0 0 0,0 1 0,0-1 0,-1 0 0,1 0 0,0 0 0,0 0 0,0 0 0,-1 1 0,1-1 0,0 0 0,0 0 0,0 0 0,0 1 0,0-1 0,-1 0 0,1 0 0,0 0 0,0 1 0,-4 18 0,4 36 0,2 0 0,14 81 0,-9-82 0,8 63 115,37 369-1595,-50-432-5346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13.2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85 24575,'-1'-1'0,"0"0"0,0 0 0,0 0 0,0 0 0,0-1 0,0 1 0,1 0 0,-1-1 0,0 1 0,1-1 0,-1-2 0,3 3 0,7 11 0,-2-1 0,68 81 0,-65-79 0,1 0 0,0-1 0,0-1 0,1 0 0,25 14 0,-35-22 0,1 1 0,0-1 0,0 0 0,0 0 0,0 0 0,0 0 0,1 0 0,-1-1 0,0 1 0,0-1 0,0 0 0,1 0 0,-1 0 0,0 0 0,0-1 0,0 1 0,1-1 0,2-1 0,-2 0 0,-1 0 0,1 0 0,-1 0 0,1 0 0,-1-1 0,0 0 0,0 1 0,0-1 0,-1 0 0,1-1 0,-1 1 0,4-6 0,1-5 0,0 0 0,-2-1 0,1 1 0,-2-1 0,0-1 0,3-17 0,-5 22 0,3-30 0,-4 38 0,-1 1 0,0-1 0,0 1 0,0 0 0,-1-1 0,1 1 0,0 0 0,-1-1 0,0 1 0,1 0 0,-1-1 0,0 1 0,-2-3 0,-5 0-1365,0 6-5461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32.5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2415 24575,'0'1'0,"0"-1"0,0 1 0,0-1 0,0 0 0,0 1 0,-1-1 0,1 0 0,0 1 0,0-1 0,0 1 0,-1-1 0,1 0 0,0 0 0,0 1 0,-1-1 0,1 0 0,0 1 0,-1-1 0,1 0 0,0 0 0,-1 0 0,1 1 0,-1-1 0,1 0 0,0 0 0,-1 0 0,1 0 0,0 0 0,-1 0 0,1 0 0,-1 0 0,1 0 0,-1 0 0,1 0 0,0 0 0,-1 0 0,1 0 0,-1 0 0,1 0 0,0 0 0,-1 0 0,1 0 0,0-1 0,-1 1 0,1 0 0,0 0 0,-1-1 0,1 1 0,0 0 0,-1 0 0,1-1 0,0 1 0,-1 0 0,1-1 0,0 1 0,0 0 0,0-1 0,-1 1 0,1-1 0,-1-1 0,1-1 0,0 1 0,-1-1 0,1 0 0,0 1 0,0-1 0,0 1 0,1-1 0,-1 1 0,0-1 0,1 1 0,0-1 0,0 1 0,0-1 0,0 1 0,1-3 0,24-39 0,-22 38 0,15-21 0,3 0 0,0 1 0,1 1 0,2 1 0,36-27 0,147-93 0,-191 133 0,247-150-435,7 12 0,295-116 0,-183 116-541,413-102-1,776-120-2733,19 82 650,-391 119 2669,7 53 1,3 52-1,1294 99 0,-148 196 239,-33 214 1,-1249-146 1436,-830-214-857,-4 10 1,298 162-1,-437-199 527,-3 5 0,-2 4 0,-3 4 0,-4 4 0,-2 4 0,-4 4 0,-4 3 0,116 162-1,-4 42-484,-28 14-210,-159-293-260,136 273 0,-79-198 0,-57-78 0,-6-9 0,-5-13 0,3 1 0,2 7 0,0-1 0,-1 1 0,0 0 0,-4-9 0,5 14 0,1 0 0,0 1 0,-1-1 0,1 0 0,-1 0 0,0 1 0,0-1 0,0 1 0,1-1 0,-1 1 0,-1 0 0,1 0 0,0 0 0,0 0 0,0 0 0,0 0 0,-1 1 0,-2-1 0,-14-2 0,-1 1 0,0 1 0,1 1 0,-1 1 0,-29 4 0,47-4 0,0-1 0,0 0 0,0 0 0,1 1 0,-1-1 0,0 1 0,0 0 0,1-1 0,-1 1 0,1 0 0,-1 0 0,0 0 0,1 0 0,0 0 0,-1 0 0,1 1 0,0-1 0,-1 0 0,1 1 0,-1 1 0,2-1 0,-1-1 0,1 1 0,0 0 0,0-1 0,0 1 0,0 0 0,0-1 0,0 1 0,1-1 0,-1 1 0,0 0 0,1-1 0,0 1 0,-1-1 0,1 1 0,0-1 0,0 1 0,-1-1 0,1 0 0,0 1 0,0-1 0,2 2 0,64 70 0,-30-33 0,-32-36 0,2 6 0,2-2 0,-1 1 0,2-1 0,17 13 0,-25-20 0,0 0 0,1 1 0,-1-1 0,0 0 0,1 0 0,-1 0 0,1-1 0,-1 1 0,1-1 0,0 1 0,-1-1 0,1 0 0,-1 0 0,1 0 0,0 0 0,-1 0 0,1-1 0,0 1 0,-1-1 0,1 0 0,-1 0 0,1 1 0,-1-2 0,0 1 0,1 0 0,-1 0 0,4-4 0,0 1 0,-1-1 0,1 0 0,-1 0 0,0 0 0,-1 0 0,1-1 0,-1 0 0,0 1 0,0-2 0,-1 1 0,0 0 0,0-1 0,3-12 0,-7 9 342,1 9-389,-1 1 1,1 0 0,0 0 0,0 0 0,0 0 0,-1 0 0,1-1 0,0 1-1,0 0 1,0 0 0,-1 0 0,1 0 0,0 0 0,0 0 0,-1 0 0,1 0-1,0 0 1,0 0 0,-1 0 0,1 0 0,0 0 0,0 0 0,-1 0 0,1 0-1,0 0 1,0 0 0,-1 0 0,1 1 0,0-1 0,0 0 0,0 0 0,-1 0-1,1 0 1,0 0 0,0 1 0,-1-1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33.3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3636 551 24575,'-60'-71'0,"31"46"6,-1 0 1,-1 2-1,-1 2 0,-2 1 0,-52-25 1,-189-59-194,97 51-673,-278-45 0,-193 33 284,-27 72 266,557 5 233,0 5-1,1 4 1,-186 61-1,244-61 195,-103 53-1,144-64-68,-1 1 0,2 2 0,0 0 0,0 0 0,1 2 0,1 0 0,0 1 0,-23 31 0,34-40-10,1 0-1,0 1 1,0-1-1,0 1 1,1 0-1,1 0 1,-1 0-1,1 0 0,1 0 1,-1 1-1,1-1 1,0 14-1,2-11 54,1-1-1,-1 1 0,2 0 1,-1-1-1,1 1 0,1-1 0,0 0 1,9 17-1,4-1 93,0-1 1,2-1-1,0 0 0,2-1 1,47 39-1,13 4-354,4-4 0,141 80-1,206 69-342,-224-124-12,3-10 0,353 81 0,-394-125 469,1-6 1,1-9 0,345-7-1,-398-18-318,173-35-1,-226 28 369,-1-3 0,-1-3-1,0-2 1,67-36 0,-106 46 160,-1-2 0,0-1 0,-2-1 0,1 0 0,-2-2 0,29-30 0,-42 40-27,-1-1 1,0-1-1,0 1 1,-1-1-1,0 0 1,0-1-1,-1 1 1,-1-1-1,0 0 1,0 0-1,-1-1 1,-1 1-1,1-1 1,-2 1-1,0-1 1,0 0-1,-2-20 1,-3 14-106,0 0 1,-1 0-1,0 0 1,-2 1-1,0 0 1,-1 0 0,-1 1-1,0 0 1,-1 0-1,-1 1 1,-24-26-1,-1 4-18,-1 1 1,-2 2-1,-46-30 0,-17-4-3,-177-90 0,-128-20 0,186 102 342,171 62-911,0 2 0,-76-7 0,79 15-6257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5:29.9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1 516 24575,'0'-2'0,"0"1"0,-1 0 0,1 0 0,0 0 0,1 0 0,-1-1 0,0 1 0,0 0 0,0 0 0,1 0 0,-1 0 0,0 0 0,1 0 0,-1 0 0,1 0 0,0 0 0,-1 0 0,1 0 0,0 0 0,-1 0 0,1 0 0,0 0 0,0 0 0,0 1 0,0-1 0,0 0 0,0 1 0,0-1 0,0 1 0,0-1 0,0 1 0,0-1 0,0 1 0,0 0 0,2-1 0,-1 1 0,0 0 0,0 1 0,0-1 0,0 0 0,0 1 0,0-1 0,-1 1 0,1 0 0,0-1 0,0 1 0,0 0 0,0 0 0,-1 0 0,1 0 0,0 1 0,-1-1 0,1 0 0,-1 1 0,3 2 0,2 5 0,0 1 0,-1 0 0,0 0 0,0 1 0,-1-1 0,-1 1 0,5 20 0,-5-18 0,1 0 0,0 0 0,1 0 0,9 19 0,-13-32 0,-1 1 0,1 0 0,-1 0 0,1 0 0,0 0 0,-1-1 0,1 1 0,0 0 0,-1 0 0,1-1 0,0 1 0,0-1 0,0 1 0,0-1 0,-1 1 0,1-1 0,0 1 0,0-1 0,0 0 0,0 0 0,0 1 0,0-1 0,0 0 0,0 0 0,0 0 0,0 0 0,0 0 0,0 0 0,0 0 0,0-1 0,0 1 0,0 0 0,0 0 0,0-1 0,0 1 0,0-1 0,0 1 0,1-2 0,4-1 0,-1-1 0,1-1 0,-1 1 0,7-10 0,-8 11 0,189-213 252,1-1-301,-134 154-735,92-71 0,-109 101-6042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5:32.0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0 382 24575,'1'-5'0,"2"7"0,4 16 0,7 27 0,-4 5 0,-7-35 0,0 1 0,1-1 0,7 19 0,-11-33 0,0-1 0,1 1 0,-1 0 0,0-1 0,0 1 0,1-1 0,-1 1 0,1-1 0,-1 1 0,0-1 0,1 1 0,-1-1 0,1 1 0,-1-1 0,1 0 0,-1 1 0,1-1 0,-1 0 0,1 1 0,0-1 0,-1 0 0,1 0 0,-1 1 0,1-1 0,0 0 0,-1 0 0,2 0 0,-1 0 0,1-1 0,-1 1 0,1 0 0,-1-1 0,0 1 0,1-1 0,-1 0 0,0 1 0,1-1 0,-1 0 0,2-2 0,4-4 0,1 0 0,10-16 0,-14 18 0,22-28 16,168-209 305,16 17-2023,-175 193-5124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5:35.0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15 406 24575,'0'-7'0,"0"0"0,0 0 0,-1 0 0,0 1 0,0-1 0,-1 0 0,1 1 0,-1-1 0,-4-7 0,23 80 0,-11-48 0,13 37 0,28 61 0,-46-114 0,0 0 0,0 0 0,0 0 0,0 0 0,0 0 0,0 0 0,0-1 0,1 1 0,-1 0 0,0-1 0,1 1 0,0-1 0,-1 0 0,1 1 0,0-1 0,0 0 0,0 0 0,-1 0 0,1 0 0,0-1 0,4 2 0,-4-2 0,0-1 0,0 1 0,0-1 0,0 1 0,0-1 0,0 0 0,0 0 0,0 0 0,-1 0 0,1 0 0,0 0 0,0 0 0,-1-1 0,1 1 0,-1 0 0,0-1 0,1 0 0,-1 1 0,0-1 0,0 0 0,0 1 0,2-4 0,59-116 0,-9 16 0,59-78 342,-88 151-769,0 0 0,2 2 1,40-38-1,-44 50-6399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5:35.9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13 468 24575,'-12'-151'0,"12"149"0,30 72 0,-25-59 0,1 0 0,-1-1 0,2 1 0,-1-1 0,15 16 0,-20-26 0,-1 1 0,1 0 0,0-1 0,0 1 0,0-1 0,-1 1 0,1-1 0,0 0 0,0 1 0,0-1 0,0 0 0,0 0 0,0 1 0,0-1 0,0 0 0,0 0 0,0 0 0,0 0 0,0 0 0,-1 0 0,1 0 0,0-1 0,0 1 0,0 0 0,0-1 0,0 1 0,0 0 0,0-1 0,0 1 0,-1-1 0,1 1 0,0-1 0,1-1 0,3-2 0,0-1 0,0 0 0,8-10 0,-6 6 0,46-50 0,2 2 0,3 2 0,2 4 0,89-60 0,-72 62-1365,-8 6-5461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5:37.7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1 536 24575,'1'0'0,"1"1"0,0-1 0,-1 1 0,1-1 0,-1 1 0,1-1 0,-1 1 0,1 0 0,-1 0 0,0 0 0,1 0 0,-1 0 0,0 0 0,0 0 0,0 0 0,0 1 0,0-1 0,0 0 0,0 1 0,0-1 0,0 1 0,0-1 0,-1 1 0,1-1 0,-1 1 0,1 1 0,3 9 0,-1 0 0,3 18 0,-4-17 0,7 42 0,-7-34 0,2 0 0,0-1 0,13 39 0,-17-59 0,0 1 0,1 0 0,-1-1 0,0 1 0,0-1 0,1 1 0,-1-1 0,0 1 0,1-1 0,-1 1 0,0-1 0,1 1 0,-1-1 0,1 1 0,-1-1 0,1 1 0,-1-1 0,1 0 0,-1 1 0,1-1 0,-1 0 0,1 0 0,0 1 0,0-1 0,-1 0 0,1-1 0,-1 1 0,1 0 0,0 0 0,-1-1 0,1 1 0,-1 0 0,0-1 0,1 1 0,-1 0 0,1-1 0,-1 1 0,0-1 0,1 1 0,-1-1 0,0 1 0,1-1 0,-1 0 0,13-34 0,-11 30 0,25-79 0,4 0 0,58-111 0,-62 147 0,1 2 0,2 0 0,3 2 0,1 1 0,46-44 0,-67 75-195,1 0 0,-1 1 0,2 0 0,0 1 0,0 0 0,20-8 0,-8 7-6631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5:42.9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1 506 24575,'0'-9'0,"0"-2"0,3 20 0,3 20 0,11 33 0,-16-56 0,2-1 0,-1 1 0,0-1 0,1 0 0,0 0 0,1 0 0,-1 0 0,7 6 0,-9-10 0,0 0 0,0 0 0,0 0 0,0 0 0,0 0 0,1-1 0,-1 1 0,0 0 0,1-1 0,-1 1 0,0-1 0,1 1 0,-1-1 0,0 0 0,1 1 0,-1-1 0,1 0 0,-1 0 0,1 0 0,-1 0 0,2-1 0,0 1 0,0-1 0,-1 0 0,1 0 0,-1-1 0,1 1 0,-1 0 0,1-1 0,-1 0 0,0 1 0,3-4 0,4-5 0,0 0 0,-1-1 0,12-19 0,-17 25 0,97-170 0,-61 102 0,2 2 0,81-103 0,-114 164-273,1 1 0,0 0 0,0 0 0,18-12 0,-1 7-6553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5:43.9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1 420 24575,'0'0'0,"0"-1"0,0 1 0,0 0 0,0-1 0,0 1 0,0-1 0,0 1 0,0 0 0,0-1 0,0 1 0,0 0 0,0-1 0,0 1 0,0 0 0,0-1 0,1 1 0,-1 0 0,0 0 0,0-1 0,0 1 0,0 0 0,1 0 0,-1-1 0,0 1 0,0 0 0,1 0 0,-1-1 0,0 1 0,1 0 0,-1 0 0,0 0 0,1 0 0,-1-1 0,13 5 0,9 14 0,-18-11 0,0 0 0,-1 0 0,0 0 0,0 1 0,3 13 0,-5-16 0,0 1 0,0-1 0,1 1 0,0-1 0,0 0 0,1 0 0,-1 0 0,1 0 0,0 0 0,0 0 0,1-1 0,6 8 0,-8-12 0,-1 1 0,1 0 0,-1 0 0,1-1 0,-1 1 0,1-1 0,-1 1 0,1-1 0,0 0 0,-1 0 0,1 0 0,0 0 0,-1 0 0,1 0 0,0 0 0,-1 0 0,1 0 0,-1-1 0,1 1 0,-1-1 0,1 1 0,-1-1 0,1 0 0,-1 0 0,1 1 0,-1-1 0,0 0 0,1 0 0,1-2 0,4-4 0,1 0 0,-1-1 0,10-12 0,-11 13 0,131-178 0,-23 30 0,-3 20-1365,-84 104-5461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5:45.1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0 568 24575,'1'-1'0,"-1"0"0,0 0 0,0 1 0,0-1 0,1 0 0,-1 0 0,0 0 0,1 0 0,-1 0 0,1 1 0,-1-1 0,1 0 0,-1 0 0,1 1 0,0-1 0,-1 0 0,1 1 0,0-1 0,0 0 0,-1 1 0,1-1 0,0 1 0,0 0 0,0-1 0,-1 1 0,1 0 0,0-1 0,0 1 0,0 0 0,0 0 0,0 0 0,0 0 0,0 0 0,0 0 0,0 0 0,0 0 0,0 0 0,-1 0 0,1 0 0,0 1 0,0-1 0,0 0 0,0 1 0,0-1 0,0 0 0,-1 1 0,1-1 0,0 1 0,0 0 0,-1-1 0,1 1 0,0-1 0,0 2 0,13 18 0,-10-13 0,0-1 0,0 0 0,1 0 0,0 0 0,0 0 0,9 6 0,-13-11 0,1 0 0,-1 0 0,1 0 0,0-1 0,-1 1 0,1 0 0,0-1 0,-1 0 0,1 1 0,0-1 0,-1 0 0,1 0 0,0 0 0,0 0 0,0 0 0,-1 0 0,1 0 0,0-1 0,-1 1 0,1-1 0,0 1 0,-1-1 0,1 0 0,0 1 0,-1-1 0,1 0 0,-1 0 0,0 0 0,1 0 0,-1 0 0,0-1 0,1 1 0,1-3 0,4-5 0,0-1 0,-1-1 0,0 1 0,0-1 0,-1 0 0,0-1 0,-1 1 0,4-18 0,1 0 0,-6 21 0,71-194 0,-58 165 0,2 1 0,1 0 0,32-43 0,-44 69-273,1 0 0,1 1 0,-1 0 0,14-11 0,2 4-6553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5:49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1 125 24575,'362'8'0,"-309"-5"0,8 1 0,100-7 0,-158 2 0,-1 1 0,0 0 0,1-1 0,-1 1 0,0-1 0,0 0 0,0 0 0,0 1 0,3-3 0,-4 3 0,-1 0 0,0 0 0,0 0 0,0-1 0,0 1 0,0 0 0,0 0 0,0 0 0,0 0 0,1 0 0,-1 0 0,0 0 0,0-1 0,0 1 0,0 0 0,0 0 0,0 0 0,0 0 0,0 0 0,0-1 0,0 1 0,0 0 0,0 0 0,0 0 0,0 0 0,0 0 0,0-1 0,0 1 0,0 0 0,0 0 0,0 0 0,0 0 0,0 0 0,0 0 0,0-1 0,0 1 0,0 0 0,-1 0 0,1 0 0,0 0 0,0 0 0,0 0 0,0 0 0,0-1 0,-15-4 0,-59-5 0,-148-2 0,82 7 0,-40-3 0,265 22 0,31-3 0,0-5 0,138-10 0,-242 3 0,-7 1 0,0 0 0,0 0 0,-1 0 0,1-1 0,0 0 0,-1 0 0,1 0 0,0-1 0,-1 1 0,1-1 0,3-3 0,-7 5 0,-1 0 0,0 0 0,0 0 0,0 0 0,0-1 0,0 1 0,0 0 0,0 0 0,0 0 0,0-1 0,0 1 0,0 0 0,0 0 0,0 0 0,0-1 0,0 1 0,0 0 0,0 0 0,0 0 0,0-1 0,0 1 0,-1 0 0,1 0 0,0 0 0,0 0 0,0-1 0,0 1 0,0 0 0,0 0 0,0 0 0,-1 0 0,1 0 0,0 0 0,0-1 0,0 1 0,0 0 0,-1 0 0,1 0 0,0 0 0,0 0 0,0 0 0,-1 0 0,1 0 0,0 0 0,0 0 0,0 0 0,-1 0 0,1 0 0,-12-4 0,-58-9 0,0 3 0,-90-2 0,44 5 0,-63-7 0,301 24 0,38 2 0,179-8 0,-324-4 0,-7 0 0,0-1 0,1 1 0,-1-1 0,0-1 0,0 1 0,0-1 0,11-5 0,-19 7 0,0 0 0,0 0 0,0 0 0,0 0 0,0 0 0,0 0 0,0 0 0,0 0 0,0 0 0,1 0 0,-1 0 0,0 0 0,0 0 0,0 0 0,0-1 0,0 1 0,0 0 0,0 0 0,0 0 0,0 0 0,0 0 0,0 0 0,0 0 0,0 0 0,0-1 0,0 1 0,0 0 0,0 0 0,0 0 0,0 0 0,0 0 0,0 0 0,0 0 0,0 0 0,0-1 0,0 1 0,0 0 0,0 0 0,0 0 0,0 0 0,0 0 0,0 0 0,0 0 0,0 0 0,0-1 0,0 1 0,0 0 0,0 0 0,-1 0 0,1 0 0,0 0 0,0 0 0,0 0 0,0 0 0,0 0 0,0 0 0,0 0 0,-11-5 0,-11-2 0,-96-6 0,-217 3 0,294 10 0,21 0 0,14-1 0,0 0 0,0 1 0,0 0 0,-1 1 0,1-1 0,0 1 0,0 1 0,0-1 0,-10 4 0,16-5 0,0 0 0,-1 0 0,1 0 0,0 0 0,0 1 0,0-1 0,0 0 0,0 0 0,0 0 0,0 0 0,0 0 0,-1 0 0,1 0 0,0 0 0,0 0 0,0 0 0,0 1 0,0-1 0,0 0 0,0 0 0,0 0 0,0 0 0,0 0 0,0 0 0,0 1 0,0-1 0,0 0 0,0 0 0,0 0 0,0 0 0,0 0 0,0 0 0,0 1 0,0-1 0,0 0 0,0 0 0,0 0 0,0 0 0,0 0 0,0 0 0,0 0 0,0 1 0,0-1 0,0 0 0,0 0 0,0 0 0,1 0 0,-1 0 0,0 0 0,0 0 0,0 0 0,0 0 0,0 1 0,0-1 0,0 0 0,1 0 0,10 5 0,16 2 0,372 28 0,-320-31 0,-40-2 0,-19 0 0,1 0 0,-1-2 0,36-4 0,-52 1 0,-12 1 0,-13-2 0,-293-13 0,161 11 0,127 6 0,25 0 0,4 2 0,13 2 0,25 5 0,309 24 0,-481-46 0,-19 11-1365,125 2-5461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38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 24575,'7'-4'0,"-18"6"0,-67 27 0,35-15 0,-72 36 0,114-49 0,-1-1 0,0 2 0,0-1 0,0 0 0,0 0 0,1 0 0,-1 1 0,0-1 0,1 1 0,0 0 0,-1-1 0,1 1 0,0 0 0,0 0 0,0-1 0,0 1 0,0 0 0,0 0 0,0 0 0,1 0 0,-1 1 0,1-1 0,-1 0 0,1 3 0,0-2 0,1 1 0,0-1 0,-1 0 0,1 1 0,1-1 0,-1 0 0,0 0 0,1 0 0,-1 0 0,1 0 0,0-1 0,0 1 0,0 0 0,5 4 0,3 2 0,1 2 0,0 1 0,-1 0 0,14 20 0,-21-28 0,-1 1 0,1-1 0,-1 1 0,0 0 0,-1 0 0,1 0 0,-1 0 0,0 0 0,0 0 0,-1 0 0,0 0 0,0 1 0,0-1 0,-1 10 0,-4 2 0,1-1 0,-2 0 0,0 0 0,-13 22 0,8-16 0,-10 30 0,19-45 0,0 0 0,0 0 0,0 1 0,1-1 0,1 1 0,-1-1 0,1 1 0,1 10 0,0-14 0,-1 0 0,1 0 0,0 0 0,1-1 0,-1 1 0,1 0 0,-1-1 0,1 1 0,0-1 0,0 1 0,1-1 0,-1 0 0,1 0 0,-1 0 0,5 4 0,-2-4 0,1 1 0,-1 0 0,1-1 0,0 0 0,0 0 0,0-1 0,0 0 0,11 3 0,0-2 0,0-1 0,-1 0 0,1-1 0,0-1 0,0-1 0,24-3 0,-14-2-341,-1 0 0,0-2-1,49-21 1,-47 16-6485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38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24575,'0'-3'0,"0"-2"0,0 1 0,0 7 0,0 4 0,0 4 0,3 4 0,0 5 0,0 3 0,-1 2 0,2 5 0,0 1 0,-1-3 0,0 0 0,-1-4 0,-2-3 0,1-3 0,-1-5-8191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38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22 24575,'0'-3'0,"0"-2"0,-2-1 0,-3 0 0,-1 4 0,0 5 0,2 4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39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120 279 24575,'-3'0'0,"1"0"0,0 1 0,-1-1 0,1 1 0,0 0 0,0-1 0,0 1 0,0 0 0,0 1 0,0-1 0,0 0 0,-2 2 0,-32 24 0,29-20 0,1 1 0,0 0 0,1 1 0,-1-1 0,2 1 0,-1 0 0,1 0 0,-5 20 0,8-28 0,1 0 0,0 1 0,0-1 0,-1 0 0,1 1 0,0-1 0,0 0 0,0 0 0,0 1 0,1-1 0,-1 0 0,0 1 0,1-1 0,-1 0 0,0 0 0,1 0 0,-1 1 0,1-1 0,0 0 0,-1 0 0,1 0 0,0 0 0,2 2 0,-2-2 0,1 0 0,0 1 0,1-1 0,-1 0 0,0 0 0,0-1 0,0 1 0,0 0 0,1-1 0,-1 1 0,0-1 0,4 0 0,3 0 0,1 0 0,-1-1 0,0 0 0,1-1 0,13-3 0,-17 3 0,0-1 0,0 1 0,-1-1 0,1 0 0,0 0 0,-1 0 0,0-1 0,0 0 0,0 0 0,0-1 0,-1 1 0,1-1 0,5-8 0,-6 5 0,1 0 0,-1 0 0,0-1 0,0 0 0,-1 1 0,0-2 0,-1 1 0,2-12 0,-2-8 0,-1 0 0,-1 0 0,-1 0 0,-10-54 0,-2-15 0,28 230-682,-2 177-1,-13-294-6143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0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14 24575,'0'-2'0,"-3"-2"0,0-1 0,1 2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24575,'0'2'0,"0"-1"0,2-1 0,1-3 0,0-3 0,2-1 0,-1-1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0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33 24575,'-3'0'0,"0"0"0,-1 0 0,1 1 0,0 0 0,0-1 0,0 1 0,0 0 0,-5 3 0,50 1 0,308-34 0,-337 28 0,-10 1 0,1 0 0,0 0 0,0 0 0,0 0 0,-1-1 0,1 0 0,0 0 0,-1 0 0,1 0 0,-1 0 0,6-4 0,-10 1-1365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1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57 24575,'0'-2'0,"0"-4"0,-2-2 0,-3-3 0,-4-1 0,-1 1 0,-3 5 0,2 5 0,3 8 0,0 5 0,-1 5 0,-1 4 0,-2 4 0,-2 1 0,0-3-8191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2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69 24575,'1'0'0,"-1"0"0,0 0 0,1 0 0,-1 0 0,1 0 0,-1 0 0,0 0 0,1 0 0,-1 0 0,0 0 0,1 0 0,-1-1 0,0 1 0,1 0 0,-1 0 0,0 0 0,0 0 0,1-1 0,-1 1 0,0 0 0,0 0 0,1-1 0,-1 1 0,0 0 0,0-1 0,1 1 0,-1 0 0,0 0 0,0-1 0,0 1 0,0 0 0,0-1 0,-1-14 0,0 12 0,0 0 0,-1 0 0,1 1 0,0-1 0,-1 1 0,0-1 0,-3-4 0,0 4 0,1 1 0,-1-1 0,0 1 0,1-1 0,-1 2 0,0-1 0,-1 0 0,1 1 0,0 0 0,0 0 0,-1 1 0,1-1 0,0 1 0,-1 0 0,1 1 0,0-1 0,0 1 0,-1 0 0,1 0 0,0 1 0,-7 2 0,2 0 0,0 1 0,1-1 0,0 2 0,0-1 0,0 1 0,0 0 0,1 1 0,0 0 0,-13 15 0,14-13 0,1-1 0,1 1 0,0 0 0,0 1 0,0-1 0,1 1 0,1 0 0,0 0 0,0 0 0,1 0 0,0 1 0,0-1 0,2 0 0,-1 18 0,2-22 0,-1 1 0,1-1 0,0 0 0,1 1 0,-1-1 0,1 0 0,1 0 0,-1 0 0,1 0 0,0 0 0,0-1 0,1 0 0,-1 1 0,1-1 0,1 0 0,-1-1 0,1 1 0,-1-1 0,1 0 0,0 0 0,1 0 0,-1-1 0,1 0 0,11 5 0,24 5-1365,-2-6-5461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2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29 24575,'-2'-2'0,"1"1"0,0 0 0,0 0 0,0 0 0,0 0 0,0 0 0,0 0 0,-1 0 0,1 1 0,0-1 0,0 0 0,-1 1 0,-1-1 0,2 1 0,0 0 0,0 0 0,0 1 0,0-1 0,0 1 0,0-1 0,0 1 0,0-1 0,0 1 0,0 0 0,0-1 0,0 1 0,1 0 0,-1 0 0,0 0 0,1-1 0,-1 1 0,0 0 0,0 1 0,-6 8 0,0 0 0,0 0 0,1 0 0,0 1 0,1 0 0,0 0 0,1 0 0,-4 17 0,7-25 0,1 0 0,-1 0 0,1 0 0,-1 0 0,1 0 0,0 0 0,0 0 0,1 0 0,-1 0 0,1 0 0,-1 0 0,1 0 0,0 0 0,0 0 0,0 0 0,0-1 0,1 1 0,-1 0 0,1-1 0,0 1 0,0-1 0,0 0 0,0 1 0,0-1 0,0 0 0,0 0 0,1 0 0,-1-1 0,1 1 0,-1 0 0,1-1 0,0 0 0,0 0 0,0 0 0,-1 0 0,1 0 0,0 0 0,4 0 0,-1 0 0,0-1 0,0 1 0,0-1 0,0 0 0,1-1 0,-1 1 0,0-1 0,0 0 0,-1-1 0,1 1 0,0-1 0,8-4 0,-12 5 0,1 0 0,-1-1 0,0 1 0,0 0 0,0-1 0,1 1 0,-2-1 0,1 1 0,0-1 0,0 0 0,0 0 0,-1 0 0,1 0 0,-1 0 0,0 0 0,1-1 0,-1 1 0,0 0 0,0-1 0,-1 1 0,1 0 0,0-1 0,-1 1 0,1-1 0,-1 0 0,0 1 0,0-1 0,0 1 0,0-1 0,-1 1 0,1-1 0,-1-2 0,-3-6 0,0 1 0,0 0 0,-1-1 0,0 1 0,-1 1 0,-10-13 0,12 15 0,-1 1 0,0 1 0,-1-1 0,1 1 0,-1 0 0,0 0 0,0 0 0,-1 1 0,1 0 0,-10-4 0,15 8-65,-1-1 0,0 0 0,1 1 0,-1-1 0,0 1 0,0 0 0,1 0 0,-1-1 0,0 1 0,0 0 0,1 1 0,-1-1 0,0 0 0,0 0 0,1 1 0,-1-1 0,0 1 0,1-1 0,-1 1 0,-1 1 0,-6 4-6761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57 24575,'-1'-9'0,"-3"12"0,-2 15 0,6-2 0,1-1 0,1 1 0,0-1 0,7 26 0,-7-36 0,-1 1 0,1-1 0,0 1 0,0-1 0,1 0 0,0 0 0,0 0 0,0 0 0,0 0 0,1-1 0,0 1 0,0-1 0,0 0 0,0 0 0,9 5 0,-10-7 0,1-1 0,-1 1 0,1-1 0,0 0 0,-1 1 0,1-2 0,0 1 0,0 0 0,0-1 0,0 0 0,0 0 0,-1 0 0,1 0 0,0-1 0,0 0 0,0 1 0,4-3 0,-2 1 0,0-1 0,-1 0 0,1 0 0,-1 0 0,0-1 0,0 0 0,0 0 0,-1 0 0,1 0 0,4-7 0,-3 4 0,0-1 0,-1 0 0,0 0 0,0 0 0,-1 0 0,0-1 0,-1 0 0,0 0 0,0 0 0,-1 0 0,0-1 0,0 1 0,-1 0 0,0-12 0,-1 18-28,0-1-1,-1 1 1,1 0-1,-1 0 1,0 0 0,0 0-1,0 0 1,0 0-1,0 0 1,-1 0-1,1 0 1,-1 0-1,0 1 1,0-1 0,0 1-1,0-1 1,0 1-1,-1 0 1,1 0-1,-1 0 1,1 0-1,-1 0 1,0 0 0,1 1-1,-1-1 1,0 1-1,0 0 1,0 0-1,0 0 1,-1 1-1,1-1 1,0 0 0,0 1-1,0 0 1,0 0-1,-1 0 1,1 0-1,0 1 1,0-1-1,0 1 1,-1 0 0,1 0-1,0 0 1,0 0-1,0 0 1,1 1-1,-6 2 1,-4 6-6798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24575,'1'0'0,"-1"0"0,0 0 0,1 0 0,-1 0 0,0 0 0,1 0 0,-1 0 0,0 0 0,1-1 0,-1 1 0,0 0 0,1 0 0,-1 0 0,0-1 0,0 1 0,1 0 0,-1 0 0,0-1 0,0 1 0,0 0 0,1 0 0,-1-1 0,0 1 0,0 0 0,0-1 0,0 1 0,0 0 0,0-1 0,0 1 0,0 0 0,1-1 0,-1 1 0,0 0 0,0-1 0,0 1 0,0 0 0,-1-1 0,1 1 0,0 0 0,0-1 0,0 1 0,0 0 0,0-1 0,0 1 0,0 0 0,-1 0 0,1-1 0,0 1 0,0 0 0,0-1 0,-1 1 0,1 0 0,0 0 0,0 0 0,-1-1 0,1 1 0,-1 0 0,7 3 0,0 0 0,0 1 0,0 0 0,0 0 0,-1 0 0,0 1 0,0 0 0,0 0 0,-1 0 0,0 0 0,0 1 0,0 0 0,6 11 0,-5-5 0,0 0 0,0 0 0,-1 0 0,0 0 0,-1 1 0,2 19 0,-4-25 0,0-3 0,-1 0 0,1 0 0,-1 0 0,0 0 0,0 0 0,0 0 0,0 0 0,-1 0 0,0 0 0,0 0 0,0 0 0,0 0 0,-1 0 0,-1 3 0,3-6 0,0-1 0,0 0 0,-1 0 0,1 1 0,0-1 0,0 0 0,-1 0 0,1 1 0,0-1 0,0 0 0,-1 0 0,1 0 0,0 0 0,-1 1 0,1-1 0,0 0 0,-1 0 0,1 0 0,0 0 0,0 0 0,-1 0 0,1 0 0,0 0 0,-1 0 0,1 0 0,0 0 0,-1 0 0,1 0 0,0 0 0,-1 0 0,1 0 0,0-1 0,-1 1 0,1 0 0,0 0 0,-1 0 0,1 0 0,0-1 0,0 1 0,-1 0 0,1 0 0,0 0 0,0-1 0,0 1 0,-1 0 0,1-1 0,0 1 0,0 0 0,0 0 0,0-1 0,0 1 0,-1 0 0,1-1 0,0 1 0,0 0 0,0-1 0,0 1 0,0-1 0,-5-21 0,4 10 0,1 0 0,1 0 0,0 0 0,1 0 0,0 0 0,1 0 0,0 0 0,1 1 0,0-1 0,1 1 0,0 0 0,1 1 0,0-1 0,0 1 0,1 0 0,1 1 0,0-1 0,14-12 0,-8 12-1365,-2 5-5461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7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14 24575,'0'0'0,"0"-1"0,-1 0 0,1 1 0,-1-1 0,1 0 0,-1 1 0,1-1 0,-1 1 0,1-1 0,-1 1 0,1-1 0,-1 1 0,1-1 0,-1 1 0,0-1 0,1 1 0,-1 0 0,0 0 0,0-1 0,1 1 0,-1 0 0,0 0 0,0 0 0,1 0 0,-1 0 0,0-1 0,-1 2 0,-26-3 0,24 1 0,-13 1 0,-1 0 0,0 1 0,-24 5 0,37-6 0,0 1 0,0 0 0,0 1 0,0-1 0,0 1 0,1 0 0,-1 0 0,1 1 0,0-1 0,-1 1 0,1 0 0,0 0 0,0 1 0,1-1 0,-1 1 0,-5 7 0,8-9 0,0 0 0,1 0 0,-1 0 0,1 0 0,-1 0 0,1 0 0,0 0 0,-1 0 0,1 0 0,0 0 0,0 0 0,1 0 0,-1 0 0,0 1 0,1-1 0,-1 0 0,1 0 0,0 0 0,0-1 0,-1 1 0,1 0 0,0 0 0,1 0 0,-1-1 0,0 1 0,0 0 0,1-1 0,-1 1 0,1-1 0,2 2 0,7 6 0,-1-1 0,1 0 0,17 9 0,-24-15 0,25 14 0,33 20 0,-56-32 0,-1 1 0,1-1 0,-1 1 0,0 0 0,0 0 0,0 0 0,5 10 0,-9-15 0,-1 1 0,1 0 0,-1 0 0,1-1 0,-1 1 0,0 0 0,1 0 0,-1 0 0,0 0 0,0 0 0,0 0 0,0-1 0,0 1 0,0 0 0,0 0 0,0 0 0,0 0 0,0 0 0,0 0 0,0 0 0,-1-1 0,1 1 0,0 0 0,-1 0 0,1 0 0,-1 0 0,1-1 0,-1 1 0,1 0 0,-1-1 0,1 1 0,-1 0 0,0-1 0,1 1 0,-1 0 0,0-1 0,0 1 0,1-1 0,-1 0 0,0 1 0,0-1 0,0 0 0,0 1 0,1-1 0,-1 0 0,-2 0 0,-5 3 0,0-1 0,0-1 0,-15 2 0,22-3 0,-29 2-273,0-2 0,0-1 0,0-1 0,-30-7 0,31 3-6553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165 157 24575,'-15'-2'0,"0"0"0,0-1 0,0 0 0,-22-9 0,37 12 0,0 0 0,0 0 0,0 0 0,0 0 0,0 0 0,0 0 0,0 0 0,0 0 0,0 0 0,0-1 0,0 1 0,0 0 0,0 0 0,0 0 0,0 0 0,0 0 0,0 0 0,0 0 0,0 0 0,0 0 0,0-1 0,0 1 0,0 0 0,0 0 0,0 0 0,0 0 0,0 0 0,0 0 0,0 0 0,0 0 0,0 0 0,0 0 0,0 0 0,0 0 0,0-1 0,0 1 0,0 0 0,0 0 0,0 0 0,-1 0 0,1 0 0,0 0 0,0 0 0,0 0 0,0 0 0,0 0 0,0 0 0,0 0 0,0 0 0,0 0 0,0 0 0,0 0 0,-1 0 0,1 0 0,0 0 0,0 0 0,0 0 0,0 0 0,0 0 0,0 0 0,0 0 0,11-2 0,18 1 0,-24 1 0,16 0 0,0-1 0,28-4 0,-44 4 0,1 0 0,-1 0 0,0-1 0,0 1 0,0-1 0,0 0 0,0-1 0,-1 1 0,1-1 0,-1 0 0,1 0 0,-1-1 0,0 1 0,7-8 0,-11 10 0,1 0 0,0 0 0,0 0 0,-1 0 0,1 0 0,-1-1 0,1 1 0,-1 0 0,1 0 0,-1 0 0,0 0 0,0-1 0,1 1 0,-1 0 0,0 0 0,0 0 0,0-1 0,0 1 0,-1 0 0,1 0 0,0-1 0,-1 0 0,0 0 0,0 0 0,0 0 0,0 0 0,0 0 0,-1 1 0,1-1 0,-1 0 0,1 1 0,-1-1 0,0 1 0,-2-2 0,-3-2 0,-1 1 0,1 0 0,-1 0 0,0 1 0,-11-3 0,12 4 0,-1 1 0,1 0 0,-1 1 0,0 0 0,0 0 0,1 0 0,-1 1 0,0 0 0,1 1 0,-1 0 0,1 0 0,0 1 0,0-1 0,0 2 0,0-1 0,0 1 0,0 0 0,1 0 0,0 1 0,0-1 0,-9 11 0,11-11 0,0 0 0,0 0 0,1 0 0,-1 0 0,1 1 0,0-1 0,0 1 0,1 0 0,0 0 0,-1 0 0,2 0 0,-1 0 0,1 1 0,-1-1 0,1 0 0,1 1 0,-1-1 0,1 1 0,0-1 0,0 0 0,1 1 0,0-1 0,-1 1 0,2-1 0,-1 0 0,1 1 0,0-1 0,0 0 0,0 0 0,1-1 0,3 6 0,-2-4-114,1-1 1,-1 1-1,1-1 0,1-1 0,-1 1 1,1-1-1,-1 0 0,1 0 0,1 0 1,-1-1-1,12 4 0,12 4-6712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61 24575,'2'-18'0,"-1"14"0,-1 0 0,1 0 0,-1 0 0,0 0 0,0 0 0,-2-8 0,2 12 0,0-1 0,0 1 0,-1 0 0,1-1 0,0 1 0,0 0 0,0-1 0,-1 1 0,1 0 0,0-1 0,0 1 0,-1 0 0,1 0 0,0-1 0,-1 1 0,1 0 0,0 0 0,-1 0 0,1-1 0,0 1 0,-1 0 0,1 0 0,0 0 0,-1 0 0,1 0 0,0 0 0,-1 0 0,1 0 0,-1 0 0,-1 0 0,0 0 0,1 1 0,-1-1 0,0 1 0,1 0 0,-1 0 0,0-1 0,1 1 0,-1 0 0,-1 2 0,-7 4 0,0 1 0,1 0 0,1 0 0,-1 1 0,1 0 0,1 1 0,0-1 0,0 1 0,1 1 0,0-1 0,0 1 0,-4 14 0,10-22 0,-1 0 0,1 0 0,0 1 0,-1-1 0,2 0 0,-1 0 0,0 1 0,0-1 0,1 0 0,0 0 0,0 0 0,0 0 0,0 0 0,0 0 0,1 0 0,-1 0 0,1 0 0,0 0 0,-1-1 0,1 1 0,1-1 0,-1 1 0,0-1 0,4 3 0,8 5 0,-1 0 0,1 0 0,26 11 0,-2 1 0,-35-21 0,-1 1 0,1 0 0,-1-1 0,0 1 0,1 0 0,-1 1 0,0-1 0,0 0 0,0 1 0,-1-1 0,1 1 0,1 3 0,-3-5 0,0 0 0,1 0 0,-1 1 0,0-1 0,0 0 0,0 0 0,0 1 0,-1-1 0,1 0 0,0 0 0,0 0 0,-1 0 0,1 1 0,-1-1 0,1 0 0,-1 0 0,0 0 0,1 0 0,-1 0 0,0 0 0,1 0 0,-1 0 0,0 0 0,0-1 0,0 1 0,0 0 0,0 0 0,0-1 0,0 1 0,0-1 0,0 1 0,-3 0 0,-7 5 0,-1-1 0,0-1 0,0 0 0,-1-1 0,-15 3 0,-65 4 0,81-9-195,-1-1 0,1 0 0,0-1 0,-1 0 0,1-1 0,-19-5 0,9-1-6631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31 24575,'-5'-2'0,"-6"-1"0,-5 0 0,-3 1 0,-1-3 0,2 1 0,3-2 0,7 1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24575,'0'3'0,"0"2"0,0 3 0,2 3 0,3 1 0,1 2 0,2 0 0,1-3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9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382 124 24575,'-9'-9'0,"1"-1"0,0 0 0,-7-12 0,10 13 0,-1 1 0,1 0 0,-2 1 0,1-1 0,-9-6 0,12 12 0,0 0 0,0 0 0,0 0 0,-1 0 0,1 1 0,-1-1 0,1 1 0,-1 0 0,1 0 0,-1 0 0,0 0 0,1 1 0,-1 0 0,0 0 0,0 0 0,1 0 0,-7 1 0,-2 1 0,0 1 0,0 1 0,0 0 0,1 0 0,0 1 0,0 1 0,0 0 0,0 0 0,1 1 0,0 0 0,-14 14 0,16-14 0,1 0 0,0 1 0,0 0 0,0 0 0,1 1 0,0-1 0,1 2 0,0-1 0,0 0 0,1 1 0,1 0 0,-1 0 0,-2 19 0,5-22 0,1 0 0,0 0 0,1 0 0,-1 0 0,1 0 0,1-1 0,-1 1 0,1 0 0,1 0 0,-1-1 0,1 0 0,0 1 0,0-1 0,1 0 0,7 9 0,7 6 0,0-1 0,38 32 0,-13-13 0,-36-33 0,0 1 0,-1 0 0,0 0 0,0 0 0,-1 1 0,0 0 0,0 0 0,-1 0 0,0 1 0,0-1 0,3 15 0,-6-21 0,0 0 0,0 1 0,0-1 0,0 0 0,0 0 0,0 1 0,1-1 0,-1 0 0,1-1 0,0 1 0,-1 0 0,1 0 0,0-1 0,0 1 0,0-1 0,0 1 0,1-1 0,-1 0 0,0 0 0,0 0 0,1 0 0,-1 0 0,0-1 0,1 1 0,-1-1 0,1 1 0,-1-1 0,4 0 0,8 0 0,0 0 0,-1-1 0,1-1 0,13-3 0,-19 3 0,20-4-682,34-13-1,-18 3-6143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49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72 24575,'-2'0'0,"-1"-1"0,0 0 0,1 1 0,-1-1 0,1 0 0,-1-1 0,1 1 0,0 0 0,-1-1 0,1 1 0,0-1 0,0 0 0,0 0 0,0 1 0,0-1 0,1-1 0,-3-1 0,3 3 0,1 0 0,-1 0 0,1 1 0,-1-1 0,1 0 0,-1 0 0,1 1 0,-1-1 0,1 0 0,0 0 0,-1 0 0,1 0 0,0 0 0,0 0 0,0 0 0,-1 0 0,1 0 0,0 0 0,0 1 0,1-1 0,-1 0 0,0 0 0,0 0 0,0 0 0,1 0 0,-1 0 0,0 0 0,1 0 0,-1 0 0,1 1 0,-1-1 0,1 0 0,-1 0 0,1 1 0,-1-1 0,1 0 0,0 1 0,-1-1 0,1 0 0,0 1 0,0-1 0,0 1 0,-1-1 0,1 1 0,0 0 0,0-1 0,0 1 0,0 0 0,0 0 0,1-1 0,9-1 0,-1 0 0,1 1 0,0 0 0,-1 1 0,22 2 0,53 11 0,-82-13 0,10 3 0,0 0 0,0 0 0,0 1 0,0 1 0,20 10 0,-29-12 0,1-1 0,-1 1 0,-1 0 0,1 0 0,0 0 0,-1 0 0,1 1 0,-1-1 0,0 1 0,0 0 0,0 0 0,-1 0 0,0 0 0,1 1 0,-2-1 0,1 0 0,0 1 0,-1 0 0,1 5 0,1 19 0,-1 0 0,-4 43 0,2 26 0,1-85 0,1 0 0,0 0 0,1 0 0,0 0 0,8 19 0,5-2 0,-12-23 0,0-1 0,-1 1 0,0 0 0,0 0 0,4 13 0,-7-18 0,0-1 0,0 0 0,-1 0 0,1 0 0,0 0 0,0 0 0,-1 0 0,1 0 0,0 0 0,-1-1 0,1 1 0,-1 0 0,1 0 0,-1 0 0,1 0 0,-1 0 0,0-1 0,1 1 0,-1 0 0,0-1 0,0 1 0,0 0 0,0-1 0,1 1 0,-1-1 0,0 1 0,0-1 0,0 0 0,0 1 0,0-1 0,-1 0 0,-38 9 0,34-9 0,-47 8-341,0-3 0,0-2-1,-74-6 1,98 0-6485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56 24575,'-1'-1'0,"1"-1"0,-1 1 0,1 0 0,-1-1 0,0 1 0,0 0 0,0 0 0,1 0 0,-1 0 0,0 0 0,0 0 0,-1 0 0,1 0 0,-2-2 0,1 2 0,0 0 0,1-1 0,-1 1 0,1-1 0,-1 1 0,1-1 0,-1 0 0,1 0 0,-1-2 0,2 4 0,-1 0 0,1-1 0,0 1 0,0-1 0,0 1 0,0-1 0,0 1 0,0-1 0,0 1 0,0-1 0,0 1 0,0-1 0,0 1 0,0-1 0,0 1 0,0-1 0,1 1 0,-1 0 0,0-1 0,0 1 0,0-1 0,1 1 0,-1-1 0,0 1 0,1 0 0,-1-1 0,0 1 0,1 0 0,0-1 0,17-5 0,28 7 0,-39 0 0,5-1 0,-1 1 0,0 1 0,1 0 0,-1 1 0,0 0 0,0 1 0,-1 0 0,1 0 0,13 9 0,-21-11 0,1 0 0,-1 1 0,0-1 0,0 1 0,0 0 0,0 0 0,0 0 0,0 0 0,-1 1 0,0-1 0,0 1 0,0-1 0,0 1 0,0 0 0,-1 0 0,1 0 0,-1 0 0,0 0 0,0 0 0,-1 0 0,1 0 0,-1 0 0,0 0 0,0 0 0,0 1 0,-1-1 0,0 0 0,1 0 0,-3 4 0,0 2 0,0 0 0,-1-1 0,0 1 0,-1-1 0,0 0 0,-11 15 0,-43 43 0,6-8 0,51-57 0,1-1 0,-1 1 0,1 0 0,0 0 0,0 0 0,0 0 0,0 0 0,0 0 0,0 0 0,0 0 0,0 0 0,1 1 0,-1-1 0,1 0 0,0 0 0,0 1 0,0 2 0,0-3 0,1 0 0,0-1 0,0 1 0,0 0 0,0-1 0,0 1 0,0 0 0,0-1 0,0 1 0,1-1 0,-1 0 0,1 1 0,-1-1 0,1 0 0,-1 0 0,1 0 0,0 0 0,-1 0 0,1 0 0,3 0 0,10 5 0,0-1 0,1-1 0,-1 0 0,1-1 0,23 1 0,-1-2 0,44-4 0,-53-3 0,-24 0 0,-19 2 0,7 2 0,0 1 0,0 0 0,0 0 0,-1 1 0,1 0 0,0 0 0,0 1 0,0 0 0,0 0 0,1 0 0,-10 5 0,13-6 0,1 1 0,0-1 0,0 1 0,0-1 0,0 1 0,0 0 0,0 0 0,0 0 0,0 0 0,1 0 0,-1 0 0,1 0 0,-1 1 0,1-1 0,0 1 0,0-1 0,0 1 0,0-1 0,1 1 0,-1-1 0,1 1 0,-1 0 0,1-1 0,0 1 0,0 0 0,0-1 0,1 1 0,-1 0 0,0-1 0,1 1 0,0-1 0,0 1 0,1 3 0,8 16 0,0-1 0,1-1 0,1 1 0,16 18 0,-15-21 0,-1-1 0,0 2 0,-2 0 0,0 0 0,9 25 0,-18-41 0,0 1 0,0-1 0,0 1 0,-1-1 0,1 1 0,-1 0 0,0-1 0,0 1 0,0-1 0,0 1 0,-1 0 0,1-1 0,-1 1 0,0-1 0,0 1 0,0-1 0,-1 0 0,1 1 0,-1-1 0,0 0 0,0 0 0,0 0 0,0 0 0,0-1 0,-1 1 0,1 0 0,-1-1 0,0 0 0,1 1 0,-1-1 0,0 0 0,-1-1 0,1 1 0,0 0 0,0-1 0,-5 1 0,-11 4-170,0-1-1,-1-2 0,0 0 1,0-1-1,0 0 0,0-2 1,-27-3-1,-23-1-6655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2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30 24575,'-1'-1'0,"1"-1"0,-1 1 0,1 0 0,-1 0 0,1 0 0,-1 0 0,0 0 0,1 0 0,-1 0 0,0 0 0,0 0 0,0 0 0,0 0 0,0 0 0,0 0 0,0 1 0,0-1 0,-1 0 0,-22-9 0,20 9 0,1 2 0,-1-1 0,0 0 0,0 1 0,1 0 0,-1 0 0,0 0 0,1 0 0,-1 0 0,1 1 0,-1 0 0,1-1 0,0 1 0,0 1 0,0-1 0,0 0 0,-5 5 0,2 0 0,-1 0 0,1 1 0,0-1 0,0 1 0,-8 16 0,12-20 0,-1 1 0,1 0 0,0 0 0,0 0 0,1 0 0,0 0 0,0 0 0,0 1 0,0 5 0,1-8 0,0-1 0,1 1 0,-1-1 0,1 1 0,0 0 0,0-1 0,0 1 0,0-1 0,0 0 0,0 1 0,1-1 0,-1 0 0,1 0 0,0 0 0,-1 0 0,1 0 0,0 0 0,0 0 0,0-1 0,3 3 0,15 8 0,0-1 0,1-1 0,0-1 0,32 10 0,-29-11 0,-1 1 0,1 1 0,30 18 0,-52-27 0,0 1 0,1-1 0,-2 0 0,1 1 0,0-1 0,0 1 0,0 0 0,-1-1 0,1 1 0,-1 0 0,1 0 0,-1 0 0,0 0 0,0 0 0,0 0 0,0 1 0,0-1 0,0 0 0,-1 0 0,1 1 0,-1-1 0,1 4 0,-1-3 0,-1 0 0,0 0 0,0 0 0,0 0 0,0-1 0,0 1 0,0 0 0,-1 0 0,1-1 0,-1 1 0,0-1 0,0 1 0,0-1 0,0 0 0,0 0 0,0 0 0,-3 2 0,-17 13 0,-1-2 0,0-1 0,-1 0 0,0-2 0,-1-1 0,0-1 0,-1-1 0,0-1 0,-35 6 0,59-14 0,1 1 0,-1-1 0,1 0 0,-1 0 0,1 0 0,0 0 0,-1 0 0,1 0 0,-1 0 0,1 0 0,-1 0 0,1-1 0,0 1 0,-1-1 0,-2 0 0,5-6 0,12-2 0,-5 6 0,-1 0 0,1 0 0,0 1 0,0 0 0,0 0 0,0 0 0,0 1 0,0 1 0,0-1 0,0 1 0,0 1 0,0 0 0,12 2 0,-16-2 0,0 0 0,-1 0 0,1 0 0,0 1 0,0-1 0,-1 1 0,1 0 0,-1 0 0,0 1 0,1-1 0,-1 1 0,0-1 0,-1 1 0,1 0 0,0 0 0,-1 0 0,1 0 0,-1 1 0,0-1 0,0 1 0,-1-1 0,1 1 0,-1 0 0,1 0 0,-1 0 0,0-1 0,-1 1 0,1 7 0,0 67 0,-2-55 0,1 0 0,1 0 0,6 34 0,-6-50 0,1-1 0,0 1 0,0 0 0,1-1 0,0 1 0,0-1 0,0 0 0,1 0 0,0 0 0,0 0 0,1-1 0,0 1 0,-1-1 0,2-1 0,9 8 0,19 7-1365,0-5-5461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244 105 24575,'1'-2'0,"0"0"0,0 1 0,1-1 0,-1 0 0,-1 0 0,1 1 0,0-1 0,0 0 0,-1 0 0,1 0 0,-1 0 0,0 0 0,1 0 0,-1 0 0,0 0 0,0 0 0,0 0 0,0 0 0,-1 0 0,1 0 0,-1 0 0,1 0 0,-1 0 0,0 0 0,1 0 0,-1 0 0,0 1 0,0-1 0,-2-2 0,1 0 0,-1 1 0,1-1 0,-1 1 0,1 0 0,-1 0 0,0 0 0,0 0 0,-1 0 0,1 1 0,0 0 0,-1-1 0,0 1 0,-4-2 0,1 3 0,1 0 0,-1 0 0,1 1 0,-1 0 0,1 0 0,-1 0 0,1 1 0,0 0 0,-1 1 0,1-1 0,0 1 0,-7 3 0,6-3 0,-1 1 0,1 1 0,1-1 0,-1 1 0,0 0 0,1 1 0,0 0 0,0 0 0,-10 11 0,14-14 0,1 1 0,-1-1 0,0 1 0,1 0 0,0 0 0,0 0 0,0 0 0,0 0 0,0 0 0,1 0 0,-1 0 0,1 0 0,0 0 0,0 0 0,0 0 0,0 1 0,0-1 0,1 0 0,-1 0 0,1 0 0,0 0 0,0 0 0,0 0 0,0 0 0,1-1 0,-1 1 0,1 0 0,0-1 0,3 5 0,5 6 0,1-1 0,0-1 0,1 0 0,19 14 0,75 46 0,-67-47 0,39 32 0,-74-52 0,1-1 0,-1 1 0,0 0 0,0 1 0,-1-1 0,1 1 0,-1 0 0,0-1 0,0 1 0,-1 1 0,3 5 0,-5-9 0,1 0 0,-1 0 0,1 1 0,-1-1 0,0 0 0,0 0 0,0 1 0,0-1 0,-1 0 0,1 0 0,0 1 0,-1-1 0,0 0 0,1 0 0,-1 0 0,0 0 0,0 0 0,0 0 0,-1 0 0,1 0 0,0 0 0,-1 0 0,1-1 0,-1 1 0,1-1 0,-1 1 0,0-1 0,0 1 0,0-1 0,-2 1 0,-10 6 0,-1 0 0,0-2 0,0 1 0,-1-2 0,-24 6 0,4-4 0,-51 4 0,79-11 0,-46 2 0,51-2 0,0 0 0,0 0 0,0 0 0,0-1 0,0 0 0,0 1 0,0-1 0,0 0 0,0 0 0,0-1 0,0 1 0,1-1 0,-6-3 0,8 5 0,0 0 0,-1-1 0,1 1 0,-1-1 0,1 1 0,0-1 0,0 1 0,-1-1 0,1 1 0,0-1 0,0 1 0,-1-1 0,1 1 0,0-1 0,0 0 0,0 1 0,0-1 0,0 1 0,0-1 0,0 1 0,0-1 0,0 1 0,0-1 0,0 0 0,1 1 0,-1-1 0,0 1 0,0-1 0,0 1 0,1-1 0,-1 1 0,0-1 0,1 1 0,-1-1 0,0 1 0,1 0 0,-1-1 0,1 1 0,-1-1 0,0 1 0,1 0 0,-1-1 0,1 1 0,-1 0 0,1 0 0,-1-1 0,2 1 0,26-11 0,-22 10 0,0 0 0,0 0 0,0 1 0,0-1 0,1 1 0,-1 1 0,0-1 0,0 1 0,0 0 0,0 1 0,0-1 0,0 1 0,0 0 0,0 1 0,-1-1 0,1 1 0,-1 0 0,0 0 0,6 5 0,-6-3 0,0 0 0,0 1 0,0 0 0,0-1 0,-1 1 0,0 1 0,-1-1 0,1 0 0,-1 1 0,0 0 0,-1 0 0,0 0 0,0 0 0,0 0 0,-1 0 0,1 8 0,0 44 103,-2-36-63,1-1 0,1 1 0,1-1 0,8 32 1,-9-49-111,0 0 0,0 0 1,0 0-1,0 0 1,1 0-1,-1-1 1,1 1-1,1-1 1,-1 0-1,0 0 1,1 0-1,0 0 1,0-1-1,0 1 1,1-1-1,-1 0 1,1 0-1,-1-1 1,1 1-1,0-1 1,0 0-1,0 0 1,9 1-1,14 1-6756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3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24575,'4'-36'0,"-3"35"0,-1 1 0,0-1 0,0 0 0,0 1 0,1-1 0,-1 0 0,0 1 0,1-1 0,-1 1 0,1-1 0,-1 1 0,0-1 0,1 0 0,-1 1 0,1 0 0,0-1 0,-1 1 0,1-1 0,0 1 0,0 0 0,0 0 0,-1 0 0,1 0 0,0 0 0,-1 0 0,1 0 0,0 0 0,-1 1 0,1-1 0,0 0 0,-1 1 0,1-1 0,0 0 0,-1 1 0,1-1 0,-1 1 0,1-1 0,-1 1 0,1-1 0,-1 1 0,1-1 0,-1 1 0,1 1 0,2 2 0,0 1 0,0 0 0,0 0 0,-1 0 0,0 0 0,0 0 0,0 0 0,-1 0 0,2 10 0,1 55 0,-2-29 0,-1-34 0,7 49 0,-7-53 0,-1 0 0,1 0 0,0 0 0,0-1 0,1 1 0,-1 0 0,0 0 0,1-1 0,0 1 0,-1-1 0,1 0 0,0 1 0,0-1 0,1 0 0,3 3 0,-5-4-68,1-1 0,-1 1-1,0-1 1,1 1 0,-1-1 0,1 0-1,-1 0 1,0 1 0,1-1 0,-1 0-1,1 0 1,-1 0 0,1-1 0,-1 1-1,1 0 1,-1 0 0,0-1-1,1 1 1,2-2 0,11-6-6758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3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24575,'-2'0'0,"-3"0"0,-1 3 0,3 0 0,4 2 0,5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4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165 278 24575,'0'0'0,"0"0"0,0-1 0,0 1 0,0 0 0,0-1 0,0 1 0,0 0 0,0-1 0,-1 1 0,1 0 0,0 0 0,0-1 0,0 1 0,0 0 0,0 0 0,-1-1 0,1 1 0,0 0 0,0 0 0,0-1 0,-1 1 0,1 0 0,0 0 0,-1 0 0,1-1 0,0 1 0,0 0 0,-1 0 0,1 0 0,0 0 0,-1 0 0,1 0 0,0 0 0,0 0 0,-1 0 0,1 0 0,0 0 0,-1 0 0,-19 4 0,-15 15 0,21-9 0,0 1 0,2 0 0,-19 20 0,28-28 0,0 0 0,0 1 0,1-1 0,-1 1 0,1 0 0,-1 0 0,1 0 0,1 0 0,-1 1 0,0-1 0,1 0 0,0 1 0,0-1 0,0 1 0,1-1 0,-1 1 0,1-1 0,1 7 0,0-9 0,-1 0 0,1 0 0,0-1 0,0 1 0,0 0 0,0-1 0,1 1 0,-1-1 0,0 1 0,1-1 0,-1 0 0,1 1 0,-1-1 0,1 0 0,0 0 0,-1 0 0,1 0 0,0 0 0,0-1 0,-1 1 0,1 0 0,0-1 0,0 1 0,0-1 0,0 0 0,0 0 0,3 0 0,6 1 0,0-1 0,-1 0 0,19-3 0,-19 1 0,0 0 0,0 0 0,-1-1 0,1-1 0,-1 1 0,0-1 0,0-1 0,-1 0 0,1 0 0,-1-1 0,0 0 0,0 0 0,-1-1 0,0 0 0,0 0 0,0-1 0,-1 1 0,0-2 0,6-11 0,-6 8 0,0-1 0,0 0 0,-2 0 0,0 0 0,0-1 0,-1 1 0,-1-1 0,0 0 0,-1 0 0,0 0 0,-1 0 0,-1 0 0,-3-19 0,3 25 0,-14-63 0,13 65 0,1 0 0,-1 1 0,0-1 0,-1 1 0,0 0 0,1 0 0,-1 0 0,-1 0 0,-6-8 0,10 13 0,0 0 0,-1-1 0,1 1 0,0 0 0,0 0 0,0 0 0,-1-1 0,1 1 0,0 0 0,0 0 0,-1 0 0,1 0 0,0 0 0,0-1 0,-1 1 0,1 0 0,0 0 0,0 0 0,-1 0 0,1 0 0,0 0 0,-1 0 0,1 0 0,0 0 0,0 0 0,-1 0 0,1 0 0,0 0 0,0 0 0,-1 0 0,1 0 0,0 1 0,-1-1 0,1 0 0,0 0 0,0 0 0,-1 0 0,1 0 0,0 1 0,0-1 0,0 0 0,-1 0 0,1 0 0,0 1 0,0-1 0,0 0 0,0 0 0,-1 1 0,1-1 0,0 0 0,0 0 0,0 1 0,0-1 0,0 0 0,0 1 0,-4 17 0,4-18 0,-1 21 0,1 0 0,1-1 0,1 1 0,1 0 0,8 31 0,-1-15 0,2 0 0,19 39 0,-23-60-341,0 0 0,1-1-1,16 22 1,-11-21-6485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24575,'0'3'0,"0"2"0,0 3 0,-3 3 0,0 1 0,2-1 0,4-4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42 24575,'-22'7'0,"13"-3"0,9-4 0,0 0 0,0 0 0,0 0 0,0 0 0,1 0 0,-1 0 0,0 0 0,0 0 0,0 0 0,0 0 0,0 0 0,0 0 0,0 0 0,0 0 0,0 0 0,0 0 0,0 0 0,0 0 0,0 0 0,0 0 0,1 0 0,-1 0 0,0 0 0,0 0 0,0 0 0,0 0 0,0 0 0,0 0 0,0 0 0,0 0 0,0 1 0,0-1 0,0 0 0,0 0 0,0 0 0,0 0 0,0 0 0,0 0 0,0 0 0,0 0 0,0 0 0,1 0 0,-1 0 0,0 0 0,0 0 0,0 0 0,0 0 0,0 1 0,0-1 0,0 0 0,0 0 0,0 0 0,0 0 0,120-16 0,-15 1 0,-47 9 127,162-12-1619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5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13 24575,'0'-2'0,"-2"-2"0,-5 1 0,-7 1 0,-3 0 0,2 4 0,1 5 0,0 4 0,3 5 0,1 4 0,2 1 0,2 2 0,3 1 0,1-3-8191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9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65 24575,'0'-2'0,"1"0"0,-1 0 0,1 0 0,-1 0 0,1 0 0,0 0 0,-1 0 0,1 0 0,0 0 0,0 1 0,0-1 0,1 0 0,-1 1 0,0-1 0,3-2 0,-2 2 0,0 1 0,-1-1 0,0 1 0,1-1 0,-1 0 0,0 0 0,0 0 0,0 0 0,0 0 0,0 0 0,0-3 0,-1 5 0,0 0 0,0 0 0,0-1 0,0 1 0,0 0 0,0-1 0,0 1 0,0 0 0,0 0 0,0-1 0,0 1 0,0 0 0,0-1 0,0 1 0,0 0 0,-1 0 0,1-1 0,0 1 0,0 0 0,0 0 0,0-1 0,-1 1 0,1 0 0,0 0 0,0 0 0,-1 0 0,1-1 0,0 1 0,0 0 0,-1 0 0,1 0 0,0 0 0,0 0 0,-1 0 0,1-1 0,-16 1 0,-12 7 0,16-3 0,-50 19 0,57-21 0,0 1 0,0-1 0,0 1 0,0 0 0,1 1 0,-1-1 0,1 1 0,0 0 0,-5 5 0,8-7 0,-1 1 0,1-1 0,0 1 0,0-1 0,0 1 0,0 0 0,0-1 0,1 1 0,-1 0 0,1 0 0,0 0 0,0-1 0,0 1 0,0 0 0,1 5 0,1 4 0,1 1 0,6 16 0,3 14 0,-10-29 0,-1 0 0,-1 0 0,0 0 0,0 0 0,-4 15 0,-19 67 0,20-88 0,1 1 0,0 0 0,1-1 0,0 1 0,0 0 0,1 0 0,0 0 0,1-1 0,2 17 0,-2-21 0,1 0 0,-1 1 0,1-1 0,0 0 0,0 0 0,0 0 0,1 0 0,0-1 0,-1 1 0,1-1 0,0 1 0,1-1 0,-1 0 0,0 0 0,1 0 0,0-1 0,0 1 0,0-1 0,0 0 0,8 3 0,2 0-105,2-1 0,-1 0 0,0-1 0,1-1 0,-1 0 0,1-1 0,0-1 0,0 0 0,-1-1 0,1-1 0,-1-1 0,19-4 0,-3-2-6721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9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82 24575,'-1'0'0,"-1"0"0,1-1 0,0 1 0,0 0 0,0-1 0,-1 1 0,1-1 0,0 0 0,0 1 0,0-1 0,0 0 0,0 0 0,0 0 0,0 0 0,1 0 0,-1 0 0,0 0 0,0 0 0,1 0 0,-1 0 0,1 0 0,-1 0 0,1 0 0,-1 0 0,1-1 0,-1-1 0,1 2 0,-1-1 0,1 1 0,-1-1 0,1 0 0,0 1 0,0-1 0,0 0 0,0 1 0,0-1 0,0 1 0,0-1 0,0 0 0,1 1 0,-1-1 0,1 0 0,-1 1 0,1-1 0,-1 1 0,1-1 0,1-1 0,1 1 0,0-1 0,1 1 0,-1 0 0,1 0 0,0 0 0,-1 0 0,1 1 0,0-1 0,0 1 0,0 0 0,0 0 0,0 1 0,8-1 0,5 0 0,32 3 0,-29-1 0,0 2 0,36 9 0,-49-10 0,0 0 0,0 1 0,-1-1 0,1 1 0,-1 1 0,0-1 0,0 1 0,0 0 0,0 1 0,-1-1 0,9 10 0,-12-11 0,0 0 0,-1 0 0,1 0 0,0 0 0,-1 0 0,0 1 0,0-1 0,0 1 0,0-1 0,0 1 0,-1-1 0,1 1 0,-1 0 0,0-1 0,0 1 0,-1-1 0,1 1 0,-1 0 0,-1 4 0,-3 8 0,0 0 0,-1 0 0,-10 16 0,-3 11 0,16-34 0,0 0 0,1 0 0,0 0 0,0 0 0,1 0 0,1 0 0,-1 1 0,1-1 0,1 0 0,0 0 0,3 14 0,2-3 0,0-1 0,2 0 0,0 0 0,12 20 0,-18-36 0,1 0 0,-2 1 0,1 0 0,0-1 0,-1 1 0,0 0 0,0 0 0,1 5 0,-2-8 0,0-1 0,0 1 0,0-1 0,0 1 0,0 0 0,-1-1 0,1 1 0,0 0 0,0-1 0,-1 1 0,1-1 0,0 1 0,-1-1 0,1 1 0,0-1 0,-1 1 0,1-1 0,-1 1 0,1-1 0,-1 0 0,0 2 0,-1-2 0,0 1 0,0 0 0,0 0 0,0-1 0,0 1 0,0-1 0,0 0 0,-1 1 0,-2-1 0,-16-1-32,1-2 0,-1 0 0,1-1-1,-31-10 1,19 5-1172,-1 0-5622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0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44 24575,'-2'-1'0,"0"1"0,1 0 0,-1-1 0,0 1 0,0-1 0,1 1 0,-1-1 0,1 0 0,-1 0 0,0 0 0,1 0 0,0 0 0,-1 0 0,1 0 0,-2-2 0,2 2 0,1 1 0,-1 0 0,1-1 0,0 1 0,-1-1 0,1 1 0,0-1 0,0 1 0,-1-1 0,1 1 0,0-1 0,0 1 0,0-1 0,0 1 0,0-1 0,0 1 0,0-1 0,0 1 0,0-1 0,0 0 0,0 1 0,0-1 0,0 1 0,0-1 0,0 1 0,0-1 0,0 1 0,1-1 0,-1 1 0,0-1 0,0 1 0,1-1 0,-1 1 0,0 0 0,1-1 0,-1 1 0,1-1 0,-1 1 0,0 0 0,1-1 0,-1 1 0,1 0 0,-1 0 0,1-1 0,-1 1 0,1 0 0,-1 0 0,1 0 0,-1-1 0,1 1 0,-1 0 0,1 0 0,0 0 0,10-2 0,0 0 0,0 0 0,1 1 0,-1 0 0,0 1 0,1 1 0,-1 0 0,0 0 0,0 1 0,0 0 0,0 1 0,0 0 0,0 1 0,12 6 0,-20-8 0,0-1 0,0 0 0,-1 1 0,1 0 0,-1-1 0,1 1 0,-1 0 0,0 1 0,1-1 0,-1 0 0,0 1 0,-1-1 0,1 1 0,2 4 0,-3-5 0,-1-1 0,1 1 0,-1 0 0,0 0 0,1 0 0,-1 0 0,0 0 0,0 0 0,-1 0 0,1 0 0,0 0 0,-1 0 0,1-1 0,-1 1 0,1 0 0,-1 0 0,0 0 0,0-1 0,0 1 0,0 0 0,0-1 0,0 1 0,0-1 0,-3 3 0,-7 8 0,-2-1 0,0 0 0,-17 11 0,12-10 0,-30 28 0,44-36 0,1 0 0,-1 0 0,0 1 0,1-1 0,0 1 0,0 0 0,0 0 0,1 0 0,0 0 0,0 0 0,-3 11 0,5-13 0,-1 0 0,1 0 0,0-1 0,0 1 0,0 0 0,0 0 0,1-1 0,-1 1 0,1 0 0,-1 0 0,1-1 0,0 1 0,0-1 0,0 1 0,1-1 0,-1 1 0,2 2 0,1-1 0,-1 0 0,0-1 0,1 0 0,0 1 0,0-1 0,0 0 0,0-1 0,9 5 0,0-1 0,1-1 0,0 0 0,-1-1 0,2-1 0,23 2 0,-32-4 0,3 0 0,1 0 0,-1 0 0,1-1 0,-1 0 0,19-4 0,-28 4 0,1 0 0,-1 1 0,0-1 0,0 0 0,0 0 0,0 0 0,1 0 0,-1 0 0,0 0 0,0 0 0,0 0 0,1 0 0,-1 0 0,0 0 0,0 0 0,0 0 0,0 0 0,1 0 0,-1 0 0,0-1 0,0 1 0,0 0 0,0 0 0,1 0 0,-1 0 0,0 0 0,0 0 0,0 0 0,0 0 0,0-1 0,0 1 0,1 0 0,-1 0 0,0 0 0,0 0 0,0 0 0,0-1 0,0 1 0,0 0 0,0 0 0,0 0 0,0 0 0,0-1 0,0 1 0,0 0 0,0 0 0,0 0 0,0-1 0,0 1 0,0 0 0,0 0 0,0 0 0,0 0 0,0-1 0,-13-3 0,-19 0 0,28 4 0,0 0 0,1 0 0,-1 1 0,0-1 0,0 1 0,0 0 0,1 0 0,-1 0 0,0 1 0,1-1 0,-1 1 0,1 0 0,0 0 0,0 0 0,-1 0 0,1 0 0,1 1 0,-1 0 0,0-1 0,0 1 0,1 0 0,0 0 0,0 0 0,0 1 0,0-1 0,0 1 0,0-1 0,1 1 0,0-1 0,0 1 0,0 0 0,0-1 0,0 1 0,1 0 0,-1 4 0,1 8 0,0 0 0,2-1 0,-1 1 0,2 0 0,0-1 0,0 1 0,8 17 0,-8-23 0,3 3 0,-2 1 0,0-1 0,-1 1 0,3 23 0,-6-34 0,0 1 0,0-1 0,0 1 0,-1-1 0,1 1 0,-1-1 0,1 0 0,-1 1 0,0-1 0,-1 0 0,1 0 0,0 0 0,-1 0 0,0 0 0,0 0 0,0 0 0,0 0 0,0-1 0,0 1 0,-1-1 0,1 1 0,-1-1 0,0 0 0,-5 3 0,1-2-170,0 0-1,0 0 0,-1 0 1,1-1-1,-1 0 0,0-1 1,-11 1-1,-22 1-6655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2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24575,'2'0'0,"4"0"0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24575,'-2'3'0,"-2"2"0,-1 1 0,0 1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2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24575,'0'5'0,"0"3"0,0 4 0,2-1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24575,'0'-2'0,"2"-1"0,3 2 0,3 4 0,1 6 0,0 6 0,-1 5 0,-2 4 0,1 4 0,-2 5 0,2 2 0,-1-2 0,-2 0 0,2-3 0,-2-3 0,0-1 0,-1-6-8191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20 24575,'-7'-4'0,"-1"1"0,0 0 0,0 1 0,0 0 0,-1 0 0,1 1 0,0 0 0,-1 0 0,1 1 0,-10 1 0,5 0 0,-1 1 0,1 1 0,-1 0 0,1 1 0,-20 9 0,2 1 0,2 2 0,0 2 0,1 0 0,-31 28 0,41-31 0,0 0 0,2 2 0,0-1 0,1 2 0,0 0 0,2 1 0,-13 23 0,19-30 0,2 0 0,0 0 0,0 0 0,1 0 0,1 1 0,0 0 0,1 0 0,0 0 0,1 0 0,0 0 0,1 0 0,1 0 0,0 0 0,3 14 0,1-6 0,2-2 0,0 1 0,0-1 0,2 0 0,1-1 0,0 1 0,1-2 0,1 0 0,0 0 0,2-1 0,19 18 0,-8-10 0,2-1 0,0-2 0,1 0 0,1-2 0,62 30 0,-72-41 0,0 0 0,1-1 0,-1-1 0,1-1 0,0-1 0,1-1 0,-1-1 0,1 0 0,36-3 0,-42 0 0,0-1 0,0-1 0,0-1 0,-1 0 0,1-1 0,-1 0 0,0-1 0,-1-1 0,1 0 0,-1 0 0,-1-2 0,1 0 0,21-20 0,-21 15 0,0-1 0,-1 0 0,0-1 0,-1 0 0,-1-1 0,-1 0 0,14-35 0,-15 29 0,0-1 0,-2 0 0,-1 0 0,-1-1 0,-1 1 0,-1-27 0,-2 27 0,-1 0 0,-1 0 0,-2 0 0,0 1 0,-1-1 0,-12-29 0,11 36 0,-2 0 0,0 0 0,0 1 0,-2 0 0,0 1 0,-1 0 0,0 1 0,-21-20 0,22 25 0,0 0 0,-1 1 0,0 1 0,0 0 0,-1 0 0,0 1 0,0 0 0,0 1 0,-1 1 0,0 0 0,1 1 0,-1 0 0,-1 1 0,1 0 0,0 1 0,-1 0 0,1 2 0,0-1 0,-1 2 0,1-1 0,0 2 0,0 0 0,0 0 0,1 2 0,-1-1 0,-12 7 0,23-10 23,-1 1 0,1-1 0,-1 1-1,1-1 1,0 1 0,0-1 0,0 1-1,0 0 1,0 0 0,0 0 0,0 1-1,1-1 1,-1 0 0,-1 5 0,2-6-77,1 0 1,0 1 0,0-1-1,0 0 1,0 0 0,0 1-1,0-1 1,0 0 0,0 1-1,0-1 1,1 0 0,-1 0-1,1 1 1,-1-1 0,1 0-1,-1 0 1,1 0 0,-1 1-1,1-1 1,0 0 0,0 0-1,0 0 1,0 0 0,0-1-1,0 1 1,0 0 0,0 0-1,0 0 1,0-1 0,0 1-1,2 0 1,9 6-6773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6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32 24575,'-3'-3'0,"1"0"0,-1 1 0,0-1 0,0 1 0,0 0 0,0-1 0,0 1 0,0 1 0,-1-1 0,1 0 0,-1 1 0,1 0 0,-1-1 0,0 1 0,1 1 0,-1-1 0,-5 0 0,5 2 0,1-1 0,-1 1 0,1 0 0,0 0 0,-1 0 0,1 0 0,0 0 0,0 1 0,0 0 0,0-1 0,0 1 0,0 0 0,0 1 0,1-1 0,-1 0 0,1 1 0,0 0 0,0-1 0,-3 5 0,-1 2 27,0 1-1,0 0 0,1 0 0,0 0 1,1 1-1,0 0 0,1 0 0,0 0 1,1 0-1,0 1 0,1-1 0,0 19 1,0-24-99,2 1 1,-1-1 0,1 0 0,0 0 0,0 0 0,1 0 0,0 0 0,0 0 0,0 0-1,1 0 1,0 0 0,0-1 0,0 0 0,1 1 0,-1-1 0,1-1 0,1 1 0,-1 0 0,1-1-1,0 0 1,-1 0 0,2-1 0,10 7 0,13 2-6755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6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68 24575,'-37'-22'0,"25"14"0,-1 1 0,1 0 0,-1 1 0,-19-7 0,29 12 0,0 0 0,0 0 0,-1 1 0,1-1 0,0 1 0,0 0 0,0 0 0,0 0 0,-1 0 0,1 1 0,0-1 0,0 1 0,0-1 0,0 1 0,0 0 0,0 1 0,0-1 0,0 0 0,0 1 0,1 0 0,-1-1 0,1 1 0,-1 0 0,1 0 0,-3 3 0,2-1 0,0 1 0,0-1 0,1 1 0,0-1 0,0 1 0,0 0 0,0 0 0,1 0 0,-1 0 0,1 0 0,0 0 0,1 0 0,0 1 0,-1-1 0,2 7 0,-1-4 0,1 0 0,0 0 0,1 0 0,-1 0 0,2 0 0,-1 0 0,1-1 0,0 1 0,5 8 0,-5-11 0,1 0 0,0-1 0,1 1 0,-1-1 0,1 0 0,-1 0 0,1 0 0,0-1 0,1 0 0,-1 0 0,1 0 0,-1 0 0,1-1 0,0 0 0,0 0 0,0-1 0,0 0 0,0 0 0,0 0 0,0-1 0,12 0 0,-14 0 0,1 0 0,0-1 0,0 1 0,-1-1 0,1 0 0,0-1 0,-1 1 0,1-1 0,-1 0 0,0 0 0,1 0 0,-1-1 0,0 1 0,0-1 0,-1 0 0,1 0 0,-1 0 0,1-1 0,-1 1 0,0-1 0,0 0 0,-1 0 0,1 0 0,-1 0 0,0 0 0,0-1 0,0 1 0,2-8 0,-3 8 16,-1-1-1,0 1 1,1 0-1,-1 0 1,-1 0-1,1 0 1,-1 0-1,1 0 1,-1 0-1,0 0 1,-1 0-1,1 0 1,-1 0-1,0 0 1,0 1-1,0-1 1,0 1 0,0-1-1,-1 1 1,1 0-1,-6-5 1,0 0-260,-2 0 0,1 1 0,-1 0 0,0 0 1,0 1-1,-13-6 0,15 8-6582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39 24575,'-4'0'0,"0"0"0,0 0 0,0 1 0,0-1 0,0 1 0,0 0 0,1 0 0,-1 0 0,0 0 0,-6 4 0,9-4 0,0 0 0,-1 0 0,1 1 0,-1-1 0,1 0 0,0 1 0,0-1 0,0 1 0,0-1 0,0 1 0,0 0 0,0-1 0,1 1 0,-1 0 0,1 0 0,-1-1 0,1 1 0,-1 0 0,1 0 0,0 0 0,0 0 0,0-1 0,0 1 0,0 0 0,1 3 0,1 7 0,0-1 0,1 1 0,1 0 0,0-1 0,1 1 0,0-1 0,0 0 0,13 18 0,-13-22 0,-1-1 0,1 0 0,1 0 0,-1 0 0,1 0 0,0-1 0,0 0 0,1 0 0,-1-1 0,1 0 0,0 0 0,1 0 0,-1-1 0,11 3 0,-14-5 0,0 0 0,0 0 0,0 0 0,0-1 0,0 0 0,0 0 0,0 0 0,0-1 0,0 1 0,0-1 0,0 0 0,0 0 0,0 0 0,0-1 0,0 1 0,-1-1 0,7-4 0,-5 3 0,0-2 0,-1 1 0,1 0 0,-1-1 0,0 0 0,0 0 0,-1 0 0,1 0 0,-1 0 0,4-11 0,-2 4 0,-1 0 0,0-1 0,-1 0 0,0 0 0,-1 0 0,-1 0 0,0 0 0,0 0 0,-1 0 0,-3-18 0,2 27-97,1 0-1,-1 0 1,0 1-1,-1-1 1,1 1-1,-1-1 1,1 1-1,-1-1 1,0 1-1,0 0 1,-1 0-1,1 0 0,-4-3 1,-5-3-6729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7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56 24575,'-2'-3'0,"0"0"0,-1 0 0,2 0 0,-1 0 0,0-1 0,1 1 0,-1 0 0,1-1 0,0 1 0,-1-6 0,2 9 0,0 0 0,0 0 0,0-1 0,0 1 0,0 0 0,1 0 0,-1 0 0,0-1 0,0 1 0,0 0 0,0 0 0,0 0 0,0 0 0,0 0 0,0-1 0,0 1 0,1 0 0,-1 0 0,0 0 0,0 0 0,0 0 0,0-1 0,1 1 0,-1 0 0,0 0 0,0 0 0,0 0 0,0 0 0,1 0 0,-1 0 0,0 0 0,0 0 0,0 0 0,0 0 0,1 0 0,-1 0 0,0 0 0,0 0 0,0 0 0,1 0 0,-1 0 0,0 0 0,0 0 0,0 0 0,1 0 0,-1 0 0,0 0 0,0 1 0,0-1 0,0 0 0,0 0 0,1 0 0,-1 0 0,0 0 0,0 0 0,0 1 0,0-1 0,10 8 0,-3 2 0,-1-1 0,0 2 0,0-1 0,-1 1 0,0-1 0,-1 1 0,3 13 0,1 6 0,5 46 0,-11-47 0,-2-28 0,0-1 0,0 1 0,0 0 0,0-1 0,0 1 0,0 0 0,0-1 0,0 1 0,0 0 0,0-1 0,0 1 0,0 0 0,0-1 0,-1 1 0,1 0 0,0-1 0,0 1 0,-1-1 0,1 1 0,-1-1 0,1 1 0,0 0 0,-1-1 0,1 1 0,-1-1 0,1 0 0,-1 1 0,1-1 0,-1 1 0,0-1 0,1 0 0,-1 1 0,1-1 0,-1 0 0,0 0 0,0 1 0,0-2 0,0 1 0,1-1 0,-1 1 0,0-1 0,1 1 0,-1-1 0,0 0 0,1 1 0,-1-1 0,1 0 0,-1 1 0,1-1 0,-1 0 0,1 0 0,-1 1 0,1-1 0,0 0 0,-1 0 0,1 0 0,0 1 0,0-1 0,0 0 0,0 0 0,0 0 0,0 0 0,0 0 0,0 0 0,0 1 0,0-3 0,4-26 0,2 12 0,0 0 0,1 1 0,0 0 0,2 0 0,0 1 0,1 0 0,0 1 0,1 0 0,0 1 0,1 0 0,25-20 0,-35 31-91,1 0 0,-1 0 0,1 0 0,-1 0 0,1 1 0,0 0 0,0-1 0,0 1 0,-1 0 0,1 0 0,0 0 0,1 1 0,-1-1 0,4 1 0,2 1-6735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7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49 24575,'0'-2'0,"0"0"0,0 0 0,0 0 0,-1 0 0,1 1 0,0-1 0,-1 0 0,1 0 0,-1 0 0,0 0 0,1 1 0,-1-1 0,0 0 0,0 1 0,0-1 0,-1 0 0,1 1 0,0-1 0,0 1 0,-3-2 0,2 1 0,-1 1 0,0 0 0,1-1 0,-1 1 0,0 0 0,0 0 0,0 1 0,0-1 0,0 1 0,0-1 0,0 1 0,-3 0 0,-4 1 0,0-1 0,0 2 0,0 0 0,0 0 0,1 1 0,-20 7 0,23-7 0,-1 0 0,1 0 0,-1 1 0,1 0 0,0 0 0,0 1 0,-8 8 0,13-12 0,0 0 0,0 1 0,0-1 0,0 0 0,1 1 0,-1-1 0,0 1 0,0-1 0,1 1 0,-1-1 0,1 1 0,0 0 0,-1-1 0,1 1 0,0-1 0,0 1 0,0 0 0,0-1 0,0 1 0,0 0 0,0-1 0,1 1 0,-1 0 0,1-1 0,-1 1 0,1-1 0,0 1 0,-1-1 0,1 1 0,0-1 0,0 0 0,0 1 0,0-1 0,0 0 0,0 0 0,0 0 0,1 1 0,-1-1 0,2 1 0,12 9 0,1-1 0,-1 0 0,1-1 0,31 12 0,-32-15 0,1 1 0,-2 1 0,1 0 0,-1 1 0,0 0 0,15 14 0,-28-22 0,0 0 0,0 0 0,1 0 0,-1 0 0,0 0 0,0 0 0,0 1 0,-1-1 0,1 0 0,0 1 0,0-1 0,-1 0 0,1 1 0,-1-1 0,1 1 0,-1-1 0,0 1 0,0 0 0,1-1 0,-1 1 0,0-1 0,0 1 0,-1 1 0,0-1 0,1 0 0,-1-1 0,0 1 0,0 0 0,0-1 0,-1 1 0,1-1 0,0 1 0,-1-1 0,1 0 0,-1 1 0,1-1 0,-1 0 0,1 0 0,-4 1 0,-5 3 0,1-1 0,-1 0 0,-1-1 0,1 0 0,-15 1 0,12-2 69,0-1-1,1 0 0,-1-1 0,-14-2 1,23 2-155,1 0 1,-1-1 0,1 0-1,-1 1 1,1-1 0,-1-1-1,1 1 1,0 0 0,0-1-1,0 0 1,-1 1 0,1-1-1,1 0 1,-1-1 0,0 1-1,1 0 1,-1-1 0,1 0-1,-3-3 1,0-6-6741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95 202 24575,'-18'0'0,"6"0"0,28-6 0,25-3 0,-30 7 0,-1 0 0,0 0 0,0-1 0,-1 0 0,1-1 0,0 0 0,12-8 0,-21 11 0,1 0 0,-1 0 0,0 0 0,0 0 0,1 0 0,-1 0 0,0 0 0,0-1 0,0 1 0,0 0 0,-1-1 0,1 1 0,0-1 0,0 1 0,-1-1 0,1 1 0,-1-1 0,1 1 0,-1-1 0,0 1 0,0-1 0,0 0 0,0 1 0,0-1 0,0 0 0,0 1 0,0-1 0,-1 1 0,1-1 0,0 0 0,-1 1 0,0-1 0,1 1 0,-1-1 0,0 1 0,0 0 0,1-1 0,-1 1 0,0 0 0,-1-1 0,1 1 0,0 0 0,-2-1 0,-2-3 0,1 1 0,-1 0 0,0 0 0,0 1 0,-1 0 0,1 0 0,-1 0 0,1 0 0,-1 1 0,-8-2 0,9 3 0,-1 1 0,0 0 0,1 0 0,-1 0 0,1 0 0,-1 1 0,1 0 0,-1 1 0,1-1 0,-1 1 0,1 0 0,0 0 0,0 0 0,0 1 0,0 0 0,1 0 0,-1 0 0,1 1 0,-1-1 0,1 1 0,0 0 0,1 0 0,-1 1 0,1-1 0,0 1 0,-5 9 0,5-10 0,1 0 0,0 0 0,0 1 0,0-1 0,1 1 0,-1-1 0,1 1 0,0-1 0,0 1 0,1 0 0,0-1 0,-1 1 0,1 0 0,1 0 0,-1-1 0,1 1 0,0 0 0,0-1 0,0 1 0,1-1 0,-1 1 0,1-1 0,0 0 0,1 0 0,-1 1 0,1-1 0,-1-1 0,1 1 0,0 0 0,1-1 0,6 6 0,-2-4 0,0 0 0,1 0 0,-1-2 0,1 1 0,0-1 0,0 0 0,0 0 0,1-1 0,-1-1 0,1 0 0,-1 0 0,1 0 0,-1-1 0,0-1 0,1 0 0,17-4 0,-13 3 0,0-2 0,-1 0 0,0 0 0,0-1 0,0-1 0,0 0 0,-1-1 0,0 0 0,-1-1 0,1 0 0,9-11 0,-16 14 0,-1 1 0,1-2 0,-1 1 0,-1 0 0,1-1 0,-1 0 0,0 0 0,0 0 0,-1 0 0,0 0 0,3-12 0,-2 0 0,-1 0 0,-1-34 0,-1 34 0,0 17 0,0-1 0,0 1 0,0-1 0,0 1 0,0-1 0,0 1 0,0-1 0,1 1 0,-1-1 0,1 1 0,-1-1 0,1 1 0,0 0 0,-1-1 0,1 1 0,0 0 0,0-1 0,0 1 0,0 0 0,0 0 0,0 0 0,0 0 0,3-2 0,-4 3 0,1 0 0,0 0 0,-1 0 0,1-1 0,0 1 0,-1 0 0,1 0 0,0 0 0,-1 0 0,1 0 0,0 0 0,-1 1 0,1-1 0,0 0 0,-1 0 0,1 0 0,0 1 0,-1-1 0,1 0 0,0 1 0,1 0 0,-1 1 0,1-1 0,-1 0 0,0 1 0,1-1 0,-1 1 0,0 0 0,0-1 0,0 1 0,1 2 0,2 8 0,0 0 0,0 0 0,-1 0 0,3 23 0,-5-26 0,0 0 0,1 1 0,0-1 0,0 0 0,1 0 0,0 0 0,1 0 0,0-1 0,0 1 0,9 11 0,7 1 0,-16-18 0,0 0 0,-1 0 0,0 0 0,0 1 0,0-1 0,0 1 0,0 0 0,-1 0 0,1 0 0,-1 0 0,2 6 0,-4-8 0,0-1 0,0 1 0,0-1 0,-1 1 0,1 0 0,-1-1 0,1 1 0,-1-1 0,0 1 0,1-1 0,-1 0 0,0 1 0,0-1 0,0 0 0,0 1 0,0-1 0,0 0 0,0 0 0,-1 0 0,1 0 0,0 0 0,-1 0 0,1 0 0,0-1 0,-1 1 0,1 0 0,-1-1 0,1 1 0,-4 0 0,-6 2 0,1 0 0,-22 3 0,15-3-341,-1-2 0,0 0-1,-23-2 1,19-2-6485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8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24575,'0'2'0,"-2"1"0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6:58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24575,'0'3'0,"0"-2"0,2-2 0,3-1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87 24575,'-5'0'0,"-23"1"0,27-1 0,0 0 0,1 0 0,-1 0 0,0 0 0,1 0 0,-1 0 0,1 0 0,-1 0 0,0 0 0,1 0 0,-1 0 0,0 1 0,1-1 0,-1 0 0,1 0 0,-1 1 0,1-1 0,-1 0 0,1 1 0,-1-1 0,1 1 0,-1-1 0,1 1 0,-1-1 0,1 1 0,0-1 0,-1 1 0,1-1 0,0 1 0,-1-1 0,1 2 0,1-1 0,0 0 0,0 0 0,0-1 0,0 1 0,0 0 0,0 0 0,0-1 0,0 1 0,0 0 0,0-1 0,1 0 0,-1 1 0,0-1 0,0 0 0,1 1 0,-1-1 0,0 0 0,1 0 0,-1 0 0,2 0 0,1 0 0,90 7 0,161-9 0,-166-1 0,859-43-1084,-898 43 980,105-10 324,-128 10-545,0-2 0,0-1 0,36-13 0,-31 4-5598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23 24575,'-1'0'0,"1"0"0,-1 1 0,1-1 0,0 1 0,-1-1 0,1 1 0,-1-1 0,1 1 0,0 0 0,-1-1 0,1 1 0,0 0 0,0-1 0,-1 1 0,1-1 0,0 1 0,0 0 0,0-1 0,0 1 0,0 0 0,0-1 0,0 1 0,0 0 0,0 0 0,0-1 0,0 1 0,1-1 0,-1 1 0,0 0 0,0-1 0,1 1 0,-1 0 0,0-1 0,1 1 0,-1-1 0,0 1 0,1-1 0,-1 1 0,1-1 0,-1 1 0,1-1 0,-1 1 0,1-1 0,-1 0 0,1 1 0,0-1 0,0 1 0,4 1 0,0 1 0,0-1 0,1 1 0,8 1 0,19 4 0,0-1 0,1-3 0,57 3 0,104-12 0,-182 4 0,158-8 0,276-51 0,-412 52-1365,-14 1-5461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7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52 24575,'0'-2'0,"0"0"0,0-1 0,-1 1 0,1 0 0,-1 0 0,0 0 0,1 0 0,-1 0 0,0 0 0,0 0 0,-1 0 0,1 0 0,0 0 0,0 1 0,-1-1 0,1 0 0,-1 1 0,0-1 0,1 1 0,-1 0 0,0-1 0,0 1 0,0 0 0,0 0 0,0 0 0,0 0 0,0 1 0,0-1 0,0 1 0,0-1 0,-5 0 0,-2 0 0,0 0 0,0 0 0,-1 1 0,1 1 0,0-1 0,-13 3 0,8 1 0,-1 0 0,1 1 0,1 0 0,-1 1 0,1 0 0,0 2 0,1-1 0,-1 1 0,2 1 0,-1 0 0,1 1 0,1 0 0,-13 15 0,17-18 0,1 0 0,-1 0 0,1 0 0,1 1 0,0 0 0,0 0 0,0 0 0,1 0 0,0 1 0,1-1 0,0 1 0,0 0 0,1 0 0,0-1 0,0 1 0,1 0 0,0 0 0,1 0 0,0 0 0,0 0 0,1-1 0,0 1 0,4 9 0,-3-12 20,0 0 0,0 0 0,0 0 1,1 0-1,0-1 0,1 0 0,-1 0 0,1 0 0,0 0 0,0-1 0,0 1 0,0-1 0,1-1 0,0 1 0,0-1 0,12 5 1,-5-3-265,1-1 0,0-1 0,0 0 0,0-1 1,0 0-1,28-1 0,3-2-6582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7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27 24575,'0'0'0,"0"-1"0,0 1 0,0-1 0,0 1 0,0 0 0,-1-1 0,1 1 0,0-1 0,0 1 0,0-1 0,-1 1 0,1 0 0,0-1 0,0 1 0,-1 0 0,1-1 0,0 1 0,-1 0 0,1 0 0,-1-1 0,1 1 0,0 0 0,-1 0 0,1-1 0,-1 1 0,1 0 0,0 0 0,-1 0 0,1 0 0,-1 0 0,1 0 0,-1 0 0,1 0 0,-1 0 0,1 0 0,-1 0 0,1 0 0,0 0 0,-1 0 0,1 0 0,-1 0 0,1 0 0,-1 1 0,1-1 0,0 0 0,-1 0 0,0 1 0,-21 9 0,19-7 0,-1-1 0,1 1 0,0 0 0,0 0 0,0 0 0,0 0 0,1 1 0,-1-1 0,1 1 0,0 0 0,0-1 0,0 1 0,1 0 0,-1 0 0,1 0 0,0 0 0,0 1 0,0 3 0,1-6 0,0 1 0,0-1 0,0 0 0,0 1 0,1-1 0,-1 0 0,1 1 0,-1-1 0,1 0 0,0 0 0,0 0 0,0 0 0,0 0 0,0 0 0,0 0 0,1 0 0,-1 0 0,1 0 0,-1-1 0,1 1 0,0-1 0,0 1 0,0-1 0,0 0 0,0 1 0,0-1 0,0 0 0,0 0 0,0-1 0,0 1 0,0 0 0,1-1 0,-1 1 0,3-1 0,2 1 0,0 0 0,0-1 0,-1 0 0,1-1 0,0 1 0,0-1 0,0-1 0,-1 1 0,1-1 0,-1 0 0,7-3 0,-9 3 0,-1 1 0,0-1 0,1 1 0,-1-1 0,0 0 0,0 0 0,0 0 0,0-1 0,-1 1 0,1-1 0,0 0 0,-1 1 0,0-1 0,0 0 0,0-1 0,0 1 0,0 0 0,-1 0 0,1-1 0,-1 1 0,2-7 0,-3 7 0,-1 0 0,1 1 0,-1-1 0,1 0 0,-1 1 0,0-1 0,0 0 0,0 1 0,0-1 0,0 1 0,0 0 0,-1-1 0,1 1 0,-1 0 0,0 0 0,0 0 0,1 0 0,-1 0 0,-1 0 0,1 1 0,0-1 0,0 1 0,-1-1 0,-3-1 0,-2-1 0,-1-1 0,1 2 0,-1-1 0,0 1 0,-17-3 0,-1 7 342,27-1-367,0 0 1,-1 0-1,1 0 1,0 0 0,-1 0-1,1 0 1,0 0 0,-1 0-1,1 0 1,0 0-1,-1 0 1,1 1 0,0-1-1,-1 0 1,1 0-1,0 0 1,-1 0 0,1 1-1,0-1 1,0 0 0,-1 0-1,1 1 1,0-1-1,0 0 1,0 0 0,-1 1-1,1-1 1,0 0 0,0 1-1,0-1 1,0 0-1,0 1 1,-1-1 0,1 0-1,0 1 1,0-1 0,0 0-1,0 1 1,0-1-1,0 0 1,0 1 0,0-1-1,0 0 1,0 1-1,1-1 1,-1 0 0,0 1-1,0-1 1,0 0 0,0 1-1,0-1 1,1 0-1,-1 0 1,0 1 0,0-1-1,0 0 1,1 1 0,-1-1-1,0 0 1,1 0-1,-1 0 1,0 1 0,0-1-1,1 0 1,-1 0-1,0 0 1,1 0 0,-1 0-1,1 1 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46 24575,'0'0'0,"0"-1"0,-1 1 0,1-1 0,0 1 0,0-1 0,0 1 0,-1-1 0,1 1 0,0-1 0,-1 1 0,1-1 0,0 1 0,-1 0 0,1-1 0,0 1 0,-1-1 0,1 1 0,-1 0 0,1-1 0,-1 1 0,1 0 0,-1 0 0,1-1 0,-1 1 0,1 0 0,-1 0 0,1 0 0,-1 0 0,0 0 0,1 0 0,-1 0 0,1 0 0,-1 0 0,1 0 0,-1 0 0,0 0 0,0 0 0,0 0 0,1 0 0,-1 0 0,0 0 0,0 0 0,1 1 0,-1-1 0,0 0 0,0 0 0,1 1 0,-1-1 0,0 0 0,1 1 0,-1-1 0,0 1 0,1-1 0,-1 1 0,1-1 0,-1 1 0,1-1 0,-1 1 0,1 0 0,-1-1 0,1 1 0,-1-1 0,1 1 0,0 0 0,-1 1 0,1 3 0,0-1 0,0 1 0,1 0 0,-1 0 0,1 0 0,0 0 0,0-1 0,1 1 0,0-1 0,-1 1 0,4 4 0,-1-1 0,1 1 0,0-1 0,0 0 0,11 12 0,-12-16 0,0 0 0,1 0 0,-1-1 0,1 1 0,0-1 0,0 0 0,0 0 0,0-1 0,1 1 0,-1-1 0,1 0 0,-1-1 0,1 1 0,-1-1 0,8 0 0,-10-1 0,0 0 0,0 0 0,0 0 0,0-1 0,0 1 0,0-1 0,-1 0 0,1 0 0,0 0 0,0 0 0,-1 0 0,1 0 0,-1-1 0,1 0 0,-1 1 0,0-1 0,1 0 0,-1 0 0,0 0 0,0 0 0,0-1 0,-1 1 0,1-1 0,0 1 0,-1-1 0,0 1 0,0-1 0,1 0 0,-2 1 0,1-1 0,1-4 0,-1 0 0,0 1 0,0-1 0,-1 1 0,0 0 0,0-1 0,-1 1 0,1-1 0,-1 1 0,-1 0 0,1 0 0,-4-8 0,4 9 0,-1 1 0,0-1 0,0 1 0,0 0 0,-1-1 0,0 1 0,0 0 0,0 0 0,0 1 0,0-1 0,-1 1 0,1-1 0,-1 1 0,0 0 0,-4-2 0,4 5-1365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8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70 24575,'-11'-11'0,"8"9"0,8 8 0,4 6 0,0 1 0,-1 1 0,-1 0 0,0 0 0,10 29 0,-13-33 0,7 35 0,-6-25 0,-4-17 0,0-8 0,-1-10 0,1 0 0,1 0 0,1 0 0,0 0 0,1 0 0,1 0 0,0 1 0,1 0 0,0 0 0,1 0 0,1 1 0,0 0 0,12-15 0,-17 24-227,1 1-1,-1 0 1,1-1-1,-1 1 1,8-4-1,1 0-6598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67 24575,'0'-4'0,"1"-3"0,-1 0 0,-1 0 0,0 0 0,-2-10 0,3 16 0,0 0 0,0 0 0,0 0 0,-1 0 0,1 1 0,0-1 0,-1 0 0,1 0 0,0 1 0,-1-1 0,1 0 0,-1 1 0,1-1 0,-1 0 0,1 1 0,-1-1 0,0 1 0,1-1 0,-1 1 0,0-1 0,1 1 0,-1-1 0,0 1 0,0 0 0,1-1 0,-1 1 0,0 0 0,0 0 0,0 0 0,0-1 0,1 1 0,-1 0 0,0 0 0,0 0 0,0 0 0,0 0 0,1 1 0,-1-1 0,0 0 0,0 0 0,0 0 0,1 1 0,-1-1 0,0 1 0,0-1 0,1 0 0,-1 1 0,-1 0 0,-6 4 0,8-4 0,-1-1 0,0 1 0,0-1 0,0 1 0,0-1 0,1 1 0,-1-1 0,0 0 0,0 1 0,0-1 0,0 0 0,0 0 0,0 0 0,0 1 0,0-1 0,0 0 0,0 0 0,0-1 0,0 1 0,0 0 0,0 0 0,0 0 0,0-1 0,1 1 0,-1 0 0,0-1 0,-2 0 0,-4-1 0,0 0 0,0 1 0,0 0 0,0 0 0,0 0 0,0 1 0,0 0 0,-1 1 0,1 0 0,-13 3 0,-8 3 0,-37 15 0,52-18 0,7-1 0,-9 2 0,1 1 0,-23 12 0,35-17 0,-1 0 0,1 1 0,-1-1 0,1 1 0,0 0 0,0 0 0,0 0 0,0 0 0,0 0 0,0 0 0,0 0 0,1 0 0,-1 1 0,1-1 0,0 1 0,-1-1 0,1 1 0,0 0 0,1-1 0,-1 1 0,-1 5 0,3-5 0,-1-1 0,1 1 0,0 0 0,0-1 0,0 1 0,0-1 0,0 1 0,1-1 0,-1 1 0,1-1 0,-1 0 0,1 0 0,0 0 0,0 0 0,0 0 0,0 0 0,0 0 0,0-1 0,5 3 0,3 2 0,0 0 0,0-1 0,16 5 0,6 0 0,49 8 0,4 2 0,-83-20 0,0 0 0,-1 0 0,1 1 0,-1-1 0,1 1 0,-1-1 0,1 1 0,-1-1 0,1 1 0,-1 0 0,0 0 0,1 0 0,-1 0 0,0 0 0,0 0 0,0 0 0,0 0 0,0 1 0,0-1 0,0 0 0,0 1 0,0-1 0,0 0 0,0 3 0,-1-3 0,-1 1 0,1-1 0,-1 1 0,1-1 0,-1 1 0,1-1 0,-1 1 0,0-1 0,0 1 0,0-1 0,0 0 0,0 0 0,0 1 0,0-1 0,0 0 0,-1 0 0,1 0 0,0 0 0,-1 0 0,1 0 0,0-1 0,-1 1 0,-2 1 0,-14 6 0,0 0 0,0-1 0,-28 7 0,36-11 0,1-1 0,-1-1 0,0 1 0,0-1 0,0-1 0,0 0 0,0-1 0,-16-2 0,7-4-1365,6-1-5461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9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27 134 24575,'34'2'0,"-17"-1"0,1-1 0,0 0 0,27-5 0,-42 5 0,1-1 0,-1 1 0,1-1 0,-1-1 0,1 1 0,-1 0 0,0-1 0,0 1 0,1-1 0,-1 0 0,0 0 0,-1 0 0,1-1 0,0 1 0,-1-1 0,1 0 0,-1 1 0,0-1 0,0 0 0,0 0 0,0 0 0,2-7 0,-3 8 0,0 0 0,0 0 0,-1-1 0,1 1 0,-1 0 0,0 0 0,0-1 0,0 1 0,0 0 0,0 0 0,0-1 0,-1 1 0,1 0 0,-1 0 0,0-1 0,1 1 0,-1 0 0,0 0 0,0 0 0,0 0 0,-1 0 0,1 0 0,0 0 0,-1 1 0,1-1 0,-1 0 0,0 1 0,1-1 0,-1 1 0,0 0 0,0-1 0,-2 0 0,0 0 0,0 0 0,0 0 0,0 1 0,0-1 0,0 1 0,0 0 0,-1 0 0,1 1 0,0-1 0,0 1 0,-1 0 0,1 0 0,0 0 0,-1 1 0,1-1 0,-6 2 0,2 2 0,1-1 0,0 1 0,-1 1 0,1-1 0,1 1 0,-1 1 0,1-1 0,0 1 0,0 0 0,0 0 0,1 1 0,0-1 0,1 1 0,-1 0 0,-5 13 0,7-13 0,0-1 0,0 1 0,0 0 0,1 0 0,0 0 0,0 0 0,1 0 0,0 1 0,0-1 0,1 0 0,0 1 0,0-1 0,1 0 0,0 0 0,0 1 0,1-1 0,0 0 0,3 8 0,-3-11-124,0 0 0,1 0 0,0 0 0,0 0 0,0 0 0,0-1-1,1 0 1,-1 1 0,1-1 0,6 3 0,14 8-6702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9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47 24575,'0'-4'0,"0"0"0,0 0 0,-1 0 0,1 0 0,-1 1 0,0-1 0,-2-6 0,2 9 0,1 0 0,0 1 0,-1-1 0,1 1 0,0-1 0,-1 1 0,1-1 0,-1 1 0,1-1 0,-1 1 0,1-1 0,-1 1 0,1 0 0,-1-1 0,1 1 0,-1 0 0,0-1 0,1 1 0,-1 0 0,-1-1 0,1 1 0,0 1 0,0-1 0,0 0 0,0 0 0,-1 0 0,1 1 0,0-1 0,0 0 0,0 1 0,0-1 0,0 1 0,0 0 0,0-1 0,0 1 0,0 0 0,-1 0 0,-1 2 0,-1 0 0,1 0 0,0 0 0,0 1 0,0-1 0,0 1 0,1 0 0,-1 0 0,1-1 0,0 2 0,0-1 0,1 0 0,-1 0 0,1 0 0,-2 9 0,3-10 0,0 0 0,0 0 0,0 0 0,0 0 0,1 0 0,-1 0 0,1 0 0,0 0 0,-1 0 0,2 0 0,-1 0 0,0 0 0,0 0 0,1-1 0,0 1 0,-1-1 0,1 1 0,0-1 0,0 1 0,0-1 0,1 0 0,-1 0 0,4 3 0,15 7 0,39 20 0,-43-25 0,0 2 0,-1 0 0,0 0 0,21 18 0,-36-26 0,0 0 0,1 0 0,-1 0 0,0 0 0,0 0 0,0 0 0,0 1 0,0-1 0,0 0 0,0 1 0,0-1 0,-1 1 0,1-1 0,0 1 0,-1-1 0,1 1 0,-1-1 0,0 1 0,1 0 0,-1-1 0,0 1 0,0 0 0,0-1 0,0 1 0,-1 1 0,0-1 0,0 0 0,0 0 0,0 0 0,0 0 0,-1-1 0,1 1 0,-1 0 0,1-1 0,-1 1 0,0-1 0,1 0 0,-1 0 0,0 1 0,0-1 0,0 0 0,0-1 0,0 1 0,-3 1 0,-10 3 66,0-1 0,-1-1 0,1 0 0,-23 1-1,-65-3-982,78-1 140,-4 0-6049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09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24575,'-2'0'0,"-4"0"0,3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0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24575,'0'4'0,"0"5"0,-3 0 0,0 0 0,3 0 0,3-2 0,3-3 0,4-3 0,2-5 0,-1-2-8191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0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41 24575,'1'-2'0,"-1"1"0,-1-1 0,1 1 0,0-1 0,0 1 0,0-1 0,-1 1 0,1-1 0,-1 1 0,1-1 0,-1 1 0,0 0 0,1-1 0,-1 1 0,0 0 0,0 0 0,0 0 0,0-1 0,0 1 0,0 0 0,0 0 0,-1 1 0,-1-3 0,0 2 0,0 0 0,0-1 0,-1 1 0,1 0 0,0 1 0,-1-1 0,1 1 0,-1-1 0,-6 1 0,-6 1 0,-1 1 0,1 1 0,-21 6 0,35-9 0,-6 2 0,-1 1 0,0 0 0,1 0 0,0 1 0,0 0 0,0 0 0,-10 7 0,16-9 0,0 0 0,0-1 0,0 1 0,0 0 0,0 0 0,1 0 0,-1 0 0,1 1 0,-1-1 0,1 0 0,0 1 0,0-1 0,0 1 0,0-1 0,0 1 0,0-1 0,1 1 0,0 0 0,-1-1 0,1 1 0,0 0 0,0-1 0,0 1 0,1 0 0,-1-1 0,0 1 0,1 0 0,1 3 0,15 39 0,-3-6 0,10 42 0,-21-67 0,-1 0 0,0 1 0,-1-1 0,-1 1 0,0-1 0,-3 27 0,-18 50 0,13-63 0,2-1 0,1 1 0,-2 36 0,7-60 0,0 0 0,0-1 0,0 1 0,1 0 0,0 0 0,0 0 0,0-1 0,0 1 0,0-1 0,1 1 0,0-1 0,-1 1 0,1-1 0,1 0 0,-1 0 0,0 0 0,1 0 0,-1 0 0,1 0 0,0-1 0,0 1 0,0-1 0,0 0 0,1 0 0,-1 0 0,0 0 0,1-1 0,0 1 0,5 0 0,9 3 0,1 0 0,0-2 0,0-1 0,32 1 0,-37-2 0,8 0-227,0-1-1,-1-1 1,1-1-1,0-1 1,38-9-1,-37 4-6598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15 24575,'0'-1'0,"-1"0"0,0 0 0,0 0 0,0 0 0,0 0 0,0 0 0,0 0 0,-1 0 0,1 0 0,0 1 0,0-1 0,-1 0 0,1 1 0,0-1 0,-1 1 0,1 0 0,0-1 0,-1 1 0,1 0 0,-1 0 0,1 0 0,0 0 0,-1 0 0,1 0 0,-1 0 0,1 0 0,0 1 0,-3 0 0,2 0 0,0 1 0,0 0 0,0 0 0,0 0 0,0 0 0,0 0 0,1 0 0,-1 0 0,1 0 0,0 1 0,0-1 0,0 1 0,0-1 0,0 1 0,-1 2 0,-4 19 0,1 0 0,1 0 0,2 0 0,0 1 0,1-1 0,1 1 0,2-1 0,0 1 0,2-1 0,0 0 0,2 0 0,9 24 0,-14-37 0,-6-10 0,4-2 0,0 1 0,1-1 0,-1 1 0,1-1 0,-1 0 0,1 1 0,-1-1 0,1 0 0,-1 0 0,1 1 0,-1-1 0,1 0 0,0 0 0,-1 1 0,1-1 0,0 0 0,0 0 0,0 0 0,0 0 0,0 0 0,0 1 0,0-1 0,0-2 0,1 1 0,0-1 0,0 1 0,0 0 0,0-1 0,0 1 0,0 0 0,1 0 0,-1 0 0,1 0 0,0 0 0,0 0 0,-1 0 0,1 1 0,0-1 0,0 1 0,1-1 0,-1 1 0,0 0 0,0 0 0,1 0 0,3-2 0,4 0 0,-1 0 0,1 1 0,-1 0 0,14-1 0,-16 2 0,1 1 0,-1 0 0,0 0 0,1 1 0,-1 0 0,0 0 0,1 0 0,-1 1 0,0 1 0,0-1 0,0 1 0,-1 0 0,1 1 0,-1-1 0,1 1 0,-1 1 0,0-1 0,-1 1 0,7 6 0,-7-5 0,1 1 0,-1 0 0,0 0 0,-1 1 0,0-1 0,0 1 0,-1 0 0,0 0 0,0 0 0,0 1 0,-1-1 0,-1 0 0,1 1 0,-2-1 0,1 1 0,-1 11 0,-6 24 0,4-35 0,0 0 0,1-1 0,0 1 0,0 0 0,1 0 0,2 17 0,-1-25-57,-1 0 0,1 0 1,-1 0-1,1 0 0,-1 0 0,1 0 0,-1-1 0,1 1 0,0 0 0,0 0 0,0 0 1,-1 0-1,1-1 0,0 1 0,0 0 0,0-1 0,0 1 0,0-1 0,0 1 1,0-1-1,0 0 0,0 1 0,3-1 0,12 4-6769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39 24575,'-4'-13'0,"4"13"0,-1-1 0,1 1 0,-1-1 0,1 1 0,0-1 0,-1 1 0,1-1 0,0 1 0,0-1 0,0 0 0,-1 1 0,1-1 0,0 1 0,0-1 0,0 1 0,0-1 0,0 0 0,0 1 0,0-1 0,0 1 0,0-1 0,0 0 0,0 1 0,1-1 0,-1 1 0,0-1 0,0 1 0,0-1 0,1 1 0,-1-1 0,0 1 0,1-1 0,-1 1 0,1-1 0,-1 1 0,0-1 0,1 1 0,-1 0 0,1-1 0,-1 1 0,1 0 0,-1-1 0,1 1 0,-1 0 0,1 0 0,-1 0 0,1-1 0,0 1 0,-1 0 0,1 0 0,0 0 0,2-1 0,0 1 0,0-1 0,0 1 0,-1 0 0,1-1 0,0 1 0,0 1 0,0-1 0,-1 0 0,1 1 0,0-1 0,0 1 0,-1 0 0,1 0 0,0 0 0,-1 0 0,1 1 0,-1-1 0,1 1 0,-1-1 0,0 1 0,0 0 0,0 0 0,0 0 0,0 0 0,0 0 0,0 0 0,-1 1 0,1-1 0,-1 1 0,0-1 0,1 1 0,-1-1 0,0 1 0,-1 0 0,1-1 0,0 1 0,-1 0 0,1 0 0,-1 0 0,0-1 0,0 1 0,0 0 0,-1 0 0,1 0 0,0 0 0,-1-1 0,0 1 0,0 0 0,0-1 0,-1 4 0,-4 4 0,-1 0 0,-1 0 0,1 0 0,-13 11 0,13-13 0,-1-1 0,2 2 0,-1-1 0,1 1 0,0 0 0,-6 13 0,11-21 0,1 0 0,0 0 0,-1 0 0,1 1 0,0-1 0,-1 0 0,1 0 0,0 0 0,0 1 0,0-1 0,0 0 0,0 0 0,0 1 0,0-1 0,1 0 0,-1 0 0,0 0 0,1 1 0,-1-1 0,1 0 0,-1 0 0,2 2 0,-1-2 0,1 1 0,-1 0 0,1-1 0,0 0 0,0 1 0,-1-1 0,1 0 0,0 0 0,0 0 0,0 0 0,4 1 0,4 1 0,1-1 0,0 0 0,21 1 0,-31-2 0,31 1 0,-1-2 0,1 0 0,0-2 0,0-1 0,38-10 0,-46 3 0,-20 3 0,-16 1 0,4 5 0,0-1 0,0 1 0,-1 1 0,1 0 0,-1 0 0,1 0 0,0 1 0,-1 0 0,1 1 0,0 0 0,0 0 0,0 1 0,-12 5 0,15-5 0,0 0 0,1 0 0,-1 0 0,1 1 0,-1-1 0,1 1 0,0 0 0,1 0 0,-1 1 0,1-1 0,0 1 0,0 0 0,0 0 0,1 0 0,-1 0 0,1 0 0,1 0 0,-1 1 0,1-1 0,-1 0 0,1 9 0,1 5 42,0 1 0,2-1-1,0 0 1,1 0 0,11 36 0,4 29-1658,-16-64-5210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2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24575,'0'2'0,"0"4"0,0 2 0,-3 3 0,0 1 0,0 2 0,1 2 0,0 3 0,-1 4 0,-1 4 0,-1 5 0,-3 1 0,1-5-8191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3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24575,'0'-7'0,"2"0"0,-1 1 0,1-1 0,0 1 0,0-1 0,1 1 0,0 0 0,0 0 0,0 0 0,1 0 0,0 0 0,0 1 0,1 0 0,-1 0 0,1 0 0,0 0 0,10-6 0,-14 10 0,1 0 0,-1 0 0,1 0 0,-1 0 0,1 0 0,0 1 0,-1-1 0,1 0 0,0 1 0,-1 0 0,1-1 0,0 1 0,0 0 0,-1 0 0,1 0 0,0 0 0,0 0 0,0 0 0,-1 0 0,1 1 0,3 0 0,-4 1 0,1-1 0,-1 0 0,1 1 0,-1-1 0,0 1 0,0-1 0,1 1 0,-1-1 0,0 1 0,-1 0 0,1 0 0,0 0 0,0-1 0,-1 1 0,1 0 0,-1 0 0,0 0 0,1 0 0,-1 2 0,1 11 0,2-1 0,0 0 0,0 0 0,2 0 0,-1-1 0,2 1 0,0-1 0,9 14 0,-13-23 0,0 0 0,0 0 0,0 0 0,0 0 0,-1 0 0,1 0 0,-1 1 0,0-1 0,-1 0 0,1 1 0,-1-1 0,0 1 0,0-1 0,0 1 0,0-1 0,-1 0 0,0 1 0,0-1 0,0 0 0,0 1 0,-1-1 0,-3 7 0,2-6 0,-1 0 0,1 0 0,-1-1 0,0 1 0,0-1 0,0 0 0,-1 0 0,0-1 0,1 1 0,-1-1 0,-1 0 0,1 0 0,0-1 0,-1 1 0,1-1 0,-11 2 0,16-4 0,-1 1 0,0-1 0,1 0 0,-1 0 0,0 1 0,0-1 0,1 0 0,-1 0 0,0 0 0,1 0 0,-1 0 0,0 0 0,0 0 0,1 0 0,-1 0 0,0 0 0,1-1 0,-1 1 0,0 0 0,0 0 0,1-1 0,-1 1 0,1 0 0,-1-1 0,0 1 0,1-1 0,-1 1 0,0-2 0,1 2 0,0-1 0,0 0 0,0 0 0,0 1 0,1-1 0,-1 0 0,0 1 0,0-1 0,1 0 0,-1 1 0,0-1 0,1 0 0,-1 1 0,1-1 0,-1 1 0,1-1 0,-1 1 0,1-1 0,-1 1 0,1-1 0,0 1 0,-1 0 0,1-1 0,0 1 0,-1 0 0,1-1 0,0 1 0,-1 0 0,2 0 0,4-3 0,1 0 0,-1 1 0,1 0 0,0 0 0,0 1 0,0 0 0,0 0 0,0 0 0,0 1 0,0 0 0,0 1 0,0-1 0,0 1 0,-1 1 0,1-1 0,0 1 0,0 0 0,-1 1 0,1 0 0,-1 0 0,0 0 0,0 1 0,11 8 0,-7-4 0,0 1 0,-1 1 0,1 0 0,-2 0 0,0 1 0,0 0 0,-1 0 0,0 1 0,-1 0 0,0 0 0,6 20 0,3 20-1365,-9-33-5461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4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24575,'0'-3'0,"0"1"0,0 0 0,1 0 0,-1-1 0,1 1 0,-1 0 0,1 0 0,0 0 0,0 0 0,0 0 0,0 0 0,0 0 0,0 0 0,1 0 0,-1 1 0,0-1 0,1 0 0,0 1 0,-1-1 0,1 1 0,0 0 0,0-1 0,0 1 0,0 0 0,0 0 0,0 0 0,0 0 0,0 1 0,0-1 0,0 1 0,1-1 0,-1 1 0,0 0 0,4-1 0,2 1 0,1 0 0,-1 0 0,0 0 0,0 1 0,0 0 0,0 1 0,0 0 0,10 4 0,1 1 0,-2 2 0,1 0 0,25 19 0,-34-22 0,-2 0 0,1 1 0,0 0 0,-1 0 0,-1 1 0,1-1 0,-1 1 0,9 17 0,-14-24 0,0 1 0,-1-1 0,1 0 0,0 1 0,-1-1 0,0 1 0,1-1 0,-1 1 0,0-1 0,0 1 0,0-1 0,0 1 0,0-1 0,0 1 0,0-1 0,0 1 0,0-1 0,-1 0 0,0 3 0,-1-1 0,0 0 0,0-1 0,0 1 0,0-1 0,0 0 0,0 0 0,-4 3 0,-5 5 0,10-10 0,1 0 0,-1 1 0,1 0 0,-1-1 0,1 1 0,-1-1 0,1 1 0,-1 0 0,1-1 0,-1 1 0,1 0 0,0-1 0,-1 1 0,1 0 0,0 0 0,0-1 0,0 1 0,-1 0 0,1 0 0,0-1 0,0 1 0,0 0 0,0 0 0,0 0 0,0-1 0,1 2 0,-1-1 0,1 0 0,0 1 0,0-1 0,0 0 0,-1 0 0,1 0 0,0 0 0,0 0 0,1 0 0,-1 0 0,0-1 0,0 1 0,2 1 0,6 2 0,0 0 0,0-1 0,14 3 0,-17-4 0,4 0 0,-1 1 0,0 0 0,1 1 0,-1 0 0,15 9 0,-22-12 0,0 1 0,0 0 0,0 0 0,-1-1 0,1 1 0,0 0 0,-1 0 0,1 0 0,-1 1 0,0-1 0,0 0 0,0 1 0,0-1 0,0 0 0,0 1 0,0-1 0,-1 1 0,1-1 0,-1 1 0,0-1 0,0 1 0,0 0 0,0-1 0,0 1 0,-1-1 0,1 1 0,-2 3 0,1-2 27,-1 0-1,1-1 0,-1 1 0,0 0 1,0-1-1,0 1 0,0-1 0,-1 0 1,1 0-1,-1 0 0,0 0 0,-4 3 1,0 0-369,-1 0 1,0-1 0,0 0-1,-10 4 1,6-4-6485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24575,'2'0'0,"4"-2"0,2-1 0,3 2 0,1 4 0,2 4 0,-3 5 0,-2 5 0,-3 7 0,-3 3 0,-3 5 0,-5 4 0,-2-5-8191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67 24575,'-25'-12'0,"-1"1"0,0 1 0,-1 1 0,0 2 0,0 1 0,-41-5 0,66 11 0,-1 0 0,0 0 0,0 0 0,1 0 0,-1 0 0,0 1 0,0-1 0,1 1 0,-1 0 0,0 0 0,1 0 0,-1 0 0,1 0 0,-1 0 0,1 1 0,-4 2 0,4-2 0,1-1 0,0 1 0,0-1 0,0 1 0,0 0 0,0-1 0,0 1 0,1 0 0,-1 0 0,0 0 0,1 0 0,0-1 0,-1 1 0,1 0 0,0 0 0,0 0 0,0 0 0,0 0 0,0 0 0,1 0 0,-1 0 0,0-1 0,1 1 0,0 0 0,0 2 0,5 9 0,1 1 0,0-1 0,0-1 0,2 1 0,16 19 0,-16-23 0,-1 1 0,-1 0 0,0 0 0,0 0 0,-1 1 0,-1 0 0,1 1 0,-2-1 0,5 14 0,-9-22 0,1-1 0,-1 1 0,0-1 0,0 1 0,0 0 0,0-1 0,0 1 0,-1-1 0,1 1 0,-1-1 0,1 1 0,-1-1 0,0 0 0,0 1 0,0-1 0,0 0 0,-4 5 0,3-4 0,-1 0 0,-1 0 0,1 0 0,0 0 0,-1 0 0,0-1 0,1 1 0,-1-1 0,-7 3 0,-2 0 0,0-1 0,0 0 0,-1-1 0,0-1 0,-22 2 0,30-3 0,-28 0 0,33-1 0,0 0 0,0 0 0,-1 0 0,1 0 0,0 0 0,0-1 0,0 1 0,0 0 0,0 0 0,0-1 0,0 1 0,0-1 0,0 1 0,0-1 0,0 1 0,0-1 0,0 0 0,0 1 0,0-1 0,0 0 0,-1-1 0,2 1 0,0 0 0,0 0 0,0 0 0,1 0 0,-1 0 0,0 0 0,0 0 0,1 0 0,-1 0 0,0 1 0,1-1 0,-1 0 0,1 0 0,-1 0 0,1 0 0,-1 1 0,1-1 0,0 0 0,-1 1 0,1-1 0,0 0 0,0 1 0,-1-1 0,1 1 0,0-1 0,0 1 0,0 0 0,0-1 0,1 0 0,29-11 0,-19 9 0,-1 0 0,1 1 0,0 0 0,0 1 0,0 0 0,-1 1 0,1 1 0,13 1 0,-20-1 0,0 0 0,0 0 0,0 0 0,0 1 0,0 0 0,-1 0 0,1 0 0,-1 0 0,1 1 0,-1 0 0,0 0 0,0 0 0,0 0 0,0 1 0,-1-1 0,1 1 0,-1 0 0,0 0 0,0 0 0,-1 0 0,4 8 0,9 19-1365,-8-20-5461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27 24575,'0'0'0,"0"0"0,0 0 0,0 0 0,0 0 0,-1 0 0,1 0 0,0 0 0,0 0 0,0 0 0,-1 0 0,1 0 0,0 0 0,0 0 0,0 0 0,-1 0 0,1 0 0,0 0 0,0 0 0,0 0 0,0 0 0,-1-1 0,1 1 0,0 0 0,0 0 0,0 0 0,0 0 0,0 0 0,-1 0 0,1-1 0,0 1 0,0 0 0,0 0 0,0 0 0,0 0 0,0-1 0,0 1 0,0 0 0,4-7 0,11-4 0,-12 10 0,-1 0 0,1 0 0,0 0 0,-1 1 0,1-1 0,0 1 0,0 0 0,-1-1 0,1 1 0,0 0 0,0 1 0,-1-1 0,1 1 0,0-1 0,0 1 0,-1 0 0,1 0 0,-1 0 0,1 0 0,-1 0 0,1 0 0,-1 1 0,3 1 0,-3-1 0,-1 0 0,1 0 0,-1 0 0,0-1 0,1 2 0,-1-1 0,0 0 0,0 0 0,0 0 0,0 0 0,-1 1 0,1-1 0,0 1 0,-1-1 0,0 0 0,0 1 0,1-1 0,-2 0 0,1 1 0,0-1 0,0 1 0,-1-1 0,1 0 0,-1 1 0,0-1 0,1 0 0,-3 3 0,-3 7 0,0-1 0,-1 1 0,-1-1 0,0 0 0,-1-1 0,1 0 0,-2-1 0,-12 11 0,6-5 0,-27 31 0,42-44 0,0 0 0,-1 0 0,1 0 0,0 0 0,0 0 0,0 0 0,0 0 0,0 0 0,0 0 0,1 0 0,-1 1 0,1-1 0,0 0 0,-1 0 0,1 1 0,0-1 0,0 0 0,1 1 0,-1 2 0,1-2 0,1 0 0,-1 0 0,0 0 0,1-1 0,-1 1 0,1-1 0,0 1 0,0-1 0,0 1 0,0-1 0,0 0 0,5 3 0,3 2 0,-1-1 0,1-1 0,1 1 0,-1-2 0,1 0 0,18 5 0,-19-6 0,1 0 0,-1-1 0,1 0 0,0-1 0,-1 0 0,1-1 0,0 0 0,0-1 0,-1 0 0,1 0 0,17-6 0,-18 0 0,-18 4 0,-21 6 0,25-1-50,-1 0-1,1 0 1,-1 0-1,1 1 0,0 0 1,0 0-1,0 0 1,1 0-1,-1 0 1,1 1-1,0 0 0,0 0 1,0 0-1,0 0 1,0 0-1,1 0 1,0 1-1,0-1 0,0 1 1,1 0-1,-1-1 1,1 1-1,0 0 1,1 0-1,-1 0 1,1 6-1,1 12-6775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6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39 106 24575,'0'-4'0,"0"-5"0,0-4 0,0-3 0,0-2 0,0 2 0,0-1 0,0 7 0,0 8 0,-2 8 0,-1 9 0,-3 7 0,1 6 0,-2 8 0,0 5 0,2 2 0,2-6-8191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83 24575,'0'-4'0,"-1"0"0,1 0 0,-1 0 0,0 1 0,0-1 0,0 0 0,-1 0 0,1 1 0,-1-1 0,0 1 0,0-1 0,0 1 0,0 0 0,-1 0 0,-4-5 0,5 6 0,0 0 0,0 0 0,0 0 0,0 1 0,-1-1 0,1 1 0,-1-1 0,1 1 0,-1 0 0,1 0 0,-1 0 0,0 0 0,0 1 0,1-1 0,-1 1 0,0 0 0,0-1 0,0 1 0,1 0 0,-1 1 0,0-1 0,-5 2 0,7-2 0,-1 0 0,1 1 0,-1-1 0,1 1 0,0 0 0,-1-1 0,1 1 0,0 0 0,0 0 0,-1 0 0,1 0 0,0 0 0,0 0 0,0 0 0,0 0 0,0 0 0,1 1 0,-1-1 0,0 0 0,0 1 0,0 2 0,0-2 0,1 1 0,-1 0 0,1 0 0,0 0 0,0 0 0,0 0 0,0 0 0,1 0 0,-1-1 0,2 6 0,2 2 0,-1-1 0,2 1 0,-1-1 0,1 0 0,8 12 0,-1-7 0,0 0 0,1 0 0,27 20 0,-25-21 0,1 1 0,23 28 0,-37-41 0,-1 1 0,0 0 0,1 0 0,-1 0 0,0-1 0,0 1 0,0 0 0,0 0 0,-1 0 0,1 0 0,0 1 0,-1-1 0,0 0 0,1 0 0,-1 0 0,0 0 0,0 1 0,0-1 0,0 0 0,-1 4 0,-1-3 0,1-1 0,0 1 0,-1 0 0,1-1 0,-1 1 0,0-1 0,0 0 0,0 1 0,0-1 0,0 0 0,0 0 0,-1 0 0,-2 1 0,-6 3 0,1 0 0,-1-1 0,1 0 0,-1-1 0,-1-1 0,-17 4 0,24-6 0,-30 4 0,34-5 0,0 1 0,-1-1 0,1 0 0,-1 0 0,1 0 0,0 0 0,-1-1 0,1 1 0,0 0 0,-1-1 0,1 1 0,0-1 0,-1 1 0,1-1 0,0 1 0,0-1 0,0 0 0,-1 0 0,0-1 0,1 1 0,1 1 0,0-1 0,0 0 0,0 1 0,0-1 0,0 0 0,0 1 0,0-1 0,0 0 0,0 1 0,0-1 0,0 0 0,0 1 0,0-1 0,0 0 0,1 1 0,-1-1 0,0 1 0,1-1 0,-1 0 0,0 1 0,1-1 0,-1 1 0,0-1 0,1 1 0,-1-1 0,1 1 0,-1-1 0,1 1 0,0 0 0,-1-1 0,1 0 0,23-14 0,-19 12 0,8-5 0,2 0 0,20-7 0,-31 13 0,0 1 0,1-1 0,-1 1 0,1 0 0,-1 0 0,1 1 0,-1-1 0,1 1 0,-1 0 0,1 0 0,0 0 0,-1 1 0,7 1 0,-9-1 0,0 1 0,0-1 0,0 1 0,0-1 0,0 1 0,0 0 0,0-1 0,0 1 0,-1 0 0,1 0 0,-1 0 0,1 0 0,-1 1 0,0-1 0,0 0 0,0 0 0,0 1 0,0-1 0,0 5 0,2 6 0,-1-1 0,1 20 0,-3-28 0,2 26 47,-2-13 9,2 0 0,-1 0 0,2-1 0,8 30 0,-10-42-133,1 1 0,0-1 0,0 0 0,1 1 0,-1-1 0,1 0 0,0 0 1,0-1-1,0 1 0,1-1 0,-1 0 0,1 1 0,0-1 0,0-1 0,0 1 0,0-1 0,0 1 1,0-1-1,1 0 0,-1-1 0,8 3 0,11 1-6749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8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24575,'0'-11'0,"-1"4"0,1 1 0,0 0 0,1-1 0,0 1 0,2-12 0,-2 17 0,-1 0 0,1-1 0,-1 1 0,1 0 0,-1 0 0,1 0 0,0 0 0,0 0 0,0 0 0,0 0 0,0 0 0,0 0 0,0 0 0,0 0 0,0 1 0,0-1 0,0 0 0,0 1 0,0-1 0,1 1 0,-1-1 0,0 1 0,0-1 0,1 1 0,-1 0 0,0 0 0,1 0 0,-1 0 0,0 0 0,1 0 0,-1 0 0,0 0 0,1 0 0,0 1 0,6 1 0,0-1 0,-1 2 0,1-1 0,-1 1 0,0 0 0,0 0 0,0 1 0,0 0 0,0 1 0,-1-1 0,0 1 0,11 11 0,-14-13 0,0 1 0,0-1 0,0 1 0,-1 0 0,1 0 0,-1 0 0,0 0 0,0 0 0,0 0 0,-1 1 0,1-1 0,-1 0 0,0 1 0,-1-1 0,1 1 0,-1 0 0,0-1 0,0 1 0,0-1 0,0 1 0,-1-1 0,0 1 0,-2 5 0,-1 0 0,-1-1 0,0 1 0,0-1 0,-1-1 0,0 1 0,-1-1 0,0 0 0,0 0 0,-1-1 0,0 0 0,-9 6 0,-33 33 0,49-45 0,0-1 0,0 1 0,0 1 0,1-1 0,-1 0 0,0 0 0,0 0 0,1 0 0,-1 0 0,1 1 0,-1-1 0,1 0 0,-1 0 0,1 1 0,0-1 0,-1 0 0,1 1 0,0-1 0,0 3 0,1-3 0,-1 1 0,1-1 0,-1 0 0,1 0 0,0 0 0,-1 0 0,1 0 0,0 0 0,0 0 0,-1 0 0,1 0 0,0-1 0,0 1 0,0 0 0,0 0 0,0-1 0,2 2 0,6 1 0,0 1 0,0-1 0,1-1 0,14 3 0,-12-3 0,-7-1 0,1 0 0,-1 0 0,0 1 0,0-1 0,0 1 0,0 1 0,-1-1 0,8 5 0,-9-4 0,0-1 0,-1 1 0,1 0 0,-1 0 0,0 0 0,0 0 0,0 0 0,0 1 0,-1-1 0,1 1 0,-1-1 0,2 8 0,-1-5-76,0 0 1,-1 1-1,0 0 0,0-1 0,0 1 0,-1-1 0,0 1 0,0 0 1,-1-1-1,0 1 0,0 0 0,0-1 0,-1 1 0,0-1 1,-1 0-1,1 0 0,-5 8 0,-1-1-6750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19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24575,'0'-5'0,"0"0"0,0-1 0,1 1 0,-1 0 0,1-1 0,1 1 0,-1 0 0,1 0 0,-1 0 0,1 0 0,1 0 0,-1 0 0,1 0 0,0 1 0,0 0 0,0-1 0,1 1 0,-1 0 0,1 0 0,0 1 0,0-1 0,0 1 0,1 0 0,-1 0 0,1 0 0,0 1 0,-1 0 0,1 0 0,0 0 0,1 0 0,9-1 0,-9 1 0,0 1 0,-1 0 0,1 1 0,0-1 0,0 1 0,0 0 0,0 1 0,-1-1 0,1 1 0,0 0 0,0 1 0,-1 0 0,1-1 0,-1 2 0,0-1 0,1 1 0,-1-1 0,0 1 0,0 1 0,-1-1 0,1 1 0,-1 0 0,0 0 0,6 6 0,-3-1 0,-1 0 0,0 0 0,0 1 0,-1 0 0,0-1 0,-1 2 0,0-1 0,0 0 0,-1 1 0,-1 0 0,0 0 0,1 12 0,-2 90 0,2 13 0,-1-111 0,0 1 0,1-1 0,1-1 0,0 1 0,1 0 0,9 18 0,7 3 0,30 42 0,5 8 0,-56-86 0,0 0 0,1 1 0,-1-1 0,0 1 0,0-1 0,1 0 0,-1 1 0,0-1 0,0 1 0,0-1 0,0 1 0,1-1 0,-1 1 0,0-1 0,0 1 0,0-1 0,0 0 0,0 1 0,0-1 0,0 1 0,0-1 0,0 1 0,0-1 0,-1 1 0,1-1 0,0 1 0,0-1 0,0 1 0,-1-1 0,1 0 0,0 1 0,0-1 0,-1 1 0,1-1 0,0 0 0,-1 1 0,1-1 0,0 0 0,-1 1 0,1-1 0,-1 0 0,1 0 0,0 1 0,-1-1 0,1 0 0,-1 0 0,1 0 0,-1 0 0,0 1 0,-29 0 0,24-1 0,-222 9-1365,176-4-5461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21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42 308 24575,'-1'-4'0,"0"1"0,0 0 0,0 0 0,0-1 0,0 1 0,-1 0 0,1 0 0,-1 0 0,0 1 0,0-1 0,0 0 0,0 1 0,-1-1 0,1 1 0,-3-3 0,4 5 0,1 0 0,-1 0 0,1 0 0,0 1 0,-1-1 0,1 0 0,0 0 0,-1 0 0,1 0 0,0 0 0,-1 0 0,1 0 0,0 1 0,-1-1 0,1 0 0,0 0 0,0 0 0,-1 1 0,1-1 0,0 0 0,0 0 0,-1 1 0,1-1 0,0 0 0,0 1 0,0-1 0,0 0 0,-1 1 0,1-1 0,0 0 0,0 1 0,0-1 0,0 0 0,0 1 0,0 0 0,-3 14 0,3-13 0,0 30 0,0-1 0,2 1 0,9 45 0,-2-15 0,5 19 0,-20-126 0,2 1 0,2 0 0,5-61 0,29-143 0,-29 230 0,8-35 0,-10 50 0,0-1 0,0 1 0,0 0 0,1 0 0,-1 0 0,1 0 0,0 0 0,0 0 0,0 0 0,0 0 0,5-4 0,-6 7 0,-1 0 0,1-1 0,0 1 0,-1 0 0,1 0 0,0-1 0,-1 1 0,1 0 0,0 0 0,0 0 0,-1 0 0,1 0 0,0 0 0,0 0 0,-1 0 0,1 1 0,0-1 0,-1 0 0,1 0 0,0 0 0,0 1 0,-1-1 0,1 0 0,-1 1 0,1-1 0,0 1 0,-1-1 0,1 1 0,-1-1 0,1 1 0,-1-1 0,1 1 0,-1-1 0,1 1 0,-1 0 0,0-1 0,1 1 0,-1 0 0,1 1 0,14 32 0,-13-29 0,18 56 0,14 74 0,-14-54 0,-14-47 0,-5-24 0,1-1 0,0 0 0,0 0 0,1 0 0,0 0 0,0 0 0,6 8 0,-9-16 0,0-1 0,1 1 0,-1-1 0,1 1 0,-1-1 0,0 1 0,1-1 0,-1 0 0,1 1 0,-1-1 0,1 0 0,-1 1 0,1-1 0,-1 0 0,1 0 0,0 1 0,-1-1 0,1 0 0,-1 0 0,1 0 0,0 0 0,-1 0 0,1 0 0,-1 0 0,1 0 0,0 0 0,-1 0 0,1 0 0,-1 0 0,1-1 0,-1 1 0,1 0 0,0 0 0,-1 0 0,1-1 0,-1 1 0,1 0 0,-1-1 0,1 1 0,-1-1 0,0 1 0,1 0 0,-1-1 0,1 1 0,-1-1 0,0 1 0,1-2 0,18-26 0,-18 26 0,24-52 0,21-64 0,17-37 0,-60 148 0,0 1 0,1 0 0,0 0 0,7-9 0,-10 15 0,-1-1 0,1 1 0,-1-1 0,1 0 0,-1 1 0,1-1 0,-1 1 0,1-1 0,-1 1 0,1 0 0,-1-1 0,1 1 0,0-1 0,-1 1 0,1 0 0,0 0 0,-1-1 0,1 1 0,0 0 0,0 0 0,-1 0 0,1 0 0,0 0 0,0 0 0,-1 0 0,1 0 0,0 0 0,-1 0 0,1 0 0,0 0 0,0 0 0,-1 1 0,1-1 0,0 0 0,-1 1 0,1-1 0,0 0 0,-1 1 0,1-1 0,-1 1 0,1-1 0,-1 1 0,1-1 0,-1 1 0,1-1 0,-1 1 0,1 0 0,-1-1 0,0 1 0,1-1 0,-1 1 0,0 0 0,0 0 0,1-1 0,-1 1 0,0 0 0,0 0 0,5 17 0,-1-1 0,0 1 0,-2-1 0,0 1 0,-1 23 0,2 3 0,-3-36 0,4 49 0,2 1 0,3-1 0,19 67 0,-21-106-1365,-1-5-5461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22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230 298 24575,'0'0'0,"1"0"0,0 0 0,0-1 0,-1 1 0,1 0 0,-1-1 0,1 1 0,0-1 0,-1 1 0,1-1 0,-1 1 0,1-1 0,-1 1 0,1-1 0,-1 0 0,0 1 0,1-1 0,-1 0 0,0 1 0,1-1 0,-1 0 0,0 1 0,0-1 0,0 0 0,0 0 0,1 1 0,-1-1 0,0 0 0,0 0 0,-1-1 0,1-23 0,-2 16 0,0 0 0,0 0 0,-1 1 0,0-1 0,-1 1 0,0-1 0,0 1 0,-1 1 0,0-1 0,0 0 0,-1 1 0,-11-11 0,13 15 0,1 0 0,-1 0 0,1 0 0,-1 1 0,0-1 0,0 1 0,0 0 0,0 0 0,0 1 0,-1-1 0,1 1 0,-5-1 0,5 2 0,1 0 0,0 0 0,-1 0 0,1 0 0,-1 1 0,1-1 0,0 1 0,-1 0 0,1 0 0,0 0 0,0 0 0,0 1 0,0 0 0,0-1 0,0 1 0,0 0 0,-4 4 0,1 0 0,1-1 0,-1 1 0,1 0 0,1 1 0,-1-1 0,1 1 0,0 0 0,1 0 0,-1 0 0,1 0 0,1 1 0,-1-1 0,1 1 0,1 0 0,0 0 0,0 0 0,0-1 0,1 1 0,0 0 0,0 0 0,1 0 0,0 0 0,3 8 0,-3-10 0,1 0 0,0 0 0,0-1 0,0 1 0,1 0 0,0-1 0,0 1 0,0-1 0,1 0 0,0 0 0,0 0 0,0-1 0,1 1 0,-1-1 0,1 0 0,0 0 0,0-1 0,1 0 0,-1 0 0,1 0 0,-1 0 0,1-1 0,0 0 0,0 0 0,0 0 0,0-1 0,0 0 0,0 0 0,10-1 0,-12 0 0,0 0 0,0 0 0,0 0 0,0-1 0,0 0 0,0 0 0,0 0 0,0-1 0,0 1 0,0-1 0,-1 0 0,1 0 0,-1 0 0,1 0 0,3-4 0,-2 1 0,-1 1 0,0-1 0,0 0 0,0 0 0,0-1 0,-1 1 0,0-1 0,3-9 0,-1 1 0,0 0 0,-2 0 0,0 0 0,0-1 0,0-21 0,-3 48 0,1 0 0,0 0 0,1 0 0,0-1 0,1 1 0,1-1 0,0 1 0,0-1 0,1 0 0,9 14 0,-11-20 0,0 0 0,0 0 0,1-1 0,0 1 0,0-1 0,0 0 0,0-1 0,1 1 0,-1-1 0,9 5 0,-9-6 0,-1-1 0,1 1 0,0-1 0,0 0 0,-1-1 0,1 1 0,0-1 0,0 1 0,0-1 0,0 0 0,0 0 0,-1-1 0,1 1 0,0-1 0,0 0 0,0 0 0,4-2 0,-2 0 0,0 0 0,0 0 0,-1-1 0,1 0 0,-1 0 0,1-1 0,-1 1 0,-1-1 0,1 0 0,-1-1 0,1 1 0,-2-1 0,1 1 0,-1-1 0,1 0 0,3-13 0,-2 6 0,-1 0 0,0 1 0,-1-1 0,-1-1 0,0 1 0,-1 0 0,-1-24 0,0 30 0,0 0 0,0 1 0,0 0 0,-1 0 0,0 0 0,0 0 0,-1 0 0,0 0 0,0 0 0,-4-8 0,7 44 0,63 188 0,-8-31 0,-53-173 0,-4-16 0,-8-25 0,3 6 0,-15-37 0,-14-69 0,29 93 0,0 1 0,2-1 0,1-57 0,3 78 0,2 0 0,-1-1 0,2 1 0,5-19 0,-7 28 0,1 0 0,-1 0 0,1-1 0,0 1 0,0 0 0,1 1 0,-1-1 0,1 0 0,-1 1 0,1-1 0,1 1 0,-1 0 0,0 0 0,1 0 0,-1 0 0,8-3 0,-9 5 0,0 0 0,0 0 0,0 1 0,0-1 0,0 1 0,0-1 0,0 1 0,1 0 0,-1 0 0,0 0 0,0 0 0,0 0 0,1 0 0,-1 0 0,0 1 0,0-1 0,0 1 0,4 1 0,-3 0 0,0 0 0,1 0 0,-2 1 0,1-1 0,0 0 0,0 1 0,-1 0 0,1 0 0,-1 0 0,3 4 0,0 2 0,0 1 0,-1-1 0,0 1 0,-1 0 0,1 0 0,2 20 0,-4-16 0,-1-1 0,0 0 0,-1 1 0,-1-1 0,-2 17 0,2-25 0,0 1 0,0-1 0,-1 1 0,0-1 0,0 0 0,0 0 0,-1 0 0,1 0 0,-1 0 0,-1-1 0,1 1 0,0-1 0,-1 0 0,0 0 0,-5 5 0,8-8-45,0-1-1,1 1 1,-1-1-1,0 1 1,0-1-1,1 1 1,-1-1-1,0 1 1,0-1-1,0 1 1,0-1-1,0 0 1,0 0-1,0 1 1,1-1-1,-1 0 1,0 0-1,0 0 1,0 0-1,0 0 1,0 0-1,0 0 1,0-1-1,0 1 0,0 0 1,0 0-1,0-1 1,1 1-1,-3-1 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53 24575,'8'-1'0,"0"0"0,0-1 0,-1 0 0,1 0 0,-1-1 0,1 1 0,-1-2 0,9-4 0,33-12 0,-42 18 0,0 0 0,1 1 0,-1 0 0,1 0 0,-1 1 0,0-1 0,9 2 0,-14-1 0,0 1 0,0-1 0,1 1 0,-1 0 0,0-1 0,0 1 0,0 0 0,0 0 0,0 1 0,0-1 0,0 0 0,0 1 0,0-1 0,0 1 0,-1-1 0,1 1 0,-1 0 0,1 0 0,-1-1 0,0 1 0,0 0 0,0 0 0,0 1 0,0-1 0,0 0 0,1 4 0,-1 3 0,1 0 0,-1 0 0,-1 0 0,0 0 0,0 0 0,-1 0 0,0 0 0,-1 0 0,1 0 0,-2 0 0,-3 9 0,-3 6 0,-1-1 0,-22 38 0,21-43 0,-1 0 0,0-1 0,-2-1 0,0 0 0,-17 15 0,23-24 0,0 0 0,0 0 0,-1-1 0,0 0 0,0-1 0,-1 0 0,1-1 0,-1 0 0,0 0 0,0-1 0,-21 4 0,29-7 0,0 0 0,0 0 0,0 0 0,0 0 0,0 0 0,0 0 0,0-1 0,0 1 0,-3-2 0,1-3 0,12-4 0,1 4 0,-1 0 0,0 1 0,1 0 0,0 1 0,0 0 0,0 1 0,1-1 0,9 0 0,81-4 0,-87 6 0,33 1 56,1 3 0,53 9 0,-12 0-1589,-71-11-5293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0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622 76 24575,'-9'-8'0,"0"1"0,-1-1 0,0 2 0,0-1 0,-1 1 0,0 1 0,0 0 0,0 0 0,-1 1 0,0 1 0,1 0 0,-1 1 0,-22-3 0,15 4 0,1 1 0,0 0 0,0 1 0,0 1 0,0 1 0,0 1 0,0 0 0,-26 10 0,27-6 0,1 0 0,0 1 0,0 0 0,1 1 0,0 1 0,1 1 0,0 0 0,1 1 0,0 0 0,1 1 0,0 0 0,1 1 0,1 0 0,1 1 0,0 0 0,1 1 0,0 0 0,2 0 0,0 0 0,1 1 0,1 0 0,0 0 0,1 0 0,1 0 0,1 1 0,1-1 0,0 0 0,1 1 0,1-1 0,1 0 0,1 0 0,0 0 0,2 0 0,0-1 0,13 28 0,-9-28 0,0-1 0,2 0 0,0-1 0,0 0 0,1-1 0,1 0 0,1-1 0,0-1 0,0 0 0,1-1 0,1-1 0,0 0 0,0-1 0,1-1 0,0-1 0,0 0 0,1-1 0,0-1 0,36 4 0,-35-7 0,-1-1 0,0 0 0,0-2 0,0 0 0,0-1 0,0-1 0,0-1 0,36-12 0,-40 10 0,0 0 0,-1-2 0,1 1 0,-2-2 0,1 0 0,-1-1 0,-1 0 0,1 0 0,-2-2 0,0 1 0,13-18 0,-12 11 0,-1 0 0,-1 0 0,0-1 0,-1-1 0,-2 1 0,0-1 0,-1-1 0,-1 1 0,5-35 0,-8 39 0,-1 0 0,0 0 0,-2 0 0,1 0 0,-2 0 0,0 0 0,-1 0 0,0 0 0,-2 1 0,0 0 0,0-1 0,-1 2 0,-10-18 0,10 24 0,0 0 0,0 0 0,-1 0 0,0 1 0,0 0 0,-1 1 0,0 0 0,0 0 0,0 0 0,-1 1 0,1 1 0,-1-1 0,-1 1 0,1 1 0,-18-5 0,5 3 0,-1 2 0,1 0 0,-1 1 0,1 2 0,-44 3 0,61-2-195,-1-1 0,1 1 0,-1 0 0,1 1 0,0-1 0,-8 4 0,1 2-6631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1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77 24575,'-7'-7'0,"0"0"0,0 0 0,0 0 0,-1 1 0,0 1 0,0-1 0,-1 1 0,0 1 0,0-1 0,0 2 0,0-1 0,0 1 0,-1 0 0,-14-1 0,14 3 0,1 1 0,0 1 0,-1-1 0,1 2 0,0-1 0,-1 1 0,1 1 0,0-1 0,0 2 0,1-1 0,-1 1 0,1 1 0,-1-1 0,1 1 0,1 1 0,-1-1 0,1 1 0,0 1 0,0-1 0,-8 12 0,4-5 0,1 1 0,0 0 0,1 0 0,1 1 0,0 1 0,0-1 0,2 1 0,0 0 0,1 1 0,-4 23 0,7-30 0,1-1 0,0 0 0,1 1 0,0-1 0,1 1 0,0-1 0,0 1 0,1-1 0,0 0 0,0 1 0,1-1 0,0 0 0,1-1 0,0 1 0,1-1 0,0 0 0,0 0 0,0 0 0,1 0 0,0-1 0,1 0 0,-1 0 0,1-1 0,1 0 0,-1 0 0,1-1 0,0 0 0,11 5 0,-2-2 49,0-1 0,0-1 0,1-1-1,-1 0 1,1-2 0,24 3 0,-9-4-618,-1-1 0,54-5 0,-33-3-6257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1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201 108 24575,'0'-6'0,"-2"0"0,1 0 0,-1 0 0,1 0 0,-2 0 0,1 1 0,-1-1 0,0 1 0,0-1 0,0 1 0,-1 0 0,1 0 0,-1 1 0,-9-9 0,11 11 0,-1 0 0,1 1 0,0-1 0,-1 0 0,0 1 0,1 0 0,-1-1 0,0 1 0,0 0 0,1 1 0,-1-1 0,0 0 0,0 1 0,0 0 0,0-1 0,0 1 0,0 0 0,-6 1 0,5 0 0,0 1 0,1-1 0,-1 1 0,0-1 0,0 1 0,1 0 0,0 1 0,-1-1 0,1 0 0,0 1 0,0 0 0,-4 4 0,2 0 0,0-1 0,0 1 0,1 0 0,0 0 0,0 0 0,0 0 0,1 1 0,0-1 0,1 1 0,0 0 0,0 0 0,1 0 0,-1 12 0,2-13 0,0 0 0,1 0 0,0 0 0,1 0 0,0 0 0,0 0 0,0 0 0,1-1 0,0 1 0,0-1 0,0 1 0,1-1 0,0 0 0,0-1 0,1 1 0,0-1 0,0 0 0,0 0 0,0 0 0,1-1 0,0 0 0,0 0 0,12 6 0,-9-6 0,0 0 0,0-1 0,0 0 0,0-1 0,1 0 0,-1 0 0,1-1 0,-1 0 0,1-1 0,-1 0 0,1-1 0,-1 0 0,1 0 0,-1-1 0,0 0 0,1 0 0,13-7 0,-20 8 0,0 0 0,0-1 0,1 1 0,-1-1 0,0 0 0,0 0 0,0 0 0,-1 0 0,1 0 0,-1-1 0,1 1 0,-1-1 0,0 0 0,0 0 0,0 0 0,0 0 0,0 0 0,-1 0 0,1 0 0,-1 0 0,0-1 0,0 1 0,0-1 0,0 1 0,-1 0 0,1-1 0,-1 0 0,0 1 0,0-1 0,0 1 0,-1-1 0,1 1 0,-1-1 0,0 1 0,0 0 0,0-1 0,0 1 0,-1 0 0,1 0 0,-4-5 0,-1-2 0,0 0 0,-1 0 0,-1 1 0,0 0 0,0 0 0,0 0 0,-1 1 0,-1 1 0,1 0 0,-1 0 0,-1 0 0,1 2 0,-1-1 0,0 1 0,0 1 0,0 0 0,-1 0 0,1 1 0,-14-1 0,7 3 342,18 1-403,-1 0 0,1 0 0,-1 0 0,1 0 0,-1 0 0,1 0 0,-1 0 0,0 0 0,1 0 0,-1 1 0,1-1 0,-1 0 0,1 0 0,0 0 0,-1 0 0,1 1 0,-1-1 0,1 0 1,-1 1-1,1-1 0,-1 0 0,1 1 0,0-1 0,-1 0 0,1 1 0,0-1 0,-1 2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2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98 24575,'-1'-10'0,"-1"1"0,0-1 0,0 1 0,-1-1 0,-6-12 0,5 12 0,4 9 0,0 0 0,0 0 0,-1 0 0,1 0 0,0-1 0,-1 1 0,1 0 0,-1 0 0,0 0 0,1 0 0,-1 1 0,0-1 0,1 0 0,-1 0 0,-2-1 0,3 2 0,0 1 0,-1-1 0,1 1 0,-1-1 0,1 1 0,0-1 0,0 1 0,-1-1 0,1 1 0,0-1 0,0 1 0,0-1 0,-1 1 0,1-1 0,0 1 0,0-1 0,0 1 0,0 0 0,0-1 0,0 1 0,0 0 0,2 44 0,3 9 0,3-1 0,2 0 0,2 0 0,3-1 0,33 78 0,-41-117-455,0 1 0,16 20 0,-7-13-6371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24575,'0'-19'0,"0"13"0,0 9 0,0 40 0,4 70 0,33 198 0,-34-293-455,1 1 0,12 33 0,-9-36-6371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272 484 24575,'3'-3'0,"0"0"0,-1 0 0,1 0 0,-1 0 0,1-1 0,-1 1 0,0-1 0,0 0 0,0 1 0,-1-1 0,1 0 0,-1 0 0,0 0 0,0 0 0,-1-1 0,1 1 0,-1 0 0,0 0 0,0 0 0,0 0 0,0-1 0,-1 1 0,0 0 0,0 0 0,0 0 0,0 0 0,0 0 0,-1 0 0,0 1 0,0-1 0,0 0 0,0 1 0,-1-1 0,1 1 0,-1 0 0,-4-5 0,1 3 0,0 1 0,0-1 0,0 1 0,-1 0 0,0 0 0,1 1 0,-1 0 0,-1 0 0,1 1 0,0 0 0,0 0 0,-1 0 0,1 1 0,-1 0 0,0 1 0,1 0 0,-1 0 0,-11 2 0,13-1 0,0 0 0,0 0 0,0 1 0,0-1 0,0 2 0,0-1 0,1 1 0,-1-1 0,1 2 0,0-1 0,-1 0 0,2 1 0,-1 0 0,0 0 0,1 1 0,0-1 0,0 1 0,0 0 0,0 0 0,1 1 0,0-1 0,-5 11 0,6-8 0,0 0 0,0 1 0,0-1 0,1 1 0,1-1 0,-1 1 0,1-1 0,1 1 0,0 0 0,0-1 0,0 1 0,1-1 0,1 0 0,-1 0 0,1 0 0,1 0 0,-1 0 0,1 0 0,6 8 0,-7-11 0,1 0 0,-1-1 0,1 0 0,-1 1 0,1-1 0,1-1 0,-1 1 0,0 0 0,1-1 0,0 0 0,0 0 0,0-1 0,0 1 0,0-1 0,0 0 0,1 0 0,-1-1 0,0 0 0,1 1 0,0-2 0,-1 1 0,1-1 0,0 0 0,-1 0 0,1-1 0,-1 1 0,1-1 0,0 0 0,-1-1 0,6-1 0,-4-1 0,0 0 0,-1 0 0,1 0 0,-1 0 0,0-1 0,0 0 0,0-1 0,-1 1 0,0-1 0,0 0 0,0 0 0,-1-1 0,0 1 0,0-1 0,-1 0 0,1 0 0,-2 0 0,1-1 0,-1 1 0,0-1 0,0 1 0,0-14 0,-3 18 0,-2 9 0,-1 13 0,4-10 0,-1 0 0,1 0 0,1 1 0,0-1 0,0 0 0,1 0 0,0 0 0,0-1 0,1 1 0,0 0 0,1-1 0,0 0 0,7 13 0,-7-17 0,-1 1 0,1-1 0,-1 1 0,1-1 0,0-1 0,1 1 0,-1 0 0,1-1 0,0 0 0,-1 0 0,1-1 0,1 1 0,-1-1 0,0 0 0,0 0 0,1-1 0,-1 1 0,1-1 0,0-1 0,-1 1 0,1-1 0,-1 0 0,7 0 0,-4-1 0,0 0 0,1-1 0,-1 1 0,0-1 0,-1-1 0,1 0 0,0 0 0,-1 0 0,0-1 0,1 0 0,-1-1 0,-1 1 0,1-1 0,-1-1 0,0 1 0,0-1 0,0 0 0,-1 0 0,0-1 0,8-13 0,-6 6 0,0-1 0,-1-1 0,0 1 0,-1-1 0,-1 0 0,0 0 0,-1 0 0,-1-1 0,0-23 0,-2 3 0,-1 1 0,-1 0 0,-3-1 0,-1 1 0,-1 1 0,-2-1 0,-2 1 0,-18-40 0,9 43 0,20 32 0,0-1 0,-1 1 0,0-1 0,1 1 0,-1-1 0,1 1 0,-1-1 0,1 1 0,-1-1 0,0 1 0,1-1 0,-1 1 0,0 0 0,0 0 0,1-1 0,-1 1 0,-1 0 0,2 0 0,-1 0 0,1 1 0,-1-1 0,1 0 0,-1 0 0,1 1 0,0-1 0,-1 1 0,1-1 0,-1 0 0,1 1 0,0-1 0,-1 1 0,1-1 0,0 1 0,-1-1 0,1 1 0,0-1 0,0 1 0,0-1 0,-1 1 0,1-1 0,0 1 0,0-1 0,0 1 0,0 0 0,0 0 0,-1 13 0,1-1 0,0 1 0,1 0 0,1 0 0,0-1 0,5 17 0,-1 0 0,7 47-341,4-1 0,4 0-1,39 99 1,-51-156-6485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31 158 24575,'-3'-3'0,"0"0"0,0 1 0,1-1 0,-1 0 0,0 0 0,1 0 0,0 0 0,0-1 0,0 1 0,0-1 0,-1-3 0,3 6 0,0 0 0,0 1 0,0-1 0,0 1 0,1-1 0,-1 0 0,0 1 0,0-1 0,1 1 0,-1-1 0,0 1 0,1-1 0,-1 1 0,1-1 0,-1 1 0,1 0 0,-1-1 0,1 1 0,-1 0 0,1-1 0,-1 1 0,1 0 0,-1-1 0,1 1 0,-1 0 0,1 0 0,0 0 0,-1 0 0,1-1 0,-1 1 0,1 0 0,0 0 0,0 0 0,26-2 0,-22 2 0,113 0 0,43-2 0,-129-1 0,1-1 0,61-15 0,-91 18 0,1 0 0,0 0 0,-1-1 0,1 0 0,-1 1 0,0-1 0,0-1 0,0 1 0,5-4 0,-7 5 0,-1 1 0,1-1 0,-1 0 0,0 1 0,1-1 0,-1 1 0,1-1 0,-1 0 0,0 0 0,0 1 0,1-1 0,-1 0 0,0 1 0,0-1 0,0 0 0,0 0 0,0 1 0,0-1 0,0 0 0,0 0 0,0 0 0,-1 0 0,1-1 0,-1 1 0,1 0 0,-1 0 0,0 0 0,0 0 0,0 0 0,0 0 0,0 0 0,0 0 0,0 0 0,0 0 0,0 1 0,0-1 0,0 0 0,-2 0 0,-3-2 0,0 0 0,0 0 0,0 1 0,-1 0 0,1 0 0,-1 0 0,1 1 0,-1 0 0,1 0 0,-1 1 0,-11 0 0,15 1 0,-1-1 0,1 1 0,-1 0 0,1 0 0,0 0 0,-1 0 0,1 1 0,0-1 0,0 1 0,0 0 0,0 0 0,0 0 0,1 0 0,-1 0 0,0 1 0,1-1 0,0 1 0,-1 0 0,1-1 0,0 1 0,1 0 0,-1 0 0,-2 6 0,0 2 0,1 0 0,1 0 0,-1 0 0,2 0 0,-1 0 0,2 0 0,-1 0 0,2 1 0,-1-1 0,1 0 0,1 0 0,5 18 0,-5-20 0,1 0 0,0 0 0,1 0 0,0-1 0,0 1 0,1-1 0,0 0 0,0 0 0,1 0 0,0-1 0,0 0 0,1 0 0,0-1 0,0 1 0,10 5 0,-12-9-37,0 0 0,0-1 1,0 0-1,1 0 0,-1 0 0,0-1 0,1 0 0,-1 0 0,1 0 0,-1-1 0,1 1 0,0-2 1,-1 1-1,1 0 0,-1-1 0,1 0 0,-1 0 0,0-1 0,1 0 0,-1 0 0,0 0 0,0 0 1,0-1-1,0 0 0,0 0 0,-1 0 0,1 0 0,-1-1 0,0 0 0,0 0 0,0 0 0,-1 0 1,1-1-1,-1 1 0,0-1 0,3-8 0,0-2-6789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24575,'0'-6'0,"0"0"0,1-1 0,-1 1 0,2 0 0,-1 0 0,0 0 0,1 0 0,0 1 0,1-1 0,-1 0 0,1 1 0,0 0 0,0 0 0,1-1 0,0 2 0,0-1 0,5-5 0,-2 4 0,1 0 0,0 1 0,-1 0 0,2 0 0,-1 0 0,1 1 0,-1 1 0,1-1 0,0 1 0,16-2 0,-10 2 0,1 0 0,-1 2 0,1 0 0,0 0 0,25 4 0,-36-2 0,1 0 0,-1 0 0,0 0 0,0 1 0,0 0 0,0 0 0,0 0 0,9 7 0,-12-8 0,0 1 0,1 0 0,-1 1 0,0-1 0,0 0 0,0 1 0,-1-1 0,1 1 0,0-1 0,-1 1 0,0 0 0,0 0 0,1 0 0,-2-1 0,1 1 0,1 6 0,-2-4 0,0-1 0,0 1 0,-1 0 0,1 0 0,-1-1 0,0 1 0,-1-1 0,1 1 0,-1-1 0,0 1 0,0-1 0,0 0 0,0 0 0,-1 0 0,0 0 0,1 0 0,-2-1 0,1 1 0,-6 4 0,-4 4 0,0-2 0,-1 1 0,0-2 0,-17 9 0,-42 17 0,114-37 0,-6-2 0,55 1 0,-76 4 0,-1 0 0,1 1 0,0 0 0,-1 1 0,1 0 0,25 11 0,-36-13 0,-1 0 0,1 1 0,-1-1 0,1 1 0,-1-1 0,1 1 0,-1 0 0,0 0 0,0 0 0,0 0 0,0 0 0,0 0 0,-1 0 0,1 1 0,-1-1 0,1 1 0,-1-1 0,0 1 0,0 0 0,0-1 0,0 1 0,0 0 0,-1 0 0,1 4 0,-1-3 0,0 0 0,-1-1 0,0 1 0,0-1 0,0 1 0,0-1 0,0 1 0,-1-1 0,1 0 0,-1 1 0,0-1 0,0 0 0,0 0 0,0-1 0,-1 1 0,1 0 0,-1-1 0,0 1 0,-3 1 0,-3 3 34,-1-1 1,1-1-1,-1 1 0,-1-2 0,1 1 0,-1-2 0,0 1 0,0-1 0,-15 1 1,5-1-462,0-1 0,-1-1 1,-41-4-1,22-3-6399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709 47 24575,'-6'-5'0,"-2"0"0,1 0 0,0 0 0,-1 1 0,0 0 0,0 1 0,0 0 0,-1 0 0,1 0 0,-1 1 0,1 1 0,-1-1 0,0 1 0,1 1 0,-15 0 0,-3 2 0,1 0 0,-1 2 0,1 1 0,-26 8 0,26-5 0,1 1 0,1 1 0,0 1 0,0 1 0,1 1 0,0 1 0,2 0 0,-1 2 0,2 1 0,0 0 0,1 1 0,1 1 0,1 1 0,-25 40 0,29-41 0,1 1 0,2 0 0,0 0 0,1 1 0,0 0 0,2 1 0,1 0 0,1 0 0,0 0 0,2 0 0,1 0 0,0 1 0,2-1 0,0 1 0,2-1 0,0 0 0,9 26 0,-8-33 0,1-1 0,1 0 0,0 0 0,1-1 0,1 0 0,0 0 0,1 0 0,0-1 0,1-1 0,0 0 0,14 12 0,-8-10 0,1 0 0,0-2 0,0 0 0,1-1 0,1-1 0,0-1 0,31 10 0,-16-9 0,0-2 0,1-1 0,0-2 0,0-1 0,0-2 0,0-1 0,0-2 0,0-1 0,51-12 0,-64 10 0,0-1 0,0-1 0,-1-2 0,0 0 0,0-1 0,-1-1 0,0-1 0,-1 0 0,-1-2 0,0 0 0,25-26 0,-29 25 0,-1-1 0,-1 0 0,0-1 0,-1 0 0,-1-1 0,-1 0 0,-1-1 0,0 0 0,-1 0 0,-1-1 0,-1 1 0,-1-1 0,2-25 0,-4 26 0,-2 0 0,0 1 0,-1-1 0,0 1 0,-2-1 0,0 1 0,-1-1 0,-1 1 0,-1 1 0,-9-20 0,9 24 0,-1 0 0,0 1 0,-1 0 0,0 1 0,-1-1 0,0 2 0,0-1 0,-2 1 0,1 1 0,-1 0 0,0 0 0,-1 1 0,-24-12 0,15 11 0,0 0 0,0 2 0,-1 0 0,0 2 0,0 0 0,-1 2 0,1 0 0,-1 1 0,0 2 0,0 0 0,-31 5 0,50-5-85,1 0 0,-1 1-1,1-1 1,0 1 0,-1 0-1,1 0 1,-1 0 0,1 1-1,0-1 1,0 1 0,0 0-1,0-1 1,0 1 0,0 1-1,-4 3 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39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555 122 24575,'-1'-4'0,"1"0"0,-1 0 0,0 1 0,0-1 0,-1 0 0,1 1 0,-1-1 0,1 1 0,-1-1 0,0 1 0,0 0 0,-1 0 0,1 0 0,-1 0 0,1 0 0,-1 0 0,0 1 0,0-1 0,0 1 0,0 0 0,-8-3 0,-3-3 0,0 1 0,-1 1 0,0 0 0,-15-3 0,16 5 0,-1 1 0,1 0 0,0 1 0,-1 1 0,1 0 0,-1 1 0,1 1 0,-1 0 0,1 1 0,0 0 0,-25 8 0,27-5 0,0 0 0,0 1 0,0 0 0,0 1 0,1 0 0,0 1 0,1 0 0,0 0 0,0 1 0,1 1 0,0 0 0,1 0 0,-8 12 0,7-8 0,1 1 0,0-1 0,1 1 0,1 1 0,0-1 0,1 1 0,1 0 0,0 0 0,2 1 0,-1-1 0,2 1 0,0-1 0,3 27 0,-1-32 0,0 0 0,1 0 0,1 0 0,0-1 0,0 1 0,1-1 0,0 0 0,0 0 0,2 0 0,-1-1 0,1 1 0,0-1 0,1-1 0,0 1 0,0-1 0,1 0 0,0-1 0,1 0 0,-1 0 0,1-1 0,15 8 0,-9-7 38,1-1 0,0 0 0,0-1 0,1-1 0,0 0 0,-1-2 0,1 0 0,30 0 0,-15-3-465,0-1 0,-1-2 1,55-14-1,-31 3-6399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40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276 165 24575,'2'-6'0,"-1"0"0,1 1 0,-1-1 0,0 0 0,0-1 0,-1 1 0,0 0 0,0 0 0,0 0 0,-1 0 0,0 0 0,0 0 0,-1 0 0,1 0 0,-4-6 0,3 8 0,0 0 0,0 0 0,-1 0 0,1 0 0,-1 1 0,0-1 0,0 1 0,-1 0 0,1 0 0,0 0 0,-1 0 0,0 1 0,0-1 0,0 1 0,0 0 0,0 0 0,0 1 0,0-1 0,-1 1 0,-7-2 0,5 2 0,1 0 0,-1 1 0,1-1 0,-1 1 0,0 1 0,1-1 0,-1 1 0,0 0 0,1 0 0,-1 1 0,1 0 0,0 0 0,0 1 0,0 0 0,0 0 0,0 0 0,0 1 0,1-1 0,-10 9 0,10-6 0,-1 0 0,1 1 0,0-1 0,0 1 0,0 0 0,1 0 0,0 1 0,1 0 0,0-1 0,0 1 0,1 0 0,-1 0 0,2 0 0,-1 1 0,0 11 0,2-9 0,0-1 0,0 1 0,1 0 0,1-1 0,0 1 0,0-1 0,1 0 0,0 1 0,1-1 0,0-1 0,1 1 0,0 0 0,0-1 0,1 0 0,0 0 0,8 7 0,-9-10 0,1 0 0,-1-1 0,2 0 0,-1 0 0,0-1 0,1 1 0,0-2 0,0 1 0,0-1 0,0 0 0,1 0 0,-1-1 0,1 0 0,0 0 0,-1 0 0,1-1 0,0-1 0,0 1 0,0-1 0,0-1 0,0 0 0,10-2 0,-11 2 0,0-1 0,-1 1 0,1-2 0,-1 1 0,0-1 0,0 0 0,0 0 0,0 0 0,0-1 0,-1 0 0,0 0 0,1-1 0,-1 1 0,-1-1 0,1 0 0,-1-1 0,0 1 0,0-1 0,-1 0 0,1 0 0,-1 0 0,0 0 0,-1 0 0,0-1 0,3-11 0,-3 7 0,-1 1 0,0-1 0,-1 1 0,0-1 0,0 1 0,-1-1 0,-1 1 0,1-1 0,-2 1 0,1 0 0,-2 0 0,1 0 0,-1 0 0,-1 1 0,0-1 0,-6-8 0,3 7 0,0 1 0,0 0 0,-19-17 0,25 24 0,-1 0 0,0 1 0,0 0 0,-1-1 0,1 1 0,0 0 0,-1 1 0,1-1 0,-1 1 0,1-1 0,-1 1 0,0 0 0,0 0 0,0 1 0,1-1 0,-1 1 0,-6 0 0,9 0 0,0 0 0,-1 0 0,1 1 0,0-1 0,0 0 0,0 1 0,-1-1 0,1 0 0,0 1 0,0 0 0,0-1 0,0 1 0,0 0 0,0-1 0,0 1 0,0 0 0,0 0 0,0 0 0,1 0 0,-1 0 0,0 0 0,0 0 0,1 0 0,-1 0 0,1 0 0,-1 0 0,1 0 0,-1 1 0,1-1 0,0 0 0,0 0 0,0 0 0,-1 1 0,1-1 0,0 0 0,0 0 0,1 1 0,-1-1 0,0 0 0,0 0 0,1 1 0,-1 0 0,1 0 0,0 1 0,0 0 0,0-1 0,0 0 0,1 1 0,-1-1 0,1 0 0,-1 1 0,1-1 0,0 0 0,-1 0 0,1 0 0,0-1 0,1 1 0,-1 0 0,0-1 0,0 1 0,5 1 0,1-1 0,1-1 0,-1-1 0,0 1 0,0-1 0,0 0 0,0-1 0,0 0 0,13-3 0,19-2 0,-24 5 0,-1 0 0,1 1 0,0 1 0,-1 1 0,1 0 0,-1 1 0,1 0 0,19 9 0,-27-9 0,0 0 0,-1 1 0,1 0 0,-1 1 0,0 0 0,-1 0 0,1 0 0,-1 1 0,0 0 0,0 0 0,-1 1 0,0 0 0,0 0 0,0 0 0,-1 0 0,0 1 0,3 9 0,-2-4 0,-2-1 0,1 1 0,-2 0 0,0 0 0,0 0 0,-1 0 0,-1 0 0,-1 18 0,1-29 0,0-1 0,0 0 0,-1 0 0,1 0 0,0 0 0,0 1 0,-1-1 0,1 0 0,-1 0 0,1 0 0,-1 0 0,1 0 0,-1 0 0,0 0 0,1 0 0,-1 0 0,0 0 0,0 0 0,0 0 0,0-1 0,1 1 0,-1 0 0,-2 0 0,2 0 0,1-1 0,0 0 0,-1 0 0,1 0 0,0 0 0,-1 0 0,1 0 0,-1 0 0,1 0 0,0-1 0,-1 1 0,1 0 0,0 0 0,-1 0 0,1 0 0,0 0 0,-1-1 0,1 1 0,0 0 0,-1 0 0,1 0 0,0-1 0,0 1 0,-1 0 0,1-1 0,0 1 0,-6-18 0,6 9 0,1 1 0,-1-1 0,1 1 0,1-1 0,-1 1 0,5-13 0,22-51 0,-18 50 0,-7 14 0,10-23 0,20-35 0,-29 58 0,1 0 0,0 1 0,0 0 0,1 0 0,0 1 0,0-1 0,0 1 0,1 0 0,14-9 0,-19 14 0,-1 1 0,0-1 0,1 1 0,-1-1 0,1 1 0,0-1 0,-1 1 0,1 0 0,-1 0 0,1 0 0,-1 0 0,1 0 0,0 0 0,-1 0 0,1 1 0,-1-1 0,1 0 0,-1 1 0,1 0 0,-1-1 0,1 1 0,-1 0 0,0-1 0,1 1 0,-1 0 0,0 0 0,0 0 0,1 0 0,-1 0 0,0 1 0,0-1 0,0 0 0,0 0 0,-1 1 0,2 1 0,3 6 0,0 0 0,0 0 0,-1 0 0,3 11 0,7 27 0,9 52 0,11 37 0,-34-134-105,1 0 0,-1 0 0,1 0 0,0 0 0,0 0 0,0 0 0,0 0 0,0 0 0,1-1 0,-1 1 0,0-1 0,3 3 0,4 0-6721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4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24 24575,'0'-1'0,"0"0"0,0 0 0,-1-1 0,1 1 0,0 0 0,-1 0 0,1-1 0,-1 1 0,1 0 0,-1 0 0,0 0 0,1 0 0,-1 0 0,0 0 0,0 0 0,0 0 0,0 0 0,-2-1 0,3 2 0,0 0 0,0-1 0,-1 1 0,1 0 0,0 0 0,-1 0 0,1 0 0,0 0 0,-1 0 0,1 0 0,0-1 0,-1 1 0,1 0 0,0 0 0,-1 0 0,1 0 0,0 0 0,-1 1 0,1-1 0,0 0 0,-1 0 0,1 0 0,0 0 0,-1 0 0,1 0 0,-1 1 0,1-1 0,-1 1 0,1 0 0,-1 0 0,1-1 0,-1 1 0,1 0 0,-1 0 0,1-1 0,0 1 0,0 0 0,-1 0 0,1 0 0,0 0 0,0-1 0,0 1 0,0 1 0,0 16 0,0-1 0,1 1 0,1-1 0,1 0 0,1 0 0,0 0 0,7 18 0,3 0 0,1-1 0,24 41 0,-36-70 0,0 1 0,1-1 0,0 0 0,0 0 0,0-1 0,0 1 0,1-1 0,-1 0 0,10 7 0,-12-10 0,0-1 0,0 1 0,-1 0 0,1 0 0,0-1 0,0 1 0,0-1 0,0 1 0,0-1 0,0 0 0,0 0 0,0 0 0,0 0 0,0 0 0,0-1 0,0 1 0,0-1 0,0 1 0,0-1 0,0 1 0,0-1 0,0 0 0,0 0 0,-1 0 0,1 0 0,0 0 0,-1-1 0,1 1 0,-1 0 0,1-1 0,-1 1 0,0-1 0,2-1 0,7-10 0,-1 0 0,-1-1 0,0 0 0,-1 0 0,0 0 0,-1-1 0,5-19 0,-3 2 0,0 0 0,3-49 0,-10 73 0,0 5 0,-1-1 0,1 0 0,-1 0 0,0 1 0,0-1 0,0 0 0,-1 0 0,1 0 0,-1 1 0,0-1 0,-2-5 0,-2 6-1365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4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24575,'0'2'0,"2"1"0,1-2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4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171 137 24575,'3'-3'0,"0"0"0,0 0 0,-1 0 0,0-1 0,0 1 0,0-1 0,0 1 0,0-1 0,-1 0 0,1 0 0,-1 0 0,0 0 0,-1 0 0,1 0 0,0 0 0,-1 0 0,0 0 0,-1-6 0,1 7 0,0 0 0,-1 0 0,1 1 0,-1-1 0,0 1 0,0-1 0,0 1 0,0-1 0,0 1 0,0-1 0,-1 1 0,1 0 0,-1 0 0,0 0 0,0 0 0,1 0 0,-1 0 0,-1 0 0,1 0 0,0 1 0,0-1 0,-1 1 0,1 0 0,0-1 0,-1 1 0,1 0 0,-6-1 0,0 1 0,0 0 0,0 0 0,0 1 0,0 0 0,0 1 0,0 0 0,0 0 0,0 0 0,0 1 0,0 0 0,-10 5 0,15-6 0,1 0 0,-1 0 0,1 0 0,-1 0 0,1 1 0,0-1 0,0 1 0,0 0 0,0 0 0,0 0 0,0 0 0,0 0 0,0 0 0,1 0 0,-1 0 0,1 1 0,0-1 0,-1 0 0,1 1 0,0 0 0,1-1 0,-1 1 0,0-1 0,1 1 0,-1 0 0,1-1 0,0 1 0,0 0 0,0 0 0,0-1 0,1 1 0,-1 0 0,1-1 0,-1 1 0,1 0 0,2 4 0,3 5 0,0 0 0,0 0 0,1-1 0,1 0 0,0 0 0,15 15 0,63 55 0,-72-69 0,19 15 0,-11-8 0,29 29 0,-46-43 0,0 0 0,0 1 0,-1 0 0,0 0 0,0 0 0,-1 1 0,1-1 0,-1 1 0,-1 0 0,4 13 0,-6-17 0,1 0 0,-1-1 0,0 1 0,0 0 0,-1 0 0,1 0 0,-1 0 0,1 0 0,-1 0 0,0-1 0,0 1 0,0 0 0,0 0 0,-1-1 0,1 1 0,-1-1 0,0 1 0,1-1 0,-1 0 0,0 0 0,0 0 0,0 0 0,-1 0 0,1 0 0,-1 0 0,1-1 0,-1 1 0,-4 1 0,-5 3 0,0-1 0,-1-1 0,1 0 0,-27 5 0,15-5 0,-38 2 0,55-5 0,0-1 0,0-1 0,0 1 0,1-1 0,-1 0 0,0-1 0,0 1 0,1-1 0,-1-1 0,-8-3 0,14 5-39,-1 0 0,1 0 0,0 0 0,0 0 0,0 0 0,-1 0 0,1 0 0,0 0 0,1 0 0,-1 0 0,0-1 0,0 1 0,0 0 0,1-1 0,-1 1 0,1 0 0,-1-1 0,1 1 0,-1-1 0,1 1 0,0-1 0,0 1 0,0-1 0,0 1 0,0-1 0,0 1 0,0-1 0,0 1 0,1-1 0,-1 1 0,1-1 0,-1 1 0,1 0 0,0-3 0,9-14-6787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4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24575,'5'-13'0,"-1"-1"0,1 1 0,1 0 0,1 1 0,11-19 0,-18 31 0,0 0 0,0 0 0,1-1 0,-1 1 0,0 0 0,0 0 0,0-1 0,1 1 0,-1 0 0,0 0 0,0 0 0,1-1 0,-1 1 0,0 0 0,0 0 0,1 0 0,-1 0 0,0 0 0,1 0 0,-1 0 0,0 0 0,0 0 0,1 0 0,-1 0 0,0 0 0,1 0 0,-1 0 0,0 0 0,1 0 0,-1 0 0,0 0 0,0 0 0,1 0 0,0 0 0,7 11 0,3 22 0,-10-29 0,53 245 0,-36-152 0,-9-57 0,-2-10 0,-1 0 0,-2 1 0,-1-1 0,-1 50 0,-2-80 0,1 1 0,-1 0 0,0 0 0,0-1 0,0 1 0,-1 0 0,1 0 0,0-1 0,0 1 0,0 0 0,-1-1 0,1 1 0,0 0 0,0-1 0,-1 1 0,1 0 0,-1-1 0,1 1 0,-1 0 0,1-1 0,-2 2 0,2-3 0,-1 1 0,1 0 0,-1 0 0,1 0 0,-1 0 0,1 0 0,-1-1 0,1 1 0,-1 0 0,1 0 0,-1-1 0,1 1 0,0 0 0,-1-1 0,1 1 0,-1 0 0,1-1 0,0 1 0,-1-1 0,1 1 0,-1-1 0,-16-31 0,12 18 0,1 0 0,0 0 0,1-1 0,1 0 0,0 1 0,1-1 0,0 0 0,1 0 0,1 0 0,1 0 0,2-14 0,-2 20 0,0 1 0,1-1 0,0 1 0,0 0 0,1 0 0,0 0 0,0 1 0,11-14 0,-11 16 0,0 1 0,0 0 0,0 0 0,1 1 0,-1-1 0,1 1 0,0 0 0,0 0 0,0 1 0,0-1 0,1 1 0,-1 0 0,1 1 0,8-3 0,-6 4 0,0 0 0,-1 0 0,1 0 0,0 1 0,0 0 0,-1 1 0,1 0 0,-1 0 0,1 0 0,-1 1 0,0 0 0,0 0 0,0 1 0,0 0 0,-1 0 0,0 1 0,7 5 0,3 4 0,0 1 0,0 1 0,-2 0 0,24 33 0,-33-41 0,0 0 0,-1 0 0,0 0 0,0 1 0,3 10 0,-7-18 0,1 1 0,-1 0 0,1 0 0,-1 0 0,0 0 0,0 0 0,0 0 0,0 0 0,0 0 0,0 0 0,-1 0 0,0 4 0,0-5 0,0 0 0,1 0 0,-1 0 0,0 0 0,0 0 0,0 0 0,1 0 0,-1 0 0,0 0 0,0-1 0,0 1 0,0 0 0,-1-1 0,1 1 0,0 0 0,0-1 0,0 0 0,0 1 0,-1-1 0,1 0 0,0 1 0,-2-1 0,0 0 0,1 1 0,0-1 0,0 0 0,0 0 0,0 0 0,-1 0 0,1 0 0,0 0 0,0-1 0,0 1 0,0-1 0,0 1 0,0-1 0,0 0 0,0 0 0,0 0 0,0 0 0,0 0 0,0 0 0,1 0 0,-1-1 0,-2-1 0,3 1 0,1 0 0,-1 1 0,0-1 0,1 0 0,0 1 0,-1-1 0,1 0 0,0 0 0,0 0 0,0 1 0,0-1 0,0 0 0,0 0 0,0 0 0,0 1 0,1-1 0,-1 0 0,1 1 0,0-1 0,-1 0 0,1 1 0,0-1 0,0 0 0,0 1 0,0 0 0,0-1 0,3-2 0,5-7 0,1 0 0,1 0 0,-1 1 0,2 1 0,0 0 0,24-14 0,-26 16 0,1 2 0,0-1 0,1 2 0,-1-1 0,1 2 0,0-1 0,0 2 0,21-3 0,-29 5 0,-1 0 0,1 0 0,0 0 0,-1 0 0,1 1 0,0-1 0,-1 1 0,1 0 0,-1 0 0,1 0 0,-1 1 0,1-1 0,-1 1 0,0 0 0,0 0 0,0 0 0,0 0 0,0 0 0,0 1 0,0-1 0,-1 1 0,4 5 0,-2-2 0,-1 1 0,0 0 0,0 0 0,-1 0 0,0 0 0,0 0 0,0 0 0,-1 1 0,0-1 0,-1 10 0,-1 37 278,-1-43-552,1 1 0,1 0 0,0 0 1,1 0-1,4 22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4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24575,'0'-5'0,"0"-3"0,0 1 0,0 5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42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24575,'1'0'0,"-1"0"0,0 0 0,0 0 0,0 0 0,0 0 0,1 1 0,-1-1 0,0 0 0,0 0 0,0 0 0,0 0 0,0 0 0,0 1 0,0-1 0,0 0 0,0 0 0,1 0 0,-1 0 0,0 1 0,0-1 0,0 0 0,0 0 0,0 0 0,0 0 0,0 1 0,0-1 0,0 0 0,0 0 0,0 0 0,0 1 0,0-1 0,-1 0 0,1 0 0,0 0 0,0 0 0,0 1 0,0-1 0,0 0 0,0 0 0,0 0 0,0 0 0,0 0 0,-1 1 0,1-1 0,0 0 0,0 0 0,0 0 0,0 0 0,0 0 0,-1 0 0,1 0 0,0 0 0,0 0 0,0 0 0,0 1 0,-1-1 0,1 0 0,0 0 0,-1 0 0,16 10 0,-14-9 0,5 3 0,1 1 0,-1 0 0,0 1 0,0-1 0,-1 1 0,0 0 0,0 1 0,0-1 0,-1 1 0,0 0 0,4 10 0,-1-1 0,-1 0 0,-1 0 0,-1 1 0,3 22 0,-7-37 0,1 0 0,-1 1 0,1-1 0,-1 0 0,1 0 0,0-1 0,-1 1 0,1 0 0,0 0 0,0 0 0,1 0 0,-1-1 0,0 1 0,0 0 0,1-1 0,-1 1 0,1-1 0,0 0 0,-1 1 0,5 1 0,-3-2 0,0 0 0,1 0 0,-1 0 0,1 0 0,-1 0 0,1-1 0,-1 0 0,1 1 0,-1-1 0,1-1 0,5 0 0,2-1 0,-1 0 0,1-1 0,-1 0 0,1-1 0,-1-1 0,0 1 0,12-9 0,-12 5 0,0 0 0,-1-1 0,0-1 0,0 1 0,-1-1 0,0-1 0,-1 1 0,0-1 0,-1-1 0,0 1 0,-1-1 0,0 0 0,-1 0 0,5-20 0,-9 30 0,0 1 0,1-1 0,-1 1 0,0-1 0,0 1 0,0-1 0,0 1 0,0-1 0,0 1 0,-1-1 0,1 1 0,0-1 0,-1 1 0,1-1 0,-2 0 0,2 1 0,-1 0 0,1 1 0,0-1 0,-1 1 0,0-1 0,1 1 0,-1 0 0,1-1 0,-1 1 0,1-1 0,-1 1 0,0 0 0,1 0 0,-1-1 0,0 1 0,1 0 0,-1 0 0,0 0 0,0 0 0,1 0 0,-1 0 0,-1 0 0,-1 0 0,0 1 0,1-1 0,-1 1 0,0 0 0,0 0 0,1 0 0,-1 1 0,0-1 0,1 1 0,0-1 0,-1 1 0,1 0 0,-4 3 0,-1 3 0,1 1 0,0-1 0,0 1 0,1 0 0,0 0 0,1 1 0,0-1 0,0 1 0,1 0 0,0 0 0,1 0 0,0 1 0,0-1 0,2 1 0,-1-1 0,1 0 0,1 13 0,2 4 0,1-1 0,1 1 0,1-1 0,1 0 0,17 38 0,72 124 0,-20-46 0,-68-125 0,-1-1 0,8 28 0,-14-40 0,0 1 0,0-1 0,0 0 0,-1 1 0,1-1 0,-1 1 0,0-1 0,0 1 0,-1-1 0,1 1 0,-1-1 0,0 1 0,0-1 0,-1 0 0,1 0 0,-3 5 0,3-8 15,-1 1 0,1 0 0,-1-1 0,1 1-1,-1-1 1,1 1 0,-1-1 0,0 1 0,0-1 0,0 0-1,0 0 1,0 0 0,0 0 0,0-1 0,0 1 0,0 0 0,0-1-1,0 1 1,0-1 0,0 0 0,-1 0 0,-3 0 0,1 0-186,0-1 0,1 0 1,-1 0-1,0 0 0,1 0 1,-1-1-1,1 1 0,-1-1 1,-4-4-1,-10-6-6655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7:42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24575,'2'0'0,"4"0"0,2 0 0,3 0 0,1 0 0,-1 2 0,0 2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3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165 208 24575,'1'-2'0,"0"0"0,0 0 0,0 0 0,0 0 0,1 0 0,-1 0 0,0 0 0,4-3 0,5-9 0,-9 13 0,-1 0 0,1 0 0,-1 0 0,1 0 0,-1 0 0,1 0 0,-1 0 0,0 0 0,1 0 0,-1 0 0,0 0 0,0 0 0,0-1 0,0 1 0,0 0 0,0 0 0,0 0 0,0 0 0,0 0 0,-1 0 0,1 0 0,-1-2 0,0 3 0,0 0 0,1 0 0,-1-1 0,0 1 0,0 0 0,0 0 0,1 0 0,-1 0 0,0 0 0,0 0 0,0 0 0,1 0 0,-1 0 0,0 0 0,0 0 0,0 1 0,1-1 0,-1 0 0,0 1 0,0-1 0,0 1 0,-7 3 0,0 0 0,0 1 0,1 0 0,-8 7 0,-2 6 0,1 1 0,0 1 0,2 0 0,0 1 0,1 0 0,2 1 0,-12 28 0,22-50 0,1 1 0,0-1 0,0 0 0,-1 1 0,1-1 0,0 0 0,0 1 0,-1-1 0,1 0 0,0 1 0,0-1 0,0 1 0,0-1 0,0 0 0,-1 1 0,1-1 0,0 1 0,0-1 0,0 0 0,0 1 0,0-1 0,0 1 0,0-1 0,1 0 0,-1 1 0,0-1 0,0 1 0,0-1 0,0 0 0,1 1 0,9-9 0,15-22 0,111-171 0,-78 111 0,-54 83 0,1 1 0,-1 0 0,1 0 0,0 0 0,9-7 0,-13 12 0,0 0 0,0 1 0,0-1 0,1 0 0,-1 0 0,0 1 0,0-1 0,1 1 0,-1-1 0,0 1 0,1 0 0,-1-1 0,0 1 0,1 0 0,-1 0 0,1 0 0,-1 0 0,0 0 0,1 0 0,-1 0 0,0 1 0,1-1 0,-1 0 0,0 1 0,1-1 0,-1 1 0,0-1 0,0 1 0,1 0 0,-1 0 0,0-1 0,0 1 0,0 0 0,0 0 0,0 0 0,0 0 0,0 0 0,0 2 0,14 18 0,0 1 0,-2 0 0,20 48 0,-15-31 0,86 178-1365,-95-198-5461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33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19 24575,'0'-18'0,"1"35"0,0 23 0,11 301 0,-27 3 0,3-107 0,-16 739 0,9-319 0,-3 312 0,92 280 0,-29-497 0,-42-554 0,18 773 0,-8-710 0,-26 284 0,7-107 0,10-344 0,1-69 0,2 0 0,8 41 0,-2-19 0,-5 0 0,-4-47 8,0 0-1,0 0 1,0 0 0,0 0-1,0 0 1,0 0-1,0-1 1,0 1 0,0 0-1,-1 0 1,1 0-1,0 0 1,0 0-1,0 0 1,0 0 0,0 0-1,0 0 1,0 0-1,0 0 1,0 0 0,0 0-1,0 0 1,0 0-1,0 0 1,0 0-1,0 0 1,-1 0 0,1 0-1,0 0 1,0 0-1,0 0 1,0 0 0,0 0-1,0 0 1,0 0-1,0 0 1,0 0 0,0 0-1,0 0 1,0 0-1,0 0 1,0 0-1,-1 0 1,1 0 0,-3-7-1715,0-2-5119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3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1 255 24575,'-1'5'0,"1"0"0,9-3 0,13-1 0,0-1 0,1-1 0,41-8 0,-13 2 0,1025-66-822,4 55-373,137 24 62,247-3 109,-874-11 838,2751-40-2679,-1792 66 2979,-1221-2 0,423 10 1215,-587-26 1505,269-35 0,-418 31-2834,-15 4 0,0 0 0,0 0 0,0 0 0,1-1 0,-1 1 0,0 0 0,0 0 0,0 0 0,0 0 0,0 0 0,0 0 0,0 0 0,0 0 0,0 0 0,0 0 0,0-1 0,0 1 0,0 0 0,1 0 0,-1 0 0,0 0 0,0 0 0,0 0 0,0 0 0,0 0 0,0-1 0,0 1 0,0 0 0,0 0 0,0 0 0,0 0 0,0 0 0,0 0 0,0 0 0,-1-1 0,1 1 0,0 0 0,0 0 0,0 0 0,0 0 0,0 0 0,0 0 0,0 0 0,0 0 0,0 0 0,0-1 0,0 1 0,0 0 0,0 0 0,-1 0 0,1 0 0,-23-9 0,12 5 0,0-1 0,1 0 0,1-1 0,-1 0 0,1 0 0,0-1 0,0 0 0,1 0 0,0-1 0,0 0 0,-10-16 0,-11-2 0,101 64 0,8 6 0,-71-38 0,0 0 0,-1 0 0,0 1 0,0 0 0,-1 1 0,11 13 0,-17-19 8,1 0 0,-1 0 0,0 0-1,0 0 1,0 0 0,0 0 0,0 0-1,0 0 1,0 1 0,-1-1 0,1 0-1,-1 0 1,0 1 0,1-1 0,-1 0-1,0 1 1,0-1 0,-1 0 0,1 1-1,0-1 1,-2 5 0,0-4 6,0 1 0,0-1 1,0 0-1,-1 1 0,1-1 0,-1 0 0,0 0 1,1-1-1,-1 1 0,-1-1 0,-5 5 1,-7 2-357,-1-1 1,0 0 0,-1-1-1,-21 6 1,-5 0-6485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35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24575,'1'-1'0,"0"0"0,0 1 0,0-1 0,0 0 0,0 1 0,-1-1 0,1 0 0,0 0 0,-1 0 0,1 0 0,0 1 0,-1-1 0,1 0 0,-1 0 0,1 0 0,-1 0 0,1-2 0,7-12 0,-3 13 0,-1-1 0,1 1 0,-1-1 0,1 1 0,0 0 0,-1 1 0,1-1 0,0 1 0,0 0 0,6 0 0,55-2 0,-41 3 0,32-1 0,453-14 0,-418 6-1365,-64 4-5461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36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24575,'0'0'0,"0"-1"0,1 0 0,-1 1 0,0-1 0,1 1 0,-1-1 0,1 0 0,-1 1 0,1-1 0,-1 1 0,1-1 0,-1 1 0,1-1 0,0 1 0,-1 0 0,1-1 0,0 1 0,-1 0 0,1-1 0,0 1 0,-1 0 0,1 0 0,0-1 0,0 1 0,-1 0 0,1 0 0,0 0 0,-1 0 0,1 0 0,1 0 0,24 1 0,-18 1 0,0 0 0,0 1 0,0 0 0,0 0 0,0 1 0,-1 0 0,0 0 0,0 0 0,0 1 0,0 0 0,0 1 0,-1-1 0,0 1 0,8 11 0,-11-13 0,0-1 0,-1 1 0,1 1 0,-1-1 0,1 0 0,-1 1 0,-1-1 0,1 1 0,-1-1 0,0 1 0,0 0 0,0 0 0,0 0 0,-1-1 0,0 1 0,0 0 0,0 0 0,-1 0 0,1 0 0,-1-1 0,0 1 0,-1 0 0,1 0 0,-1-1 0,0 1 0,-3 4 0,-8 11-1365,-1-3-5461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36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84 24575,'-2'-2'0,"0"0"0,1 0 0,-1 1 0,0-1 0,1 0 0,0 0 0,-1-1 0,1 1 0,0 0 0,0 0 0,1-1 0,-1 1 0,0 0 0,1-1 0,-1 1 0,1-1 0,0 1 0,0 0 0,0-4 0,0 5 0,0-1 0,1 0 0,0 1 0,-1-1 0,1 1 0,0-1 0,0 1 0,0-1 0,0 1 0,0-1 0,0 1 0,0 0 0,0 0 0,0-1 0,1 1 0,-1 0 0,1 0 0,-1 0 0,1 1 0,-1-1 0,1 0 0,-1 0 0,1 1 0,0-1 0,-1 1 0,1-1 0,1 1 0,9-2 0,0 0 0,-1 1 0,1 1 0,0 0 0,0 0 0,-1 1 0,23 5 0,-27-4 0,0-1 0,-1 1 0,1 0 0,-1 1 0,0 0 0,0 0 0,0 0 0,0 0 0,0 1 0,-1 0 0,0 1 0,0-1 0,0 1 0,0 0 0,4 6 0,-7-9 0,-1 1 0,0-1 0,0 1 0,0-1 0,0 1 0,0-1 0,0 1 0,-1 0 0,1-1 0,-1 1 0,1 0 0,-1 0 0,0-1 0,-1 1 0,1 0 0,0 0 0,-1-1 0,1 1 0,-1 0 0,0-1 0,0 1 0,0-1 0,0 1 0,0-1 0,-1 1 0,1-1 0,-1 0 0,1 0 0,-1 1 0,0-1 0,0-1 0,0 1 0,-3 2 0,-5 4 0,1-1 0,-1 0 0,0-1 0,0 0 0,-1 0 0,-16 5 0,12-6 0,0 0 0,0 0 0,-1-1 0,1-1 0,-1-1 0,-16 1 0,31-3 0,1 0 0,-1 0 0,1 0 0,-1 0 0,1 0 0,-1 0 0,1 0 0,-1 0 0,1 0 0,-1 0 0,1 0 0,-1 0 0,1 0 0,-1 0 0,1-1 0,0 1 0,-1 0 0,1 0 0,-1-1 0,1 1 0,-1 0 0,1 0 0,0-1 0,-1 0 0,8-6 0,20-7 0,143-46 0,-116 44 0,-1-3 0,64-32 0,-98 36 0,-17 7 0,-14 4 0,2 4 0,1 1 0,-1 1 0,1-1 0,0 2 0,0-1 0,0 1 0,0 0 0,0 1 0,1 0 0,-1 1 0,-9 6 0,8-5 0,0 1 0,0 1 0,1 0 0,0 0 0,1 1 0,-1 0 0,2 0 0,-10 15 0,15-22 0,1 0 0,0 0 0,-1 1 0,1-1 0,0 0 0,1 1 0,-1-1 0,0 1 0,1-1 0,-1 1 0,1-1 0,0 1 0,0 0 0,0-1 0,0 1 0,0-1 0,0 1 0,1-1 0,-1 1 0,2 3 0,0-4 0,-1 1 0,1-1 0,0 1 0,0-1 0,0 0 0,0 0 0,1 1 0,-1-2 0,0 1 0,1 0 0,-1 0 0,1-1 0,0 1 0,0-1 0,-1 0 0,1 0 0,4 1 0,9 2 0,0 0 0,1-1 0,0-1 0,20 1 0,71-5 0,-49 0 0,-45 2 0,1 0 0,0 0 0,0-1 0,0 0 0,0-1 0,18-6 0,-22 3-1365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3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434 132 24575,'3'-1'0,"1"1"0,-1-1 0,0 0 0,1-1 0,-1 1 0,0-1 0,0 1 0,1-1 0,-1 0 0,-1 0 0,1 0 0,0-1 0,0 1 0,-1-1 0,1 1 0,2-5 0,-2 4 0,-1 0 0,0 0 0,1-1 0,-1 1 0,0 0 0,0-1 0,-1 0 0,1 1 0,-1-1 0,0 0 0,0 0 0,0 1 0,0-1 0,0-7 0,-2 9 0,1 0 0,-1 1 0,0-1 0,1 0 0,-1 1 0,0-1 0,0 0 0,0 1 0,0-1 0,0 1 0,-1-1 0,1 1 0,0 0 0,-1-1 0,1 1 0,-1 0 0,1 0 0,-1 0 0,1 0 0,-1 0 0,0 1 0,0-1 0,1 0 0,-1 1 0,0-1 0,-3 1 0,-3-2 0,0 1 0,0 0 0,0 0 0,-15 1 0,5 3 0,1 0 0,-1 0 0,0 2 0,1 0 0,0 1 0,0 1 0,1 0 0,0 2 0,0-1 0,-26 21 0,22-14 0,0 2 0,2-1 0,0 2 0,1 0 0,1 2 0,0-1 0,-15 29 0,23-34 0,1-1 0,0 1 0,2 0 0,-1 0 0,2 1 0,0 0 0,0 0 0,2 0 0,-2 30 0,4-38 0,0 1 0,1-1 0,0 1 0,0-1 0,1 1 0,0-1 0,0 0 0,1 0 0,0 0 0,0 0 0,0-1 0,1 1 0,0-1 0,1 0 0,-1 0 0,1 0 0,0 0 0,1-1 0,-1 0 0,1 0 0,12 8 0,-3-5-273,-1-1 0,1 0 0,1-1 0,26 7 0,8-1-6553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4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208 380 24575,'1'-24'0,"5"-29"0,-5 43 0,0 9 0,-1 0 0,0 0 0,0 0 0,1 0 0,-1 0 0,0 0 0,0 0 0,0-1 0,0 1 0,0 0 0,-1 0 0,1 0 0,0 0 0,0 0 0,-1 0 0,1 0 0,-1 0 0,1 1 0,-1-1 0,1 0 0,-1 0 0,1 0 0,-1 0 0,0 0 0,1 1 0,-1-1 0,0 0 0,0 1 0,0-1 0,0 0 0,1 1 0,-1-1 0,0 1 0,0 0 0,0-1 0,0 1 0,0 0 0,0-1 0,0 1 0,0 0 0,0 0 0,-2 0 0,-1 0 0,1 0 0,-1 1 0,0-1 0,1 1 0,-1 0 0,0 0 0,1 0 0,-1 0 0,1 1 0,-6 3 0,-6 4 0,1 1 0,0 1 0,0 0 0,-22 26 0,30-30 0,0 0 0,1 0 0,-1 1 0,1 0 0,1 0 0,0 0 0,0 0 0,1 1 0,0 0 0,0-1 0,-1 11 0,3-16 0,1-1 0,-1 0 0,1 0 0,0 0 0,0 0 0,0 0 0,0 0 0,1 0 0,-1 0 0,0 0 0,1 0 0,-1 0 0,1 0 0,0 0 0,0 0 0,0 0 0,0 0 0,0 0 0,0 0 0,0-1 0,1 1 0,1 1 0,-1-1 0,1-1 0,0 1 0,-1-1 0,1 0 0,0 0 0,-1 0 0,1 0 0,0 0 0,0-1 0,0 1 0,0-1 0,-1 0 0,1 0 0,4 0 0,3-1 0,1 0 0,-1-1 0,0-1 0,0 1 0,0-1 0,0-1 0,0 0 0,9-5 0,-12 4 0,1-1 0,-1 1 0,0-1 0,-1 0 0,1-1 0,-1 1 0,-1-1 0,1-1 0,-1 1 0,-1-1 0,8-14 0,-9 12 0,-7 10 0,-6 17 0,9-14 0,0 1 0,0 0 0,0-1 0,1 1 0,-1 0 0,1-1 0,0 1 0,0 0 0,0 0 0,1-1 0,0 1 0,-1 0 0,1-1 0,2 5 0,-2-6 0,0 0 0,0 0 0,0-1 0,1 1 0,-1 0 0,1-1 0,-1 0 0,1 1 0,-1-1 0,1 0 0,-1 1 0,1-1 0,0 0 0,0 0 0,0-1 0,0 1 0,0 0 0,0-1 0,0 1 0,0-1 0,0 1 0,0-1 0,0 0 0,0 0 0,0 0 0,0 0 0,3-1 0,4 1 0,-1-2 0,1 1 0,0-1 0,-1-1 0,0 1 0,0-1 0,0-1 0,0 1 0,0-2 0,0 1 0,8-7 0,-6 2 0,0 1 0,-1-1 0,-1 0 0,1-1 0,-1 0 0,-1-1 0,7-11 0,-2-1 0,-1 0 0,-2-1 0,0 0 0,-1 0 0,-2-1 0,0 0 0,2-30 0,-7 50 0,2-59 0,-2 60 0,-2-1 0,1 1 0,-1 0 0,1-1 0,-1 1 0,0-1 0,-1 1 0,1 0 0,-1 0 0,0 0 0,-3-6 0,4 9 0,1 1 0,0-1 0,-1 0 0,1 1 0,-1-1 0,1 1 0,-1-1 0,0 1 0,1-1 0,-1 1 0,1-1 0,-1 1 0,0 0 0,1-1 0,-1 1 0,0 0 0,0 0 0,1-1 0,-1 1 0,0 0 0,0 0 0,1 0 0,-1 0 0,0 0 0,0 0 0,1 0 0,-1 0 0,0 0 0,1 1 0,-1-1 0,0 0 0,0 0 0,1 0 0,-1 1 0,0-1 0,1 1 0,-1-1 0,0 0 0,1 1 0,-1-1 0,1 1 0,-1-1 0,1 1 0,-1-1 0,1 1 0,-1 1 0,-3 2 0,1 0 0,1 0 0,-1 1 0,0-1 0,-2 9 0,-3 10 0,1 0 0,2 0 0,0 1 0,-3 45 0,7-34 0,1 0 0,8 61 0,-5-79-195,0-1 0,1 1 0,0-1 0,2 0 0,0 0 0,14 26 0,-8-23-6631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40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24575,'227'-8'0,"-207"7"0,25-3 0,-43 4 0,0 0 0,0-1 0,0 1 0,0-1 0,0 1 0,0-1 0,0 0 0,0 0 0,-1 0 0,1 0 0,0 0 0,0-1 0,-1 1 0,1 0 0,-1-1 0,3-1 0,-4 1 0,0 1 0,1 0 0,-1 0 0,0 0 0,0 0 0,0 0 0,0-1 0,0 1 0,0 0 0,0 0 0,0 0 0,0-1 0,0 1 0,-1 0 0,1 0 0,0 0 0,-1 0 0,1 0 0,-1 0 0,0 0 0,1 0 0,-1 0 0,0 0 0,1 0 0,-3-1 0,-22-25 0,22 25 0,2 0 0,-1 1 0,1 0 0,-1 0 0,1 0 0,-1 0 0,0 0 0,1 0 0,-1 0 0,0 0 0,0 0 0,1 1 0,-1-1 0,0 1 0,0 0 0,0-1 0,0 1 0,0 0 0,0 0 0,0 0 0,0 0 0,1 1 0,-4 0 0,1 0 0,1 0 0,-1 1 0,1 0 0,-1 0 0,1 0 0,0 0 0,0 1 0,0-1 0,1 1 0,-6 5 0,1 1 0,0 1 0,1 0 0,-1 0 0,2 0 0,0 1 0,-7 18 0,11-25 16,0 0-1,0 0 1,0 0-1,1 0 1,-1 0-1,1 0 1,0 0-1,0 0 1,1 1-1,-1-1 1,1 0-1,0 0 1,0 0-1,0-1 1,0 1-1,1 0 1,0 0 0,-1-1-1,1 1 1,1-1-1,2 5 1,-1-4-130,0 0 0,1 0 0,-1 0 0,1-1 1,0 1-1,0-1 0,0 0 0,0-1 1,0 1-1,1-1 0,-1 0 0,1-1 1,-1 1-1,8 0 0,10 1-6712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41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97 24575,'1'-2'0,"1"0"0,0 0 0,-1 0 0,0-1 0,0 1 0,1 0 0,-1-1 0,0 1 0,-1 0 0,1-1 0,0 1 0,-1-1 0,0 0 0,1 1 0,-1-1 0,0 1 0,0-1 0,0 0 0,-1-2 0,1 3 0,-1 0 0,1 0 0,0 0 0,-1 0 0,0 0 0,1 0 0,-1 0 0,0 0 0,0 0 0,0 0 0,0 1 0,0-1 0,-1 0 0,1 1 0,0-1 0,-1 1 0,1-1 0,-1 1 0,0 0 0,1-1 0,-1 1 0,0 0 0,-2-1 0,-3 1 0,0-1 0,0 2 0,1-1 0,-1 1 0,0 0 0,0 0 0,0 1 0,0 0 0,0 0 0,1 1 0,-1-1 0,1 2 0,-1-1 0,1 1 0,-7 3 0,4-1 0,0 0 0,1 0 0,-1 1 0,1 0 0,0 0 0,1 1 0,0 0 0,0 0 0,-11 15 0,17-21 0,0 1 0,0-1 0,0 1 0,0 0 0,0-1 0,1 1 0,-1 0 0,0-1 0,1 1 0,-1 0 0,1 0 0,0 0 0,-1 0 0,1-1 0,0 1 0,0 0 0,0 0 0,0 0 0,1 0 0,-1 0 0,0-1 0,1 1 0,0 0 0,-1 0 0,1-1 0,1 4 0,0-3 0,0 0 0,0-1 0,0 1 0,0 0 0,0-1 0,0 0 0,1 1 0,-1-1 0,0 0 0,1 0 0,-1 0 0,1 0 0,-1-1 0,1 1 0,-1-1 0,1 0 0,-1 1 0,1-1 0,2 0 0,5-1 0,-1 0 0,1 0 0,-1 0 0,0-1 0,0-1 0,0 0 0,10-4 0,-13 4 0,0 1 0,0-1 0,0-1 0,-1 1 0,0-1 0,1 0 0,-1 0 0,-1 0 0,1-1 0,-1 0 0,5-6 0,-5 4 0,-6 9 0,-7 15 0,2 9 0,2 1 0,0-1 0,2 1 0,1 43 0,13 107 0,-1-74 0,-10-99 0,0 1 0,0-1 0,0 0 0,0 1 0,-1-1 0,-1 5 0,2-8 0,0-1 0,0 1 0,-1-1 0,1 1 0,0-1 0,0 1 0,-1-1 0,1 1 0,-1-1 0,1 1 0,0-1 0,-1 1 0,1-1 0,-1 0 0,1 1 0,-1-1 0,1 0 0,-1 1 0,1-1 0,-1 0 0,1 0 0,-1 1 0,1-1 0,-1 0 0,0 0 0,1 0 0,-1 0 0,1 0 0,-1 0 0,0 0 0,1 0 0,-1 0 0,1 0 0,-1 0 0,1 0 0,-1 0 0,0 0 0,1-1 0,-1 1 0,1 0 0,-1 0 0,1-1 0,-1 1 0,1 0 0,-1-1 0,1 1 0,-1 0 0,1-1 0,-1 1 0,1-1 0,-1 0 0,-7-6 0,0 0 0,1 0 0,-1-1 0,2 0 0,-1-1 0,1 1 0,0-1 0,1-1 0,-8-16 0,4 5 0,1-1 0,1-1 0,-6-31 0,11 42 57,0 1 0,1-1 0,0 0 0,1 0 0,2-20 0,-1 27-152,0 1 0,0-1 0,0 1 0,0-1 1,1 1-1,0 0 0,0 0 0,0-1 0,0 1 0,1 1 1,-1-1-1,1 0 0,0 1 0,0-1 0,1 1 1,-1 0-1,6-4 0,8-3-6731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4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87 24575,'-1'-4'0,"1"1"0,0-1 0,-1 1 0,0-1 0,0 1 0,0-1 0,0 1 0,-1-1 0,-1-2 0,3 5 0,-1 0 0,1 1 0,-1-1 0,1 0 0,0 1 0,-1-1 0,1 1 0,-1-1 0,1 1 0,-1-1 0,1 1 0,-1-1 0,0 1 0,1 0 0,-1-1 0,0 1 0,1 0 0,-1-1 0,0 1 0,1 0 0,-1 0 0,0 0 0,0-1 0,1 1 0,-1 0 0,0 0 0,1 0 0,-1 0 0,0 0 0,0 1 0,1-1 0,-1 0 0,0 0 0,0 0 0,1 1 0,-1-1 0,0 0 0,1 1 0,-1-1 0,1 0 0,-1 1 0,0-1 0,1 1 0,-1-1 0,1 1 0,-1-1 0,1 1 0,-1-1 0,1 1 0,0 0 0,-1 0 0,-5 7 0,0 0 0,1 0 0,0 1 0,0-1 0,1 1 0,0 0 0,-3 14 0,5-19 0,1 1 0,-1 0 0,1 0 0,1 0 0,-1 0 0,1 0 0,0 0 0,0 0 0,0-1 0,0 1 0,1 0 0,0 0 0,0 0 0,1 0 0,-1 0 0,4 6 0,-4-9 0,1 0 0,-1 1 0,1-1 0,0 0 0,0 0 0,0 0 0,0 0 0,0 0 0,1-1 0,-1 1 0,1-1 0,-1 1 0,1-1 0,-1 0 0,1 0 0,0 0 0,-1 0 0,1 0 0,0-1 0,0 1 0,0-1 0,-1 0 0,1 0 0,0 0 0,0 0 0,0 0 0,0-1 0,-1 1 0,1-1 0,0 0 0,0 0 0,3-1 0,0-1 0,-1 1 0,0-1 0,0 0 0,0-1 0,0 1 0,0-1 0,0 0 0,-1 0 0,0 0 0,0-1 0,0 1 0,0-1 0,-1 0 0,5-8 0,-6 6 0,1-1 0,-1 1 0,0-1 0,0 1 0,-1-1 0,0 0 0,-1 1 0,0-1 0,0 0 0,0 1 0,-1-1 0,0 0 0,-1 1 0,-2-9 0,3 13 0,0 0 0,0 0 0,0 0 0,-1 0 0,1 0 0,-1 0 0,1 0 0,-1 1 0,0-1 0,0 1 0,0-1 0,-1 1 0,1 0 0,-1 0 0,1 0 0,-1 0 0,0 0 0,1 0 0,-1 1 0,0 0 0,0-1 0,0 1 0,0 0 0,0 0 0,-1 1 0,1-1 0,0 1 0,0-1 0,0 1 0,-1 0 0,1 0 0,0 0 0,0 1 0,-1-1 0,-3 2 0,4-1-65,-1 0 0,1 1 0,0-1 0,0 0 0,1 1 0,-1 0 0,0 0 0,0 0 0,1 0 0,-1 0 0,1 0 0,0 1 0,0-1 0,0 1 0,0-1 0,0 1 0,0 0 0,1 0 0,-1 0 0,0 3 0,-3 9-6761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4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24575,'1'-2'0,"0"0"0,0 0 0,0 0 0,1 0 0,-1 0 0,1 1 0,-1-1 0,1 0 0,0 1 0,-1-1 0,4-1 0,2-3 0,2-2 0,1-1 0,-1 1 0,2 0 0,-1 1 0,1 1 0,0-1 0,1 2 0,15-7 0,-21 10 0,0 1 0,-1 0 0,1 0 0,0 0 0,0 1 0,0-1 0,0 1 0,0 1 0,0-1 0,0 1 0,-1 0 0,1 1 0,0-1 0,0 1 0,-1 0 0,1 0 0,-1 1 0,0 0 0,10 6 0,-11-6 0,0 1 0,0-1 0,0 1 0,0 0 0,-1 0 0,1 0 0,-1 0 0,0 1 0,0-1 0,-1 1 0,1 0 0,-1 0 0,0 0 0,0 0 0,-1 0 0,0 0 0,1 7 0,-1-8 0,-1-1 0,0 1 0,0 0 0,-1-1 0,1 1 0,-1 0 0,1-1 0,-1 1 0,0-1 0,-1 1 0,1-1 0,-1 1 0,1-1 0,-1 0 0,0 0 0,0 0 0,0 0 0,-1 0 0,1 0 0,-1 0 0,1-1 0,-1 1 0,0-1 0,0 0 0,-5 3 0,5-3 0,0-1 0,0 1 0,0-1 0,-1 1 0,1-1 0,0 0 0,-1 0 0,1-1 0,-1 1 0,1-1 0,-1 1 0,-5-2 0,7 1 0,1 0 0,-1-1 0,1 1 0,-1-1 0,1 1 0,-1-1 0,1 0 0,0 1 0,-1-1 0,1 0 0,0 0 0,0 0 0,-1 0 0,1 0 0,0-1 0,0 1 0,0 0 0,1 0 0,-1-1 0,0 1 0,0 0 0,1-1 0,-1 1 0,0-1 0,1 1 0,0-1 0,-1 1 0,1-1 0,0 1 0,0-4 0,-1-1 0,1-1 0,1 0 0,-1 0 0,1 0 0,0 0 0,1 1 0,0-1 0,0 0 0,0 1 0,1-1 0,0 1 0,0 0 0,7-10 0,-4 7 0,1 0 0,0 1 0,0 0 0,0 0 0,1 0 0,1 1 0,17-12 0,-25 18 0,0 0 0,1 0 0,-1 0 0,0 1 0,0-1 0,1 0 0,-1 1 0,0-1 0,1 1 0,-1 0 0,1-1 0,-1 1 0,0 0 0,1 0 0,-1 0 0,1 0 0,-1 0 0,1 0 0,-1 0 0,1 0 0,-1 1 0,0-1 0,1 1 0,-1-1 0,0 1 0,1-1 0,-1 1 0,2 1 0,-1 0 0,0 0 0,-1 0 0,1 0 0,-1 1 0,1-1 0,-1 0 0,0 1 0,0-1 0,0 1 0,0 0 0,-1-1 0,1 1 0,-1 0 0,1 3 0,-1-2 0,1 0 0,-1 0 0,1 0 0,0-1 0,0 1 0,0-1 0,0 1 0,1 0 0,0-1 0,-1 0 0,1 1 0,0-1 0,3 3 0,-1-3 0,-1 0 0,1-1 0,-1 1 0,1-1 0,0 0 0,0 0 0,0 0 0,0 0 0,0-1 0,0 0 0,7 1 0,10 4 0,-9-3 0,1 0 0,-1 0 0,1-2 0,22 2 0,-31-3 0,-1-1 0,0 1 0,0-1 0,1 1 0,-1-1 0,0 0 0,0 0 0,0 0 0,0-1 0,0 1 0,0-1 0,0 0 0,0 1 0,0-1 0,-1-1 0,1 1 0,-1 0 0,0-1 0,0 1 0,0-1 0,0 1 0,0-1 0,2-4 0,1-2 0,-1-1 0,-1 1 0,0-1 0,0 0 0,0 1 0,-1-1 0,-1-1 0,0 1 0,0-17 0,-1 26 0,0 0 0,0 0 0,0 0 0,0 1 0,0-1 0,0 0 0,0 0 0,0 0 0,0 0 0,0 0 0,0 0 0,-1 0 0,1 1 0,0-1 0,-1 0 0,1 0 0,-1 0 0,1 1 0,-1-1 0,1 0 0,-1 0 0,1 1 0,-1-1 0,0 0 0,1 1 0,-1-1 0,0 1 0,0-1 0,1 1 0,-1-1 0,0 1 0,0 0 0,0-1 0,0 1 0,1 0 0,-1 0 0,0 0 0,0-1 0,0 1 0,0 0 0,0 0 0,0 0 0,0 0 0,0 0 0,1 1 0,-1-1 0,-2 1 0,0 0 0,-1 0 0,1 1 0,0-1 0,0 1 0,-1 0 0,1 0 0,0 1 0,1-1 0,-1 0 0,-4 6 0,2-3 0,1 1 0,0 1 0,0-1 0,1 0 0,-1 1 0,1 0 0,1 0 0,-1 0 0,1 0 0,0 0 0,1 0 0,0 0 0,0 1 0,0-1 0,1 1 0,0-1 0,1 0 0,1 8 0,0-3 0,2 0 0,-1 0 0,2 0 0,-1 0 0,2-1 0,-1 0 0,1 0 0,1-1 0,15 19 0,33 31 0,14 17 0,-62-69 0,-1 1 0,0 0 0,-1 0 0,0 1 0,-1-1 0,1 1 0,2 14 0,-5-19 0,-1-1 0,0 1 0,-1 0 0,1 0 0,-1-1 0,0 1 0,-1 0 0,1 0 0,-1 0 0,1-1 0,-1 1 0,-1 0 0,1-1 0,-1 1 0,0-1 0,0 1 0,0-1 0,0 0 0,-1 0 0,0 0 0,0 0 0,0-1 0,0 1 0,-1-1 0,1 1 0,-1-1 0,0 0 0,0-1 0,0 1 0,0-1 0,0 1 0,0-1 0,-8 2 0,5-2 0,1 1 0,-1-1 0,0-1 0,0 1 0,0-1 0,-1-1 0,1 1 0,0-1 0,0 0 0,0-1 0,0 0 0,-1 0 0,1 0 0,0-1 0,1 0 0,-1-1 0,0 1 0,1-1 0,-1-1 0,1 1 0,0-1 0,-6-4 0,8 4 0,-1 0 0,1-1 0,1 1 0,-1-1 0,0 0 0,1 0 0,0 0 0,1 0 0,-1-1 0,1 1 0,0-1 0,0 1 0,0-1 0,0-7 0,1 4 0,0 1 0,1-1 0,0 0 0,1 1 0,-1-1 0,2 1 0,-1-1 0,1 1 0,4-11 0,-3 10 0,0 0 0,1 1 0,0 0 0,1 0 0,-1 0 0,2 0 0,-1 1 0,1 0 0,0 0 0,0 0 0,1 1 0,0 0 0,0 0 0,0 0 0,1 1 0,0 1 0,0-1 0,0 1 0,11-4 0,-17 8 0,-1-1 0,1 1 0,0-1 0,0 1 0,-1 0 0,1-1 0,0 1 0,0 0 0,0 0 0,-1 1 0,1-1 0,0 0 0,0 0 0,-1 1 0,1-1 0,0 1 0,0 0 0,-1-1 0,1 1 0,-1 0 0,1 0 0,2 2 0,-3-2 0,-1 0 0,1 1 0,-1-1 0,1 0 0,-1 0 0,1 1 0,-1-1 0,0 0 0,0 1 0,0-1 0,0 0 0,0 1 0,0-1 0,0 0 0,0 1 0,0-1 0,0 0 0,-1 1 0,1-1 0,-1 0 0,1 0 0,-1 0 0,1 1 0,-1-1 0,0 0 0,1 0 0,-1 0 0,0 0 0,0 0 0,0 0 0,-1 1 0,-6 6-273,1 0 0,-1-1 0,0 0 0,-12 7 0,8-6-6553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37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24575,'31'528'0,"-10"-253"0,-7-123-1365,-13-130-5461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38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77 24575,'-9'-8'0,"6"6"0,0-1 0,0 1 0,1-1 0,-1 0 0,1 0 0,-1 1 0,1-2 0,0 1 0,0 0 0,1 0 0,-3-6 0,24 46 0,-5 16 0,-13-43 0,1 0 0,0 1 0,0-1 0,1-1 0,10 19 0,-14-27 0,0 0 0,1 0 0,-1-1 0,1 1 0,-1 0 0,1-1 0,-1 1 0,1 0 0,0-1 0,-1 1 0,1-1 0,0 1 0,0-1 0,-1 1 0,1-1 0,0 0 0,0 1 0,0-1 0,-1 0 0,1 0 0,0 0 0,0 1 0,0-1 0,1 0 0,-1-1 0,1 1 0,-1-1 0,0 1 0,1-1 0,-1 1 0,0-1 0,0 0 0,1 0 0,-1 1 0,0-1 0,0 0 0,0 0 0,2-2 0,3-5 0,-1 0 0,1 0 0,6-14 0,-8 15 0,5-7 0,-1-2 0,0 1 0,-2-1 0,1 0 0,-2 0 0,5-23 0,-10 27 0,-4 13 0,-5 19 0,3 13 0,2 1 0,1 0 0,2 56 0,1-45 0,17 282 0,-9-223 0,-7-92 0,1 38 0,-2-47 0,-1 0 0,1 0 0,-1 0 0,1 0 0,-1 0 0,0 0 0,0 0 0,0 0 0,-1 0 0,1 0 0,0-1 0,-4 5 0,4-6 0,-1 0 0,1 0 0,0 0 0,-1 0 0,1 0 0,-1-1 0,1 1 0,-1 0 0,1-1 0,-1 1 0,0-1 0,1 1 0,-1-1 0,0 0 0,1 0 0,-1 0 0,0 0 0,1 0 0,-1 0 0,0 0 0,1-1 0,-1 1 0,0-1 0,1 1 0,-1-1 0,1 1 0,-1-1 0,-1-1 0,-6-2 0,2-1 0,-1 0 0,-13-10 0,8 3 0,1 0 0,0-1 0,1 0 0,0-1 0,1 0 0,1 0 0,0-1 0,1-1 0,-11-26 0,15 31 0,0 0 0,1 0 0,0-1 0,0 1 0,1-1 0,1 1 0,0-1 0,1 0 0,0 0 0,1 1 0,0-1 0,0 0 0,2 1 0,-1-1 0,5-11 0,-4 18 0,0 0 0,0 0 0,1 0 0,-1 1 0,1-1 0,0 1 0,0 0 0,0 0 0,0 1 0,1-1 0,0 1 0,0 0 0,0 0 0,0 0 0,0 1 0,0 0 0,1 0 0,-1 0 0,1 1 0,-1 0 0,1 0 0,0 0 0,-1 1 0,10 0 0,-10-1 0,0 1 0,0 1 0,0-1 0,0 1 0,0 0 0,0 0 0,-1 0 0,1 1 0,0-1 0,0 1 0,-1 0 0,1 1 0,-1-1 0,0 1 0,0 0 0,0 0 0,0 0 0,0 1 0,0-1 0,-1 1 0,0 0 0,0 0 0,0 0 0,0 0 0,-1 0 0,1 1 0,-1-1 0,1 6 0,-2-8-136,0 1-1,-1-1 1,1 1-1,-1 0 1,0-1-1,0 1 1,0-1-1,0 1 0,-1 3 1,-2 4-6690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4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36 24575,'-3'2'0,"-1"1"0,1-1 0,-1 1 0,1 0 0,0 0 0,0 0 0,-2 4 0,-22 29 0,3 1 0,-28 54 0,39-66 0,11-23 0,1 0 0,0 1 0,0-1 0,0 0 0,1 1 0,-1-1 0,1 0 0,-1 1 0,1-1 0,0 1 0,0 4 0,0-7 0,0 1 0,0-1 0,0 0 0,0 1 0,0-1 0,0 0 0,0 1 0,1-1 0,-1 0 0,0 1 0,0-1 0,0 0 0,1 0 0,-1 1 0,0-1 0,0 0 0,1 0 0,-1 1 0,0-1 0,0 0 0,1 0 0,-1 0 0,0 1 0,1-1 0,-1 0 0,0 0 0,1 0 0,-1 0 0,0 0 0,1 0 0,1 0 0,-1 0 0,0 0 0,1-1 0,-1 1 0,1 0 0,-1-1 0,0 0 0,1 1 0,-1-1 0,0 0 0,1 1 0,0-2 0,7-5 0,0 0 0,-1 0 0,0-1 0,-1 0 0,1 0 0,-2-1 0,8-11 0,34-71 0,-36 66 0,1 0 0,21-32 0,-33 57 0,-1-1 0,0 0 0,1 1 0,-1-1 0,0 0 0,1 1 0,-1-1 0,1 0 0,-1 1 0,1-1 0,-1 1 0,1-1 0,0 1 0,-1-1 0,1 1 0,-1-1 0,1 1 0,0 0 0,0-1 0,-1 1 0,1 0 0,0 0 0,-1-1 0,1 1 0,0 0 0,0 0 0,-1 0 0,1 0 0,0 0 0,0 0 0,0 0 0,-1 0 0,1 1 0,0-1 0,0 0 0,-1 0 0,1 0 0,0 1 0,-1-1 0,1 0 0,0 1 0,-1-1 0,1 1 0,0-1 0,-1 1 0,1 0 0,3 4 0,-1-1 0,0 1 0,0 0 0,0 0 0,2 8 0,-1-5 0,64 171 205,-36-90-1775,-11-32-5256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4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35 119 24575,'-7'-8'0,"1"1"0,1-1 0,0-1 0,-6-12 0,10 20 0,117 278 0,-81-182 0,89 167 0,-121-256 0,27 39 0,-28-43 0,-1 0 0,1 0 0,0 0 0,0 0 0,0 0 0,0-1 0,0 1 0,0 0 0,0-1 0,0 0 0,1 0 0,-1 0 0,1 0 0,-1 0 0,1 0 0,4 1 0,-6-3 0,1 1 0,-1 0 0,0 0 0,1-1 0,-1 1 0,0 0 0,1-1 0,-1 0 0,0 1 0,0-1 0,0 0 0,0 1 0,1-1 0,-1 0 0,0 0 0,0 0 0,0 0 0,-1 0 0,1 0 0,0 0 0,0 0 0,-1 0 0,1-1 0,0 1 0,-1 0 0,1-3 0,10-39 0,-10 38 0,7-59 0,-1-123 0,-6 77 0,9-232 0,-10 384-1365,0-16-5461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4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125 501 24575,'1'0'0,"1"-1"0,-1 1 0,1 0 0,0 0 0,-1 0 0,0-1 0,1 1 0,-1-1 0,1 1 0,-1-1 0,1 0 0,-1 0 0,0 1 0,0-1 0,1 0 0,-1 0 0,0 0 0,0 0 0,0 0 0,0-1 0,1 0 0,0-1 0,0-1 0,-1 1 0,1 0 0,-1 0 0,0-1 0,0 1 0,0-1 0,-1 1 0,1-5 0,0 1 0,-1 1 0,0-1 0,0 1 0,-1-1 0,0 0 0,0 1 0,0 0 0,-1-1 0,-4-11 0,5 17 0,0-1 0,1 1 0,-1 0 0,0 0 0,0-1 0,1 1 0,-1 0 0,0 0 0,0 0 0,-1 0 0,1 0 0,0 0 0,0 0 0,0 1 0,-1-1 0,1 0 0,0 1 0,0-1 0,-1 1 0,1-1 0,-1 1 0,1-1 0,-1 1 0,1 0 0,0 0 0,-1 0 0,1 0 0,-1 0 0,1 0 0,-1 0 0,1 1 0,-1-1 0,1 0 0,0 1 0,-1-1 0,1 1 0,0-1 0,-1 1 0,1 0 0,0 0 0,-2 0 0,-2 3 0,0 0 0,0 0 0,0 1 0,0-1 0,1 1 0,0 0 0,-7 11 0,2 0 0,0 0 0,2 0 0,0 1 0,0 0 0,-5 26 0,10-31 0,0 1 0,0-1 0,1 0 0,0 0 0,1 1 0,1-1 0,0 0 0,0 0 0,4 13 0,-4-22 0,-1 0 0,1 0 0,0 0 0,1-1 0,-1 1 0,0 0 0,1 0 0,0-1 0,-1 1 0,1-1 0,0 1 0,0-1 0,1 0 0,-1 0 0,0 0 0,1 0 0,-1 0 0,1-1 0,0 1 0,-1-1 0,5 2 0,-3-2 0,0 0 0,0 0 0,0-1 0,-1 0 0,1 0 0,0 0 0,0 0 0,0-1 0,-1 1 0,1-1 0,0 0 0,0 0 0,-1-1 0,1 1 0,-1-1 0,1 1 0,3-4 0,1 0 0,0 0 0,-1-1 0,1 0 0,-1-1 0,0 0 0,-1 0 0,0 0 0,0-1 0,0 0 0,-1 0 0,0 0 0,6-17 0,-3 5 0,-1-1 0,-1 0 0,-2-1 0,5-32 0,-15 77 0,0 21 0,6-35 0,0 0 0,1 0 0,0 0 0,1 0 0,0-1 0,1 1 0,-1-1 0,1 1 0,8 13 0,-9-19 0,-1 0 0,0-1 0,1 1 0,0-1 0,0 0 0,-1 0 0,1 0 0,0 0 0,1 0 0,-1 0 0,0 0 0,1 0 0,-1-1 0,1 1 0,-1-1 0,1 0 0,0 0 0,-1 0 0,1 0 0,0 0 0,0-1 0,0 1 0,-1-1 0,1 0 0,0 0 0,0 0 0,0 0 0,0 0 0,0-1 0,0 1 0,0-1 0,-1 0 0,6-2 0,-3 1 0,0-1 0,0 0 0,0 0 0,0-1 0,-1 0 0,0 0 0,0 0 0,0 0 0,0 0 0,0-1 0,-1 0 0,0 1 0,0-2 0,0 1 0,-1 0 0,1 0 0,-1-1 0,1-6 0,4-13 0,-1-1 0,4-43 0,-10 64 0,5-44 0,-2-2 0,-3 1 0,-2 0 0,-1 0 0,-3 0 0,-19-72 0,25 120 0,-1 0 0,1 0 0,-1 0 0,0 0 0,0 0 0,0 0 0,0 0 0,0 0 0,-2-3 0,3 5 0,-1 0 0,1 0 0,0 0 0,0 0 0,0 0 0,-1 0 0,1 0 0,0-1 0,0 1 0,-1 0 0,1 0 0,0 0 0,0 0 0,-1 0 0,1 0 0,0 0 0,0 1 0,0-1 0,-1 0 0,1 0 0,0 0 0,0 0 0,-1 0 0,1 0 0,0 0 0,0 0 0,0 0 0,-1 1 0,1-1 0,0 0 0,0 0 0,0 0 0,0 0 0,0 1 0,-1-1 0,1 0 0,0 0 0,0 0 0,0 1 0,0-1 0,0 0 0,0 0 0,0 1 0,0-1 0,0 0 0,-3 7 0,1-1 0,1 1 0,-1-1 0,0 13 0,-3 43 0,3 0 0,3 0 0,2 0 0,3 0 0,3-1 0,24 91 0,-31-145 0,20 53 0,-20-55 0,0-1 0,0 1 0,1-1 0,0 1 0,0-1 0,0 0 0,0 0 0,1-1 0,7 7 0,-10-9 0,1 0 0,-1 0 0,1 0 0,0 0 0,-1-1 0,1 1 0,0-1 0,-1 1 0,1-1 0,0 0 0,0 1 0,0-1 0,0 0 0,-1 0 0,1 0 0,0-1 0,0 1 0,0 0 0,-1-1 0,1 1 0,0-1 0,0 0 0,-1 1 0,1-1 0,-1 0 0,1 0 0,-1 0 0,1 0 0,-1 0 0,1 0 0,-1-1 0,0 1 0,1 0 0,-1-1 0,2-2 0,3-5 0,0 1 0,-1-1 0,1-1 0,6-17 0,0-5 0,-2-1 0,-1-1 0,-1 0 0,3-37 0,-11 70 0,0-1 0,0 1 0,1-1 0,-1 1 0,-1-1 0,1 1 0,0-1 0,0 1 0,0-1 0,-1 1 0,1-1 0,-1 1 0,1-1 0,-1 1 0,-1-2 0,2 3 0,0 0 0,0-1 0,0 1 0,0 0 0,0 0 0,-1 0 0,1 0 0,0 0 0,0 0 0,0 0 0,0 0 0,-1 0 0,1 0 0,0 0 0,0 0 0,0 0 0,0 0 0,-1 0 0,1 0 0,0 0 0,0 0 0,0 0 0,0 0 0,-1 0 0,1 0 0,0 0 0,0 0 0,0 0 0,0 0 0,-1 0 0,1 0 0,0 0 0,0 0 0,0 1 0,0-1 0,0 0 0,0 0 0,-1 0 0,-5 14 0,5-8 0,0-1 0,1 0 0,-1 1 0,1-1 0,1 1 0,-1-1 0,1 0 0,0 1 0,0-1 0,0 0 0,1 0 0,0 0 0,0 0 0,3 7 0,6 8 0,26 36 0,-35-54 0,28 36 0,-29-36 0,1 0 0,-1-1 0,1 1 0,-1-1 0,1 1 0,0-1 0,0 1 0,0-1 0,0 0 0,0 0 0,0 0 0,0 0 0,0 0 0,0-1 0,1 1 0,-1-1 0,4 1 0,-4-1 0,-1-1 0,1 0 0,0 0 0,-1 1 0,1-1 0,-1 0 0,1 0 0,-1-1 0,1 1 0,-1 0 0,0 0 0,1-1 0,-1 1 0,0 0 0,0-1 0,0 1 0,0-1 0,0 0 0,-1 1 0,1-1 0,0 0 0,-1 1 0,1-4 0,8-41 0,-8 33 0,4-54 0,-5 61 0,0 0 0,0 1 0,-1-1 0,0 0 0,0 1 0,0-1 0,-1 0 0,-4-9 0,6 14 0,0 1 0,0 0 0,0-1 0,0 1 0,0 0 0,0 0 0,-1-1 0,1 1 0,0 0 0,0 0 0,0-1 0,0 1 0,-1 0 0,1 0 0,0-1 0,0 1 0,-1 0 0,1 0 0,0 0 0,0 0 0,-1 0 0,1-1 0,0 1 0,0 0 0,-1 0 0,1 0 0,0 0 0,-1 0 0,1 0 0,0 0 0,0 0 0,-1 0 0,0 0 0,-4 9 0,0 17 0,5-15 0,1 0 0,0 0 0,0 1 0,1-1 0,1-1 0,0 1 0,0 0 0,1 0 0,0-1 0,1 0 0,0 0 0,1 0 0,0-1 0,0 0 0,9 9 0,1-6-1365,-1-5-5461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4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86 161 24575,'-5'13'0,"4"-12"0,1-1 0,-1 0 0,1 1 0,-1-1 0,1 1 0,0 0 0,-1-1 0,1 1 0,0-1 0,-1 1 0,1-1 0,0 1 0,0 0 0,0-1 0,0 1 0,0 0 0,-1-1 0,1 1 0,0 0 0,0-1 0,1 1 0,-1 0 0,0-1 0,0 1 0,0-1 0,0 1 0,0 0 0,1-1 0,-1 1 0,0-1 0,1 1 0,-1-1 0,0 1 0,1 0 0,0 0 0,1 2 0,1-1 0,0 1 0,0-1 0,0 1 0,0-1 0,0 0 0,0 0 0,0-1 0,1 1 0,-1 0 0,1-1 0,-1 0 0,1 0 0,0 0 0,-1-1 0,1 1 0,0-1 0,7 0 0,-9 1 0,-1-2 0,1 1 0,0 0 0,0 0 0,0-1 0,-1 1 0,1 0 0,0-1 0,0 0 0,-1 1 0,1-1 0,0 0 0,-1 0 0,1 0 0,-1 0 0,1 0 0,-1-1 0,0 1 0,1 0 0,-1-1 0,0 1 0,0-1 0,0 1 0,0-1 0,0 1 0,0-1 0,-1 0 0,1 1 0,0-1 0,-1 0 0,1 0 0,-1 1 0,0-1 0,0 0 0,1 0 0,-1 0 0,0 0 0,-1 1 0,1-4 0,0 2 0,-1 0 0,1 0 0,-1 0 0,1 1 0,-1-1 0,0 0 0,0 1 0,0-1 0,-1 0 0,1 1 0,-1-1 0,1 1 0,-1 0 0,0 0 0,0-1 0,0 1 0,0 0 0,0 0 0,0 1 0,0-1 0,-1 0 0,1 1 0,-1 0 0,1-1 0,-1 1 0,0 0 0,1 0 0,-1 0 0,-5 0 0,4 0 0,-1 1 0,1 0 0,0 0 0,-1 0 0,1 0 0,-1 1 0,1-1 0,0 1 0,0 1 0,-1-1 0,1 0 0,0 1 0,0 0 0,0 0 0,1 0 0,-1 0 0,0 1 0,-5 5 0,3-2 0,1 0 0,0 0 0,1 1 0,-1 0 0,2 0 0,-1 0 0,1 0 0,0 1 0,0-1 0,0 1 0,1-1 0,1 1 0,-2 12 0,3-16 0,-1-1 0,1 1 0,0 0 0,0 0 0,0-1 0,1 1 0,-1 0 0,1 0 0,0-1 0,0 1 0,0-1 0,1 1 0,-1-1 0,1 1 0,0-1 0,-1 0 0,2 0 0,-1 0 0,0 0 0,1 0 0,-1 0 0,1-1 0,0 1 0,0-1 0,0 0 0,0 0 0,0 0 0,0 0 0,1 0 0,4 1 0,1 0 0,-1-1 0,1 0 0,-1-1 0,1 0 0,0 0 0,0-1 0,0 0 0,0 0 0,-1-1 0,1 0 0,17-5 0,-15 2 0,1 0 0,-1-1 0,1 0 0,-1-1 0,-1-1 0,1 1 0,-1-2 0,9-7 0,-7 4 0,0-1 0,-1 0 0,-1-1 0,1 0 0,-2 0 0,0-1 0,-1 0 0,0 0 0,-1-1 0,-1 0 0,0-1 0,-1 1 0,3-20 0,-7 30 0,3-31 0,-4 34 0,0 0 0,0 0 0,0 0 0,0 0 0,0 0 0,-1 0 0,1 0 0,-1 0 0,1 0 0,-1 0 0,0 0 0,0 1 0,0-1 0,-1-2 0,1 4 0,1-1 0,-1 1 0,0 0 0,0-1 0,1 1 0,-1 0 0,0 0 0,1-1 0,-1 1 0,0 0 0,0 0 0,0 0 0,1 0 0,-1 0 0,0 0 0,0 0 0,1 0 0,-1 0 0,0 0 0,0 1 0,1-1 0,-1 0 0,0 0 0,0 1 0,1-1 0,-1 0 0,0 1 0,1-1 0,-1 1 0,1-1 0,-1 1 0,0-1 0,1 1 0,-1 0 0,1-1 0,0 1 0,-1 1 0,-19 24 0,15-19 0,2 0 0,-1 1 0,1-1 0,0 1 0,1 0 0,0 0 0,0 0 0,1 0 0,0 0 0,0 0 0,1 10 0,0-13 0,1 0 0,0 1 0,0-1 0,0 0 0,1 0 0,-1 0 0,1 0 0,1 0 0,-1 0 0,1-1 0,0 1 0,0-1 0,0 1 0,0-1 0,1 0 0,-1-1 0,1 1 0,5 3 0,92 55 0,-100-61 0,-1-1 0,1 0 0,0 1 0,-1-1 0,1 0 0,-1 1 0,1-1 0,-1 1 0,1-1 0,-1 1 0,1-1 0,-1 1 0,1 0 0,-1-1 0,0 1 0,1 0 0,-1-1 0,0 1 0,0 0 0,1-1 0,-1 1 0,0 0 0,0-1 0,0 1 0,0 0 0,0 1 0,0-1 0,-1-1 0,0 1 0,1 0 0,-1 0 0,1-1 0,-1 1 0,0 0 0,0-1 0,1 1 0,-1 0 0,0-1 0,0 1 0,0-1 0,0 0 0,0 1 0,-1 0 0,-8 1 0,1 1 0,-20 1 0,26-4 0,-148 14-1365,97-11-5461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2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262 137 24575,'19'-18'0,"-13"13"0,0 0 0,0 0 0,0-1 0,-1 0 0,0 0 0,0 0 0,-1-1 0,0 0 0,0 0 0,4-9 0,-8 15 0,0 0 0,1 0 0,-1 0 0,0 0 0,0 0 0,0-1 0,0 1 0,0 0 0,0 0 0,0 0 0,0 0 0,0-1 0,-1 1 0,1 0 0,0 0 0,-1 0 0,1 0 0,-1 0 0,1 0 0,-1 0 0,1 0 0,-2-1 0,0 0 0,1 1 0,-1 0 0,0 0 0,1-1 0,-1 1 0,0 0 0,0 1 0,0-1 0,0 0 0,0 0 0,-3 0 0,-4 0 0,0 0 0,0 0 0,1 1 0,-16 1 0,6 1 0,0 1 0,1 0 0,-34 12 0,42-12 0,1 1 0,-1 0 0,1 0 0,0 1 0,0 0 0,1 0 0,-1 1 0,1 0 0,-9 9 0,15-13 0,0-1 0,0 0 0,-1 1 0,2-1 0,-1 0 0,0 1 0,0-1 0,0 1 0,1-1 0,-1 1 0,1 0 0,-1-1 0,1 1 0,-1 0 0,1-1 0,0 1 0,0 0 0,0-1 0,0 1 0,0 0 0,0-1 0,1 1 0,0 2 0,0-1 0,1 0 0,-1-1 0,1 1 0,0 0 0,0-1 0,0 0 0,0 1 0,0-1 0,1 0 0,-1 0 0,6 3 0,6 3 0,0 0 0,1-2 0,27 10 0,-40-16 0,187 51 0,-186-50 0,0 0 0,0 1 0,0-1 0,0 1 0,0 0 0,0-1 0,0 1 0,4 4 0,-7-6 0,1 1 0,-1-1 0,0 1 0,1-1 0,-1 1 0,0-1 0,1 1 0,-1-1 0,0 1 0,0-1 0,0 1 0,1-1 0,-1 1 0,0 0 0,0-1 0,0 1 0,0-1 0,0 1 0,0 0 0,0 0 0,-1 0 0,1 0 0,-1 0 0,1 0 0,-1 0 0,1 0 0,-1 0 0,0 0 0,1-1 0,-1 1 0,0 0 0,0 0 0,1-1 0,-1 1 0,0 0 0,-2 0 0,-12 6 0,-1-1 0,1 0 0,-2-1 0,1-1 0,0 0 0,-20 1 0,9-1 0,-160 22-1365,156-24-5461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2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84 24575,'8'-2'0,"57"-17"0,-60 17 0,1 0 0,-1 0 0,0-1 0,0 0 0,-1 0 0,1 0 0,-1 0 0,1-1 0,5-5 0,-10 8 0,1 1 0,-1 0 0,0-1 0,1 1 0,-1-1 0,0 1 0,1-1 0,-1 1 0,0-1 0,0 1 0,1-1 0,-1 1 0,0-1 0,0 1 0,0-1 0,0 1 0,0-1 0,0 1 0,0-1 0,0 1 0,0-1 0,0 1 0,0-1 0,0 1 0,0-1 0,0 1 0,0-1 0,-1 0 0,0 0 0,0 0 0,1 0 0,-1 1 0,0-1 0,0 0 0,0 1 0,0-1 0,0 1 0,0-1 0,0 1 0,0-1 0,0 1 0,-1 0 0,-38-5 0,37 5 0,-17 0 0,-1 0 0,-39 7 0,52-6 0,0 1 0,0 0 0,0 0 0,1 1 0,-1 0 0,0 1 0,1-1 0,0 1 0,0 1 0,-8 5 0,14-9 0,0 0 0,0 0 0,0 0 0,0 0 0,0 0 0,0 0 0,1 0 0,-1 0 0,0 0 0,1 1 0,-1-1 0,1 0 0,-1 0 0,1 0 0,-1 1 0,1-1 0,0 0 0,0 1 0,-1-1 0,1 0 0,0 1 0,1 1 0,-1-2 0,1 1 0,-1 0 0,1 0 0,0 0 0,0 0 0,0-1 0,0 1 0,0 0 0,1-1 0,-1 1 0,0-1 0,1 1 0,1 1 0,7 4 0,0-1 0,1 1 0,21 9 0,-23-12 0,17 7 0,-17-7 0,1 0 0,-1 1 0,1-1 0,-1 2 0,-1-1 0,1 1 0,-1 1 0,8 7 0,-15-13 0,-1 0 0,1-1 0,0 1 0,0 0 0,-1 0 0,1 1 0,0-1 0,-1 0 0,1 0 0,-1 0 0,0 0 0,1 0 0,-1 1 0,0-1 0,0 0 0,1 0 0,-1 1 0,0-1 0,0 0 0,-1 0 0,1 1 0,0-1 0,-1 2 0,0-1 0,0 0 0,0 0 0,0-1 0,0 1 0,-1 0 0,1-1 0,0 1 0,-1-1 0,0 1 0,1-1 0,-1 0 0,-3 2 0,-4 2 0,0 0 0,0-1 0,-1-1 0,-15 5 0,-98 15-1365,85-18-5461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3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24575,'0'-7'0,"0"0"0,1 0 0,3-14 0,-4 20 0,0-1 0,1 1 0,-1-1 0,1 1 0,0 0 0,-1 0 0,1-1 0,0 1 0,0 0 0,0 0 0,0 0 0,1-1 0,-2 1 0,1 1 0,0-1 0,-1 1 0,1 0 0,-1 0 0,1-1 0,0 1 0,0 0 0,-1 0 0,1 0 0,0 0 0,-1 0 0,1 0 0,0 0 0,-1 0 0,1 0 0,0 0 0,0 0 0,-1 0 0,1 1 0,0-1 0,-1 0 0,1 0 0,0 1 0,-1-1 0,1 1 0,2 1 0,-1-1 0,1 1 0,-1 0 0,0 1 0,0-1 0,0 0 0,-1 0 0,1 1 0,0-1 0,-1 1 0,1 0 0,-1-1 0,1 5 0,12 41 0,-9-31 0,49 224-1365,-48-219-5461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3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0 195 24575,'0'2'0,"1"-1"0,-1 0 0,0 0 0,1 0 0,-1 0 0,1 0 0,-1 0 0,1 0 0,0 0 0,-1 0 0,1 0 0,0 0 0,0 0 0,0 0 0,0-1 0,-1 1 0,1 0 0,0-1 0,0 1 0,0 0 0,0-1 0,1 1 0,-1-1 0,0 0 0,0 1 0,0-1 0,0 0 0,2 1 0,37 3 0,-36-4 0,14 1 0,8 1 0,-1-1 0,32-4 0,-52 3 0,1-1 0,-1 0 0,1 0 0,-1 0 0,1-1 0,-1 0 0,0 0 0,1 0 0,-1-1 0,0 1 0,-1-1 0,1 0 0,0-1 0,-1 1 0,0-1 0,4-4 0,-5 4 0,-1 0 0,0 0 0,0-1 0,0 1 0,-1 0 0,1-1 0,-1 1 0,0-1 0,-1 1 0,1-1 0,-1 1 0,0-1 0,0 0 0,0 1 0,0-1 0,-1 1 0,-1-6 0,-2-8 0,-1 1 0,-13-31 0,10 35 0,7 26 0,7 26 0,18 89 0,14 60 0,-31-163-1365,0-6-5461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24575,'0'2'0,"3"1"0,0 2 0,2 3 0,0 2 0,2 4 0,0 2 0,0 0 0,2 1 0,-1 1 0,-1 0 0,0-3 0,-2-1 0,0-4-8191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24575,'0'-2'0,"0"1"0,2 4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5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67 24575,'0'-7'0,"0"3"0,0 0 0,0-1 0,0 1 0,0-1 0,-1 1 0,0 0 0,-2-7 0,2 10 0,1 0 0,-1-1 0,0 1 0,0 0 0,0 0 0,-1 0 0,1-1 0,0 1 0,0 0 0,-1 0 0,1 1 0,0-1 0,-1 0 0,1 0 0,-1 1 0,1-1 0,-1 1 0,1-1 0,-1 1 0,1-1 0,-1 1 0,0 0 0,1 0 0,-3 0 0,-6 0 0,1 1 0,-1 0 0,0 0 0,1 1 0,-1 0 0,1 1 0,0 0 0,0 0 0,0 1 0,0 1 0,-10 6 0,8-5 0,1 1 0,0 0 0,0 1 0,1 0 0,0 1 0,0 0 0,1 0 0,-11 16 0,18-23 0,-1 0 0,1 0 0,0 0 0,0 0 0,0 1 0,0-1 0,0 0 0,0 1 0,1-1 0,-1 0 0,1 1 0,0-1 0,0 1 0,0-1 0,0 1 0,0-1 0,0 1 0,0-1 0,1 1 0,1 3 0,-1-3 0,1-1 0,0 1 0,0 0 0,0-1 0,0 1 0,0-1 0,0 0 0,1 0 0,-1 1 0,1-2 0,-1 1 0,1 0 0,5 2 0,7 2 0,0 0 0,1-1 0,-1-1 0,31 5 0,-40-8 0,8 1 0,-13-1 0,-8-1 0,-8 0 0,-2-1 0,1 1 0,0 1 0,-22 3 0,35-3 0,0-1 0,0 1 0,0-1 0,0 1 0,0 0 0,0 1 0,0-1 0,1 0 0,-1 1 0,0-1 0,1 1 0,-1 0 0,1 0 0,-1 0 0,1 0 0,0 1 0,0-1 0,0 0 0,0 1 0,0 0 0,1-1 0,-1 1 0,-1 5 0,2-5 0,1-1 0,0 1 0,0-1 0,0 1 0,0 0 0,0-1 0,1 1 0,-1-1 0,1 1 0,0-1 0,0 0 0,0 1 0,0-1 0,0 0 0,0 1 0,0-1 0,1 0 0,-1 0 0,1 0 0,0 0 0,-1 0 0,1-1 0,0 1 0,0 0 0,0-1 0,1 1 0,2 1 0,5 3 0,0-1 0,0 1 0,0-2 0,20 7 0,4-2-1365,-3-4-5461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51 24575,'-14'-12'0,"10"9"0,1 1 0,-1-1 0,1-1 0,0 1 0,0 0 0,-5-8 0,8 11 0,1 0 0,-1 0 0,0 0 0,1-1 0,-1 1 0,0 0 0,1 0 0,-1 0 0,0 0 0,1 0 0,-1 0 0,0 0 0,1 0 0,-1 0 0,0 0 0,1 0 0,-1 0 0,1 0 0,-1 0 0,0 0 0,1 0 0,-1 0 0,0 0 0,1 0 0,-1 1 0,0-1 0,1 0 0,-1 0 0,0 0 0,0 1 0,1-1 0,-1 0 0,0 0 0,1 1 0,17 7 0,-12-5 0,0 1 0,-1-1 0,1 1 0,-1 0 0,0 1 0,0-1 0,0 1 0,-1 0 0,1 0 0,-1 0 0,0 1 0,-1-1 0,1 1 0,-1 0 0,3 9 0,-6-15 0,0 0 0,0 1 0,0-1 0,0 0 0,1 1 0,-1-1 0,0 0 0,0 1 0,0-1 0,1 0 0,-1 1 0,0-1 0,0 0 0,1 1 0,-1-1 0,0 0 0,1 0 0,-1 0 0,0 1 0,1-1 0,-1 0 0,0 0 0,1 0 0,-1 0 0,0 1 0,1-1 0,-1 0 0,1 0 0,-1 0 0,0 0 0,1 0 0,14-8 0,18-24 0,-22 20 0,-10 11 0,0 0 0,0 0 0,0 0 0,0 0 0,0 0 0,0 0 0,0 1 0,0-1 0,1 0 0,-1 1 0,0-1 0,0 1 0,1 0 0,-1-1 0,0 1 0,1 0 0,-1 0 0,0 0 0,1 0 0,-1 0 0,1 0 0,-1 0 0,0 0 0,1 0 0,-1 1 0,0-1 0,1 0 0,1 2 0,-1-1 0,0 0 0,1-1 0,-1 1 0,0-1 0,1 0 0,-1 1 0,0-1 0,1 0 0,-1 0 0,3-1 0,-3 1 0,0-1 0,-1 0 0,1 0 0,0 0 0,-1 0 0,1 0 0,-1 0 0,0 0 0,1 0 0,-1 0 0,0-1 0,1 1 0,-1-1 0,0 1 0,0-1 0,0 1 0,-1-1 0,1 1 0,0-1 0,0 0 0,-1 0 0,1 1 0,-1-1 0,0 0 0,0 0 0,1 0 0,-1 1 0,0-1 0,0 0 0,-1 0 0,1 0 0,-1-3 0,1 5 0,0 0 0,0 0 0,0 0 0,0 0 0,0-1 0,0 1 0,0 0 0,0 0 0,0 0 0,0 0 0,0 0 0,-1-1 0,1 1 0,0 0 0,0 0 0,0 0 0,0 0 0,0 0 0,0 0 0,-1-1 0,1 1 0,0 0 0,0 0 0,0 0 0,0 0 0,-1 0 0,1 0 0,0 0 0,0 0 0,0 0 0,0 0 0,-1 0 0,1 0 0,0 0 0,0 0 0,0 0 0,0 0 0,-1 0 0,1 0 0,-5 7 0,-2 11 0,7-10 0,0-1 0,0 1 0,1 0 0,0-1 0,0 1 0,0-1 0,1 0 0,0 1 0,5 8 0,33 65 0,-23-50 0,-11-21 0,-1 1 0,0 0 0,-1 1 0,0-1 0,0 1 0,2 19 0,-5-28 0,-1 0 0,0 1 0,0-1 0,0 0 0,-1 1 0,1-1 0,-1 0 0,0 0 0,0 1 0,0-1 0,0 0 0,0 0 0,-1 0 0,1 0 0,-1-1 0,0 1 0,0 0 0,0-1 0,0 1 0,0-1 0,-1 1 0,1-1 0,-1 0 0,1 0 0,-1 0 0,0-1 0,0 1 0,0-1 0,-3 2 0,-9 2 0,0 0 0,1-2 0,-1 1 0,0-2 0,-1 0 0,1-1 0,0 0 0,-1-2 0,1 0 0,0 0 0,0-1 0,0-1 0,0-1 0,0 0 0,-17-7 0,25 8 38,0-1 0,1 1 0,-1-1 0,1 0 0,-1-1 0,2 0 0,-1 0 0,-9-10 0,12 12-133,1 0 0,0-1 0,-1 1 0,1-1 1,0 0-1,1 0 0,-1 0 0,1 0 0,-1 0 0,1 0 1,0 0-1,1 0 0,-1 0 0,1 0 0,0-1 1,0 1-1,1-5 0,3-12-6731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24575,'2'-2'0,"1"-3"0,2-1 0,3 0 0,2 2 0,4 2 0,4 0 0,4 1 0,5 1 0,3 0 0,2-2 0,4-1 0,2-2 0,-5 0-8191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24575,'2'-3'0,"6"0"0,6-2 0,5-1 0,4 0 0,5-1 0,2 0 0,3-2 0,1 0 0,-1 1 0,-6 0-8191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10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9 266 24575,'0'-2'0,"-2"-6"0,-1-3 0,0-5 0,3-2 0,4-2 0,5-3 0,9 1 0,8-1 0,9 1 0,5 0 0,3 1 0,1 0 0,-3 1 0,-7 3-8191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11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24575,'0'-2'0,"3"-2"0,4 1 0,7 1 0,5 0 0,4 1 0,5 1 0,5-1 0,-3 1-8191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1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42 24575,'-3'0'0,"0"-2"0,1-3 0,2-1 0,6-2 0,6 1 0,9 1 0,9 2 0,10 2 0,9 1 0,-4 0-8191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58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30 365 24575,'0'-1'0,"0"0"0,0 0 0,0 0 0,0 0 0,0 0 0,-1 0 0,1 0 0,0 0 0,-1 0 0,1 0 0,-1 0 0,1 0 0,-1 1 0,1-1 0,-1 0 0,1 0 0,-1 0 0,0 1 0,0-1 0,1 0 0,-2 0 0,1 0 0,1 1 0,-1 0 0,1 0 0,-1 0 0,1 0 0,-1 0 0,1 0 0,-1 0 0,1 0 0,-1 0 0,1 0 0,-1 0 0,1 1 0,-1-1 0,1 0 0,-1 0 0,1 0 0,0 0 0,-1 1 0,1-1 0,-1 0 0,1 1 0,0-1 0,-1 0 0,1 1 0,0-1 0,-1 0 0,1 1 0,0-1 0,-1 1 0,1-1 0,0 0 0,0 1 0,0-1 0,-1 1 0,1-1 0,0 1 0,0-1 0,0 1 0,0-1 0,0 1 0,0-1 0,0 1 0,0-1 0,0 1 0,-2 17 0,0-1 0,2 1 0,1 18 0,-1-27 0,12-84 0,-6 12 0,10-78 0,-12 116 0,2 1 0,0-1 0,14-34 0,-19 56 0,1 0 0,-1 0 0,1 0 0,-1 1 0,1-1 0,0 1 0,0-1 0,0 1 0,0-1 0,0 1 0,1 0 0,-1 0 0,1 0 0,-1 0 0,5-2 0,-6 4 0,0 0 0,0-1 0,0 1 0,0 0 0,0 0 0,0 0 0,0 0 0,1 0 0,-1 0 0,0 0 0,0 0 0,0 0 0,0 0 0,0 1 0,0-1 0,0 0 0,2 2 0,-1-1 0,0 0 0,0 1 0,-1-1 0,1 1 0,0-1 0,-1 1 0,1 0 0,-1 0 0,0-1 0,0 1 0,2 4 0,3 7 0,-1 0 0,0 1 0,-1-1 0,-1 1 0,0 0 0,2 25 0,-4 90 0,-1-96 0,-1-18 0,0-12 0,1 0 0,0 1 0,0-1 0,0 1 0,0-1 0,0 1 0,1-1 0,-1 1 0,3 3 0,-3-6 0,0-1 0,1 0 0,-1 0 0,0 0 0,1 0 0,-1 0 0,0 0 0,1 0 0,-1 0 0,1 0 0,-1 0 0,0 0 0,1 0 0,-1 0 0,0 0 0,1 0 0,-1 0 0,1 0 0,-1 0 0,0-1 0,1 1 0,-1 0 0,0 0 0,1 0 0,-1-1 0,0 1 0,0 0 0,1 0 0,-1-1 0,0 1 0,0 0 0,1-1 0,-1 1 0,0 0 0,0 0 0,0-1 0,1 1 0,-1-1 0,0 1 0,0 0 0,0-1 0,11-16 0,35-82 0,-35 71 0,1 1 0,2 0 0,1 1 0,21-29 0,-36 54 0,1 0 0,0 0 0,0 0 0,0 0 0,0 0 0,-1 0 0,1 0 0,0 0 0,0 1 0,1-1 0,-1 0 0,0 1 0,0-1 0,0 1 0,0-1 0,1 1 0,-1-1 0,1 1 0,-1 0 0,0 0 0,-1 0 0,1 1 0,0-1 0,-1 0 0,1 0 0,0 1 0,-1-1 0,1 0 0,-1 1 0,1-1 0,0 1 0,-1-1 0,1 1 0,-1-1 0,0 1 0,1-1 0,-1 1 0,1 0 0,-1-1 0,0 1 0,1-1 0,-1 2 0,2 4 0,0 0 0,0 0 0,-1 0 0,0 0 0,1 10 0,0 177 55,-4-122-1475,2-46-5406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5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124 133 24575,'12'-55'0,"-11"47"0,-1 1 0,0 0 0,-1 0 0,0 0 0,0 0 0,-2-9 0,2 15 0,1 0 0,-1 0 0,1 0 0,-1 0 0,1-1 0,-1 1 0,1 0 0,-1 0 0,0 0 0,0 0 0,1 0 0,-1 1 0,0-1 0,0 0 0,0 0 0,0 1 0,0-1 0,-1 0 0,0 0 0,1 1 0,0 0 0,-1 0 0,1 0 0,0 0 0,-1 0 0,1 0 0,0 1 0,-1-1 0,1 0 0,0 1 0,0-1 0,-1 1 0,1-1 0,0 1 0,0 0 0,0-1 0,0 1 0,0 0 0,0 0 0,-2 1 0,-5 6 0,-1 1 0,1-1 0,0 1 0,1 1 0,-9 14 0,12-17 0,0 0 0,0 0 0,1 0 0,0 1 0,0 0 0,0 0 0,1-1 0,-2 16 0,4-22 0,0 0 0,0 0 0,0 0 0,0 0 0,0 0 0,0 0 0,0 0 0,0 0 0,0-1 0,1 1 0,-1 0 0,0 0 0,0 0 0,1 0 0,-1 0 0,1-1 0,-1 1 0,1 0 0,-1 0 0,1 0 0,-1-1 0,1 1 0,0 0 0,-1-1 0,1 1 0,0-1 0,-1 1 0,1-1 0,0 1 0,0-1 0,0 1 0,0-1 0,-1 0 0,1 0 0,0 1 0,0-1 0,0 0 0,0 0 0,0 0 0,0 0 0,0 0 0,0 0 0,-1 0 0,3 0 0,5-2 0,0 1 0,0-1 0,0-1 0,10-4 0,2 0 0,-19 7 0,0-1 0,0 1 0,1 0 0,-1-1 0,0 1 0,1 0 0,-1 0 0,0 0 0,1 0 0,-1 0 0,0 0 0,1 1 0,-1-1 0,0 0 0,1 1 0,-1-1 0,0 0 0,0 1 0,0 0 0,1-1 0,-1 1 0,0 0 0,0 0 0,0-1 0,0 1 0,0 0 0,0 0 0,0 0 0,-1 0 0,1 0 0,0 1 0,0-1 0,-1 0 0,1 0 0,-1 0 0,1 2 0,1 5 0,0 1 0,0-1 0,-1 0 0,-1 1 0,1 8 0,2 18 0,-3-33-42,0 0-1,1 0 0,-1 0 1,1 0-1,-1 0 0,1 0 1,0 0-1,0 0 0,0 0 1,0-1-1,0 1 0,0 0 1,1-1-1,-1 1 0,0-1 1,1 1-1,-1-1 0,1 0 1,0 0-1,-1 0 0,1 0 1,0 0-1,0 0 0,0 0 1,-1 0-1,1-1 0,0 1 1,0 0-1,0-1 0,0 0 1,3 1-1,9-3-6783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5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89 24575,'1'-13'0,"-2"-30"0,1 41 0,0 0 0,0 0 0,-1 0 0,1 0 0,0 0 0,-1 0 0,0 0 0,1 0 0,-1 1 0,0-1 0,0 0 0,0 0 0,0 1 0,0-1 0,-1 1 0,0-2 0,1 3 0,0 0 0,1 0 0,-1 0 0,1 0 0,-1 1 0,1-1 0,-1 0 0,1 0 0,-1 1 0,1-1 0,-1 0 0,1 1 0,-1-1 0,1 1 0,-1-1 0,1 0 0,0 1 0,-1-1 0,1 1 0,0-1 0,-1 1 0,1-1 0,0 1 0,0 0 0,0-1 0,-1 1 0,1-1 0,0 1 0,0-1 0,0 1 0,0 0 0,0 0 0,-6 23 0,-1 40 0,3-1 0,4 84 0,1-76 0,2-12-1365,0-41-5461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6:59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24575,'0'0'0,"1"1"0,-1-1 0,0 1 0,0-1 0,0 0 0,0 1 0,1-1 0,-1 1 0,0-1 0,0 0 0,1 1 0,-1-1 0,0 1 0,0-1 0,1 0 0,-1 1 0,0-1 0,1 0 0,-1 0 0,1 1 0,-1-1 0,0 0 0,1 0 0,-1 0 0,1 1 0,-1-1 0,1 0 0,-1 0 0,1 0 0,22 2 0,-16-3 0,1 1 0,-1-1 0,0-1 0,8-2 0,-9 2 0,0-1 0,0 0 0,-1 0 0,1-1 0,-1 0 0,0 0 0,0 0 0,0 0 0,7-9 0,-1-1 0,-1-1 0,9-18 0,-8 14 0,-10 18 0,-1 0 0,0 0 0,1 0 0,-1 0 0,1 0 0,0 0 0,-1 0 0,1 1 0,0-1 0,-1 0 0,1 0 0,0 1 0,0-1 0,0 0 0,-1 1 0,1-1 0,0 1 0,0-1 0,0 1 0,1-1 0,-1 1 0,-1 1 0,1-1 0,0 0 0,-1 1 0,1-1 0,-1 0 0,1 1 0,-1-1 0,0 1 0,1-1 0,-1 1 0,1-1 0,-1 1 0,0-1 0,1 1 0,-1-1 0,0 1 0,0-1 0,1 1 0,-1-1 0,0 1 0,0 0 0,0 0 0,2 8 0,-1 0 0,0 0 0,0 11 0,-2 111 0,1-131 0,0 1 0,0-1 0,0 1 0,0-1 0,0 0 0,0 1 0,0-1 0,0 1 0,0-1 0,0 0 0,0 1 0,0-1 0,0 1 0,0-1 0,0 0 0,0 1 0,1-1 0,-1 0 0,0 1 0,0-1 0,0 0 0,1 1 0,-1-1 0,0 0 0,1 1 0,-1-1 0,0 0 0,0 0 0,1 1 0,-1-1 0,0 0 0,1 0 0,-1 0 0,1 0 0,-1 1 0,0-1 0,1 0 0,-1 0 0,0 0 0,1 0 0,-1 0 0,1 0 0,-1 0 0,0 0 0,1 0 0,-1 0 0,1 0 0,-1 0 0,0 0 0,1 0 0,-1-1 0,1 1 0,-1 0 0,0 0 0,1 0 0,-1-1 0,0 1 0,1 0 0,-1 0 0,0-1 0,0 1 0,1 0 0,-1 0 0,0-1 0,0 1 0,1-1 0,23-24 0,-21 21 0,18-24 0,-16 21 0,0-1 0,1 1 0,-1 0 0,2 1 0,-1-1 0,1 1 0,9-6 0,-15 11 0,1 0 0,-1 0 0,0 1 0,0-1 0,1 1 0,-1-1 0,1 1 0,-1 0 0,0-1 0,1 1 0,-1 0 0,1 0 0,-1 0 0,1 0 0,-1 0 0,0 0 0,1 0 0,-1 1 0,1-1 0,-1 0 0,0 1 0,2 0 0,-1 0 0,0 1 0,0 0 0,0-1 0,0 1 0,0 0 0,0 0 0,-1 0 0,1 0 0,-1 0 0,1 0 0,1 4 0,1 3 0,0 1 0,0 0 0,-1 0 0,3 20 0,-1 27-1365,-4-32-5461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0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292 125 24575,'1'-21'0,"-1"12"0,1 0 0,-1 0 0,-1 1 0,0-1 0,-3-16 0,3 23 0,0 0 0,1 0 0,-1 0 0,0 1 0,0-1 0,0 0 0,-1 0 0,1 1 0,0-1 0,-1 0 0,1 1 0,-1 0 0,0-1 0,1 1 0,-1 0 0,0 0 0,0 0 0,0 0 0,1 0 0,-1 0 0,0 0 0,0 1 0,0-1 0,-1 1 0,1-1 0,0 1 0,0 0 0,0 0 0,-3 0 0,-4 1 0,0 0 0,1 0 0,0 1 0,-1 0 0,1 1 0,0-1 0,0 2 0,0-1 0,1 1 0,-11 7 0,12-7 0,0-1 0,0 2 0,0-1 0,1 1 0,0 0 0,0 0 0,0 0 0,1 1 0,0-1 0,0 1 0,0 0 0,1 0 0,-3 8 0,5-11 0,0 1 0,1-1 0,-1 1 0,1-1 0,0 1 0,0 0 0,1-1 0,-1 1 0,1-1 0,-1 1 0,1-1 0,0 1 0,0-1 0,1 0 0,-1 1 0,1-1 0,0 0 0,0 0 0,0 0 0,0 0 0,0 0 0,0-1 0,4 4 0,8 7 0,0-1 0,0-1 0,21 13 0,-22-15 0,6 3 0,35 28 0,-49-36 0,0 0 0,0 0 0,-1 1 0,0 0 0,0 0 0,0 0 0,6 11 0,-10-14 0,1-1 0,-1 1 0,0-1 0,1 1 0,-1 0 0,0-1 0,0 1 0,0-1 0,0 1 0,0 0 0,0-1 0,-1 1 0,1 0 0,0-1 0,-1 1 0,1-1 0,-1 1 0,0-1 0,1 1 0,-1-1 0,0 0 0,0 1 0,0-1 0,0 0 0,0 1 0,0-1 0,-1 0 0,1 0 0,0 0 0,0 0 0,-3 1 0,-2 2 0,-1 0 0,0 0 0,0-1 0,0 0 0,-10 4 0,-5-2-170,0 0-1,0-2 0,0 0 1,-1-2-1,1 0 0,-1-1 1,-25-4-1,25 0-6655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0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51 24575,'0'-2'0,"0"0"0,0-1 0,0 1 0,-1 0 0,1 0 0,-1 0 0,1 0 0,-1 0 0,0 0 0,0 0 0,0 1 0,0-1 0,0 0 0,0 0 0,0 1 0,-1-1 0,1 0 0,-1 1 0,1-1 0,-1 1 0,1 0 0,-1 0 0,0 0 0,0-1 0,0 1 0,1 1 0,-1-1 0,0 0 0,0 0 0,0 1 0,0-1 0,-4 1 0,4-1 0,-1 1 0,1 0 0,-1 0 0,0 0 0,1 0 0,-1 0 0,1 1 0,-1-1 0,0 1 0,1 0 0,0 0 0,-1 0 0,1 0 0,-1 0 0,1 0 0,0 0 0,0 1 0,0 0 0,0-1 0,0 1 0,0 0 0,0 0 0,0 0 0,1 0 0,-1 0 0,-1 3 0,0 1 22,0 0-1,1 1 0,0 0 1,0 0-1,0 0 0,1 0 1,0 0-1,1 0 0,-1 0 1,1 0-1,1 0 0,-1 0 1,1 0-1,0 0 0,3 7 1,-3-8-104,1-1 1,0 0 0,0 0 0,0 0-1,1-1 1,0 1 0,-1 0-1,2-1 1,-1 0 0,0 0 0,1 0-1,0 0 1,0 0 0,0-1 0,0 0-1,1 0 1,-1 0 0,1 0 0,0-1-1,5 3 1,11 1-6745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1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 24575,'-2'0'0,"-3"-2"0,-4-1 0,3 3 0,5 0 0,4 2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1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24575,'-6'9'0,"-1"10"0,-5 47 0,-5 83 0,9 71 0,5-139 0,-12 1190 0,-15-535 0,16-510 0,-42 307 0,44-440 0,4 10 0,5 121 0,4-126 0,17-156-1365,-10 31-5461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1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84 24575,'-7'-6'0,"-1"0"0,1 1 0,-1 0 0,0 0 0,0 0 0,0 1 0,-10-3 0,-18-9 0,36 16 0,-1-1 0,0 1 0,0 0 0,1-1 0,-1 1 0,0-1 0,1 1 0,-1-1 0,0 1 0,1-1 0,-1 1 0,0-1 0,1 0 0,-1 1 0,1-1 0,0 0 0,-1-1 0,1 2 0,0 0 0,0-1 0,0 1 0,0 0 0,0-1 0,0 1 0,0 0 0,1-1 0,-1 1 0,0 0 0,0-1 0,1 1 0,-1 0 0,0 0 0,0-1 0,1 1 0,-1 0 0,0 0 0,0 0 0,1-1 0,-1 1 0,0 0 0,1 0 0,-1 0 0,0 0 0,1 0 0,0-1 0,31-4 0,336 3 0,-188 4 0,247 10 0,-418-11 0,-1-1 0,0 1 0,-1 0 0,1 0 0,0 1 0,9 2 0,-16-3 0,0-1 0,0 1 0,1-1 0,-1 1 0,0 0 0,0-1 0,0 1 0,0 0 0,0 0 0,0 0 0,0 0 0,0 0 0,0 0 0,-1 0 0,1 0 0,0 0 0,0 0 0,-1 0 0,1 1 0,-1-1 0,1 0 0,-1 0 0,0 1 0,1-1 0,-1 0 0,0 1 0,0-1 0,0 0 0,0 1 0,0-1 0,0 0 0,0 1 0,-1-1 0,1 0 0,0 0 0,-2 3 0,-8 31 0,0 1 0,3-1 0,1 2 0,-2 49 0,13 427 0,23 1 0,6 229 0,-47-338 0,0-143 0,27-13 0,-1-22 0,-13-191 0,-1 39 0,10 78 0,-3-69 0,-5 112 0,-3-86 0,3-84 0,-2 1 0,0-1 0,-2 0 0,-10 43 0,13-69 0,-3 7 0,1 0 0,1 0 0,0 0 0,0 0 0,-1 8 0,9-24 0,1-9 0,-3-2-1365,-1-1-5461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19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17 24575,'0'-17'0,"-1"22"0,0 24 0,-6 34 0,-22 291 0,26 471 0,32 17 0,-30-52 0,9-632 0,-2-86 0,0-8 0,1 40 0,-7-102-85,0 0 0,0 1-1,0-1 1,1 1 0,-1-1-1,1 0 1,-1 1 0,1-1-1,0 0 1,0 0 0,0 1-1,0-1 1,0 0 0,0 0-1,3 3 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20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32 24575,'-6'-2'0,"12"-3"0,13-3 0,17 2 0,0 1 0,-1 2 0,2 1 0,38 3 0,-14 0 0,577 27 0,-637-27 0,1-1 0,-1 0 0,1 1 0,-1-1 0,1 0 0,-1 1 0,1 0 0,-1-1 0,1 1 0,-1 0 0,0 0 0,1 0 0,-1 0 0,0 0 0,0 0 0,0 0 0,0 0 0,1 0 0,-2 1 0,1-1 0,0 0 0,0 1 0,0-1 0,-1 0 0,1 1 0,-1-1 0,1 1 0,-1-1 0,1 1 0,-1 2 0,1 5 0,-1-1 0,0 1 0,0 0 0,-3 14 0,0 5 0,23 485 0,1-112 0,-21 853 0,-1-593 0,3-609 0,10 56 0,0-3 0,-11-82 0,0 0 0,-1 1 0,-2-1 0,0 0 0,-11 44 0,0-1 0,12-60 0,0-1 0,1 1 0,0-1 0,0 1 0,1-1 0,-1 1 0,1-1 0,1 1 0,2 9 0,-1-12 342,-3-8-2049,-1-3-5119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23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81 265 24575,'-1'-9'0,"-1"1"0,1 0 0,-1 0 0,-1 0 0,0 0 0,-4-9 0,-1-4 0,-3-7 0,3 5 0,-12-45 0,20 65 0,0-1 0,-1 1 0,1-1 0,1 1 0,-1-1 0,0 1 0,1-1 0,1-3 0,-2 6 0,1 0 0,-1-1 0,0 1 0,1 0 0,-1 0 0,1-1 0,0 1 0,-1 0 0,1 0 0,0 0 0,0 0 0,-1 0 0,1 0 0,0 0 0,0 0 0,0 0 0,0 1 0,0-1 0,1 0 0,-1 1 0,0-1 0,0 0 0,0 1 0,2-1 0,-2 1 0,-1 0 0,1 0 0,-1 0 0,1 1 0,-1-1 0,1 0 0,-1 0 0,1 0 0,-1 0 0,1 1 0,-1-1 0,1 0 0,-1 1 0,1-1 0,-1 0 0,0 1 0,1-1 0,-1 0 0,1 1 0,-1-1 0,0 1 0,0-1 0,1 1 0,-1-1 0,0 1 0,0-1 0,1 1 0,-1-1 0,0 1 0,0-1 0,0 1 0,0-1 0,0 2 0,2 20 0,-1-18 0,-7 315 0,-2-126 0,-15 481 0,7-244 0,15-285 0,7-1 0,33 200 0,-30-269 0,-7-48 0,1 1 0,13 47 0,-16-74 0,1 1 0,-1-1 0,1 0 0,-1 0 0,1 0 0,0 0 0,-1 0 0,1 0 0,0 0 0,0 0 0,-1 0 0,1 0 0,0 0 0,0 0 0,0 0 0,0-1 0,0 1 0,0 0 0,0-1 0,1 1 0,-1-1 0,0 1 0,0-1 0,0 0 0,1 1 0,-1-1 0,0 0 0,2 0 0,-1 0 0,0 1 0,-1-1 0,1 1 0,0-1 0,0 1 0,0-1 0,-1 1 0,1 0 0,0 0 0,-1 0 0,3 2 0,4 2-1365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23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24575,'0'-5'0,"1"-9"0,-1 14 0,0-1 0,0 1 0,0 0 0,0-1 0,0 1 0,1 0 0,-1 0 0,0-1 0,0 1 0,0 0 0,1 0 0,-1-1 0,0 1 0,0 0 0,1 0 0,-1 0 0,0-1 0,1 1 0,-1 0 0,0 0 0,0 0 0,1 0 0,-1 0 0,0 0 0,1 0 0,-1-1 0,0 1 0,1 0 0,-1 0 0,0 0 0,1 0 0,-1 1 0,0-1 0,1 0 0,260 17 0,-20-2 0,-187-8 0,-2 1 0,77 23 0,-116-27 0,-1 0 0,1 1 0,-1 0 0,-1 1 0,1 0 0,-1 1 0,11 9 0,-17-12 0,0 1 0,0 0 0,-1 0 0,0 0 0,0 0 0,0 1 0,0 0 0,-1 0 0,0 0 0,0 0 0,-1 0 0,0 0 0,0 1 0,0-1 0,1 11 0,-1 23 0,-1-1 0,-2 1 0,-2 0 0,-8 44 0,0 4 0,0 46 0,6-1 0,6 1 0,24 186 0,-4-160 0,-7 2 0,-11 264 0,-13-7 0,10-413 0,0 0-76,-1 1 1,1-1-1,-2 0 0,1 0 0,-1-1 0,0 1 0,0 0 0,0-1 1,-1 1-1,0-1 0,0 1 0,-1-1 0,1 0 0,-1-1 1,0 1-1,0-1 0,-9 8 0,2-4-6750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2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6439 24575,'10'-532'0,"-11"114"0,-6 311 0,-40-201 0,27 220 0,-96-506 0,80 354 0,-6-37 0,-60-318 0,50 376 0,43 170 0,2-1 0,0-75 0,15 16 0,-1-7 0,-32-210 0,11 207 0,0-54 0,14 135 0,1 1 0,9-62 0,16-101 0,-26 176 0,0 0 0,-2 0 0,-8-44 0,4 40 0,3 0 0,-2-34 0,13-63 0,-1-12 0,-7-374 0,6 414 0,-3 72 0,-1-1 0,-1 0 0,-2 0 0,-5-39 0,2 30 0,1-1 0,3-68 0,2 36 0,-2 63 0,0-1 0,0 0 0,1 1 0,0-1 0,0 0 0,0 1 0,1-1 0,2-5 0,-3 10 0,0-1 0,0 0 0,0 1 0,0-1 0,0 1 0,0 0 0,0-1 0,0 1 0,1 0 0,-1 0 0,1-1 0,-1 1 0,1 0 0,-1 0 0,1 1 0,-1-1 0,1 0 0,0 1 0,0-1 0,-1 0 0,1 1 0,0 0 0,0 0 0,-1-1 0,1 1 0,0 0 0,0 0 0,3 1 0,71 9 0,64 6 0,-65-11 0,582 45 0,-643-49 0,1 1 0,-1 0 0,0 1 0,22 8 0,-32-10 0,0 1 0,0 0 0,-1 0 0,1 0 0,-1 0 0,1 0 0,-1 1 0,0 0 0,0 0 0,0 0 0,0 0 0,-1 0 0,1 0 0,-1 1 0,0-1 0,0 1 0,0-1 0,0 1 0,-1 0 0,2 6 0,3 22 0,-1 1 0,-2 1 0,-2-1 0,-2 36 0,1 32 0,4-15 0,11 794 0,-15-5 0,87-4 0,-80-829 0,42 311 0,-42-275 0,-4 1 0,-10 120 0,-18-4 0,-10 178 0,3 220 0,26-537 0,-43 366 0,44-369 0,2 0 0,2 0 0,2 0 0,10 59 0,-6 1 0,-5-83 0,1 0 0,2 0 0,6 32 0,1-21 0,17 90 0,-25-106 0,-1 48 0,-2-42 0,9-86-1365,-5 29-5461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30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24575,'-2'0'0,"1"2"0,1 4 0,3 4 0,3 6 0,1 5 0,1 3 0,-1 2 0,-1 0 0,-2-1 0,0 0 0,1-1 0,-2-6-8191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30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38 139 24575,'-3'-33'0,"3"33"0,0 0 0,0-1 0,-1 1 0,1 0 0,0-1 0,0 1 0,0 0 0,0-1 0,0 1 0,-1 0 0,1-1 0,0 1 0,0 0 0,0-1 0,-1 1 0,1 0 0,0 0 0,0 0 0,-1-1 0,1 1 0,0 0 0,-1 0 0,1 0 0,0-1 0,-1 1 0,1 0 0,-1 0 0,0 0 0,0 1 0,0-1 0,1 1 0,-1-1 0,0 1 0,0-1 0,1 1 0,-1-1 0,0 1 0,1 0 0,-1 0 0,0-1 0,1 1 0,-1 0 0,1 0 0,0 0 0,-1 0 0,-2 6 0,0 0 0,1 0 0,0 1 0,0-1 0,1 0 0,0 1 0,0-1 0,1 1 0,0-1 0,0 1 0,0-1 0,1 1 0,1-1 0,-1 1 0,3 7 0,-2-10 0,-1-1 0,1 1 0,0-1 0,0 1 0,1-1 0,-1 0 0,1 0 0,0 0 0,0 0 0,7 6 0,-7-8 0,-1 0 0,0-1 0,1 1 0,-1-1 0,1 0 0,0 1 0,-1-1 0,1 0 0,0-1 0,0 1 0,0 0 0,0-1 0,0 0 0,-1 0 0,1 1 0,0-2 0,0 1 0,0 0 0,4-1 0,-3 0 0,0 0 0,0-1 0,-1 1 0,1-1 0,0 1 0,0-1 0,-1 0 0,1-1 0,-1 1 0,0-1 0,0 1 0,0-1 0,0 0 0,0 0 0,-1 0 0,1 0 0,3-8 0,-5 9 0,0 0 0,0 0 0,0 0 0,0-1 0,0 1 0,-1-1 0,1 1 0,-1 0 0,0-1 0,0 1 0,0-1 0,0 1 0,0-1 0,0 1 0,-1-1 0,1 1 0,-1 0 0,1-1 0,-1 1 0,0 0 0,0-1 0,0 1 0,-1 0 0,1 0 0,0 0 0,-1 0 0,1 0 0,-1 0 0,0 1 0,-2-3 0,-25-17 0,-10-8 0,37 27 0,0 0 0,0 0 0,0 0 0,0 0 0,1 0 0,-1-1 0,0 1 0,1-1 0,0 1 0,0-1 0,0 1 0,0-1 0,-1-4 0,2 5 0,0 0 0,0 0 0,0 1 0,1-1 0,-1 0 0,1 0 0,-1 0 0,1 0 0,0 0 0,-1 0 0,1 0 0,0 1 0,0-1 0,0 0 0,1 1 0,-1-1 0,0 1 0,0-1 0,1 1 0,-1 0 0,1-1 0,0 1 0,-1 0 0,1 0 0,0 0 0,3-1 0,3-2 0,0 1 0,0 0 0,0 0 0,16-3 0,-12 4 0,0 0 0,0 0 0,1 1 0,-1 1 0,0 0 0,1 0 0,-1 2 0,0-1 0,0 2 0,15 4 0,-25-7 0,0 1 0,0 0 0,0 0 0,0 1 0,0-1 0,-1 0 0,1 1 0,0-1 0,-1 1 0,1-1 0,-1 1 0,1 0 0,-1 0 0,0 0 0,1 0 0,-1 0 0,0 0 0,-1 0 0,1 0 0,0 0 0,0 0 0,0 4 0,0 4 0,-1-1 0,0 1 0,0-1 0,-3 14 0,2-16 0,0 0 0,1-1 0,0 1 0,0 0 0,0 0 0,1 0 0,1 8 0,-1-14 0,-1 0 0,1 0 0,-1 0 0,1 0 0,0 0 0,0 0 0,-1 0 0,1 0 0,0-1 0,0 1 0,0 0 0,0-1 0,0 1 0,0 0 0,0-1 0,0 1 0,0-1 0,0 0 0,0 1 0,0-1 0,1 0 0,-1 0 0,0 1 0,0-1 0,0 0 0,0 0 0,1 0 0,-1-1 0,0 1 0,0 0 0,0 0 0,0-1 0,0 1 0,0 0 0,0-1 0,2 0 0,5-2 0,1 0 0,0-1 0,9-6 0,-16 8 0,5-2 0,0 0 0,0-1 0,-1 0 0,0 0 0,0 0 0,0-1 0,0 0 0,-1 0 0,0 0 0,5-10 0,-8 13 0,-1 0 0,0 1 0,1-1 0,-1 0 0,0 0 0,-1 0 0,1 0 0,0 0 0,-1 0 0,0 0 0,1 0 0,-1 0 0,-1 0 0,1 0 0,0 0 0,-1 0 0,1 0 0,-1 1 0,0-1 0,0 0 0,0 0 0,0 0 0,-1 1 0,1-1 0,-1 0 0,1 1 0,-1-1 0,0 1 0,0 0 0,-3-3 0,0 1 27,0 0-1,-1 0 0,1 0 0,-1 1 1,0 0-1,0 1 0,0-1 0,0 1 1,0 0-1,-1 0 0,1 1 0,-9-1 1,3 1-312,0 0 1,1 1-1,-1 0 1,0 1-1,-22 4 1,10 2-6542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34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3624 24575,'1'-14'0,"1"0"0,0 0 0,1 1 0,9-26 0,3-17 0,31-296 0,-27 173 0,-8 22 0,-9 93 0,11-64 0,8 4 0,9-226 0,-30-240 0,-3 530 0,-18-97 0,6 57 0,6 21 0,2-81 0,6 119 0,-2-1 0,-9-42 0,-24-81 0,29 132 0,-1-1 0,-30-144 0,31 133 0,-3-90 0,3 47 0,1-5 0,5 83 0,2-11 0,-1 21 0,1 0 0,-1-1 0,0 1 0,1 0 0,-1-1 0,0 1 0,0 0 0,1-1 0,-1 1 0,1 0 0,-1 0 0,0-1 0,1 1 0,-1 0 0,1 0 0,-1 0 0,0 0 0,1-1 0,-1 1 0,1 0 0,-1 0 0,1 0 0,-1 0 0,1 0 0,-1 0 0,0 0 0,1 0 0,-1 1 0,1-1 0,-1 0 0,1 0 0,-1 0 0,0 0 0,1 0 0,-1 1 0,1-1 0,-1 0 0,0 0 0,1 1 0,-1-1 0,1 1 0,14 5 0,0 0 0,0 0 0,1-2 0,21 4 0,68 6 0,-69-10 0,52 5 0,162-5 0,-218-8 0,-26 3 0,0 0 0,1 0 0,-1 1 0,11 0 0,-14 1 0,0-1 0,0 1 0,-1 0 0,1 0 0,0 0 0,-1 0 0,1 0 0,-1 1 0,1-1 0,-1 1 0,1 0 0,-1 0 0,4 3 0,3 6 0,0 0 0,-1 0 0,-1 1 0,0 0 0,0 0 0,-1 0 0,0 1 0,-2 0 0,1 0 0,4 27 0,-3-3 0,-1 0 0,-1 69 0,-30 207 0,4-94 0,-24 346 0,38-461 0,10 191 0,3-212 0,-5-1 0,-15 139 0,10-178 0,1 1 0,2-1 0,2 1 0,3-1 0,9 63 0,-6-59 0,0 90 0,-7-100 0,2-1 0,2 1 0,1-1 0,13 54 0,-4-42 0,-3 0 0,-1 1 0,-3 0 0,0 93 0,-7-79 0,2 79 0,13-62 0,-10-67 342,-4-13-371,0 0 1,0 0-1,0 0 1,0 0-1,0-1 1,0 1-1,0 0 1,0 0 0,0 0-1,0 0 1,0 0-1,1-1 1,-1 1-1,0 0 1,0 0-1,0 0 1,0 0 0,0 0-1,0 0 1,0 0-1,0-1 1,1 1-1,-1 0 1,0 0-1,0 0 1,0 0 0,0 0-1,0 0 1,1 0-1,-1 0 1,0 0-1,0 0 1,0 0-1,0 0 1,0 0 0,1 0-1,-1 0 1,0 0-1,0 0 1,0 0-1,0 0 1,0 0-1,1 0 1,-1 0 0,0 0-1,0 0 1,0 0-1,0 0 1,0 0-1,1 1 1,-1-1-1,0 0 1,0 0 0,0 0-1,0 0 1,0 0-1,0 0 1,0 0-1,1 1 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37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30 24575,'-2'0'0,"-3"0"0,-3 0 0,-1-2 0,0-3 0,-2-6 0,2 0-8191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3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24575,'-7'0'0,"-7"0"0,-5 0 0,-5 0 0,-2 0 0,0 0 0,1 0 0,4 0-8191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3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24575,'-12'0'0,"-17"0"0,-4 0-8191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38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24575,'-11'0'0,"-16"0"0,-3 0-8191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36 115 24575,'-3'-2'0,"-2"-1"0,-1-2 0,-1-1 0,-1-1 0,3-2 0,3-1 0,7 0 0,8 1 0,5-2 0,5 0 0,6-2 0,1 3 0,-3 2-8191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24575,'0'2'0,"2"1"0,1 2 0,4 1 0,4-2 0,7-3 0,4-2 0,4 0 0,2-3 0,0-1 0,1-1 0,-5 0-8191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09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24575,'3'0'0,"2"0"0,3 0 0,3 0 0,4 0 0,1 0 0,3 0 0,3 0 0,2-2 0,2-4 0,-3 0-8191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10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24575,'2'0'0,"3"0"0,6 0 0,7-2 0,8-1 0,9-2 0,7-3 0,9-2 0,-5 1-8191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17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55 24575,'-1'0'0,"1"0"0,-1 0 0,1 0 0,-1 0 0,1 0 0,-1 1 0,1-1 0,-1 0 0,1 0 0,-1 0 0,1 0 0,-1-1 0,0 1 0,1 0 0,-1 0 0,1 0 0,-1 0 0,1 0 0,-1-1 0,1 1 0,0 0 0,-1 0 0,1-1 0,-1 1 0,1 0 0,-1-1 0,1 1 0,0 0 0,-1-2 0,13-7 0,26-7 0,-14 9 0,1 1 0,1 1 0,-1 2 0,1 0 0,46 2 0,-70 1 0,0 1 0,0-1 0,0 1 0,0-1 0,0 1 0,0 0 0,0 0 0,0 0 0,0 0 0,-1 0 0,1 0 0,0 0 0,-1 0 0,1 1 0,-1-1 0,1 1 0,-1-1 0,0 1 0,0 0 0,1-1 0,-1 1 0,0 0 0,-1 0 0,1 0 0,1 3 0,1 5 0,0 1 0,-1 0 0,1 19 0,-1-13 0,-2-15 0,26 285-1365,-26-270-5461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1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12 164 24575,'-1'-1'0,"0"-1"0,0 1 0,0 0 0,0 0 0,0 0 0,0-1 0,1 1 0,-1-1 0,0 1 0,1 0 0,-1-1 0,1 1 0,0-1 0,-1 1 0,1-1 0,0 0 0,0 1 0,0-1 0,0 1 0,0-1 0,0 1 0,1-1 0,-1 1 0,0-1 0,1 1 0,-1-1 0,1 1 0,-1-1 0,1 1 0,0 0 0,1-3 0,1 1 0,-1 0 0,1 0 0,-1 0 0,1 0 0,0 0 0,0 1 0,0-1 0,1 1 0,-1 0 0,0 0 0,5-2 0,15-3 0,-1 0 0,1 2 0,42-4 0,7-2 0,-52 7 0,-1 0 0,0-1 0,33-15 0,-63 100 0,12-76 0,-1 1 0,1 0 0,-1-1 0,1 1 0,1 0 0,-1-1 0,1 1 0,0-1 0,0 0 0,0 0 0,0 0 0,1 0 0,-1 0 0,1 0 0,0 0 0,1-1 0,-1 0 0,0 1 0,1-1 0,0 0 0,7 4 0,-8-6 0,0 1 0,0-1 0,1 1 0,-1-1 0,0 0 0,0 0 0,1 0 0,-1-1 0,1 1 0,-1-1 0,1 0 0,-1 0 0,1 0 0,-1-1 0,1 1 0,-1-1 0,0 0 0,1 1 0,-1-2 0,0 1 0,0 0 0,1-1 0,-1 1 0,0-1 0,-1 0 0,1 0 0,0 0 0,0 0 0,-1-1 0,4-3 0,-4 4 0,1-1 0,-1 0 0,0 0 0,0 0 0,0 0 0,-1-1 0,1 1 0,-1 0 0,0-1 0,0 1 0,0-1 0,0 1 0,0-1 0,-1 1 0,0-1 0,0 0 0,0 1 0,0-1 0,0 1 0,-1-1 0,1 1 0,-1-1 0,0 0 0,0 1 0,0 0 0,-1-1 0,1 1 0,-1 0 0,0 0 0,0 0 0,-3-5 0,1 4 0,1 0 0,-1-1 0,0 1 0,0 1 0,0-1 0,-1 0 0,1 1 0,-1 0 0,0 0 0,0 1 0,0-1 0,0 1 0,0 0 0,-1 0 0,1 1 0,-1 0 0,1 0 0,-1 0 0,-9 0 0,8 2-124,1 0 0,0 0 0,0 0 0,0 1 0,0 0 0,0 0-1,0 1 1,0 0 0,1 0 0,-10 6 0,-3 5-6702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2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11 24575,'0'-1'0,"0"0"0,0 1 0,-1-1 0,1 1 0,0-1 0,0 1 0,0 0 0,-1-1 0,1 1 0,0-1 0,-1 1 0,1-1 0,-1 1 0,1 0 0,0-1 0,-1 1 0,1 0 0,-1-1 0,1 1 0,-1 0 0,1 0 0,-1-1 0,1 1 0,-1 0 0,1 0 0,-1 0 0,1 0 0,-1 0 0,1 0 0,-1 0 0,1 0 0,-1 0 0,0 0 0,1 0 0,-1 0 0,1 0 0,-1 0 0,1 0 0,-1 1 0,1-1 0,-1 0 0,1 0 0,-1 1 0,0-1 0,-24 11 0,18-6 0,-1 0 0,2 1 0,-1 0 0,1 0 0,0 0 0,0 1 0,0 0 0,1 0 0,0 1 0,1 0 0,0-1 0,0 1 0,0 1 0,1-1 0,1 0 0,-1 1 0,-1 9 0,2-5 0,0 0 0,1 0 0,0 0 0,1 0 0,0 0 0,1 0 0,0 0 0,1-1 0,1 1 0,0 0 0,6 15 0,-8-25 0,1 1 0,0 0 0,0-1 0,0 1 0,1-1 0,-1 0 0,1 0 0,0 0 0,0 0 0,0 0 0,0 0 0,0-1 0,0 1 0,1-1 0,0 0 0,-1 0 0,1-1 0,6 3 0,-8-3 0,1-1 0,0 0 0,-1 1 0,1-1 0,0 0 0,0 0 0,-1 0 0,1-1 0,0 1 0,-1-1 0,1 1 0,0-1 0,-1 0 0,1 0 0,-1 0 0,1 0 0,-1-1 0,0 1 0,0-1 0,1 1 0,-1-1 0,0 0 0,0 0 0,0 0 0,-1 0 0,1 0 0,0 0 0,-1 0 0,2-3 0,-1-1 0,1 1 0,-1-1 0,-1 0 0,1 0 0,-1 1 0,0-1 0,0 0 0,0-1 0,-1 1 0,0 0 0,-1 0 0,1 0 0,-1 0 0,-2-8 0,2 10 0,0 0 0,-1 0 0,1 0 0,-1 0 0,0 0 0,0 1 0,0-1 0,0 1 0,-6-7 0,7 8 0,-1 1 0,0-1 0,0 1 0,0-1 0,0 1 0,0 0 0,0 0 0,0 0 0,0 0 0,0 0 0,-1 0 0,1 1 0,0-1 0,0 1 0,-1 0 0,1-1 0,0 1 0,-4 0 0,3 1 17,1-1-1,0 1 0,-1-1 0,1 1 1,0 0-1,-1 0 0,1 0 0,0 0 1,0 1-1,0-1 0,0 0 0,0 1 1,0-1-1,0 1 0,1 0 0,-1 0 1,0 0-1,1 0 0,0 0 0,-2 2 1,0 0-188,1 0 0,0 1 1,1-1-1,-1 0 0,1 1 1,-1-1-1,1 1 0,1-1 1,-2 9-1,3 4-6655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21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40 24575,'0'-2'0,"0"1"0,-1-1 0,1 0 0,-1 0 0,1 0 0,-1 0 0,1 0 0,-1 1 0,0-1 0,0 0 0,0 1 0,0-1 0,0 1 0,-1-1 0,1 1 0,0-1 0,-1 1 0,1 0 0,-1-1 0,-2-1 0,3 3 0,0-1 0,0 1 0,0-1 0,0 1 0,0 0 0,0-1 0,0 1 0,0 0 0,0 0 0,0 0 0,0-1 0,0 1 0,0 0 0,0 0 0,0 1 0,0-1 0,0 0 0,0 0 0,0 0 0,0 1 0,0-1 0,0 0 0,0 1 0,0-1 0,0 1 0,0 0 0,0-1 0,0 1 0,0-1 0,1 1 0,-1 0 0,0 0 0,0-1 0,1 1 0,-1 0 0,1 0 0,-1 0 0,0 2 0,-2 3 0,1 1 0,0-1 0,0 1 0,0 0 0,1-1 0,0 1 0,0 0 0,1 0 0,0 7 0,1 1 0,0 0 0,1 0 0,5 16 0,-5-24 0,0 0 0,1 0 0,0 0 0,1-1 0,-1 0 0,1 0 0,1 0 0,-1 0 0,1 0 0,0-1 0,0 0 0,0 0 0,1 0 0,11 6 0,-15-9 0,1 0 0,0-1 0,0 1 0,0-1 0,0 0 0,0 0 0,0 0 0,0 0 0,1 0 0,-1-1 0,0 1 0,0-1 0,1 0 0,-1 0 0,0 0 0,0 0 0,1-1 0,-1 1 0,0-1 0,0 0 0,0 0 0,0 0 0,0 0 0,0-1 0,0 1 0,0-1 0,0 0 0,0 0 0,-1 0 0,1 0 0,-1 0 0,0 0 0,0-1 0,4-4 0,-3 2 0,0 0 0,0-1 0,0 1 0,-1-1 0,0 1 0,0-1 0,-1 0 0,1 0 0,-1 0 0,0 0 0,-1 0 0,0 0 0,0 0 0,0 0 0,0 0 0,-2-6 0,0 3 0,0-1 0,0 1 0,-1 1 0,0-1 0,0 0 0,-1 1 0,0-1 0,-1 1 0,-9-13 0,11 18 34,0-1 1,0 1-1,0 0 0,0 0 0,-1 0 0,1 0 0,-1 1 0,0-1 0,-4-1 1,6 3-107,1 1 1,-1-1 0,0 1 0,0-1 0,0 1 0,1 0 0,-1-1 0,0 1 0,0 0-1,0 0 1,0 0 0,0 1 0,0-1 0,1 0 0,-1 1 0,0-1 0,0 1 0,0 0 0,1-1-1,-1 1 1,0 0 0,1 0 0,-3 2 0,-9 9-6755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2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96 24575,'0'-9'0,"1"2"0,-1 0 0,-1 0 0,1 0 0,-1 0 0,0 0 0,-3-9 0,3 14 0,0 0 0,0 1 0,0-1 0,0 0 0,0 1 0,0-1 0,0 1 0,-1-1 0,1 1 0,-1-1 0,1 1 0,-1 0 0,1 0 0,-1 0 0,0 0 0,1 0 0,-1 0 0,0 0 0,0 1 0,0-1 0,0 0 0,0 1 0,0 0 0,0-1 0,1 1 0,-1 0 0,-4 0 0,2 1 0,0-1 0,0 1 0,0 0 0,0 0 0,0 0 0,0 0 0,0 1 0,0 0 0,1-1 0,-1 1 0,0 1 0,1-1 0,0 0 0,-6 6 0,8-7 0,-1 0 0,1 1 0,-1-1 0,1 1 0,0-1 0,-1 1 0,1-1 0,0 1 0,0 0 0,0 0 0,0 0 0,1 0 0,-1-1 0,0 1 0,1 0 0,-1 0 0,1 0 0,0 0 0,0 1 0,0-1 0,0 0 0,0 0 0,0 0 0,0 0 0,1 0 0,-1 0 0,1 0 0,-1 0 0,1 0 0,1 3 0,2 0 0,1 1 0,-1 0 0,1-1 0,0 0 0,0 0 0,1-1 0,11 8 0,48 25 0,-32-20 0,-13-7 0,27 16 0,-44-23 0,0-1 0,1 0 0,-1 1 0,0 0 0,-1 0 0,1 0 0,0 0 0,-1 0 0,0 0 0,3 5 0,-5-7 9,1-1 1,-1 1-1,0 0 0,1 0 0,-1 0 1,0 0-1,0-1 0,0 1 0,0 0 0,0 0 1,0 0-1,0 0 0,0 0 0,0 0 1,0-1-1,0 1 0,-1 0 0,1 0 1,0 0-1,0 0 0,-1-1 0,1 1 0,-1 0 1,1 0-1,-1-1 0,1 1 0,-1 0 1,1-1-1,-1 1 0,0-1 0,1 1 0,-1-1 1,0 1-1,0-1 0,1 1 0,-2 0 1,-2 1-295,0-1 1,0 1-1,0-1 1,-1 0-1,-6 1 1,-8 0-6542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25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24575,'8'-6'0,"0"0"0,0 0 0,0 1 0,1 0 0,0 0 0,12-5 0,59-17 0,-80 27 0,19-7 0,-13 5 0,-1-1 0,1 1 0,0 0 0,0 1 0,0 0 0,0 0 0,0 0 0,10 0 0,-15 1 0,0 1 0,0-1 0,0 1 0,0 0 0,0-1 0,0 1 0,0 0 0,0-1 0,-1 1 0,1 0 0,0 0 0,-1 0 0,1 0 0,0 0 0,-1 0 0,1 0 0,-1 0 0,0 0 0,1 0 0,-1 0 0,0 0 0,0 0 0,1 0 0,-1 0 0,0 0 0,0 2 0,-1 35 0,1-28 0,-1 4 0,2-1 0,-1 1 0,2 0 0,0-1 0,1 0 0,0 1 0,1-1 0,0 0 0,7 13 0,-9-22 0,0 0 0,0 0 0,1 0 0,-1 0 0,1 0 0,0-1 0,0 1 0,0-1 0,1 1 0,-1-1 0,1-1 0,0 1 0,0 0 0,0-1 0,0 0 0,0 0 0,1 0 0,-1 0 0,0-1 0,1 1 0,0-1 0,-1 0 0,1-1 0,-1 1 0,1-1 0,0 0 0,0 0 0,-1 0 0,10-3 0,-10 3 0,0-2 0,1 1 0,-1 0 0,0-1 0,0 0 0,0 0 0,0 0 0,0 0 0,0-1 0,0 0 0,-1 1 0,0-1 0,1-1 0,-1 1 0,0 0 0,0-1 0,-1 1 0,1-1 0,-1 0 0,0 0 0,0 0 0,0 0 0,0 0 0,-1-1 0,2-6 0,-2 7 0,0-1 0,-1 0 0,0 0 0,1 0 0,-2 0 0,1 0 0,0 0 0,-1 1 0,0-1 0,0 0 0,0 0 0,-1 1 0,0-1 0,0 0 0,0 1 0,0 0 0,-1 0 0,1-1 0,-1 1 0,0 1 0,-1-1 0,1 0 0,-6-3 0,2 2 0,0 0 0,0 1 0,0-1 0,-1 2 0,0-1 0,0 1 0,0 1 0,0-1 0,-1 1 0,1 1 0,0 0 0,-1 0 0,1 0 0,-1 1 0,1 0 0,-1 1 0,1 0 0,-1 0 0,-15 6 0,10 1-1365,6 0-5461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36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52 24575,'0'0'0,"1"0"0,0-1 0,0 1 0,-1 0 0,1-1 0,-1 1 0,1-1 0,0 1 0,-1 0 0,1-1 0,-1 1 0,1-1 0,-1 1 0,1-1 0,-1 0 0,0 1 0,1-1 0,-1 1 0,0-1 0,1 0 0,-1 1 0,0-1 0,0 0 0,1 0 0,-1 1 0,0-1 0,0 0 0,0 1 0,0-1 0,0 0 0,0 0 0,0 0 0,0-1 0,0 1 0,0-1 0,0 0 0,0 1 0,-1-1 0,1 1 0,0-1 0,-1 1 0,1-1 0,-1 1 0,1-1 0,-1 1 0,0-1 0,-1-1 0,1 2 0,1 0 0,-1 1 0,0-1 0,0 0 0,0 1 0,-1-1 0,1 1 0,0-1 0,0 1 0,0-1 0,0 1 0,0 0 0,-1 0 0,1 0 0,0-1 0,0 1 0,0 0 0,-1 1 0,1-1 0,0 0 0,-2 0 0,0 1 0,1 0 0,-1 0 0,0 1 0,0-1 0,1 1 0,-1-1 0,1 1 0,-4 3 0,-1 1 0,1 1 0,0 0 0,0 0 0,-9 15 0,7-8 0,1 1 0,1 0 0,1 1 0,0-1 0,1 1 0,0 0 0,1 0 0,1 0 0,1 1 0,0-1 0,1 0 0,1 1 0,1-1 0,0 0 0,1 0 0,5 19 0,-4-22 0,1 0 0,0 0 0,1-1 0,0 1 0,1-1 0,0-1 0,1 1 0,15 16 0,-16-20 0,1-1 0,0 0 0,0-1 0,0 0 0,1 0 0,0-1 0,0 0 0,0 0 0,1-1 0,-1 0 0,1-1 0,12 3 0,-9-4 0,-1 0 0,0-1 0,0-1 0,0 0 0,1 0 0,-1-1 0,0-1 0,13-3 0,-20 4 0,-1-1 0,1 1 0,0-1 0,-1 0 0,1-1 0,-1 1 0,0-1 0,0 0 0,0 0 0,4-3 0,-6 3 0,0 1 0,0-1 0,0 1 0,-1-1 0,1 0 0,-1 0 0,1 1 0,-1-1 0,0 0 0,0 0 0,0-1 0,0 1 0,-1 0 0,0 0 0,1 0 0,-1 0 0,0-4 0,0 4 0,-1 0 0,1 0 0,0 0 0,-1 0 0,0 0 0,1 0 0,-1 1 0,0-1 0,-1 0 0,1 0 0,0 1 0,-1-1 0,1 1 0,-1-1 0,0 1 0,0 0 0,0-1 0,-3-1 0,1 1 0,1 1 0,-1 0 0,0 0 0,0 0 0,0 0 0,0 1 0,0-1 0,0 1 0,0 0 0,0 1 0,-8-1 0,4 0 0,1 1 0,0 0 0,-1 1 0,1 0 0,0 0 0,0 1 0,0 0 0,0 0 0,0 0 0,0 1 0,1 0 0,-1 0 0,1 1 0,-11 8 0,15-11-80,0 1 0,0 0-1,0 0 1,0 0 0,0 0-1,1 1 1,-1-1 0,1 0-1,0 1 1,0-1 0,0 1 0,0-1-1,0 1 1,0-1 0,0 1-1,0 3 1,2 7-6746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38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0 24575,'-7'0'0,"-11"0"0,-10 0 0,-9 0 0,-6 0 0,-2 0 0,2 0 0,4 0 0,4 0 0,2 0 0,6 0 0,5 0 0,3 0 0,1 0 0,3 0-8191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40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37 24575,'1'-1'0,"-1"0"0,1 0 0,0 1 0,-1-1 0,1 0 0,-1 0 0,1 1 0,-1-1 0,1 0 0,-1 0 0,0 0 0,1 0 0,-1 0 0,0 0 0,0 0 0,0 1 0,0-1 0,1 0 0,-1 0 0,-1 0 0,1 0 0,0 0 0,0 0 0,0 0 0,0 0 0,-1 0 0,1 0 0,0 0 0,-1 1 0,1-1 0,-1 0 0,1 0 0,-1 0 0,1 1 0,-2-2 0,1 1 0,1 1 0,-1-1 0,0 1 0,1-1 0,-1 1 0,0 0 0,1 0 0,-1-1 0,0 1 0,0 0 0,1 0 0,-1 0 0,0 0 0,0-1 0,1 1 0,-1 0 0,0 1 0,0-1 0,0 0 0,1 0 0,-1 0 0,0 0 0,0 1 0,1-1 0,-1 0 0,0 0 0,1 1 0,-1-1 0,0 1 0,1-1 0,-1 1 0,1-1 0,-1 1 0,0-1 0,1 1 0,-1-1 0,1 1 0,0 0 0,-1-1 0,1 1 0,-1 0 0,1-1 0,-1 2 0,-1 3 0,0 0 0,0 0 0,1 0 0,-1 0 0,1 0 0,0 1 0,0-1 0,1 0 0,0 1 0,-1-1 0,2 0 0,-1 1 0,1-1 0,0 0 0,0 0 0,0 1 0,1-1 0,-1 0 0,1 0 0,1-1 0,-1 1 0,1 0 0,3 4 0,0 1 0,1 0 0,1-1 0,0 0 0,0-1 0,0 1 0,1-2 0,0 1 0,1-1 0,14 8 0,-12-9 0,-1-1 0,1-1 0,0 0 0,0 0 0,0-1 0,1-1 0,-1 0 0,0 0 0,1-2 0,0 1 0,-1-2 0,22-2 0,-28 2 0,1 0 0,-1-1 0,1 1 0,-1-1 0,0-1 0,0 1 0,0-1 0,0 0 0,0-1 0,0 1 0,-1-1 0,0 0 0,0 0 0,0-1 0,0 0 0,-1 0 0,1 0 0,-1 0 0,-1-1 0,1 1 0,-1-1 0,0 0 0,0 0 0,0 0 0,2-10 0,-5 12 0,1-1 0,0 1 0,-1 0 0,0-1 0,0 1 0,0-1 0,-1 1 0,1-1 0,-1 1 0,0-1 0,0 1 0,-1 0 0,1 0 0,-1-1 0,0 1 0,0 0 0,-1 1 0,1-1 0,-1 0 0,0 1 0,0-1 0,-6-5 0,6 6 0,0 1 0,0-1 0,-1 1 0,1-1 0,-1 1 0,0 0 0,0 0 0,1 1 0,-1-1 0,-1 1 0,1 0 0,0 0 0,0 0 0,0 0 0,0 1 0,-1 0 0,1 0 0,0 0 0,0 0 0,-1 1 0,1 0 0,0-1 0,0 2 0,-6 1 0,8-2-114,-1 0 1,1 1-1,0-1 0,0 1 0,0-1 1,0 1-1,0 0 0,0 0 0,0 0 1,0 0-1,-2 4 0,-4 8-6712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4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529 177 24575,'1'0'0,"1"0"0,-1 1 0,0-1 0,1 0 0,-1 0 0,0 1 0,1-1 0,-1 1 0,0-1 0,0 1 0,1 0 0,-1-1 0,0 1 0,0 0 0,0 0 0,0 0 0,0 0 0,0 0 0,0 0 0,0 0 0,0 0 0,0 0 0,-1 0 0,1 0 0,0 1 0,-1-1 0,1 0 0,-1 0 0,0 1 0,1 2 0,1 3 0,-1 1 0,0 0 0,-1 0 0,0 10 0,0-17 0,-25 269 0,7-115 0,-27 356-87,-40 407-298,-30-3 143,-51 63 138,114-684 88,50-287 19,-51 384 113,51-376-42,2-1 0,0 1 1,1 0-1,0 0 1,5 18-1,-6-29-64,1-1 0,1 1 0,-1-1 0,0 1 0,1-1 0,0 0 0,-1 1 0,1-1 0,1 0 0,-1 0 0,0 0 0,1-1 0,-1 1 0,1 0 0,0-1 0,0 0 0,0 0 0,0 0 0,1 0-1,-1 0 1,0-1 0,1 1 0,-1-1 0,1 0 0,-1 0 0,6 1 0,7 0-10,0-1 0,0-1 0,0 0 0,25-4 0,68-16 0,-57 9 0,867-113-1698,10 72-708,477 35-22,4 39 2523,568 0-2125,-1251-63 3654,-690 37-873,0-2 0,0-2-1,-1-1 1,57-23 0,-81 27-579,-1-1-1,0 0 1,-1 0 0,0-1-1,0 0 1,0-1 0,-1 0-1,0 0 1,0-1-1,-1 0 1,-1-1 0,1 0-1,-1 0 1,-1 0-1,0-1 1,-1 0 0,8-22-1,-6 7-171,-1 0 0,-1 0 0,-1 0 0,0-31 0,-7-110 0,1 111 0,-34-319 0,11 166 0,3-73-395,22-475-1,55 67 396,6-87 0,-53 629 90,17-403 611,-25 532-701,0 1 0,-1-1 0,-1 0 0,-9-34 0,10 48 0,0 0 0,-1 1 0,0-1 0,1 1 0,-2-1 0,1 1 0,0 0 0,-1 0 0,0 0 0,0 0 0,0 1 0,0-1 0,-1 1 0,1 0 0,-1 0 0,0 0 0,0 0 0,0 0 0,0 1 0,-1 0 0,1 0 0,-1 0 0,1 1 0,-6-2 0,-54-6 0,0 4 0,-109 3 0,91 3 0,-484-7-456,-76-1-94,-1227 64-2811,1371-37 3015,-1980 135-1315,1419-62 4682,967-87-2001,31-2 128,-61 11-1,119-14-1130,0 0 0,1 0 0,-1 0 0,1 0 0,-1 0-1,1 0 1,0 1 0,-1-1 0,-2 4 0,-13 7-1513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4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0 24575,'1'303'0,"-7"521"0,-61-3 0,-100 18 0,-45 102 0,176-759 0,-24 137 0,56-281 0,1 1 0,2 0 0,2-1 0,2 1 0,1-1 0,14 59 0,-9-43 0,3 85 0,-8-84 0,-2-18-682,-3 37-1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95 474 24575,'-5'-3'0,"1"-1"0,-1 1 0,0 0 0,-1 0 0,1 1 0,0-1 0,-1 1 0,-8-2 0,-20-9 0,33 13 0,1 0 0,0 0 0,0 0 0,0 0 0,-1 0 0,1 0 0,0 0 0,0 0 0,0-1 0,-1 1 0,1 0 0,0 0 0,0 0 0,0 0 0,0 0 0,-1 0 0,1 0 0,0 0 0,0-1 0,0 1 0,0 0 0,0 0 0,0 0 0,-1 0 0,1 0 0,0-1 0,0 1 0,0 0 0,0 0 0,0 0 0,0-1 0,0 1 0,0 0 0,0 0 0,0 0 0,0-1 0,0 1 0,0 0 0,0 0 0,0 0 0,0-1 0,0 1 0,0 0 0,0 0 0,0 0 0,0 0 0,0-1 0,0 1 0,0 0 0,0 0 0,1-1 0,13-3 0,26 1 0,-38 2 0,1224-88-2167,-622 40 926,4325-205-2196,-4111 237 3016,-467 20 3699,-195 8 309,-158-12-3330,-15-5-121,14 4-126,12 0-12,-36-6 2,5 6-1365,-1 0-5461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29 24575,'-1'0'0,"1"0"0,-1 0 0,1-1 0,-1 1 0,1 0 0,-1 0 0,1-1 0,-1 1 0,1 0 0,0 0 0,-1-1 0,1 1 0,-1-1 0,1 1 0,0 0 0,0-1 0,-1 1 0,1-1 0,0 1 0,0-1 0,-1 1 0,1 0 0,0-1 0,0 1 0,0-1 0,0 1 0,0-1 0,-1 1 0,1-1 0,0 0 0,0 1 0,0-1 0,1 1 0,-1-1 0,0 1 0,0-1 0,0 1 0,0-1 0,0 1 0,1 0 0,-1-1 0,0 1 0,0-1 0,1 1 0,-1-1 0,0 1 0,1 0 0,-1-1 0,0 1 0,1-1 0,-1 1 0,1 0 0,-1 0 0,0-1 0,1 1 0,-1 0 0,1 0 0,-1-1 0,1 1 0,-1 0 0,1 0 0,-1 0 0,1 0 0,-1 0 0,1 0 0,-1 0 0,1 0 0,-9-2 0,0 1 0,0-1 0,-1 2 0,1-1 0,-1 1 0,1 1 0,0-1 0,-1 2 0,1-1 0,-15 5 0,6-1 0,1 1 0,-1 1 0,1 1 0,-17 10 0,20-9 0,0 0 0,0 1 0,1 1 0,0-1 0,1 2 0,0 0 0,1 0 0,0 1 0,-12 22 0,16-24 0,0 1 0,0 1 0,1-1 0,1 1 0,0 0 0,1 0 0,0 0 0,1 0 0,1 1 0,0-1 0,2 25 0,-1-34-49,0 1 1,1-1-1,-1 1 0,1-1 0,0 0 1,1 1-1,-1-1 0,1 0 0,0 0 1,0 0-1,0 0 0,0 0 0,1-1 1,-1 1-1,1-1 0,0 1 0,0-1 1,0 0-1,1 0 0,-1 0 0,1-1 1,0 1-1,-1-1 0,1 0 0,0 0 0,0 0 1,8 2-1,20 2-6777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2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202 272 24575,'0'-1'0,"0"0"0,-1 0 0,1 0 0,0 0 0,0 0 0,0 0 0,-1 0 0,1 0 0,-1 0 0,1 0 0,-1 0 0,1 1 0,-1-1 0,1 0 0,-1 0 0,0 0 0,1 1 0,-1-1 0,0 0 0,0 1 0,0-1 0,1 0 0,-1 1 0,0-1 0,0 1 0,0-1 0,0 1 0,0 0 0,0-1 0,0 1 0,0 0 0,0 0 0,0 0 0,0 0 0,0 0 0,0 0 0,0 0 0,0 0 0,0 0 0,-1 0 0,-4 1 0,0 0 0,1 0 0,-1 0 0,0 1 0,-9 3 0,4 1 0,1-1 0,0 1 0,0 1 0,0 0 0,1 0 0,0 1 0,-13 15 0,19-19 0,-1 0 0,1 0 0,-1 1 0,1-1 0,0 1 0,1 0 0,-1 0 0,1 0 0,0 0 0,0 0 0,1 0 0,-1 1 0,1-1 0,1 1 0,-1-1 0,1 1 0,0-1 0,0 9 0,1-12 0,-1 1 0,1 0 0,0-1 0,0 1 0,0 0 0,0-1 0,1 0 0,-1 1 0,1-1 0,-1 0 0,1 1 0,0-1 0,0 0 0,-1 0 0,2 0 0,-1-1 0,0 1 0,4 2 0,-2-2 0,1 0 0,-1 0 0,1-1 0,0 1 0,0-1 0,0 0 0,0 0 0,0-1 0,8 1 0,-4-1 0,1-1 0,-1 0 0,0 0 0,0-1 0,-1 0 0,1 0 0,0-1 0,-1-1 0,1 1 0,15-10 0,-20 9 0,0 1 0,-1-1 0,1 0 0,-1-1 0,1 1 0,-1 0 0,-1-1 0,1 0 0,-1 0 0,1 0 0,-1 0 0,-1 0 0,1 0 0,-1 0 0,0-1 0,0 1 0,0 0 0,-1-1 0,0 1 0,0-1 0,0 1 0,-1 0 0,0-1 0,0 1 0,0 0 0,-1 0 0,1-1 0,-1 1 0,0 0 0,-1 1 0,1-1 0,-7-9 0,9 14 0,-1 0 0,1 0 0,0-1 0,0 1 0,0 0 0,0-1 0,-1 1 0,1 0 0,0 0 0,0-1 0,0 1 0,-1 0 0,1 0 0,0 0 0,0-1 0,-1 1 0,1 0 0,0 0 0,-1 0 0,1 0 0,0 0 0,-1-1 0,1 1 0,0 0 0,0 0 0,-1 0 0,1 0 0,0 0 0,-1 0 0,1 0 0,0 0 0,-1 0 0,1 0 0,0 0 0,-1 1 0,1-1 0,-1 0 0,-5 13 0,3 21 0,4-27 0,-1 0 0,1 1 0,1-1 0,-1 0 0,1 0 0,0 0 0,1 0 0,0 0 0,0-1 0,0 1 0,1-1 0,0 0 0,0 0 0,1 0 0,6 6 0,-8-9 0,0 0 0,0-1 0,0 1 0,0-1 0,1 0 0,-1 1 0,1-2 0,0 1 0,0 0 0,-1-1 0,1 1 0,0-1 0,0 0 0,0-1 0,0 1 0,0-1 0,1 1 0,-1-1 0,0 0 0,0-1 0,0 1 0,0-1 0,0 0 0,0 0 0,0 0 0,0 0 0,0-1 0,4-2 0,0 0 0,-1-1 0,0 0 0,0 0 0,0 0 0,-1-1 0,0 0 0,0 0 0,0-1 0,6-9 0,-4 4 0,-1-1 0,0 0 0,-1 0 0,9-27 0,-5 1 0,-2 0 0,6-79 0,-13 106 0,1-4 0,-1-1 0,0 1 0,-3-22 0,-1 29 0,0 10 0,0 15 0,-1 36 0,2 0 0,9 96 0,-2-109 0,2 0 0,2 0 0,1 0 0,20 49 0,-17-59-1365,0-9-5461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2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52 24575,'-2'-4'0,"-3"-7"0,-4-1 0,3 2 0,5 2 0,6 2 0,8 5 0,6 3 0,6 0 0,9 1 0,5-1 0,6-3 0,-6-1-8191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2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24575,'-1'-14'0,"1"-1"0,0 1 0,5-28 0,-5 39 0,1-1 0,0 1 0,0 0 0,0 0 0,0-1 0,0 1 0,1 0 0,-1 0 0,1 1 0,0-1 0,0 0 0,0 0 0,0 1 0,1-1 0,-1 1 0,0 0 0,1 0 0,3-3 0,-4 5 0,0-1 0,0 0 0,0 1 0,0-1 0,0 1 0,0 0 0,0-1 0,0 1 0,0 0 0,-1 0 0,1 1 0,0-1 0,0 0 0,0 0 0,0 1 0,0 0 0,0-1 0,0 1 0,0 0 0,-1 0 0,1 0 0,0 0 0,-1 0 0,1 0 0,0 0 0,-1 0 0,0 1 0,1-1 0,1 3 0,5 6 0,0 0 0,0 0 0,8 16 0,-11-18 0,92 170 0,-7-13 0,-88-163 0,29 44 0,-29-44 0,0 0 0,0 0 0,0 0 0,0 0 0,0 0 0,0 0 0,0-1 0,0 1 0,1-1 0,-1 0 0,1 1 0,-1-1 0,1 0 0,-1-1 0,1 1 0,-1 0 0,4 0 0,-4-2 0,0 1 0,-1 0 0,1-1 0,-1 1 0,1-1 0,-1 1 0,1-1 0,-1 0 0,1 0 0,-1 0 0,0 0 0,0 0 0,1 0 0,-1 0 0,0 0 0,0 0 0,0 0 0,0-1 0,0 1 0,0 0 0,0-1 0,0-1 0,16-39 0,-15 35 0,23-83 0,-4-1 0,12-125 0,-26 163 0,-6 49 18,8-40-1401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42 281 24575,'4'2'0,"0"-1"0,-1 0 0,1 0 0,0 0 0,0 0 0,0-1 0,0 0 0,-1 1 0,1-1 0,0-1 0,0 1 0,0-1 0,0 1 0,0-1 0,-1 0 0,1 0 0,0-1 0,-1 1 0,1-1 0,-1 0 0,1 0 0,3-2 0,-4 2 0,0 0 0,0-1 0,0 1 0,0-1 0,0 0 0,-1 1 0,1-1 0,-1 0 0,1-1 0,-1 1 0,0 0 0,-1-1 0,1 1 0,0-1 0,-1 0 0,0 1 0,0-1 0,0 0 0,0 0 0,-1 1 0,1-1 0,-1-5 0,0 8 0,0 0 0,0 0 0,0-1 0,0 1 0,-1 0 0,1 0 0,0 0 0,-1 0 0,1 0 0,0 0 0,-1 0 0,0-1 0,1 1 0,-1 0 0,1 1 0,-1-1 0,0 0 0,0 0 0,0 0 0,1 0 0,-1 1 0,0-1 0,0 0 0,-2 0 0,1 0 0,1 1 0,-1 0 0,0-1 0,0 1 0,0 0 0,1 0 0,-1 0 0,0 0 0,0 0 0,0 1 0,1-1 0,-1 1 0,0-1 0,-2 2 0,-2 0 0,0 1 0,0 0 0,0 1 0,0-1 0,0 1 0,1 1 0,-8 6 0,4 0 0,0 0 0,1 0 0,1 1 0,0 0 0,0 0 0,-8 25 0,12-30 0,0 1 0,1 0 0,0 0 0,0 1 0,1-1 0,0 0 0,0 0 0,1 1 0,0-1 0,1 0 0,0 1 0,3 14 0,-3-21 0,0 0 0,-1 0 0,1 1 0,0-1 0,0 0 0,0 0 0,1 0 0,-1 0 0,0 0 0,1 0 0,0-1 0,-1 1 0,1 0 0,0-1 0,0 1 0,-1-1 0,1 0 0,0 1 0,1-1 0,-1 0 0,0 0 0,0 0 0,0-1 0,1 1 0,-1-1 0,0 1 0,1-1 0,-1 0 0,0 1 0,1-1 0,-1 0 0,0-1 0,3 1 0,0-1 0,-1 0 0,0-1 0,1 1 0,-1-1 0,0 0 0,0 0 0,0 0 0,-1 0 0,1-1 0,0 0 0,-1 1 0,1-1 0,-1-1 0,0 1 0,0 0 0,4-8 0,-1 2 0,-1-1 0,-1 0 0,1-1 0,-2 1 0,0-1 0,0 1 0,1-12 0,5-79 0,-5 36 0,-2 49 0,0 19 0,-1 27 0,-2-13 0,-1 32 0,3 59 0,0-93 0,1-1 0,0 0 0,1-1 0,0 1 0,1 0 0,1-1 0,0 0 0,1 0 0,7 13 0,-12-24 0,0 0 0,1 0 0,-1 0 0,0 0 0,1-1 0,-1 1 0,1 0 0,-1-1 0,1 1 0,0-1 0,-1 1 0,1-1 0,0 0 0,0 0 0,0 1 0,0-2 0,0 1 0,0 0 0,1 0 0,-1-1 0,0 1 0,0-1 0,1 1 0,-1-1 0,0 0 0,0 0 0,1 0 0,-1-1 0,0 1 0,0 0 0,1-1 0,-1 1 0,0-1 0,0 0 0,0 0 0,3-1 0,2-3 0,0 1 0,0-1 0,-1 0 0,0-1 0,0 0 0,0 0 0,-1 0 0,9-14 0,5-11 0,-1-1 0,-2-1 0,-1-1 0,14-46 0,29-144 0,-53 195 0,-6 25 0,-3 19 0,-4 17 0,1 0 0,2 1 0,-2 65 0,7-81 0,1 0 0,0 0 0,1-1 0,1 1 0,1-1 0,0 1 0,1-1 0,1-1 0,14 28 0,-18-39 0,-1-1 0,1 0 0,0-1 0,0 1 0,0 0 0,0 0 0,1-1 0,-1 1 0,1-1 0,0 0 0,-1 0 0,1 0 0,0 0 0,0 0 0,0-1 0,1 1 0,-1-1 0,0 0 0,0 0 0,1 0 0,-1 0 0,1-1 0,-1 0 0,0 1 0,1-1 0,-1 0 0,1 0 0,-1-1 0,1 1 0,-1-1 0,0 0 0,1 0 0,-1 0 0,0 0 0,5-3 0,2-1 0,0 0 0,-1-1 0,0-1 0,0 1 0,-1-1 0,0-1 0,0 1 0,0-1 0,-1-1 0,7-9 0,-3 1 0,-1 0 0,0-1 0,-2 0 0,0 0 0,-1-1 0,0 0 0,-2 0 0,0-1 0,-1 1 0,1-25 0,-5 43 0,1-1 0,-1 1 0,0-1 0,0 1 0,0 0 0,0-1 0,-1 1 0,1-1 0,0 1 0,-1-1 0,1 1 0,-1 0 0,1-1 0,-1 1 0,0 0 0,1-1 0,-1 1 0,-2-2 0,3 2 0,-1 1 0,0 0 0,0 0 0,1-1 0,-1 1 0,0 0 0,0 0 0,0 0 0,1 0 0,-1 0 0,0 0 0,0 0 0,0 0 0,0 0 0,1 0 0,-1 0 0,0 1 0,0-1 0,1 0 0,-1 1 0,0-1 0,0 0 0,0 2 0,-4 1 0,0 0 0,0 1 0,1 0 0,-1 0 0,1 1 0,0-1 0,-5 8 0,5-3 0,-1-1 0,1 1 0,1 0 0,0 0 0,0 0 0,0 0 0,1 0 0,1 0 0,0 1 0,0-1 0,1 1 0,0-1 0,0 1 0,1-1 0,0 1 0,4 10 0,-4-15 0,0-1 0,0 1 0,1-1 0,0 1 0,0-1 0,0 0 0,1 1 0,-1-1 0,1-1 0,0 1 0,0 0 0,0-1 0,1 1 0,-1-1 0,1 0 0,0 0 0,0 0 0,0-1 0,0 1 0,0-1 0,0 0 0,1 0 0,-1-1 0,1 1 0,-1-1 0,1 0 0,0 0 0,0 0 0,-1-1 0,1 0 0,0 0 0,0 0 0,6-1 0,-4 0 0,0-1 0,0 0 0,-1 0 0,1 0 0,0-1 0,-1 0 0,1 0 0,-1 0 0,0-1 0,0 0 0,-1 0 0,1-1 0,-1 1 0,0-1 0,0-1 0,0 1 0,-1 0 0,0-1 0,0 0 0,0 0 0,-1-1 0,0 1 0,0 0 0,0-1 0,-1 0 0,0 0 0,1-10 0,-2 15 0,-1 0 0,0-1 0,0 1 0,0 0 0,0 0 0,-1-1 0,1 1 0,0 0 0,-1 0 0,0 0 0,1 0 0,-1 0 0,0 0 0,0 0 0,0 0 0,-1 0 0,1 0 0,0 0 0,-2-1 0,3 2 0,0 1 0,-1 0 0,1 0 0,0 0 0,0 0 0,0 0 0,-1 0 0,1 0 0,0 0 0,0 0 0,-1 0 0,1 0 0,0 0 0,0 0 0,0 0 0,-1 0 0,1 0 0,0 0 0,0 0 0,0 0 0,-1 0 0,1 0 0,0 1 0,0-1 0,0 0 0,-1 0 0,1 0 0,0 0 0,0 0 0,0 1 0,0-1 0,0 0 0,-1 0 0,1 0 0,0 0 0,0 1 0,0-1 0,0 0 0,-4 13 0,2 12 0,2-21 0,1 0 0,0 0 0,-1 0 0,1 1 0,1-1 0,-1 0 0,1 0 0,-1-1 0,1 1 0,0 0 0,1 0 0,-1-1 0,0 0 0,1 1 0,3 2 0,-4-4 0,0 0 0,0-1 0,0 1 0,0-1 0,1 1 0,-1-1 0,0 0 0,1 0 0,-1 0 0,0 0 0,1 0 0,-1-1 0,1 1 0,0-1 0,-1 1 0,1-1 0,-1 0 0,1 0 0,0 0 0,-1-1 0,1 1 0,-1-1 0,1 1 0,-1-1 0,5-1 0,1-3 0,0 1 0,0-1 0,0-1 0,0 1 0,-1-1 0,0-1 0,0 0 0,-1 1 0,0-2 0,0 1 0,7-13 0,-3 5 0,-2-1 0,0 0 0,0 0 0,-2-1 0,6-21 0,-11 35 0,-1 1 0,1-1 0,-1 1 0,0-1 0,0 0 0,0 1 0,-1-5 0,1 6 0,0 1 0,0 0 0,0 0 0,0 0 0,0-1 0,0 1 0,0 0 0,0 0 0,0-1 0,0 1 0,0 0 0,0 0 0,-1 0 0,1 0 0,0-1 0,0 1 0,0 0 0,0 0 0,0 0 0,-1 0 0,1 0 0,0-1 0,0 1 0,0 0 0,-1 0 0,1 0 0,0 0 0,0 0 0,0 0 0,-1 0 0,1 0 0,0 0 0,-1 0 0,-10 9 0,9-6 0,-1 1 0,1-1 0,-1 1 0,1 0 0,0 0 0,1 0 0,-1 0 0,1 0 0,-1 0 0,1 0 0,0 1 0,1-1 0,-1 0 0,1 1 0,0-1 0,0 0 0,0 1 0,1-1 0,-1 0 0,1 0 0,0 1 0,0-1 0,1 0 0,-1 0 0,4 6 0,-2-5 0,0 0 0,0 0 0,1-1 0,-1 0 0,1 0 0,0 0 0,0 0 0,0 0 0,0-1 0,1 1 0,0-1 0,0 0 0,-1-1 0,1 1 0,1-1 0,-1 0 0,0-1 0,1 1 0,7 1 0,-4-3 0,1 1 0,-1-1 0,0 0 0,0-1 0,0 0 0,0-1 0,0 0 0,-1 0 0,16-7 0,-20 8 0,0-1 0,0 1 0,-1-1 0,1 0 0,-1-1 0,1 1 0,-1 0 0,0-1 0,0 0 0,0 1 0,-1-1 0,1-1 0,-1 1 0,1 0 0,-1-1 0,0 1 0,0-1 0,0 1 0,-1-1 0,0 0 0,1 0 0,-1 0 0,0 0 0,0-5 0,-1 7 0,0 1 0,0-1 0,0 0 0,0 0 0,0 0 0,0 0 0,0 0 0,-1 0 0,1 0 0,-1 1 0,0-1 0,1 0 0,-1 0 0,0 1 0,0-1 0,0 0 0,0 1 0,0-1 0,0 1 0,-1-1 0,1 1 0,0 0 0,-1 0 0,1-1 0,-1 1 0,0 0 0,1 0 0,-1 0 0,0 1 0,1-1 0,-1 0 0,0 1 0,0-1 0,0 1 0,0-1 0,-3 1 0,2 0 0,-1 0 0,1 0 0,-1 0 0,0 0 0,1 1 0,-1 0 0,1 0 0,-1 0 0,1 0 0,0 0 0,-1 1 0,1-1 0,0 1 0,0 0 0,0 0 0,0 0 0,0 0 0,-4 5 0,4-3 0,-1 0 0,1 1 0,1-1 0,-1 1 0,1 0 0,-1 0 0,1 0 0,1 0 0,-1 0 0,1 0 0,0 1 0,0-1 0,0 0 0,1 1 0,-1-1 0,2 0 0,-1 1 0,0-1 0,1 0 0,0 1 0,0-1 0,1 0 0,-1 0 0,1 0 0,4 7 0,-3-6 0,0 0 0,1 0 0,0-1 0,0 1 0,0-1 0,0 0 0,1 0 0,0 0 0,0-1 0,1 0 0,-1 0 0,1 0 0,0 0 0,0-1 0,0 0 0,0-1 0,0 1 0,1-1 0,10 2 0,-9-3-114,0 0 1,0-1-1,0-1 0,0 1 0,0-1 1,-1 0-1,1-1 0,0 0 0,0 0 1,-1-1-1,8-3 0,15-9-6712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6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3 213 24575,'-2'-30'0,"2"19"0,-1 0 0,1 1 0,1-1 0,-1 0 0,4-11 0,-4 22 0,0 0 0,0 0 0,0 0 0,0 0 0,0-1 0,0 1 0,0 0 0,0 0 0,0 0 0,0 0 0,0 0 0,0-1 0,0 1 0,0 0 0,0 0 0,0 0 0,0 0 0,0 0 0,0-1 0,0 1 0,0 0 0,0 0 0,0 0 0,1 0 0,-1 0 0,0 0 0,0 0 0,0-1 0,0 1 0,0 0 0,0 0 0,0 0 0,1 0 0,-1 0 0,0 0 0,0 0 0,0 0 0,0 0 0,0 0 0,1 0 0,-1 0 0,0 0 0,0 0 0,0 0 0,0 0 0,1 0 0,-1 0 0,0 0 0,0 0 0,0 0 0,0 0 0,0 0 0,1 0 0,-1 0 0,0 0 0,0 0 0,6 12 0,2 17 0,-3 13 0,-2 0 0,-1 0 0,-3 0 0,-1 0 0,-15 81 0,11-105 0,6-18 0,-1 0 0,1 0 0,0 0 0,0 0 0,0 0 0,0 0 0,0 0 0,-1 0 0,1 0 0,0 0 0,0 0 0,0 0 0,0 0 0,0 0 0,-1 0 0,1 0 0,0 0 0,0 0 0,0-1 0,0 1 0,0 0 0,0 0 0,0 0 0,0 0 0,-1 0 0,1 0 0,0 0 0,0-1 0,0 1 0,0 0 0,0 0 0,0 0 0,0 0 0,0 0 0,0 0 0,0-1 0,0 1 0,0 0 0,0 0 0,0 0 0,0 0 0,0 0 0,0-1 0,0 1 0,0 0 0,0 0 0,0 0 0,0 0 0,0 0 0,0 0 0,0-1 0,0-35 0,8-15 0,2 0 0,2 0 0,2 1 0,3 1 0,26-55 0,-39 95 0,24-43 0,-27 49 0,1 0 0,0 0 0,0 0 0,1 0 0,-1 0 0,1 1 0,-1 0 0,1-1 0,0 1 0,0 0 0,0 0 0,0 0 0,4-1 0,-6 3 0,0-1 0,0 1 0,1 0 0,-1 0 0,0 0 0,0 0 0,1 0 0,-1 1 0,0-1 0,0 0 0,1 1 0,-1-1 0,0 0 0,0 1 0,0-1 0,0 1 0,0 0 0,0-1 0,1 1 0,-1 0 0,-1 0 0,1 0 0,0 0 0,0 0 0,0 0 0,0 0 0,-1 0 0,1 0 0,0 0 0,-1 0 0,1 0 0,0 2 0,2 3 0,-1 1 0,1 0 0,-1 0 0,2 8 0,0 16 0,-1 0 0,-1 0 0,-3 37 0,0 8 0,1-74 0,0 0 0,0 0 0,1 0 0,-1 0 0,0 0 0,1 0 0,-1 0 0,1 0 0,0 0 0,1 3 0,-1-5 0,-1 1 0,0-1 0,1 0 0,-1 1 0,1-1 0,-1 0 0,1 0 0,-1 0 0,1 1 0,-1-1 0,1 0 0,-1 0 0,1 0 0,0 0 0,-1 0 0,1 0 0,-1 0 0,1 0 0,-1 0 0,1 0 0,-1 0 0,1 0 0,-1 0 0,1 0 0,-1 0 0,1-1 0,-1 1 0,1 0 0,-1 0 0,1-1 0,-1 1 0,1 0 0,-1-1 0,1 1 0,-1 0 0,0-1 0,1 1 0,-1-1 0,0 1 0,1-1 0,-1 0 0,18-18 0,-1-1 0,-1-1 0,26-45 0,-15 24 0,-15 23 0,-4 5 0,2-1 0,0 2 0,0-1 0,1 1 0,13-11 0,-23 23 0,0 0 0,0 0 0,0 1 0,0-1 0,0 0 0,0 0 0,0 1 0,0-1 0,0 0 0,0 1 0,0-1 0,1 1 0,-1 0 0,0-1 0,0 1 0,1 0 0,-1 0 0,0 0 0,0 0 0,1 0 0,-1 0 0,0 0 0,1 0 0,-1 0 0,2 1 0,-2 0 0,0 0 0,1 0 0,-1 1 0,0-1 0,0 0 0,0 0 0,0 1 0,0-1 0,0 1 0,0-1 0,0 1 0,-1-1 0,1 1 0,-1 0 0,1-1 0,0 3 0,1 7 0,0 1 0,-1-1 0,0 1 0,-2 13 0,-13 114 307,3-41-1979,9-76-5154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44 424 24575,'4'-11'0,"2"-1"0,-1 1 0,2 0 0,8-11 0,-9 13 0,0 0 0,0 0 0,-1 0 0,0 0 0,-1-1 0,4-14 0,-7 6 0,-1 18 0,-1 0 0,1-1 0,0 1 0,0 0 0,0-1 0,0 1 0,-1 0 0,1 0 0,0-1 0,0 1 0,-1 0 0,1 0 0,0 0 0,-1-1 0,1 1 0,0 0 0,0 0 0,-1 0 0,1 0 0,0 0 0,-1 0 0,1-1 0,0 1 0,-1 0 0,1 0 0,0 0 0,-1 0 0,0 0 0,0 1 0,-1-1 0,0 1 0,0 0 0,0-1 0,1 1 0,-1 0 0,0 0 0,1 0 0,-1 0 0,1 0 0,-1 1 0,1-1 0,0 0 0,-2 2 0,-8 11 0,1 1 0,1-1 0,0 2 0,1-1 0,0 1 0,2 0 0,-1 1 0,2 0 0,1 0 0,-5 31 0,8-46 0,1 0 0,0-1 0,-1 1 0,1 0 0,0 0 0,0 0 0,1 0 0,-1-1 0,0 1 0,0 0 0,1 0 0,-1 0 0,1-1 0,0 1 0,-1 0 0,1-1 0,2 3 0,-2-3 0,0 0 0,1 0 0,-1 0 0,1-1 0,-1 1 0,0-1 0,1 1 0,0-1 0,-1 1 0,1-1 0,-1 0 0,1 0 0,-1 0 0,1 0 0,-1 0 0,1 0 0,0 0 0,-1 0 0,1-1 0,1 0 0,3-1 0,-1 1 0,1 0 0,-1 0 0,1 0 0,0 1 0,-1 0 0,1 0 0,0 0 0,-1 0 0,1 1 0,0 0 0,-1 1 0,0-1 0,1 1 0,6 3 0,-11-5 0,0 0 0,0 1 0,0-1 0,0 0 0,0 0 0,0 1 0,0-1 0,0 0 0,0 0 0,0 0 0,0 0 0,0 0 0,0-1 0,0 1 0,0 0 0,0 0 0,0-1 0,0 1 0,-1-1 0,1 1 0,0 0 0,0-1 0,0 0 0,0 1 0,0-1 0,22-22 0,-12 10 0,6-2 0,-2 0 0,0-1 0,24-35 0,-32 39 0,0 1 0,-1-1 0,-1 0 0,0 0 0,-1 0 0,0-1 0,4-23 0,-7 191 0,-1-151 0,0 0 0,1 1 0,0-1 0,0 0 0,0 0 0,0 0 0,0 0 0,1 0 0,3 6 0,-4-9 0,0 0 0,-1 0 0,1 0 0,0 0 0,0 0 0,0-1 0,0 1 0,0 0 0,1 0 0,-1-1 0,0 1 0,0 0 0,0-1 0,1 0 0,-1 1 0,0-1 0,0 0 0,1 1 0,-1-1 0,0 0 0,1 0 0,-1 0 0,0 0 0,1 0 0,-1 0 0,0-1 0,0 1 0,1 0 0,-1-1 0,0 1 0,0-1 0,1 1 0,-1-1 0,1-1 0,7-2 0,-1-1 0,0-1 0,-1 0 0,0 0 0,0 0 0,0-1 0,0 0 0,10-15 0,0-4 0,20-39 0,-23 37 0,0-2 0,-2 0 0,-1 0 0,-2-1 0,-1 0 0,-1-1 0,3-42 0,-13 50 0,3 24 0,0 0 0,0 0 0,0 0 0,0 0 0,0 0 0,0-1 0,0 1 0,0 0 0,0 0 0,0 0 0,0 0 0,-1 0 0,1 0 0,0 0 0,0 0 0,0 0 0,0-1 0,0 1 0,0 0 0,0 0 0,0 0 0,-1 0 0,1 0 0,0 0 0,0 0 0,0 0 0,0 0 0,0 0 0,0 0 0,0 0 0,-1 0 0,1 0 0,0 0 0,0 0 0,0 0 0,0 0 0,0 0 0,0 0 0,0 0 0,-1 0 0,1 0 0,0 0 0,0 0 0,0 0 0,0 0 0,0 1 0,-7 11 0,0 10 0,1 1 0,1 0 0,1 0 0,-2 38 0,7 95 0,4-90-1365,-1-40-5461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1 274 24575,'0'-3'0,"0"0"0,1 0 0,-1 1 0,1-1 0,0 0 0,0 0 0,0 1 0,0-1 0,0 1 0,0-1 0,1 1 0,-1-1 0,1 1 0,0 0 0,-1 0 0,1 0 0,0 0 0,1 0 0,-1 0 0,4-2 0,6-3 0,0 0 0,0 1 0,16-5 0,-1-1 0,-13 5 0,79-40 0,-79 39 0,0-1 0,0-1 0,-1 0 0,14-14 0,-5-3 0,-21 25 0,0 1 0,0-1 0,0 0 0,0 1 0,-1-1 0,1 0 0,-1 1 0,1-1 0,-1 0 0,1 0 0,-1 0 0,0 0 0,0 1 0,0-1 0,-1-4 0,1 6 0,0 0 0,0 0 0,0 0 0,0-1 0,0 1 0,0 0 0,0 0 0,0 0 0,0 0 0,0-1 0,-1 1 0,1 0 0,0 0 0,0 0 0,0 0 0,0-1 0,0 1 0,-1 0 0,1 0 0,0 0 0,0 0 0,0 0 0,0 0 0,-1 0 0,1 0 0,0 0 0,0 0 0,0-1 0,-1 1 0,1 0 0,0 0 0,0 0 0,0 0 0,-1 0 0,1 0 0,0 0 0,0 1 0,0-1 0,-1 0 0,1 0 0,0 0 0,0 0 0,0 0 0,0 0 0,-1 0 0,1 0 0,0 0 0,0 0 0,0 1 0,0-1 0,-1 0 0,1 0 0,0 0 0,0 0 0,0 1 0,0-1 0,0 0 0,0 0 0,0 0 0,0 0 0,0 1 0,-1-1 0,1 0 0,0 0 0,0 0 0,0 1 0,0-1 0,-7 15 0,3 0 0,1 1 0,0-1 0,1 1 0,1 0 0,1 21 0,11 80 0,-7-92 0,0 0 0,2-1 0,0 1 0,2-1 0,16 34 0,-24-57 0,1 1 0,0 0 0,0-1 0,0 1 0,0-1 0,0 1 0,0-1 0,0 0 0,1 1 0,-1-1 0,0 0 0,1 0 0,-1 0 0,1 0 0,-1 0 0,1 0 0,0 0 0,-1-1 0,4 2 0,-4-2 0,1 0 0,0 0 0,-1-1 0,1 1 0,-1 0 0,1-1 0,0 1 0,-1-1 0,1 1 0,-1-1 0,0 1 0,1-1 0,-1 0 0,1 0 0,-1 0 0,0 0 0,0 0 0,1 0 0,-1 0 0,0-1 0,0 1 0,1-2 0,5-9 0,0 1 0,-1-1 0,0-1 0,-1 1 0,7-24 0,-6 16 0,1 1 0,10-19 0,-15 33 0,1 1 0,0-1 0,0 0 0,0 1 0,1 0 0,0 0 0,-1 0 0,1 0 0,1 1 0,-1-1 0,1 1 0,4-3 0,-6 5 12,-1 0-1,1 0 0,0 0 1,0 0-1,-1 1 1,1-1-1,0 1 0,0-1 1,0 1-1,-1 0 0,1 0 1,0 1-1,0-1 1,0 0-1,0 1 0,-1 0 1,1 0-1,0 0 0,-1 0 1,1 0-1,-1 0 1,1 0-1,-1 1 0,1 0 1,-1-1-1,0 1 0,0 0 1,0 0-1,2 3 1,4 3-297,0 2 1,-1-1-1,-1 1 1,0 0-1,8 17 1,2 8-6542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8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224 165 24575,'9'-2'0,"1"0"0,-1 0 0,1-1 0,-1-1 0,0 1 0,0-1 0,-1-1 0,1 0 0,12-9 0,-14 9 0,-1 0 0,0 0 0,0-1 0,-1 1 0,1-1 0,-1 0 0,8-13 0,-12 18 0,-1-1 0,1 1 0,0-1 0,0 0 0,-1 1 0,1-1 0,-1 0 0,0 1 0,1-1 0,-1 0 0,0 0 0,0 1 0,0-1 0,0 0 0,0 0 0,-1-3 0,0 4 0,0-1 0,0 1 0,0-1 0,0 1 0,0-1 0,0 1 0,-1-1 0,1 1 0,0 0 0,-1 0 0,1 0 0,-1 0 0,1 0 0,-1 0 0,0 0 0,1 0 0,-1 1 0,0-1 0,-3 0 0,-8-2 0,-1 1 0,1 0 0,0 1 0,-1 0 0,1 1 0,-1 1 0,1 0 0,-1 1 0,1 0 0,0 1 0,0 0 0,0 1 0,0 1 0,1 0 0,-1 1 0,-20 13 0,29-17 0,1 1 0,0-1 0,0 1 0,-1-1 0,2 1 0,-1 0 0,0 0 0,1 1 0,-1-1 0,1 0 0,0 1 0,0 0 0,0-1 0,1 1 0,-1 0 0,1 0 0,0 0 0,0 0 0,0 0 0,0 6 0,1-4 0,1-1 0,0 1 0,0-1 0,0 1 0,1-1 0,0 1 0,0-1 0,0 0 0,0 0 0,1 0 0,0 0 0,0 0 0,0 0 0,6 5 0,13 13 0,2 0 0,0-2 0,45 31 0,-37-30 0,53 51 0,-81-70 0,-1 1 0,0-1 0,0 1 0,0-1 0,-1 1 0,1 0 0,-1 0 0,0 0 0,0 0 0,0 1 0,-1-1 0,0 1 0,2 8 0,-3-10 0,0 0 0,0 0 0,-1 0 0,1 0 0,-1 0 0,1 0 0,-1-1 0,0 1 0,-1 0 0,1 0 0,0-1 0,-1 1 0,1-1 0,-1 1 0,0-1 0,0 1 0,0-1 0,0 0 0,0 0 0,0 0 0,-1 0 0,-4 2 0,-5 4 0,-1-1 0,-1 0 0,0-1 0,0-1 0,0 0 0,0-1 0,-19 3 0,3-2 0,0-1 0,-48 0 0,63-5-455,1 1 0,-25-6 0,19 1-6371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9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39 24575,'8'-3'0,"0"0"0,1 0 0,13-2 0,19-7 0,-41 12 0,1 0 0,-1 0 0,0 0 0,1 0 0,-1 0 0,1-1 0,-1 1 0,0 0 0,1 0 0,-1 0 0,1 0 0,-1-1 0,0 1 0,1 0 0,-1-1 0,0 1 0,0 0 0,1-1 0,-1 1 0,0 0 0,0-1 0,1 1 0,-1 0 0,0-1 0,0 1 0,0 0 0,1-2 0,-11-2 0,-20 4 0,23 2 0,0 0 0,0 1 0,0-1 0,0 2 0,0-1 0,1 1 0,-1 0 0,1 0 0,0 1 0,0 0 0,1 0 0,0 0 0,-1 1 0,2-1 0,-7 10 0,7-10 0,1 0 0,0 0 0,0 0 0,0 1 0,0-1 0,1 1 0,0 0 0,0-1 0,1 1 0,-1 0 0,1 0 0,1 0 0,-1 0 0,1 0 0,0 1 0,0-1 0,1 0 0,0 0 0,2 9 0,-1-11 0,0 0 0,0-1 0,0 1 0,0-1 0,1 0 0,-1 0 0,1 0 0,0 0 0,0 0 0,0 0 0,0-1 0,1 0 0,-1 1 0,1-1 0,0 0 0,-1-1 0,1 1 0,0-1 0,0 1 0,0-1 0,0-1 0,7 2 0,2 0 0,1-1 0,0-1 0,-1 0 0,1 0 0,21-5 0,-14 1 0,0-1 0,-1-1 0,1-1 0,-1-1 0,-1-1 0,0 0 0,0-1 0,-1-2 0,34-25 0,-50 35 0,1 0 0,-1-1 0,0 1 0,0 0 0,0 0 0,-1-1 0,1 1 0,0-1 0,-1 0 0,0 0 0,1 1 0,-1-1 0,0 0 0,-1 0 0,1 0 0,0 0 0,-1 0 0,0 0 0,0 0 0,1 0 0,-2-6 0,0 6 0,0 0 0,0 1 0,0-1 0,0 0 0,-1 0 0,1 1 0,-1-1 0,0 1 0,0 0 0,0-1 0,0 1 0,0 0 0,0 0 0,0 0 0,-1 0 0,1 1 0,-1-1 0,1 1 0,-1-1 0,0 1 0,0 0 0,-3-1 0,6 2 0,-1-1 0,0 1 0,0-1 0,0 1 0,0 0 0,0 0 0,0 0 0,0-1 0,0 1 0,0 0 0,0 0 0,0 0 0,0 1 0,0-1 0,0 0 0,0 0 0,0 0 0,0 1 0,0-1 0,0 0 0,1 1 0,-1-1 0,0 1 0,-1 0 0,1 0 0,0 1 0,0-1 0,0 0 0,1 0 0,-1 1 0,0-1 0,1 0 0,-1 1 0,1-1 0,0 1 0,-1-1 0,1 1 0,0-1 0,0 2 0,0 5 0,0 0 0,0 0 0,1 0 0,4 14 0,-1-4 45,6 19-750,25 67 0,-29-93-6121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24575,'3'-5'0,"-1"-6"0,1-5 0,0-6 0,-2 0 0,3 3 0,-1 7 0,0 8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7:59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24575,'0'4'0,"-1"-2"0,1 0 0,0 0 0,0 0 0,0 0 0,1 0 0,-1 0 0,1 0 0,-1 0 0,2 3 0,-2-4 0,1 0 0,0 0 0,0 0 0,0 0 0,0 0 0,0-1 0,0 1 0,1 0 0,-1-1 0,0 1 0,0 0 0,0-1 0,1 1 0,-1-1 0,0 0 0,0 1 0,3-1 0,3 2 0,0-1 0,0 0 0,0 0 0,0-1 0,0 0 0,0 0 0,0-1 0,-1 0 0,12-2 0,-18 3 0,1-1 0,-1 1 0,1 0 0,-1-1 0,1 1 0,-1-1 0,1 1 0,-1-1 0,1 1 0,-1-1 0,0 1 0,1-1 0,-1 0 0,0 1 0,0-1 0,1 1 0,-1-1 0,0 0 0,0 1 0,0-1 0,0 0 0,0 1 0,0-1 0,0 0 0,0 1 0,0-1 0,0 0 0,0 1 0,0-1 0,0 1 0,-1-1 0,1 0 0,0 1 0,0-1 0,-1 1 0,1-1 0,0 1 0,-1-1 0,1 0 0,-1 1 0,1 0 0,-1-1 0,0 0 0,-20-22 0,16 19 0,-1 0 0,0 0 0,1 1 0,-1 0 0,-1 0 0,1 0 0,0 1 0,-8-2 0,12 3 0,1 0 0,-1 1 0,0-1 0,0 1 0,0 0 0,0 0 0,0 0 0,0 0 0,0 0 0,0 0 0,0 0 0,0 0 0,1 1 0,-1-1 0,0 1 0,0 0 0,0-1 0,0 1 0,1 0 0,-1 0 0,0 0 0,1 0 0,-1 0 0,1 1 0,-1-1 0,1 0 0,0 1 0,-1-1 0,1 1 0,0-1 0,-2 4 0,0 3 0,1 0 0,0 0 0,0 0 0,1 1 0,0-1 0,0 0 0,1 0 0,0 1 0,1-1 0,-1 0 0,4 14 0,-2-13 0,0 1 0,1-1 0,0 0 0,0-1 0,1 1 0,0 0 0,1-1 0,0 0 0,0 0 0,7 7 0,-8-11-170,0-1-1,0 1 0,0-1 1,0 0-1,1 0 0,-1 0 1,11 4-1,6 0-6655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0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99 24575,'0'-2'0,"0"-14"0,0 0 0,-1 1 0,-1-1 0,-4-17 0,6 33 0,0 0 0,0 0 0,0 0 0,0 0 0,0 0 0,0 0 0,0 0 0,0 0 0,0 0 0,0 0 0,0 0 0,0 0 0,0 0 0,0 0 0,0 0 0,0 0 0,-1 0 0,1 0 0,0 0 0,0 0 0,0 0 0,0 0 0,0 0 0,0 0 0,0 0 0,0 0 0,0 0 0,0 0 0,0 0 0,0 0 0,0 0 0,0 0 0,0 0 0,-1 0 0,1 0 0,0 0 0,0 0 0,0 0 0,0 0 0,0 0 0,0 0 0,0 0 0,0 0 0,0 0 0,0 0 0,-2 12 0,0 18 0,1-5 0,0-18 0,1 1 0,0-1 0,0 1 0,0-1 0,1 1 0,0-1 0,2 9 0,-2-16 0,-1 0 0,0 1 0,1-1 0,-1 0 0,0 0 0,1 1 0,-1-1 0,1 0 0,-1 0 0,0 0 0,1 1 0,-1-1 0,1 0 0,-1 0 0,0 0 0,1 0 0,-1 0 0,1 0 0,-1 0 0,1 0 0,-1 0 0,1 0 0,-1 0 0,0 0 0,1 0 0,-1 0 0,1-1 0,-1 1 0,0 0 0,1 0 0,-1 0 0,1-1 0,-1 1 0,0 0 0,1 0 0,-1-1 0,0 1 0,1 0 0,-1-1 0,0 0 0,19-15 0,-15 13 0,1-2 0,1 1 0,-1-1 0,1 1 0,0 0 0,10-4 0,-15 7 0,0 1 0,1-1 0,-1 1 0,0-1 0,1 1 0,-1 0 0,0-1 0,1 1 0,-1 0 0,1 0 0,-1 0 0,1 0 0,-1 0 0,0 1 0,1-1 0,-1 0 0,1 1 0,-1-1 0,0 1 0,1-1 0,-1 1 0,0 0 0,0-1 0,0 1 0,1 0 0,-1 0 0,0 0 0,0 0 0,0 0 0,0 0 0,0 0 0,-1 0 0,1 0 0,1 3 0,13 32 310,-14-31-496,1 0 0,0 1 0,0-1 0,0 0-1,1-1 1,-1 1 0,1 0 0,5 5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0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43 24575,'16'-20'0,"-15"19"0,-1 1 0,1-1 0,-1 1 0,1-1 0,-1 1 0,0-1 0,1 0 0,-1 1 0,0-1 0,0 1 0,1-1 0,-1 0 0,0 1 0,0-1 0,0 0 0,0 1 0,0-1 0,0 0 0,0 1 0,0-1 0,0 0 0,0 1 0,0-1 0,0 0 0,0 1 0,0-1 0,-1 0 0,1 1 0,0-1 0,0 1 0,-1-1 0,1 0 0,-1 0 0,0 1 0,0 0 0,-1 0 0,1 0 0,0 0 0,0 0 0,0 0 0,0 0 0,0 0 0,-1 0 0,1 0 0,0 1 0,0-1 0,0 1 0,0-1 0,0 1 0,0-1 0,0 1 0,0-1 0,0 1 0,0 0 0,0-1 0,-1 3 0,-23 19 0,23-20 0,-10 11 0,1 0 0,-20 29 0,27-36 0,0 0 0,1 0 0,0 0 0,0 0 0,1 1 0,0-1 0,0 1 0,0-1 0,1 1 0,-1 11 0,2-16-50,0 0-1,0 1 1,1-1-1,-1 0 0,1 0 1,0 0-1,-1 0 1,1 0-1,0 0 1,0-1-1,0 1 0,1 0 1,-1 0-1,0-1 1,1 1-1,-1-1 1,1 1-1,-1-1 0,1 1 1,-1-1-1,1 0 1,0 0-1,0 0 1,0 0-1,0 0 1,2 1-1,15 4-6775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53 117 24575,'-12'0'0,"9"-1"0,0 1 0,0-1 0,-1 1 0,1 0 0,0 0 0,0 1 0,0-1 0,0 1 0,0-1 0,-6 3 0,9-3 0,0 0 0,0 1 0,0-1 0,0 0 0,0 0 0,0 1 0,0-1 0,0 0 0,0 0 0,0 1 0,0-1 0,0 0 0,0 0 0,0 1 0,1-1 0,-1 0 0,0 0 0,0 1 0,0-1 0,0 0 0,0 0 0,1 0 0,-1 1 0,0-1 0,0 0 0,0 0 0,1 0 0,-1 0 0,0 0 0,0 1 0,1-1 0,-1 0 0,0 0 0,0 0 0,1 0 0,-1 0 0,0 0 0,0 0 0,1 0 0,-1 0 0,0 0 0,0 0 0,1 0 0,-1 0 0,1 0 0,13 3 0,-8-2 0,0-1 0,0 1 0,-1-1 0,1 0 0,0-1 0,0 1 0,0-1 0,-1 0 0,1-1 0,-1 0 0,1 1 0,6-5 0,-9 4 0,1 0 0,-1 0 0,0-1 0,0 0 0,0 0 0,-1 1 0,1-2 0,-1 1 0,1 0 0,-1 0 0,0-1 0,0 1 0,-1-1 0,1 0 0,-1 1 0,0-1 0,0 0 0,2-7 0,-3 8 0,1 1 0,-1 0 0,0-1 0,1 1 0,-1-1 0,0 1 0,-1 0 0,1-1 0,0 1 0,-1-1 0,1 1 0,-1 0 0,1 0 0,-1-1 0,0 1 0,0 0 0,-2-2 0,3 3 0,-1 1 0,1-1 0,-1 1 0,1-1 0,-1 1 0,0-1 0,1 1 0,-1-1 0,0 1 0,0 0 0,1 0 0,-1-1 0,0 1 0,0 0 0,1 0 0,-1 0 0,0 0 0,0 0 0,1 0 0,-2 0 0,-1 0 0,1 1 0,0-1 0,0 1 0,0 0 0,0-1 0,0 1 0,0 0 0,0 1 0,0-1 0,-2 2 0,-5 5 0,1 0 0,1 0 0,-1 1 0,1 0 0,1 0 0,-1 1 0,2 0 0,-1 0 0,1 0 0,1 1 0,0 0 0,1 0 0,0 0 0,0 0 0,1 0 0,0 1 0,1-1 0,1 0 0,0 1 0,1 11 0,0-19-124,0 0 0,0 0 0,0 0 0,0 0 0,1 0 0,-1-1-1,1 1 1,0-1 0,0 1 0,5 5 0,8 6-6702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1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401 259 24575,'50'-45'0,"-26"24"0,29-33 0,-47 47 0,0 0 0,-1-1 0,0 0 0,0 0 0,-1 0 0,0 0 0,0-1 0,-1 0 0,3-10 0,-6 17 0,1 1 0,-1 0 0,1-1 0,-1 1 0,0-1 0,0 1 0,0-1 0,1 1 0,-2-1 0,1 1 0,0-1 0,0 1 0,0-1 0,-1 1 0,1-1 0,-1 1 0,1 0 0,-1-1 0,1 1 0,-1 0 0,0-1 0,0 1 0,0 0 0,1 0 0,-1 0 0,0 0 0,-1 0 0,1 0 0,0 0 0,0 0 0,0 0 0,-1 0 0,1 0 0,0 1 0,-1-1 0,1 1 0,0-1 0,-1 1 0,1-1 0,-1 1 0,1 0 0,-1 0 0,1 0 0,-2 0 0,-6-1 0,0 2 0,0-1 0,0 1 0,1 0 0,-1 1 0,-10 3 0,-8 4 0,-1 1 0,2 2 0,-39 22 0,47-24 0,0 2 0,1 0 0,1 1 0,0 1 0,-23 26 0,36-36 0,0-1 0,0 1 0,0 0 0,1 0 0,-1 0 0,1 1 0,0-1 0,0 0 0,1 1 0,-1-1 0,-1 10 0,3-11 0,0 1 0,1-1 0,-1 0 0,0 0 0,1 1 0,0-1 0,0 0 0,0 0 0,0 0 0,0 0 0,1 0 0,-1 0 0,1 0 0,0 0 0,0-1 0,0 1 0,0-1 0,3 3 0,8 7 0,0-1 0,1 0 0,1-1 0,25 13 0,-26-16 0,-1 1 0,0 0 0,0 1 0,-1 0 0,0 1 0,14 15 0,-25-24 0,0 1 0,0-1 0,0 0 0,0 0 0,0 1 0,0-1 0,-1 1 0,1-1 0,0 1 0,-1-1 0,1 1 0,-1 0 0,0-1 0,1 1 0,-1-1 0,0 1 0,0 0 0,0-1 0,0 1 0,0 0 0,-1-1 0,1 1 0,-1 1 0,0 0 0,-1 0 0,1-1 0,-1 1 0,0-1 0,1 0 0,-1 1 0,0-1 0,-1 0 0,1 0 0,0 0 0,-5 3 0,-7 3 0,1-1 0,-1-1 0,-27 9 0,39-14 0,-41 13 0,0-2 0,-1-1 0,-69 6 0,112-17 7,-29 1 326,30-1-382,-1 0 0,0 0 0,1 0 1,-1 0-1,0 0 0,1 0 1,-1 0-1,0 0 0,1 0 1,-1 0-1,0-1 0,1 1 0,-1 0 1,0 0-1,1-1 0,-1 1 1,1 0-1,-1-1 0,1 1 1,-1-1-1,0 1 0,1-1 0,0 1 1,-1-1-1,1 1 0,-1-1 1,1 1-1,0-1 0,-1 1 0,1-1 1,0 0-1,-1 1 0,1-1 1,0 0-1,3-8-6777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246 109 24575,'13'-9'0,"-4"4"0,-1-1 0,1 0 0,-1 0 0,0-1 0,0 0 0,-1-1 0,0 1 0,7-10 0,-14 16 0,1 1 0,-1-1 0,1 0 0,-1 1 0,0-1 0,1 0 0,-1 0 0,0 1 0,0-1 0,0 0 0,0 0 0,1 1 0,-1-1 0,0 0 0,0 0 0,0 1 0,0-1 0,-1 0 0,1 0 0,0 1 0,0-1 0,0 0 0,-1 0 0,1 1 0,0-1 0,-1 0 0,0 0 0,0 0 0,0 0 0,0 0 0,0 1 0,0-1 0,0 0 0,0 1 0,0-1 0,0 1 0,-1-1 0,1 1 0,0 0 0,0-1 0,-2 1 0,-5-1 0,-1 1 0,1 0 0,-14 2 0,5 0 0,0 1 0,0 1 0,1 0 0,-1 1 0,1 1 0,0 1 0,0 0 0,1 1 0,0 1 0,0 0 0,1 1 0,-17 15 0,29-23 0,0 0 0,0 0 0,0 0 0,0 1 0,1-1 0,-1 1 0,1-1 0,-1 1 0,1-1 0,0 1 0,0 0 0,0 0 0,1-1 0,-1 1 0,0 0 0,1 0 0,0 0 0,0 0 0,0 3 0,1-3 0,-1 0 0,1 0 0,1 0 0,-1 0 0,0 0 0,1-1 0,-1 1 0,1 0 0,0-1 0,0 1 0,0-1 0,0 0 0,0 0 0,0 1 0,1-2 0,-1 1 0,6 3 0,11 6 0,1-1 0,32 12 0,16 8 0,-66-29 0,0 0 0,0 0 0,0 0 0,0 1 0,0-1 0,0 1 0,0 0 0,0-1 0,0 1 0,-1 0 0,1 0 0,-1 0 0,1 0 0,-1 0 0,0 1 0,1 1 0,-1-2 0,-1-1 0,0 1 0,0 0 0,0-1 0,0 1 0,0-1 0,0 1 0,-1 0 0,1-1 0,0 1 0,-1-1 0,1 1 0,-1-1 0,0 0 0,1 1 0,-1-1 0,0 1 0,0-1 0,0 0 0,0 0 0,0 1 0,0-1 0,0 0 0,-1 0 0,1 0 0,-2 1 0,-10 7 68,0 0 1,0-1-1,-1-1 0,-24 10 0,-60 16-1675,96-32 1508,-43 13-6727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2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57 24575,'0'-2'0,"-3"-6"0,0-3 0,0-3 0,-2 1 0,0 6 0,1 6 0,1 7 0,1 8 0,1 9 0,1 4 0,0 5 0,0 4 0,0 0 0,0 2 0,1-2 0,-1-2 0,0-7-8191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2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24575,'0'-3'0,"0"-1"0,1 0 0,0 0 0,0 1 0,0-1 0,0 0 0,1 1 0,-1 0 0,1-1 0,0 1 0,0 0 0,0 0 0,0-1 0,1 2 0,-1-1 0,1 0 0,0 0 0,0 1 0,0 0 0,5-4 0,9-4 0,-1 1 0,36-14 0,-28 13 0,27-11 0,-30 14 0,0-2 0,-1 0 0,26-17 0,-41 23 0,-1 0 0,0-1 0,0 0 0,-1 0 0,1 0 0,-1 0 0,6-9 0,-8 11 0,0 0 0,0 1 0,0-1 0,0 1 0,-1-1 0,1 0 0,0 0 0,-1 0 0,0 1 0,1-1 0,-1 0 0,0 0 0,0 0 0,0 0 0,0 1 0,0-1 0,0 0 0,-1 0 0,1 0 0,-1 0 0,1 1 0,-1-1 0,0 0 0,0 1 0,1-1 0,-2-1 0,1 2 0,1 1 0,-1-1 0,1 1 0,-1-1 0,1 1 0,-1-1 0,1 1 0,-1-1 0,1 1 0,-1 0 0,1-1 0,-1 1 0,0 0 0,1-1 0,-1 1 0,0 0 0,1 0 0,-1 0 0,0 0 0,1 0 0,-1 0 0,0 0 0,1 0 0,-1 0 0,0 0 0,0 0 0,1 0 0,-1 0 0,0 0 0,1 1 0,-1-1 0,1 0 0,-1 0 0,0 1 0,1-1 0,-1 1 0,1-1 0,-1 0 0,1 1 0,-1-1 0,1 1 0,-1-1 0,1 1 0,-1-1 0,1 1 0,0 0 0,-1-1 0,1 1 0,0-1 0,-1 2 0,-2 3 0,0 1 0,0-1 0,1 1 0,-3 7 0,-4 25-341,1 0 0,2 0-1,-3 75 1,8-77-6485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2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 24575,'0'-3'0,"-2"0"0,-1 2 0,0 4 0,3 4 0,2 5 0,2 5 0,1 5 0,-1 2 0,0 3 0,-2 1 0,-1 0 0,0 0 0,-1-5-8191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4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239 107 24575,'1'-5'0,"0"-1"0,0 1 0,1-1 0,3-10 0,-2 11 0,-2 1 0,1-1 0,0 0 0,-1-1 0,0 1 0,0 0 0,0-9 0,-1 13 0,0 1 0,-1-1 0,1 0 0,0 0 0,0 0 0,-1 0 0,1 1 0,0-1 0,-1 0 0,1 0 0,-1 1 0,1-1 0,-1 0 0,1 1 0,-1-1 0,0 0 0,1 1 0,-1-1 0,0 1 0,0-1 0,-1 0 0,-1 0 0,1 0 0,0 1 0,0-1 0,0 1 0,-1-1 0,1 1 0,0 0 0,0 0 0,-1 0 0,-2 1 0,-4 0 0,0 1 0,1 0 0,-1 1 0,0 0 0,1 1 0,-1 0 0,1 0 0,0 0 0,1 1 0,-9 6 0,-6 7 0,-39 38 0,56-51 0,1 0 0,0 0 0,0 0 0,0 0 0,1 1 0,-1 0 0,-3 10 0,6-15 0,1 1 0,-1-1 0,1 0 0,0 1 0,0-1 0,0 0 0,-1 1 0,1-1 0,1 0 0,-1 1 0,0-1 0,0 0 0,0 1 0,1-1 0,-1 0 0,1 1 0,0 1 0,0-2 0,0 1 0,1-1 0,-1 0 0,0 0 0,1 0 0,-1 0 0,0 0 0,1 0 0,-1 0 0,1 0 0,0 0 0,-1-1 0,1 1 0,0-1 0,-1 1 0,1-1 0,2 1 0,6 0 0,-1 0 0,1-1 0,0 0 0,-1 0 0,18-4 0,50-14 0,-54 12 0,-1 0 0,27-6 0,-46 11 0,1 0 0,-1 1 0,1 0 0,-1 0 0,1 0 0,0 0 0,-1 0 0,1 1 0,-1-1 0,5 3 0,-7-3 0,0 0 0,-1 1 0,1 0 0,0-1 0,-1 1 0,1-1 0,-1 1 0,1 0 0,-1-1 0,1 1 0,-1 0 0,1 0 0,-1-1 0,0 1 0,1 0 0,-1 0 0,0 0 0,0-1 0,0 1 0,0 0 0,1 0 0,-1 0 0,0 0 0,0 0 0,-1-1 0,1 1 0,0 0 0,0 0 0,0 0 0,0-1 0,-1 1 0,1 0 0,0 0 0,-1 0 0,1-1 0,-1 1 0,1 0 0,-2 1 0,-22 34 0,20-31 0,-49 60 0,33-43 0,1 2 0,1 1 0,-20 34 0,37-57 0,0 1 0,-1-1 0,1 1 0,0 0 0,0 0 0,0-1 0,1 1 0,-1 0 0,1 0 0,-1 0 0,1 0 0,0 0 0,0 0 0,1 0 0,-1 0 0,1 3 0,0-4 0,0 0 0,0 0 0,0-1 0,0 1 0,1 0 0,-1-1 0,0 1 0,1-1 0,-1 1 0,1-1 0,0 0 0,-1 0 0,1 0 0,0 0 0,0 0 0,0 0 0,0 0 0,0 0 0,0-1 0,0 1 0,0-1 0,0 1 0,3-1 0,9 1-151,-1-1-1,1 0 0,-1-1 0,0-1 1,1 0-1,-1-1 0,0 0 1,22-9-1,-1 0-6674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12 134 24575,'-11'-103'0,"11"101"0,0 1 0,0-1 0,0 1 0,0-1 0,0 1 0,0 0 0,0-1 0,1 1 0,-1-1 0,0 1 0,1 0 0,-1-1 0,1 1 0,0 0 0,-1-1 0,2-1 0,-1 3 0,0-1 0,-1 1 0,1-1 0,0 1 0,-1 0 0,1-1 0,0 1 0,-1 0 0,1 0 0,0-1 0,0 1 0,-1 0 0,1 0 0,0 0 0,0 0 0,-1 0 0,1 0 0,0 0 0,0 0 0,-1 0 0,1 0 0,1 1 0,1 0 0,1 0 0,-1 1 0,1 0 0,-1-1 0,0 1 0,0 0 0,0 1 0,0-1 0,0 1 0,4 4 0,-1 1 0,-1 0 0,0 0 0,0 0 0,-1 1 0,0-1 0,-1 1 0,0 0 0,0 1 0,-1-1 0,0 0 0,0 1 0,0 16 0,-2-25 0,0 0 0,0-1 0,-1 1 0,1 0 0,0-1 0,1 1 0,-1 0 0,0 0 0,0-1 0,0 1 0,0 0 0,0-1 0,1 1 0,-1 0 0,0-1 0,1 1 0,-1 0 0,0-1 0,1 1 0,-1-1 0,1 1 0,-1 0 0,1-1 0,-1 1 0,1-1 0,0 0 0,-1 1 0,1-1 0,-1 1 0,1-1 0,0 0 0,-1 1 0,1-1 0,0 0 0,0 0 0,-1 0 0,1 0 0,0 0 0,-1 1 0,1-1 0,0 0 0,0-1 0,-1 1 0,1 0 0,0 0 0,0 0 0,-1 0 0,1 0 0,0-1 0,-1 1 0,1 0 0,0-1 0,-1 1 0,2-1 0,5-3 0,0-1 0,0 0 0,12-11 0,-12 9 0,5-3 0,-7 5 0,1 0 0,-1 0 0,1 1 0,0-1 0,1 2 0,-1-1 0,8-3 0,-13 7 0,0 0 0,0 0 0,0-1 0,0 1 0,0 0 0,0 0 0,0 0 0,-1 0 0,1 0 0,0 1 0,0-1 0,0 0 0,0 0 0,0 1 0,0-1 0,-1 0 0,1 1 0,0-1 0,0 1 0,-1-1 0,1 1 0,0-1 0,-1 1 0,1-1 0,0 1 0,-1 0 0,1-1 0,-1 1 0,1 0 0,-1 0 0,1 0 0,-1-1 0,0 1 0,1 0 0,-1 0 0,1 1 0,7 38 0,-6-26 0,-1-8 0,1 1 0,0-1 0,0 0 0,1 0 0,-1 0 0,1 0 0,1 0 0,-1-1 0,1 1 0,4 5 0,-6-9 0,1 0 0,-1 0 0,0 0 0,0 0 0,1-1 0,-1 1 0,1-1 0,0 1 0,-1-1 0,1 0 0,0 0 0,0 0 0,0 0 0,0-1 0,0 1 0,-1-1 0,1 0 0,0 0 0,0 0 0,0 0 0,0 0 0,0 0 0,0-1 0,4-1 0,5-2 0,0 0 0,-1-1 0,0-1 0,0 0 0,-1 0 0,0-1 0,0-1 0,17-15 0,-19 15 0,-1 1 0,0-1 0,0-1 0,-1 1 0,0-1 0,0 0 0,-1 0 0,0-1 0,-1 0 0,5-15 0,-10 1 0,-3 18 0,-2 15 0,3 1 0,0 1 0,1 0 0,0-1 0,1 1 0,0 0 0,1 14 0,8 66 0,25 90 0,-18-109 0,7 80 0,-21-141 0,-1-1 0,0 1 0,-1-1 0,0 1 0,-1-1 0,0 0 0,-5 18 0,6-26 0,0 1 0,0-1 0,0 1 0,0-1 0,-1 1 0,1-1 0,-1 1 0,0-1 0,1 0 0,-1 0 0,0 0 0,0 0 0,0 0 0,0-1 0,-1 1 0,1 0 0,0-1 0,-1 0 0,1 1 0,-1-1 0,0 0 0,1-1 0,-1 1 0,0 0 0,1-1 0,-1 1 0,0-1 0,0 0 0,0 0 0,1 0 0,-1 0 0,0 0 0,-3-2 0,-2 0 0,1 0 0,-1-1 0,1 0 0,0 0 0,0-1 0,0 0 0,0 0 0,0-1 0,1 0 0,0 0 0,0-1 0,0 1 0,1-1 0,0 0 0,-5-8 0,5 7 0,0 0 0,1-1 0,0 1 0,0-1 0,1 0 0,-1-1 0,2 1 0,-1 0 0,1-1 0,1 1 0,0-1 0,0 0 0,0-13 0,2 15 16,0 0-1,1 0 1,0 0-1,0 0 1,0 1-1,1-1 1,-1 1-1,2 0 1,-1 0-1,1 0 1,0 0-1,0 1 1,0-1-1,1 1 1,0 0-1,0 0 1,1 1 0,-1-1-1,1 1 1,0 0-1,7-3 1,2 0-230,0 0 1,0 1 0,1 0-1,0 1 1,0 1 0,1 1-1,28-3 1,-24 5-6613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6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98 135 24575,'-3'0'0,"-1"-1"0,1 0 0,0-1 0,-1 1 0,1-1 0,-5-3 0,-4-1 0,-4 0 0,12 5 0,0 0 0,0-1 0,0 1 0,0-1 0,1 0 0,-1 0 0,1 0 0,-1 0 0,-3-4 0,7 5 0,0 1 0,0 0 0,0-1 0,0 1 0,0 0 0,0-1 0,0 1 0,0 0 0,0-1 0,0 1 0,0 0 0,0-1 0,0 1 0,0 0 0,0 0 0,1-1 0,-1 1 0,0 0 0,0-1 0,0 1 0,0 0 0,1 0 0,-1-1 0,0 1 0,0 0 0,1 0 0,-1 0 0,0-1 0,1 1 0,-1 0 0,0 0 0,0 0 0,1 0 0,-1 0 0,0 0 0,1-1 0,-1 1 0,0 0 0,1 0 0,14-4 0,212-43 0,-129 29 0,-46 8 0,-52 10 0,0 0 0,1 0 0,-1 0 0,0 0 0,1 0 0,-1 0 0,0 0 0,0 0 0,1-1 0,-1 1 0,0 0 0,1 0 0,-1 0 0,0 0 0,1 0 0,-1 1 0,0-1 0,0 0 0,1 0 0,-1 0 0,0 0 0,1 0 0,-1 0 0,0 0 0,0 1 0,1-1 0,-1 0 0,0 0 0,0 0 0,1 0 0,-1 1 0,0-1 0,0 0 0,0 0 0,1 1 0,-1-1 0,0 0 0,0 0 0,0 1 0,0-1 0,0 0 0,0 1 0,0-1 0,0 0 0,1 0 0,-1 1 0,0-1 0,0 0 0,0 1 0,0-1 0,0 0 0,-1 1 0,1-1 0,0 0 0,0 0 0,0 1 0,0-1 0,0 0 0,0 1 0,-1-1 0,-11 21 0,8-15 0,-4 7 29,1 0-1,1 1 1,1 0-1,0 0 0,0 0 1,2 0-1,-1 1 1,2 0-1,0 0 1,1-1-1,1 26 1,3-4-456,1 0 0,2 1 1,17 54-1,-15-65-6399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6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22 305 24575,'-2'-2'0,"-1"-1"0,1 1 0,0-1 0,1 1 0,-1-1 0,0 0 0,1 0 0,0 0 0,0 0 0,0 0 0,0 0 0,0 0 0,0-1 0,1 1 0,0 0 0,-1 0 0,1 0 0,0-1 0,1 1 0,-1 0 0,0 0 0,1-1 0,1-4 0,0 3 0,0 0 0,1-1 0,-1 1 0,1 0 0,0 0 0,0 1 0,0-1 0,1 1 0,0-1 0,-1 1 0,2 0 0,6-5 0,5-1 0,0 0 0,0 1 0,1 1 0,0 1 0,32-9 0,98-16 0,-24 7 0,19-20 0,-179 87 0,29-31 0,1-1 0,0 1 0,1 1 0,0-1 0,0 1 0,2 0 0,-1 1 0,-4 21 0,8-28 0,0 0 0,0 0 0,1-1 0,-1 1 0,1 0 0,1 0 0,-1 0 0,1-1 0,0 1 0,0 0 0,1-1 0,-1 1 0,1-1 0,0 1 0,1-1 0,0 0 0,-1 0 0,2 0 0,-1 0 0,0-1 0,9 9 0,-9-11 0,-1 1 0,1-1 0,1-1 0,-1 1 0,0 0 0,0-1 0,1 1 0,-1-1 0,0 0 0,1 0 0,-1 0 0,1-1 0,0 1 0,-1-1 0,1 0 0,0 0 0,-1 0 0,1 0 0,-1-1 0,1 0 0,-1 1 0,1-1 0,-1-1 0,1 1 0,-1 0 0,0-1 0,1 1 0,-1-1 0,0 0 0,0 0 0,0-1 0,-1 1 0,1 0 0,3-5 0,-4 5 0,1 0 0,-1-1 0,0 0 0,1 1 0,-1-1 0,0 0 0,-1 0 0,1 0 0,0 0 0,-1-1 0,0 1 0,0 0 0,0-1 0,0 1 0,0 0 0,-1-1 0,1 1 0,-1-1 0,0 1 0,0-1 0,0 1 0,-1-1 0,1 1 0,-1-1 0,0 1 0,0 0 0,0-1 0,0 1 0,-1 0 0,1 0 0,-1 0 0,0 0 0,0 0 0,0 0 0,-4-3 0,3 2-76,-2 0 1,1 1-1,0 0 0,-1 0 0,1 0 0,-1 1 0,0-1 0,0 1 1,0 0-1,0 0 0,0 1 0,-1 0 0,1 0 0,0 0 1,-1 0-1,1 1 0,-6 0 0,-16 3-6750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7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56 24575,'4'-3'0,"-1"0"0,0 0 0,0-1 0,-1 1 0,1-1 0,-1 0 0,0 0 0,0 0 0,0 0 0,0 0 0,1-5 0,-3 9 0,0 0 0,0 0 0,0-1 0,0 1 0,0 0 0,0 0 0,0 0 0,0-1 0,0 1 0,0 0 0,0 0 0,0-1 0,0 1 0,0 0 0,0 0 0,0 0 0,0-1 0,0 1 0,0 0 0,-1 0 0,1 0 0,0-1 0,0 1 0,0 0 0,0 0 0,0 0 0,0 0 0,-1-1 0,1 1 0,0 0 0,0 0 0,0 0 0,-1 0 0,1 0 0,0 0 0,0 0 0,0-1 0,-1 1 0,1 0 0,0 0 0,-1 0 0,-11 4 0,-10 11 0,8-1 0,0 0 0,1 1 0,1 0 0,1 1 0,-19 32 0,23-35 0,1 1 0,0 0 0,0 0 0,2 1 0,-1-1 0,2 1 0,0 0 0,-1 17 0,4-28 0,0 0 0,0 1 0,0-1 0,1 0 0,0 1 0,0-1 0,0 0 0,0 0 0,0 0 0,1 0 0,0 0 0,0 0 0,0 0 0,0-1 0,0 1 0,1-1 0,0 1 0,0-1 0,0 0 0,0 0 0,0 0 0,0-1 0,1 1 0,0-1 0,-1 0 0,6 3 0,-4-3 0,1 0 0,-1-1 0,1 1 0,-1-1 0,1 0 0,0 0 0,-1-1 0,1 0 0,-1 0 0,1 0 0,0-1 0,-1 0 0,1 0 0,-1 0 0,1-1 0,-1 1 0,1-1 0,-1-1 0,8-4 0,-10 6 0,-1-1 0,1 1 0,-1-1 0,1 0 0,-1 0 0,0 0 0,0-1 0,0 1 0,0 0 0,0-1 0,0 1 0,-1-1 0,1 0 0,-1 0 0,0 1 0,0-1 0,0 0 0,1-5 0,-2 6 0,0 0 0,0 1 0,0-1 0,0 0 0,-1 0 0,1 0 0,-1 0 0,1 0 0,-1 1 0,1-1 0,-1 0 0,0 0 0,0 1 0,0-1 0,0 0 0,0 1 0,0-1 0,-1 1 0,1 0 0,0-1 0,-1 1 0,1 0 0,-1 0 0,1 0 0,-1 0 0,0 0 0,0 0 0,1 0 0,-1 1 0,-2-2 0,-2 0 29,0 0-1,0 1 1,0 0-1,0 0 0,-1 0 1,1 1-1,0 0 1,0 0-1,0 0 1,0 1-1,-11 2 1,13-2-130,-1 0 1,1 1-1,0-1 1,0 1 0,0 0-1,0 0 1,0 0-1,0 1 1,0 0 0,1-1-1,-1 1 1,1 0 0,0 1-1,0-1 1,0 1-1,-4 6 1,1 2-6726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7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28 24575,'0'-1'0,"0"0"0,0 0 0,0 0 0,0 0 0,-1 0 0,1 0 0,0 0 0,0-1 0,-1 1 0,1 0 0,0 0 0,-1 1 0,1-1 0,-1 0 0,0 0 0,1 0 0,-1 0 0,1 0 0,-1 0 0,0 1 0,0-1 0,0 0 0,1 1 0,-2-2 0,0 2 0,0-1 0,0 0 0,0 1 0,1-1 0,-1 1 0,0 0 0,0 0 0,0-1 0,0 1 0,0 1 0,0-1 0,-3 1 0,1-1 0,-1 1 0,1 0 0,0 1 0,-1-1 0,1 1 0,0 0 0,0 0 0,0 0 0,1 1 0,-1-1 0,-4 5 0,4-2 0,1-1 0,0 1 0,0 0 0,0 1 0,0-1 0,1 0 0,0 1 0,0-1 0,0 1 0,1 0 0,0 0 0,0 0 0,1-1 0,-1 1 0,1 0 0,0 0 0,1 0 0,0 0 0,-1 0 0,2 0 0,-1-1 0,5 12 0,-4-12 0,0 1 0,1 0 0,0-1 0,0 0 0,0 0 0,0 0 0,1 0 0,0 0 0,0-1 0,0 0 0,1 0 0,0 0 0,-1 0 0,1-1 0,0 1 0,1-1 0,-1 0 0,1-1 0,-1 0 0,1 0 0,0 0 0,7 1 0,-4-2 0,0-1 0,1 0 0,-1-1 0,0 0 0,0 0 0,1-1 0,-1 0 0,0-1 0,-1 0 0,1 0 0,0-1 0,-1 0 0,14-9 0,-17 9 0,0 1 0,-1-1 0,1 0 0,-1 0 0,0 0 0,0-1 0,0 1 0,-1-1 0,0 0 0,4-6 0,-6 7 0,1 0 0,-1 1 0,0-1 0,0 0 0,0 0 0,-1 0 0,1 0 0,-1 0 0,0 0 0,0 0 0,0 0 0,-1 0 0,1 0 0,-1 0 0,0 0 0,-1-4 0,0 4 16,0 0-1,1 0 1,-1 0-1,-1 1 1,1-1-1,0 1 1,-1-1-1,0 1 1,0 0-1,0 0 1,0 0-1,0 0 1,-1 1-1,1-1 1,-1 1-1,0 0 1,0 0 0,1 0-1,-1 0 1,0 1-1,-5-1 1,3 0-138,-1 1 0,1 0 0,-1 0 0,1 1 0,-1 0 0,1 0 0,-1 1 0,1-1 0,-1 2 1,1-1-1,-1 1 0,1-1 0,-7 4 0,-11 7-6704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7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68 24575,'-17'-22'0,"13"15"0,-1 0 0,0 1 0,-9-9 0,13 14 0,1 0 0,-1 0 0,0 0 0,0 1 0,0-1 0,0 0 0,0 1 0,0-1 0,0 0 0,0 1 0,0 0 0,-1-1 0,1 1 0,0 0 0,0-1 0,0 1 0,0 0 0,-1 0 0,1 0 0,0 0 0,0 0 0,0 0 0,-1 0 0,1 1 0,0-1 0,0 0 0,0 1 0,0-1 0,-2 1 0,2 1 0,-1-1 0,0 1 0,1-1 0,-1 1 0,1 0 0,0 0 0,-1 0 0,1-1 0,0 1 0,0 0 0,0 1 0,1-1 0,-1 0 0,0 0 0,1 0 0,-1 0 0,1 1 0,0-1 0,0 0 0,0 0 0,0 1 0,0-1 0,1 4 0,0 3 0,1 0 0,-1 0 0,2 0 0,4 12 0,2 0 0,2-1 0,0 0 0,26 33 0,14 24 0,-45-67 0,-1 0 0,-1 0 0,0 0 0,0 0 0,-1 1 0,2 14 0,-4-22-47,-1-1 0,0 1 0,0-1 0,0 1 0,0-1 0,0 1 0,0-1 0,-1 1 0,1-1-1,-1 1 1,0-1 0,0 0 0,0 1 0,0-1 0,0 0 0,0 1 0,-1-1 0,1 0 0,-1 0 0,1 0 0,-1 0 0,0-1-1,0 1 1,0 0 0,0-1 0,0 1 0,0-1 0,-4 2 0,-11 4-6779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8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24575,'15'-1'0,"-1"0"0,0-1 0,22-7 0,4 0 0,204-32 0,-238 40 0,0 0 0,0 1 0,0 0 0,10 1 0,-15-1 0,0 0 0,-1 0 0,1 0 0,0 1 0,-1-1 0,1 0 0,0 0 0,-1 1 0,1-1 0,-1 0 0,1 1 0,0-1 0,-1 0 0,1 1 0,-1-1 0,1 1 0,-1-1 0,1 1 0,-1-1 0,1 2 0,-1-1 0,0 0 0,0 0 0,0 0 0,0-1 0,0 1 0,0 0 0,0 0 0,0 0 0,-1 0 0,1 0 0,0 0 0,0 0 0,-1-1 0,1 1 0,-1 0 0,1 0 0,-1-1 0,1 1 0,-1 0 0,-1 1 0,-8 12 0,0 1 0,0 0 0,1 1 0,1 0 0,1 0 0,0 0 0,1 1 0,-4 19 0,8-25 0,0 0 0,0 0 0,1 0 0,1 1 0,0-1 0,0 0 0,1 0 0,1 0 0,0 0 0,0 0 0,1 0 0,0 0 0,1-1 0,5 12 0,-7-19 0,-1 0 0,1 0 0,0 0 0,-1 0 0,1-1 0,0 1 0,1 0 0,-1-1 0,0 0 0,1 1 0,0-1 0,-1 0 0,1 0 0,0-1 0,0 1 0,0-1 0,0 1 0,0-1 0,0 0 0,0 0 0,1 0 0,-1 0 0,0-1 0,1 0 0,-1 1 0,0-1 0,1 0 0,-1-1 0,0 1 0,1 0 0,-1-1 0,0 0 0,0 0 0,7-2 0,-2-1 0,0 0 0,0-1 0,0 1 0,-1-1 0,1-1 0,-1 1 0,0-2 0,-1 1 0,0 0 0,0-1 0,10-15 0,-10 12 29,-2 1-1,1-1 1,-1-1-1,-1 1 0,0 0 1,0-1-1,-1 0 1,0 1-1,-1-1 1,0 0-1,-2-22 1,0 28-58,1 0 1,-1-1-1,0 1 1,-1 0-1,0-1 1,1 1-1,-2 0 1,1 0 0,0 1-1,-1-1 1,-4-5-1,4 7-47,1 0 1,-1 0-1,0 1 0,0-1 0,0 1 0,-1 0 0,1 0 0,-1 0 1,1 0-1,-1 0 0,1 1 0,-1 0 0,0 0 0,0 0 1,0 0-1,1 0 0,-6 1 0,-14-1-6750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8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136 119 24575,'0'-7'0,"-1"0"0,0 1 0,0-1 0,-1 0 0,0 0 0,0 1 0,0-1 0,-1 1 0,0 0 0,0 0 0,-5-7 0,7 11 0,-1-1 0,0 1 0,1 0 0,-1 0 0,0-1 0,0 1 0,0 1 0,-1-1 0,1 0 0,0 0 0,-1 1 0,1-1 0,-1 1 0,1 0 0,-1 0 0,0 0 0,0 0 0,1 0 0,-1 1 0,0-1 0,0 1 0,0 0 0,0 0 0,1 0 0,-1 0 0,0 0 0,0 1 0,0-1 0,-3 2 0,5-2 0,-1 1 0,0-1 0,1 1 0,-1 0 0,1 0 0,-1 0 0,1 0 0,-1 0 0,1 0 0,-1 0 0,1 0 0,0 1 0,0-1 0,0 0 0,0 1 0,0-1 0,0 1 0,0-1 0,-1 3 0,1-1 0,1 0 0,-1 0 0,0 0 0,1 1 0,0-1 0,0 0 0,0 0 0,0 0 0,0 1 0,1 2 0,2 5 0,0 0 0,1 0 0,0 0 0,10 19 0,2-4 0,1 0 0,22 26 0,-19-27 0,32 53 0,-50-75 0,0 0 0,-1 0 0,0 1 0,1-1 0,-1 1 0,0-1 0,-1 1 0,1 0 0,-1-1 0,1 6 0,-1-8 0,0 0 0,-1 1 0,1-1 0,0 0 0,-1 1 0,1-1 0,-1 0 0,1 0 0,-1 0 0,0 0 0,1 1 0,-1-1 0,0 0 0,0 0 0,0 0 0,0 0 0,0 0 0,0-1 0,0 1 0,0 0 0,0 0 0,0-1 0,0 1 0,0-1 0,-1 1 0,1-1 0,0 1 0,0-1 0,-1 0 0,1 1 0,-3-1 0,-16 1-1365,1-3-5461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09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24575,'41'-2'0,"-1"-3"0,0-1 0,-1-2 0,43-14 0,78-15 0,-159 37 0,0 0 0,0 0 0,0 0 0,0-1 0,-1 1 0,1 0 0,0 0 0,0 0 0,0 1 0,0-1 0,0 0 0,-1 0 0,1 0 0,0 1 0,0-1 0,0 0 0,0 1 0,0 0 0,0-1 0,-1 0 0,0 1 0,0-1 0,0 1 0,1-1 0,-1 1 0,0-1 0,0 1 0,0-1 0,0 1 0,0-1 0,0 1 0,0-1 0,0 1 0,0-1 0,0 0 0,0 1 0,0-1 0,0 1 0,-1-1 0,1 1 0,0-1 0,0 1 0,-1 0 0,-23 33 0,14-21 0,1 0 0,0 1 0,1 0 0,1 1 0,-9 24 0,14-32 0,0 0 0,0 0 0,1 0 0,0 0 0,0 0 0,1 0 0,0 0 0,0 0 0,1 0 0,-1 0 0,1 0 0,1 0 0,2 8 0,-3-12 0,0 0 0,1 0 0,-1 0 0,1 0 0,-1-1 0,1 1 0,0 0 0,0-1 0,0 0 0,1 1 0,-1-1 0,0 0 0,1 0 0,0 0 0,-1 0 0,1-1 0,3 2 0,-1-1 0,-1-1 0,1 1 0,-1-1 0,1-1 0,-1 1 0,1-1 0,-1 1 0,1-1 0,0-1 0,-1 1 0,6-1 0,-3-1 0,1 0 0,0 0 0,-1-1 0,1 1 0,-1-2 0,0 1 0,0-1 0,0 0 0,0-1 0,-1 1 0,1-1 0,-1 0 0,8-10 0,-11 11 0,0-1 0,0 1 0,0-1 0,-1 0 0,1 0 0,-1 0 0,-1 0 0,1 0 0,-1 0 0,0 0 0,0-1 0,0 1 0,-1 0 0,1-1 0,-1 1 0,-1 0 0,1-1 0,-1 1 0,0 0 0,0 0 0,0-1 0,-1 1 0,0 0 0,0 0 0,0 0 0,-1 1 0,0-1 0,0 0 0,0 1 0,0 0 0,0 0 0,-1 0 0,0 0 0,0 0 0,0 1 0,0 0 0,-1 0 0,1 0 0,-1 0 0,0 1 0,0 0 0,0 0 0,0 0 0,-6-1 0,-17-1-1365,2 5-5461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10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42 24575,'-6'-6'0,"1"1"0,0 0 0,-1 1 0,1-1 0,-1 1 0,-8-5 0,13 9 0,0-1 0,0 1 0,0-1 0,0 1 0,0 0 0,0 0 0,0-1 0,0 1 0,0 0 0,0 0 0,0 0 0,-1 0 0,1 0 0,0 0 0,0 0 0,0 1 0,0-1 0,0 0 0,0 0 0,0 1 0,0-1 0,0 1 0,0-1 0,0 1 0,0 0 0,0-1 0,0 1 0,0 0 0,1-1 0,-1 1 0,0 0 0,0 0 0,1 0 0,-1 0 0,0 0 0,1 0 0,-1 0 0,1 0 0,0 0 0,-1 1 0,-2 7 0,0 0 0,0 0 0,1 0 0,0 0 0,1 1 0,0-1 0,1 0 0,0 0 0,0 1 0,1-1 0,2 11 0,0-6 0,0 0 0,1-1 0,0 1 0,1-1 0,0-1 0,14 23 0,-16-29 0,1 0 0,0-1 0,0 0 0,1 0 0,-1 0 0,1 0 0,0-1 0,1 0 0,-1 0 0,1 0 0,-1-1 0,8 4 0,-10-6 0,1 0 0,-1 0 0,0 0 0,1 0 0,-1-1 0,1 0 0,0 1 0,-1-1 0,1-1 0,-1 1 0,1 0 0,-1-1 0,1 0 0,-1 1 0,0-2 0,1 1 0,-1 0 0,0-1 0,1 1 0,-1-1 0,0 0 0,0 0 0,-1 0 0,4-3 0,0-1 0,0 0 0,-1 0 0,0-1 0,0 0 0,-1 1 0,0-2 0,0 1 0,0 0 0,2-9 0,15-27 0,-20 44 0,0 7 0,-1 8 0,-9 52 157,-4 44-39,12-97-391,1 0 0,1 0-1,0-1 1,1 1-1,6 22 1,0-13-6553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10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67 24575,'0'-4'0,"0"1"0,-1-1 0,1 1 0,-1-1 0,0 1 0,0-1 0,0 1 0,0-1 0,0 1 0,-3-5 0,3 8 0,1-1 0,-1 0 0,1 1 0,-1-1 0,1 1 0,-1-1 0,1 1 0,-1-1 0,1 1 0,-1-1 0,0 1 0,1 0 0,-1-1 0,1 1 0,-1 0 0,0 0 0,0-1 0,1 1 0,-1 0 0,0 0 0,1 0 0,-2 0 0,1 0 0,-1 1 0,1-1 0,-1 1 0,1-1 0,0 1 0,0-1 0,-1 1 0,1 0 0,0 0 0,0 0 0,0 0 0,0 0 0,0 0 0,0 0 0,0 0 0,-1 1 0,-4 7 0,1 0 0,0 0 0,0 1 0,1-1 0,0 1 0,0 0 0,1 0 0,1 0 0,0 1 0,0-1 0,1 0 0,0 1 0,1-1 0,0 1 0,1-1 0,0 1 0,1-1 0,0 1 0,3 10 0,-3-17 0,-1 0 0,1 0 0,0-1 0,0 1 0,0 0 0,0-1 0,1 1 0,-1-1 0,1 0 0,0 0 0,0 0 0,0 0 0,1-1 0,-1 1 0,1-1 0,-1 0 0,1 1 0,0-2 0,-1 1 0,1 0 0,0-1 0,0 0 0,1 0 0,-1 0 0,0 0 0,6-1 0,-5 0 0,1 0 0,0-1 0,-1 1 0,1-2 0,-1 1 0,1 0 0,-1-1 0,1 0 0,-1-1 0,0 1 0,0-1 0,0 0 0,0 0 0,-1 0 0,1-1 0,-1 1 0,0-1 0,0-1 0,4-3 0,-4 1 0,1-1 0,-1 1 0,0-1 0,-1 0 0,0 0 0,0 0 0,0 0 0,-1 0 0,-1-1 0,1 1 0,-1-1 0,-1 1 0,0-1 0,0 1 0,0-1 0,-1 1 0,-1-1 0,-3-13 0,4 16 0,-1 1 0,0 0 0,0 0 0,-1-1 0,0 1 0,1 1 0,-2-1 0,1 0 0,0 1 0,-1-1 0,0 1 0,-7-6 0,7 7 0,0 1 0,0 0 0,0 0 0,-1 0 0,1 0 0,0 0 0,-1 1 0,1 0 0,-1 0 0,1 0 0,-1 1 0,0-1 0,1 1 0,-1 0 0,0 0 0,1 1 0,-6 0 0,-21 8-1365,4 2-5461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1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87 351 24575,'-3'59'0,"-2"-1"0,-3 0 0,-15 58 0,6-32 0,4 0 0,3 2 0,5-1 0,3 1 0,16 151 0,-12-222 0,0 1 0,2 0 0,-1-1 0,2 0 0,9 22 0,-12-32 0,1-1 0,0 1 0,0 0 0,0-1 0,1 1 0,0-1 0,-1 0 0,1 0 0,1 0 0,-1-1 0,1 0 0,-1 0 0,1 0 0,0 0 0,0-1 0,0 1 0,0-1 0,11 2 0,0 0 0,1-2 0,0 0 0,-1-1 0,26-1 0,69-12 0,-80 8 0,364-49-270,180-21-653,786-24-806,7 53 9,-1063 36 1636,2186-56-1192,-2444 64 1299,526-28 3181,-553 27-2982,36-5 932,-51 6-1014,-1 0 1,1 0 0,0-1-1,-1 1 1,1-1-1,-1 0 1,0-1 0,7-3-1,-10 4-131,1 1-1,-1 0 1,0-1-1,0 1 0,0-1 1,0 1-1,0-1 1,0 0-1,0 1 1,-1-1-1,1 0 1,-1 1-1,1-1 1,-1 0-1,0 0 1,1 0-1,-1 1 1,0-3-1,-5-38-19,2 19-5,2 5 16,1-1 0,1 1 0,0-1 0,2 1 0,0-1 0,0 1 0,2 0 0,1 0 0,0 1 0,11-23 0,71-124 0,36-82 0,-113 219 0,-1-2 0,-1 1 0,-2-1 0,-1 0 0,-1-1 0,-1 0 0,-1-31 0,-3 54 0,0 0 0,-1 1 0,0-1 0,0 0 0,-1 1 0,0-1 0,0 1 0,-3-7 0,4 12 0,1 0 0,-1 0 0,1 0 0,-1-1 0,0 1 0,0 0 0,0 0 0,0 0 0,0 0 0,0 0 0,0 0 0,0 0 0,0 1 0,0-1 0,0 0 0,-1 0 0,1 1 0,0-1 0,0 1 0,-1-1 0,1 1 0,0 0 0,-1 0 0,1-1 0,0 1 0,-1 0 0,1 0 0,-1 0 0,1 0 0,0 1 0,-1-1 0,1 0 0,0 0 0,-1 1 0,1-1 0,0 1 0,-1-1 0,1 1 0,0 0 0,0-1 0,0 1 0,0 0 0,-1 0 0,0 1 0,-5 4-170,1 0-1,0 0 0,0 0 1,1 1-1,0 0 0,0 0 1,-7 13-1,-2 7-6655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1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24575,'1'-8'0,"0"0"0,0 0 0,1 1 0,4-12 0,0 0 0,6-15 0,-12 34 0,1-1 0,-1 1 0,0-1 0,0 1 0,1-1 0,-1 1 0,0-1 0,1 1 0,-1-1 0,0 1 0,1-1 0,-1 1 0,0-1 0,1 1 0,-1 0 0,1-1 0,-1 1 0,1 0 0,-1 0 0,1-1 0,-1 1 0,1 0 0,0 0 0,-1 0 0,1 0 0,-1-1 0,1 1 0,-1 0 0,1 0 0,-1 0 0,1 0 0,0 0 0,-1 1 0,1-1 0,-1 0 0,1 0 0,-1 0 0,1 0 0,-1 1 0,1-1 0,0 0 0,-1 0 0,0 1 0,1-1 0,-1 0 0,1 1 0,-1-1 0,1 1 0,-1-1 0,0 0 0,1 1 0,-1-1 0,0 1 0,1-1 0,-1 1 0,0-1 0,0 1 0,1 0 0,5 11 0,-1 0 0,0 1 0,0-1 0,-1 1 0,-1 0 0,0 0 0,2 26 0,-2-17 0,38 440-340,-37 5-103,-5-359 418,1 99-1206,-1-133-4921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14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11 230 24575,'-2'6'0,"0"-1"0,0 1 0,1-1 0,0 1 0,0-1 0,0 1 0,0 0 0,1 0 0,0 0 0,0-1 0,1 1 0,0 0 0,0 0 0,0-1 0,1 1 0,2 6 0,-3-8 0,1 1 0,0-1 0,0 0 0,1 0 0,-1 0 0,1-1 0,0 1 0,0 0 0,0-1 0,0 0 0,0 0 0,1 0 0,0 0 0,-1 0 0,1-1 0,0 0 0,0 0 0,1 0 0,-1 0 0,7 2 0,1-2 0,0-1 0,0 0 0,1-1 0,-1 0 0,0-1 0,0 0 0,0-1 0,0 0 0,-1-1 0,14-5 0,-5 1 0,0-1 0,-1-1 0,0 0 0,-1-2 0,17-12 0,-22 12 0,0 1 0,-1-2 0,0 1 0,-1-2 0,0 0 0,-1 0 0,-1-1 0,12-22 0,-7 8 0,-2 0 0,-1-2 0,11-46 0,-15 50 0,-9 109 0,-8 46-1365,6-64-5461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16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2278 24575,'0'0'0,"0"0"0,0 0 0,0 1 0,1-1 0,-1 0 0,-1 0 0,1 1 0,0-1 0,0 0 0,0 0 0,0 1 0,0-1 0,0 0 0,0 0 0,0 0 0,0 1 0,0-1 0,0 0 0,0 0 0,-1 0 0,1 1 0,0-1 0,0 0 0,0 0 0,0 0 0,-1 0 0,1 0 0,0 1 0,0-1 0,0 0 0,-1 0 0,1 0 0,0 0 0,0 0 0,0 0 0,-1 0 0,1 0 0,0 0 0,0 0 0,-1 0 0,1 0 0,0 0 0,0 0 0,0 0 0,-1 0 0,1 0 0,0 0 0,0 0 0,-1 0 0,1 0 0,0 0 0,0 0 0,0 0 0,-1 0 0,1-1 0,0 1 0,0 0 0,-1 0 0,-10-11 0,8 4 0,0 0 0,0 0 0,1 0 0,0-1 0,1 1 0,0-1 0,0 1 0,0-1 0,1 1 0,0-1 0,1 1 0,-1-1 0,1 1 0,1-1 0,0 1 0,0-1 0,5-10 0,4-10 0,1 1 0,2 1 0,18-28 0,4 1-112,2 3-1,1 1 1,4 2-1,80-71 1,-25 38-445,148-93 1,-42 52-1382,297-131 1,245-40-1961,-193 116 2525,6 25 1,795-109 0,-586 170 287,998 9 0,-673 118 862,-12 82 571,-378 22 626,-547-99-209,-2 8 0,206 95-1,-279-105 92,106 71-1,-149-85-301,-1 2 0,-1 2-1,-1 1 1,44 53 0,-64-66-63,-1 1 1,-1 1-1,-1 0 1,-1 1-1,13 31 1,-20-41-176,0-1 0,-1 1 0,0 0 0,-1 0 0,0 0 0,-1 0 0,0 0 1,0 0-1,-2 1 0,1-1 0,-1 0 0,-1 0 0,-4 16 0,-1-13-25,0-11-147,6-4-142,0 0 1,0 0 0,0 0-1,1 0 1,-1 0 0,1 0-1,-1 0 1,0 0 0,1-1-1,0 1 1,-1 0 0,1 0-1,0 0 1,0 0 0,-1-1 0,1 1-1,0 0 1,0 0 0,1-2-1,9-173-2,1 48 0,-11-3 0,2-25 0,-3 155 0,1 0 0,0 0 0,1 0 0,-1 0 0,0 0 0,0 0 0,0 0 0,1 0 0,-1 0 0,0 0 0,1 0 0,-1 0 0,1 0 0,-1 0 0,1 0 0,-1 1 0,2-2 0,-2 2 0,1-1 0,-1 1 0,1 0 0,-1 0 0,1 0 0,0-1 0,-1 1 0,1 0 0,-1 0 0,1 0 0,-1 0 0,1 0 0,0 0 0,-1 0 0,1 0 0,-1 0 0,1 0 0,0 0 0,-1 1 0,1-1 0,0 0 0,4 3 0,1 0 0,-1 0 0,0 1 0,8 7 0,-1-1 0,-7-7 0,-2 0 0,0-1 0,0 0 0,1 0 0,-1 0 0,1 0 0,0 0 0,4 1 0,-7-3 0,0 0 0,0 0 0,1 0 0,-1 0 0,0 0 0,0 0 0,0-1 0,0 1 0,0 0 0,0-1 0,0 1 0,0 0 0,0-1 0,0 1 0,0-1 0,0 0 0,0 1 0,0-1 0,0 0 0,0 1 0,-1-1 0,1 0 0,0 0 0,-1 0 0,1 0 0,0 0 0,-1 0 0,1 0 0,-1 0 0,0 0 0,1-1 0,61-131 0,-125 391 0,22 5 0,27-160 0,13-98 0,0 2 0,0-1 0,0 0 0,0-1 0,-1 1 0,-3 8 0,5-13 0,-1 0 0,1 0 0,-1 0 0,0 0 0,1 0 0,-1 0 0,0 0 0,0 0 0,0 0 0,0-1 0,0 1 0,0 0 0,1 0 0,-2-1 0,1 1 0,0-1 0,0 1 0,0-1 0,0 0 0,0 1 0,0-1 0,0 0 0,-1 0 0,1 1 0,0-1 0,0 0 0,0 0 0,-1-1 0,1 1 0,0 0 0,0 0 0,0 0 0,-2-2 0,-44-15 0,38 13 0,0 0 0,0 0 0,-1 1 0,0 1 0,1-1 0,-1 2 0,-15-2 0,16 3-341,0 1 0,0-1-1,-18 5 1,16-2-6485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2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1 210 24575,'0'-4'0,"1"-1"0,-1 0 0,2 1 0,-1-1 0,0 0 0,1 1 0,0-1 0,0 1 0,0 0 0,1 0 0,-1 0 0,1 0 0,0 0 0,0 0 0,0 1 0,1-1 0,7-5 0,3-2 0,1 1 0,0 0 0,24-11 0,-35 19 0,-1 0 0,1 1 0,0-1 0,0 1 0,-1 0 0,1 0 0,0 0 0,0 0 0,0 1 0,0-1 0,0 1 0,0 0 0,7 1 0,-9 0 0,1 0 0,-1 0 0,1 0 0,-1 0 0,0 1 0,0-1 0,0 0 0,0 1 0,0 0 0,0-1 0,0 1 0,0 0 0,-1 0 0,1 0 0,-1 0 0,1 0 0,-1 1 0,0-1 0,0 0 0,0 0 0,0 1 0,1 3 0,1 8 0,1 0 0,-2 0 0,0 0 0,-1 0 0,0 0 0,-1 0 0,0 0 0,-1 0 0,-1 0 0,-4 16 0,-2 2 0,-2-1 0,-1 0 0,-18 35 0,77-135 0,81-159 0,-95 165 0,-31 56 0,27-40 0,-29 45 0,0 0 0,0 0 0,1 1 0,-1-1 0,1 0 0,-1 1 0,1 0 0,-1-1 0,1 1 0,0 0 0,0 0 0,-1 0 0,1 0 0,0 0 0,0 0 0,0 0 0,0 1 0,0-1 0,1 1 0,-1 0 0,3-1 0,-4 2 0,1-1 0,0 1 0,-1 0 0,1 0 0,-1 0 0,1 0 0,-1 0 0,0 0 0,1 0 0,-1 1 0,0-1 0,0 0 0,0 1 0,0-1 0,0 1 0,0-1 0,0 1 0,0-1 0,0 1 0,-1 0 0,1 2 0,11 41 0,-10-36 0,9 46 124,-3-15-496,1 0-1,1-1 1,23 53 0,-27-79-6454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2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166 193 24575,'1'0'0,"0"0"0,0-1 0,0 1 0,1 0 0,-1-1 0,0 0 0,0 1 0,0-1 0,0 0 0,0 1 0,0-1 0,0 0 0,-1 0 0,1 0 0,0 0 0,0 0 0,-1 0 0,1 0 0,0 0 0,-1 0 0,1 0 0,-1 0 0,0 0 0,1 0 0,-1-1 0,0 1 0,1-2 0,3-35 0,-4 31 0,-1-1 0,0 0 0,0 1 0,-1-1 0,0 1 0,0-1 0,-1 1 0,0 0 0,-1 0 0,1 0 0,-1 0 0,-7-8 0,10 13 0,-1 0 0,1 0 0,-1 0 0,0 0 0,0 1 0,1-1 0,-1 0 0,0 1 0,-1 0 0,1-1 0,0 1 0,0 0 0,0 0 0,-1 0 0,1 0 0,-1 1 0,1-1 0,0 1 0,-1-1 0,1 1 0,-1 0 0,1 0 0,-1 0 0,1 0 0,-1 0 0,1 1 0,-1-1 0,1 1 0,-1 0 0,1 0 0,0 0 0,-1 0 0,1 0 0,0 0 0,0 0 0,0 1 0,0-1 0,0 1 0,0-1 0,0 1 0,-2 3 0,-2 2 0,0 0 0,1 0 0,0 1 0,0 0 0,0 0 0,1 0 0,1 0 0,-1 1 0,1-1 0,1 1 0,-3 11 0,2-5 0,1 1 0,0-1 0,1 1 0,0 0 0,4 27 0,-3-39 0,1 0 0,0 1 0,0-1 0,0 0 0,1 0 0,-1 0 0,1-1 0,0 1 0,0 0 0,0 0 0,0-1 0,1 0 0,-1 1 0,1-1 0,0 0 0,0 0 0,0 0 0,1-1 0,3 4 0,-3-5 0,-1 0 0,0 1 0,0-1 0,1 0 0,-1 0 0,0-1 0,1 1 0,-1-1 0,1 0 0,-1 0 0,1 0 0,-1 0 0,0 0 0,1-1 0,-1 0 0,1 0 0,-1 0 0,0 0 0,0 0 0,0 0 0,1-1 0,-1 0 0,0 1 0,2-4 0,0 2 0,0-1 0,0 0 0,-1 0 0,0-1 0,1 1 0,-2-1 0,1 0 0,-1 0 0,1 0 0,-1 0 0,4-10 0,-1-3 0,0 0 0,4-27 0,3-10 0,-12 53 0,-1 0 0,1 0 0,0 0 0,0 0 0,0 0 0,0 0 0,0 0 0,0 1 0,1-1 0,1-2 0,5 3 0,1 12 0,-4 6 79,0 0-1,0 1 0,2 32 0,7 25-1756,-8-56-5148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26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24575,'5'-10'0,"-3"5"0,0 0 0,0 0 0,1 1 0,0-1 0,6-7 0,-9 12 0,1-1 0,-1 1 0,1-1 0,-1 1 0,1-1 0,-1 1 0,1 0 0,-1-1 0,1 1 0,0 0 0,-1-1 0,1 1 0,0 0 0,-1 0 0,1 0 0,0 0 0,0 0 0,-1 0 0,1 0 0,1 0 0,-1 0 0,0 1 0,0-1 0,0 1 0,1-1 0,-1 1 0,0 0 0,0-1 0,0 1 0,-1 0 0,1 0 0,0 0 0,0 0 0,0 0 0,0 0 0,-1 0 0,1 1 0,5 8 0,-1 0 0,-1 0 0,0 1 0,0-1 0,-1 1 0,0 0 0,2 18 0,2 79 0,-7-96 0,1-5 0,-1-1 0,0 1 0,0-1 0,-1 1 0,1-1 0,-1 0 0,-1 1 0,1-1 0,-4 7 0,5-12 0,0-1 0,0 1 0,0-1 0,0 0 0,-1 1 0,1-1 0,0 0 0,0 1 0,-1-1 0,1 0 0,0 1 0,0-1 0,-1 0 0,1 1 0,0-1 0,-1 0 0,1 0 0,0 1 0,-1-1 0,1 0 0,-1 0 0,1 0 0,0 0 0,-1 1 0,-5-8 0,1-17 0,6 3 0,0-1 0,2 1 0,0 0 0,1 1 0,2-1 0,0 1 0,1 0 0,0 0 0,2 0 0,0 1 0,15-21 0,-21 36 0,0-1 0,1 1 0,-1 0 0,1 0 0,0 0 0,0 0 0,0 1 0,9-6 0,-12 9 0,0-1 0,0 0 0,1 1 0,-1 0 0,0-1 0,0 1 0,0 0 0,1-1 0,-1 1 0,0 0 0,0 0 0,1 0 0,-1 0 0,0 0 0,0 1 0,1-1 0,-1 0 0,0 0 0,0 1 0,0-1 0,0 1 0,1-1 0,-1 1 0,0 0 0,0-1 0,0 1 0,0 0 0,0 0 0,0-1 0,0 1 0,-1 0 0,1 0 0,0 0 0,0 0 0,-1 0 0,1 0 0,0 0 0,-1 1 0,0-1 0,1 0 0,-1 0 0,1 0 0,-1 2 0,4 8 0,-1 0 0,-1-1 0,0 1 0,0 1 0,0 17 0,-4 61 0,0-42 0,1-41 0,2 16 0,-1-23 0,0 0 0,0 0 0,0 0 0,0 0 0,0 0 0,0 0 0,0 0 0,0 0 0,0 0 0,0 0 0,0 0 0,0 1 0,0-1 0,0 0 0,0 0 0,0 0 0,0 0 0,0 0 0,0 0 0,0 0 0,0 0 0,0 0 0,0 0 0,0 0 0,1 0 0,-1 0 0,0 0 0,0 0 0,0 0 0,0 0 0,0 1 0,0-1 0,0 0 0,0 0 0,0 0 0,0 0 0,0 0 0,0 0 0,0 0 0,1 0 0,-1 0 0,0 0 0,0 0 0,0 0 0,0 0 0,0 0 0,0 0 0,0 0 0,0-1 0,0 1 0,0 0 0,0 0 0,0 0 0,1 0 0,-1 0 0,0 0 0,0 0 0,0 0 0,0 0 0,0 0 0,0 0 0,0 0 0,0 0 0,7-13 0,2-9 0,43-96 0,-41 96 0,2 0 0,0 1 0,18-23 0,-27 39 0,0 1 0,1-1 0,-1 0 0,1 1 0,0 0 0,1 0 0,-1 1 0,0 0 0,8-4 0,-11 7 0,-1-1 0,1 0 0,0 1 0,0-1 0,0 1 0,0 0 0,-1 0 0,1 0 0,0 0 0,0 0 0,0 0 0,0 0 0,0 0 0,-1 1 0,1-1 0,0 1 0,0-1 0,0 1 0,-1 0 0,1 0 0,0 0 0,-1 0 0,1 0 0,-1 0 0,1 0 0,-1 0 0,0 1 0,1-1 0,-1 0 0,0 1 0,0-1 0,0 1 0,0 0 0,1 2 0,3 6 0,-2 1 0,1-1 0,-1 1 0,-1 0 0,0 0 0,0 0 0,-1 0 0,-1 0 0,0 0 0,-2 14 0,2-11 0,-1 0 0,2-1 0,0 1 0,0-1 0,1 1 0,4 13 0,-5-25 0,-1-1 0,1 1 0,-1-1 0,1 1 0,0-1 0,-1 1 0,1-1 0,0 0 0,0 1 0,0-1 0,0 0 0,0 0 0,1 0 0,-1 0 0,0 0 0,0 0 0,1 0 0,-1 0 0,1 0 0,-1 0 0,1-1 0,1 1 0,-1 0 0,1-1 0,-1 0 0,1 0 0,-1 0 0,1 0 0,-1 0 0,1-1 0,-1 1 0,1-1 0,-1 0 0,0 0 0,1 1 0,1-3 0,5-1 0,0-1 0,-1-1 0,0 0 0,0 0 0,-1 0 0,9-10 0,-7 5 0,0 0 0,0-1 0,-2 1 0,13-25 0,-18 31 0,0 0 0,0-1 0,0 1 0,-1 0 0,0-1 0,1-10 0,-2 13 0,0 1 0,0-1 0,0 1 0,0-1 0,-1 0 0,1 1 0,-1-1 0,0 1 0,0-1 0,0 1 0,0 0 0,0-1 0,-1 1 0,1 0 0,-3-3 0,3 4 0,0-1 0,0 1 0,0 0 0,0 0 0,-1 0 0,1 0 0,0 0 0,-1 0 0,1 1 0,0-1 0,-1 0 0,1 1 0,-1-1 0,1 1 0,-1-1 0,0 1 0,1 0 0,-1 0 0,1 0 0,-1 0 0,-2 0 0,0 1 0,1-1 0,0 1 0,0 0 0,0 0 0,1 1 0,-1-1 0,0 1 0,0-1 0,1 1 0,-5 3 0,2 0 0,0-1 0,0 1 0,1 0 0,0 1 0,0-1 0,0 1 0,0-1 0,1 1 0,-5 13 0,7-14 13,0 0 0,0 0-1,1 0 1,0 0-1,0 1 1,0-1 0,0 0-1,1 0 1,0 1 0,0-1-1,0 0 1,1 0 0,0 0-1,0-1 1,0 1 0,0 0-1,1-1 1,0 1-1,0-1 1,0 0 0,0 0-1,1 0 1,0 0 0,0-1-1,0 1 1,6 3 0,-3-1-127,1-1 0,0-1 0,-1 0 0,1 0 1,1 0-1,-1-1 0,0 0 0,1 0 1,0-1-1,-1 0 0,1-1 0,0 0 1,0-1-1,16 0 0,-10-3-6712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41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66 147 24575,'-12'-5'0,"4"1"0,7 4 0,1 1 0,-1-1 0,1 1 0,0-1 0,-1 1 0,1-1 0,0 1 0,-1-1 0,1 1 0,0-1 0,-1 1 0,1-1 0,0 1 0,0 0 0,0-1 0,0 1 0,0-1 0,-1 1 0,1 0 0,0-1 0,1 2 0,-12 90 0,-18 105 0,32-260 0,4 13 0,20-72 0,-20 100 0,0 1 0,1 0 0,1 1 0,2 0 0,21-33 0,-29 48 0,0 1 0,1-1 0,-1 1 0,1 0 0,0 1 0,1-1 0,-1 1 0,1 0 0,9-6 0,-12 9 0,0-1 0,0 0 0,0 0 0,1 1 0,-1 0 0,0-1 0,0 1 0,0 0 0,1 0 0,-1 0 0,0 0 0,0 1 0,1-1 0,-1 1 0,0-1 0,0 1 0,0 0 0,0-1 0,0 1 0,0 0 0,0 1 0,0-1 0,0 0 0,0 0 0,0 1 0,2 2 0,5 5 0,-1 1 0,-1-1 0,0 2 0,0-1 0,-1 0 0,0 1 0,5 15 0,26 87 0,-28-84 0,3 11-455,-2 0 0,8 66 0,-17-87-6371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4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27 202 24575,'-3'-3'0,"0"0"0,0 0 0,0 0 0,0 0 0,1-1 0,-1 1 0,-2-6 0,5 8 0,0 0 0,-1 1 0,1-1 0,0 0 0,0 1 0,0-1 0,0 0 0,0 0 0,0 1 0,0-1 0,0 0 0,0 1 0,0-1 0,0 0 0,0 0 0,1 1 0,-1-1 0,0 0 0,1 0 0,0 0 0,0-1 0,0 1 0,0 0 0,0 0 0,0 0 0,0 0 0,1 0 0,-1 1 0,0-1 0,1 0 0,-1 1 0,0-1 0,2 0 0,64-20 0,88-17 0,-22 7 0,61-11 0,-221 44 0,15-1 0,1 0 0,0 1 0,0 0 0,-13 4 0,20-5 0,0 0 0,1 1 0,0 0 0,-1 0 0,1 0 0,0 0 0,0 0 0,0 0 0,0 1 0,0 0 0,0 0 0,1-1 0,-1 1 0,1 1 0,0-1 0,0 0 0,-2 5 0,0 2 0,1 0 0,0 1 0,1-1 0,0 0 0,1 1 0,0-1 0,1 1 0,0-1 0,0 1 0,1-1 0,1 1 0,0-1 0,0 1 0,1-1 0,4 12 0,-4-15 0,0 1 0,0 0 0,1-1 0,0 0 0,0 0 0,1 0 0,0 0 0,0-1 0,0 0 0,1 0 0,0 0 0,0 0 0,0-1 0,1 0 0,0-1 0,0 1 0,0-1 0,0-1 0,15 6 0,-17-8 0,0 0 0,0 0 0,0 0 0,0-1 0,0 1 0,-1-1 0,1-1 0,0 1 0,0-1 0,0 1 0,0-1 0,0-1 0,-1 1 0,1-1 0,-1 0 0,1 0 0,-1 0 0,1 0 0,-1-1 0,0 0 0,0 0 0,-1 0 0,1 0 0,0 0 0,-1-1 0,0 0 0,0 0 0,0 0 0,0 0 0,2-5 0,-1 0 0,0 1 0,-1 0 0,0-1 0,0 0 0,-1 0 0,0 0 0,0 0 0,-1 0 0,0 0 0,-1 0 0,0 0 0,-1 0 0,0-1 0,0 1 0,-4-13 0,1 8 0,-1 1 0,-1 0 0,0 0 0,-15-23 0,17 29 0,-1 1 0,0 0 0,0 0 0,-1 0 0,1 0 0,-1 1 0,-1 0 0,1 1 0,-1-1 0,-9-4 0,14 8-27,0 0 0,0 0-1,0 1 1,-1-1 0,1 1-1,0-1 1,0 1 0,0 0-1,0 0 1,-1 0 0,1 0 0,0 0-1,0 0 1,0 1 0,-1-1-1,1 1 1,0-1 0,0 1-1,0 0 1,0 0 0,0 0 0,0 0-1,0 0 1,0 0 0,1 1-1,-1-1 1,0 1 0,1-1-1,-1 1 1,1-1 0,0 1-1,-1 0 1,1 0 0,0 0 0,0 0-1,0 0 1,0 0 0,0 0-1,1 0 1,-1 0 0,1 0-1,-1 0 1,1 1 0,0-1-1,0 0 1,0 0 0,0 0 0,0 1-1,1 3 1,4 7-6799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4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24575,'0'-58'0,"11"122"0,6 193-1365,-16-232-5461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42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24575,'0'0'0,"0"-1"0,0 1 0,0-1 0,1 1 0,-1-1 0,0 0 0,1 1 0,-1-1 0,0 1 0,1 0 0,-1-1 0,0 1 0,1-1 0,-1 1 0,1-1 0,-1 1 0,1 0 0,-1 0 0,1-1 0,-1 1 0,1 0 0,0 0 0,-1-1 0,1 1 0,-1 0 0,1 0 0,-1 0 0,2 0 0,20-3 0,-16 2 0,32-3 0,-15 3 0,0-2 0,0-1 0,0 0 0,0-2 0,-1-1 0,24-9 0,-45 15 0,1 1 0,-1-1 0,1 0 0,-1 1 0,0-1 0,1 0 0,-1 0 0,0 0 0,0 0 0,0 0 0,0 0 0,0 0 0,0 0 0,0 0 0,0-1 0,0 1 0,0 0 0,-1-1 0,1 1 0,0 0 0,-1-1 0,0 1 0,1-1 0,-1 1 0,0-1 0,1 1 0,-1-1 0,0 1 0,0-1 0,0 1 0,0-1 0,-1 1 0,1-1 0,0 1 0,-1-1 0,1 1 0,-2-3 0,-1-3 0,-1 1 0,0 0 0,-1 0 0,1 0 0,-1 0 0,-7-6 0,11 12 0,1-1 0,0 1 0,0 0 0,0 0 0,0-1 0,-1 1 0,1 0 0,0 0 0,0-1 0,-1 1 0,1 0 0,0 0 0,0 0 0,-1-1 0,1 1 0,0 0 0,0 0 0,-1 0 0,1 0 0,0 0 0,-1 0 0,1-1 0,0 1 0,-1 0 0,1 0 0,0 0 0,-1 0 0,1 0 0,0 0 0,-1 0 0,1 1 0,0-1 0,-1 0 0,1 0 0,0 0 0,-1 0 0,1 0 0,0 0 0,0 1 0,-1-1 0,1 0 0,-1 0 0,-3 18 0,6 27 0,-2-44 0,24 240-1365,-22-207-5461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28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179 220 24575,'3'-1'0,"1"0"0,-1 0 0,0 0 0,1-1 0,-1 1 0,5-4 0,4-1 0,-5 2 0,0 0 0,0 0 0,-1 0 0,1-1 0,-1 0 0,0-1 0,-1 1 0,1-1 0,-1 0 0,0-1 0,0 1 0,-1-1 0,5-9 0,-8 13 0,1 0 0,-1 0 0,0 1 0,0-1 0,0 0 0,0 0 0,-1 0 0,1 0 0,-1 0 0,0 0 0,0 0 0,0 0 0,0 0 0,0 0 0,-1 0 0,1 0 0,-1 0 0,0 0 0,0 0 0,0 1 0,0-1 0,0 0 0,-1 0 0,1 1 0,-1-1 0,0 1 0,0 0 0,0-1 0,0 1 0,0 0 0,0 0 0,0 0 0,-1 0 0,1 1 0,-1-1 0,0 1 0,-5-3 0,2 1 0,-1 0 0,0 1 0,0 0 0,0 0 0,0 0 0,0 1 0,0 0 0,-1 0 0,1 1 0,0 0 0,-1 0 0,1 1 0,-8 2 0,11-3 0,0 1 0,0 1 0,0-1 0,0 1 0,0-1 0,1 1 0,-1 0 0,0 0 0,1 1 0,0-1 0,-1 1 0,1 0 0,0 0 0,1 0 0,-1 0 0,0 0 0,1 0 0,0 1 0,0-1 0,0 1 0,0 0 0,0 0 0,1-1 0,-2 7 0,-1 6 0,0 2 0,2-1 0,0 0 0,0 27 0,1-41 0,1-1 0,-1 1 0,0 0 0,-1 0 0,1-1 0,0 1 0,-1-1 0,1 1 0,-1-1 0,0 1 0,0-1 0,0 0 0,0 0 0,0 0 0,-4 2 0,-10 13 0,13-12 0,-1 0 0,1 0 0,0 0 0,1 1 0,-1-1 0,1 1 0,0-1 0,1 1 0,-1 0 0,1 0 0,0 0 0,1 0 0,-1 0 0,1 0 0,0 0 0,1 0 0,-1 0 0,1 0 0,1 0 0,-1-1 0,1 1 0,2 5 0,-1-4 0,0 0 0,1-1 0,0 1 0,0-1 0,0 0 0,1-1 0,0 1 0,0-1 0,0 0 0,1 0 0,-1 0 0,1-1 0,1 0 0,-1 0 0,0-1 0,1 1 0,10 3 0,-5-4 49,0 0 0,-1-1 0,1 0-1,0-1 1,0 0 0,24-1 0,-13-3-618,0 0 0,36-11 0,-22 3-6257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29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53 258 24575,'0'0'0,"1"0"0,-1 0 0,0 0 0,1 0 0,-1 0 0,0 0 0,1 0 0,-1 0 0,0 0 0,1 1 0,-1-1 0,0 0 0,1 0 0,-1 0 0,0 0 0,0 0 0,1 0 0,-1 1 0,0-1 0,0 0 0,1 0 0,-1 0 0,0 1 0,0-1 0,0 0 0,1 0 0,-1 1 0,0-1 0,0 0 0,0 1 0,-2 11 0,-17 20 0,7-13 0,7-9 0,1 0 0,0 0 0,0 0 0,2 1 0,-1 0 0,1-1 0,1 1 0,0 0 0,0 13 0,1-21 0,0 0 0,0 0 0,1 0 0,-1 0 0,1 0 0,-1 0 0,1 0 0,0 0 0,0 0 0,1-1 0,-1 1 0,1 0 0,-1-1 0,1 1 0,0-1 0,0 0 0,0 1 0,0-1 0,0 0 0,0 0 0,0 0 0,1-1 0,-1 1 0,1 0 0,0-1 0,-1 0 0,1 0 0,0 0 0,0 0 0,0 0 0,0 0 0,0-1 0,0 1 0,0-1 0,0 0 0,0 0 0,5 0 0,-1-1 0,0 1 0,0-1 0,0-1 0,-1 1 0,1-1 0,0 0 0,-1-1 0,1 0 0,-1 0 0,0 0 0,0-1 0,9-6 0,-13 8 0,1 0 0,-1 0 0,0 0 0,0 0 0,-1 0 0,1 0 0,0 0 0,-1-1 0,1 1 0,-1-1 0,0 1 0,0-1 0,1 1 0,-2-1 0,1 0 0,0 1 0,-1-1 0,1 0 0,-1 0 0,0 0 0,0 1 0,0-1 0,0 0 0,0 0 0,-1 0 0,1 1 0,-1-1 0,0 0 0,0 1 0,0-1 0,0 0 0,0 1 0,-3-4 0,-67-87 0,55 73 0,34 30 0,1 0 0,0-1 0,0-1 0,31 8 0,-36-12 0,-1-2 0,2 1 0,-1-2 0,0 0 0,0 0 0,0-1 0,23-4 0,-34 4 0,0 0 0,1-1 0,-1 0 0,0 1 0,0-1 0,0-1 0,0 1 0,0 0 0,0-1 0,0 1 0,-1-1 0,1 0 0,-1 0 0,1 0 0,-1 0 0,1 0 0,-1-1 0,2-2 0,-8 15 0,1 1 0,0-1 0,0 1 0,1 0 0,0 0 0,1 0 0,1 0 0,0 0 0,0 1 0,1-1 0,2 12 0,-2-17 0,1 1 0,0 0 0,0-1 0,0 1 0,1-1 0,0 0 0,0 0 0,0 0 0,6 6 0,-7-9 0,1 1 0,0-1 0,0 0 0,0-1 0,1 1 0,-1-1 0,1 1 0,0-1 0,-1 0 0,1 0 0,0-1 0,0 1 0,0-1 0,0 0 0,8 2 0,-6-3 0,-1 0 0,1 0 0,-1 0 0,1-1 0,-1 0 0,1 0 0,-1 0 0,0 0 0,0-1 0,1 0 0,-1 0 0,0-1 0,0 1 0,-1-1 0,1 0 0,-1 0 0,1-1 0,-1 1 0,0-1 0,0 0 0,5-7 0,-1 1 0,-1 0 0,0-1 0,0 1 0,-2-1 0,1 0 0,-1-1 0,-1 0 0,5-18 0,-5 15 0,-1 0 0,-1 0 0,-1-1 0,0 1 0,-1-1 0,-2-25 0,-4 27 0,5 14 0,1 0 0,0 0 0,0 0 0,-1 0 0,1 0 0,0 0 0,0 0 0,-1 0 0,1 0 0,0 0 0,0 0 0,-1 0 0,1 0 0,0 0 0,0 0 0,-1 1 0,1-1 0,0 0 0,0 0 0,-1 0 0,1 0 0,0 0 0,0 1 0,0-1 0,-1 0 0,1 0 0,0 0 0,0 1 0,0-1 0,0 0 0,-1 1 0,0 1 0,-1 1 0,1 0 0,0 0 0,-1 0 0,1 0 0,1 0 0,-2 4 0,-1 17 0,1 1 0,1 39 0,1-56 0,1 1 0,0 0 0,0-1 0,1 1 0,0-1 0,0 0 0,1 0 0,0 0 0,1 0 0,-1 0 0,6 7 0,-8-13 0,1 0 0,-1 0 0,0-1 0,1 1 0,-1 0 0,1-1 0,0 0 0,-1 1 0,1-1 0,0 0 0,0 0 0,0 0 0,0 0 0,0 0 0,0 0 0,0 0 0,0-1 0,0 1 0,0-1 0,0 1 0,0-1 0,0 0 0,1 0 0,-1 0 0,0 0 0,0-1 0,0 1 0,0 0 0,1-1 0,-1 0 0,0 1 0,0-1 0,0 0 0,0 0 0,0 0 0,-1 0 0,1 0 0,0-1 0,2-1 0,3-3 0,-1 0 0,0 0 0,-1 0 0,1-1 0,-1 0 0,-1 0 0,1 0 0,6-16 0,0-6 0,11-56 0,-11 39 0,-2 28 0,-9 18 0,0-1 0,0 1 0,0 0 0,1 0 0,-1 0 0,0 0 0,0 0 0,0 0 0,1 0 0,-1 0 0,0 0 0,0 0 0,1 0 0,-1 0 0,0 0 0,0 0 0,0 0 0,1 0 0,-1 0 0,0 0 0,0 0 0,0 0 0,1 0 0,-1 0 0,0 1 0,0-1 0,0 0 0,1 0 0,-1 0 0,0 0 0,0 0 0,0 1 0,0-1 0,1 0 0,-1 0 0,0 0 0,0 0 0,0 1 0,0-1 0,0 0 0,2 4 0,-1-1 0,1 0 0,-1 1 0,0-1 0,0 1 0,-1-1 0,1 7 0,1 22 0,2 37 0,-3-64 0,0 0 0,0 0 0,0 0 0,1 0 0,0-1 0,0 1 0,0-1 0,0 1 0,1-1 0,5 8 0,-6-10 0,1 0 0,-1 0 0,1 0 0,0 0 0,0-1 0,0 1 0,0-1 0,0 0 0,0 0 0,0 0 0,0 0 0,0 0 0,1-1 0,-1 1 0,5-1 0,8 0 0,32-3 0,-16 1 0,-29 2 0,0 0 0,0 0 0,0-1 0,0 1 0,0-1 0,-1 0 0,1 1 0,0-1 0,0-1 0,0 1 0,-1 0 0,1-1 0,-1 1 0,1-1 0,-1 0 0,1 0 0,-1 0 0,0 0 0,0 0 0,2-3 0,1-3 0,0 0 0,-1-1 0,0 1 0,-1-1 0,3-10 0,-4 13 0,7-22 0,-1-1 0,-2 1 0,-1-1 0,-1 0 0,-1 0 0,-2-1 0,-1 1 0,-6-45 0,-3 37 0,9 36 0,-1-1 0,1 1 0,-1-1 0,1 1 0,-1 0 0,0 0 0,1-1 0,-1 1 0,0 0 0,0 0 0,0 0 0,0 0 0,0 0 0,0 0 0,0 0 0,0 0 0,-1 1 0,1-1 0,0 0 0,0 1 0,-1-1 0,1 0 0,-2 1 0,2 0 0,0 0 0,0 0 0,0 1 0,-1-1 0,1 0 0,0 1 0,0-1 0,0 1 0,0-1 0,0 1 0,0 0 0,0-1 0,0 1 0,0 0 0,1 0 0,-1 0 0,0-1 0,0 1 0,1 0 0,-1 0 0,1 0 0,-1 0 0,0 0 0,1 0 0,0 1 0,-1 1 0,-9 33 0,9-34 0,-9 50 0,-4 80 0,13-102 0,1-1 0,1 1 0,2 0 0,8 35 0,3-17-1365,-8-32-5461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29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24575,'0'-5'0,"0"-5"0,0-5 0,0-3 0,2-1 0,4 0 0,4 1 0,4 1 0,4 4 0,3 1 0,3 4 0,2 2 0,1 2 0,-2 3 0,0 0 0,-2 1 0,-6 1-8191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45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115 154 24575,'-2'0'0,"0"0"0,1 0 0,-1 0 0,0 0 0,0 0 0,0-1 0,0 1 0,0 0 0,0-1 0,0 0 0,1 0 0,-1 1 0,0-1 0,1 0 0,-1 0 0,0 0 0,1-1 0,-1 1 0,1 0 0,0 0 0,-1-1 0,1 1 0,0-1 0,0 0 0,0 1 0,0-1 0,0 0 0,0 1 0,0-1 0,1 0 0,-1 0 0,1 0 0,-1 1 0,1-1 0,0 0 0,0 0 0,0 0 0,0 0 0,0-2 0,0 0 0,0 0 0,1 0 0,0 0 0,0 0 0,0 0 0,0 0 0,0 0 0,1 0 0,0 1 0,0-1 0,0 1 0,0-1 0,0 1 0,1 0 0,-1-1 0,1 1 0,6-4 0,-1 2 0,1 0 0,0 1 0,0 0 0,0 1 0,0 0 0,1 0 0,-1 1 0,1 0 0,0 1 0,10-1 0,-3 1 0,0 1 0,-1 1 0,1 0 0,0 1 0,17 5 0,-26-5 0,0 0 0,-1 1 0,1-1 0,-1 2 0,0-1 0,0 1 0,7 5 0,-13-8 0,1 0 0,-1 0 0,0 0 0,0 0 0,1 0 0,-1 1 0,0-1 0,0 0 0,-1 1 0,1-1 0,0 1 0,0-1 0,-1 1 0,1 0 0,-1-1 0,1 1 0,-1-1 0,0 1 0,1 0 0,-1 0 0,0-1 0,0 1 0,0 0 0,0-1 0,-1 1 0,1 0 0,0-1 0,-1 1 0,1 0 0,-1-1 0,0 1 0,1-1 0,-1 1 0,0-1 0,0 1 0,0-1 0,0 0 0,-2 3 0,-5 5 0,-1-1 0,1 0 0,-2 0 0,1-1 0,-1 0 0,0 0 0,-15 7 0,-32 22 0,56-35 0,0-1 0,0 1 0,0 0 0,0-1 0,0 1 0,0 0 0,1 0 0,-1 0 0,0 0 0,1 0 0,-1-1 0,1 1 0,-1 0 0,1 0 0,-1 0 0,1 1 0,0-1 0,-1 1 0,1-1 0,0-1 0,1 1 0,-1 0 0,0-1 0,0 1 0,0-1 0,1 1 0,-1 0 0,0-1 0,1 1 0,-1-1 0,1 1 0,-1-1 0,1 1 0,-1-1 0,1 1 0,-1-1 0,1 1 0,-1-1 0,1 0 0,0 1 0,6 2 0,-1-1 0,0 0 0,1 0 0,10 2 0,-10-3 0,44 9 0,-27-7 0,-1 2 0,1 0 0,0 2 0,-1 1 0,31 14 0,-53-21 0,0-1 0,1 1 0,-1 0 0,0-1 0,0 1 0,0 0 0,0 0 0,0-1 0,0 1 0,0 0 0,0 0 0,-1 0 0,1 0 0,0 0 0,0 1 0,-1-1 0,1 0 0,-1 0 0,1 0 0,0 2 0,-1-2 0,-1 0 0,1 0 0,0 0 0,0 0 0,-1 0 0,1 0 0,0 0 0,-1 0 0,1 0 0,-1 0 0,1 0 0,-1-1 0,1 1 0,-1 0 0,0 0 0,1-1 0,-1 1 0,0 0 0,0-1 0,0 2 0,-6 2 0,0 0 0,0-1 0,0 1 0,0-1 0,-11 3 0,-22 4 114,0-2-1,-68 6 0,-83-5-1537,178-9 1143,-76 2-6545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24575,'0'-11'0,"0"0"0,1 1 0,0-1 0,4-10 0,-5 18 0,1 0 0,0 0 0,0 0 0,0 0 0,0 0 0,1 0 0,-1 1 0,1-1 0,0 0 0,0 1 0,0 0 0,0-1 0,0 1 0,0 0 0,1 0 0,-1 0 0,1 0 0,4-2 0,-7 4 0,1-1 0,0 1 0,0 0 0,0 0 0,0 0 0,0 0 0,0 0 0,0 0 0,0 0 0,0 0 0,0 0 0,-1 0 0,1 0 0,0 1 0,0-1 0,0 0 0,0 1 0,0-1 0,-1 0 0,1 1 0,0-1 0,0 1 0,0-1 0,-1 1 0,1 0 0,0-1 0,-1 1 0,1 0 0,-1-1 0,1 1 0,-1 0 0,1 0 0,-1 0 0,1 0 0,-1-1 0,0 1 0,1 0 0,-1 0 0,0 1 0,3 6 0,-1 1 0,0-1 0,1 11 0,-2-12 0,4 24 0,0 4 0,1-1 0,17 54 0,-20-80 0,0 0 0,0 0 0,1-1 0,-1 1 0,2-1 0,-1 0 0,1 0 0,0 0 0,0-1 0,1 0 0,0 0 0,0 0 0,1-1 0,-1 1 0,1-2 0,11 7 0,-15-10 0,1 1 0,-1-1 0,1 0 0,0 0 0,0 0 0,0-1 0,0 1 0,-1-1 0,1 0 0,0 0 0,0 0 0,0 0 0,0-1 0,6-1 0,-4 0 0,-1-1 0,1 1 0,-1-1 0,1 0 0,-1 0 0,0 0 0,0-1 0,7-7 0,-3 2 0,-1 0 0,0 0 0,-1-1 0,0 0 0,0 0 0,-1-1 0,-1 0 0,8-21 0,-8 12 0,-1-1 0,0 0 0,-2 0 0,-1 0 0,-2-37 0,2-16 0,-2 74 2,1 0 1,0 0-1,0-1 0,0 1 0,0 0 1,0 0-1,0 0 0,0 0 0,0 0 1,0 0-1,0 0 0,0 0 0,0 0 1,0 0-1,0-1 0,0 1 0,0 0 0,0 0 1,1 0-1,-1 0 0,0 0 0,0 0 1,0 0-1,0 0 0,0 0 0,0 0 1,0 0-1,0 0 0,0-1 0,0 1 0,0 0 1,0 0-1,0 0 0,0 0 0,0 0 1,1 0-1,-1 0 0,0 0 0,0 0 1,0 0-1,0 0 0,0 0 0,0 0 0,0 0 1,0 0-1,0 0 0,0 0 0,1 0 1,-1 0-1,0 0 0,0 0 0,0 0 1,0 0-1,0 0 0,0 0 0,0 0 0,0 0 1,7 6 185,7 14-842,-11-15-375,7 8-5797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32 24575,'0'-2'0,"0"-3"0,0-4 0,-2 1 0,-4 1 0,0 6 0,1 7 0,1 8 0,1 6 0,4 5 0,1 5 0,3 2 0,1 3 0,1-1 0,0-3 0,-2-7-8191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1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24575,'10'-27'0,"-9"23"0,1-1 0,0 1 0,-1-1 0,1 1 0,1 0 0,-1-1 0,1 1 0,3-4 0,-6 8 0,0 0 0,0-1 0,0 1 0,0 0 0,0 0 0,1 0 0,-1 0 0,0 0 0,0 0 0,0 0 0,0 0 0,0 0 0,0 0 0,0 0 0,1 0 0,-1 0 0,0 0 0,0-1 0,0 1 0,0 0 0,0 0 0,0 0 0,1 0 0,-1 0 0,0 0 0,0 0 0,0 1 0,0-1 0,0 0 0,0 0 0,0 0 0,1 0 0,-1 0 0,0 0 0,0 0 0,0 0 0,0 0 0,0 0 0,0 0 0,0 0 0,1 0 0,-1 0 0,0 1 0,0-1 0,0 0 0,0 0 0,0 0 0,0 0 0,0 0 0,0 0 0,0 1 0,3 9 0,-1 13 0,-9 39 0,4-42 0,0 1 0,2 35 0,1-50 0,1 0 0,0 0 0,0 0 0,0-1 0,1 1 0,-1 0 0,2-1 0,-1 1 0,0-1 0,1 0 0,0 0 0,0 0 0,1 0 0,4 5 0,-7-10 12,0 1 1,0 0-1,-1 0 0,1 0 0,0 0 0,0 0 1,-1 0-1,1 0 0,-1 0 0,1 0 0,-1 0 1,1 0-1,-1 0 0,1 0 0,-1 0 0,0 0 0,0 1 1,0-1-1,0 0 0,1 0 0,-2 0 0,1 0 1,0 1-1,0-1 0,0 0 0,0 0 0,-1 2 1,0-2-88,0 0 1,0 0 0,0 0 0,0 0 0,0 0-1,0 0 1,0-1 0,0 1 0,-1 0 0,1 0-1,0-1 1,0 1 0,-1-1 0,1 1 0,0-1-1,-1 0 1,1 1 0,-1-1 0,1 0 0,0 0-1,-1 0 1,-1 0 0,-12-1-6752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24575,'4'-2'0,"9"-6"0,7-3 0,7-2 0,5 0 0,5 4 0,0 2 0,1 5 0,-1 3 0,-3 4 0,-4 3 0,-5 0 0,-5 1 0,-6-1-8191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1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73 102 24575,'-11'-19'0,"-1"0"0,0 1 0,-25-28 0,50 98 0,71 219-1365,-75-230-5461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36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58 24575,'6'-4'0,"0"0"0,0 0 0,0-1 0,5-5 0,-7 6 0,0 0 0,0 1 0,0 0 0,1 0 0,-1 0 0,1 0 0,8-3 0,-13 6 0,0 0 0,0-1 0,1 1 0,-1 0 0,0 0 0,1 0 0,-1 0 0,0 0 0,1 0 0,-1 0 0,0 0 0,1 0 0,-1 0 0,0 0 0,1 0 0,-1 0 0,0 0 0,1 0 0,-1 0 0,0 1 0,1-1 0,-1 0 0,0 0 0,0 0 0,1 0 0,-1 1 0,0-1 0,0 0 0,1 0 0,-1 0 0,0 1 0,0-1 0,0 0 0,1 1 0,-1-1 0,1 15 0,-9 20 0,8-33 0,-25 76 0,-33 132 0,54-186 0,0 0 0,2 0 0,0 1 0,2-1 0,1 0 0,7 46 0,-7-63 29,1 0-1,0 0 1,0-1-1,1 1 0,-1-1 1,2 1-1,-1-1 1,1 0-1,0 0 1,0 0-1,6 6 1,-7-9-104,0-1 1,0 1 0,0-1 0,0 0 0,0 0-1,0 0 1,0-1 0,1 1 0,-1-1 0,1 1-1,-1-1 1,1 0 0,0 0 0,-1-1 0,1 1-1,0-1 1,-1 0 0,1 0 0,0 0 0,0 0-1,-1-1 1,6-1 0,11-4-6752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36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45 145 24575,'-16'0'0,"-13"0"0,52-5 0,619-118 0,-639 122 0,3 0 0,-1 0 0,0-1 0,0 0 0,9-5 0,-12 4 0,-9 3 0,-10 3 0,2 0 0,-25 5 0,1 2 0,1 1 0,-74 33 0,108-43 0,1 1 0,-1 0 0,1 1 0,-1-1 0,1 1 0,0-1 0,0 1 0,0 0 0,0 0 0,1 0 0,-1 1 0,1-1 0,0 0 0,-3 8 0,4-8 0,0-1 0,1 1 0,-1 0 0,1 0 0,0 0 0,0 0 0,0 0 0,0 0 0,0 0 0,1-1 0,0 1 0,-1 0 0,1 0 0,0 0 0,0-1 0,0 1 0,1 0 0,-1-1 0,1 1 0,-1-1 0,4 4 0,1 0 0,0 0 0,0-1 0,0 1 0,1-1 0,0 0 0,0-1 0,0 0 0,0 0 0,1-1 0,-1 0 0,1 0 0,0 0 0,0-1 0,0 0 0,0-1 0,15 1 0,-17-1 0,1-1 0,0 0 0,0 0 0,0 0 0,0-1 0,0 0 0,-1-1 0,1 1 0,0-1 0,-1-1 0,1 1 0,-1-1 0,0 0 0,0 0 0,0-1 0,0 0 0,-1 0 0,1 0 0,-1-1 0,6-7 0,-9 10 0,-1 0 0,1 0 0,-1 0 0,0 0 0,1 0 0,-1-1 0,0 1 0,-1 0 0,1-1 0,0 1 0,-1-1 0,1 1 0,-1-1 0,0 1 0,0-1 0,0 1 0,0-1 0,0 1 0,0-1 0,-2-2 0,1 1 0,-1 0 0,0 0 0,0 1 0,0-1 0,0 1 0,0-1 0,-1 1 0,0 0 0,1 0 0,-1 0 0,-5-4 0,-1 0 0,-1 0 0,0 1 0,0 0 0,-1 1 0,0 0 0,0 1 0,-20-6 0,25 8-114,0 1 1,0 0-1,1 0 0,-1 0 0,0 1 1,0 0-1,0 0 0,0 0 0,0 1 1,1 0-1,-7 1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36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84 24575,'-6'-45'0,"6"42"0,-1 0 0,0 1 0,1-1 0,-1 1 0,0-1 0,-1 1 0,1-1 0,0 1 0,-1-1 0,1 1 0,-1 0 0,0 0 0,0 0 0,-2-2 0,4 4 0,0 0 0,0 0 0,-1 0 0,1 0 0,0-1 0,-1 1 0,1 0 0,0 0 0,0 0 0,-1 0 0,1 0 0,0 0 0,-1 0 0,1 0 0,0 0 0,0 0 0,-1 0 0,1 1 0,0-1 0,-1 0 0,1 0 0,0 0 0,0 0 0,-1 0 0,1 0 0,0 1 0,0-1 0,0 0 0,-1 0 0,1 0 0,0 1 0,0-1 0,0 0 0,-1 0 0,1 1 0,0-1 0,0 0 0,0 0 0,0 1 0,0-1 0,0 0 0,0 1 0,0-1 0,0 0 0,0 0 0,0 1 0,-3 16 0,3-16 0,-4 74-146,5 1 0,15 123 1,-10-142-783,-3-21-5898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37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10 468 24575,'-2'-3'0,"-6"-19"0,9 21 0,-1 1 0,0-1 0,0 0 0,0 1 0,0-1 0,1 1 0,-1-1 0,0 0 0,1 1 0,-1-1 0,0 1 0,1-1 0,-1 1 0,1-1 0,-1 1 0,1-1 0,-1 1 0,1 0 0,-1-1 0,1 1 0,-1-1 0,1 1 0,-1 0 0,1 0 0,0-1 0,-1 1 0,1 0 0,0 0 0,-1 0 0,1 0 0,-1 0 0,1 0 0,0 0 0,-1 0 0,2 0 0,15-1 0,-1 1 0,1 0 0,22 4 0,21 1 0,-16-4 0,-1-3 0,1-1 0,-1-3 0,72-18 0,-111 23 0,-1 0 0,1 0 0,0-1 0,-1 0 0,1 1 0,-1-1 0,0-1 0,1 1 0,-1 0 0,0-1 0,4-4 0,-7 7 0,1-1 0,-1 0 0,1 1 0,-1-1 0,0 0 0,1 0 0,-1 1 0,0-1 0,1 0 0,-1 0 0,0 1 0,0-1 0,0 0 0,0 0 0,0 0 0,0 1 0,0-1 0,0 0 0,0 0 0,0 0 0,-1 1 0,1-3 0,-1 2 0,0-1 0,-1 0 0,1 1 0,0-1 0,-1 1 0,1 0 0,-1-1 0,1 1 0,-1 0 0,1 0 0,-1 0 0,0 0 0,-2-1 0,-3-2 0,0 1 0,1 1 0,-1-1 0,0 1 0,0 0 0,0 1 0,0-1 0,-1 2 0,1-1 0,0 1 0,0 0 0,-1 0 0,1 1 0,0 0 0,0 0 0,0 1 0,0 0 0,0 0 0,0 0 0,0 1 0,0 0 0,1 1 0,0-1 0,0 1 0,0 0 0,0 1 0,0 0 0,1 0 0,0 0 0,-9 11 0,9-7 0,0 0 0,0 0 0,1 0 0,0 1 0,1 0 0,0 0 0,1 0 0,0 0 0,0 0 0,0 19 0,2-25 0,0 1 0,0-1 0,0 1 0,1-1 0,-1 0 0,1 1 0,0-1 0,1 0 0,-1 0 0,1 0 0,0 0 0,0 0 0,0 0 0,0 0 0,1-1 0,-1 1 0,1-1 0,0 0 0,0 0 0,0 0 0,0 0 0,1 0 0,-1-1 0,1 1 0,0-1 0,0 0 0,8 3 0,-9-4 0,0 0 0,1 0 0,-1 0 0,1-1 0,-1 0 0,0 0 0,1 0 0,-1 0 0,1 0 0,-1 0 0,0-1 0,1 0 0,-1 0 0,0 0 0,7-2 0,-5 0 0,0 0 0,0-1 0,0 1 0,0-1 0,0 0 0,-1 0 0,1 0 0,6-9 0,-7 7 0,1 0 0,-1 0 0,0-1 0,-1 1 0,0-1 0,0 0 0,0 0 0,-1 0 0,0 0 0,0-1 0,0 1 0,-1 0 0,-1-1 0,1 1 0,-1-9 0,-2 9 0,0 7 0,-2 13 0,0 21 0,4-25 0,2 1 0,-1-1 0,1 1 0,0-1 0,1 1 0,0-1 0,1 0 0,0 0 0,0-1 0,0 1 0,2-1 0,-1 0 0,1 0 0,0-1 0,0 1 0,1-1 0,14 12 0,-16-16 0,-1 1 0,1-1 0,-1 0 0,1 0 0,0 0 0,0-1 0,1 0 0,-1 0 0,0 0 0,1 0 0,-1-1 0,1 0 0,-1 0 0,1-1 0,0 0 0,-1 1 0,1-2 0,0 1 0,-1-1 0,1 0 0,-1 0 0,1 0 0,-1-1 0,1 0 0,-1 0 0,0 0 0,0-1 0,0 0 0,0 0 0,-1 0 0,9-7 0,-5 2 0,0-1 0,0 0 0,-1-1 0,0 1 0,0-1 0,-1-1 0,-1 1 0,1-1 0,-2 0 0,0 0 0,0-1 0,-1 1 0,3-18 0,-1-12 0,-1 0 0,-2-63 0,-3 64 0,-9-56 0,7 78 0,-1-1 0,0 1 0,-2 1 0,0-1 0,-11-21 0,16 35 0,-2 1 0,1-1 0,0 1 0,-1-1 0,1 1 0,-1 0 0,0 0 0,0 0 0,-7-5 0,9 8 0,0-1 0,0 1 0,0-1 0,0 1 0,0-1 0,0 1 0,0 0 0,-1 0 0,1-1 0,0 1 0,0 0 0,0 0 0,-1 0 0,1 0 0,0 0 0,0 1 0,0-1 0,-1 0 0,1 1 0,0-1 0,0 0 0,0 1 0,0-1 0,0 1 0,0 0 0,0-1 0,0 1 0,0 0 0,0 0 0,0 0 0,0-1 0,0 1 0,1 0 0,-1 0 0,0 0 0,1 0 0,-2 2 0,-2 4 0,0 1 0,1-1 0,0 1 0,0 0 0,0 0 0,1 0 0,0 0 0,-1 12 0,-2 69 0,5-87 0,0 34 0,2-1 0,2 0 0,0 0 0,3 0 0,1-1 0,1 0 0,2 0 0,1-1 0,2-1 0,1 0 0,22 33 0,-37-64 0,8 11 114,1 1 0,15 15 0,-22-26-200,0 0 1,0 0 0,0 0-1,0 0 1,1 0 0,-1 0-1,1-1 1,-1 1 0,1-1-1,0 0 1,-1 1 0,1-1-1,0-1 1,0 1 0,0 0-1,0-1 1,0 1 0,0-1-1,4 0 1,6-3-6741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46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48 24575,'-3'-13'0,"-3"-8"0,6 20 0,0 1 0,0-1 0,0 1 0,0-1 0,0 1 0,0 0 0,0-1 0,0 1 0,0-1 0,1 1 0,-1-1 0,0 1 0,0-1 0,0 1 0,0 0 0,1-1 0,-1 1 0,0-1 0,0 1 0,1 0 0,-1-1 0,0 1 0,0 0 0,1-1 0,-1 1 0,1 0 0,-1 0 0,0-1 0,1 1 0,-1 0 0,1 0 0,-1 0 0,0-1 0,1 1 0,-1 0 0,1 0 0,0 0 0,0 0 0,1 1 0,-1-1 0,0 0 0,0 1 0,1-1 0,-1 1 0,0 0 0,0-1 0,0 1 0,0 0 0,0 0 0,1 0 0,-2 0 0,1 0 0,0 0 0,0 0 0,0 0 0,0 0 0,-1 0 0,2 1 0,14 27 0,-16-28 0,17 39-273,-2 2 0,-2 0 0,-1 0 0,10 84 0,-19-103-6553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4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16 166 24575,'3'-7'0,"2"-10"0,1-1 0,1 1 0,10-19 0,-14 31 0,0 0 0,1 0 0,-1 1 0,1-1 0,0 1 0,0 0 0,1 0 0,-1 0 0,1 1 0,0-1 0,0 1 0,0 0 0,0 1 0,7-3 0,-3 2 0,0 1 0,1 0 0,-1 1 0,0 0 0,0 0 0,1 1 0,-1 0 0,0 1 0,1 0 0,10 2 0,-16-2 0,0 0 0,0 1 0,-1-1 0,1 1 0,0-1 0,-1 1 0,1 0 0,-1 0 0,0 1 0,1-1 0,3 5 0,-5-5 0,-1 0 0,1 0 0,-1 1 0,1-1 0,-1 0 0,0 1 0,0-1 0,0 1 0,-1-1 0,1 1 0,0-1 0,-1 1 0,0-1 0,0 1 0,1 0 0,-1-1 0,-1 1 0,1-1 0,-1 4 0,-1 1 0,0 0 0,0 0 0,-1-1 0,0 1 0,0-1 0,-1 0 0,1 0 0,-1 0 0,-1-1 0,1 1 0,-1-1 0,0 0 0,-8 6 0,-8 6 0,0-2 0,-28 16 0,21-15 0,-1 0 0,0-2 0,-33 11 0,80-30 43,0 1 0,0 1-1,1 0 1,-1 2 0,1 0-1,-1 1 1,24 3 0,-32-2-138,-1 0 0,1 1 0,0 0 0,-1 1 1,0 0-1,0 0 0,0 1 0,0 1 0,0-1 0,-1 1 1,1 0-1,-1 1 0,-1 0 0,1 1 0,-1-1 1,0 1-1,6 9 0,-4-2-6731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47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21 24575,'0'0'0,"0"-1"0,0 0 0,0 0 0,0 0 0,0 0 0,0 1 0,-1-1 0,1 0 0,0 0 0,0 0 0,-1 1 0,1-1 0,-1 0 0,1 0 0,-1 1 0,1-1 0,-1 0 0,1 1 0,-1-1 0,1 1 0,-1-1 0,0 1 0,1-1 0,-1 1 0,0-1 0,0 1 0,1 0 0,-1-1 0,0 1 0,0 0 0,0-1 0,1 1 0,-1 0 0,0 0 0,0 0 0,0 0 0,0 0 0,0 0 0,1 0 0,-1 0 0,0 0 0,0 1 0,0-1 0,0 0 0,1 0 0,-2 1 0,-2 0 0,0 0 0,1 0 0,-1 1 0,0-1 0,1 1 0,-1 0 0,1 0 0,-5 4 0,3 0 0,0-1 0,1 1 0,0 0 0,1 1 0,-1-1 0,1 0 0,0 1 0,1 0 0,-1 0 0,1 0 0,1 0 0,0 0 0,0 0 0,0 0 0,0 1 0,2 9 0,-1-12 0,1 0 0,-1 0 0,1 1 0,0-1 0,1 0 0,-1-1 0,1 1 0,0 0 0,0 0 0,5 7 0,-5-10 0,1 1 0,-1 0 0,0-1 0,1 1 0,-1-1 0,1 0 0,0 0 0,0 0 0,0 0 0,0-1 0,0 1 0,0-1 0,0 0 0,0 1 0,1-1 0,-1-1 0,4 2 0,-4-2 0,1 0 0,-1 1 0,1-1 0,-1 0 0,1-1 0,-1 1 0,0 0 0,1-1 0,-1 0 0,0 0 0,1 0 0,-1 0 0,0-1 0,0 1 0,0-1 0,0 0 0,0 0 0,0 0 0,0 0 0,-1 0 0,1-1 0,-1 1 0,0-1 0,0 1 0,0-1 0,0 0 0,3-5 0,-3 4 0,0 0 0,-1 0 0,1-1 0,-1 1 0,0-1 0,0 1 0,0-1 0,0 0 0,-1 1 0,0-1 0,0 0 0,0 1 0,-1-1 0,1 0 0,-1 1 0,0-1 0,-1 1 0,1-1 0,-5-7 0,2 6 25,0-1-1,-1 1 0,1 1 1,-1-1-1,-1 1 1,1 0-1,-1 0 0,0 0 1,0 1-1,-1 0 0,1 0 1,-1 1-1,-10-5 1,13 7-86,0-1 0,1 1 0,-1 0 0,0 0 0,1 0 0,-1 0 0,0 1 0,0 0 0,0-1 0,0 1 0,1 1 0,-1-1 0,0 1 0,0-1 0,0 1 0,1 0 0,-1 0 0,0 1 1,1-1-1,-1 1 0,1 0 0,0 0 0,-1 0 0,1 0 0,0 0 0,0 1 0,-5 5 0,1 3-6765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48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62 24575,'0'-3'0,"0"1"0,0-1 0,0 1 0,-1-1 0,1 1 0,-1-1 0,1 1 0,-1 0 0,0-1 0,0 1 0,0 0 0,0-1 0,0 1 0,0 0 0,-1 0 0,1 0 0,-1 0 0,0 0 0,1 1 0,-1-1 0,0 0 0,0 1 0,0-1 0,0 1 0,0 0 0,0 0 0,-1 0 0,1 0 0,-4-1 0,4 1 0,-1 1 0,0-1 0,0 1 0,0 0 0,0 0 0,0 0 0,1 1 0,-1-1 0,0 0 0,0 1 0,0 0 0,1 0 0,-1 0 0,0 0 0,1 0 0,-1 1 0,1-1 0,-1 1 0,1-1 0,0 1 0,0 0 0,0 0 0,0 0 0,0 0 0,-2 4 0,0 0 0,0 0 0,0 1 0,1-1 0,0 1 0,1 0 0,0 0 0,0 0 0,0 0 0,1 0 0,0 0 0,0 1 0,0-1 0,1 0 0,1 1 0,-1-1 0,1 0 0,0 0 0,4 12 0,-4-14 0,1 0 0,-1-1 0,1 1 0,0 0 0,1-1 0,-1 1 0,1-1 0,0 0 0,0 0 0,0 0 0,0 0 0,1 0 0,0-1 0,-1 1 0,1-1 0,1 0 0,-1-1 0,0 1 0,1-1 0,-1 1 0,1-1 0,0-1 0,0 1 0,0-1 0,0 1 0,0-1 0,5 0 0,-1-1 0,0-1 0,-1 1 0,1-1 0,0-1 0,0 0 0,-1 0 0,1-1 0,-1 0 0,1 0 0,-1-1 0,11-7 0,-15 9 0,0 0 0,0 0 0,-1-1 0,1 0 0,-1 0 0,0 0 0,0 0 0,0 0 0,0-1 0,0 0 0,-1 1 0,0-1 0,0 0 0,0 0 0,0 0 0,0 0 0,-1 0 0,1-1 0,-1 1 0,-1 0 0,1-1 0,0 1 0,-1-1 0,0-7 0,-1 8 16,0 1-1,0-1 1,-1 0-1,1 0 1,-1 1-1,0-1 1,0 1-1,0 0 1,0-1-1,-1 1 1,1 0-1,-1 0 1,0 0-1,0 1 1,0-1-1,0 1 1,0-1 0,0 1-1,-1 0 1,1 1-1,-8-4 1,-3-1-443,-2 1 0,1 0 1,-30-4-1,-3 2-6399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2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107 135 24575,'-5'-3'0,"1"0"0,0 1 0,-1-1 0,1 1 0,-1 0 0,-7-2 0,6 3 0,0-1 0,1-1 0,-1 1 0,1-1 0,0 0 0,-5-3 0,9 5 0,0 0 0,0 0 0,0 0 0,0 0 0,0-1 0,0 1 0,0 0 0,1 0 0,-1 0 0,0-1 0,1 1 0,-1 0 0,1-1 0,0 1 0,-1-1 0,1 1 0,0 0 0,0-1 0,0 1 0,0-1 0,0 1 0,0-1 0,0 1 0,1 0 0,-1-1 0,0 1 0,1-1 0,-1 1 0,2-2 0,0-1 0,0 0 0,1 1 0,-1 0 0,1 0 0,-1-1 0,1 1 0,0 1 0,1-1 0,-1 0 0,0 1 0,1 0 0,-1 0 0,1 0 0,0 0 0,-1 0 0,1 1 0,0-1 0,0 1 0,0 0 0,7 0 0,-1-1 0,0 1 0,0 0 0,1 0 0,-1 1 0,0 1 0,0 0 0,13 2 0,-18-2 0,-1 1 0,1-1 0,-1 1 0,0 0 0,1 0 0,-1 0 0,0 0 0,0 1 0,0-1 0,-1 1 0,1 0 0,-1 0 0,1 1 0,-1-1 0,0 1 0,3 5 0,-4-5 0,0-1 0,0 1 0,-1 0 0,0 0 0,1 0 0,-1 0 0,-1 0 0,1 0 0,-1 0 0,1 0 0,-1 0 0,0 0 0,-1 0 0,1 0 0,-1 0 0,0 1 0,0-2 0,-3 9 0,-1 0 0,-1 0 0,-1-1 0,0 0 0,-1 0 0,0 0 0,-1-1 0,0 0 0,-19 15 0,-22 27 0,50-52 0,-1 0 0,1 1 0,-1 0 0,1-1 0,-1 1 0,1-1 0,-1 1 0,1 0 0,-1-1 0,1 1 0,0 0 0,-1-1 0,1 1 0,0 0 0,-1 0 0,1-1 0,0 1 0,0 0 0,0 0 0,0-1 0,0 1 0,0 0 0,0 0 0,0-1 0,0 1 0,0 0 0,0 0 0,1 0 0,-1-1 0,0 1 0,1 0 0,-1-1 0,0 1 0,1 0 0,-1-1 0,1 1 0,-1 0 0,1-1 0,-1 1 0,1-1 0,-1 1 0,1-1 0,-1 1 0,1-1 0,0 1 0,-1-1 0,1 0 0,0 1 0,0-1 0,-1 0 0,1 0 0,0 1 0,0-1 0,-1 0 0,1 0 0,1 0 0,8 2 0,-1 0 0,1-1 0,15 1 0,-15-2 0,-4 1 0,53 5 0,-54-5 0,1 1 0,-1-1 0,1 1 0,-1 0 0,0 0 0,0 0 0,0 1 0,6 3 0,-11-5 0,1-1 0,0 1 0,0-1 0,-1 1 0,1 0 0,0-1 0,-1 1 0,1 0 0,0-1 0,-1 1 0,1 0 0,-1 0 0,1 0 0,-1 0 0,0-1 0,1 1 0,-1 0 0,0 0 0,0 0 0,1 0 0,-1 0 0,0 0 0,0 0 0,0 0 0,0 0 0,0 0 0,-1 0 0,1 0 0,0-1 0,0 1 0,0 0 0,-1 0 0,1 0 0,-1 0 0,1 0 0,0 0 0,-1-1 0,0 1 0,1 0 0,-1 0 0,1-1 0,-1 1 0,0 0 0,0-1 0,1 1 0,-1-1 0,0 1 0,0-1 0,-1 1 0,-4 4 0,-1-1 0,1-1 0,-1 1 0,-13 4 0,-5 0-170,0-1-1,-1-2 0,0 0 1,0-2-1,0-1 0,-1-1 1,-28-2-1,25-2-6655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3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24575,'4'-1'0,"-1"1"0,1-1 0,-1 0 0,0 0 0,1 0 0,-1 0 0,0-1 0,0 1 0,0-1 0,3-2 0,-3 2 0,1 0 0,-1 1 0,0-1 0,1 1 0,-1-1 0,1 1 0,-1 0 0,6-1 0,-8 2 0,0 1 0,0-1 0,0 0 0,0 1 0,0-1 0,1 0 0,-1 1 0,0-1 0,0 1 0,0-1 0,-1 1 0,1 0 0,0 0 0,0-1 0,0 1 0,0 0 0,-1 0 0,1 0 0,0 0 0,-1 0 0,1 0 0,0 0 0,-1 0 0,1 1 0,11 31 0,-10-26 0,23 56 0,3 11 0,-25-65 0,-1 0 0,0 0 0,0 0 0,-1 0 0,0 0 0,-1 11 0,0-17 11,-1 0 0,1 0 0,-1-1 0,0 1 0,0 0 0,0-1 0,0 1 0,0 0 0,0-1 0,-1 1 0,1-1 0,-1 0 0,0 1 0,0-1 0,0 0 0,0 0 0,0 0 0,0-1 0,0 1 0,-1 0 0,1-1 1,0 1-1,-1-1 0,0 0 0,1 0 0,-1 0 0,0 0 0,1 0 0,-1-1 0,-5 1 0,2 0-133,0 0 0,0-1 0,0 0 0,0 0 0,0 0 0,0-1 0,0 0 0,0 0 0,0-1 1,0 0-1,0 0 0,0 0 0,-8-5 0,2-2-6704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3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24575,'12'-10'0,"-1"0"0,2 1 0,-1 0 0,1 1 0,1 0 0,0 1 0,0 1 0,0 0 0,0 1 0,1 0 0,0 1 0,0 1 0,0 0 0,1 1 0,15 0 0,-21 3 0,-2-1 0,1 1 0,0 0 0,0 1 0,0 0 0,0 1 0,-1 0 0,1 0 0,-1 1 0,14 7 0,-18-8 0,1 0 0,-1 0 0,0 1 0,0-1 0,0 1 0,0 0 0,0 0 0,-1 1 0,0-1 0,0 1 0,0-1 0,-1 1 0,1 0 0,-1 0 0,0 0 0,0 0 0,-1 1 0,2 8 0,-2-6 0,0 7 0,1 0 0,1 0 0,0 0 0,8 20 0,-9-31 0,-1 0 0,1-1 0,0 1 0,1-1 0,-1 1 0,0-1 0,1 0 0,0 0 0,0 0 0,0 0 0,0 0 0,0-1 0,1 1 0,-1-1 0,1 0 0,-1 0 0,1 0 0,0 0 0,0-1 0,0 0 0,4 1 0,1 0 0,0-1 0,0 0 0,0 0 0,0-1 0,0 0 0,-1-1 0,1 0 0,0 0 0,0-1 0,0 0 0,13-5 0,-18 5 0,1 0 0,-1 0 0,1-1 0,-1 1 0,0-1 0,0 0 0,0 0 0,0-1 0,-1 1 0,1-1 0,-1 1 0,0-1 0,0 0 0,0 0 0,-1-1 0,1 1 0,-1-1 0,0 1 0,0-1 0,-1 0 0,1 1 0,0-7 0,-1 3 0,0-1 0,-1 1 0,0 0 0,0-1 0,-1 1 0,0 0 0,-1 0 0,0-1 0,0 1 0,-1 0 0,0 1 0,0-1 0,0 0 0,-1 1 0,-1 0 0,1 0 0,-1 0 0,0 0 0,-9-7 0,9 8 0,0 1 0,-1 0 0,0 1 0,0 0 0,0 0 0,-1 0 0,1 0 0,-1 1 0,0 0 0,0 1 0,0 0 0,0 0 0,0 0 0,-1 1 0,1 0 0,0 0 0,-1 1 0,1 0 0,-1 0 0,1 1 0,-1 0 0,-6 2 0,2 0-273,1 1 0,-1 0 0,1 1 0,-12 8 0,-6 5-6553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1 488 24575,'6'-6'0,"-1"0"0,0 1 0,0 0 0,1 0 0,0 0 0,0 0 0,0 1 0,0 0 0,1 0 0,8-3 0,-15 7 0,1 0 0,0 0 0,0 0 0,-1 0 0,1 1 0,0-1 0,0 0 0,-1 0 0,1 1 0,0-1 0,-1 0 0,1 1 0,0-1 0,-1 0 0,1 1 0,0-1 0,-1 1 0,1-1 0,-1 1 0,1 0 0,-1-1 0,1 1 0,-1-1 0,1 1 0,-1 0 0,0-1 0,1 1 0,-1 0 0,0 0 0,0-1 0,0 1 0,1 0 0,-1 0 0,0-1 0,0 2 0,3 33 0,-3-32 0,-4 187 0,3 64 0,64 509-362,-19-313 47,-21 2 166,-24-320 178,-1-59 191,2-1 0,19 125 0,-17-185-207,1-1 0,0 0 0,1 1 1,0-2-1,0 1 0,1 0 0,1-1 0,0 0 1,0 0-1,1-1 0,0 0 0,10 10 1,-8-11-17,1 0 0,0 0 0,1-1 0,-1-1 0,1 1 0,0-2 1,1 1-1,0-2 0,-1 0 0,1 0 0,15 2 0,16 1 3,0-1 0,65-1 0,91-11 0,-113 1 0,2345-52-6100,833-63 3822,-2615 77 2096,997-75-178,-1593 114 781,200-21 424,-187 15 712,114-31 0,-168 37-1192,1 0-1,-1-1 1,0 0-1,0-1 0,0-1 1,13-9-1,-20 11-240,0 1-1,0 0 1,0-1-1,-1 0 0,0 0 1,0-1-1,0 1 1,-1-1-1,0 1 0,0-1 1,0 0-1,-1-1 1,1 1-1,1-10 1,-1-4-82,0-1 1,-1 0 0,-3-41 0,-12-63-75,11 109 30,-40-265 2,-15-126 0,33-39 0,26 310 0,26-174 0,92-273 0,-67 355 0,-51 221 0,-1 2 0,0 1 0,0-1 0,0 1 0,-1-1 0,1 0 0,-2-8 0,1 12 0,0 0 0,-1 0 0,1-1 0,0 1 0,-1 1 0,0-1 0,1 0 0,-1 0 0,1 0 0,-1 0 0,0 0 0,0 0 0,0 1 0,1-1 0,-1 0 0,0 1 0,0-1 0,0 0 0,0 1 0,0 0 0,0-1 0,0 1 0,0-1 0,0 1 0,0 0 0,0 0 0,-1 0 0,1-1 0,0 1 0,0 0 0,0 0 0,0 1 0,-2-1 0,-150 4 0,-94-1 0,-98-13-255,-243-3-899,-2735 110-7525,213 153 8201,2209-159 3181,877-88-2005,9-1 42,0-1 1,-21-1-1,26-3 198,13-3-5123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6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24575,'-29'521'-539,"-33"-3"-503,16-152 469,-8 163-71,27 1 361,39-277-4,-6-199-4536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6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0 24575,'1'1'0,"-1"1"0,1-1 0,0 0 0,0 0 0,-1 1 0,1-1 0,-1 1 0,1-1 0,-1 0 0,0 1 0,1-1 0,-1 1 0,0-1 0,0 1 0,0-1 0,-1 3 0,-4 26 0,3-20 0,-74 286 35,23-106-238,-84 534-712,65 10 989,64-594-96,-14 158-1153,18-257-4810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7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1713 24575,'-12'-36'0,"2"-1"0,2 1 0,-7-73 0,14 83 0,1-1 0,1 1 0,1-1 0,2 1 0,0 0 0,11-34 0,-2 24-36,1 2-1,2 0 1,1 1-1,1 1 1,2 0-1,1 1 1,2 2-1,0 0 1,53-48-1,-11 21-177,1 3 0,4 2 1,93-50-1,-7 15-1009,271-104 0,191-7-733,-388 143 1609,2 9 1,3 10-1,0 11 0,1 10 1,1 10-1,0 11 0,338 52 1,-318-11 185,-3 11 0,-3 11 0,-3 11 0,-3 11 0,-5 10 0,-5 11 1,-5 10-1,262 184 0,-244-126 250,-7 10 0,353 362 1,-480-431 350,185 258 1,-253-310 213,-3 2 1,-3 1-1,-3 3 1,-4 1-1,40 138 1,-66-191-163,-1 0-1,-1 0 1,-1 0 0,-2 0-1,0 1 1,-2-1 0,-2 31-1,1-52-464,1 0 0,-1 1 0,1-1 1,-1 0-1,0 0 0,0 0 0,-1-1 0,1 1 0,-1 0 0,1 0 0,-1-1 0,0 1 1,0-1-1,0 1 0,0-1 0,0 0 0,-1 0 0,1 0 0,-5 3 0,3-3-7,0-1-1,0 1 1,0-1-1,0 0 1,0-1-1,0 1 1,0 0-1,0-1 0,0 0 1,-1 0-1,1 0 1,0-1-1,0 1 1,-6-3-1,-7-2-246,1 0-1,0-2 1,0 0-1,0-1 1,-27-18-1,2-1-6598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5:38:57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24575,'10'1'0,"-1"0"0,0 1 0,0 0 0,0 0 0,0 1 0,-1 0 0,1 1 0,-1 0 0,1 0 0,-1 1 0,-1 0 0,1 0 0,8 9 0,6 5 0,-1 1 0,35 44 0,-13-6 0,-24-32 0,1 0 0,32 32 0,-50-55 0,2-1 0,-1 1 0,0-1 0,0 1 0,1-1 0,0 0 0,-1-1 0,1 1 0,0 0 0,0-1 0,0 0 0,0 0 0,0 0 0,7 0 0,-5-1 0,-1 0 0,1-1 0,0 0 0,0 0 0,-1 0 0,1-1 0,0 0 0,-1 0 0,7-3 0,8-7 0,0 0 0,-2-2 0,1 0 0,19-20 0,-25 22 0,100-102 0,-17 15 0,-78 87 171,-18 11-167,0 1-1,1 0 1,-1 0 0,0 0 0,0 0 0,0 0-1,1 0 1,-1 0 0,0 0 0,0 0 0,0 0-1,1 0 1,-1 0 0,0 0 0,0 0 0,0 0-1,1 0 1,-1 1 0,0-1 0,0 0 0,0 0-1,1 0 1,-1 0 0,0 0 0,0 0 0,0 0-1,0 1 1,0-1 0,1 0 0,-1 0-1,0 0 1,0 0 0,0 1 0,0-1 0,0 0-1,0 0 1,0 0 0,0 0 0,0 1 0,0-1-1,1 0 1,-1 0 0,0 0 0,0 1 0,-1 3-218,1-1 1,-1 1 0,1 0-1,-1-1 1,0 1 0,0-1-1,-3 7 1,-10 20-6613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8:35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24575,'864'-1'-1104,"970"3"-3091,-720 49 2651,-1066-48 1726,397 26 898,-399-28-3690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8:3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24575,'19'-6'0,"10"-1"0,61-8 0,588-11-1402,-548 25 1051,1879-1-3004,-1156 4 1695,-659-4 2421,-153-1-2945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8:3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21122,'2839'0'0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8:41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24575,'5'0'0,"15"0"0,27 0 0,38 0 0,42 0 0,36 0 0,32-7 0,24-3-1118,8-5 1118,1-2 0,-5 3 0,-13 4 0,-23 4 0,-28 2 0,-32 2 0,-35 2 0,-30 0 0,-26 1-7073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4:18:4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24575,'312'0'0,"871"-11"0,-1091 6-1365,-66 2-5461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4T13:39:4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6A73D-237B-4034-AB8C-962174A8D351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23B04-A11E-4ECA-8C2F-B25EF2142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4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23B04-A11E-4ECA-8C2F-B25EF2142B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5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2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6600" y="1123950"/>
            <a:ext cx="525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3600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6600" y="1657350"/>
            <a:ext cx="5257800" cy="9144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4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200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6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150"/>
            <a:ext cx="8229600" cy="6096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60198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66577" y="2095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6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7150"/>
            <a:ext cx="493786" cy="4877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819150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819150"/>
            <a:ext cx="5111750" cy="37754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33550"/>
            <a:ext cx="3008313" cy="2861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5349"/>
            <a:ext cx="5486400" cy="26503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1047749"/>
            <a:ext cx="2057400" cy="3546873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47749"/>
            <a:ext cx="6019800" cy="35468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352550"/>
            <a:ext cx="8229600" cy="1295400"/>
          </a:xfrm>
          <a:prstGeom prst="rect">
            <a:avLst/>
          </a:prstGeom>
        </p:spPr>
        <p:txBody>
          <a:bodyPr/>
          <a:lstStyle>
            <a:lvl1pPr algn="l">
              <a:defRPr sz="6000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82296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6949" indent="0">
              <a:buNone/>
              <a:defRPr sz="2799"/>
            </a:lvl2pPr>
            <a:lvl3pPr marL="913897" indent="0">
              <a:buNone/>
              <a:defRPr sz="2399"/>
            </a:lvl3pPr>
            <a:lvl4pPr marL="1370846" indent="0">
              <a:buNone/>
              <a:defRPr sz="1999"/>
            </a:lvl4pPr>
            <a:lvl5pPr marL="1827795" indent="0">
              <a:buNone/>
              <a:defRPr sz="1999"/>
            </a:lvl5pPr>
            <a:lvl6pPr marL="2284743" indent="0">
              <a:buNone/>
              <a:defRPr sz="1999"/>
            </a:lvl6pPr>
            <a:lvl7pPr marL="2741692" indent="0">
              <a:buNone/>
              <a:defRPr sz="1999"/>
            </a:lvl7pPr>
            <a:lvl8pPr marL="3198640" indent="0">
              <a:buNone/>
              <a:defRPr sz="1999"/>
            </a:lvl8pPr>
            <a:lvl9pPr marL="3655589" indent="0">
              <a:buNone/>
              <a:defRPr sz="1999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48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57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788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August 26,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50" r:id="rId2"/>
    <p:sldLayoutId id="2147483651" r:id="rId3"/>
    <p:sldLayoutId id="2147483652" r:id="rId4"/>
    <p:sldLayoutId id="2147483672" r:id="rId5"/>
    <p:sldLayoutId id="214748367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5" r:id="rId13"/>
    <p:sldLayoutId id="2147483687" r:id="rId14"/>
    <p:sldLayoutId id="2147483688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image" Target="../media/image17.png"/><Relationship Id="rId63" Type="http://schemas.openxmlformats.org/officeDocument/2006/relationships/image" Target="../media/image38.png"/><Relationship Id="rId159" Type="http://schemas.openxmlformats.org/officeDocument/2006/relationships/customXml" Target="../ink/ink80.xml"/><Relationship Id="rId170" Type="http://schemas.openxmlformats.org/officeDocument/2006/relationships/image" Target="../media/image91.png"/><Relationship Id="rId226" Type="http://schemas.openxmlformats.org/officeDocument/2006/relationships/image" Target="../media/image119.png"/><Relationship Id="rId268" Type="http://schemas.openxmlformats.org/officeDocument/2006/relationships/image" Target="../media/image140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image" Target="../media/image70.png"/><Relationship Id="rId5" Type="http://schemas.openxmlformats.org/officeDocument/2006/relationships/image" Target="../media/image9.png"/><Relationship Id="rId181" Type="http://schemas.openxmlformats.org/officeDocument/2006/relationships/customXml" Target="../ink/ink91.xml"/><Relationship Id="rId237" Type="http://schemas.openxmlformats.org/officeDocument/2006/relationships/customXml" Target="../ink/ink119.xml"/><Relationship Id="rId279" Type="http://schemas.openxmlformats.org/officeDocument/2006/relationships/customXml" Target="../ink/ink140.xml"/><Relationship Id="rId43" Type="http://schemas.openxmlformats.org/officeDocument/2006/relationships/image" Target="../media/image28.png"/><Relationship Id="rId139" Type="http://schemas.openxmlformats.org/officeDocument/2006/relationships/customXml" Target="../ink/ink70.xml"/><Relationship Id="rId290" Type="http://schemas.openxmlformats.org/officeDocument/2006/relationships/image" Target="../media/image151.png"/><Relationship Id="rId85" Type="http://schemas.openxmlformats.org/officeDocument/2006/relationships/image" Target="../media/image49.png"/><Relationship Id="rId150" Type="http://schemas.openxmlformats.org/officeDocument/2006/relationships/image" Target="../media/image81.png"/><Relationship Id="rId192" Type="http://schemas.openxmlformats.org/officeDocument/2006/relationships/image" Target="../media/image102.png"/><Relationship Id="rId206" Type="http://schemas.openxmlformats.org/officeDocument/2006/relationships/image" Target="../media/image109.png"/><Relationship Id="rId248" Type="http://schemas.openxmlformats.org/officeDocument/2006/relationships/image" Target="../media/image130.png"/><Relationship Id="rId269" Type="http://schemas.openxmlformats.org/officeDocument/2006/relationships/customXml" Target="../ink/ink135.xml"/><Relationship Id="rId12" Type="http://schemas.openxmlformats.org/officeDocument/2006/relationships/customXml" Target="../ink/ink6.xml"/><Relationship Id="rId33" Type="http://schemas.openxmlformats.org/officeDocument/2006/relationships/image" Target="../media/image23.png"/><Relationship Id="rId108" Type="http://schemas.openxmlformats.org/officeDocument/2006/relationships/image" Target="../media/image60.png"/><Relationship Id="rId129" Type="http://schemas.openxmlformats.org/officeDocument/2006/relationships/customXml" Target="../ink/ink65.xml"/><Relationship Id="rId280" Type="http://schemas.openxmlformats.org/officeDocument/2006/relationships/image" Target="../media/image146.png"/><Relationship Id="rId54" Type="http://schemas.openxmlformats.org/officeDocument/2006/relationships/customXml" Target="../ink/ink27.xml"/><Relationship Id="rId75" Type="http://schemas.openxmlformats.org/officeDocument/2006/relationships/image" Target="../media/image44.png"/><Relationship Id="rId96" Type="http://schemas.openxmlformats.org/officeDocument/2006/relationships/customXml" Target="../ink/ink48.xml"/><Relationship Id="rId140" Type="http://schemas.openxmlformats.org/officeDocument/2006/relationships/image" Target="../media/image76.png"/><Relationship Id="rId161" Type="http://schemas.openxmlformats.org/officeDocument/2006/relationships/customXml" Target="../ink/ink81.xml"/><Relationship Id="rId182" Type="http://schemas.openxmlformats.org/officeDocument/2006/relationships/image" Target="../media/image97.png"/><Relationship Id="rId217" Type="http://schemas.openxmlformats.org/officeDocument/2006/relationships/customXml" Target="../ink/ink109.xml"/><Relationship Id="rId6" Type="http://schemas.openxmlformats.org/officeDocument/2006/relationships/customXml" Target="../ink/ink3.xml"/><Relationship Id="rId238" Type="http://schemas.openxmlformats.org/officeDocument/2006/relationships/image" Target="../media/image125.png"/><Relationship Id="rId259" Type="http://schemas.openxmlformats.org/officeDocument/2006/relationships/customXml" Target="../ink/ink130.xml"/><Relationship Id="rId23" Type="http://schemas.openxmlformats.org/officeDocument/2006/relationships/image" Target="../media/image18.png"/><Relationship Id="rId119" Type="http://schemas.openxmlformats.org/officeDocument/2006/relationships/customXml" Target="../ink/ink60.xml"/><Relationship Id="rId270" Type="http://schemas.openxmlformats.org/officeDocument/2006/relationships/image" Target="../media/image141.png"/><Relationship Id="rId44" Type="http://schemas.openxmlformats.org/officeDocument/2006/relationships/customXml" Target="../ink/ink22.xml"/><Relationship Id="rId65" Type="http://schemas.openxmlformats.org/officeDocument/2006/relationships/image" Target="../media/image39.png"/><Relationship Id="rId86" Type="http://schemas.openxmlformats.org/officeDocument/2006/relationships/customXml" Target="../ink/ink43.xml"/><Relationship Id="rId130" Type="http://schemas.openxmlformats.org/officeDocument/2006/relationships/image" Target="../media/image71.png"/><Relationship Id="rId151" Type="http://schemas.openxmlformats.org/officeDocument/2006/relationships/customXml" Target="../ink/ink76.xml"/><Relationship Id="rId172" Type="http://schemas.openxmlformats.org/officeDocument/2006/relationships/image" Target="../media/image92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28" Type="http://schemas.openxmlformats.org/officeDocument/2006/relationships/image" Target="../media/image120.png"/><Relationship Id="rId249" Type="http://schemas.openxmlformats.org/officeDocument/2006/relationships/customXml" Target="../ink/ink125.xml"/><Relationship Id="rId13" Type="http://schemas.openxmlformats.org/officeDocument/2006/relationships/image" Target="../media/image13.png"/><Relationship Id="rId109" Type="http://schemas.openxmlformats.org/officeDocument/2006/relationships/customXml" Target="../ink/ink55.xml"/><Relationship Id="rId260" Type="http://schemas.openxmlformats.org/officeDocument/2006/relationships/image" Target="../media/image136.png"/><Relationship Id="rId281" Type="http://schemas.openxmlformats.org/officeDocument/2006/relationships/customXml" Target="../ink/ink141.xml"/><Relationship Id="rId34" Type="http://schemas.openxmlformats.org/officeDocument/2006/relationships/customXml" Target="../ink/ink17.xml"/><Relationship Id="rId55" Type="http://schemas.openxmlformats.org/officeDocument/2006/relationships/image" Target="../media/image34.png"/><Relationship Id="rId76" Type="http://schemas.openxmlformats.org/officeDocument/2006/relationships/customXml" Target="../ink/ink38.xml"/><Relationship Id="rId97" Type="http://schemas.openxmlformats.org/officeDocument/2006/relationships/image" Target="../media/image55.png"/><Relationship Id="rId120" Type="http://schemas.openxmlformats.org/officeDocument/2006/relationships/image" Target="../media/image66.png"/><Relationship Id="rId141" Type="http://schemas.openxmlformats.org/officeDocument/2006/relationships/customXml" Target="../ink/ink71.xml"/><Relationship Id="rId7" Type="http://schemas.openxmlformats.org/officeDocument/2006/relationships/image" Target="../media/image10.png"/><Relationship Id="rId162" Type="http://schemas.openxmlformats.org/officeDocument/2006/relationships/image" Target="../media/image87.png"/><Relationship Id="rId183" Type="http://schemas.openxmlformats.org/officeDocument/2006/relationships/customXml" Target="../ink/ink92.xml"/><Relationship Id="rId218" Type="http://schemas.openxmlformats.org/officeDocument/2006/relationships/image" Target="../media/image115.png"/><Relationship Id="rId239" Type="http://schemas.openxmlformats.org/officeDocument/2006/relationships/customXml" Target="../ink/ink120.xml"/><Relationship Id="rId250" Type="http://schemas.openxmlformats.org/officeDocument/2006/relationships/image" Target="../media/image131.png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45" Type="http://schemas.openxmlformats.org/officeDocument/2006/relationships/image" Target="../media/image29.png"/><Relationship Id="rId66" Type="http://schemas.openxmlformats.org/officeDocument/2006/relationships/customXml" Target="../ink/ink33.xml"/><Relationship Id="rId87" Type="http://schemas.openxmlformats.org/officeDocument/2006/relationships/image" Target="../media/image50.png"/><Relationship Id="rId110" Type="http://schemas.openxmlformats.org/officeDocument/2006/relationships/image" Target="../media/image61.png"/><Relationship Id="rId131" Type="http://schemas.openxmlformats.org/officeDocument/2006/relationships/customXml" Target="../ink/ink66.xml"/><Relationship Id="rId152" Type="http://schemas.openxmlformats.org/officeDocument/2006/relationships/image" Target="../media/image82.png"/><Relationship Id="rId173" Type="http://schemas.openxmlformats.org/officeDocument/2006/relationships/customXml" Target="../ink/ink87.xml"/><Relationship Id="rId194" Type="http://schemas.openxmlformats.org/officeDocument/2006/relationships/image" Target="../media/image103.png"/><Relationship Id="rId208" Type="http://schemas.openxmlformats.org/officeDocument/2006/relationships/image" Target="../media/image110.png"/><Relationship Id="rId229" Type="http://schemas.openxmlformats.org/officeDocument/2006/relationships/customXml" Target="../ink/ink115.xml"/><Relationship Id="rId240" Type="http://schemas.openxmlformats.org/officeDocument/2006/relationships/image" Target="../media/image126.png"/><Relationship Id="rId261" Type="http://schemas.openxmlformats.org/officeDocument/2006/relationships/customXml" Target="../ink/ink131.xml"/><Relationship Id="rId14" Type="http://schemas.openxmlformats.org/officeDocument/2006/relationships/customXml" Target="../ink/ink7.xml"/><Relationship Id="rId35" Type="http://schemas.openxmlformats.org/officeDocument/2006/relationships/image" Target="../media/image24.png"/><Relationship Id="rId56" Type="http://schemas.openxmlformats.org/officeDocument/2006/relationships/customXml" Target="../ink/ink28.xml"/><Relationship Id="rId77" Type="http://schemas.openxmlformats.org/officeDocument/2006/relationships/image" Target="../media/image45.png"/><Relationship Id="rId100" Type="http://schemas.openxmlformats.org/officeDocument/2006/relationships/image" Target="../media/image56.png"/><Relationship Id="rId282" Type="http://schemas.openxmlformats.org/officeDocument/2006/relationships/image" Target="../media/image147.png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42" Type="http://schemas.openxmlformats.org/officeDocument/2006/relationships/image" Target="../media/image77.png"/><Relationship Id="rId163" Type="http://schemas.openxmlformats.org/officeDocument/2006/relationships/customXml" Target="../ink/ink82.xml"/><Relationship Id="rId184" Type="http://schemas.openxmlformats.org/officeDocument/2006/relationships/image" Target="../media/image98.png"/><Relationship Id="rId219" Type="http://schemas.openxmlformats.org/officeDocument/2006/relationships/customXml" Target="../ink/ink110.xml"/><Relationship Id="rId230" Type="http://schemas.openxmlformats.org/officeDocument/2006/relationships/image" Target="../media/image121.png"/><Relationship Id="rId251" Type="http://schemas.openxmlformats.org/officeDocument/2006/relationships/customXml" Target="../ink/ink126.xml"/><Relationship Id="rId25" Type="http://schemas.openxmlformats.org/officeDocument/2006/relationships/image" Target="../media/image19.png"/><Relationship Id="rId46" Type="http://schemas.openxmlformats.org/officeDocument/2006/relationships/customXml" Target="../ink/ink23.xml"/><Relationship Id="rId67" Type="http://schemas.openxmlformats.org/officeDocument/2006/relationships/image" Target="../media/image40.png"/><Relationship Id="rId272" Type="http://schemas.openxmlformats.org/officeDocument/2006/relationships/image" Target="../media/image142.png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32" Type="http://schemas.openxmlformats.org/officeDocument/2006/relationships/image" Target="../media/image72.png"/><Relationship Id="rId153" Type="http://schemas.openxmlformats.org/officeDocument/2006/relationships/customXml" Target="../ink/ink77.xml"/><Relationship Id="rId174" Type="http://schemas.openxmlformats.org/officeDocument/2006/relationships/image" Target="../media/image93.png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220" Type="http://schemas.openxmlformats.org/officeDocument/2006/relationships/image" Target="../media/image116.png"/><Relationship Id="rId241" Type="http://schemas.openxmlformats.org/officeDocument/2006/relationships/customXml" Target="../ink/ink121.xml"/><Relationship Id="rId15" Type="http://schemas.openxmlformats.org/officeDocument/2006/relationships/image" Target="../media/image14.png"/><Relationship Id="rId36" Type="http://schemas.openxmlformats.org/officeDocument/2006/relationships/customXml" Target="../ink/ink18.xml"/><Relationship Id="rId57" Type="http://schemas.openxmlformats.org/officeDocument/2006/relationships/image" Target="../media/image35.png"/><Relationship Id="rId262" Type="http://schemas.openxmlformats.org/officeDocument/2006/relationships/image" Target="../media/image137.png"/><Relationship Id="rId283" Type="http://schemas.openxmlformats.org/officeDocument/2006/relationships/customXml" Target="../ink/ink142.xml"/><Relationship Id="rId78" Type="http://schemas.openxmlformats.org/officeDocument/2006/relationships/customXml" Target="../ink/ink39.xml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67.png"/><Relationship Id="rId143" Type="http://schemas.openxmlformats.org/officeDocument/2006/relationships/customXml" Target="../ink/ink72.xml"/><Relationship Id="rId164" Type="http://schemas.openxmlformats.org/officeDocument/2006/relationships/image" Target="../media/image88.png"/><Relationship Id="rId185" Type="http://schemas.openxmlformats.org/officeDocument/2006/relationships/customXml" Target="../ink/ink93.xml"/><Relationship Id="rId9" Type="http://schemas.openxmlformats.org/officeDocument/2006/relationships/image" Target="../media/image11.png"/><Relationship Id="rId210" Type="http://schemas.openxmlformats.org/officeDocument/2006/relationships/image" Target="../media/image111.png"/><Relationship Id="rId26" Type="http://schemas.openxmlformats.org/officeDocument/2006/relationships/customXml" Target="../ink/ink13.xml"/><Relationship Id="rId231" Type="http://schemas.openxmlformats.org/officeDocument/2006/relationships/customXml" Target="../ink/ink116.xml"/><Relationship Id="rId252" Type="http://schemas.openxmlformats.org/officeDocument/2006/relationships/image" Target="../media/image132.png"/><Relationship Id="rId273" Type="http://schemas.openxmlformats.org/officeDocument/2006/relationships/customXml" Target="../ink/ink137.xml"/><Relationship Id="rId47" Type="http://schemas.openxmlformats.org/officeDocument/2006/relationships/image" Target="../media/image30.png"/><Relationship Id="rId68" Type="http://schemas.openxmlformats.org/officeDocument/2006/relationships/customXml" Target="../ink/ink34.xml"/><Relationship Id="rId89" Type="http://schemas.openxmlformats.org/officeDocument/2006/relationships/image" Target="../media/image51.png"/><Relationship Id="rId112" Type="http://schemas.openxmlformats.org/officeDocument/2006/relationships/image" Target="../media/image62.png"/><Relationship Id="rId133" Type="http://schemas.openxmlformats.org/officeDocument/2006/relationships/customXml" Target="../ink/ink67.xml"/><Relationship Id="rId154" Type="http://schemas.openxmlformats.org/officeDocument/2006/relationships/image" Target="../media/image83.png"/><Relationship Id="rId175" Type="http://schemas.openxmlformats.org/officeDocument/2006/relationships/customXml" Target="../ink/ink88.xml"/><Relationship Id="rId196" Type="http://schemas.openxmlformats.org/officeDocument/2006/relationships/image" Target="../media/image104.png"/><Relationship Id="rId200" Type="http://schemas.openxmlformats.org/officeDocument/2006/relationships/image" Target="../media/image106.png"/><Relationship Id="rId16" Type="http://schemas.openxmlformats.org/officeDocument/2006/relationships/customXml" Target="../ink/ink8.xml"/><Relationship Id="rId221" Type="http://schemas.openxmlformats.org/officeDocument/2006/relationships/customXml" Target="../ink/ink111.xml"/><Relationship Id="rId242" Type="http://schemas.openxmlformats.org/officeDocument/2006/relationships/image" Target="../media/image127.png"/><Relationship Id="rId263" Type="http://schemas.openxmlformats.org/officeDocument/2006/relationships/customXml" Target="../ink/ink132.xml"/><Relationship Id="rId284" Type="http://schemas.openxmlformats.org/officeDocument/2006/relationships/image" Target="../media/image148.png"/><Relationship Id="rId37" Type="http://schemas.openxmlformats.org/officeDocument/2006/relationships/image" Target="../media/image25.png"/><Relationship Id="rId58" Type="http://schemas.openxmlformats.org/officeDocument/2006/relationships/customXml" Target="../ink/ink29.xml"/><Relationship Id="rId79" Type="http://schemas.openxmlformats.org/officeDocument/2006/relationships/image" Target="../media/image46.png"/><Relationship Id="rId102" Type="http://schemas.openxmlformats.org/officeDocument/2006/relationships/image" Target="../media/image57.png"/><Relationship Id="rId123" Type="http://schemas.openxmlformats.org/officeDocument/2006/relationships/customXml" Target="../ink/ink62.xml"/><Relationship Id="rId144" Type="http://schemas.openxmlformats.org/officeDocument/2006/relationships/image" Target="../media/image78.png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image" Target="../media/image99.png"/><Relationship Id="rId211" Type="http://schemas.openxmlformats.org/officeDocument/2006/relationships/customXml" Target="../ink/ink106.xml"/><Relationship Id="rId232" Type="http://schemas.openxmlformats.org/officeDocument/2006/relationships/image" Target="../media/image122.png"/><Relationship Id="rId253" Type="http://schemas.openxmlformats.org/officeDocument/2006/relationships/customXml" Target="../ink/ink127.xml"/><Relationship Id="rId274" Type="http://schemas.openxmlformats.org/officeDocument/2006/relationships/image" Target="../media/image143.png"/><Relationship Id="rId27" Type="http://schemas.openxmlformats.org/officeDocument/2006/relationships/image" Target="../media/image20.png"/><Relationship Id="rId48" Type="http://schemas.openxmlformats.org/officeDocument/2006/relationships/customXml" Target="../ink/ink24.xml"/><Relationship Id="rId69" Type="http://schemas.openxmlformats.org/officeDocument/2006/relationships/image" Target="../media/image41.png"/><Relationship Id="rId113" Type="http://schemas.openxmlformats.org/officeDocument/2006/relationships/customXml" Target="../ink/ink57.xml"/><Relationship Id="rId134" Type="http://schemas.openxmlformats.org/officeDocument/2006/relationships/image" Target="../media/image73.png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94.png"/><Relationship Id="rId197" Type="http://schemas.openxmlformats.org/officeDocument/2006/relationships/customXml" Target="../ink/ink99.xml"/><Relationship Id="rId201" Type="http://schemas.openxmlformats.org/officeDocument/2006/relationships/customXml" Target="../ink/ink101.xml"/><Relationship Id="rId222" Type="http://schemas.openxmlformats.org/officeDocument/2006/relationships/image" Target="../media/image117.png"/><Relationship Id="rId243" Type="http://schemas.openxmlformats.org/officeDocument/2006/relationships/customXml" Target="../ink/ink122.xml"/><Relationship Id="rId264" Type="http://schemas.openxmlformats.org/officeDocument/2006/relationships/image" Target="../media/image138.png"/><Relationship Id="rId285" Type="http://schemas.openxmlformats.org/officeDocument/2006/relationships/customXml" Target="../ink/ink143.xml"/><Relationship Id="rId17" Type="http://schemas.openxmlformats.org/officeDocument/2006/relationships/image" Target="../media/image15.png"/><Relationship Id="rId38" Type="http://schemas.openxmlformats.org/officeDocument/2006/relationships/customXml" Target="../ink/ink19.xml"/><Relationship Id="rId59" Type="http://schemas.openxmlformats.org/officeDocument/2006/relationships/image" Target="../media/image36.png"/><Relationship Id="rId103" Type="http://schemas.openxmlformats.org/officeDocument/2006/relationships/customXml" Target="../ink/ink52.xml"/><Relationship Id="rId124" Type="http://schemas.openxmlformats.org/officeDocument/2006/relationships/image" Target="../media/image68.png"/><Relationship Id="rId70" Type="http://schemas.openxmlformats.org/officeDocument/2006/relationships/customXml" Target="../ink/ink35.xml"/><Relationship Id="rId91" Type="http://schemas.openxmlformats.org/officeDocument/2006/relationships/image" Target="../media/image52.png"/><Relationship Id="rId145" Type="http://schemas.openxmlformats.org/officeDocument/2006/relationships/customXml" Target="../ink/ink73.xml"/><Relationship Id="rId166" Type="http://schemas.openxmlformats.org/officeDocument/2006/relationships/image" Target="../media/image89.png"/><Relationship Id="rId187" Type="http://schemas.openxmlformats.org/officeDocument/2006/relationships/customXml" Target="../ink/ink9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12.png"/><Relationship Id="rId233" Type="http://schemas.openxmlformats.org/officeDocument/2006/relationships/customXml" Target="../ink/ink117.xml"/><Relationship Id="rId254" Type="http://schemas.openxmlformats.org/officeDocument/2006/relationships/image" Target="../media/image133.png"/><Relationship Id="rId28" Type="http://schemas.openxmlformats.org/officeDocument/2006/relationships/customXml" Target="../ink/ink14.xml"/><Relationship Id="rId49" Type="http://schemas.openxmlformats.org/officeDocument/2006/relationships/image" Target="../media/image31.png"/><Relationship Id="rId114" Type="http://schemas.openxmlformats.org/officeDocument/2006/relationships/image" Target="../media/image63.png"/><Relationship Id="rId275" Type="http://schemas.openxmlformats.org/officeDocument/2006/relationships/customXml" Target="../ink/ink138.xml"/><Relationship Id="rId60" Type="http://schemas.openxmlformats.org/officeDocument/2006/relationships/customXml" Target="../ink/ink30.xml"/><Relationship Id="rId81" Type="http://schemas.openxmlformats.org/officeDocument/2006/relationships/image" Target="../media/image47.png"/><Relationship Id="rId135" Type="http://schemas.openxmlformats.org/officeDocument/2006/relationships/customXml" Target="../ink/ink68.xml"/><Relationship Id="rId156" Type="http://schemas.openxmlformats.org/officeDocument/2006/relationships/image" Target="../media/image84.png"/><Relationship Id="rId177" Type="http://schemas.openxmlformats.org/officeDocument/2006/relationships/customXml" Target="../ink/ink89.xml"/><Relationship Id="rId198" Type="http://schemas.openxmlformats.org/officeDocument/2006/relationships/image" Target="../media/image105.png"/><Relationship Id="rId202" Type="http://schemas.openxmlformats.org/officeDocument/2006/relationships/image" Target="../media/image107.png"/><Relationship Id="rId223" Type="http://schemas.openxmlformats.org/officeDocument/2006/relationships/customXml" Target="../ink/ink112.xml"/><Relationship Id="rId244" Type="http://schemas.openxmlformats.org/officeDocument/2006/relationships/image" Target="../media/image128.png"/><Relationship Id="rId18" Type="http://schemas.openxmlformats.org/officeDocument/2006/relationships/customXml" Target="../ink/ink9.xml"/><Relationship Id="rId39" Type="http://schemas.openxmlformats.org/officeDocument/2006/relationships/image" Target="../media/image26.png"/><Relationship Id="rId265" Type="http://schemas.openxmlformats.org/officeDocument/2006/relationships/customXml" Target="../ink/ink133.xml"/><Relationship Id="rId286" Type="http://schemas.openxmlformats.org/officeDocument/2006/relationships/image" Target="../media/image149.png"/><Relationship Id="rId50" Type="http://schemas.openxmlformats.org/officeDocument/2006/relationships/customXml" Target="../ink/ink25.xml"/><Relationship Id="rId104" Type="http://schemas.openxmlformats.org/officeDocument/2006/relationships/image" Target="../media/image58.png"/><Relationship Id="rId125" Type="http://schemas.openxmlformats.org/officeDocument/2006/relationships/customXml" Target="../ink/ink63.xml"/><Relationship Id="rId146" Type="http://schemas.openxmlformats.org/officeDocument/2006/relationships/image" Target="../media/image79.png"/><Relationship Id="rId167" Type="http://schemas.openxmlformats.org/officeDocument/2006/relationships/customXml" Target="../ink/ink84.xml"/><Relationship Id="rId188" Type="http://schemas.openxmlformats.org/officeDocument/2006/relationships/image" Target="../media/image100.png"/><Relationship Id="rId71" Type="http://schemas.openxmlformats.org/officeDocument/2006/relationships/image" Target="../media/image42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234" Type="http://schemas.openxmlformats.org/officeDocument/2006/relationships/image" Target="../media/image123.png"/><Relationship Id="rId2" Type="http://schemas.openxmlformats.org/officeDocument/2006/relationships/customXml" Target="../ink/ink1.xml"/><Relationship Id="rId29" Type="http://schemas.openxmlformats.org/officeDocument/2006/relationships/image" Target="../media/image21.png"/><Relationship Id="rId255" Type="http://schemas.openxmlformats.org/officeDocument/2006/relationships/customXml" Target="../ink/ink128.xml"/><Relationship Id="rId276" Type="http://schemas.openxmlformats.org/officeDocument/2006/relationships/image" Target="../media/image144.png"/><Relationship Id="rId40" Type="http://schemas.openxmlformats.org/officeDocument/2006/relationships/customXml" Target="../ink/ink20.xml"/><Relationship Id="rId115" Type="http://schemas.openxmlformats.org/officeDocument/2006/relationships/customXml" Target="../ink/ink58.xml"/><Relationship Id="rId136" Type="http://schemas.openxmlformats.org/officeDocument/2006/relationships/image" Target="../media/image74.png"/><Relationship Id="rId157" Type="http://schemas.openxmlformats.org/officeDocument/2006/relationships/customXml" Target="../ink/ink79.xml"/><Relationship Id="rId178" Type="http://schemas.openxmlformats.org/officeDocument/2006/relationships/image" Target="../media/image95.png"/><Relationship Id="rId61" Type="http://schemas.openxmlformats.org/officeDocument/2006/relationships/image" Target="../media/image37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19" Type="http://schemas.openxmlformats.org/officeDocument/2006/relationships/image" Target="../media/image16.png"/><Relationship Id="rId224" Type="http://schemas.openxmlformats.org/officeDocument/2006/relationships/image" Target="../media/image118.png"/><Relationship Id="rId245" Type="http://schemas.openxmlformats.org/officeDocument/2006/relationships/customXml" Target="../ink/ink123.xml"/><Relationship Id="rId266" Type="http://schemas.openxmlformats.org/officeDocument/2006/relationships/image" Target="../media/image139.png"/><Relationship Id="rId287" Type="http://schemas.openxmlformats.org/officeDocument/2006/relationships/customXml" Target="../ink/ink144.xml"/><Relationship Id="rId30" Type="http://schemas.openxmlformats.org/officeDocument/2006/relationships/customXml" Target="../ink/ink15.xml"/><Relationship Id="rId105" Type="http://schemas.openxmlformats.org/officeDocument/2006/relationships/customXml" Target="../ink/ink53.xml"/><Relationship Id="rId126" Type="http://schemas.openxmlformats.org/officeDocument/2006/relationships/image" Target="../media/image69.png"/><Relationship Id="rId147" Type="http://schemas.openxmlformats.org/officeDocument/2006/relationships/customXml" Target="../ink/ink74.xml"/><Relationship Id="rId168" Type="http://schemas.openxmlformats.org/officeDocument/2006/relationships/image" Target="../media/image90.png"/><Relationship Id="rId51" Type="http://schemas.openxmlformats.org/officeDocument/2006/relationships/image" Target="../media/image32.png"/><Relationship Id="rId72" Type="http://schemas.openxmlformats.org/officeDocument/2006/relationships/customXml" Target="../ink/ink36.xml"/><Relationship Id="rId93" Type="http://schemas.openxmlformats.org/officeDocument/2006/relationships/image" Target="../media/image53.png"/><Relationship Id="rId189" Type="http://schemas.openxmlformats.org/officeDocument/2006/relationships/customXml" Target="../ink/ink95.xml"/><Relationship Id="rId3" Type="http://schemas.openxmlformats.org/officeDocument/2006/relationships/image" Target="../media/image8.png"/><Relationship Id="rId214" Type="http://schemas.openxmlformats.org/officeDocument/2006/relationships/image" Target="../media/image113.png"/><Relationship Id="rId235" Type="http://schemas.openxmlformats.org/officeDocument/2006/relationships/customXml" Target="../ink/ink118.xml"/><Relationship Id="rId256" Type="http://schemas.openxmlformats.org/officeDocument/2006/relationships/image" Target="../media/image134.png"/><Relationship Id="rId277" Type="http://schemas.openxmlformats.org/officeDocument/2006/relationships/customXml" Target="../ink/ink139.xml"/><Relationship Id="rId116" Type="http://schemas.openxmlformats.org/officeDocument/2006/relationships/image" Target="../media/image64.png"/><Relationship Id="rId137" Type="http://schemas.openxmlformats.org/officeDocument/2006/relationships/customXml" Target="../ink/ink69.xml"/><Relationship Id="rId158" Type="http://schemas.openxmlformats.org/officeDocument/2006/relationships/image" Target="../media/image85.png"/><Relationship Id="rId20" Type="http://schemas.openxmlformats.org/officeDocument/2006/relationships/customXml" Target="../ink/ink10.xml"/><Relationship Id="rId41" Type="http://schemas.openxmlformats.org/officeDocument/2006/relationships/image" Target="../media/image27.png"/><Relationship Id="rId62" Type="http://schemas.openxmlformats.org/officeDocument/2006/relationships/customXml" Target="../ink/ink31.xml"/><Relationship Id="rId83" Type="http://schemas.openxmlformats.org/officeDocument/2006/relationships/image" Target="../media/image48.png"/><Relationship Id="rId179" Type="http://schemas.openxmlformats.org/officeDocument/2006/relationships/customXml" Target="../ink/ink90.xml"/><Relationship Id="rId190" Type="http://schemas.openxmlformats.org/officeDocument/2006/relationships/image" Target="../media/image101.png"/><Relationship Id="rId204" Type="http://schemas.openxmlformats.org/officeDocument/2006/relationships/image" Target="../media/image108.png"/><Relationship Id="rId225" Type="http://schemas.openxmlformats.org/officeDocument/2006/relationships/customXml" Target="../ink/ink113.xml"/><Relationship Id="rId246" Type="http://schemas.openxmlformats.org/officeDocument/2006/relationships/image" Target="../media/image129.png"/><Relationship Id="rId267" Type="http://schemas.openxmlformats.org/officeDocument/2006/relationships/customXml" Target="../ink/ink134.xml"/><Relationship Id="rId288" Type="http://schemas.openxmlformats.org/officeDocument/2006/relationships/image" Target="../media/image150.png"/><Relationship Id="rId106" Type="http://schemas.openxmlformats.org/officeDocument/2006/relationships/image" Target="../media/image59.png"/><Relationship Id="rId127" Type="http://schemas.openxmlformats.org/officeDocument/2006/relationships/customXml" Target="../ink/ink64.xml"/><Relationship Id="rId10" Type="http://schemas.openxmlformats.org/officeDocument/2006/relationships/customXml" Target="../ink/ink5.xml"/><Relationship Id="rId31" Type="http://schemas.openxmlformats.org/officeDocument/2006/relationships/image" Target="../media/image22.png"/><Relationship Id="rId52" Type="http://schemas.openxmlformats.org/officeDocument/2006/relationships/customXml" Target="../ink/ink26.xml"/><Relationship Id="rId73" Type="http://schemas.openxmlformats.org/officeDocument/2006/relationships/image" Target="../media/image43.png"/><Relationship Id="rId94" Type="http://schemas.openxmlformats.org/officeDocument/2006/relationships/customXml" Target="../ink/ink47.xml"/><Relationship Id="rId148" Type="http://schemas.openxmlformats.org/officeDocument/2006/relationships/image" Target="../media/image80.png"/><Relationship Id="rId169" Type="http://schemas.openxmlformats.org/officeDocument/2006/relationships/customXml" Target="../ink/ink85.xml"/><Relationship Id="rId4" Type="http://schemas.openxmlformats.org/officeDocument/2006/relationships/customXml" Target="../ink/ink2.xml"/><Relationship Id="rId180" Type="http://schemas.openxmlformats.org/officeDocument/2006/relationships/image" Target="../media/image96.png"/><Relationship Id="rId215" Type="http://schemas.openxmlformats.org/officeDocument/2006/relationships/customXml" Target="../ink/ink108.xml"/><Relationship Id="rId236" Type="http://schemas.openxmlformats.org/officeDocument/2006/relationships/image" Target="../media/image124.png"/><Relationship Id="rId257" Type="http://schemas.openxmlformats.org/officeDocument/2006/relationships/customXml" Target="../ink/ink129.xml"/><Relationship Id="rId278" Type="http://schemas.openxmlformats.org/officeDocument/2006/relationships/image" Target="../media/image145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image" Target="../media/image75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4.xml"/><Relationship Id="rId107" Type="http://schemas.openxmlformats.org/officeDocument/2006/relationships/customXml" Target="../ink/ink54.xml"/><Relationship Id="rId289" Type="http://schemas.openxmlformats.org/officeDocument/2006/relationships/customXml" Target="../ink/ink145.xml"/><Relationship Id="rId11" Type="http://schemas.openxmlformats.org/officeDocument/2006/relationships/image" Target="../media/image12.png"/><Relationship Id="rId53" Type="http://schemas.openxmlformats.org/officeDocument/2006/relationships/image" Target="../media/image33.png"/><Relationship Id="rId149" Type="http://schemas.openxmlformats.org/officeDocument/2006/relationships/customXml" Target="../ink/ink75.xml"/><Relationship Id="rId95" Type="http://schemas.openxmlformats.org/officeDocument/2006/relationships/image" Target="../media/image54.png"/><Relationship Id="rId160" Type="http://schemas.openxmlformats.org/officeDocument/2006/relationships/image" Target="../media/image86.png"/><Relationship Id="rId216" Type="http://schemas.openxmlformats.org/officeDocument/2006/relationships/image" Target="../media/image114.png"/><Relationship Id="rId258" Type="http://schemas.openxmlformats.org/officeDocument/2006/relationships/image" Target="../media/image135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65.png"/><Relationship Id="rId171" Type="http://schemas.openxmlformats.org/officeDocument/2006/relationships/customXml" Target="../ink/ink86.xml"/><Relationship Id="rId227" Type="http://schemas.openxmlformats.org/officeDocument/2006/relationships/customXml" Target="../ink/ink11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50.png"/><Relationship Id="rId299" Type="http://schemas.openxmlformats.org/officeDocument/2006/relationships/customXml" Target="../ink/ink295.xml"/><Relationship Id="rId21" Type="http://schemas.openxmlformats.org/officeDocument/2006/relationships/image" Target="../media/image1710.png"/><Relationship Id="rId63" Type="http://schemas.openxmlformats.org/officeDocument/2006/relationships/image" Target="../media/image3810.png"/><Relationship Id="rId159" Type="http://schemas.openxmlformats.org/officeDocument/2006/relationships/image" Target="../media/image860.png"/><Relationship Id="rId324" Type="http://schemas.openxmlformats.org/officeDocument/2006/relationships/customXml" Target="../ink/ink308.xml"/><Relationship Id="rId366" Type="http://schemas.openxmlformats.org/officeDocument/2006/relationships/customXml" Target="../ink/ink329.xml"/><Relationship Id="rId170" Type="http://schemas.openxmlformats.org/officeDocument/2006/relationships/customXml" Target="../ink/ink230.xml"/><Relationship Id="rId226" Type="http://schemas.openxmlformats.org/officeDocument/2006/relationships/customXml" Target="../ink/ink258.xml"/><Relationship Id="rId433" Type="http://schemas.openxmlformats.org/officeDocument/2006/relationships/image" Target="../media/image222.png"/><Relationship Id="rId268" Type="http://schemas.openxmlformats.org/officeDocument/2006/relationships/customXml" Target="../ink/ink279.xml"/><Relationship Id="rId475" Type="http://schemas.openxmlformats.org/officeDocument/2006/relationships/image" Target="../media/image243.png"/><Relationship Id="rId32" Type="http://schemas.openxmlformats.org/officeDocument/2006/relationships/customXml" Target="../ink/ink161.xml"/><Relationship Id="rId74" Type="http://schemas.openxmlformats.org/officeDocument/2006/relationships/customXml" Target="../ink/ink182.xml"/><Relationship Id="rId128" Type="http://schemas.openxmlformats.org/officeDocument/2006/relationships/customXml" Target="../ink/ink209.xml"/><Relationship Id="rId335" Type="http://schemas.openxmlformats.org/officeDocument/2006/relationships/image" Target="../media/image173.png"/><Relationship Id="rId377" Type="http://schemas.openxmlformats.org/officeDocument/2006/relationships/image" Target="../media/image194.png"/><Relationship Id="rId5" Type="http://schemas.openxmlformats.org/officeDocument/2006/relationships/image" Target="../media/image910.png"/><Relationship Id="rId181" Type="http://schemas.openxmlformats.org/officeDocument/2006/relationships/image" Target="../media/image970.png"/><Relationship Id="rId237" Type="http://schemas.openxmlformats.org/officeDocument/2006/relationships/image" Target="../media/image1250.png"/><Relationship Id="rId402" Type="http://schemas.openxmlformats.org/officeDocument/2006/relationships/customXml" Target="../ink/ink347.xml"/><Relationship Id="rId279" Type="http://schemas.openxmlformats.org/officeDocument/2006/relationships/customXml" Target="../ink/ink285.xml"/><Relationship Id="rId444" Type="http://schemas.openxmlformats.org/officeDocument/2006/relationships/customXml" Target="../ink/ink368.xml"/><Relationship Id="rId486" Type="http://schemas.openxmlformats.org/officeDocument/2006/relationships/customXml" Target="../ink/ink389.xml"/><Relationship Id="rId43" Type="http://schemas.openxmlformats.org/officeDocument/2006/relationships/image" Target="../media/image2810.png"/><Relationship Id="rId139" Type="http://schemas.openxmlformats.org/officeDocument/2006/relationships/image" Target="../media/image760.png"/><Relationship Id="rId290" Type="http://schemas.openxmlformats.org/officeDocument/2006/relationships/image" Target="../media/image1511.png"/><Relationship Id="rId304" Type="http://schemas.openxmlformats.org/officeDocument/2006/relationships/image" Target="../media/image158.png"/><Relationship Id="rId346" Type="http://schemas.openxmlformats.org/officeDocument/2006/relationships/customXml" Target="../ink/ink319.xml"/><Relationship Id="rId388" Type="http://schemas.openxmlformats.org/officeDocument/2006/relationships/customXml" Target="../ink/ink340.xml"/><Relationship Id="rId85" Type="http://schemas.openxmlformats.org/officeDocument/2006/relationships/image" Target="../media/image490.png"/><Relationship Id="rId150" Type="http://schemas.openxmlformats.org/officeDocument/2006/relationships/customXml" Target="../ink/ink220.xml"/><Relationship Id="rId192" Type="http://schemas.openxmlformats.org/officeDocument/2006/relationships/customXml" Target="../ink/ink241.xml"/><Relationship Id="rId206" Type="http://schemas.openxmlformats.org/officeDocument/2006/relationships/customXml" Target="../ink/ink248.xml"/><Relationship Id="rId413" Type="http://schemas.openxmlformats.org/officeDocument/2006/relationships/image" Target="../media/image212.png"/><Relationship Id="rId248" Type="http://schemas.openxmlformats.org/officeDocument/2006/relationships/customXml" Target="../ink/ink269.xml"/><Relationship Id="rId455" Type="http://schemas.openxmlformats.org/officeDocument/2006/relationships/image" Target="../media/image233.png"/><Relationship Id="rId497" Type="http://schemas.openxmlformats.org/officeDocument/2006/relationships/image" Target="../media/image254.png"/><Relationship Id="rId12" Type="http://schemas.openxmlformats.org/officeDocument/2006/relationships/customXml" Target="../ink/ink151.xml"/><Relationship Id="rId108" Type="http://schemas.openxmlformats.org/officeDocument/2006/relationships/customXml" Target="../ink/ink199.xml"/><Relationship Id="rId315" Type="http://schemas.openxmlformats.org/officeDocument/2006/relationships/image" Target="../media/image163.png"/><Relationship Id="rId357" Type="http://schemas.openxmlformats.org/officeDocument/2006/relationships/image" Target="../media/image184.png"/><Relationship Id="rId54" Type="http://schemas.openxmlformats.org/officeDocument/2006/relationships/customXml" Target="../ink/ink172.xml"/><Relationship Id="rId96" Type="http://schemas.openxmlformats.org/officeDocument/2006/relationships/customXml" Target="../ink/ink193.xml"/><Relationship Id="rId161" Type="http://schemas.openxmlformats.org/officeDocument/2006/relationships/image" Target="../media/image870.png"/><Relationship Id="rId217" Type="http://schemas.openxmlformats.org/officeDocument/2006/relationships/image" Target="../media/image1150.png"/><Relationship Id="rId399" Type="http://schemas.openxmlformats.org/officeDocument/2006/relationships/image" Target="../media/image205.png"/><Relationship Id="rId259" Type="http://schemas.openxmlformats.org/officeDocument/2006/relationships/image" Target="../media/image1360.png"/><Relationship Id="rId424" Type="http://schemas.openxmlformats.org/officeDocument/2006/relationships/customXml" Target="../ink/ink358.xml"/><Relationship Id="rId466" Type="http://schemas.openxmlformats.org/officeDocument/2006/relationships/customXml" Target="../ink/ink379.xml"/><Relationship Id="rId23" Type="http://schemas.openxmlformats.org/officeDocument/2006/relationships/image" Target="../media/image1810.png"/><Relationship Id="rId119" Type="http://schemas.openxmlformats.org/officeDocument/2006/relationships/image" Target="../media/image660.png"/><Relationship Id="rId270" Type="http://schemas.openxmlformats.org/officeDocument/2006/relationships/image" Target="../media/image1411.png"/><Relationship Id="rId326" Type="http://schemas.openxmlformats.org/officeDocument/2006/relationships/customXml" Target="../ink/ink309.xml"/><Relationship Id="rId65" Type="http://schemas.openxmlformats.org/officeDocument/2006/relationships/image" Target="../media/image3910.png"/><Relationship Id="rId130" Type="http://schemas.openxmlformats.org/officeDocument/2006/relationships/customXml" Target="../ink/ink210.xml"/><Relationship Id="rId368" Type="http://schemas.openxmlformats.org/officeDocument/2006/relationships/customXml" Target="../ink/ink330.xml"/><Relationship Id="rId172" Type="http://schemas.openxmlformats.org/officeDocument/2006/relationships/customXml" Target="../ink/ink231.xml"/><Relationship Id="rId228" Type="http://schemas.openxmlformats.org/officeDocument/2006/relationships/customXml" Target="../ink/ink259.xml"/><Relationship Id="rId435" Type="http://schemas.openxmlformats.org/officeDocument/2006/relationships/image" Target="../media/image223.png"/><Relationship Id="rId477" Type="http://schemas.openxmlformats.org/officeDocument/2006/relationships/image" Target="../media/image244.png"/><Relationship Id="rId281" Type="http://schemas.openxmlformats.org/officeDocument/2006/relationships/customXml" Target="../ink/ink286.xml"/><Relationship Id="rId337" Type="http://schemas.openxmlformats.org/officeDocument/2006/relationships/image" Target="../media/image174.png"/><Relationship Id="rId34" Type="http://schemas.openxmlformats.org/officeDocument/2006/relationships/customXml" Target="../ink/ink162.xml"/><Relationship Id="rId76" Type="http://schemas.openxmlformats.org/officeDocument/2006/relationships/customXml" Target="../ink/ink183.xml"/><Relationship Id="rId141" Type="http://schemas.openxmlformats.org/officeDocument/2006/relationships/image" Target="../media/image770.png"/><Relationship Id="rId379" Type="http://schemas.openxmlformats.org/officeDocument/2006/relationships/image" Target="../media/image195.png"/><Relationship Id="rId7" Type="http://schemas.openxmlformats.org/officeDocument/2006/relationships/image" Target="../media/image1010.png"/><Relationship Id="rId183" Type="http://schemas.openxmlformats.org/officeDocument/2006/relationships/image" Target="../media/image980.png"/><Relationship Id="rId239" Type="http://schemas.openxmlformats.org/officeDocument/2006/relationships/image" Target="../media/image1260.png"/><Relationship Id="rId390" Type="http://schemas.openxmlformats.org/officeDocument/2006/relationships/customXml" Target="../ink/ink341.xml"/><Relationship Id="rId404" Type="http://schemas.openxmlformats.org/officeDocument/2006/relationships/customXml" Target="../ink/ink348.xml"/><Relationship Id="rId446" Type="http://schemas.openxmlformats.org/officeDocument/2006/relationships/customXml" Target="../ink/ink369.xml"/><Relationship Id="rId250" Type="http://schemas.openxmlformats.org/officeDocument/2006/relationships/customXml" Target="../ink/ink270.xml"/><Relationship Id="rId292" Type="http://schemas.openxmlformats.org/officeDocument/2006/relationships/image" Target="../media/image152.png"/><Relationship Id="rId306" Type="http://schemas.openxmlformats.org/officeDocument/2006/relationships/customXml" Target="../ink/ink299.xml"/><Relationship Id="rId488" Type="http://schemas.openxmlformats.org/officeDocument/2006/relationships/customXml" Target="../ink/ink390.xml"/><Relationship Id="rId45" Type="http://schemas.openxmlformats.org/officeDocument/2006/relationships/image" Target="../media/image2910.png"/><Relationship Id="rId87" Type="http://schemas.openxmlformats.org/officeDocument/2006/relationships/image" Target="../media/image500.png"/><Relationship Id="rId110" Type="http://schemas.openxmlformats.org/officeDocument/2006/relationships/customXml" Target="../ink/ink200.xml"/><Relationship Id="rId348" Type="http://schemas.openxmlformats.org/officeDocument/2006/relationships/customXml" Target="../ink/ink320.xml"/><Relationship Id="rId152" Type="http://schemas.openxmlformats.org/officeDocument/2006/relationships/customXml" Target="../ink/ink221.xml"/><Relationship Id="rId194" Type="http://schemas.openxmlformats.org/officeDocument/2006/relationships/customXml" Target="../ink/ink242.xml"/><Relationship Id="rId208" Type="http://schemas.openxmlformats.org/officeDocument/2006/relationships/customXml" Target="../ink/ink249.xml"/><Relationship Id="rId415" Type="http://schemas.openxmlformats.org/officeDocument/2006/relationships/image" Target="../media/image213.png"/><Relationship Id="rId457" Type="http://schemas.openxmlformats.org/officeDocument/2006/relationships/image" Target="../media/image234.png"/><Relationship Id="rId261" Type="http://schemas.openxmlformats.org/officeDocument/2006/relationships/image" Target="../media/image1370.png"/><Relationship Id="rId14" Type="http://schemas.openxmlformats.org/officeDocument/2006/relationships/customXml" Target="../ink/ink152.xml"/><Relationship Id="rId56" Type="http://schemas.openxmlformats.org/officeDocument/2006/relationships/customXml" Target="../ink/ink173.xml"/><Relationship Id="rId317" Type="http://schemas.openxmlformats.org/officeDocument/2006/relationships/image" Target="../media/image164.png"/><Relationship Id="rId359" Type="http://schemas.openxmlformats.org/officeDocument/2006/relationships/image" Target="../media/image185.png"/><Relationship Id="rId98" Type="http://schemas.openxmlformats.org/officeDocument/2006/relationships/customXml" Target="../ink/ink194.xml"/><Relationship Id="rId121" Type="http://schemas.openxmlformats.org/officeDocument/2006/relationships/image" Target="../media/image670.png"/><Relationship Id="rId163" Type="http://schemas.openxmlformats.org/officeDocument/2006/relationships/image" Target="../media/image880.png"/><Relationship Id="rId219" Type="http://schemas.openxmlformats.org/officeDocument/2006/relationships/image" Target="../media/image1160.png"/><Relationship Id="rId370" Type="http://schemas.openxmlformats.org/officeDocument/2006/relationships/customXml" Target="../ink/ink331.xml"/><Relationship Id="rId426" Type="http://schemas.openxmlformats.org/officeDocument/2006/relationships/customXml" Target="../ink/ink359.xml"/><Relationship Id="rId230" Type="http://schemas.openxmlformats.org/officeDocument/2006/relationships/customXml" Target="../ink/ink260.xml"/><Relationship Id="rId468" Type="http://schemas.openxmlformats.org/officeDocument/2006/relationships/customXml" Target="../ink/ink380.xml"/><Relationship Id="rId25" Type="http://schemas.openxmlformats.org/officeDocument/2006/relationships/image" Target="../media/image1910.png"/><Relationship Id="rId67" Type="http://schemas.openxmlformats.org/officeDocument/2006/relationships/image" Target="../media/image4010.png"/><Relationship Id="rId272" Type="http://schemas.openxmlformats.org/officeDocument/2006/relationships/image" Target="../media/image1420.png"/><Relationship Id="rId328" Type="http://schemas.openxmlformats.org/officeDocument/2006/relationships/customXml" Target="../ink/ink310.xml"/><Relationship Id="rId132" Type="http://schemas.openxmlformats.org/officeDocument/2006/relationships/customXml" Target="../ink/ink211.xml"/><Relationship Id="rId174" Type="http://schemas.openxmlformats.org/officeDocument/2006/relationships/customXml" Target="../ink/ink232.xml"/><Relationship Id="rId381" Type="http://schemas.openxmlformats.org/officeDocument/2006/relationships/image" Target="../media/image196.png"/><Relationship Id="rId241" Type="http://schemas.openxmlformats.org/officeDocument/2006/relationships/image" Target="../media/image1270.png"/><Relationship Id="rId437" Type="http://schemas.openxmlformats.org/officeDocument/2006/relationships/image" Target="../media/image224.png"/><Relationship Id="rId479" Type="http://schemas.openxmlformats.org/officeDocument/2006/relationships/image" Target="../media/image245.png"/><Relationship Id="rId36" Type="http://schemas.openxmlformats.org/officeDocument/2006/relationships/customXml" Target="../ink/ink163.xml"/><Relationship Id="rId283" Type="http://schemas.openxmlformats.org/officeDocument/2006/relationships/customXml" Target="../ink/ink287.xml"/><Relationship Id="rId339" Type="http://schemas.openxmlformats.org/officeDocument/2006/relationships/image" Target="../media/image175.png"/><Relationship Id="rId490" Type="http://schemas.openxmlformats.org/officeDocument/2006/relationships/customXml" Target="../ink/ink391.xml"/><Relationship Id="rId78" Type="http://schemas.openxmlformats.org/officeDocument/2006/relationships/customXml" Target="../ink/ink184.xml"/><Relationship Id="rId101" Type="http://schemas.openxmlformats.org/officeDocument/2006/relationships/image" Target="../media/image570.png"/><Relationship Id="rId143" Type="http://schemas.openxmlformats.org/officeDocument/2006/relationships/image" Target="../media/image780.png"/><Relationship Id="rId185" Type="http://schemas.openxmlformats.org/officeDocument/2006/relationships/image" Target="../media/image990.png"/><Relationship Id="rId350" Type="http://schemas.openxmlformats.org/officeDocument/2006/relationships/customXml" Target="../ink/ink321.xml"/><Relationship Id="rId406" Type="http://schemas.openxmlformats.org/officeDocument/2006/relationships/customXml" Target="../ink/ink349.xml"/><Relationship Id="rId9" Type="http://schemas.openxmlformats.org/officeDocument/2006/relationships/image" Target="../media/image1110.png"/><Relationship Id="rId210" Type="http://schemas.openxmlformats.org/officeDocument/2006/relationships/customXml" Target="../ink/ink250.xml"/><Relationship Id="rId392" Type="http://schemas.openxmlformats.org/officeDocument/2006/relationships/customXml" Target="../ink/ink342.xml"/><Relationship Id="rId448" Type="http://schemas.openxmlformats.org/officeDocument/2006/relationships/customXml" Target="../ink/ink370.xml"/><Relationship Id="rId252" Type="http://schemas.openxmlformats.org/officeDocument/2006/relationships/customXml" Target="../ink/ink271.xml"/><Relationship Id="rId294" Type="http://schemas.openxmlformats.org/officeDocument/2006/relationships/image" Target="../media/image153.png"/><Relationship Id="rId308" Type="http://schemas.openxmlformats.org/officeDocument/2006/relationships/customXml" Target="../ink/ink300.xml"/><Relationship Id="rId47" Type="http://schemas.openxmlformats.org/officeDocument/2006/relationships/image" Target="../media/image3010.png"/><Relationship Id="rId89" Type="http://schemas.openxmlformats.org/officeDocument/2006/relationships/image" Target="../media/image510.png"/><Relationship Id="rId112" Type="http://schemas.openxmlformats.org/officeDocument/2006/relationships/customXml" Target="../ink/ink201.xml"/><Relationship Id="rId154" Type="http://schemas.openxmlformats.org/officeDocument/2006/relationships/customXml" Target="../ink/ink222.xml"/><Relationship Id="rId361" Type="http://schemas.openxmlformats.org/officeDocument/2006/relationships/image" Target="../media/image186.png"/><Relationship Id="rId196" Type="http://schemas.openxmlformats.org/officeDocument/2006/relationships/customXml" Target="../ink/ink243.xml"/><Relationship Id="rId417" Type="http://schemas.openxmlformats.org/officeDocument/2006/relationships/image" Target="../media/image214.png"/><Relationship Id="rId459" Type="http://schemas.openxmlformats.org/officeDocument/2006/relationships/image" Target="../media/image235.png"/><Relationship Id="rId16" Type="http://schemas.openxmlformats.org/officeDocument/2006/relationships/customXml" Target="../ink/ink153.xml"/><Relationship Id="rId221" Type="http://schemas.openxmlformats.org/officeDocument/2006/relationships/image" Target="../media/image1170.png"/><Relationship Id="rId263" Type="http://schemas.openxmlformats.org/officeDocument/2006/relationships/image" Target="../media/image1380.png"/><Relationship Id="rId319" Type="http://schemas.openxmlformats.org/officeDocument/2006/relationships/image" Target="../media/image165.png"/><Relationship Id="rId470" Type="http://schemas.openxmlformats.org/officeDocument/2006/relationships/customXml" Target="../ink/ink381.xml"/><Relationship Id="rId58" Type="http://schemas.openxmlformats.org/officeDocument/2006/relationships/customXml" Target="../ink/ink174.xml"/><Relationship Id="rId123" Type="http://schemas.openxmlformats.org/officeDocument/2006/relationships/image" Target="../media/image680.png"/><Relationship Id="rId330" Type="http://schemas.openxmlformats.org/officeDocument/2006/relationships/customXml" Target="../ink/ink311.xml"/><Relationship Id="rId165" Type="http://schemas.openxmlformats.org/officeDocument/2006/relationships/image" Target="../media/image890.png"/><Relationship Id="rId372" Type="http://schemas.openxmlformats.org/officeDocument/2006/relationships/customXml" Target="../ink/ink332.xml"/><Relationship Id="rId428" Type="http://schemas.openxmlformats.org/officeDocument/2006/relationships/customXml" Target="../ink/ink360.xml"/><Relationship Id="rId232" Type="http://schemas.openxmlformats.org/officeDocument/2006/relationships/customXml" Target="../ink/ink261.xml"/><Relationship Id="rId274" Type="http://schemas.openxmlformats.org/officeDocument/2006/relationships/image" Target="../media/image1430.png"/><Relationship Id="rId481" Type="http://schemas.openxmlformats.org/officeDocument/2006/relationships/image" Target="../media/image246.png"/><Relationship Id="rId27" Type="http://schemas.openxmlformats.org/officeDocument/2006/relationships/image" Target="../media/image2010.png"/><Relationship Id="rId69" Type="http://schemas.openxmlformats.org/officeDocument/2006/relationships/image" Target="../media/image4110.png"/><Relationship Id="rId134" Type="http://schemas.openxmlformats.org/officeDocument/2006/relationships/customXml" Target="../ink/ink212.xml"/><Relationship Id="rId80" Type="http://schemas.openxmlformats.org/officeDocument/2006/relationships/customXml" Target="../ink/ink185.xml"/><Relationship Id="rId176" Type="http://schemas.openxmlformats.org/officeDocument/2006/relationships/customXml" Target="../ink/ink233.xml"/><Relationship Id="rId341" Type="http://schemas.openxmlformats.org/officeDocument/2006/relationships/image" Target="../media/image176.png"/><Relationship Id="rId383" Type="http://schemas.openxmlformats.org/officeDocument/2006/relationships/image" Target="../media/image197.png"/><Relationship Id="rId439" Type="http://schemas.openxmlformats.org/officeDocument/2006/relationships/image" Target="../media/image225.png"/><Relationship Id="rId201" Type="http://schemas.openxmlformats.org/officeDocument/2006/relationships/image" Target="../media/image1070.png"/><Relationship Id="rId243" Type="http://schemas.openxmlformats.org/officeDocument/2006/relationships/image" Target="../media/image1280.png"/><Relationship Id="rId285" Type="http://schemas.openxmlformats.org/officeDocument/2006/relationships/customXml" Target="../ink/ink288.xml"/><Relationship Id="rId450" Type="http://schemas.openxmlformats.org/officeDocument/2006/relationships/customXml" Target="../ink/ink371.xml"/><Relationship Id="rId38" Type="http://schemas.openxmlformats.org/officeDocument/2006/relationships/customXml" Target="../ink/ink164.xml"/><Relationship Id="rId103" Type="http://schemas.openxmlformats.org/officeDocument/2006/relationships/image" Target="../media/image580.png"/><Relationship Id="rId310" Type="http://schemas.openxmlformats.org/officeDocument/2006/relationships/customXml" Target="../ink/ink301.xml"/><Relationship Id="rId492" Type="http://schemas.openxmlformats.org/officeDocument/2006/relationships/customXml" Target="../ink/ink392.xml"/><Relationship Id="rId91" Type="http://schemas.openxmlformats.org/officeDocument/2006/relationships/image" Target="../media/image520.png"/><Relationship Id="rId145" Type="http://schemas.openxmlformats.org/officeDocument/2006/relationships/image" Target="../media/image790.png"/><Relationship Id="rId187" Type="http://schemas.openxmlformats.org/officeDocument/2006/relationships/image" Target="../media/image1000.png"/><Relationship Id="rId352" Type="http://schemas.openxmlformats.org/officeDocument/2006/relationships/customXml" Target="../ink/ink322.xml"/><Relationship Id="rId394" Type="http://schemas.openxmlformats.org/officeDocument/2006/relationships/customXml" Target="../ink/ink343.xml"/><Relationship Id="rId408" Type="http://schemas.openxmlformats.org/officeDocument/2006/relationships/customXml" Target="../ink/ink350.xml"/><Relationship Id="rId212" Type="http://schemas.openxmlformats.org/officeDocument/2006/relationships/customXml" Target="../ink/ink251.xml"/><Relationship Id="rId254" Type="http://schemas.openxmlformats.org/officeDocument/2006/relationships/customXml" Target="../ink/ink272.xml"/><Relationship Id="rId49" Type="http://schemas.openxmlformats.org/officeDocument/2006/relationships/image" Target="../media/image3110.png"/><Relationship Id="rId114" Type="http://schemas.openxmlformats.org/officeDocument/2006/relationships/customXml" Target="../ink/ink202.xml"/><Relationship Id="rId296" Type="http://schemas.openxmlformats.org/officeDocument/2006/relationships/image" Target="../media/image154.png"/><Relationship Id="rId461" Type="http://schemas.openxmlformats.org/officeDocument/2006/relationships/image" Target="../media/image236.png"/><Relationship Id="rId60" Type="http://schemas.openxmlformats.org/officeDocument/2006/relationships/customXml" Target="../ink/ink175.xml"/><Relationship Id="rId156" Type="http://schemas.openxmlformats.org/officeDocument/2006/relationships/customXml" Target="../ink/ink223.xml"/><Relationship Id="rId198" Type="http://schemas.openxmlformats.org/officeDocument/2006/relationships/customXml" Target="../ink/ink244.xml"/><Relationship Id="rId321" Type="http://schemas.openxmlformats.org/officeDocument/2006/relationships/image" Target="../media/image166.png"/><Relationship Id="rId363" Type="http://schemas.openxmlformats.org/officeDocument/2006/relationships/image" Target="../media/image187.png"/><Relationship Id="rId419" Type="http://schemas.openxmlformats.org/officeDocument/2006/relationships/image" Target="../media/image215.png"/><Relationship Id="rId223" Type="http://schemas.openxmlformats.org/officeDocument/2006/relationships/image" Target="../media/image1180.png"/><Relationship Id="rId430" Type="http://schemas.openxmlformats.org/officeDocument/2006/relationships/customXml" Target="../ink/ink361.xml"/><Relationship Id="rId18" Type="http://schemas.openxmlformats.org/officeDocument/2006/relationships/customXml" Target="../ink/ink154.xml"/><Relationship Id="rId265" Type="http://schemas.openxmlformats.org/officeDocument/2006/relationships/image" Target="../media/image1390.png"/><Relationship Id="rId472" Type="http://schemas.openxmlformats.org/officeDocument/2006/relationships/customXml" Target="../ink/ink382.xml"/><Relationship Id="rId125" Type="http://schemas.openxmlformats.org/officeDocument/2006/relationships/image" Target="../media/image690.png"/><Relationship Id="rId167" Type="http://schemas.openxmlformats.org/officeDocument/2006/relationships/image" Target="../media/image900.png"/><Relationship Id="rId332" Type="http://schemas.openxmlformats.org/officeDocument/2006/relationships/customXml" Target="../ink/ink312.xml"/><Relationship Id="rId374" Type="http://schemas.openxmlformats.org/officeDocument/2006/relationships/customXml" Target="../ink/ink333.xml"/><Relationship Id="rId71" Type="http://schemas.openxmlformats.org/officeDocument/2006/relationships/image" Target="../media/image4210.png"/><Relationship Id="rId234" Type="http://schemas.openxmlformats.org/officeDocument/2006/relationships/customXml" Target="../ink/ink262.xml"/><Relationship Id="rId2" Type="http://schemas.openxmlformats.org/officeDocument/2006/relationships/customXml" Target="../ink/ink146.xml"/><Relationship Id="rId29" Type="http://schemas.openxmlformats.org/officeDocument/2006/relationships/image" Target="../media/image2110.png"/><Relationship Id="rId276" Type="http://schemas.openxmlformats.org/officeDocument/2006/relationships/image" Target="../media/image1440.png"/><Relationship Id="rId441" Type="http://schemas.openxmlformats.org/officeDocument/2006/relationships/image" Target="../media/image226.png"/><Relationship Id="rId483" Type="http://schemas.openxmlformats.org/officeDocument/2006/relationships/image" Target="../media/image247.png"/><Relationship Id="rId40" Type="http://schemas.openxmlformats.org/officeDocument/2006/relationships/customXml" Target="../ink/ink165.xml"/><Relationship Id="rId136" Type="http://schemas.openxmlformats.org/officeDocument/2006/relationships/customXml" Target="../ink/ink213.xml"/><Relationship Id="rId178" Type="http://schemas.openxmlformats.org/officeDocument/2006/relationships/customXml" Target="../ink/ink234.xml"/><Relationship Id="rId301" Type="http://schemas.openxmlformats.org/officeDocument/2006/relationships/customXml" Target="../ink/ink296.xml"/><Relationship Id="rId343" Type="http://schemas.openxmlformats.org/officeDocument/2006/relationships/image" Target="../media/image177.png"/><Relationship Id="rId82" Type="http://schemas.openxmlformats.org/officeDocument/2006/relationships/customXml" Target="../ink/ink186.xml"/><Relationship Id="rId203" Type="http://schemas.openxmlformats.org/officeDocument/2006/relationships/image" Target="../media/image1080.png"/><Relationship Id="rId385" Type="http://schemas.openxmlformats.org/officeDocument/2006/relationships/image" Target="../media/image198.png"/><Relationship Id="rId245" Type="http://schemas.openxmlformats.org/officeDocument/2006/relationships/image" Target="../media/image1290.png"/><Relationship Id="rId287" Type="http://schemas.openxmlformats.org/officeDocument/2006/relationships/customXml" Target="../ink/ink289.xml"/><Relationship Id="rId410" Type="http://schemas.openxmlformats.org/officeDocument/2006/relationships/customXml" Target="../ink/ink351.xml"/><Relationship Id="rId452" Type="http://schemas.openxmlformats.org/officeDocument/2006/relationships/customXml" Target="../ink/ink372.xml"/><Relationship Id="rId494" Type="http://schemas.openxmlformats.org/officeDocument/2006/relationships/customXml" Target="../ink/ink393.xml"/><Relationship Id="rId105" Type="http://schemas.openxmlformats.org/officeDocument/2006/relationships/image" Target="../media/image590.png"/><Relationship Id="rId147" Type="http://schemas.openxmlformats.org/officeDocument/2006/relationships/image" Target="../media/image800.png"/><Relationship Id="rId312" Type="http://schemas.openxmlformats.org/officeDocument/2006/relationships/customXml" Target="../ink/ink302.xml"/><Relationship Id="rId354" Type="http://schemas.openxmlformats.org/officeDocument/2006/relationships/customXml" Target="../ink/ink323.xml"/><Relationship Id="rId51" Type="http://schemas.openxmlformats.org/officeDocument/2006/relationships/image" Target="../media/image3210.png"/><Relationship Id="rId93" Type="http://schemas.openxmlformats.org/officeDocument/2006/relationships/image" Target="../media/image530.png"/><Relationship Id="rId189" Type="http://schemas.openxmlformats.org/officeDocument/2006/relationships/image" Target="../media/image1011.png"/><Relationship Id="rId396" Type="http://schemas.openxmlformats.org/officeDocument/2006/relationships/customXml" Target="../ink/ink344.xml"/><Relationship Id="rId214" Type="http://schemas.openxmlformats.org/officeDocument/2006/relationships/customXml" Target="../ink/ink252.xml"/><Relationship Id="rId256" Type="http://schemas.openxmlformats.org/officeDocument/2006/relationships/customXml" Target="../ink/ink273.xml"/><Relationship Id="rId298" Type="http://schemas.openxmlformats.org/officeDocument/2006/relationships/image" Target="../media/image155.png"/><Relationship Id="rId421" Type="http://schemas.openxmlformats.org/officeDocument/2006/relationships/image" Target="../media/image216.png"/><Relationship Id="rId463" Type="http://schemas.openxmlformats.org/officeDocument/2006/relationships/image" Target="../media/image237.png"/><Relationship Id="rId116" Type="http://schemas.openxmlformats.org/officeDocument/2006/relationships/customXml" Target="../ink/ink203.xml"/><Relationship Id="rId158" Type="http://schemas.openxmlformats.org/officeDocument/2006/relationships/customXml" Target="../ink/ink224.xml"/><Relationship Id="rId323" Type="http://schemas.openxmlformats.org/officeDocument/2006/relationships/image" Target="../media/image167.png"/><Relationship Id="rId20" Type="http://schemas.openxmlformats.org/officeDocument/2006/relationships/customXml" Target="../ink/ink155.xml"/><Relationship Id="rId62" Type="http://schemas.openxmlformats.org/officeDocument/2006/relationships/customXml" Target="../ink/ink176.xml"/><Relationship Id="rId365" Type="http://schemas.openxmlformats.org/officeDocument/2006/relationships/image" Target="../media/image188.png"/><Relationship Id="rId225" Type="http://schemas.openxmlformats.org/officeDocument/2006/relationships/image" Target="../media/image1190.png"/><Relationship Id="rId267" Type="http://schemas.openxmlformats.org/officeDocument/2006/relationships/image" Target="../media/image1400.png"/><Relationship Id="rId432" Type="http://schemas.openxmlformats.org/officeDocument/2006/relationships/customXml" Target="../ink/ink362.xml"/><Relationship Id="rId474" Type="http://schemas.openxmlformats.org/officeDocument/2006/relationships/customXml" Target="../ink/ink383.xml"/><Relationship Id="rId106" Type="http://schemas.openxmlformats.org/officeDocument/2006/relationships/customXml" Target="../ink/ink198.xml"/><Relationship Id="rId127" Type="http://schemas.openxmlformats.org/officeDocument/2006/relationships/image" Target="../media/image700.png"/><Relationship Id="rId313" Type="http://schemas.openxmlformats.org/officeDocument/2006/relationships/image" Target="../media/image162.png"/><Relationship Id="rId495" Type="http://schemas.openxmlformats.org/officeDocument/2006/relationships/image" Target="../media/image253.png"/><Relationship Id="rId10" Type="http://schemas.openxmlformats.org/officeDocument/2006/relationships/customXml" Target="../ink/ink150.xml"/><Relationship Id="rId31" Type="http://schemas.openxmlformats.org/officeDocument/2006/relationships/image" Target="../media/image2210.png"/><Relationship Id="rId52" Type="http://schemas.openxmlformats.org/officeDocument/2006/relationships/customXml" Target="../ink/ink171.xml"/><Relationship Id="rId73" Type="http://schemas.openxmlformats.org/officeDocument/2006/relationships/image" Target="../media/image4310.png"/><Relationship Id="rId94" Type="http://schemas.openxmlformats.org/officeDocument/2006/relationships/customXml" Target="../ink/ink192.xml"/><Relationship Id="rId148" Type="http://schemas.openxmlformats.org/officeDocument/2006/relationships/customXml" Target="../ink/ink219.xml"/><Relationship Id="rId169" Type="http://schemas.openxmlformats.org/officeDocument/2006/relationships/image" Target="../media/image911.png"/><Relationship Id="rId334" Type="http://schemas.openxmlformats.org/officeDocument/2006/relationships/customXml" Target="../ink/ink313.xml"/><Relationship Id="rId355" Type="http://schemas.openxmlformats.org/officeDocument/2006/relationships/image" Target="../media/image183.png"/><Relationship Id="rId376" Type="http://schemas.openxmlformats.org/officeDocument/2006/relationships/customXml" Target="../ink/ink334.xml"/><Relationship Id="rId397" Type="http://schemas.openxmlformats.org/officeDocument/2006/relationships/image" Target="../media/image204.png"/><Relationship Id="rId4" Type="http://schemas.openxmlformats.org/officeDocument/2006/relationships/customXml" Target="../ink/ink147.xml"/><Relationship Id="rId180" Type="http://schemas.openxmlformats.org/officeDocument/2006/relationships/customXml" Target="../ink/ink235.xml"/><Relationship Id="rId215" Type="http://schemas.openxmlformats.org/officeDocument/2006/relationships/image" Target="../media/image1140.png"/><Relationship Id="rId236" Type="http://schemas.openxmlformats.org/officeDocument/2006/relationships/customXml" Target="../ink/ink263.xml"/><Relationship Id="rId257" Type="http://schemas.openxmlformats.org/officeDocument/2006/relationships/image" Target="../media/image1350.png"/><Relationship Id="rId278" Type="http://schemas.openxmlformats.org/officeDocument/2006/relationships/image" Target="../media/image1450.png"/><Relationship Id="rId401" Type="http://schemas.openxmlformats.org/officeDocument/2006/relationships/image" Target="../media/image206.png"/><Relationship Id="rId422" Type="http://schemas.openxmlformats.org/officeDocument/2006/relationships/customXml" Target="../ink/ink357.xml"/><Relationship Id="rId443" Type="http://schemas.openxmlformats.org/officeDocument/2006/relationships/image" Target="../media/image227.png"/><Relationship Id="rId464" Type="http://schemas.openxmlformats.org/officeDocument/2006/relationships/customXml" Target="../ink/ink378.xml"/><Relationship Id="rId303" Type="http://schemas.openxmlformats.org/officeDocument/2006/relationships/customXml" Target="../ink/ink297.xml"/><Relationship Id="rId485" Type="http://schemas.openxmlformats.org/officeDocument/2006/relationships/image" Target="../media/image248.png"/><Relationship Id="rId42" Type="http://schemas.openxmlformats.org/officeDocument/2006/relationships/customXml" Target="../ink/ink166.xml"/><Relationship Id="rId84" Type="http://schemas.openxmlformats.org/officeDocument/2006/relationships/customXml" Target="../ink/ink187.xml"/><Relationship Id="rId138" Type="http://schemas.openxmlformats.org/officeDocument/2006/relationships/customXml" Target="../ink/ink214.xml"/><Relationship Id="rId345" Type="http://schemas.openxmlformats.org/officeDocument/2006/relationships/image" Target="../media/image178.png"/><Relationship Id="rId387" Type="http://schemas.openxmlformats.org/officeDocument/2006/relationships/image" Target="../media/image199.png"/><Relationship Id="rId191" Type="http://schemas.openxmlformats.org/officeDocument/2006/relationships/image" Target="../media/image1020.png"/><Relationship Id="rId205" Type="http://schemas.openxmlformats.org/officeDocument/2006/relationships/image" Target="../media/image1090.png"/><Relationship Id="rId247" Type="http://schemas.openxmlformats.org/officeDocument/2006/relationships/image" Target="../media/image1300.png"/><Relationship Id="rId412" Type="http://schemas.openxmlformats.org/officeDocument/2006/relationships/customXml" Target="../ink/ink352.xml"/><Relationship Id="rId107" Type="http://schemas.openxmlformats.org/officeDocument/2006/relationships/image" Target="../media/image600.png"/><Relationship Id="rId289" Type="http://schemas.openxmlformats.org/officeDocument/2006/relationships/customXml" Target="../ink/ink290.xml"/><Relationship Id="rId454" Type="http://schemas.openxmlformats.org/officeDocument/2006/relationships/customXml" Target="../ink/ink373.xml"/><Relationship Id="rId496" Type="http://schemas.openxmlformats.org/officeDocument/2006/relationships/customXml" Target="../ink/ink394.xml"/><Relationship Id="rId11" Type="http://schemas.openxmlformats.org/officeDocument/2006/relationships/image" Target="../media/image1210.png"/><Relationship Id="rId53" Type="http://schemas.openxmlformats.org/officeDocument/2006/relationships/image" Target="../media/image3310.png"/><Relationship Id="rId149" Type="http://schemas.openxmlformats.org/officeDocument/2006/relationships/image" Target="../media/image811.png"/><Relationship Id="rId314" Type="http://schemas.openxmlformats.org/officeDocument/2006/relationships/customXml" Target="../ink/ink303.xml"/><Relationship Id="rId356" Type="http://schemas.openxmlformats.org/officeDocument/2006/relationships/customXml" Target="../ink/ink324.xml"/><Relationship Id="rId398" Type="http://schemas.openxmlformats.org/officeDocument/2006/relationships/customXml" Target="../ink/ink345.xml"/><Relationship Id="rId95" Type="http://schemas.openxmlformats.org/officeDocument/2006/relationships/image" Target="../media/image540.png"/><Relationship Id="rId160" Type="http://schemas.openxmlformats.org/officeDocument/2006/relationships/customXml" Target="../ink/ink225.xml"/><Relationship Id="rId216" Type="http://schemas.openxmlformats.org/officeDocument/2006/relationships/customXml" Target="../ink/ink253.xml"/><Relationship Id="rId423" Type="http://schemas.openxmlformats.org/officeDocument/2006/relationships/image" Target="../media/image217.png"/><Relationship Id="rId258" Type="http://schemas.openxmlformats.org/officeDocument/2006/relationships/customXml" Target="../ink/ink274.xml"/><Relationship Id="rId465" Type="http://schemas.openxmlformats.org/officeDocument/2006/relationships/image" Target="../media/image238.png"/><Relationship Id="rId22" Type="http://schemas.openxmlformats.org/officeDocument/2006/relationships/customXml" Target="../ink/ink156.xml"/><Relationship Id="rId64" Type="http://schemas.openxmlformats.org/officeDocument/2006/relationships/customXml" Target="../ink/ink177.xml"/><Relationship Id="rId118" Type="http://schemas.openxmlformats.org/officeDocument/2006/relationships/customXml" Target="../ink/ink204.xml"/><Relationship Id="rId325" Type="http://schemas.openxmlformats.org/officeDocument/2006/relationships/image" Target="../media/image168.png"/><Relationship Id="rId367" Type="http://schemas.openxmlformats.org/officeDocument/2006/relationships/image" Target="../media/image189.png"/><Relationship Id="rId171" Type="http://schemas.openxmlformats.org/officeDocument/2006/relationships/image" Target="../media/image920.png"/><Relationship Id="rId227" Type="http://schemas.openxmlformats.org/officeDocument/2006/relationships/image" Target="../media/image1200.png"/><Relationship Id="rId269" Type="http://schemas.openxmlformats.org/officeDocument/2006/relationships/customXml" Target="../ink/ink280.xml"/><Relationship Id="rId434" Type="http://schemas.openxmlformats.org/officeDocument/2006/relationships/customXml" Target="../ink/ink363.xml"/><Relationship Id="rId476" Type="http://schemas.openxmlformats.org/officeDocument/2006/relationships/customXml" Target="../ink/ink384.xml"/><Relationship Id="rId33" Type="http://schemas.openxmlformats.org/officeDocument/2006/relationships/image" Target="../media/image2310.png"/><Relationship Id="rId129" Type="http://schemas.openxmlformats.org/officeDocument/2006/relationships/image" Target="../media/image710.png"/><Relationship Id="rId280" Type="http://schemas.openxmlformats.org/officeDocument/2006/relationships/image" Target="../media/image1460.png"/><Relationship Id="rId336" Type="http://schemas.openxmlformats.org/officeDocument/2006/relationships/customXml" Target="../ink/ink314.xml"/><Relationship Id="rId75" Type="http://schemas.openxmlformats.org/officeDocument/2006/relationships/image" Target="../media/image4410.png"/><Relationship Id="rId140" Type="http://schemas.openxmlformats.org/officeDocument/2006/relationships/customXml" Target="../ink/ink215.xml"/><Relationship Id="rId182" Type="http://schemas.openxmlformats.org/officeDocument/2006/relationships/customXml" Target="../ink/ink236.xml"/><Relationship Id="rId378" Type="http://schemas.openxmlformats.org/officeDocument/2006/relationships/customXml" Target="../ink/ink335.xml"/><Relationship Id="rId403" Type="http://schemas.openxmlformats.org/officeDocument/2006/relationships/image" Target="../media/image207.png"/><Relationship Id="rId6" Type="http://schemas.openxmlformats.org/officeDocument/2006/relationships/customXml" Target="../ink/ink148.xml"/><Relationship Id="rId238" Type="http://schemas.openxmlformats.org/officeDocument/2006/relationships/customXml" Target="../ink/ink264.xml"/><Relationship Id="rId445" Type="http://schemas.openxmlformats.org/officeDocument/2006/relationships/image" Target="../media/image228.png"/><Relationship Id="rId487" Type="http://schemas.openxmlformats.org/officeDocument/2006/relationships/image" Target="../media/image249.png"/><Relationship Id="rId291" Type="http://schemas.openxmlformats.org/officeDocument/2006/relationships/customXml" Target="../ink/ink291.xml"/><Relationship Id="rId305" Type="http://schemas.openxmlformats.org/officeDocument/2006/relationships/customXml" Target="../ink/ink298.xml"/><Relationship Id="rId347" Type="http://schemas.openxmlformats.org/officeDocument/2006/relationships/image" Target="../media/image179.png"/><Relationship Id="rId44" Type="http://schemas.openxmlformats.org/officeDocument/2006/relationships/customXml" Target="../ink/ink167.xml"/><Relationship Id="rId86" Type="http://schemas.openxmlformats.org/officeDocument/2006/relationships/customXml" Target="../ink/ink188.xml"/><Relationship Id="rId151" Type="http://schemas.openxmlformats.org/officeDocument/2006/relationships/image" Target="../media/image820.png"/><Relationship Id="rId389" Type="http://schemas.openxmlformats.org/officeDocument/2006/relationships/image" Target="../media/image200.png"/><Relationship Id="rId193" Type="http://schemas.openxmlformats.org/officeDocument/2006/relationships/image" Target="../media/image1030.png"/><Relationship Id="rId207" Type="http://schemas.openxmlformats.org/officeDocument/2006/relationships/image" Target="../media/image1100.png"/><Relationship Id="rId249" Type="http://schemas.openxmlformats.org/officeDocument/2006/relationships/image" Target="../media/image1311.png"/><Relationship Id="rId414" Type="http://schemas.openxmlformats.org/officeDocument/2006/relationships/customXml" Target="../ink/ink353.xml"/><Relationship Id="rId456" Type="http://schemas.openxmlformats.org/officeDocument/2006/relationships/customXml" Target="../ink/ink374.xml"/><Relationship Id="rId13" Type="http://schemas.openxmlformats.org/officeDocument/2006/relationships/image" Target="../media/image1310.png"/><Relationship Id="rId109" Type="http://schemas.openxmlformats.org/officeDocument/2006/relationships/image" Target="../media/image610.png"/><Relationship Id="rId260" Type="http://schemas.openxmlformats.org/officeDocument/2006/relationships/customXml" Target="../ink/ink275.xml"/><Relationship Id="rId316" Type="http://schemas.openxmlformats.org/officeDocument/2006/relationships/customXml" Target="../ink/ink304.xml"/><Relationship Id="rId55" Type="http://schemas.openxmlformats.org/officeDocument/2006/relationships/image" Target="../media/image3410.png"/><Relationship Id="rId97" Type="http://schemas.openxmlformats.org/officeDocument/2006/relationships/image" Target="../media/image550.png"/><Relationship Id="rId120" Type="http://schemas.openxmlformats.org/officeDocument/2006/relationships/customXml" Target="../ink/ink205.xml"/><Relationship Id="rId358" Type="http://schemas.openxmlformats.org/officeDocument/2006/relationships/customXml" Target="../ink/ink325.xml"/><Relationship Id="rId162" Type="http://schemas.openxmlformats.org/officeDocument/2006/relationships/customXml" Target="../ink/ink226.xml"/><Relationship Id="rId218" Type="http://schemas.openxmlformats.org/officeDocument/2006/relationships/customXml" Target="../ink/ink254.xml"/><Relationship Id="rId425" Type="http://schemas.openxmlformats.org/officeDocument/2006/relationships/image" Target="../media/image218.png"/><Relationship Id="rId467" Type="http://schemas.openxmlformats.org/officeDocument/2006/relationships/image" Target="../media/image239.png"/><Relationship Id="rId271" Type="http://schemas.openxmlformats.org/officeDocument/2006/relationships/customXml" Target="../ink/ink281.xml"/><Relationship Id="rId24" Type="http://schemas.openxmlformats.org/officeDocument/2006/relationships/customXml" Target="../ink/ink157.xml"/><Relationship Id="rId66" Type="http://schemas.openxmlformats.org/officeDocument/2006/relationships/customXml" Target="../ink/ink178.xml"/><Relationship Id="rId131" Type="http://schemas.openxmlformats.org/officeDocument/2006/relationships/image" Target="../media/image720.png"/><Relationship Id="rId327" Type="http://schemas.openxmlformats.org/officeDocument/2006/relationships/image" Target="../media/image169.png"/><Relationship Id="rId369" Type="http://schemas.openxmlformats.org/officeDocument/2006/relationships/image" Target="../media/image190.png"/><Relationship Id="rId173" Type="http://schemas.openxmlformats.org/officeDocument/2006/relationships/image" Target="../media/image930.png"/><Relationship Id="rId229" Type="http://schemas.openxmlformats.org/officeDocument/2006/relationships/image" Target="../media/image1211.png"/><Relationship Id="rId380" Type="http://schemas.openxmlformats.org/officeDocument/2006/relationships/customXml" Target="../ink/ink336.xml"/><Relationship Id="rId436" Type="http://schemas.openxmlformats.org/officeDocument/2006/relationships/customXml" Target="../ink/ink364.xml"/><Relationship Id="rId240" Type="http://schemas.openxmlformats.org/officeDocument/2006/relationships/customXml" Target="../ink/ink265.xml"/><Relationship Id="rId478" Type="http://schemas.openxmlformats.org/officeDocument/2006/relationships/customXml" Target="../ink/ink385.xml"/><Relationship Id="rId35" Type="http://schemas.openxmlformats.org/officeDocument/2006/relationships/image" Target="../media/image2410.png"/><Relationship Id="rId77" Type="http://schemas.openxmlformats.org/officeDocument/2006/relationships/image" Target="../media/image4510.png"/><Relationship Id="rId100" Type="http://schemas.openxmlformats.org/officeDocument/2006/relationships/customXml" Target="../ink/ink195.xml"/><Relationship Id="rId282" Type="http://schemas.openxmlformats.org/officeDocument/2006/relationships/image" Target="../media/image1470.png"/><Relationship Id="rId338" Type="http://schemas.openxmlformats.org/officeDocument/2006/relationships/customXml" Target="../ink/ink315.xml"/><Relationship Id="rId8" Type="http://schemas.openxmlformats.org/officeDocument/2006/relationships/customXml" Target="../ink/ink149.xml"/><Relationship Id="rId142" Type="http://schemas.openxmlformats.org/officeDocument/2006/relationships/customXml" Target="../ink/ink216.xml"/><Relationship Id="rId184" Type="http://schemas.openxmlformats.org/officeDocument/2006/relationships/customXml" Target="../ink/ink237.xml"/><Relationship Id="rId391" Type="http://schemas.openxmlformats.org/officeDocument/2006/relationships/image" Target="../media/image201.png"/><Relationship Id="rId405" Type="http://schemas.openxmlformats.org/officeDocument/2006/relationships/image" Target="../media/image208.png"/><Relationship Id="rId447" Type="http://schemas.openxmlformats.org/officeDocument/2006/relationships/image" Target="../media/image229.png"/><Relationship Id="rId251" Type="http://schemas.openxmlformats.org/officeDocument/2006/relationships/image" Target="../media/image1320.png"/><Relationship Id="rId489" Type="http://schemas.openxmlformats.org/officeDocument/2006/relationships/image" Target="../media/image250.png"/><Relationship Id="rId46" Type="http://schemas.openxmlformats.org/officeDocument/2006/relationships/customXml" Target="../ink/ink168.xml"/><Relationship Id="rId293" Type="http://schemas.openxmlformats.org/officeDocument/2006/relationships/customXml" Target="../ink/ink292.xml"/><Relationship Id="rId307" Type="http://schemas.openxmlformats.org/officeDocument/2006/relationships/image" Target="../media/image159.png"/><Relationship Id="rId349" Type="http://schemas.openxmlformats.org/officeDocument/2006/relationships/image" Target="../media/image180.png"/><Relationship Id="rId88" Type="http://schemas.openxmlformats.org/officeDocument/2006/relationships/customXml" Target="../ink/ink189.xml"/><Relationship Id="rId111" Type="http://schemas.openxmlformats.org/officeDocument/2006/relationships/image" Target="../media/image620.png"/><Relationship Id="rId153" Type="http://schemas.openxmlformats.org/officeDocument/2006/relationships/image" Target="../media/image830.png"/><Relationship Id="rId195" Type="http://schemas.openxmlformats.org/officeDocument/2006/relationships/image" Target="../media/image1040.png"/><Relationship Id="rId209" Type="http://schemas.openxmlformats.org/officeDocument/2006/relationships/image" Target="../media/image1111.png"/><Relationship Id="rId360" Type="http://schemas.openxmlformats.org/officeDocument/2006/relationships/customXml" Target="../ink/ink326.xml"/><Relationship Id="rId416" Type="http://schemas.openxmlformats.org/officeDocument/2006/relationships/customXml" Target="../ink/ink354.xml"/><Relationship Id="rId220" Type="http://schemas.openxmlformats.org/officeDocument/2006/relationships/customXml" Target="../ink/ink255.xml"/><Relationship Id="rId458" Type="http://schemas.openxmlformats.org/officeDocument/2006/relationships/customXml" Target="../ink/ink375.xml"/><Relationship Id="rId15" Type="http://schemas.openxmlformats.org/officeDocument/2006/relationships/image" Target="../media/image1410.png"/><Relationship Id="rId57" Type="http://schemas.openxmlformats.org/officeDocument/2006/relationships/image" Target="../media/image3510.png"/><Relationship Id="rId262" Type="http://schemas.openxmlformats.org/officeDocument/2006/relationships/customXml" Target="../ink/ink276.xml"/><Relationship Id="rId318" Type="http://schemas.openxmlformats.org/officeDocument/2006/relationships/customXml" Target="../ink/ink305.xml"/><Relationship Id="rId99" Type="http://schemas.openxmlformats.org/officeDocument/2006/relationships/image" Target="../media/image560.png"/><Relationship Id="rId122" Type="http://schemas.openxmlformats.org/officeDocument/2006/relationships/customXml" Target="../ink/ink206.xml"/><Relationship Id="rId164" Type="http://schemas.openxmlformats.org/officeDocument/2006/relationships/customXml" Target="../ink/ink227.xml"/><Relationship Id="rId371" Type="http://schemas.openxmlformats.org/officeDocument/2006/relationships/image" Target="../media/image191.png"/><Relationship Id="rId427" Type="http://schemas.openxmlformats.org/officeDocument/2006/relationships/image" Target="../media/image219.png"/><Relationship Id="rId469" Type="http://schemas.openxmlformats.org/officeDocument/2006/relationships/image" Target="../media/image240.png"/><Relationship Id="rId26" Type="http://schemas.openxmlformats.org/officeDocument/2006/relationships/customXml" Target="../ink/ink158.xml"/><Relationship Id="rId231" Type="http://schemas.openxmlformats.org/officeDocument/2006/relationships/image" Target="../media/image1220.png"/><Relationship Id="rId273" Type="http://schemas.openxmlformats.org/officeDocument/2006/relationships/customXml" Target="../ink/ink282.xml"/><Relationship Id="rId329" Type="http://schemas.openxmlformats.org/officeDocument/2006/relationships/image" Target="../media/image170.png"/><Relationship Id="rId480" Type="http://schemas.openxmlformats.org/officeDocument/2006/relationships/customXml" Target="../ink/ink386.xml"/><Relationship Id="rId68" Type="http://schemas.openxmlformats.org/officeDocument/2006/relationships/customXml" Target="../ink/ink179.xml"/><Relationship Id="rId133" Type="http://schemas.openxmlformats.org/officeDocument/2006/relationships/image" Target="../media/image730.png"/><Relationship Id="rId175" Type="http://schemas.openxmlformats.org/officeDocument/2006/relationships/image" Target="../media/image940.png"/><Relationship Id="rId340" Type="http://schemas.openxmlformats.org/officeDocument/2006/relationships/customXml" Target="../ink/ink316.xml"/><Relationship Id="rId200" Type="http://schemas.openxmlformats.org/officeDocument/2006/relationships/customXml" Target="../ink/ink245.xml"/><Relationship Id="rId382" Type="http://schemas.openxmlformats.org/officeDocument/2006/relationships/customXml" Target="../ink/ink337.xml"/><Relationship Id="rId438" Type="http://schemas.openxmlformats.org/officeDocument/2006/relationships/customXml" Target="../ink/ink365.xml"/><Relationship Id="rId242" Type="http://schemas.openxmlformats.org/officeDocument/2006/relationships/customXml" Target="../ink/ink266.xml"/><Relationship Id="rId284" Type="http://schemas.openxmlformats.org/officeDocument/2006/relationships/image" Target="../media/image1480.png"/><Relationship Id="rId491" Type="http://schemas.openxmlformats.org/officeDocument/2006/relationships/image" Target="../media/image251.png"/><Relationship Id="rId37" Type="http://schemas.openxmlformats.org/officeDocument/2006/relationships/image" Target="../media/image2510.png"/><Relationship Id="rId79" Type="http://schemas.openxmlformats.org/officeDocument/2006/relationships/image" Target="../media/image4610.png"/><Relationship Id="rId102" Type="http://schemas.openxmlformats.org/officeDocument/2006/relationships/customXml" Target="../ink/ink196.xml"/><Relationship Id="rId144" Type="http://schemas.openxmlformats.org/officeDocument/2006/relationships/customXml" Target="../ink/ink217.xml"/><Relationship Id="rId90" Type="http://schemas.openxmlformats.org/officeDocument/2006/relationships/customXml" Target="../ink/ink190.xml"/><Relationship Id="rId186" Type="http://schemas.openxmlformats.org/officeDocument/2006/relationships/customXml" Target="../ink/ink238.xml"/><Relationship Id="rId351" Type="http://schemas.openxmlformats.org/officeDocument/2006/relationships/image" Target="../media/image181.png"/><Relationship Id="rId393" Type="http://schemas.openxmlformats.org/officeDocument/2006/relationships/image" Target="../media/image202.png"/><Relationship Id="rId407" Type="http://schemas.openxmlformats.org/officeDocument/2006/relationships/image" Target="../media/image209.png"/><Relationship Id="rId449" Type="http://schemas.openxmlformats.org/officeDocument/2006/relationships/image" Target="../media/image230.png"/><Relationship Id="rId211" Type="http://schemas.openxmlformats.org/officeDocument/2006/relationships/image" Target="../media/image1120.png"/><Relationship Id="rId253" Type="http://schemas.openxmlformats.org/officeDocument/2006/relationships/image" Target="../media/image1330.png"/><Relationship Id="rId295" Type="http://schemas.openxmlformats.org/officeDocument/2006/relationships/customXml" Target="../ink/ink293.xml"/><Relationship Id="rId309" Type="http://schemas.openxmlformats.org/officeDocument/2006/relationships/image" Target="../media/image160.png"/><Relationship Id="rId460" Type="http://schemas.openxmlformats.org/officeDocument/2006/relationships/customXml" Target="../ink/ink376.xml"/><Relationship Id="rId48" Type="http://schemas.openxmlformats.org/officeDocument/2006/relationships/customXml" Target="../ink/ink169.xml"/><Relationship Id="rId113" Type="http://schemas.openxmlformats.org/officeDocument/2006/relationships/image" Target="../media/image630.png"/><Relationship Id="rId320" Type="http://schemas.openxmlformats.org/officeDocument/2006/relationships/customXml" Target="../ink/ink306.xml"/><Relationship Id="rId155" Type="http://schemas.openxmlformats.org/officeDocument/2006/relationships/image" Target="../media/image840.png"/><Relationship Id="rId197" Type="http://schemas.openxmlformats.org/officeDocument/2006/relationships/image" Target="../media/image1050.png"/><Relationship Id="rId362" Type="http://schemas.openxmlformats.org/officeDocument/2006/relationships/customXml" Target="../ink/ink327.xml"/><Relationship Id="rId418" Type="http://schemas.openxmlformats.org/officeDocument/2006/relationships/customXml" Target="../ink/ink355.xml"/><Relationship Id="rId222" Type="http://schemas.openxmlformats.org/officeDocument/2006/relationships/customXml" Target="../ink/ink256.xml"/><Relationship Id="rId264" Type="http://schemas.openxmlformats.org/officeDocument/2006/relationships/customXml" Target="../ink/ink277.xml"/><Relationship Id="rId471" Type="http://schemas.openxmlformats.org/officeDocument/2006/relationships/image" Target="../media/image241.png"/><Relationship Id="rId17" Type="http://schemas.openxmlformats.org/officeDocument/2006/relationships/image" Target="../media/image1510.png"/><Relationship Id="rId59" Type="http://schemas.openxmlformats.org/officeDocument/2006/relationships/image" Target="../media/image3610.png"/><Relationship Id="rId124" Type="http://schemas.openxmlformats.org/officeDocument/2006/relationships/customXml" Target="../ink/ink207.xml"/><Relationship Id="rId70" Type="http://schemas.openxmlformats.org/officeDocument/2006/relationships/customXml" Target="../ink/ink180.xml"/><Relationship Id="rId166" Type="http://schemas.openxmlformats.org/officeDocument/2006/relationships/customXml" Target="../ink/ink228.xml"/><Relationship Id="rId331" Type="http://schemas.openxmlformats.org/officeDocument/2006/relationships/image" Target="../media/image171.png"/><Relationship Id="rId373" Type="http://schemas.openxmlformats.org/officeDocument/2006/relationships/image" Target="../media/image192.png"/><Relationship Id="rId429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230.png"/><Relationship Id="rId440" Type="http://schemas.openxmlformats.org/officeDocument/2006/relationships/customXml" Target="../ink/ink366.xml"/><Relationship Id="rId28" Type="http://schemas.openxmlformats.org/officeDocument/2006/relationships/customXml" Target="../ink/ink159.xml"/><Relationship Id="rId275" Type="http://schemas.openxmlformats.org/officeDocument/2006/relationships/customXml" Target="../ink/ink283.xml"/><Relationship Id="rId300" Type="http://schemas.openxmlformats.org/officeDocument/2006/relationships/image" Target="../media/image156.png"/><Relationship Id="rId482" Type="http://schemas.openxmlformats.org/officeDocument/2006/relationships/customXml" Target="../ink/ink387.xml"/><Relationship Id="rId81" Type="http://schemas.openxmlformats.org/officeDocument/2006/relationships/image" Target="../media/image478.png"/><Relationship Id="rId135" Type="http://schemas.openxmlformats.org/officeDocument/2006/relationships/image" Target="../media/image740.png"/><Relationship Id="rId177" Type="http://schemas.openxmlformats.org/officeDocument/2006/relationships/image" Target="../media/image950.png"/><Relationship Id="rId342" Type="http://schemas.openxmlformats.org/officeDocument/2006/relationships/customXml" Target="../ink/ink317.xml"/><Relationship Id="rId384" Type="http://schemas.openxmlformats.org/officeDocument/2006/relationships/customXml" Target="../ink/ink338.xml"/><Relationship Id="rId202" Type="http://schemas.openxmlformats.org/officeDocument/2006/relationships/customXml" Target="../ink/ink246.xml"/><Relationship Id="rId244" Type="http://schemas.openxmlformats.org/officeDocument/2006/relationships/customXml" Target="../ink/ink267.xml"/><Relationship Id="rId39" Type="http://schemas.openxmlformats.org/officeDocument/2006/relationships/image" Target="../media/image2610.png"/><Relationship Id="rId286" Type="http://schemas.openxmlformats.org/officeDocument/2006/relationships/image" Target="../media/image1490.png"/><Relationship Id="rId451" Type="http://schemas.openxmlformats.org/officeDocument/2006/relationships/image" Target="../media/image231.png"/><Relationship Id="rId493" Type="http://schemas.openxmlformats.org/officeDocument/2006/relationships/image" Target="../media/image252.png"/><Relationship Id="rId50" Type="http://schemas.openxmlformats.org/officeDocument/2006/relationships/customXml" Target="../ink/ink170.xml"/><Relationship Id="rId104" Type="http://schemas.openxmlformats.org/officeDocument/2006/relationships/customXml" Target="../ink/ink197.xml"/><Relationship Id="rId146" Type="http://schemas.openxmlformats.org/officeDocument/2006/relationships/customXml" Target="../ink/ink218.xml"/><Relationship Id="rId188" Type="http://schemas.openxmlformats.org/officeDocument/2006/relationships/customXml" Target="../ink/ink239.xml"/><Relationship Id="rId311" Type="http://schemas.openxmlformats.org/officeDocument/2006/relationships/image" Target="../media/image161.png"/><Relationship Id="rId353" Type="http://schemas.openxmlformats.org/officeDocument/2006/relationships/image" Target="../media/image182.png"/><Relationship Id="rId395" Type="http://schemas.openxmlformats.org/officeDocument/2006/relationships/image" Target="../media/image203.png"/><Relationship Id="rId409" Type="http://schemas.openxmlformats.org/officeDocument/2006/relationships/image" Target="../media/image210.png"/><Relationship Id="rId92" Type="http://schemas.openxmlformats.org/officeDocument/2006/relationships/customXml" Target="../ink/ink191.xml"/><Relationship Id="rId213" Type="http://schemas.openxmlformats.org/officeDocument/2006/relationships/image" Target="../media/image1130.png"/><Relationship Id="rId420" Type="http://schemas.openxmlformats.org/officeDocument/2006/relationships/customXml" Target="../ink/ink356.xml"/><Relationship Id="rId255" Type="http://schemas.openxmlformats.org/officeDocument/2006/relationships/image" Target="../media/image1340.png"/><Relationship Id="rId297" Type="http://schemas.openxmlformats.org/officeDocument/2006/relationships/customXml" Target="../ink/ink294.xml"/><Relationship Id="rId462" Type="http://schemas.openxmlformats.org/officeDocument/2006/relationships/customXml" Target="../ink/ink377.xml"/><Relationship Id="rId115" Type="http://schemas.openxmlformats.org/officeDocument/2006/relationships/image" Target="../media/image640.png"/><Relationship Id="rId157" Type="http://schemas.openxmlformats.org/officeDocument/2006/relationships/image" Target="../media/image850.png"/><Relationship Id="rId322" Type="http://schemas.openxmlformats.org/officeDocument/2006/relationships/customXml" Target="../ink/ink307.xml"/><Relationship Id="rId364" Type="http://schemas.openxmlformats.org/officeDocument/2006/relationships/customXml" Target="../ink/ink328.xml"/><Relationship Id="rId61" Type="http://schemas.openxmlformats.org/officeDocument/2006/relationships/image" Target="../media/image3710.png"/><Relationship Id="rId199" Type="http://schemas.openxmlformats.org/officeDocument/2006/relationships/image" Target="../media/image1060.png"/><Relationship Id="rId19" Type="http://schemas.openxmlformats.org/officeDocument/2006/relationships/image" Target="../media/image1610.png"/><Relationship Id="rId224" Type="http://schemas.openxmlformats.org/officeDocument/2006/relationships/customXml" Target="../ink/ink257.xml"/><Relationship Id="rId266" Type="http://schemas.openxmlformats.org/officeDocument/2006/relationships/customXml" Target="../ink/ink278.xml"/><Relationship Id="rId431" Type="http://schemas.openxmlformats.org/officeDocument/2006/relationships/image" Target="../media/image221.png"/><Relationship Id="rId473" Type="http://schemas.openxmlformats.org/officeDocument/2006/relationships/image" Target="../media/image242.png"/><Relationship Id="rId30" Type="http://schemas.openxmlformats.org/officeDocument/2006/relationships/customXml" Target="../ink/ink160.xml"/><Relationship Id="rId126" Type="http://schemas.openxmlformats.org/officeDocument/2006/relationships/customXml" Target="../ink/ink208.xml"/><Relationship Id="rId168" Type="http://schemas.openxmlformats.org/officeDocument/2006/relationships/customXml" Target="../ink/ink229.xml"/><Relationship Id="rId333" Type="http://schemas.openxmlformats.org/officeDocument/2006/relationships/image" Target="../media/image172.png"/><Relationship Id="rId72" Type="http://schemas.openxmlformats.org/officeDocument/2006/relationships/customXml" Target="../ink/ink181.xml"/><Relationship Id="rId375" Type="http://schemas.openxmlformats.org/officeDocument/2006/relationships/image" Target="../media/image193.png"/><Relationship Id="rId3" Type="http://schemas.openxmlformats.org/officeDocument/2006/relationships/image" Target="../media/image810.png"/><Relationship Id="rId235" Type="http://schemas.openxmlformats.org/officeDocument/2006/relationships/image" Target="../media/image1240.png"/><Relationship Id="rId277" Type="http://schemas.openxmlformats.org/officeDocument/2006/relationships/customXml" Target="../ink/ink284.xml"/><Relationship Id="rId400" Type="http://schemas.openxmlformats.org/officeDocument/2006/relationships/customXml" Target="../ink/ink346.xml"/><Relationship Id="rId442" Type="http://schemas.openxmlformats.org/officeDocument/2006/relationships/customXml" Target="../ink/ink367.xml"/><Relationship Id="rId484" Type="http://schemas.openxmlformats.org/officeDocument/2006/relationships/customXml" Target="../ink/ink388.xml"/><Relationship Id="rId137" Type="http://schemas.openxmlformats.org/officeDocument/2006/relationships/image" Target="../media/image750.png"/><Relationship Id="rId302" Type="http://schemas.openxmlformats.org/officeDocument/2006/relationships/image" Target="../media/image157.png"/><Relationship Id="rId344" Type="http://schemas.openxmlformats.org/officeDocument/2006/relationships/customXml" Target="../ink/ink318.xml"/><Relationship Id="rId41" Type="http://schemas.openxmlformats.org/officeDocument/2006/relationships/image" Target="../media/image2710.png"/><Relationship Id="rId83" Type="http://schemas.openxmlformats.org/officeDocument/2006/relationships/image" Target="../media/image480.png"/><Relationship Id="rId179" Type="http://schemas.openxmlformats.org/officeDocument/2006/relationships/image" Target="../media/image960.png"/><Relationship Id="rId386" Type="http://schemas.openxmlformats.org/officeDocument/2006/relationships/customXml" Target="../ink/ink339.xml"/><Relationship Id="rId190" Type="http://schemas.openxmlformats.org/officeDocument/2006/relationships/customXml" Target="../ink/ink240.xml"/><Relationship Id="rId204" Type="http://schemas.openxmlformats.org/officeDocument/2006/relationships/customXml" Target="../ink/ink247.xml"/><Relationship Id="rId246" Type="http://schemas.openxmlformats.org/officeDocument/2006/relationships/customXml" Target="../ink/ink268.xml"/><Relationship Id="rId288" Type="http://schemas.openxmlformats.org/officeDocument/2006/relationships/image" Target="../media/image1500.png"/><Relationship Id="rId411" Type="http://schemas.openxmlformats.org/officeDocument/2006/relationships/image" Target="../media/image211.png"/><Relationship Id="rId453" Type="http://schemas.openxmlformats.org/officeDocument/2006/relationships/image" Target="../media/image232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55.xml"/><Relationship Id="rId21" Type="http://schemas.openxmlformats.org/officeDocument/2006/relationships/image" Target="../media/image264.png"/><Relationship Id="rId42" Type="http://schemas.openxmlformats.org/officeDocument/2006/relationships/customXml" Target="../ink/ink415.xml"/><Relationship Id="rId63" Type="http://schemas.openxmlformats.org/officeDocument/2006/relationships/image" Target="../media/image284.png"/><Relationship Id="rId84" Type="http://schemas.openxmlformats.org/officeDocument/2006/relationships/image" Target="../media/image294.png"/><Relationship Id="rId138" Type="http://schemas.openxmlformats.org/officeDocument/2006/relationships/image" Target="../media/image320.png"/><Relationship Id="rId159" Type="http://schemas.openxmlformats.org/officeDocument/2006/relationships/customXml" Target="../ink/ink476.xml"/><Relationship Id="rId170" Type="http://schemas.openxmlformats.org/officeDocument/2006/relationships/customXml" Target="../ink/ink482.xml"/><Relationship Id="rId107" Type="http://schemas.openxmlformats.org/officeDocument/2006/relationships/customXml" Target="../ink/ink450.xml"/><Relationship Id="rId11" Type="http://schemas.openxmlformats.org/officeDocument/2006/relationships/image" Target="../media/image259.png"/><Relationship Id="rId32" Type="http://schemas.openxmlformats.org/officeDocument/2006/relationships/customXml" Target="../ink/ink410.xml"/><Relationship Id="rId53" Type="http://schemas.openxmlformats.org/officeDocument/2006/relationships/image" Target="../media/image279.png"/><Relationship Id="rId74" Type="http://schemas.openxmlformats.org/officeDocument/2006/relationships/image" Target="../media/image289.png"/><Relationship Id="rId128" Type="http://schemas.openxmlformats.org/officeDocument/2006/relationships/image" Target="../media/image315.png"/><Relationship Id="rId149" Type="http://schemas.openxmlformats.org/officeDocument/2006/relationships/customXml" Target="../ink/ink471.xml"/><Relationship Id="rId5" Type="http://schemas.openxmlformats.org/officeDocument/2006/relationships/image" Target="../media/image256.png"/><Relationship Id="rId95" Type="http://schemas.openxmlformats.org/officeDocument/2006/relationships/image" Target="../media/image299.png"/><Relationship Id="rId160" Type="http://schemas.openxmlformats.org/officeDocument/2006/relationships/image" Target="../media/image331.png"/><Relationship Id="rId22" Type="http://schemas.openxmlformats.org/officeDocument/2006/relationships/customXml" Target="../ink/ink405.xml"/><Relationship Id="rId43" Type="http://schemas.openxmlformats.org/officeDocument/2006/relationships/image" Target="../media/image275.png"/><Relationship Id="rId64" Type="http://schemas.openxmlformats.org/officeDocument/2006/relationships/customXml" Target="../ink/ink427.xml"/><Relationship Id="rId118" Type="http://schemas.openxmlformats.org/officeDocument/2006/relationships/image" Target="../media/image310.png"/><Relationship Id="rId139" Type="http://schemas.openxmlformats.org/officeDocument/2006/relationships/customXml" Target="../ink/ink466.xml"/><Relationship Id="rId85" Type="http://schemas.openxmlformats.org/officeDocument/2006/relationships/customXml" Target="../ink/ink438.xml"/><Relationship Id="rId150" Type="http://schemas.openxmlformats.org/officeDocument/2006/relationships/image" Target="../media/image326.png"/><Relationship Id="rId171" Type="http://schemas.openxmlformats.org/officeDocument/2006/relationships/image" Target="../media/image336.png"/><Relationship Id="rId12" Type="http://schemas.openxmlformats.org/officeDocument/2006/relationships/customXml" Target="../ink/ink400.xml"/><Relationship Id="rId33" Type="http://schemas.openxmlformats.org/officeDocument/2006/relationships/image" Target="../media/image270.png"/><Relationship Id="rId108" Type="http://schemas.openxmlformats.org/officeDocument/2006/relationships/image" Target="../media/image305.png"/><Relationship Id="rId129" Type="http://schemas.openxmlformats.org/officeDocument/2006/relationships/customXml" Target="../ink/ink461.xml"/><Relationship Id="rId54" Type="http://schemas.openxmlformats.org/officeDocument/2006/relationships/customXml" Target="../ink/ink422.xml"/><Relationship Id="rId75" Type="http://schemas.openxmlformats.org/officeDocument/2006/relationships/customXml" Target="../ink/ink433.xml"/><Relationship Id="rId96" Type="http://schemas.openxmlformats.org/officeDocument/2006/relationships/customXml" Target="../ink/ink444.xml"/><Relationship Id="rId140" Type="http://schemas.openxmlformats.org/officeDocument/2006/relationships/image" Target="../media/image321.png"/><Relationship Id="rId161" Type="http://schemas.openxmlformats.org/officeDocument/2006/relationships/customXml" Target="../ink/ink47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7.xml"/><Relationship Id="rId23" Type="http://schemas.openxmlformats.org/officeDocument/2006/relationships/image" Target="../media/image265.png"/><Relationship Id="rId28" Type="http://schemas.openxmlformats.org/officeDocument/2006/relationships/customXml" Target="../ink/ink408.xml"/><Relationship Id="rId49" Type="http://schemas.openxmlformats.org/officeDocument/2006/relationships/customXml" Target="../ink/ink419.xml"/><Relationship Id="rId114" Type="http://schemas.openxmlformats.org/officeDocument/2006/relationships/image" Target="../media/image308.png"/><Relationship Id="rId119" Type="http://schemas.openxmlformats.org/officeDocument/2006/relationships/customXml" Target="../ink/ink456.xml"/><Relationship Id="rId44" Type="http://schemas.openxmlformats.org/officeDocument/2006/relationships/customXml" Target="../ink/ink416.xml"/><Relationship Id="rId60" Type="http://schemas.openxmlformats.org/officeDocument/2006/relationships/customXml" Target="../ink/ink425.xml"/><Relationship Id="rId65" Type="http://schemas.openxmlformats.org/officeDocument/2006/relationships/customXml" Target="../ink/ink428.xml"/><Relationship Id="rId81" Type="http://schemas.openxmlformats.org/officeDocument/2006/relationships/customXml" Target="../ink/ink436.xml"/><Relationship Id="rId86" Type="http://schemas.openxmlformats.org/officeDocument/2006/relationships/customXml" Target="../ink/ink439.xml"/><Relationship Id="rId130" Type="http://schemas.openxmlformats.org/officeDocument/2006/relationships/image" Target="../media/image316.png"/><Relationship Id="rId135" Type="http://schemas.openxmlformats.org/officeDocument/2006/relationships/customXml" Target="../ink/ink464.xml"/><Relationship Id="rId151" Type="http://schemas.openxmlformats.org/officeDocument/2006/relationships/customXml" Target="../ink/ink472.xml"/><Relationship Id="rId156" Type="http://schemas.openxmlformats.org/officeDocument/2006/relationships/image" Target="../media/image329.png"/><Relationship Id="rId172" Type="http://schemas.openxmlformats.org/officeDocument/2006/relationships/customXml" Target="../ink/ink483.xml"/><Relationship Id="rId13" Type="http://schemas.openxmlformats.org/officeDocument/2006/relationships/image" Target="../media/image260.png"/><Relationship Id="rId18" Type="http://schemas.openxmlformats.org/officeDocument/2006/relationships/customXml" Target="../ink/ink403.xml"/><Relationship Id="rId39" Type="http://schemas.openxmlformats.org/officeDocument/2006/relationships/image" Target="../media/image273.png"/><Relationship Id="rId109" Type="http://schemas.openxmlformats.org/officeDocument/2006/relationships/customXml" Target="../ink/ink451.xml"/><Relationship Id="rId34" Type="http://schemas.openxmlformats.org/officeDocument/2006/relationships/customXml" Target="../ink/ink411.xml"/><Relationship Id="rId50" Type="http://schemas.openxmlformats.org/officeDocument/2006/relationships/image" Target="../media/image278.png"/><Relationship Id="rId55" Type="http://schemas.openxmlformats.org/officeDocument/2006/relationships/image" Target="../media/image280.png"/><Relationship Id="rId76" Type="http://schemas.openxmlformats.org/officeDocument/2006/relationships/image" Target="../media/image290.png"/><Relationship Id="rId97" Type="http://schemas.openxmlformats.org/officeDocument/2006/relationships/image" Target="../media/image300.png"/><Relationship Id="rId104" Type="http://schemas.openxmlformats.org/officeDocument/2006/relationships/customXml" Target="../ink/ink448.xml"/><Relationship Id="rId120" Type="http://schemas.openxmlformats.org/officeDocument/2006/relationships/image" Target="../media/image311.png"/><Relationship Id="rId125" Type="http://schemas.openxmlformats.org/officeDocument/2006/relationships/customXml" Target="../ink/ink459.xml"/><Relationship Id="rId141" Type="http://schemas.openxmlformats.org/officeDocument/2006/relationships/customXml" Target="../ink/ink467.xml"/><Relationship Id="rId146" Type="http://schemas.openxmlformats.org/officeDocument/2006/relationships/image" Target="../media/image324.png"/><Relationship Id="rId167" Type="http://schemas.openxmlformats.org/officeDocument/2006/relationships/image" Target="../media/image334.png"/><Relationship Id="rId7" Type="http://schemas.openxmlformats.org/officeDocument/2006/relationships/image" Target="../media/image257.png"/><Relationship Id="rId71" Type="http://schemas.openxmlformats.org/officeDocument/2006/relationships/customXml" Target="../ink/ink431.xml"/><Relationship Id="rId92" Type="http://schemas.openxmlformats.org/officeDocument/2006/relationships/customXml" Target="../ink/ink442.xml"/><Relationship Id="rId162" Type="http://schemas.openxmlformats.org/officeDocument/2006/relationships/image" Target="../media/image332.png"/><Relationship Id="rId2" Type="http://schemas.openxmlformats.org/officeDocument/2006/relationships/customXml" Target="../ink/ink395.xml"/><Relationship Id="rId29" Type="http://schemas.openxmlformats.org/officeDocument/2006/relationships/image" Target="../media/image268.png"/><Relationship Id="rId24" Type="http://schemas.openxmlformats.org/officeDocument/2006/relationships/customXml" Target="../ink/ink406.xml"/><Relationship Id="rId40" Type="http://schemas.openxmlformats.org/officeDocument/2006/relationships/customXml" Target="../ink/ink414.xml"/><Relationship Id="rId45" Type="http://schemas.openxmlformats.org/officeDocument/2006/relationships/image" Target="../media/image276.png"/><Relationship Id="rId66" Type="http://schemas.openxmlformats.org/officeDocument/2006/relationships/image" Target="../media/image285.png"/><Relationship Id="rId87" Type="http://schemas.openxmlformats.org/officeDocument/2006/relationships/image" Target="../media/image295.png"/><Relationship Id="rId110" Type="http://schemas.openxmlformats.org/officeDocument/2006/relationships/image" Target="../media/image306.png"/><Relationship Id="rId115" Type="http://schemas.openxmlformats.org/officeDocument/2006/relationships/customXml" Target="../ink/ink454.xml"/><Relationship Id="rId131" Type="http://schemas.openxmlformats.org/officeDocument/2006/relationships/customXml" Target="../ink/ink462.xml"/><Relationship Id="rId136" Type="http://schemas.openxmlformats.org/officeDocument/2006/relationships/image" Target="../media/image319.png"/><Relationship Id="rId157" Type="http://schemas.openxmlformats.org/officeDocument/2006/relationships/customXml" Target="../ink/ink475.xml"/><Relationship Id="rId61" Type="http://schemas.openxmlformats.org/officeDocument/2006/relationships/image" Target="../media/image283.png"/><Relationship Id="rId82" Type="http://schemas.openxmlformats.org/officeDocument/2006/relationships/image" Target="../media/image293.png"/><Relationship Id="rId152" Type="http://schemas.openxmlformats.org/officeDocument/2006/relationships/image" Target="../media/image327.png"/><Relationship Id="rId173" Type="http://schemas.openxmlformats.org/officeDocument/2006/relationships/image" Target="../media/image337.png"/><Relationship Id="rId19" Type="http://schemas.openxmlformats.org/officeDocument/2006/relationships/image" Target="../media/image263.png"/><Relationship Id="rId14" Type="http://schemas.openxmlformats.org/officeDocument/2006/relationships/customXml" Target="../ink/ink401.xml"/><Relationship Id="rId30" Type="http://schemas.openxmlformats.org/officeDocument/2006/relationships/customXml" Target="../ink/ink409.xml"/><Relationship Id="rId35" Type="http://schemas.openxmlformats.org/officeDocument/2006/relationships/image" Target="../media/image271.png"/><Relationship Id="rId56" Type="http://schemas.openxmlformats.org/officeDocument/2006/relationships/customXml" Target="../ink/ink423.xml"/><Relationship Id="rId77" Type="http://schemas.openxmlformats.org/officeDocument/2006/relationships/customXml" Target="../ink/ink434.xml"/><Relationship Id="rId100" Type="http://schemas.openxmlformats.org/officeDocument/2006/relationships/customXml" Target="../ink/ink446.xml"/><Relationship Id="rId105" Type="http://schemas.openxmlformats.org/officeDocument/2006/relationships/image" Target="../media/image304.png"/><Relationship Id="rId126" Type="http://schemas.openxmlformats.org/officeDocument/2006/relationships/image" Target="../media/image314.png"/><Relationship Id="rId147" Type="http://schemas.openxmlformats.org/officeDocument/2006/relationships/customXml" Target="../ink/ink470.xml"/><Relationship Id="rId168" Type="http://schemas.openxmlformats.org/officeDocument/2006/relationships/customXml" Target="../ink/ink481.xml"/><Relationship Id="rId8" Type="http://schemas.openxmlformats.org/officeDocument/2006/relationships/customXml" Target="../ink/ink398.xml"/><Relationship Id="rId51" Type="http://schemas.openxmlformats.org/officeDocument/2006/relationships/customXml" Target="../ink/ink420.xml"/><Relationship Id="rId72" Type="http://schemas.openxmlformats.org/officeDocument/2006/relationships/image" Target="../media/image288.png"/><Relationship Id="rId93" Type="http://schemas.openxmlformats.org/officeDocument/2006/relationships/image" Target="../media/image298.png"/><Relationship Id="rId98" Type="http://schemas.openxmlformats.org/officeDocument/2006/relationships/customXml" Target="../ink/ink445.xml"/><Relationship Id="rId121" Type="http://schemas.openxmlformats.org/officeDocument/2006/relationships/customXml" Target="../ink/ink457.xml"/><Relationship Id="rId142" Type="http://schemas.openxmlformats.org/officeDocument/2006/relationships/image" Target="../media/image322.png"/><Relationship Id="rId163" Type="http://schemas.openxmlformats.org/officeDocument/2006/relationships/customXml" Target="../ink/ink478.xml"/><Relationship Id="rId3" Type="http://schemas.openxmlformats.org/officeDocument/2006/relationships/image" Target="../media/image255.png"/><Relationship Id="rId25" Type="http://schemas.openxmlformats.org/officeDocument/2006/relationships/image" Target="../media/image266.png"/><Relationship Id="rId46" Type="http://schemas.openxmlformats.org/officeDocument/2006/relationships/customXml" Target="../ink/ink417.xml"/><Relationship Id="rId67" Type="http://schemas.openxmlformats.org/officeDocument/2006/relationships/customXml" Target="../ink/ink429.xml"/><Relationship Id="rId116" Type="http://schemas.openxmlformats.org/officeDocument/2006/relationships/image" Target="../media/image309.png"/><Relationship Id="rId137" Type="http://schemas.openxmlformats.org/officeDocument/2006/relationships/customXml" Target="../ink/ink465.xml"/><Relationship Id="rId158" Type="http://schemas.openxmlformats.org/officeDocument/2006/relationships/image" Target="../media/image330.png"/><Relationship Id="rId20" Type="http://schemas.openxmlformats.org/officeDocument/2006/relationships/customXml" Target="../ink/ink404.xml"/><Relationship Id="rId41" Type="http://schemas.openxmlformats.org/officeDocument/2006/relationships/image" Target="../media/image274.png"/><Relationship Id="rId62" Type="http://schemas.openxmlformats.org/officeDocument/2006/relationships/customXml" Target="../ink/ink426.xml"/><Relationship Id="rId83" Type="http://schemas.openxmlformats.org/officeDocument/2006/relationships/customXml" Target="../ink/ink437.xml"/><Relationship Id="rId88" Type="http://schemas.openxmlformats.org/officeDocument/2006/relationships/customXml" Target="../ink/ink440.xml"/><Relationship Id="rId111" Type="http://schemas.openxmlformats.org/officeDocument/2006/relationships/customXml" Target="../ink/ink452.xml"/><Relationship Id="rId132" Type="http://schemas.openxmlformats.org/officeDocument/2006/relationships/image" Target="../media/image317.png"/><Relationship Id="rId153" Type="http://schemas.openxmlformats.org/officeDocument/2006/relationships/customXml" Target="../ink/ink473.xml"/><Relationship Id="rId174" Type="http://schemas.openxmlformats.org/officeDocument/2006/relationships/customXml" Target="../ink/ink484.xml"/><Relationship Id="rId15" Type="http://schemas.openxmlformats.org/officeDocument/2006/relationships/image" Target="../media/image261.png"/><Relationship Id="rId36" Type="http://schemas.openxmlformats.org/officeDocument/2006/relationships/customXml" Target="../ink/ink412.xml"/><Relationship Id="rId57" Type="http://schemas.openxmlformats.org/officeDocument/2006/relationships/image" Target="../media/image281.png"/><Relationship Id="rId106" Type="http://schemas.openxmlformats.org/officeDocument/2006/relationships/customXml" Target="../ink/ink449.xml"/><Relationship Id="rId127" Type="http://schemas.openxmlformats.org/officeDocument/2006/relationships/customXml" Target="../ink/ink460.xml"/><Relationship Id="rId10" Type="http://schemas.openxmlformats.org/officeDocument/2006/relationships/customXml" Target="../ink/ink399.xml"/><Relationship Id="rId31" Type="http://schemas.openxmlformats.org/officeDocument/2006/relationships/image" Target="../media/image269.png"/><Relationship Id="rId52" Type="http://schemas.openxmlformats.org/officeDocument/2006/relationships/customXml" Target="../ink/ink421.xml"/><Relationship Id="rId73" Type="http://schemas.openxmlformats.org/officeDocument/2006/relationships/customXml" Target="../ink/ink432.xml"/><Relationship Id="rId78" Type="http://schemas.openxmlformats.org/officeDocument/2006/relationships/image" Target="../media/image291.png"/><Relationship Id="rId94" Type="http://schemas.openxmlformats.org/officeDocument/2006/relationships/customXml" Target="../ink/ink443.xml"/><Relationship Id="rId99" Type="http://schemas.openxmlformats.org/officeDocument/2006/relationships/image" Target="../media/image301.png"/><Relationship Id="rId101" Type="http://schemas.openxmlformats.org/officeDocument/2006/relationships/image" Target="../media/image302.png"/><Relationship Id="rId122" Type="http://schemas.openxmlformats.org/officeDocument/2006/relationships/image" Target="../media/image312.png"/><Relationship Id="rId143" Type="http://schemas.openxmlformats.org/officeDocument/2006/relationships/customXml" Target="../ink/ink468.xml"/><Relationship Id="rId148" Type="http://schemas.openxmlformats.org/officeDocument/2006/relationships/image" Target="../media/image325.png"/><Relationship Id="rId164" Type="http://schemas.openxmlformats.org/officeDocument/2006/relationships/image" Target="../media/image333.png"/><Relationship Id="rId169" Type="http://schemas.openxmlformats.org/officeDocument/2006/relationships/image" Target="../media/image335.png"/><Relationship Id="rId4" Type="http://schemas.openxmlformats.org/officeDocument/2006/relationships/customXml" Target="../ink/ink396.xml"/><Relationship Id="rId9" Type="http://schemas.openxmlformats.org/officeDocument/2006/relationships/image" Target="../media/image258.png"/><Relationship Id="rId26" Type="http://schemas.openxmlformats.org/officeDocument/2006/relationships/customXml" Target="../ink/ink407.xml"/><Relationship Id="rId47" Type="http://schemas.openxmlformats.org/officeDocument/2006/relationships/image" Target="../media/image277.png"/><Relationship Id="rId68" Type="http://schemas.openxmlformats.org/officeDocument/2006/relationships/image" Target="../media/image286.png"/><Relationship Id="rId89" Type="http://schemas.openxmlformats.org/officeDocument/2006/relationships/image" Target="../media/image296.png"/><Relationship Id="rId112" Type="http://schemas.openxmlformats.org/officeDocument/2006/relationships/image" Target="../media/image307.png"/><Relationship Id="rId133" Type="http://schemas.openxmlformats.org/officeDocument/2006/relationships/customXml" Target="../ink/ink463.xml"/><Relationship Id="rId154" Type="http://schemas.openxmlformats.org/officeDocument/2006/relationships/image" Target="../media/image328.png"/><Relationship Id="rId175" Type="http://schemas.openxmlformats.org/officeDocument/2006/relationships/image" Target="../media/image338.png"/><Relationship Id="rId16" Type="http://schemas.openxmlformats.org/officeDocument/2006/relationships/customXml" Target="../ink/ink402.xml"/><Relationship Id="rId37" Type="http://schemas.openxmlformats.org/officeDocument/2006/relationships/image" Target="../media/image272.png"/><Relationship Id="rId58" Type="http://schemas.openxmlformats.org/officeDocument/2006/relationships/customXml" Target="../ink/ink424.xml"/><Relationship Id="rId79" Type="http://schemas.openxmlformats.org/officeDocument/2006/relationships/customXml" Target="../ink/ink435.xml"/><Relationship Id="rId102" Type="http://schemas.openxmlformats.org/officeDocument/2006/relationships/customXml" Target="../ink/ink447.xml"/><Relationship Id="rId123" Type="http://schemas.openxmlformats.org/officeDocument/2006/relationships/customXml" Target="../ink/ink458.xml"/><Relationship Id="rId144" Type="http://schemas.openxmlformats.org/officeDocument/2006/relationships/image" Target="../media/image323.png"/><Relationship Id="rId90" Type="http://schemas.openxmlformats.org/officeDocument/2006/relationships/customXml" Target="../ink/ink441.xml"/><Relationship Id="rId165" Type="http://schemas.openxmlformats.org/officeDocument/2006/relationships/customXml" Target="../ink/ink479.xml"/><Relationship Id="rId27" Type="http://schemas.openxmlformats.org/officeDocument/2006/relationships/image" Target="../media/image267.png"/><Relationship Id="rId48" Type="http://schemas.openxmlformats.org/officeDocument/2006/relationships/customXml" Target="../ink/ink418.xml"/><Relationship Id="rId69" Type="http://schemas.openxmlformats.org/officeDocument/2006/relationships/customXml" Target="../ink/ink430.xml"/><Relationship Id="rId113" Type="http://schemas.openxmlformats.org/officeDocument/2006/relationships/customXml" Target="../ink/ink453.xml"/><Relationship Id="rId134" Type="http://schemas.openxmlformats.org/officeDocument/2006/relationships/image" Target="../media/image318.png"/><Relationship Id="rId80" Type="http://schemas.openxmlformats.org/officeDocument/2006/relationships/image" Target="../media/image292.png"/><Relationship Id="rId155" Type="http://schemas.openxmlformats.org/officeDocument/2006/relationships/customXml" Target="../ink/ink474.xml"/><Relationship Id="rId17" Type="http://schemas.openxmlformats.org/officeDocument/2006/relationships/image" Target="../media/image262.png"/><Relationship Id="rId38" Type="http://schemas.openxmlformats.org/officeDocument/2006/relationships/customXml" Target="../ink/ink413.xml"/><Relationship Id="rId59" Type="http://schemas.openxmlformats.org/officeDocument/2006/relationships/image" Target="../media/image282.png"/><Relationship Id="rId103" Type="http://schemas.openxmlformats.org/officeDocument/2006/relationships/image" Target="../media/image303.png"/><Relationship Id="rId124" Type="http://schemas.openxmlformats.org/officeDocument/2006/relationships/image" Target="../media/image313.png"/><Relationship Id="rId70" Type="http://schemas.openxmlformats.org/officeDocument/2006/relationships/image" Target="../media/image287.png"/><Relationship Id="rId91" Type="http://schemas.openxmlformats.org/officeDocument/2006/relationships/image" Target="../media/image297.png"/><Relationship Id="rId145" Type="http://schemas.openxmlformats.org/officeDocument/2006/relationships/customXml" Target="../ink/ink469.xml"/><Relationship Id="rId166" Type="http://schemas.openxmlformats.org/officeDocument/2006/relationships/customXml" Target="../ink/ink48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4.png"/><Relationship Id="rId21" Type="http://schemas.openxmlformats.org/officeDocument/2006/relationships/image" Target="../media/image348.png"/><Relationship Id="rId63" Type="http://schemas.openxmlformats.org/officeDocument/2006/relationships/image" Target="../media/image368.png"/><Relationship Id="rId159" Type="http://schemas.openxmlformats.org/officeDocument/2006/relationships/image" Target="../media/image415.png"/><Relationship Id="rId170" Type="http://schemas.openxmlformats.org/officeDocument/2006/relationships/customXml" Target="../ink/ink569.xml"/><Relationship Id="rId226" Type="http://schemas.openxmlformats.org/officeDocument/2006/relationships/customXml" Target="../ink/ink597.xml"/><Relationship Id="rId268" Type="http://schemas.openxmlformats.org/officeDocument/2006/relationships/customXml" Target="../ink/ink618.xml"/><Relationship Id="rId32" Type="http://schemas.openxmlformats.org/officeDocument/2006/relationships/customXml" Target="../ink/ink500.xml"/><Relationship Id="rId74" Type="http://schemas.openxmlformats.org/officeDocument/2006/relationships/customXml" Target="../ink/ink521.xml"/><Relationship Id="rId128" Type="http://schemas.openxmlformats.org/officeDocument/2006/relationships/customXml" Target="../ink/ink548.xml"/><Relationship Id="rId5" Type="http://schemas.openxmlformats.org/officeDocument/2006/relationships/image" Target="../media/image340.png"/><Relationship Id="rId95" Type="http://schemas.openxmlformats.org/officeDocument/2006/relationships/image" Target="../media/image384.png"/><Relationship Id="rId160" Type="http://schemas.openxmlformats.org/officeDocument/2006/relationships/customXml" Target="../ink/ink564.xml"/><Relationship Id="rId181" Type="http://schemas.openxmlformats.org/officeDocument/2006/relationships/image" Target="../media/image426.png"/><Relationship Id="rId216" Type="http://schemas.openxmlformats.org/officeDocument/2006/relationships/customXml" Target="../ink/ink592.xml"/><Relationship Id="rId237" Type="http://schemas.openxmlformats.org/officeDocument/2006/relationships/image" Target="../media/image454.png"/><Relationship Id="rId258" Type="http://schemas.openxmlformats.org/officeDocument/2006/relationships/customXml" Target="../ink/ink613.xml"/><Relationship Id="rId22" Type="http://schemas.openxmlformats.org/officeDocument/2006/relationships/customXml" Target="../ink/ink495.xml"/><Relationship Id="rId43" Type="http://schemas.openxmlformats.org/officeDocument/2006/relationships/image" Target="../media/image359.png"/><Relationship Id="rId64" Type="http://schemas.openxmlformats.org/officeDocument/2006/relationships/customXml" Target="../ink/ink516.xml"/><Relationship Id="rId118" Type="http://schemas.openxmlformats.org/officeDocument/2006/relationships/customXml" Target="../ink/ink543.xml"/><Relationship Id="rId139" Type="http://schemas.openxmlformats.org/officeDocument/2006/relationships/image" Target="../media/image405.png"/><Relationship Id="rId85" Type="http://schemas.openxmlformats.org/officeDocument/2006/relationships/image" Target="../media/image379.png"/><Relationship Id="rId150" Type="http://schemas.openxmlformats.org/officeDocument/2006/relationships/customXml" Target="../ink/ink559.xml"/><Relationship Id="rId171" Type="http://schemas.openxmlformats.org/officeDocument/2006/relationships/image" Target="../media/image421.png"/><Relationship Id="rId192" Type="http://schemas.openxmlformats.org/officeDocument/2006/relationships/customXml" Target="../ink/ink580.xml"/><Relationship Id="rId206" Type="http://schemas.openxmlformats.org/officeDocument/2006/relationships/customXml" Target="../ink/ink587.xml"/><Relationship Id="rId227" Type="http://schemas.openxmlformats.org/officeDocument/2006/relationships/image" Target="../media/image449.png"/><Relationship Id="rId248" Type="http://schemas.openxmlformats.org/officeDocument/2006/relationships/customXml" Target="../ink/ink608.xml"/><Relationship Id="rId269" Type="http://schemas.openxmlformats.org/officeDocument/2006/relationships/image" Target="../media/image470.png"/><Relationship Id="rId12" Type="http://schemas.openxmlformats.org/officeDocument/2006/relationships/customXml" Target="../ink/ink490.xml"/><Relationship Id="rId33" Type="http://schemas.openxmlformats.org/officeDocument/2006/relationships/image" Target="../media/image354.png"/><Relationship Id="rId108" Type="http://schemas.openxmlformats.org/officeDocument/2006/relationships/customXml" Target="../ink/ink538.xml"/><Relationship Id="rId129" Type="http://schemas.openxmlformats.org/officeDocument/2006/relationships/image" Target="../media/image400.png"/><Relationship Id="rId54" Type="http://schemas.openxmlformats.org/officeDocument/2006/relationships/customXml" Target="../ink/ink511.xml"/><Relationship Id="rId75" Type="http://schemas.openxmlformats.org/officeDocument/2006/relationships/image" Target="../media/image374.png"/><Relationship Id="rId96" Type="http://schemas.openxmlformats.org/officeDocument/2006/relationships/customXml" Target="../ink/ink532.xml"/><Relationship Id="rId140" Type="http://schemas.openxmlformats.org/officeDocument/2006/relationships/customXml" Target="../ink/ink554.xml"/><Relationship Id="rId161" Type="http://schemas.openxmlformats.org/officeDocument/2006/relationships/image" Target="../media/image416.png"/><Relationship Id="rId182" Type="http://schemas.openxmlformats.org/officeDocument/2006/relationships/customXml" Target="../ink/ink575.xml"/><Relationship Id="rId217" Type="http://schemas.openxmlformats.org/officeDocument/2006/relationships/image" Target="../media/image444.png"/><Relationship Id="rId6" Type="http://schemas.openxmlformats.org/officeDocument/2006/relationships/customXml" Target="../ink/ink487.xml"/><Relationship Id="rId238" Type="http://schemas.openxmlformats.org/officeDocument/2006/relationships/customXml" Target="../ink/ink603.xml"/><Relationship Id="rId259" Type="http://schemas.openxmlformats.org/officeDocument/2006/relationships/image" Target="../media/image465.png"/><Relationship Id="rId23" Type="http://schemas.openxmlformats.org/officeDocument/2006/relationships/image" Target="../media/image349.png"/><Relationship Id="rId119" Type="http://schemas.openxmlformats.org/officeDocument/2006/relationships/image" Target="../media/image395.png"/><Relationship Id="rId270" Type="http://schemas.openxmlformats.org/officeDocument/2006/relationships/customXml" Target="../ink/ink619.xml"/><Relationship Id="rId44" Type="http://schemas.openxmlformats.org/officeDocument/2006/relationships/customXml" Target="../ink/ink506.xml"/><Relationship Id="rId65" Type="http://schemas.openxmlformats.org/officeDocument/2006/relationships/image" Target="../media/image369.png"/><Relationship Id="rId86" Type="http://schemas.openxmlformats.org/officeDocument/2006/relationships/customXml" Target="../ink/ink527.xml"/><Relationship Id="rId130" Type="http://schemas.openxmlformats.org/officeDocument/2006/relationships/customXml" Target="../ink/ink549.xml"/><Relationship Id="rId151" Type="http://schemas.openxmlformats.org/officeDocument/2006/relationships/image" Target="../media/image411.png"/><Relationship Id="rId172" Type="http://schemas.openxmlformats.org/officeDocument/2006/relationships/customXml" Target="../ink/ink570.xml"/><Relationship Id="rId193" Type="http://schemas.openxmlformats.org/officeDocument/2006/relationships/image" Target="../media/image432.png"/><Relationship Id="rId207" Type="http://schemas.openxmlformats.org/officeDocument/2006/relationships/image" Target="../media/image439.png"/><Relationship Id="rId228" Type="http://schemas.openxmlformats.org/officeDocument/2006/relationships/customXml" Target="../ink/ink598.xml"/><Relationship Id="rId249" Type="http://schemas.openxmlformats.org/officeDocument/2006/relationships/image" Target="../media/image460.png"/><Relationship Id="rId13" Type="http://schemas.openxmlformats.org/officeDocument/2006/relationships/image" Target="../media/image344.png"/><Relationship Id="rId109" Type="http://schemas.openxmlformats.org/officeDocument/2006/relationships/image" Target="../media/image390.png"/><Relationship Id="rId260" Type="http://schemas.openxmlformats.org/officeDocument/2006/relationships/customXml" Target="../ink/ink614.xml"/><Relationship Id="rId34" Type="http://schemas.openxmlformats.org/officeDocument/2006/relationships/customXml" Target="../ink/ink501.xml"/><Relationship Id="rId55" Type="http://schemas.openxmlformats.org/officeDocument/2006/relationships/image" Target="../media/image364.png"/><Relationship Id="rId76" Type="http://schemas.openxmlformats.org/officeDocument/2006/relationships/customXml" Target="../ink/ink522.xml"/><Relationship Id="rId97" Type="http://schemas.openxmlformats.org/officeDocument/2006/relationships/image" Target="../media/image385.png"/><Relationship Id="rId120" Type="http://schemas.openxmlformats.org/officeDocument/2006/relationships/customXml" Target="../ink/ink544.xml"/><Relationship Id="rId141" Type="http://schemas.openxmlformats.org/officeDocument/2006/relationships/image" Target="../media/image406.png"/><Relationship Id="rId7" Type="http://schemas.openxmlformats.org/officeDocument/2006/relationships/image" Target="../media/image341.png"/><Relationship Id="rId162" Type="http://schemas.openxmlformats.org/officeDocument/2006/relationships/customXml" Target="../ink/ink565.xml"/><Relationship Id="rId183" Type="http://schemas.openxmlformats.org/officeDocument/2006/relationships/image" Target="../media/image427.png"/><Relationship Id="rId218" Type="http://schemas.openxmlformats.org/officeDocument/2006/relationships/customXml" Target="../ink/ink593.xml"/><Relationship Id="rId239" Type="http://schemas.openxmlformats.org/officeDocument/2006/relationships/image" Target="../media/image455.png"/><Relationship Id="rId250" Type="http://schemas.openxmlformats.org/officeDocument/2006/relationships/customXml" Target="../ink/ink609.xml"/><Relationship Id="rId271" Type="http://schemas.openxmlformats.org/officeDocument/2006/relationships/image" Target="../media/image471.png"/><Relationship Id="rId24" Type="http://schemas.openxmlformats.org/officeDocument/2006/relationships/customXml" Target="../ink/ink496.xml"/><Relationship Id="rId45" Type="http://schemas.openxmlformats.org/officeDocument/2006/relationships/image" Target="../media/image360.png"/><Relationship Id="rId66" Type="http://schemas.openxmlformats.org/officeDocument/2006/relationships/customXml" Target="../ink/ink517.xml"/><Relationship Id="rId87" Type="http://schemas.openxmlformats.org/officeDocument/2006/relationships/image" Target="../media/image380.png"/><Relationship Id="rId110" Type="http://schemas.openxmlformats.org/officeDocument/2006/relationships/customXml" Target="../ink/ink539.xml"/><Relationship Id="rId131" Type="http://schemas.openxmlformats.org/officeDocument/2006/relationships/image" Target="../media/image401.png"/><Relationship Id="rId152" Type="http://schemas.openxmlformats.org/officeDocument/2006/relationships/customXml" Target="../ink/ink560.xml"/><Relationship Id="rId173" Type="http://schemas.openxmlformats.org/officeDocument/2006/relationships/image" Target="../media/image422.png"/><Relationship Id="rId194" Type="http://schemas.openxmlformats.org/officeDocument/2006/relationships/customXml" Target="../ink/ink581.xml"/><Relationship Id="rId208" Type="http://schemas.openxmlformats.org/officeDocument/2006/relationships/customXml" Target="../ink/ink588.xml"/><Relationship Id="rId229" Type="http://schemas.openxmlformats.org/officeDocument/2006/relationships/image" Target="../media/image450.png"/><Relationship Id="rId240" Type="http://schemas.openxmlformats.org/officeDocument/2006/relationships/customXml" Target="../ink/ink604.xml"/><Relationship Id="rId261" Type="http://schemas.openxmlformats.org/officeDocument/2006/relationships/image" Target="../media/image466.png"/><Relationship Id="rId14" Type="http://schemas.openxmlformats.org/officeDocument/2006/relationships/customXml" Target="../ink/ink491.xml"/><Relationship Id="rId35" Type="http://schemas.openxmlformats.org/officeDocument/2006/relationships/image" Target="../media/image355.png"/><Relationship Id="rId56" Type="http://schemas.openxmlformats.org/officeDocument/2006/relationships/customXml" Target="../ink/ink512.xml"/><Relationship Id="rId77" Type="http://schemas.openxmlformats.org/officeDocument/2006/relationships/image" Target="../media/image375.png"/><Relationship Id="rId100" Type="http://schemas.openxmlformats.org/officeDocument/2006/relationships/customXml" Target="../ink/ink534.xml"/><Relationship Id="rId8" Type="http://schemas.openxmlformats.org/officeDocument/2006/relationships/customXml" Target="../ink/ink488.xml"/><Relationship Id="rId98" Type="http://schemas.openxmlformats.org/officeDocument/2006/relationships/customXml" Target="../ink/ink533.xml"/><Relationship Id="rId121" Type="http://schemas.openxmlformats.org/officeDocument/2006/relationships/image" Target="../media/image396.png"/><Relationship Id="rId142" Type="http://schemas.openxmlformats.org/officeDocument/2006/relationships/customXml" Target="../ink/ink555.xml"/><Relationship Id="rId163" Type="http://schemas.openxmlformats.org/officeDocument/2006/relationships/image" Target="../media/image417.png"/><Relationship Id="rId184" Type="http://schemas.openxmlformats.org/officeDocument/2006/relationships/customXml" Target="../ink/ink576.xml"/><Relationship Id="rId219" Type="http://schemas.openxmlformats.org/officeDocument/2006/relationships/image" Target="../media/image445.png"/><Relationship Id="rId230" Type="http://schemas.openxmlformats.org/officeDocument/2006/relationships/customXml" Target="../ink/ink599.xml"/><Relationship Id="rId251" Type="http://schemas.openxmlformats.org/officeDocument/2006/relationships/image" Target="../media/image461.png"/><Relationship Id="rId25" Type="http://schemas.openxmlformats.org/officeDocument/2006/relationships/image" Target="../media/image350.png"/><Relationship Id="rId46" Type="http://schemas.openxmlformats.org/officeDocument/2006/relationships/customXml" Target="../ink/ink507.xml"/><Relationship Id="rId67" Type="http://schemas.openxmlformats.org/officeDocument/2006/relationships/image" Target="../media/image370.png"/><Relationship Id="rId272" Type="http://schemas.openxmlformats.org/officeDocument/2006/relationships/customXml" Target="../ink/ink620.xml"/><Relationship Id="rId88" Type="http://schemas.openxmlformats.org/officeDocument/2006/relationships/customXml" Target="../ink/ink528.xml"/><Relationship Id="rId111" Type="http://schemas.openxmlformats.org/officeDocument/2006/relationships/image" Target="../media/image391.png"/><Relationship Id="rId132" Type="http://schemas.openxmlformats.org/officeDocument/2006/relationships/customXml" Target="../ink/ink550.xml"/><Relationship Id="rId153" Type="http://schemas.openxmlformats.org/officeDocument/2006/relationships/image" Target="../media/image412.png"/><Relationship Id="rId174" Type="http://schemas.openxmlformats.org/officeDocument/2006/relationships/customXml" Target="../ink/ink571.xml"/><Relationship Id="rId195" Type="http://schemas.openxmlformats.org/officeDocument/2006/relationships/image" Target="../media/image433.png"/><Relationship Id="rId209" Type="http://schemas.openxmlformats.org/officeDocument/2006/relationships/image" Target="../media/image440.png"/><Relationship Id="rId220" Type="http://schemas.openxmlformats.org/officeDocument/2006/relationships/customXml" Target="../ink/ink594.xml"/><Relationship Id="rId241" Type="http://schemas.openxmlformats.org/officeDocument/2006/relationships/image" Target="../media/image456.png"/><Relationship Id="rId15" Type="http://schemas.openxmlformats.org/officeDocument/2006/relationships/image" Target="../media/image345.png"/><Relationship Id="rId36" Type="http://schemas.openxmlformats.org/officeDocument/2006/relationships/customXml" Target="../ink/ink502.xml"/><Relationship Id="rId57" Type="http://schemas.openxmlformats.org/officeDocument/2006/relationships/image" Target="../media/image365.png"/><Relationship Id="rId262" Type="http://schemas.openxmlformats.org/officeDocument/2006/relationships/customXml" Target="../ink/ink615.xml"/><Relationship Id="rId78" Type="http://schemas.openxmlformats.org/officeDocument/2006/relationships/customXml" Target="../ink/ink523.xml"/><Relationship Id="rId99" Type="http://schemas.openxmlformats.org/officeDocument/2006/relationships/image" Target="../media/image386.png"/><Relationship Id="rId101" Type="http://schemas.openxmlformats.org/officeDocument/2006/relationships/image" Target="../media/image387.png"/><Relationship Id="rId122" Type="http://schemas.openxmlformats.org/officeDocument/2006/relationships/customXml" Target="../ink/ink545.xml"/><Relationship Id="rId143" Type="http://schemas.openxmlformats.org/officeDocument/2006/relationships/image" Target="../media/image407.png"/><Relationship Id="rId164" Type="http://schemas.openxmlformats.org/officeDocument/2006/relationships/customXml" Target="../ink/ink566.xml"/><Relationship Id="rId185" Type="http://schemas.openxmlformats.org/officeDocument/2006/relationships/image" Target="../media/image428.png"/><Relationship Id="rId9" Type="http://schemas.openxmlformats.org/officeDocument/2006/relationships/image" Target="../media/image342.png"/><Relationship Id="rId210" Type="http://schemas.openxmlformats.org/officeDocument/2006/relationships/customXml" Target="../ink/ink589.xml"/><Relationship Id="rId26" Type="http://schemas.openxmlformats.org/officeDocument/2006/relationships/customXml" Target="../ink/ink497.xml"/><Relationship Id="rId231" Type="http://schemas.openxmlformats.org/officeDocument/2006/relationships/image" Target="../media/image451.png"/><Relationship Id="rId252" Type="http://schemas.openxmlformats.org/officeDocument/2006/relationships/customXml" Target="../ink/ink610.xml"/><Relationship Id="rId273" Type="http://schemas.openxmlformats.org/officeDocument/2006/relationships/image" Target="../media/image472.png"/><Relationship Id="rId47" Type="http://schemas.openxmlformats.org/officeDocument/2006/relationships/image" Target="../media/image361.png"/><Relationship Id="rId68" Type="http://schemas.openxmlformats.org/officeDocument/2006/relationships/customXml" Target="../ink/ink518.xml"/><Relationship Id="rId89" Type="http://schemas.openxmlformats.org/officeDocument/2006/relationships/image" Target="../media/image381.png"/><Relationship Id="rId112" Type="http://schemas.openxmlformats.org/officeDocument/2006/relationships/customXml" Target="../ink/ink540.xml"/><Relationship Id="rId133" Type="http://schemas.openxmlformats.org/officeDocument/2006/relationships/image" Target="../media/image402.png"/><Relationship Id="rId154" Type="http://schemas.openxmlformats.org/officeDocument/2006/relationships/customXml" Target="../ink/ink561.xml"/><Relationship Id="rId175" Type="http://schemas.openxmlformats.org/officeDocument/2006/relationships/image" Target="../media/image423.png"/><Relationship Id="rId196" Type="http://schemas.openxmlformats.org/officeDocument/2006/relationships/customXml" Target="../ink/ink582.xml"/><Relationship Id="rId200" Type="http://schemas.openxmlformats.org/officeDocument/2006/relationships/customXml" Target="../ink/ink584.xml"/><Relationship Id="rId16" Type="http://schemas.openxmlformats.org/officeDocument/2006/relationships/customXml" Target="../ink/ink492.xml"/><Relationship Id="rId221" Type="http://schemas.openxmlformats.org/officeDocument/2006/relationships/image" Target="../media/image446.png"/><Relationship Id="rId242" Type="http://schemas.openxmlformats.org/officeDocument/2006/relationships/customXml" Target="../ink/ink605.xml"/><Relationship Id="rId263" Type="http://schemas.openxmlformats.org/officeDocument/2006/relationships/image" Target="../media/image467.png"/><Relationship Id="rId37" Type="http://schemas.openxmlformats.org/officeDocument/2006/relationships/image" Target="../media/image356.png"/><Relationship Id="rId58" Type="http://schemas.openxmlformats.org/officeDocument/2006/relationships/customXml" Target="../ink/ink513.xml"/><Relationship Id="rId79" Type="http://schemas.openxmlformats.org/officeDocument/2006/relationships/image" Target="../media/image376.png"/><Relationship Id="rId102" Type="http://schemas.openxmlformats.org/officeDocument/2006/relationships/customXml" Target="../ink/ink535.xml"/><Relationship Id="rId123" Type="http://schemas.openxmlformats.org/officeDocument/2006/relationships/image" Target="../media/image397.png"/><Relationship Id="rId144" Type="http://schemas.openxmlformats.org/officeDocument/2006/relationships/customXml" Target="../ink/ink556.xml"/><Relationship Id="rId90" Type="http://schemas.openxmlformats.org/officeDocument/2006/relationships/customXml" Target="../ink/ink529.xml"/><Relationship Id="rId165" Type="http://schemas.openxmlformats.org/officeDocument/2006/relationships/image" Target="../media/image418.png"/><Relationship Id="rId186" Type="http://schemas.openxmlformats.org/officeDocument/2006/relationships/customXml" Target="../ink/ink577.xml"/><Relationship Id="rId211" Type="http://schemas.openxmlformats.org/officeDocument/2006/relationships/image" Target="../media/image441.png"/><Relationship Id="rId232" Type="http://schemas.openxmlformats.org/officeDocument/2006/relationships/customXml" Target="../ink/ink600.xml"/><Relationship Id="rId253" Type="http://schemas.openxmlformats.org/officeDocument/2006/relationships/image" Target="../media/image462.png"/><Relationship Id="rId27" Type="http://schemas.openxmlformats.org/officeDocument/2006/relationships/image" Target="../media/image351.png"/><Relationship Id="rId48" Type="http://schemas.openxmlformats.org/officeDocument/2006/relationships/customXml" Target="../ink/ink508.xml"/><Relationship Id="rId69" Type="http://schemas.openxmlformats.org/officeDocument/2006/relationships/image" Target="../media/image371.png"/><Relationship Id="rId113" Type="http://schemas.openxmlformats.org/officeDocument/2006/relationships/image" Target="../media/image392.png"/><Relationship Id="rId134" Type="http://schemas.openxmlformats.org/officeDocument/2006/relationships/customXml" Target="../ink/ink551.xml"/><Relationship Id="rId80" Type="http://schemas.openxmlformats.org/officeDocument/2006/relationships/customXml" Target="../ink/ink524.xml"/><Relationship Id="rId155" Type="http://schemas.openxmlformats.org/officeDocument/2006/relationships/image" Target="../media/image413.png"/><Relationship Id="rId176" Type="http://schemas.openxmlformats.org/officeDocument/2006/relationships/customXml" Target="../ink/ink572.xml"/><Relationship Id="rId197" Type="http://schemas.openxmlformats.org/officeDocument/2006/relationships/image" Target="../media/image434.png"/><Relationship Id="rId201" Type="http://schemas.openxmlformats.org/officeDocument/2006/relationships/image" Target="../media/image436.png"/><Relationship Id="rId222" Type="http://schemas.openxmlformats.org/officeDocument/2006/relationships/customXml" Target="../ink/ink595.xml"/><Relationship Id="rId243" Type="http://schemas.openxmlformats.org/officeDocument/2006/relationships/image" Target="../media/image457.png"/><Relationship Id="rId264" Type="http://schemas.openxmlformats.org/officeDocument/2006/relationships/customXml" Target="../ink/ink616.xml"/><Relationship Id="rId17" Type="http://schemas.openxmlformats.org/officeDocument/2006/relationships/image" Target="../media/image346.png"/><Relationship Id="rId38" Type="http://schemas.openxmlformats.org/officeDocument/2006/relationships/customXml" Target="../ink/ink503.xml"/><Relationship Id="rId59" Type="http://schemas.openxmlformats.org/officeDocument/2006/relationships/image" Target="../media/image366.png"/><Relationship Id="rId103" Type="http://schemas.openxmlformats.org/officeDocument/2006/relationships/image" Target="../media/image388.png"/><Relationship Id="rId124" Type="http://schemas.openxmlformats.org/officeDocument/2006/relationships/customXml" Target="../ink/ink546.xml"/><Relationship Id="rId70" Type="http://schemas.openxmlformats.org/officeDocument/2006/relationships/customXml" Target="../ink/ink519.xml"/><Relationship Id="rId91" Type="http://schemas.openxmlformats.org/officeDocument/2006/relationships/image" Target="../media/image382.png"/><Relationship Id="rId145" Type="http://schemas.openxmlformats.org/officeDocument/2006/relationships/image" Target="../media/image408.png"/><Relationship Id="rId166" Type="http://schemas.openxmlformats.org/officeDocument/2006/relationships/customXml" Target="../ink/ink567.xml"/><Relationship Id="rId187" Type="http://schemas.openxmlformats.org/officeDocument/2006/relationships/image" Target="../media/image42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90.xml"/><Relationship Id="rId233" Type="http://schemas.openxmlformats.org/officeDocument/2006/relationships/image" Target="../media/image452.png"/><Relationship Id="rId254" Type="http://schemas.openxmlformats.org/officeDocument/2006/relationships/customXml" Target="../ink/ink611.xml"/><Relationship Id="rId28" Type="http://schemas.openxmlformats.org/officeDocument/2006/relationships/customXml" Target="../ink/ink498.xml"/><Relationship Id="rId49" Type="http://schemas.openxmlformats.org/officeDocument/2006/relationships/image" Target="../media/image259.png"/><Relationship Id="rId114" Type="http://schemas.openxmlformats.org/officeDocument/2006/relationships/customXml" Target="../ink/ink541.xml"/><Relationship Id="rId60" Type="http://schemas.openxmlformats.org/officeDocument/2006/relationships/customXml" Target="../ink/ink514.xml"/><Relationship Id="rId81" Type="http://schemas.openxmlformats.org/officeDocument/2006/relationships/image" Target="../media/image377.png"/><Relationship Id="rId135" Type="http://schemas.openxmlformats.org/officeDocument/2006/relationships/image" Target="../media/image403.png"/><Relationship Id="rId156" Type="http://schemas.openxmlformats.org/officeDocument/2006/relationships/customXml" Target="../ink/ink562.xml"/><Relationship Id="rId177" Type="http://schemas.openxmlformats.org/officeDocument/2006/relationships/image" Target="../media/image424.png"/><Relationship Id="rId198" Type="http://schemas.openxmlformats.org/officeDocument/2006/relationships/customXml" Target="../ink/ink583.xml"/><Relationship Id="rId202" Type="http://schemas.openxmlformats.org/officeDocument/2006/relationships/customXml" Target="../ink/ink585.xml"/><Relationship Id="rId223" Type="http://schemas.openxmlformats.org/officeDocument/2006/relationships/image" Target="../media/image447.png"/><Relationship Id="rId244" Type="http://schemas.openxmlformats.org/officeDocument/2006/relationships/customXml" Target="../ink/ink606.xml"/><Relationship Id="rId18" Type="http://schemas.openxmlformats.org/officeDocument/2006/relationships/customXml" Target="../ink/ink493.xml"/><Relationship Id="rId39" Type="http://schemas.openxmlformats.org/officeDocument/2006/relationships/image" Target="../media/image357.png"/><Relationship Id="rId265" Type="http://schemas.openxmlformats.org/officeDocument/2006/relationships/image" Target="../media/image468.png"/><Relationship Id="rId50" Type="http://schemas.openxmlformats.org/officeDocument/2006/relationships/customXml" Target="../ink/ink509.xml"/><Relationship Id="rId104" Type="http://schemas.openxmlformats.org/officeDocument/2006/relationships/customXml" Target="../ink/ink536.xml"/><Relationship Id="rId125" Type="http://schemas.openxmlformats.org/officeDocument/2006/relationships/image" Target="../media/image398.png"/><Relationship Id="rId146" Type="http://schemas.openxmlformats.org/officeDocument/2006/relationships/customXml" Target="../ink/ink557.xml"/><Relationship Id="rId167" Type="http://schemas.openxmlformats.org/officeDocument/2006/relationships/image" Target="../media/image419.png"/><Relationship Id="rId188" Type="http://schemas.openxmlformats.org/officeDocument/2006/relationships/customXml" Target="../ink/ink578.xml"/><Relationship Id="rId71" Type="http://schemas.openxmlformats.org/officeDocument/2006/relationships/image" Target="../media/image372.png"/><Relationship Id="rId92" Type="http://schemas.openxmlformats.org/officeDocument/2006/relationships/customXml" Target="../ink/ink530.xml"/><Relationship Id="rId213" Type="http://schemas.openxmlformats.org/officeDocument/2006/relationships/image" Target="../media/image442.png"/><Relationship Id="rId234" Type="http://schemas.openxmlformats.org/officeDocument/2006/relationships/customXml" Target="../ink/ink601.xml"/><Relationship Id="rId2" Type="http://schemas.openxmlformats.org/officeDocument/2006/relationships/customXml" Target="../ink/ink485.xml"/><Relationship Id="rId29" Type="http://schemas.openxmlformats.org/officeDocument/2006/relationships/image" Target="../media/image352.png"/><Relationship Id="rId255" Type="http://schemas.openxmlformats.org/officeDocument/2006/relationships/image" Target="../media/image463.png"/><Relationship Id="rId40" Type="http://schemas.openxmlformats.org/officeDocument/2006/relationships/customXml" Target="../ink/ink504.xml"/><Relationship Id="rId115" Type="http://schemas.openxmlformats.org/officeDocument/2006/relationships/image" Target="../media/image393.png"/><Relationship Id="rId136" Type="http://schemas.openxmlformats.org/officeDocument/2006/relationships/customXml" Target="../ink/ink552.xml"/><Relationship Id="rId157" Type="http://schemas.openxmlformats.org/officeDocument/2006/relationships/image" Target="../media/image414.png"/><Relationship Id="rId178" Type="http://schemas.openxmlformats.org/officeDocument/2006/relationships/customXml" Target="../ink/ink573.xml"/><Relationship Id="rId61" Type="http://schemas.openxmlformats.org/officeDocument/2006/relationships/image" Target="../media/image367.png"/><Relationship Id="rId82" Type="http://schemas.openxmlformats.org/officeDocument/2006/relationships/customXml" Target="../ink/ink525.xml"/><Relationship Id="rId199" Type="http://schemas.openxmlformats.org/officeDocument/2006/relationships/image" Target="../media/image435.png"/><Relationship Id="rId203" Type="http://schemas.openxmlformats.org/officeDocument/2006/relationships/image" Target="../media/image437.png"/><Relationship Id="rId19" Type="http://schemas.openxmlformats.org/officeDocument/2006/relationships/image" Target="../media/image347.png"/><Relationship Id="rId224" Type="http://schemas.openxmlformats.org/officeDocument/2006/relationships/customXml" Target="../ink/ink596.xml"/><Relationship Id="rId245" Type="http://schemas.openxmlformats.org/officeDocument/2006/relationships/image" Target="../media/image458.png"/><Relationship Id="rId266" Type="http://schemas.openxmlformats.org/officeDocument/2006/relationships/customXml" Target="../ink/ink617.xml"/><Relationship Id="rId30" Type="http://schemas.openxmlformats.org/officeDocument/2006/relationships/customXml" Target="../ink/ink499.xml"/><Relationship Id="rId105" Type="http://schemas.openxmlformats.org/officeDocument/2006/relationships/image" Target="../media/image338.png"/><Relationship Id="rId126" Type="http://schemas.openxmlformats.org/officeDocument/2006/relationships/customXml" Target="../ink/ink547.xml"/><Relationship Id="rId147" Type="http://schemas.openxmlformats.org/officeDocument/2006/relationships/image" Target="../media/image409.png"/><Relationship Id="rId168" Type="http://schemas.openxmlformats.org/officeDocument/2006/relationships/customXml" Target="../ink/ink568.xml"/><Relationship Id="rId51" Type="http://schemas.openxmlformats.org/officeDocument/2006/relationships/image" Target="../media/image362.png"/><Relationship Id="rId72" Type="http://schemas.openxmlformats.org/officeDocument/2006/relationships/customXml" Target="../ink/ink520.xml"/><Relationship Id="rId93" Type="http://schemas.openxmlformats.org/officeDocument/2006/relationships/image" Target="../media/image383.png"/><Relationship Id="rId189" Type="http://schemas.openxmlformats.org/officeDocument/2006/relationships/image" Target="../media/image430.png"/><Relationship Id="rId3" Type="http://schemas.openxmlformats.org/officeDocument/2006/relationships/image" Target="../media/image339.png"/><Relationship Id="rId214" Type="http://schemas.openxmlformats.org/officeDocument/2006/relationships/customXml" Target="../ink/ink591.xml"/><Relationship Id="rId235" Type="http://schemas.openxmlformats.org/officeDocument/2006/relationships/image" Target="../media/image453.png"/><Relationship Id="rId256" Type="http://schemas.openxmlformats.org/officeDocument/2006/relationships/customXml" Target="../ink/ink612.xml"/><Relationship Id="rId116" Type="http://schemas.openxmlformats.org/officeDocument/2006/relationships/customXml" Target="../ink/ink542.xml"/><Relationship Id="rId137" Type="http://schemas.openxmlformats.org/officeDocument/2006/relationships/image" Target="../media/image404.png"/><Relationship Id="rId158" Type="http://schemas.openxmlformats.org/officeDocument/2006/relationships/customXml" Target="../ink/ink563.xml"/><Relationship Id="rId20" Type="http://schemas.openxmlformats.org/officeDocument/2006/relationships/customXml" Target="../ink/ink494.xml"/><Relationship Id="rId41" Type="http://schemas.openxmlformats.org/officeDocument/2006/relationships/image" Target="../media/image358.png"/><Relationship Id="rId62" Type="http://schemas.openxmlformats.org/officeDocument/2006/relationships/customXml" Target="../ink/ink515.xml"/><Relationship Id="rId83" Type="http://schemas.openxmlformats.org/officeDocument/2006/relationships/image" Target="../media/image378.png"/><Relationship Id="rId179" Type="http://schemas.openxmlformats.org/officeDocument/2006/relationships/image" Target="../media/image425.png"/><Relationship Id="rId190" Type="http://schemas.openxmlformats.org/officeDocument/2006/relationships/customXml" Target="../ink/ink579.xml"/><Relationship Id="rId204" Type="http://schemas.openxmlformats.org/officeDocument/2006/relationships/customXml" Target="../ink/ink586.xml"/><Relationship Id="rId225" Type="http://schemas.openxmlformats.org/officeDocument/2006/relationships/image" Target="../media/image448.png"/><Relationship Id="rId246" Type="http://schemas.openxmlformats.org/officeDocument/2006/relationships/customXml" Target="../ink/ink607.xml"/><Relationship Id="rId267" Type="http://schemas.openxmlformats.org/officeDocument/2006/relationships/image" Target="../media/image469.png"/><Relationship Id="rId106" Type="http://schemas.openxmlformats.org/officeDocument/2006/relationships/customXml" Target="../ink/ink537.xml"/><Relationship Id="rId127" Type="http://schemas.openxmlformats.org/officeDocument/2006/relationships/image" Target="../media/image399.png"/><Relationship Id="rId10" Type="http://schemas.openxmlformats.org/officeDocument/2006/relationships/customXml" Target="../ink/ink489.xml"/><Relationship Id="rId31" Type="http://schemas.openxmlformats.org/officeDocument/2006/relationships/image" Target="../media/image353.png"/><Relationship Id="rId52" Type="http://schemas.openxmlformats.org/officeDocument/2006/relationships/customXml" Target="../ink/ink510.xml"/><Relationship Id="rId73" Type="http://schemas.openxmlformats.org/officeDocument/2006/relationships/image" Target="../media/image373.png"/><Relationship Id="rId94" Type="http://schemas.openxmlformats.org/officeDocument/2006/relationships/customXml" Target="../ink/ink531.xml"/><Relationship Id="rId148" Type="http://schemas.openxmlformats.org/officeDocument/2006/relationships/customXml" Target="../ink/ink558.xml"/><Relationship Id="rId169" Type="http://schemas.openxmlformats.org/officeDocument/2006/relationships/image" Target="../media/image420.png"/><Relationship Id="rId4" Type="http://schemas.openxmlformats.org/officeDocument/2006/relationships/customXml" Target="../ink/ink486.xml"/><Relationship Id="rId180" Type="http://schemas.openxmlformats.org/officeDocument/2006/relationships/customXml" Target="../ink/ink574.xml"/><Relationship Id="rId215" Type="http://schemas.openxmlformats.org/officeDocument/2006/relationships/image" Target="../media/image443.png"/><Relationship Id="rId236" Type="http://schemas.openxmlformats.org/officeDocument/2006/relationships/customXml" Target="../ink/ink602.xml"/><Relationship Id="rId257" Type="http://schemas.openxmlformats.org/officeDocument/2006/relationships/image" Target="../media/image464.png"/><Relationship Id="rId42" Type="http://schemas.openxmlformats.org/officeDocument/2006/relationships/customXml" Target="../ink/ink505.xml"/><Relationship Id="rId84" Type="http://schemas.openxmlformats.org/officeDocument/2006/relationships/customXml" Target="../ink/ink526.xml"/><Relationship Id="rId138" Type="http://schemas.openxmlformats.org/officeDocument/2006/relationships/customXml" Target="../ink/ink553.xml"/><Relationship Id="rId191" Type="http://schemas.openxmlformats.org/officeDocument/2006/relationships/image" Target="../media/image431.png"/><Relationship Id="rId205" Type="http://schemas.openxmlformats.org/officeDocument/2006/relationships/image" Target="../media/image438.png"/><Relationship Id="rId247" Type="http://schemas.openxmlformats.org/officeDocument/2006/relationships/image" Target="../media/image459.png"/><Relationship Id="rId107" Type="http://schemas.openxmlformats.org/officeDocument/2006/relationships/image" Target="../media/image389.png"/><Relationship Id="rId11" Type="http://schemas.openxmlformats.org/officeDocument/2006/relationships/image" Target="../media/image343.png"/><Relationship Id="rId53" Type="http://schemas.openxmlformats.org/officeDocument/2006/relationships/image" Target="../media/image363.png"/><Relationship Id="rId149" Type="http://schemas.openxmlformats.org/officeDocument/2006/relationships/image" Target="../media/image4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4.xml"/><Relationship Id="rId3" Type="http://schemas.openxmlformats.org/officeDocument/2006/relationships/image" Target="../media/image473.png"/><Relationship Id="rId7" Type="http://schemas.openxmlformats.org/officeDocument/2006/relationships/image" Target="../media/image475.png"/><Relationship Id="rId2" Type="http://schemas.openxmlformats.org/officeDocument/2006/relationships/customXml" Target="../ink/ink6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23.xml"/><Relationship Id="rId11" Type="http://schemas.openxmlformats.org/officeDocument/2006/relationships/image" Target="../media/image477.png"/><Relationship Id="rId5" Type="http://schemas.openxmlformats.org/officeDocument/2006/relationships/image" Target="../media/image474.png"/><Relationship Id="rId10" Type="http://schemas.openxmlformats.org/officeDocument/2006/relationships/customXml" Target="../ink/ink625.xml"/><Relationship Id="rId4" Type="http://schemas.openxmlformats.org/officeDocument/2006/relationships/customXml" Target="../ink/ink622.xml"/><Relationship Id="rId9" Type="http://schemas.openxmlformats.org/officeDocument/2006/relationships/image" Target="../media/image47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0.png"/><Relationship Id="rId2" Type="http://schemas.openxmlformats.org/officeDocument/2006/relationships/customXml" Target="../ink/ink62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78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hyperlink" Target="http://www.dribbble.com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4.jpeg"/><Relationship Id="rId3" Type="http://schemas.openxmlformats.org/officeDocument/2006/relationships/image" Target="../media/image479.jpeg"/><Relationship Id="rId7" Type="http://schemas.openxmlformats.org/officeDocument/2006/relationships/image" Target="../media/image48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82.tiff"/><Relationship Id="rId5" Type="http://schemas.openxmlformats.org/officeDocument/2006/relationships/image" Target="../media/image481.tiff"/><Relationship Id="rId4" Type="http://schemas.openxmlformats.org/officeDocument/2006/relationships/image" Target="../media/image480.tiff"/><Relationship Id="rId9" Type="http://schemas.openxmlformats.org/officeDocument/2006/relationships/image" Target="../media/image4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52550"/>
            <a:ext cx="8229600" cy="129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PH" sz="3600" dirty="0"/>
              <a:t>SAP Build Training for Corporate Professionals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95550"/>
            <a:ext cx="8229600" cy="914400"/>
          </a:xfrm>
        </p:spPr>
        <p:txBody>
          <a:bodyPr>
            <a:normAutofit/>
          </a:bodyPr>
          <a:lstStyle/>
          <a:p>
            <a:r>
              <a:rPr lang="en-PH" sz="3600" b="1">
                <a:solidFill>
                  <a:srgbClr val="00B050"/>
                </a:solidFill>
                <a:latin typeface="Cooper Black" panose="0208090404030B020404" pitchFamily="18" charset="0"/>
              </a:rPr>
              <a:t>www.anubhavtrainings.com</a:t>
            </a:r>
            <a:endParaRPr lang="en-PH" sz="3600" b="1" dirty="0">
              <a:solidFill>
                <a:srgbClr val="00B050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Google Shape;500;p1">
            <a:extLst>
              <a:ext uri="{FF2B5EF4-FFF2-40B4-BE49-F238E27FC236}">
                <a16:creationId xmlns:a16="http://schemas.microsoft.com/office/drawing/2014/main" id="{A035E2B0-75D9-4BCC-1173-8F7FB8C99C8A}"/>
              </a:ext>
            </a:extLst>
          </p:cNvPr>
          <p:cNvSpPr txBox="1"/>
          <p:nvPr/>
        </p:nvSpPr>
        <p:spPr>
          <a:xfrm>
            <a:off x="609600" y="496005"/>
            <a:ext cx="1828800" cy="646290"/>
          </a:xfrm>
          <a:prstGeom prst="rect">
            <a:avLst/>
          </a:prstGeom>
          <a:gradFill>
            <a:gsLst>
              <a:gs pos="0">
                <a:srgbClr val="F3FCFF"/>
              </a:gs>
              <a:gs pos="35000">
                <a:srgbClr val="F6FCFF"/>
              </a:gs>
              <a:gs pos="100000">
                <a:srgbClr val="FBFFFF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j-ea"/>
                <a:cs typeface="Arial" pitchFamily="34" charset="0"/>
                <a:sym typeface="Corben"/>
              </a:rPr>
              <a:t>DAY-29</a:t>
            </a:r>
          </a:p>
        </p:txBody>
      </p:sp>
      <p:pic>
        <p:nvPicPr>
          <p:cNvPr id="6" name="Google Shape;497;p1">
            <a:extLst>
              <a:ext uri="{FF2B5EF4-FFF2-40B4-BE49-F238E27FC236}">
                <a16:creationId xmlns:a16="http://schemas.microsoft.com/office/drawing/2014/main" id="{503397FB-5BCD-D008-7827-9E43E26D9D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3181350"/>
            <a:ext cx="1733995" cy="1656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08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2382" y="-10043"/>
            <a:ext cx="9139238" cy="569185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2" y="2392863"/>
            <a:ext cx="9139238" cy="188222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2" y="2522237"/>
            <a:ext cx="9139238" cy="159582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2881727" y="2577435"/>
            <a:ext cx="3380548" cy="5077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26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2474" spc="113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32706" y="3044889"/>
            <a:ext cx="8478590" cy="922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17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609600" y="2190750"/>
            <a:ext cx="79248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19200" y="1733550"/>
            <a:ext cx="6705600" cy="933450"/>
            <a:chOff x="914400" y="2190750"/>
            <a:chExt cx="6705600" cy="933450"/>
          </a:xfrm>
          <a:solidFill>
            <a:srgbClr val="0563B8"/>
          </a:solidFill>
        </p:grpSpPr>
        <p:sp>
          <p:nvSpPr>
            <p:cNvPr id="4" name="Oval 3"/>
            <p:cNvSpPr/>
            <p:nvPr/>
          </p:nvSpPr>
          <p:spPr>
            <a:xfrm>
              <a:off x="9144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8384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7625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6865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05600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Create Chart Controls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457325" y="1952625"/>
            <a:ext cx="443206" cy="484863"/>
            <a:chOff x="1981201" y="1547809"/>
            <a:chExt cx="443206" cy="484863"/>
          </a:xfrm>
          <a:solidFill>
            <a:schemeClr val="bg1"/>
          </a:solidFill>
        </p:grpSpPr>
        <p:sp>
          <p:nvSpPr>
            <p:cNvPr id="1030" name="Freeform 6"/>
            <p:cNvSpPr>
              <a:spLocks noEditPoints="1"/>
            </p:cNvSpPr>
            <p:nvPr/>
          </p:nvSpPr>
          <p:spPr bwMode="auto">
            <a:xfrm>
              <a:off x="2085003" y="1547809"/>
              <a:ext cx="339404" cy="340770"/>
            </a:xfrm>
            <a:custGeom>
              <a:avLst/>
              <a:gdLst/>
              <a:ahLst/>
              <a:cxnLst>
                <a:cxn ang="0">
                  <a:pos x="219" y="91"/>
                </a:cxn>
                <a:cxn ang="0">
                  <a:pos x="166" y="110"/>
                </a:cxn>
                <a:cxn ang="0">
                  <a:pos x="123" y="147"/>
                </a:cxn>
                <a:cxn ang="0">
                  <a:pos x="96" y="197"/>
                </a:cxn>
                <a:cxn ang="0">
                  <a:pos x="87" y="251"/>
                </a:cxn>
                <a:cxn ang="0">
                  <a:pos x="97" y="306"/>
                </a:cxn>
                <a:cxn ang="0">
                  <a:pos x="126" y="354"/>
                </a:cxn>
                <a:cxn ang="0">
                  <a:pos x="170" y="390"/>
                </a:cxn>
                <a:cxn ang="0">
                  <a:pos x="223" y="410"/>
                </a:cxn>
                <a:cxn ang="0">
                  <a:pos x="279" y="408"/>
                </a:cxn>
                <a:cxn ang="0">
                  <a:pos x="330" y="389"/>
                </a:cxn>
                <a:cxn ang="0">
                  <a:pos x="373" y="352"/>
                </a:cxn>
                <a:cxn ang="0">
                  <a:pos x="401" y="301"/>
                </a:cxn>
                <a:cxn ang="0">
                  <a:pos x="409" y="247"/>
                </a:cxn>
                <a:cxn ang="0">
                  <a:pos x="399" y="193"/>
                </a:cxn>
                <a:cxn ang="0">
                  <a:pos x="370" y="145"/>
                </a:cxn>
                <a:cxn ang="0">
                  <a:pos x="326" y="108"/>
                </a:cxn>
                <a:cxn ang="0">
                  <a:pos x="274" y="90"/>
                </a:cxn>
                <a:cxn ang="0">
                  <a:pos x="241" y="0"/>
                </a:cxn>
                <a:cxn ang="0">
                  <a:pos x="310" y="8"/>
                </a:cxn>
                <a:cxn ang="0">
                  <a:pos x="376" y="35"/>
                </a:cxn>
                <a:cxn ang="0">
                  <a:pos x="433" y="82"/>
                </a:cxn>
                <a:cxn ang="0">
                  <a:pos x="472" y="141"/>
                </a:cxn>
                <a:cxn ang="0">
                  <a:pos x="494" y="207"/>
                </a:cxn>
                <a:cxn ang="0">
                  <a:pos x="495" y="278"/>
                </a:cxn>
                <a:cxn ang="0">
                  <a:pos x="478" y="345"/>
                </a:cxn>
                <a:cxn ang="0">
                  <a:pos x="441" y="407"/>
                </a:cxn>
                <a:cxn ang="0">
                  <a:pos x="387" y="456"/>
                </a:cxn>
                <a:cxn ang="0">
                  <a:pos x="324" y="487"/>
                </a:cxn>
                <a:cxn ang="0">
                  <a:pos x="256" y="499"/>
                </a:cxn>
                <a:cxn ang="0">
                  <a:pos x="187" y="491"/>
                </a:cxn>
                <a:cxn ang="0">
                  <a:pos x="121" y="464"/>
                </a:cxn>
                <a:cxn ang="0">
                  <a:pos x="64" y="418"/>
                </a:cxn>
                <a:cxn ang="0">
                  <a:pos x="25" y="358"/>
                </a:cxn>
                <a:cxn ang="0">
                  <a:pos x="3" y="292"/>
                </a:cxn>
                <a:cxn ang="0">
                  <a:pos x="2" y="222"/>
                </a:cxn>
                <a:cxn ang="0">
                  <a:pos x="19" y="155"/>
                </a:cxn>
                <a:cxn ang="0">
                  <a:pos x="56" y="92"/>
                </a:cxn>
                <a:cxn ang="0">
                  <a:pos x="110" y="43"/>
                </a:cxn>
                <a:cxn ang="0">
                  <a:pos x="173" y="13"/>
                </a:cxn>
                <a:cxn ang="0">
                  <a:pos x="241" y="0"/>
                </a:cxn>
              </a:cxnLst>
              <a:rect l="0" t="0" r="r" b="b"/>
              <a:pathLst>
                <a:path w="497" h="499">
                  <a:moveTo>
                    <a:pt x="246" y="88"/>
                  </a:moveTo>
                  <a:lnTo>
                    <a:pt x="219" y="91"/>
                  </a:lnTo>
                  <a:lnTo>
                    <a:pt x="192" y="98"/>
                  </a:lnTo>
                  <a:lnTo>
                    <a:pt x="166" y="110"/>
                  </a:lnTo>
                  <a:lnTo>
                    <a:pt x="144" y="126"/>
                  </a:lnTo>
                  <a:lnTo>
                    <a:pt x="123" y="147"/>
                  </a:lnTo>
                  <a:lnTo>
                    <a:pt x="107" y="171"/>
                  </a:lnTo>
                  <a:lnTo>
                    <a:pt x="96" y="197"/>
                  </a:lnTo>
                  <a:lnTo>
                    <a:pt x="89" y="224"/>
                  </a:lnTo>
                  <a:lnTo>
                    <a:pt x="87" y="251"/>
                  </a:lnTo>
                  <a:lnTo>
                    <a:pt x="90" y="280"/>
                  </a:lnTo>
                  <a:lnTo>
                    <a:pt x="97" y="306"/>
                  </a:lnTo>
                  <a:lnTo>
                    <a:pt x="110" y="331"/>
                  </a:lnTo>
                  <a:lnTo>
                    <a:pt x="126" y="354"/>
                  </a:lnTo>
                  <a:lnTo>
                    <a:pt x="146" y="374"/>
                  </a:lnTo>
                  <a:lnTo>
                    <a:pt x="170" y="390"/>
                  </a:lnTo>
                  <a:lnTo>
                    <a:pt x="196" y="403"/>
                  </a:lnTo>
                  <a:lnTo>
                    <a:pt x="223" y="410"/>
                  </a:lnTo>
                  <a:lnTo>
                    <a:pt x="250" y="411"/>
                  </a:lnTo>
                  <a:lnTo>
                    <a:pt x="279" y="408"/>
                  </a:lnTo>
                  <a:lnTo>
                    <a:pt x="305" y="400"/>
                  </a:lnTo>
                  <a:lnTo>
                    <a:pt x="330" y="389"/>
                  </a:lnTo>
                  <a:lnTo>
                    <a:pt x="352" y="372"/>
                  </a:lnTo>
                  <a:lnTo>
                    <a:pt x="373" y="352"/>
                  </a:lnTo>
                  <a:lnTo>
                    <a:pt x="388" y="328"/>
                  </a:lnTo>
                  <a:lnTo>
                    <a:pt x="401" y="301"/>
                  </a:lnTo>
                  <a:lnTo>
                    <a:pt x="408" y="275"/>
                  </a:lnTo>
                  <a:lnTo>
                    <a:pt x="409" y="247"/>
                  </a:lnTo>
                  <a:lnTo>
                    <a:pt x="407" y="220"/>
                  </a:lnTo>
                  <a:lnTo>
                    <a:pt x="399" y="193"/>
                  </a:lnTo>
                  <a:lnTo>
                    <a:pt x="387" y="167"/>
                  </a:lnTo>
                  <a:lnTo>
                    <a:pt x="370" y="145"/>
                  </a:lnTo>
                  <a:lnTo>
                    <a:pt x="350" y="124"/>
                  </a:lnTo>
                  <a:lnTo>
                    <a:pt x="326" y="108"/>
                  </a:lnTo>
                  <a:lnTo>
                    <a:pt x="300" y="97"/>
                  </a:lnTo>
                  <a:lnTo>
                    <a:pt x="274" y="90"/>
                  </a:lnTo>
                  <a:lnTo>
                    <a:pt x="246" y="88"/>
                  </a:lnTo>
                  <a:close/>
                  <a:moveTo>
                    <a:pt x="241" y="0"/>
                  </a:moveTo>
                  <a:lnTo>
                    <a:pt x="276" y="2"/>
                  </a:lnTo>
                  <a:lnTo>
                    <a:pt x="310" y="8"/>
                  </a:lnTo>
                  <a:lnTo>
                    <a:pt x="343" y="19"/>
                  </a:lnTo>
                  <a:lnTo>
                    <a:pt x="376" y="35"/>
                  </a:lnTo>
                  <a:lnTo>
                    <a:pt x="405" y="57"/>
                  </a:lnTo>
                  <a:lnTo>
                    <a:pt x="433" y="82"/>
                  </a:lnTo>
                  <a:lnTo>
                    <a:pt x="454" y="110"/>
                  </a:lnTo>
                  <a:lnTo>
                    <a:pt x="472" y="141"/>
                  </a:lnTo>
                  <a:lnTo>
                    <a:pt x="485" y="174"/>
                  </a:lnTo>
                  <a:lnTo>
                    <a:pt x="494" y="207"/>
                  </a:lnTo>
                  <a:lnTo>
                    <a:pt x="497" y="242"/>
                  </a:lnTo>
                  <a:lnTo>
                    <a:pt x="495" y="278"/>
                  </a:lnTo>
                  <a:lnTo>
                    <a:pt x="489" y="312"/>
                  </a:lnTo>
                  <a:lnTo>
                    <a:pt x="478" y="345"/>
                  </a:lnTo>
                  <a:lnTo>
                    <a:pt x="462" y="378"/>
                  </a:lnTo>
                  <a:lnTo>
                    <a:pt x="441" y="407"/>
                  </a:lnTo>
                  <a:lnTo>
                    <a:pt x="416" y="435"/>
                  </a:lnTo>
                  <a:lnTo>
                    <a:pt x="387" y="456"/>
                  </a:lnTo>
                  <a:lnTo>
                    <a:pt x="357" y="474"/>
                  </a:lnTo>
                  <a:lnTo>
                    <a:pt x="324" y="487"/>
                  </a:lnTo>
                  <a:lnTo>
                    <a:pt x="291" y="496"/>
                  </a:lnTo>
                  <a:lnTo>
                    <a:pt x="256" y="499"/>
                  </a:lnTo>
                  <a:lnTo>
                    <a:pt x="221" y="497"/>
                  </a:lnTo>
                  <a:lnTo>
                    <a:pt x="187" y="491"/>
                  </a:lnTo>
                  <a:lnTo>
                    <a:pt x="154" y="480"/>
                  </a:lnTo>
                  <a:lnTo>
                    <a:pt x="121" y="464"/>
                  </a:lnTo>
                  <a:lnTo>
                    <a:pt x="92" y="443"/>
                  </a:lnTo>
                  <a:lnTo>
                    <a:pt x="64" y="418"/>
                  </a:lnTo>
                  <a:lnTo>
                    <a:pt x="43" y="389"/>
                  </a:lnTo>
                  <a:lnTo>
                    <a:pt x="25" y="358"/>
                  </a:lnTo>
                  <a:lnTo>
                    <a:pt x="12" y="325"/>
                  </a:lnTo>
                  <a:lnTo>
                    <a:pt x="3" y="292"/>
                  </a:lnTo>
                  <a:lnTo>
                    <a:pt x="0" y="257"/>
                  </a:lnTo>
                  <a:lnTo>
                    <a:pt x="2" y="222"/>
                  </a:lnTo>
                  <a:lnTo>
                    <a:pt x="8" y="188"/>
                  </a:lnTo>
                  <a:lnTo>
                    <a:pt x="19" y="155"/>
                  </a:lnTo>
                  <a:lnTo>
                    <a:pt x="35" y="122"/>
                  </a:lnTo>
                  <a:lnTo>
                    <a:pt x="56" y="92"/>
                  </a:lnTo>
                  <a:lnTo>
                    <a:pt x="81" y="65"/>
                  </a:lnTo>
                  <a:lnTo>
                    <a:pt x="110" y="43"/>
                  </a:lnTo>
                  <a:lnTo>
                    <a:pt x="140" y="25"/>
                  </a:lnTo>
                  <a:lnTo>
                    <a:pt x="173" y="13"/>
                  </a:lnTo>
                  <a:lnTo>
                    <a:pt x="206" y="3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1981201" y="1803216"/>
              <a:ext cx="204872" cy="229456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32" y="4"/>
                </a:cxn>
                <a:cxn ang="0">
                  <a:pos x="242" y="11"/>
                </a:cxn>
                <a:cxn ang="0">
                  <a:pos x="287" y="47"/>
                </a:cxn>
                <a:cxn ang="0">
                  <a:pos x="295" y="56"/>
                </a:cxn>
                <a:cxn ang="0">
                  <a:pos x="299" y="66"/>
                </a:cxn>
                <a:cxn ang="0">
                  <a:pos x="300" y="78"/>
                </a:cxn>
                <a:cxn ang="0">
                  <a:pos x="298" y="89"/>
                </a:cxn>
                <a:cxn ang="0">
                  <a:pos x="292" y="99"/>
                </a:cxn>
                <a:cxn ang="0">
                  <a:pos x="111" y="322"/>
                </a:cxn>
                <a:cxn ang="0">
                  <a:pos x="100" y="331"/>
                </a:cxn>
                <a:cxn ang="0">
                  <a:pos x="85" y="336"/>
                </a:cxn>
                <a:cxn ang="0">
                  <a:pos x="71" y="335"/>
                </a:cxn>
                <a:cxn ang="0">
                  <a:pos x="58" y="328"/>
                </a:cxn>
                <a:cxn ang="0">
                  <a:pos x="14" y="292"/>
                </a:cxn>
                <a:cxn ang="0">
                  <a:pos x="5" y="280"/>
                </a:cxn>
                <a:cxn ang="0">
                  <a:pos x="0" y="265"/>
                </a:cxn>
                <a:cxn ang="0">
                  <a:pos x="1" y="252"/>
                </a:cxn>
                <a:cxn ang="0">
                  <a:pos x="8" y="238"/>
                </a:cxn>
                <a:cxn ang="0">
                  <a:pos x="190" y="15"/>
                </a:cxn>
                <a:cxn ang="0">
                  <a:pos x="199" y="7"/>
                </a:cxn>
                <a:cxn ang="0">
                  <a:pos x="210" y="3"/>
                </a:cxn>
                <a:cxn ang="0">
                  <a:pos x="221" y="0"/>
                </a:cxn>
              </a:cxnLst>
              <a:rect l="0" t="0" r="r" b="b"/>
              <a:pathLst>
                <a:path w="300" h="336">
                  <a:moveTo>
                    <a:pt x="221" y="0"/>
                  </a:moveTo>
                  <a:lnTo>
                    <a:pt x="232" y="4"/>
                  </a:lnTo>
                  <a:lnTo>
                    <a:pt x="242" y="11"/>
                  </a:lnTo>
                  <a:lnTo>
                    <a:pt x="287" y="47"/>
                  </a:lnTo>
                  <a:lnTo>
                    <a:pt x="295" y="56"/>
                  </a:lnTo>
                  <a:lnTo>
                    <a:pt x="299" y="66"/>
                  </a:lnTo>
                  <a:lnTo>
                    <a:pt x="300" y="78"/>
                  </a:lnTo>
                  <a:lnTo>
                    <a:pt x="298" y="89"/>
                  </a:lnTo>
                  <a:lnTo>
                    <a:pt x="292" y="99"/>
                  </a:lnTo>
                  <a:lnTo>
                    <a:pt x="111" y="322"/>
                  </a:lnTo>
                  <a:lnTo>
                    <a:pt x="100" y="331"/>
                  </a:lnTo>
                  <a:lnTo>
                    <a:pt x="85" y="336"/>
                  </a:lnTo>
                  <a:lnTo>
                    <a:pt x="71" y="335"/>
                  </a:lnTo>
                  <a:lnTo>
                    <a:pt x="58" y="328"/>
                  </a:lnTo>
                  <a:lnTo>
                    <a:pt x="14" y="292"/>
                  </a:lnTo>
                  <a:lnTo>
                    <a:pt x="5" y="280"/>
                  </a:lnTo>
                  <a:lnTo>
                    <a:pt x="0" y="265"/>
                  </a:lnTo>
                  <a:lnTo>
                    <a:pt x="1" y="252"/>
                  </a:lnTo>
                  <a:lnTo>
                    <a:pt x="8" y="238"/>
                  </a:lnTo>
                  <a:lnTo>
                    <a:pt x="190" y="15"/>
                  </a:lnTo>
                  <a:lnTo>
                    <a:pt x="199" y="7"/>
                  </a:lnTo>
                  <a:lnTo>
                    <a:pt x="210" y="3"/>
                  </a:lnTo>
                  <a:lnTo>
                    <a:pt x="2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362325" y="1924050"/>
            <a:ext cx="482814" cy="544275"/>
            <a:chOff x="2698251" y="1515030"/>
            <a:chExt cx="482814" cy="544275"/>
          </a:xfrm>
          <a:solidFill>
            <a:schemeClr val="bg1"/>
          </a:solidFill>
        </p:grpSpPr>
        <p:sp>
          <p:nvSpPr>
            <p:cNvPr id="1032" name="Freeform 8"/>
            <p:cNvSpPr>
              <a:spLocks noEditPoints="1"/>
            </p:cNvSpPr>
            <p:nvPr/>
          </p:nvSpPr>
          <p:spPr bwMode="auto">
            <a:xfrm>
              <a:off x="2698251" y="1575125"/>
              <a:ext cx="482814" cy="484180"/>
            </a:xfrm>
            <a:custGeom>
              <a:avLst/>
              <a:gdLst/>
              <a:ahLst/>
              <a:cxnLst>
                <a:cxn ang="0">
                  <a:pos x="79" y="78"/>
                </a:cxn>
                <a:cxn ang="0">
                  <a:pos x="79" y="631"/>
                </a:cxn>
                <a:cxn ang="0">
                  <a:pos x="629" y="631"/>
                </a:cxn>
                <a:cxn ang="0">
                  <a:pos x="629" y="78"/>
                </a:cxn>
                <a:cxn ang="0">
                  <a:pos x="79" y="78"/>
                </a:cxn>
                <a:cxn ang="0">
                  <a:pos x="71" y="0"/>
                </a:cxn>
                <a:cxn ang="0">
                  <a:pos x="637" y="0"/>
                </a:cxn>
                <a:cxn ang="0">
                  <a:pos x="655" y="2"/>
                </a:cxn>
                <a:cxn ang="0">
                  <a:pos x="672" y="10"/>
                </a:cxn>
                <a:cxn ang="0">
                  <a:pos x="687" y="20"/>
                </a:cxn>
                <a:cxn ang="0">
                  <a:pos x="697" y="35"/>
                </a:cxn>
                <a:cxn ang="0">
                  <a:pos x="705" y="52"/>
                </a:cxn>
                <a:cxn ang="0">
                  <a:pos x="707" y="70"/>
                </a:cxn>
                <a:cxn ang="0">
                  <a:pos x="707" y="638"/>
                </a:cxn>
                <a:cxn ang="0">
                  <a:pos x="705" y="657"/>
                </a:cxn>
                <a:cxn ang="0">
                  <a:pos x="697" y="674"/>
                </a:cxn>
                <a:cxn ang="0">
                  <a:pos x="687" y="688"/>
                </a:cxn>
                <a:cxn ang="0">
                  <a:pos x="672" y="699"/>
                </a:cxn>
                <a:cxn ang="0">
                  <a:pos x="655" y="706"/>
                </a:cxn>
                <a:cxn ang="0">
                  <a:pos x="637" y="709"/>
                </a:cxn>
                <a:cxn ang="0">
                  <a:pos x="71" y="709"/>
                </a:cxn>
                <a:cxn ang="0">
                  <a:pos x="53" y="706"/>
                </a:cxn>
                <a:cxn ang="0">
                  <a:pos x="36" y="699"/>
                </a:cxn>
                <a:cxn ang="0">
                  <a:pos x="21" y="688"/>
                </a:cxn>
                <a:cxn ang="0">
                  <a:pos x="11" y="674"/>
                </a:cxn>
                <a:cxn ang="0">
                  <a:pos x="3" y="657"/>
                </a:cxn>
                <a:cxn ang="0">
                  <a:pos x="0" y="638"/>
                </a:cxn>
                <a:cxn ang="0">
                  <a:pos x="0" y="70"/>
                </a:cxn>
                <a:cxn ang="0">
                  <a:pos x="3" y="52"/>
                </a:cxn>
                <a:cxn ang="0">
                  <a:pos x="11" y="35"/>
                </a:cxn>
                <a:cxn ang="0">
                  <a:pos x="21" y="20"/>
                </a:cxn>
                <a:cxn ang="0">
                  <a:pos x="36" y="10"/>
                </a:cxn>
                <a:cxn ang="0">
                  <a:pos x="53" y="2"/>
                </a:cxn>
                <a:cxn ang="0">
                  <a:pos x="71" y="0"/>
                </a:cxn>
              </a:cxnLst>
              <a:rect l="0" t="0" r="r" b="b"/>
              <a:pathLst>
                <a:path w="707" h="709">
                  <a:moveTo>
                    <a:pt x="79" y="78"/>
                  </a:moveTo>
                  <a:lnTo>
                    <a:pt x="79" y="631"/>
                  </a:lnTo>
                  <a:lnTo>
                    <a:pt x="629" y="631"/>
                  </a:lnTo>
                  <a:lnTo>
                    <a:pt x="629" y="78"/>
                  </a:lnTo>
                  <a:lnTo>
                    <a:pt x="79" y="78"/>
                  </a:lnTo>
                  <a:close/>
                  <a:moveTo>
                    <a:pt x="71" y="0"/>
                  </a:moveTo>
                  <a:lnTo>
                    <a:pt x="637" y="0"/>
                  </a:lnTo>
                  <a:lnTo>
                    <a:pt x="655" y="2"/>
                  </a:lnTo>
                  <a:lnTo>
                    <a:pt x="672" y="10"/>
                  </a:lnTo>
                  <a:lnTo>
                    <a:pt x="687" y="20"/>
                  </a:lnTo>
                  <a:lnTo>
                    <a:pt x="697" y="35"/>
                  </a:lnTo>
                  <a:lnTo>
                    <a:pt x="705" y="52"/>
                  </a:lnTo>
                  <a:lnTo>
                    <a:pt x="707" y="70"/>
                  </a:lnTo>
                  <a:lnTo>
                    <a:pt x="707" y="638"/>
                  </a:lnTo>
                  <a:lnTo>
                    <a:pt x="705" y="657"/>
                  </a:lnTo>
                  <a:lnTo>
                    <a:pt x="697" y="674"/>
                  </a:lnTo>
                  <a:lnTo>
                    <a:pt x="687" y="688"/>
                  </a:lnTo>
                  <a:lnTo>
                    <a:pt x="672" y="699"/>
                  </a:lnTo>
                  <a:lnTo>
                    <a:pt x="655" y="706"/>
                  </a:lnTo>
                  <a:lnTo>
                    <a:pt x="637" y="709"/>
                  </a:lnTo>
                  <a:lnTo>
                    <a:pt x="71" y="709"/>
                  </a:lnTo>
                  <a:lnTo>
                    <a:pt x="53" y="706"/>
                  </a:lnTo>
                  <a:lnTo>
                    <a:pt x="36" y="699"/>
                  </a:lnTo>
                  <a:lnTo>
                    <a:pt x="21" y="688"/>
                  </a:lnTo>
                  <a:lnTo>
                    <a:pt x="11" y="674"/>
                  </a:lnTo>
                  <a:lnTo>
                    <a:pt x="3" y="657"/>
                  </a:lnTo>
                  <a:lnTo>
                    <a:pt x="0" y="638"/>
                  </a:lnTo>
                  <a:lnTo>
                    <a:pt x="0" y="70"/>
                  </a:lnTo>
                  <a:lnTo>
                    <a:pt x="3" y="52"/>
                  </a:lnTo>
                  <a:lnTo>
                    <a:pt x="11" y="35"/>
                  </a:lnTo>
                  <a:lnTo>
                    <a:pt x="21" y="20"/>
                  </a:lnTo>
                  <a:lnTo>
                    <a:pt x="36" y="10"/>
                  </a:lnTo>
                  <a:lnTo>
                    <a:pt x="53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auto">
            <a:xfrm>
              <a:off x="2817077" y="1515030"/>
              <a:ext cx="55998" cy="1727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51" y="0"/>
                </a:cxn>
                <a:cxn ang="0">
                  <a:pos x="63" y="3"/>
                </a:cxn>
                <a:cxn ang="0">
                  <a:pos x="73" y="9"/>
                </a:cxn>
                <a:cxn ang="0">
                  <a:pos x="80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80" y="235"/>
                </a:cxn>
                <a:cxn ang="0">
                  <a:pos x="73" y="244"/>
                </a:cxn>
                <a:cxn ang="0">
                  <a:pos x="63" y="251"/>
                </a:cxn>
                <a:cxn ang="0">
                  <a:pos x="51" y="253"/>
                </a:cxn>
                <a:cxn ang="0">
                  <a:pos x="31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1" y="0"/>
                </a:cxn>
              </a:cxnLst>
              <a:rect l="0" t="0" r="r" b="b"/>
              <a:pathLst>
                <a:path w="82" h="253">
                  <a:moveTo>
                    <a:pt x="31" y="0"/>
                  </a:moveTo>
                  <a:lnTo>
                    <a:pt x="51" y="0"/>
                  </a:lnTo>
                  <a:lnTo>
                    <a:pt x="63" y="3"/>
                  </a:lnTo>
                  <a:lnTo>
                    <a:pt x="73" y="9"/>
                  </a:lnTo>
                  <a:lnTo>
                    <a:pt x="80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80" y="235"/>
                  </a:lnTo>
                  <a:lnTo>
                    <a:pt x="73" y="244"/>
                  </a:lnTo>
                  <a:lnTo>
                    <a:pt x="63" y="251"/>
                  </a:lnTo>
                  <a:lnTo>
                    <a:pt x="51" y="253"/>
                  </a:lnTo>
                  <a:lnTo>
                    <a:pt x="31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3004876" y="1515030"/>
              <a:ext cx="55998" cy="172775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51" y="0"/>
                </a:cxn>
                <a:cxn ang="0">
                  <a:pos x="64" y="3"/>
                </a:cxn>
                <a:cxn ang="0">
                  <a:pos x="73" y="9"/>
                </a:cxn>
                <a:cxn ang="0">
                  <a:pos x="79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79" y="235"/>
                </a:cxn>
                <a:cxn ang="0">
                  <a:pos x="73" y="244"/>
                </a:cxn>
                <a:cxn ang="0">
                  <a:pos x="64" y="251"/>
                </a:cxn>
                <a:cxn ang="0">
                  <a:pos x="51" y="253"/>
                </a:cxn>
                <a:cxn ang="0">
                  <a:pos x="32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2" y="0"/>
                </a:cxn>
              </a:cxnLst>
              <a:rect l="0" t="0" r="r" b="b"/>
              <a:pathLst>
                <a:path w="82" h="253">
                  <a:moveTo>
                    <a:pt x="32" y="0"/>
                  </a:moveTo>
                  <a:lnTo>
                    <a:pt x="51" y="0"/>
                  </a:lnTo>
                  <a:lnTo>
                    <a:pt x="64" y="3"/>
                  </a:lnTo>
                  <a:lnTo>
                    <a:pt x="73" y="9"/>
                  </a:lnTo>
                  <a:lnTo>
                    <a:pt x="79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79" y="235"/>
                  </a:lnTo>
                  <a:lnTo>
                    <a:pt x="73" y="244"/>
                  </a:lnTo>
                  <a:lnTo>
                    <a:pt x="64" y="251"/>
                  </a:lnTo>
                  <a:lnTo>
                    <a:pt x="51" y="253"/>
                  </a:lnTo>
                  <a:lnTo>
                    <a:pt x="32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2811614" y="1741754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10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2"/>
                </a:cxn>
                <a:cxn ang="0">
                  <a:pos x="370" y="62"/>
                </a:cxn>
                <a:cxn ang="0">
                  <a:pos x="360" y="69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9"/>
                </a:cxn>
                <a:cxn ang="0">
                  <a:pos x="9" y="62"/>
                </a:cxn>
                <a:cxn ang="0">
                  <a:pos x="2" y="52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10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10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2"/>
                  </a:lnTo>
                  <a:lnTo>
                    <a:pt x="370" y="62"/>
                  </a:lnTo>
                  <a:lnTo>
                    <a:pt x="360" y="69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9"/>
                  </a:lnTo>
                  <a:lnTo>
                    <a:pt x="9" y="62"/>
                  </a:lnTo>
                  <a:lnTo>
                    <a:pt x="2" y="52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10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2811614" y="1814142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9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1"/>
                </a:cxn>
                <a:cxn ang="0">
                  <a:pos x="370" y="62"/>
                </a:cxn>
                <a:cxn ang="0">
                  <a:pos x="360" y="68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8"/>
                </a:cxn>
                <a:cxn ang="0">
                  <a:pos x="9" y="62"/>
                </a:cxn>
                <a:cxn ang="0">
                  <a:pos x="2" y="51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9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1"/>
                  </a:lnTo>
                  <a:lnTo>
                    <a:pt x="370" y="62"/>
                  </a:lnTo>
                  <a:lnTo>
                    <a:pt x="360" y="68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8"/>
                  </a:lnTo>
                  <a:lnTo>
                    <a:pt x="9" y="62"/>
                  </a:lnTo>
                  <a:lnTo>
                    <a:pt x="2" y="51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2811614" y="1890628"/>
              <a:ext cx="258821" cy="4780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2"/>
                </a:cxn>
                <a:cxn ang="0">
                  <a:pos x="370" y="9"/>
                </a:cxn>
                <a:cxn ang="0">
                  <a:pos x="377" y="19"/>
                </a:cxn>
                <a:cxn ang="0">
                  <a:pos x="379" y="32"/>
                </a:cxn>
                <a:cxn ang="0">
                  <a:pos x="379" y="38"/>
                </a:cxn>
                <a:cxn ang="0">
                  <a:pos x="377" y="51"/>
                </a:cxn>
                <a:cxn ang="0">
                  <a:pos x="370" y="61"/>
                </a:cxn>
                <a:cxn ang="0">
                  <a:pos x="360" y="68"/>
                </a:cxn>
                <a:cxn ang="0">
                  <a:pos x="348" y="70"/>
                </a:cxn>
                <a:cxn ang="0">
                  <a:pos x="30" y="70"/>
                </a:cxn>
                <a:cxn ang="0">
                  <a:pos x="18" y="68"/>
                </a:cxn>
                <a:cxn ang="0">
                  <a:pos x="9" y="61"/>
                </a:cxn>
                <a:cxn ang="0">
                  <a:pos x="2" y="51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8" y="2"/>
                </a:cxn>
                <a:cxn ang="0">
                  <a:pos x="30" y="0"/>
                </a:cxn>
              </a:cxnLst>
              <a:rect l="0" t="0" r="r" b="b"/>
              <a:pathLst>
                <a:path w="379" h="70">
                  <a:moveTo>
                    <a:pt x="30" y="0"/>
                  </a:moveTo>
                  <a:lnTo>
                    <a:pt x="348" y="0"/>
                  </a:lnTo>
                  <a:lnTo>
                    <a:pt x="360" y="2"/>
                  </a:lnTo>
                  <a:lnTo>
                    <a:pt x="370" y="9"/>
                  </a:lnTo>
                  <a:lnTo>
                    <a:pt x="377" y="19"/>
                  </a:lnTo>
                  <a:lnTo>
                    <a:pt x="379" y="32"/>
                  </a:lnTo>
                  <a:lnTo>
                    <a:pt x="379" y="38"/>
                  </a:lnTo>
                  <a:lnTo>
                    <a:pt x="377" y="51"/>
                  </a:lnTo>
                  <a:lnTo>
                    <a:pt x="370" y="61"/>
                  </a:lnTo>
                  <a:lnTo>
                    <a:pt x="360" y="68"/>
                  </a:lnTo>
                  <a:lnTo>
                    <a:pt x="348" y="70"/>
                  </a:lnTo>
                  <a:lnTo>
                    <a:pt x="30" y="70"/>
                  </a:lnTo>
                  <a:lnTo>
                    <a:pt x="18" y="68"/>
                  </a:lnTo>
                  <a:lnTo>
                    <a:pt x="9" y="61"/>
                  </a:lnTo>
                  <a:lnTo>
                    <a:pt x="2" y="51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8" y="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276850" y="1990725"/>
            <a:ext cx="515593" cy="493740"/>
            <a:chOff x="3359303" y="1601759"/>
            <a:chExt cx="515593" cy="493740"/>
          </a:xfrm>
          <a:solidFill>
            <a:schemeClr val="bg1"/>
          </a:solidFill>
        </p:grpSpPr>
        <p:sp>
          <p:nvSpPr>
            <p:cNvPr id="1038" name="Freeform 14"/>
            <p:cNvSpPr>
              <a:spLocks noEditPoints="1"/>
            </p:cNvSpPr>
            <p:nvPr/>
          </p:nvSpPr>
          <p:spPr bwMode="auto">
            <a:xfrm>
              <a:off x="3359303" y="1601759"/>
              <a:ext cx="515593" cy="376964"/>
            </a:xfrm>
            <a:custGeom>
              <a:avLst/>
              <a:gdLst/>
              <a:ahLst/>
              <a:cxnLst>
                <a:cxn ang="0">
                  <a:pos x="69" y="72"/>
                </a:cxn>
                <a:cxn ang="0">
                  <a:pos x="69" y="477"/>
                </a:cxn>
                <a:cxn ang="0">
                  <a:pos x="683" y="477"/>
                </a:cxn>
                <a:cxn ang="0">
                  <a:pos x="683" y="72"/>
                </a:cxn>
                <a:cxn ang="0">
                  <a:pos x="69" y="72"/>
                </a:cxn>
                <a:cxn ang="0">
                  <a:pos x="32" y="0"/>
                </a:cxn>
                <a:cxn ang="0">
                  <a:pos x="723" y="0"/>
                </a:cxn>
                <a:cxn ang="0">
                  <a:pos x="735" y="2"/>
                </a:cxn>
                <a:cxn ang="0">
                  <a:pos x="746" y="9"/>
                </a:cxn>
                <a:cxn ang="0">
                  <a:pos x="752" y="19"/>
                </a:cxn>
                <a:cxn ang="0">
                  <a:pos x="755" y="31"/>
                </a:cxn>
                <a:cxn ang="0">
                  <a:pos x="755" y="521"/>
                </a:cxn>
                <a:cxn ang="0">
                  <a:pos x="752" y="533"/>
                </a:cxn>
                <a:cxn ang="0">
                  <a:pos x="746" y="543"/>
                </a:cxn>
                <a:cxn ang="0">
                  <a:pos x="735" y="550"/>
                </a:cxn>
                <a:cxn ang="0">
                  <a:pos x="723" y="552"/>
                </a:cxn>
                <a:cxn ang="0">
                  <a:pos x="32" y="552"/>
                </a:cxn>
                <a:cxn ang="0">
                  <a:pos x="19" y="550"/>
                </a:cxn>
                <a:cxn ang="0">
                  <a:pos x="9" y="543"/>
                </a:cxn>
                <a:cxn ang="0">
                  <a:pos x="2" y="533"/>
                </a:cxn>
                <a:cxn ang="0">
                  <a:pos x="0" y="521"/>
                </a:cxn>
                <a:cxn ang="0">
                  <a:pos x="0" y="31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9" y="2"/>
                </a:cxn>
                <a:cxn ang="0">
                  <a:pos x="32" y="0"/>
                </a:cxn>
              </a:cxnLst>
              <a:rect l="0" t="0" r="r" b="b"/>
              <a:pathLst>
                <a:path w="755" h="552">
                  <a:moveTo>
                    <a:pt x="69" y="72"/>
                  </a:moveTo>
                  <a:lnTo>
                    <a:pt x="69" y="477"/>
                  </a:lnTo>
                  <a:lnTo>
                    <a:pt x="683" y="477"/>
                  </a:lnTo>
                  <a:lnTo>
                    <a:pt x="683" y="72"/>
                  </a:lnTo>
                  <a:lnTo>
                    <a:pt x="69" y="72"/>
                  </a:lnTo>
                  <a:close/>
                  <a:moveTo>
                    <a:pt x="32" y="0"/>
                  </a:moveTo>
                  <a:lnTo>
                    <a:pt x="723" y="0"/>
                  </a:lnTo>
                  <a:lnTo>
                    <a:pt x="735" y="2"/>
                  </a:lnTo>
                  <a:lnTo>
                    <a:pt x="746" y="9"/>
                  </a:lnTo>
                  <a:lnTo>
                    <a:pt x="752" y="19"/>
                  </a:lnTo>
                  <a:lnTo>
                    <a:pt x="755" y="31"/>
                  </a:lnTo>
                  <a:lnTo>
                    <a:pt x="755" y="521"/>
                  </a:lnTo>
                  <a:lnTo>
                    <a:pt x="752" y="533"/>
                  </a:lnTo>
                  <a:lnTo>
                    <a:pt x="746" y="543"/>
                  </a:lnTo>
                  <a:lnTo>
                    <a:pt x="735" y="550"/>
                  </a:lnTo>
                  <a:lnTo>
                    <a:pt x="723" y="552"/>
                  </a:lnTo>
                  <a:lnTo>
                    <a:pt x="32" y="552"/>
                  </a:lnTo>
                  <a:lnTo>
                    <a:pt x="19" y="550"/>
                  </a:lnTo>
                  <a:lnTo>
                    <a:pt x="9" y="543"/>
                  </a:lnTo>
                  <a:lnTo>
                    <a:pt x="2" y="533"/>
                  </a:lnTo>
                  <a:lnTo>
                    <a:pt x="0" y="521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2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3489055" y="2012185"/>
              <a:ext cx="255406" cy="833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4" y="0"/>
                </a:cxn>
                <a:cxn ang="0">
                  <a:pos x="358" y="30"/>
                </a:cxn>
                <a:cxn ang="0">
                  <a:pos x="338" y="56"/>
                </a:cxn>
                <a:cxn ang="0">
                  <a:pos x="314" y="79"/>
                </a:cxn>
                <a:cxn ang="0">
                  <a:pos x="286" y="97"/>
                </a:cxn>
                <a:cxn ang="0">
                  <a:pos x="255" y="111"/>
                </a:cxn>
                <a:cxn ang="0">
                  <a:pos x="223" y="119"/>
                </a:cxn>
                <a:cxn ang="0">
                  <a:pos x="187" y="122"/>
                </a:cxn>
                <a:cxn ang="0">
                  <a:pos x="152" y="119"/>
                </a:cxn>
                <a:cxn ang="0">
                  <a:pos x="119" y="111"/>
                </a:cxn>
                <a:cxn ang="0">
                  <a:pos x="89" y="97"/>
                </a:cxn>
                <a:cxn ang="0">
                  <a:pos x="60" y="79"/>
                </a:cxn>
                <a:cxn ang="0">
                  <a:pos x="37" y="56"/>
                </a:cxn>
                <a:cxn ang="0">
                  <a:pos x="16" y="30"/>
                </a:cxn>
                <a:cxn ang="0">
                  <a:pos x="0" y="0"/>
                </a:cxn>
              </a:cxnLst>
              <a:rect l="0" t="0" r="r" b="b"/>
              <a:pathLst>
                <a:path w="374" h="122">
                  <a:moveTo>
                    <a:pt x="0" y="0"/>
                  </a:moveTo>
                  <a:lnTo>
                    <a:pt x="374" y="0"/>
                  </a:lnTo>
                  <a:lnTo>
                    <a:pt x="358" y="30"/>
                  </a:lnTo>
                  <a:lnTo>
                    <a:pt x="338" y="56"/>
                  </a:lnTo>
                  <a:lnTo>
                    <a:pt x="314" y="79"/>
                  </a:lnTo>
                  <a:lnTo>
                    <a:pt x="286" y="97"/>
                  </a:lnTo>
                  <a:lnTo>
                    <a:pt x="255" y="111"/>
                  </a:lnTo>
                  <a:lnTo>
                    <a:pt x="223" y="119"/>
                  </a:lnTo>
                  <a:lnTo>
                    <a:pt x="187" y="122"/>
                  </a:lnTo>
                  <a:lnTo>
                    <a:pt x="152" y="119"/>
                  </a:lnTo>
                  <a:lnTo>
                    <a:pt x="119" y="111"/>
                  </a:lnTo>
                  <a:lnTo>
                    <a:pt x="89" y="97"/>
                  </a:lnTo>
                  <a:lnTo>
                    <a:pt x="60" y="79"/>
                  </a:lnTo>
                  <a:lnTo>
                    <a:pt x="37" y="56"/>
                  </a:lnTo>
                  <a:lnTo>
                    <a:pt x="16" y="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40" name="Freeform 16"/>
          <p:cNvSpPr>
            <a:spLocks/>
          </p:cNvSpPr>
          <p:nvPr/>
        </p:nvSpPr>
        <p:spPr bwMode="auto">
          <a:xfrm>
            <a:off x="7229475" y="2066925"/>
            <a:ext cx="463693" cy="288869"/>
          </a:xfrm>
          <a:custGeom>
            <a:avLst/>
            <a:gdLst/>
            <a:ahLst/>
            <a:cxnLst>
              <a:cxn ang="0">
                <a:pos x="418" y="0"/>
              </a:cxn>
              <a:cxn ang="0">
                <a:pos x="679" y="0"/>
              </a:cxn>
              <a:cxn ang="0">
                <a:pos x="679" y="257"/>
              </a:cxn>
              <a:cxn ang="0">
                <a:pos x="614" y="192"/>
              </a:cxn>
              <a:cxn ang="0">
                <a:pos x="387" y="423"/>
              </a:cxn>
              <a:cxn ang="0">
                <a:pos x="257" y="293"/>
              </a:cxn>
              <a:cxn ang="0">
                <a:pos x="127" y="423"/>
              </a:cxn>
              <a:cxn ang="0">
                <a:pos x="0" y="290"/>
              </a:cxn>
              <a:cxn ang="0">
                <a:pos x="257" y="34"/>
              </a:cxn>
              <a:cxn ang="0">
                <a:pos x="387" y="162"/>
              </a:cxn>
              <a:cxn ang="0">
                <a:pos x="482" y="68"/>
              </a:cxn>
              <a:cxn ang="0">
                <a:pos x="418" y="0"/>
              </a:cxn>
            </a:cxnLst>
            <a:rect l="0" t="0" r="r" b="b"/>
            <a:pathLst>
              <a:path w="679" h="423">
                <a:moveTo>
                  <a:pt x="418" y="0"/>
                </a:moveTo>
                <a:lnTo>
                  <a:pt x="679" y="0"/>
                </a:lnTo>
                <a:lnTo>
                  <a:pt x="679" y="257"/>
                </a:lnTo>
                <a:lnTo>
                  <a:pt x="614" y="192"/>
                </a:lnTo>
                <a:lnTo>
                  <a:pt x="387" y="423"/>
                </a:lnTo>
                <a:lnTo>
                  <a:pt x="257" y="293"/>
                </a:lnTo>
                <a:lnTo>
                  <a:pt x="127" y="423"/>
                </a:lnTo>
                <a:lnTo>
                  <a:pt x="0" y="290"/>
                </a:lnTo>
                <a:lnTo>
                  <a:pt x="257" y="34"/>
                </a:lnTo>
                <a:lnTo>
                  <a:pt x="387" y="162"/>
                </a:lnTo>
                <a:lnTo>
                  <a:pt x="482" y="68"/>
                </a:lnTo>
                <a:lnTo>
                  <a:pt x="4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724400" y="2929176"/>
            <a:ext cx="160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Read data from cloud and reverse parsing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09875" y="2929176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Deep insert in Cloud DB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5825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Adding JS function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2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2CA5C0-93FE-EDA1-33EF-7ACA5AAE6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6729D-DEF8-B0F1-DE96-303FEBBF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6E9B23-9BE8-14D9-E39E-FF9FDC6F0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814C270-AC2D-7B09-76FB-A2874B976679}"/>
              </a:ext>
            </a:extLst>
          </p:cNvPr>
          <p:cNvGrpSpPr/>
          <p:nvPr/>
        </p:nvGrpSpPr>
        <p:grpSpPr>
          <a:xfrm>
            <a:off x="510030" y="2236782"/>
            <a:ext cx="7589880" cy="2813400"/>
            <a:chOff x="510030" y="2236782"/>
            <a:chExt cx="7589880" cy="28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3DB703-AB60-346A-E164-05BC460FA779}"/>
                    </a:ext>
                  </a:extLst>
                </p14:cNvPr>
                <p14:cNvContentPartPr/>
                <p14:nvPr/>
              </p14:nvContentPartPr>
              <p14:xfrm>
                <a:off x="5005710" y="3672102"/>
                <a:ext cx="1236600" cy="548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3DB703-AB60-346A-E164-05BC460FA77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96710" y="3663462"/>
                  <a:ext cx="125424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5C2F218-AF10-B2DF-A14C-5738E87AAFD4}"/>
                    </a:ext>
                  </a:extLst>
                </p14:cNvPr>
                <p14:cNvContentPartPr/>
                <p14:nvPr/>
              </p14:nvContentPartPr>
              <p14:xfrm>
                <a:off x="5319630" y="3872982"/>
                <a:ext cx="148680" cy="218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5C2F218-AF10-B2DF-A14C-5738E87AAF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10630" y="3864342"/>
                  <a:ext cx="1663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A88480E-E541-E5B6-2C6D-3343924BA98B}"/>
                    </a:ext>
                  </a:extLst>
                </p14:cNvPr>
                <p14:cNvContentPartPr/>
                <p14:nvPr/>
              </p14:nvContentPartPr>
              <p14:xfrm>
                <a:off x="5514030" y="3878382"/>
                <a:ext cx="113040" cy="176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A88480E-E541-E5B6-2C6D-3343924BA9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05030" y="3869382"/>
                  <a:ext cx="130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E7D773D-7091-ED77-F739-07FA8F3C704D}"/>
                    </a:ext>
                  </a:extLst>
                </p14:cNvPr>
                <p14:cNvContentPartPr/>
                <p14:nvPr/>
              </p14:nvContentPartPr>
              <p14:xfrm>
                <a:off x="5552910" y="3964062"/>
                <a:ext cx="69480" cy="41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E7D773D-7091-ED77-F739-07FA8F3C70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43910" y="3955062"/>
                  <a:ext cx="871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3CC92CF-0755-1209-92E9-40D84BCCC855}"/>
                    </a:ext>
                  </a:extLst>
                </p14:cNvPr>
                <p14:cNvContentPartPr/>
                <p14:nvPr/>
              </p14:nvContentPartPr>
              <p14:xfrm>
                <a:off x="5718150" y="3853182"/>
                <a:ext cx="79920" cy="210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3CC92CF-0755-1209-92E9-40D84BCCC8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09150" y="3844542"/>
                  <a:ext cx="97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09E7E03-7807-DEAE-9655-82140FC3B2B1}"/>
                    </a:ext>
                  </a:extLst>
                </p14:cNvPr>
                <p14:cNvContentPartPr/>
                <p14:nvPr/>
              </p14:nvContentPartPr>
              <p14:xfrm>
                <a:off x="5852430" y="4033902"/>
                <a:ext cx="49680" cy="106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09E7E03-7807-DEAE-9655-82140FC3B2B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43430" y="4024902"/>
                  <a:ext cx="67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A7E99A-0436-2BF5-5C6C-6B443399BB0D}"/>
                    </a:ext>
                  </a:extLst>
                </p14:cNvPr>
                <p14:cNvContentPartPr/>
                <p14:nvPr/>
              </p14:nvContentPartPr>
              <p14:xfrm>
                <a:off x="5897070" y="4033902"/>
                <a:ext cx="93240" cy="103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A7E99A-0436-2BF5-5C6C-6B443399BB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88430" y="4025262"/>
                  <a:ext cx="110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0B59EA1-6EA7-0458-531F-50844330331F}"/>
                    </a:ext>
                  </a:extLst>
                </p14:cNvPr>
                <p14:cNvContentPartPr/>
                <p14:nvPr/>
              </p14:nvContentPartPr>
              <p14:xfrm>
                <a:off x="5945670" y="4025262"/>
                <a:ext cx="134640" cy="92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0B59EA1-6EA7-0458-531F-5084433033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37030" y="4016262"/>
                  <a:ext cx="152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95838BF-433C-CB57-CCAB-7DC1D92774C9}"/>
                    </a:ext>
                  </a:extLst>
                </p14:cNvPr>
                <p14:cNvContentPartPr/>
                <p14:nvPr/>
              </p14:nvContentPartPr>
              <p14:xfrm>
                <a:off x="6058350" y="4024902"/>
                <a:ext cx="69480" cy="124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95838BF-433C-CB57-CCAB-7DC1D92774C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49710" y="4016262"/>
                  <a:ext cx="871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5EF2A40-1D39-5985-1BB0-3CA0A7C1D694}"/>
                    </a:ext>
                  </a:extLst>
                </p14:cNvPr>
                <p14:cNvContentPartPr/>
                <p14:nvPr/>
              </p14:nvContentPartPr>
              <p14:xfrm>
                <a:off x="6599430" y="3721062"/>
                <a:ext cx="1303200" cy="519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5EF2A40-1D39-5985-1BB0-3CA0A7C1D6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90430" y="3712062"/>
                  <a:ext cx="132084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7ABA63-073E-5410-FDF0-02F09450EECF}"/>
                    </a:ext>
                  </a:extLst>
                </p14:cNvPr>
                <p14:cNvContentPartPr/>
                <p14:nvPr/>
              </p14:nvContentPartPr>
              <p14:xfrm>
                <a:off x="6713550" y="3706302"/>
                <a:ext cx="1109880" cy="550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7ABA63-073E-5410-FDF0-02F09450EEC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04550" y="3697302"/>
                  <a:ext cx="112752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75DC10-0F86-D6F0-9B22-2F576BB5DD7F}"/>
                    </a:ext>
                  </a:extLst>
                </p14:cNvPr>
                <p14:cNvContentPartPr/>
                <p14:nvPr/>
              </p14:nvContentPartPr>
              <p14:xfrm>
                <a:off x="510030" y="4083942"/>
                <a:ext cx="184320" cy="144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75DC10-0F86-D6F0-9B22-2F576BB5DD7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1390" y="4075302"/>
                  <a:ext cx="201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61E96EF-1849-2182-1E02-A54B16777879}"/>
                    </a:ext>
                  </a:extLst>
                </p14:cNvPr>
                <p14:cNvContentPartPr/>
                <p14:nvPr/>
              </p14:nvContentPartPr>
              <p14:xfrm>
                <a:off x="723150" y="4038222"/>
                <a:ext cx="117720" cy="157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61E96EF-1849-2182-1E02-A54B167778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4150" y="4029222"/>
                  <a:ext cx="135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DEF48C-572C-45F7-35D9-C17B11E8EC92}"/>
                    </a:ext>
                  </a:extLst>
                </p14:cNvPr>
                <p14:cNvContentPartPr/>
                <p14:nvPr/>
              </p14:nvContentPartPr>
              <p14:xfrm>
                <a:off x="867150" y="4060902"/>
                <a:ext cx="94680" cy="122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DEF48C-572C-45F7-35D9-C17B11E8EC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8510" y="4052262"/>
                  <a:ext cx="112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E624D2-5819-334C-C6F6-5FD97431F64C}"/>
                    </a:ext>
                  </a:extLst>
                </p14:cNvPr>
                <p14:cNvContentPartPr/>
                <p14:nvPr/>
              </p14:nvContentPartPr>
              <p14:xfrm>
                <a:off x="1086030" y="3778302"/>
                <a:ext cx="342360" cy="339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E624D2-5819-334C-C6F6-5FD97431F6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7030" y="3769662"/>
                  <a:ext cx="3600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A7F911-6B5E-D6AB-06C4-DAF05D46975D}"/>
                    </a:ext>
                  </a:extLst>
                </p14:cNvPr>
                <p14:cNvContentPartPr/>
                <p14:nvPr/>
              </p14:nvContentPartPr>
              <p14:xfrm>
                <a:off x="1093230" y="4126422"/>
                <a:ext cx="290880" cy="361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A7F911-6B5E-D6AB-06C4-DAF05D4697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4230" y="4117422"/>
                  <a:ext cx="3085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7F2C54-F23E-2299-9702-BBB1877F7B0E}"/>
                    </a:ext>
                  </a:extLst>
                </p14:cNvPr>
                <p14:cNvContentPartPr/>
                <p14:nvPr/>
              </p14:nvContentPartPr>
              <p14:xfrm>
                <a:off x="1544670" y="3714942"/>
                <a:ext cx="4320" cy="118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7F2C54-F23E-2299-9702-BBB1877F7B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36030" y="3706302"/>
                  <a:ext cx="219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62E368-566D-B37F-4DFE-2EBBBC42DB29}"/>
                    </a:ext>
                  </a:extLst>
                </p14:cNvPr>
                <p14:cNvContentPartPr/>
                <p14:nvPr/>
              </p14:nvContentPartPr>
              <p14:xfrm>
                <a:off x="1544310" y="3632502"/>
                <a:ext cx="113760" cy="198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62E368-566D-B37F-4DFE-2EBBBC42DB2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35310" y="3623862"/>
                  <a:ext cx="131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F4AADE-E9F6-3683-CFB6-664052BCC780}"/>
                    </a:ext>
                  </a:extLst>
                </p14:cNvPr>
                <p14:cNvContentPartPr/>
                <p14:nvPr/>
              </p14:nvContentPartPr>
              <p14:xfrm>
                <a:off x="1731150" y="3658422"/>
                <a:ext cx="73440" cy="157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F4AADE-E9F6-3683-CFB6-664052BCC78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22510" y="3649782"/>
                  <a:ext cx="91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75A7DE-3E78-1B2D-765C-480128613E05}"/>
                    </a:ext>
                  </a:extLst>
                </p14:cNvPr>
                <p14:cNvContentPartPr/>
                <p14:nvPr/>
              </p14:nvContentPartPr>
              <p14:xfrm>
                <a:off x="1744830" y="3751662"/>
                <a:ext cx="82440" cy="14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75A7DE-3E78-1B2D-765C-480128613E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35830" y="3742662"/>
                  <a:ext cx="100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484D25C-1713-3B73-95D2-2529B462C8C1}"/>
                    </a:ext>
                  </a:extLst>
                </p14:cNvPr>
                <p14:cNvContentPartPr/>
                <p14:nvPr/>
              </p14:nvContentPartPr>
              <p14:xfrm>
                <a:off x="1845630" y="3666342"/>
                <a:ext cx="95040" cy="156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484D25C-1713-3B73-95D2-2529B462C8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36630" y="3657702"/>
                  <a:ext cx="112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0EA03E2-7ADA-55B5-10EE-BD38B00141B4}"/>
                    </a:ext>
                  </a:extLst>
                </p14:cNvPr>
                <p14:cNvContentPartPr/>
                <p14:nvPr/>
              </p14:nvContentPartPr>
              <p14:xfrm>
                <a:off x="1994670" y="3642222"/>
                <a:ext cx="105120" cy="164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0EA03E2-7ADA-55B5-10EE-BD38B00141B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86030" y="3633582"/>
                  <a:ext cx="122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3AEB8F-DDAF-86CD-4BF1-F6164EE3F33C}"/>
                    </a:ext>
                  </a:extLst>
                </p14:cNvPr>
                <p14:cNvContentPartPr/>
                <p14:nvPr/>
              </p14:nvContentPartPr>
              <p14:xfrm>
                <a:off x="1495350" y="4390662"/>
                <a:ext cx="155520" cy="173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3AEB8F-DDAF-86CD-4BF1-F6164EE3F3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86710" y="4381662"/>
                  <a:ext cx="173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61BA18-5A76-D765-559E-35EE0AF8878A}"/>
                    </a:ext>
                  </a:extLst>
                </p14:cNvPr>
                <p14:cNvContentPartPr/>
                <p14:nvPr/>
              </p14:nvContentPartPr>
              <p14:xfrm>
                <a:off x="1701270" y="4459062"/>
                <a:ext cx="102240" cy="88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61BA18-5A76-D765-559E-35EE0AF8878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2630" y="4450422"/>
                  <a:ext cx="119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7EB3E5-E4C8-4CCB-C29E-760E993CD0A2}"/>
                    </a:ext>
                  </a:extLst>
                </p14:cNvPr>
                <p14:cNvContentPartPr/>
                <p14:nvPr/>
              </p14:nvContentPartPr>
              <p14:xfrm>
                <a:off x="1847070" y="4426662"/>
                <a:ext cx="118800" cy="155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7EB3E5-E4C8-4CCB-C29E-760E993CD0A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38070" y="4418022"/>
                  <a:ext cx="136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833F48-22D1-DAF3-4336-80F300909EDC}"/>
                    </a:ext>
                  </a:extLst>
                </p14:cNvPr>
                <p14:cNvContentPartPr/>
                <p14:nvPr/>
              </p14:nvContentPartPr>
              <p14:xfrm>
                <a:off x="1867230" y="4409742"/>
                <a:ext cx="244440" cy="151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833F48-22D1-DAF3-4336-80F300909ED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58230" y="4400742"/>
                  <a:ext cx="262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9B7BE9-F781-B8F7-981E-4EF5872B6B86}"/>
                    </a:ext>
                  </a:extLst>
                </p14:cNvPr>
                <p14:cNvContentPartPr/>
                <p14:nvPr/>
              </p14:nvContentPartPr>
              <p14:xfrm>
                <a:off x="1773270" y="4664622"/>
                <a:ext cx="68400" cy="152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9B7BE9-F781-B8F7-981E-4EF5872B6B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64630" y="4655622"/>
                  <a:ext cx="86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BF0BAD-50C8-C3FB-9354-FA1408900CF7}"/>
                    </a:ext>
                  </a:extLst>
                </p14:cNvPr>
                <p14:cNvContentPartPr/>
                <p14:nvPr/>
              </p14:nvContentPartPr>
              <p14:xfrm>
                <a:off x="1881270" y="4693422"/>
                <a:ext cx="65160" cy="80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BF0BAD-50C8-C3FB-9354-FA1408900C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72630" y="4684422"/>
                  <a:ext cx="82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A053375-BE70-E8DE-D67C-1CA0039C07C7}"/>
                    </a:ext>
                  </a:extLst>
                </p14:cNvPr>
                <p14:cNvContentPartPr/>
                <p14:nvPr/>
              </p14:nvContentPartPr>
              <p14:xfrm>
                <a:off x="1989990" y="4669662"/>
                <a:ext cx="16200" cy="126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A053375-BE70-E8DE-D67C-1CA0039C07C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81350" y="4661022"/>
                  <a:ext cx="33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742A13-4ED7-9DB1-86DA-8B6D878D6C36}"/>
                    </a:ext>
                  </a:extLst>
                </p14:cNvPr>
                <p14:cNvContentPartPr/>
                <p14:nvPr/>
              </p14:nvContentPartPr>
              <p14:xfrm>
                <a:off x="2057670" y="4679022"/>
                <a:ext cx="111960" cy="113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742A13-4ED7-9DB1-86DA-8B6D878D6C3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49030" y="4670382"/>
                  <a:ext cx="129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56F14B2-B97B-904A-B737-496500DC005F}"/>
                    </a:ext>
                  </a:extLst>
                </p14:cNvPr>
                <p14:cNvContentPartPr/>
                <p14:nvPr/>
              </p14:nvContentPartPr>
              <p14:xfrm>
                <a:off x="2200950" y="4639782"/>
                <a:ext cx="75960" cy="158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56F14B2-B97B-904A-B737-496500DC005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92310" y="4630782"/>
                  <a:ext cx="936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7DEBE78-E2AB-500A-36D2-3D9F7333D9EB}"/>
                    </a:ext>
                  </a:extLst>
                </p14:cNvPr>
                <p14:cNvContentPartPr/>
                <p14:nvPr/>
              </p14:nvContentPartPr>
              <p14:xfrm>
                <a:off x="1842750" y="3887382"/>
                <a:ext cx="47520" cy="185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7DEBE78-E2AB-500A-36D2-3D9F7333D9E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33750" y="3878382"/>
                  <a:ext cx="65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386AAC-0FFD-EAEC-B7C7-321DA6EF8E5A}"/>
                    </a:ext>
                  </a:extLst>
                </p14:cNvPr>
                <p14:cNvContentPartPr/>
                <p14:nvPr/>
              </p14:nvContentPartPr>
              <p14:xfrm>
                <a:off x="1953270" y="3876942"/>
                <a:ext cx="41760" cy="161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386AAC-0FFD-EAEC-B7C7-321DA6EF8E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44270" y="3867942"/>
                  <a:ext cx="59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58C72B2-ABB0-6823-49C3-D91293818A67}"/>
                    </a:ext>
                  </a:extLst>
                </p14:cNvPr>
                <p14:cNvContentPartPr/>
                <p14:nvPr/>
              </p14:nvContentPartPr>
              <p14:xfrm>
                <a:off x="2029230" y="3951822"/>
                <a:ext cx="10800" cy="61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58C72B2-ABB0-6823-49C3-D91293818A6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20590" y="3943182"/>
                  <a:ext cx="28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C929E1-692C-D235-0418-76223CAF089E}"/>
                    </a:ext>
                  </a:extLst>
                </p14:cNvPr>
                <p14:cNvContentPartPr/>
                <p14:nvPr/>
              </p14:nvContentPartPr>
              <p14:xfrm>
                <a:off x="2043990" y="3900702"/>
                <a:ext cx="14760" cy="12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C929E1-692C-D235-0418-76223CAF089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35350" y="3891702"/>
                  <a:ext cx="32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512B9A-16F1-D3F4-B216-2EB655F57CC8}"/>
                    </a:ext>
                  </a:extLst>
                </p14:cNvPr>
                <p14:cNvContentPartPr/>
                <p14:nvPr/>
              </p14:nvContentPartPr>
              <p14:xfrm>
                <a:off x="2084310" y="3943182"/>
                <a:ext cx="66600" cy="151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512B9A-16F1-D3F4-B216-2EB655F57C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75310" y="3934182"/>
                  <a:ext cx="84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8757E6F-7409-86F1-D407-BBB48551FB40}"/>
                    </a:ext>
                  </a:extLst>
                </p14:cNvPr>
                <p14:cNvContentPartPr/>
                <p14:nvPr/>
              </p14:nvContentPartPr>
              <p14:xfrm>
                <a:off x="2195190" y="3874062"/>
                <a:ext cx="151200" cy="118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8757E6F-7409-86F1-D407-BBB48551FB4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86550" y="3865422"/>
                  <a:ext cx="1688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A87F66-4E83-8182-F2B5-273941B18FCF}"/>
                    </a:ext>
                  </a:extLst>
                </p14:cNvPr>
                <p14:cNvContentPartPr/>
                <p14:nvPr/>
              </p14:nvContentPartPr>
              <p14:xfrm>
                <a:off x="2327670" y="3935982"/>
                <a:ext cx="57240" cy="5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A87F66-4E83-8182-F2B5-273941B18FC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18670" y="3927342"/>
                  <a:ext cx="74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DF139C2-6E50-B4D8-CDF8-8D8D81F8FE4C}"/>
                    </a:ext>
                  </a:extLst>
                </p14:cNvPr>
                <p14:cNvContentPartPr/>
                <p14:nvPr/>
              </p14:nvContentPartPr>
              <p14:xfrm>
                <a:off x="2431350" y="3888102"/>
                <a:ext cx="160920" cy="124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DF139C2-6E50-B4D8-CDF8-8D8D81F8FE4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22350" y="3879462"/>
                  <a:ext cx="1785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555207-79B6-8613-B973-08ACEE7C747B}"/>
                    </a:ext>
                  </a:extLst>
                </p14:cNvPr>
                <p14:cNvContentPartPr/>
                <p14:nvPr/>
              </p14:nvContentPartPr>
              <p14:xfrm>
                <a:off x="2280870" y="4106622"/>
                <a:ext cx="67320" cy="125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555207-79B6-8613-B973-08ACEE7C747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72230" y="4097622"/>
                  <a:ext cx="84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661537-B105-208C-AC32-1C441060980D}"/>
                    </a:ext>
                  </a:extLst>
                </p14:cNvPr>
                <p14:cNvContentPartPr/>
                <p14:nvPr/>
              </p14:nvContentPartPr>
              <p14:xfrm>
                <a:off x="2302830" y="4015542"/>
                <a:ext cx="24840" cy="4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661537-B105-208C-AC32-1C441060980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94190" y="4006542"/>
                  <a:ext cx="42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E024A3-B782-ED69-D4C9-0489F0C688C7}"/>
                    </a:ext>
                  </a:extLst>
                </p14:cNvPr>
                <p14:cNvContentPartPr/>
                <p14:nvPr/>
              </p14:nvContentPartPr>
              <p14:xfrm>
                <a:off x="2419110" y="4059462"/>
                <a:ext cx="82800" cy="106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E024A3-B782-ED69-D4C9-0489F0C688C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10470" y="4050462"/>
                  <a:ext cx="100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19375A-5A6C-8BAE-9C7B-71323CBE92AF}"/>
                    </a:ext>
                  </a:extLst>
                </p14:cNvPr>
                <p14:cNvContentPartPr/>
                <p14:nvPr/>
              </p14:nvContentPartPr>
              <p14:xfrm>
                <a:off x="2532870" y="4078902"/>
                <a:ext cx="191880" cy="76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19375A-5A6C-8BAE-9C7B-71323CBE92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23870" y="4070262"/>
                  <a:ext cx="209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B3191F-B8F6-6DFA-ED23-2A5B428665D9}"/>
                    </a:ext>
                  </a:extLst>
                </p14:cNvPr>
                <p14:cNvContentPartPr/>
                <p14:nvPr/>
              </p14:nvContentPartPr>
              <p14:xfrm>
                <a:off x="2725470" y="4024182"/>
                <a:ext cx="88920" cy="171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B3191F-B8F6-6DFA-ED23-2A5B428665D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16830" y="4015542"/>
                  <a:ext cx="106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7F12BF1-0801-6A06-3B98-804B6A210A2E}"/>
                    </a:ext>
                  </a:extLst>
                </p14:cNvPr>
                <p14:cNvContentPartPr/>
                <p14:nvPr/>
              </p14:nvContentPartPr>
              <p14:xfrm>
                <a:off x="1420110" y="3947142"/>
                <a:ext cx="130680" cy="160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7F12BF1-0801-6A06-3B98-804B6A210A2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11110" y="3938502"/>
                  <a:ext cx="148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426D2A-212E-2121-7BD7-21E7B17F72B8}"/>
                    </a:ext>
                  </a:extLst>
                </p14:cNvPr>
                <p14:cNvContentPartPr/>
                <p14:nvPr/>
              </p14:nvContentPartPr>
              <p14:xfrm>
                <a:off x="1571670" y="3984942"/>
                <a:ext cx="50400" cy="64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426D2A-212E-2121-7BD7-21E7B17F72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62670" y="3975942"/>
                  <a:ext cx="68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118DCF-4DC9-4E62-072F-3532B3A91DEB}"/>
                    </a:ext>
                  </a:extLst>
                </p14:cNvPr>
                <p14:cNvContentPartPr/>
                <p14:nvPr/>
              </p14:nvContentPartPr>
              <p14:xfrm>
                <a:off x="1682910" y="3950022"/>
                <a:ext cx="4320" cy="10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118DCF-4DC9-4E62-072F-3532B3A91DE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74270" y="3941382"/>
                  <a:ext cx="21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FF5A9B7-06F4-14BB-0714-96F3F1BB3C67}"/>
                    </a:ext>
                  </a:extLst>
                </p14:cNvPr>
                <p14:cNvContentPartPr/>
                <p14:nvPr/>
              </p14:nvContentPartPr>
              <p14:xfrm>
                <a:off x="1656630" y="3957222"/>
                <a:ext cx="64800" cy="140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FF5A9B7-06F4-14BB-0714-96F3F1BB3C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47630" y="3948222"/>
                  <a:ext cx="82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E26A3D5-40E6-63AE-35D9-528BA5C83CD0}"/>
                    </a:ext>
                  </a:extLst>
                </p14:cNvPr>
                <p14:cNvContentPartPr/>
                <p14:nvPr/>
              </p14:nvContentPartPr>
              <p14:xfrm>
                <a:off x="1745550" y="4067022"/>
                <a:ext cx="11520" cy="1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E26A3D5-40E6-63AE-35D9-528BA5C83CD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36910" y="4058022"/>
                  <a:ext cx="29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1DD149C-EB0D-29DE-C91E-EF5000EEAF94}"/>
                    </a:ext>
                  </a:extLst>
                </p14:cNvPr>
                <p14:cNvContentPartPr/>
                <p14:nvPr/>
              </p14:nvContentPartPr>
              <p14:xfrm>
                <a:off x="2288070" y="3656982"/>
                <a:ext cx="808200" cy="48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1DD149C-EB0D-29DE-C91E-EF5000EEAF9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79430" y="3648342"/>
                  <a:ext cx="825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E5BCD8D-BBE2-69DE-A6DC-B62263F82D4C}"/>
                    </a:ext>
                  </a:extLst>
                </p14:cNvPr>
                <p14:cNvContentPartPr/>
                <p14:nvPr/>
              </p14:nvContentPartPr>
              <p14:xfrm>
                <a:off x="2997990" y="3596502"/>
                <a:ext cx="91440" cy="12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E5BCD8D-BBE2-69DE-A6DC-B62263F82D4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988990" y="3587862"/>
                  <a:ext cx="1090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C50A0F6-9E62-0429-B247-180BC35666CD}"/>
                    </a:ext>
                  </a:extLst>
                </p14:cNvPr>
                <p14:cNvContentPartPr/>
                <p14:nvPr/>
              </p14:nvContentPartPr>
              <p14:xfrm>
                <a:off x="3273030" y="3604782"/>
                <a:ext cx="178920" cy="155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C50A0F6-9E62-0429-B247-180BC35666C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264390" y="3595782"/>
                  <a:ext cx="196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4EE888-6210-9352-B722-B643C4E730EE}"/>
                    </a:ext>
                  </a:extLst>
                </p14:cNvPr>
                <p14:cNvContentPartPr/>
                <p14:nvPr/>
              </p14:nvContentPartPr>
              <p14:xfrm>
                <a:off x="3535110" y="3632862"/>
                <a:ext cx="18000" cy="95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4EE888-6210-9352-B722-B643C4E730E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526110" y="3624222"/>
                  <a:ext cx="356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95DFB6E-C2AE-E020-F7F3-BC6DE67AC86F}"/>
                    </a:ext>
                  </a:extLst>
                </p14:cNvPr>
                <p14:cNvContentPartPr/>
                <p14:nvPr/>
              </p14:nvContentPartPr>
              <p14:xfrm>
                <a:off x="3497670" y="3577422"/>
                <a:ext cx="187200" cy="153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95DFB6E-C2AE-E020-F7F3-BC6DE67AC86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488670" y="3568782"/>
                  <a:ext cx="204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6515800-848F-C17C-E1D3-34274A0E1AAC}"/>
                    </a:ext>
                  </a:extLst>
                </p14:cNvPr>
                <p14:cNvContentPartPr/>
                <p14:nvPr/>
              </p14:nvContentPartPr>
              <p14:xfrm>
                <a:off x="3740670" y="3550062"/>
                <a:ext cx="224640" cy="176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6515800-848F-C17C-E1D3-34274A0E1AA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32030" y="3541422"/>
                  <a:ext cx="242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64F1012-ACA9-41F1-E8A7-83AC577ACD61}"/>
                    </a:ext>
                  </a:extLst>
                </p14:cNvPr>
                <p14:cNvContentPartPr/>
                <p14:nvPr/>
              </p14:nvContentPartPr>
              <p14:xfrm>
                <a:off x="3922830" y="3615582"/>
                <a:ext cx="273240" cy="9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64F1012-ACA9-41F1-E8A7-83AC577ACD6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914190" y="3606942"/>
                  <a:ext cx="290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72CA5C9-87C1-D8F2-35C2-32030B0B4DBC}"/>
                    </a:ext>
                  </a:extLst>
                </p14:cNvPr>
                <p14:cNvContentPartPr/>
                <p14:nvPr/>
              </p14:nvContentPartPr>
              <p14:xfrm>
                <a:off x="3684150" y="3825462"/>
                <a:ext cx="105120" cy="185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72CA5C9-87C1-D8F2-35C2-32030B0B4DB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675150" y="3816822"/>
                  <a:ext cx="1227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9A79C2F-D2D5-36CD-9356-2C8056A55EB9}"/>
                    </a:ext>
                  </a:extLst>
                </p14:cNvPr>
                <p14:cNvContentPartPr/>
                <p14:nvPr/>
              </p14:nvContentPartPr>
              <p14:xfrm>
                <a:off x="3809790" y="3877662"/>
                <a:ext cx="88920" cy="89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9A79C2F-D2D5-36CD-9356-2C8056A55EB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800790" y="3869022"/>
                  <a:ext cx="106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2860BB-C4D5-5518-0DB1-C38156267F38}"/>
                    </a:ext>
                  </a:extLst>
                </p14:cNvPr>
                <p14:cNvContentPartPr/>
                <p14:nvPr/>
              </p14:nvContentPartPr>
              <p14:xfrm>
                <a:off x="3961710" y="3862902"/>
                <a:ext cx="138600" cy="94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2860BB-C4D5-5518-0DB1-C38156267F3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952710" y="3854262"/>
                  <a:ext cx="156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35D57B-72E2-4750-BC99-C7BE3E3F26B7}"/>
                    </a:ext>
                  </a:extLst>
                </p14:cNvPr>
                <p14:cNvContentPartPr/>
                <p14:nvPr/>
              </p14:nvContentPartPr>
              <p14:xfrm>
                <a:off x="4149630" y="3848862"/>
                <a:ext cx="82080" cy="132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35D57B-72E2-4750-BC99-C7BE3E3F26B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140630" y="3839862"/>
                  <a:ext cx="99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00D969A-90A3-D621-8F13-3634BDCEFD6E}"/>
                    </a:ext>
                  </a:extLst>
                </p14:cNvPr>
                <p14:cNvContentPartPr/>
                <p14:nvPr/>
              </p14:nvContentPartPr>
              <p14:xfrm>
                <a:off x="4254030" y="3889542"/>
                <a:ext cx="33840" cy="61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00D969A-90A3-D621-8F13-3634BDCEFD6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245030" y="3880902"/>
                  <a:ext cx="51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68B7E96-E5FF-17E7-FA7B-FE59643059FB}"/>
                    </a:ext>
                  </a:extLst>
                </p14:cNvPr>
                <p14:cNvContentPartPr/>
                <p14:nvPr/>
              </p14:nvContentPartPr>
              <p14:xfrm>
                <a:off x="4259790" y="3810702"/>
                <a:ext cx="18720" cy="25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68B7E96-E5FF-17E7-FA7B-FE59643059F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251150" y="3802062"/>
                  <a:ext cx="36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9D5C4DF-6FB1-31F1-25D0-6C93590B695A}"/>
                    </a:ext>
                  </a:extLst>
                </p14:cNvPr>
                <p14:cNvContentPartPr/>
                <p14:nvPr/>
              </p14:nvContentPartPr>
              <p14:xfrm>
                <a:off x="4333950" y="3873702"/>
                <a:ext cx="96480" cy="110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9D5C4DF-6FB1-31F1-25D0-6C93590B695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325310" y="3865062"/>
                  <a:ext cx="114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1FF0652-CE26-635F-2948-EBCB07C20BD0}"/>
                    </a:ext>
                  </a:extLst>
                </p14:cNvPr>
                <p14:cNvContentPartPr/>
                <p14:nvPr/>
              </p14:nvContentPartPr>
              <p14:xfrm>
                <a:off x="4416030" y="3828342"/>
                <a:ext cx="93600" cy="162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1FF0652-CE26-635F-2948-EBCB07C20BD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407030" y="3819702"/>
                  <a:ext cx="111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32AF125-37D6-1D9F-BC48-0135D3EF20BE}"/>
                    </a:ext>
                  </a:extLst>
                </p14:cNvPr>
                <p14:cNvContentPartPr/>
                <p14:nvPr/>
              </p14:nvContentPartPr>
              <p14:xfrm>
                <a:off x="4495230" y="4159902"/>
                <a:ext cx="41760" cy="187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32AF125-37D6-1D9F-BC48-0135D3EF20B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86590" y="4150902"/>
                  <a:ext cx="59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1D106D4-2E5C-F944-DF38-AD1B0E43F8AB}"/>
                    </a:ext>
                  </a:extLst>
                </p14:cNvPr>
                <p14:cNvContentPartPr/>
                <p14:nvPr/>
              </p14:nvContentPartPr>
              <p14:xfrm>
                <a:off x="4621230" y="4131462"/>
                <a:ext cx="98640" cy="171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1D106D4-2E5C-F944-DF38-AD1B0E43F8A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12230" y="4122462"/>
                  <a:ext cx="116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CEC295D-38F4-7924-F743-09BE050376A5}"/>
                    </a:ext>
                  </a:extLst>
                </p14:cNvPr>
                <p14:cNvContentPartPr/>
                <p14:nvPr/>
              </p14:nvContentPartPr>
              <p14:xfrm>
                <a:off x="4758750" y="4108062"/>
                <a:ext cx="66240" cy="146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CEC295D-38F4-7924-F743-09BE050376A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50110" y="4099422"/>
                  <a:ext cx="83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F5F39FA-CDB8-4573-EC4A-CDEA1A5E0803}"/>
                    </a:ext>
                  </a:extLst>
                </p14:cNvPr>
                <p14:cNvContentPartPr/>
                <p14:nvPr/>
              </p14:nvContentPartPr>
              <p14:xfrm>
                <a:off x="4791510" y="4172862"/>
                <a:ext cx="37080" cy="18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F5F39FA-CDB8-4573-EC4A-CDEA1A5E080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782510" y="4164222"/>
                  <a:ext cx="54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686AA8C-8A38-BAA8-CD8C-E3DB08218A47}"/>
                    </a:ext>
                  </a:extLst>
                </p14:cNvPr>
                <p14:cNvContentPartPr/>
                <p14:nvPr/>
              </p14:nvContentPartPr>
              <p14:xfrm>
                <a:off x="4895550" y="4079982"/>
                <a:ext cx="48240" cy="197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686AA8C-8A38-BAA8-CD8C-E3DB08218A4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86910" y="4071342"/>
                  <a:ext cx="65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9983017-1C8A-8B6E-C2CA-7AFA7AF5BC10}"/>
                    </a:ext>
                  </a:extLst>
                </p14:cNvPr>
                <p14:cNvContentPartPr/>
                <p14:nvPr/>
              </p14:nvContentPartPr>
              <p14:xfrm>
                <a:off x="4512870" y="4422702"/>
                <a:ext cx="103320" cy="179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9983017-1C8A-8B6E-C2CA-7AFA7AF5BC1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03870" y="4413702"/>
                  <a:ext cx="120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2707727-E069-7756-6C65-585BA7C67492}"/>
                    </a:ext>
                  </a:extLst>
                </p14:cNvPr>
                <p14:cNvContentPartPr/>
                <p14:nvPr/>
              </p14:nvContentPartPr>
              <p14:xfrm>
                <a:off x="4532310" y="4429542"/>
                <a:ext cx="245880" cy="153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2707727-E069-7756-6C65-585BA7C6749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523310" y="4420542"/>
                  <a:ext cx="263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7D25A36-11C5-A21D-12A2-195E64A638B8}"/>
                    </a:ext>
                  </a:extLst>
                </p14:cNvPr>
                <p14:cNvContentPartPr/>
                <p14:nvPr/>
              </p14:nvContentPartPr>
              <p14:xfrm>
                <a:off x="4835430" y="4408662"/>
                <a:ext cx="84240" cy="145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7D25A36-11C5-A21D-12A2-195E64A638B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26790" y="4399662"/>
                  <a:ext cx="101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C8D49D9-F7BC-F289-5E92-76FD81D437A3}"/>
                    </a:ext>
                  </a:extLst>
                </p14:cNvPr>
                <p14:cNvContentPartPr/>
                <p14:nvPr/>
              </p14:nvContentPartPr>
              <p14:xfrm>
                <a:off x="4831110" y="4385622"/>
                <a:ext cx="225000" cy="166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C8D49D9-F7BC-F289-5E92-76FD81D437A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822110" y="4376982"/>
                  <a:ext cx="242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88B7675-34CF-4673-07D2-E3DD3F633E7A}"/>
                    </a:ext>
                  </a:extLst>
                </p14:cNvPr>
                <p14:cNvContentPartPr/>
                <p14:nvPr/>
              </p14:nvContentPartPr>
              <p14:xfrm>
                <a:off x="5364270" y="4383822"/>
                <a:ext cx="135000" cy="138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88B7675-34CF-4673-07D2-E3DD3F633E7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355270" y="4374822"/>
                  <a:ext cx="152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69431CE-CA20-3C08-BF1E-D97572061F06}"/>
                    </a:ext>
                  </a:extLst>
                </p14:cNvPr>
                <p14:cNvContentPartPr/>
                <p14:nvPr/>
              </p14:nvContentPartPr>
              <p14:xfrm>
                <a:off x="5559750" y="4394982"/>
                <a:ext cx="10080" cy="113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69431CE-CA20-3C08-BF1E-D97572061F0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550750" y="4386342"/>
                  <a:ext cx="277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5408B6C-B7D2-9CA7-7265-7ED64FFCEC4F}"/>
                    </a:ext>
                  </a:extLst>
                </p14:cNvPr>
                <p14:cNvContentPartPr/>
                <p14:nvPr/>
              </p14:nvContentPartPr>
              <p14:xfrm>
                <a:off x="5544990" y="4337742"/>
                <a:ext cx="127080" cy="151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5408B6C-B7D2-9CA7-7265-7ED64FFCEC4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535990" y="4328742"/>
                  <a:ext cx="144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056B54E-5924-363E-0076-5656176B923C}"/>
                    </a:ext>
                  </a:extLst>
                </p14:cNvPr>
                <p14:cNvContentPartPr/>
                <p14:nvPr/>
              </p14:nvContentPartPr>
              <p14:xfrm>
                <a:off x="5690430" y="4367262"/>
                <a:ext cx="263520" cy="136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056B54E-5924-363E-0076-5656176B923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681790" y="4358262"/>
                  <a:ext cx="2811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300F7A-6F35-FBE3-0786-FC52CBC0E1EF}"/>
                    </a:ext>
                  </a:extLst>
                </p14:cNvPr>
                <p14:cNvContentPartPr/>
                <p14:nvPr/>
              </p14:nvContentPartPr>
              <p14:xfrm>
                <a:off x="5894550" y="4377702"/>
                <a:ext cx="259920" cy="116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300F7A-6F35-FBE3-0786-FC52CBC0E1E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885910" y="4368702"/>
                  <a:ext cx="277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1B6C6D2-FE3C-8AA6-756F-593E430D4E1B}"/>
                    </a:ext>
                  </a:extLst>
                </p14:cNvPr>
                <p14:cNvContentPartPr/>
                <p14:nvPr/>
              </p14:nvContentPartPr>
              <p14:xfrm>
                <a:off x="6170670" y="4354302"/>
                <a:ext cx="126000" cy="221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1B6C6D2-FE3C-8AA6-756F-593E430D4E1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161670" y="4345302"/>
                  <a:ext cx="143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4C8FBFC-DE28-6343-3D46-9084B72FF19E}"/>
                    </a:ext>
                  </a:extLst>
                </p14:cNvPr>
                <p14:cNvContentPartPr/>
                <p14:nvPr/>
              </p14:nvContentPartPr>
              <p14:xfrm>
                <a:off x="5302350" y="4278342"/>
                <a:ext cx="189360" cy="322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4C8FBFC-DE28-6343-3D46-9084B72FF19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293710" y="4269702"/>
                  <a:ext cx="2070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810183E-CE7F-C2BB-94FB-49D8A602685E}"/>
                    </a:ext>
                  </a:extLst>
                </p14:cNvPr>
                <p14:cNvContentPartPr/>
                <p14:nvPr/>
              </p14:nvContentPartPr>
              <p14:xfrm>
                <a:off x="5520510" y="3231822"/>
                <a:ext cx="56160" cy="461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810183E-CE7F-C2BB-94FB-49D8A602685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511870" y="3223182"/>
                  <a:ext cx="738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E7032A8-3347-09DE-75A2-D84486D123A6}"/>
                    </a:ext>
                  </a:extLst>
                </p14:cNvPr>
                <p14:cNvContentPartPr/>
                <p14:nvPr/>
              </p14:nvContentPartPr>
              <p14:xfrm>
                <a:off x="5445270" y="3209862"/>
                <a:ext cx="147960" cy="117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E7032A8-3347-09DE-75A2-D84486D123A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436270" y="3201222"/>
                  <a:ext cx="165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103C176-3542-12F0-6F55-D9C7D62E1675}"/>
                    </a:ext>
                  </a:extLst>
                </p14:cNvPr>
                <p14:cNvContentPartPr/>
                <p14:nvPr/>
              </p14:nvContentPartPr>
              <p14:xfrm>
                <a:off x="5241150" y="2597502"/>
                <a:ext cx="120240" cy="531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103C176-3542-12F0-6F55-D9C7D62E167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32150" y="2588862"/>
                  <a:ext cx="13788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7602291-6C11-28FE-25C1-EE38CEDE0C87}"/>
                    </a:ext>
                  </a:extLst>
                </p14:cNvPr>
                <p14:cNvContentPartPr/>
                <p14:nvPr/>
              </p14:nvContentPartPr>
              <p14:xfrm>
                <a:off x="5265990" y="2924022"/>
                <a:ext cx="153360" cy="100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7602291-6C11-28FE-25C1-EE38CEDE0C8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57350" y="2915382"/>
                  <a:ext cx="171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0828942-CCB9-D750-52FC-1B85105B1410}"/>
                    </a:ext>
                  </a:extLst>
                </p14:cNvPr>
                <p14:cNvContentPartPr/>
                <p14:nvPr/>
              </p14:nvContentPartPr>
              <p14:xfrm>
                <a:off x="5417190" y="2819262"/>
                <a:ext cx="20520" cy="21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0828942-CCB9-D750-52FC-1B85105B141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08550" y="2810622"/>
                  <a:ext cx="38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A7CA085-40F4-245E-B20A-1EBD854B6CBE}"/>
                    </a:ext>
                  </a:extLst>
                </p14:cNvPr>
                <p14:cNvContentPartPr/>
                <p14:nvPr/>
              </p14:nvContentPartPr>
              <p14:xfrm>
                <a:off x="5505750" y="2884422"/>
                <a:ext cx="242280" cy="107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A7CA085-40F4-245E-B20A-1EBD854B6CB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497110" y="2875782"/>
                  <a:ext cx="259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2E13DDF-9126-14DE-909C-F16BDF8E8718}"/>
                    </a:ext>
                  </a:extLst>
                </p14:cNvPr>
                <p14:cNvContentPartPr/>
                <p14:nvPr/>
              </p14:nvContentPartPr>
              <p14:xfrm>
                <a:off x="5702670" y="2728182"/>
                <a:ext cx="13680" cy="23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2E13DDF-9126-14DE-909C-F16BDF8E871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693670" y="2719542"/>
                  <a:ext cx="31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A70E09B-19FD-5C64-4B89-DAF2394135F3}"/>
                    </a:ext>
                  </a:extLst>
                </p14:cNvPr>
                <p14:cNvContentPartPr/>
                <p14:nvPr/>
              </p14:nvContentPartPr>
              <p14:xfrm>
                <a:off x="4949190" y="2547462"/>
                <a:ext cx="1097280" cy="642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A70E09B-19FD-5C64-4B89-DAF2394135F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940550" y="2538822"/>
                  <a:ext cx="111492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03FBBDA-5EA9-DA64-ABAD-7338B5647EBE}"/>
                    </a:ext>
                  </a:extLst>
                </p14:cNvPr>
                <p14:cNvContentPartPr/>
                <p14:nvPr/>
              </p14:nvContentPartPr>
              <p14:xfrm>
                <a:off x="4860270" y="2543502"/>
                <a:ext cx="1149480" cy="528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03FBBDA-5EA9-DA64-ABAD-7338B5647EB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851270" y="2534862"/>
                  <a:ext cx="11671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A8ADF82-740F-DB16-B3CE-7F6ABB0F83F1}"/>
                    </a:ext>
                  </a:extLst>
                </p14:cNvPr>
                <p14:cNvContentPartPr/>
                <p14:nvPr/>
              </p14:nvContentPartPr>
              <p14:xfrm>
                <a:off x="5989950" y="3046422"/>
                <a:ext cx="15840" cy="146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A8ADF82-740F-DB16-B3CE-7F6ABB0F83F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980950" y="3037422"/>
                  <a:ext cx="334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90043F5-44F0-8A56-79DD-22807357D279}"/>
                    </a:ext>
                  </a:extLst>
                </p14:cNvPr>
                <p14:cNvContentPartPr/>
                <p14:nvPr/>
              </p14:nvContentPartPr>
              <p14:xfrm>
                <a:off x="5892390" y="3141822"/>
                <a:ext cx="950760" cy="540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90043F5-44F0-8A56-79DD-22807357D27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883390" y="3133182"/>
                  <a:ext cx="96840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E02FDF8-D053-AFD8-5924-A3933670FB20}"/>
                    </a:ext>
                  </a:extLst>
                </p14:cNvPr>
                <p14:cNvContentPartPr/>
                <p14:nvPr/>
              </p14:nvContentPartPr>
              <p14:xfrm>
                <a:off x="6682230" y="3109782"/>
                <a:ext cx="193320" cy="146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E02FDF8-D053-AFD8-5924-A3933670FB2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73230" y="3100782"/>
                  <a:ext cx="2109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DBB8F3F-30E1-FFA0-F40E-DB5B342C87A7}"/>
                    </a:ext>
                  </a:extLst>
                </p14:cNvPr>
                <p14:cNvContentPartPr/>
                <p14:nvPr/>
              </p14:nvContentPartPr>
              <p14:xfrm>
                <a:off x="6713550" y="2544582"/>
                <a:ext cx="930960" cy="546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DBB8F3F-30E1-FFA0-F40E-DB5B342C87A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704550" y="2535582"/>
                  <a:ext cx="9486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5C19951-2831-E0D1-622E-FB881460B667}"/>
                    </a:ext>
                  </a:extLst>
                </p14:cNvPr>
                <p14:cNvContentPartPr/>
                <p14:nvPr/>
              </p14:nvContentPartPr>
              <p14:xfrm>
                <a:off x="6698790" y="2521902"/>
                <a:ext cx="1154880" cy="603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5C19951-2831-E0D1-622E-FB881460B66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689790" y="2513262"/>
                  <a:ext cx="117252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2B0422A-52C1-218E-7D4D-3749C055494C}"/>
                    </a:ext>
                  </a:extLst>
                </p14:cNvPr>
                <p14:cNvContentPartPr/>
                <p14:nvPr/>
              </p14:nvContentPartPr>
              <p14:xfrm>
                <a:off x="6933150" y="2658342"/>
                <a:ext cx="171720" cy="259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2B0422A-52C1-218E-7D4D-3749C055494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924150" y="2649342"/>
                  <a:ext cx="1893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F322989-B36D-095D-BA80-0239635A4EFE}"/>
                    </a:ext>
                  </a:extLst>
                </p14:cNvPr>
                <p14:cNvContentPartPr/>
                <p14:nvPr/>
              </p14:nvContentPartPr>
              <p14:xfrm>
                <a:off x="7090110" y="2742222"/>
                <a:ext cx="271800" cy="153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F322989-B36D-095D-BA80-0239635A4EF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081470" y="2733582"/>
                  <a:ext cx="289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0B75430-1393-9C60-3D6B-44A0EC6A75C9}"/>
                    </a:ext>
                  </a:extLst>
                </p14:cNvPr>
                <p14:cNvContentPartPr/>
                <p14:nvPr/>
              </p14:nvContentPartPr>
              <p14:xfrm>
                <a:off x="7324830" y="2647182"/>
                <a:ext cx="44280" cy="36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0B75430-1393-9C60-3D6B-44A0EC6A75C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316190" y="2638182"/>
                  <a:ext cx="61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3CBA719-E38F-308D-7973-71DB72DC286B}"/>
                    </a:ext>
                  </a:extLst>
                </p14:cNvPr>
                <p14:cNvContentPartPr/>
                <p14:nvPr/>
              </p14:nvContentPartPr>
              <p14:xfrm>
                <a:off x="7388550" y="2684262"/>
                <a:ext cx="15120" cy="141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3CBA719-E38F-308D-7973-71DB72DC286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379910" y="2675262"/>
                  <a:ext cx="32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CF25B77-654E-7223-39DB-B64923852BF1}"/>
                    </a:ext>
                  </a:extLst>
                </p14:cNvPr>
                <p14:cNvContentPartPr/>
                <p14:nvPr/>
              </p14:nvContentPartPr>
              <p14:xfrm>
                <a:off x="7432110" y="2647542"/>
                <a:ext cx="125280" cy="237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CF25B77-654E-7223-39DB-B64923852BF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423110" y="2638902"/>
                  <a:ext cx="142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27302BE-126E-B50E-65F6-30CEBC23B897}"/>
                    </a:ext>
                  </a:extLst>
                </p14:cNvPr>
                <p14:cNvContentPartPr/>
                <p14:nvPr/>
              </p14:nvContentPartPr>
              <p14:xfrm>
                <a:off x="7471350" y="2892342"/>
                <a:ext cx="132480" cy="160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27302BE-126E-B50E-65F6-30CEBC23B89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462350" y="2883702"/>
                  <a:ext cx="150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A6C4E12-8138-3309-83EB-988BC761BDC3}"/>
                    </a:ext>
                  </a:extLst>
                </p14:cNvPr>
                <p14:cNvContentPartPr/>
                <p14:nvPr/>
              </p14:nvContentPartPr>
              <p14:xfrm>
                <a:off x="7520310" y="2921142"/>
                <a:ext cx="190080" cy="142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A6C4E12-8138-3309-83EB-988BC761BDC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511310" y="2912142"/>
                  <a:ext cx="207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0CCC3DB-D077-49FD-ED83-B3D14C99F4F7}"/>
                    </a:ext>
                  </a:extLst>
                </p14:cNvPr>
                <p14:cNvContentPartPr/>
                <p14:nvPr/>
              </p14:nvContentPartPr>
              <p14:xfrm>
                <a:off x="5139270" y="3386262"/>
                <a:ext cx="2960640" cy="56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0CCC3DB-D077-49FD-ED83-B3D14C99F4F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130270" y="3377262"/>
                  <a:ext cx="29782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1A9D16-5743-ED29-7843-5BEBA47FA546}"/>
                    </a:ext>
                  </a:extLst>
                </p14:cNvPr>
                <p14:cNvContentPartPr/>
                <p14:nvPr/>
              </p14:nvContentPartPr>
              <p14:xfrm>
                <a:off x="4161510" y="2894502"/>
                <a:ext cx="34920" cy="171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1A9D16-5743-ED29-7843-5BEBA47FA54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152870" y="2885862"/>
                  <a:ext cx="52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9B90C29-7FF1-1296-B7CB-D00D48C7CE81}"/>
                    </a:ext>
                  </a:extLst>
                </p14:cNvPr>
                <p14:cNvContentPartPr/>
                <p14:nvPr/>
              </p14:nvContentPartPr>
              <p14:xfrm>
                <a:off x="4162230" y="2832222"/>
                <a:ext cx="98640" cy="131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9B90C29-7FF1-1296-B7CB-D00D48C7CE8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153230" y="2823222"/>
                  <a:ext cx="116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31EDE51-F297-5B52-0CED-6845E49740F9}"/>
                    </a:ext>
                  </a:extLst>
                </p14:cNvPr>
                <p14:cNvContentPartPr/>
                <p14:nvPr/>
              </p14:nvContentPartPr>
              <p14:xfrm>
                <a:off x="4156110" y="2958222"/>
                <a:ext cx="133200" cy="28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31EDE51-F297-5B52-0CED-6845E49740F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147110" y="2949222"/>
                  <a:ext cx="150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08D8256-D8D2-468B-9ED5-45169D21A5BE}"/>
                    </a:ext>
                  </a:extLst>
                </p14:cNvPr>
                <p14:cNvContentPartPr/>
                <p14:nvPr/>
              </p14:nvContentPartPr>
              <p14:xfrm>
                <a:off x="4313430" y="2810982"/>
                <a:ext cx="165960" cy="273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08D8256-D8D2-468B-9ED5-45169D21A5B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304430" y="2801982"/>
                  <a:ext cx="183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2760281-B822-0D4D-82A4-C29942127B84}"/>
                    </a:ext>
                  </a:extLst>
                </p14:cNvPr>
                <p14:cNvContentPartPr/>
                <p14:nvPr/>
              </p14:nvContentPartPr>
              <p14:xfrm>
                <a:off x="6825150" y="3828342"/>
                <a:ext cx="156240" cy="249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2760281-B822-0D4D-82A4-C29942127B8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816150" y="3819342"/>
                  <a:ext cx="173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804916F-FB1C-B0B8-4E6E-CF10D76CF87B}"/>
                    </a:ext>
                  </a:extLst>
                </p14:cNvPr>
                <p14:cNvContentPartPr/>
                <p14:nvPr/>
              </p14:nvContentPartPr>
              <p14:xfrm>
                <a:off x="7017750" y="3912942"/>
                <a:ext cx="80280" cy="116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804916F-FB1C-B0B8-4E6E-CF10D76CF87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009110" y="3903942"/>
                  <a:ext cx="97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1E85529-AD35-7E78-B94A-7DDC545C1706}"/>
                    </a:ext>
                  </a:extLst>
                </p14:cNvPr>
                <p14:cNvContentPartPr/>
                <p14:nvPr/>
              </p14:nvContentPartPr>
              <p14:xfrm>
                <a:off x="7134030" y="3937062"/>
                <a:ext cx="70920" cy="838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1E85529-AD35-7E78-B94A-7DDC545C170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125030" y="3928062"/>
                  <a:ext cx="88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A299090-B7CF-B85C-58C3-0FDCA1D3DDC9}"/>
                    </a:ext>
                  </a:extLst>
                </p14:cNvPr>
                <p14:cNvContentPartPr/>
                <p14:nvPr/>
              </p14:nvContentPartPr>
              <p14:xfrm>
                <a:off x="7253190" y="3927342"/>
                <a:ext cx="75960" cy="128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A299090-B7CF-B85C-58C3-0FDCA1D3DDC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244190" y="3918342"/>
                  <a:ext cx="93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3B450F4-2AFD-632A-FF98-E59A2D270A85}"/>
                    </a:ext>
                  </a:extLst>
                </p14:cNvPr>
                <p14:cNvContentPartPr/>
                <p14:nvPr/>
              </p14:nvContentPartPr>
              <p14:xfrm>
                <a:off x="6557310" y="4554822"/>
                <a:ext cx="54000" cy="330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3B450F4-2AFD-632A-FF98-E59A2D270A8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548310" y="4545822"/>
                  <a:ext cx="716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124C270-2F57-8AB2-010A-C71DDC66ECB2}"/>
                    </a:ext>
                  </a:extLst>
                </p14:cNvPr>
                <p14:cNvContentPartPr/>
                <p14:nvPr/>
              </p14:nvContentPartPr>
              <p14:xfrm>
                <a:off x="6588270" y="4439982"/>
                <a:ext cx="1148400" cy="486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124C270-2F57-8AB2-010A-C71DDC66ECB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579270" y="4431342"/>
                  <a:ext cx="11660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8F4D969-4038-C4AB-6108-340B35D22255}"/>
                    </a:ext>
                  </a:extLst>
                </p14:cNvPr>
                <p14:cNvContentPartPr/>
                <p14:nvPr/>
              </p14:nvContentPartPr>
              <p14:xfrm>
                <a:off x="6798510" y="4605942"/>
                <a:ext cx="120960" cy="246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8F4D969-4038-C4AB-6108-340B35D2225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789870" y="4597302"/>
                  <a:ext cx="1386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7802462-8215-1052-3F9C-4544E7E46B08}"/>
                    </a:ext>
                  </a:extLst>
                </p14:cNvPr>
                <p14:cNvContentPartPr/>
                <p14:nvPr/>
              </p14:nvContentPartPr>
              <p14:xfrm>
                <a:off x="6943230" y="4688382"/>
                <a:ext cx="92160" cy="212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7802462-8215-1052-3F9C-4544E7E46B0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934590" y="4679382"/>
                  <a:ext cx="109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26F0ABF-4677-BC7F-3077-F1DA1109A0E7}"/>
                    </a:ext>
                  </a:extLst>
                </p14:cNvPr>
                <p14:cNvContentPartPr/>
                <p14:nvPr/>
              </p14:nvContentPartPr>
              <p14:xfrm>
                <a:off x="7080030" y="4601982"/>
                <a:ext cx="32400" cy="214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26F0ABF-4677-BC7F-3077-F1DA1109A0E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071390" y="4593342"/>
                  <a:ext cx="50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48EE5D6-9D94-9402-E41A-C5C151D5FB5A}"/>
                    </a:ext>
                  </a:extLst>
                </p14:cNvPr>
                <p14:cNvContentPartPr/>
                <p14:nvPr/>
              </p14:nvContentPartPr>
              <p14:xfrm>
                <a:off x="7096590" y="4647342"/>
                <a:ext cx="473040" cy="140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48EE5D6-9D94-9402-E41A-C5C151D5FB5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087590" y="4638342"/>
                  <a:ext cx="490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B8A6D7E-36AA-241C-D9DD-0E8706DA5930}"/>
                    </a:ext>
                  </a:extLst>
                </p14:cNvPr>
                <p14:cNvContentPartPr/>
                <p14:nvPr/>
              </p14:nvContentPartPr>
              <p14:xfrm>
                <a:off x="5373630" y="4718262"/>
                <a:ext cx="906480" cy="3319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B8A6D7E-36AA-241C-D9DD-0E8706DA593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364630" y="4709262"/>
                  <a:ext cx="9241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7BD7E9B-D410-1B2D-54C4-C14947231D26}"/>
                    </a:ext>
                  </a:extLst>
                </p14:cNvPr>
                <p14:cNvContentPartPr/>
                <p14:nvPr/>
              </p14:nvContentPartPr>
              <p14:xfrm>
                <a:off x="5578110" y="4861902"/>
                <a:ext cx="123120" cy="65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7BD7E9B-D410-1B2D-54C4-C14947231D2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569470" y="4853262"/>
                  <a:ext cx="140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913ED8-44B2-1B3B-EFBF-AD99FD13DFF4}"/>
                    </a:ext>
                  </a:extLst>
                </p14:cNvPr>
                <p14:cNvContentPartPr/>
                <p14:nvPr/>
              </p14:nvContentPartPr>
              <p14:xfrm>
                <a:off x="6277590" y="3336582"/>
                <a:ext cx="173880" cy="141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913ED8-44B2-1B3B-EFBF-AD99FD13DFF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268590" y="3327582"/>
                  <a:ext cx="191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B41F210-5706-1E50-6E74-C786560DC8E5}"/>
                    </a:ext>
                  </a:extLst>
                </p14:cNvPr>
                <p14:cNvContentPartPr/>
                <p14:nvPr/>
              </p14:nvContentPartPr>
              <p14:xfrm>
                <a:off x="5433030" y="3398502"/>
                <a:ext cx="237960" cy="142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B41F210-5706-1E50-6E74-C786560DC8E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424390" y="3389862"/>
                  <a:ext cx="255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FAF6E90-CF44-4B2C-AED3-001E8887C4C2}"/>
                    </a:ext>
                  </a:extLst>
                </p14:cNvPr>
                <p14:cNvContentPartPr/>
                <p14:nvPr/>
              </p14:nvContentPartPr>
              <p14:xfrm>
                <a:off x="6652350" y="3349542"/>
                <a:ext cx="204480" cy="2149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FAF6E90-CF44-4B2C-AED3-001E8887C4C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643710" y="3340902"/>
                  <a:ext cx="2221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029E7D5-34A9-63FD-C460-4E898C6EC22B}"/>
                    </a:ext>
                  </a:extLst>
                </p14:cNvPr>
                <p14:cNvContentPartPr/>
                <p14:nvPr/>
              </p14:nvContentPartPr>
              <p14:xfrm>
                <a:off x="6913710" y="3336222"/>
                <a:ext cx="135360" cy="218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029E7D5-34A9-63FD-C460-4E898C6EC22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905070" y="3327582"/>
                  <a:ext cx="153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68FD543-8B3A-2A8A-730A-551B1E9A1217}"/>
                    </a:ext>
                  </a:extLst>
                </p14:cNvPr>
                <p14:cNvContentPartPr/>
                <p14:nvPr/>
              </p14:nvContentPartPr>
              <p14:xfrm>
                <a:off x="7058430" y="3348822"/>
                <a:ext cx="92160" cy="156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68FD543-8B3A-2A8A-730A-551B1E9A121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049790" y="3340182"/>
                  <a:ext cx="109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6D37118-8B89-ADAF-EF5B-336A96D9D072}"/>
                    </a:ext>
                  </a:extLst>
                </p14:cNvPr>
                <p14:cNvContentPartPr/>
                <p14:nvPr/>
              </p14:nvContentPartPr>
              <p14:xfrm>
                <a:off x="7192350" y="3323262"/>
                <a:ext cx="86400" cy="259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6D37118-8B89-ADAF-EF5B-336A96D9D07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183350" y="3314262"/>
                  <a:ext cx="104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0C372FE-FE44-194F-2642-E72D7D654B1F}"/>
                    </a:ext>
                  </a:extLst>
                </p14:cNvPr>
                <p14:cNvContentPartPr/>
                <p14:nvPr/>
              </p14:nvContentPartPr>
              <p14:xfrm>
                <a:off x="6574950" y="3346662"/>
                <a:ext cx="165960" cy="264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0C372FE-FE44-194F-2642-E72D7D654B1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565950" y="3338022"/>
                  <a:ext cx="1836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2677740-E82D-D38B-3707-C5DDEFE2E307}"/>
                    </a:ext>
                  </a:extLst>
                </p14:cNvPr>
                <p14:cNvContentPartPr/>
                <p14:nvPr/>
              </p14:nvContentPartPr>
              <p14:xfrm>
                <a:off x="5975190" y="3735822"/>
                <a:ext cx="119520" cy="167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2677740-E82D-D38B-3707-C5DDEFE2E30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966550" y="3726822"/>
                  <a:ext cx="137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BEA29A2-39C4-6664-157B-BECF9AA4794D}"/>
                    </a:ext>
                  </a:extLst>
                </p14:cNvPr>
                <p14:cNvContentPartPr/>
                <p14:nvPr/>
              </p14:nvContentPartPr>
              <p14:xfrm>
                <a:off x="7310070" y="3758502"/>
                <a:ext cx="180720" cy="164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BEA29A2-39C4-6664-157B-BECF9AA4794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301070" y="3749862"/>
                  <a:ext cx="198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8DA1A54-1B3A-0DD7-5995-69B7F0753354}"/>
                    </a:ext>
                  </a:extLst>
                </p14:cNvPr>
                <p14:cNvContentPartPr/>
                <p14:nvPr/>
              </p14:nvContentPartPr>
              <p14:xfrm>
                <a:off x="7217190" y="4344222"/>
                <a:ext cx="189720" cy="146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8DA1A54-1B3A-0DD7-5995-69B7F075335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208190" y="4335222"/>
                  <a:ext cx="207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9492DB7-705D-36DC-7514-FA0F9A56E5F4}"/>
                    </a:ext>
                  </a:extLst>
                </p14:cNvPr>
                <p14:cNvContentPartPr/>
                <p14:nvPr/>
              </p14:nvContentPartPr>
              <p14:xfrm>
                <a:off x="5848110" y="4664622"/>
                <a:ext cx="248040" cy="199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9492DB7-705D-36DC-7514-FA0F9A56E5F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839110" y="4655622"/>
                  <a:ext cx="2656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D530241-ACE0-169E-949D-01EAF0286B04}"/>
                    </a:ext>
                  </a:extLst>
                </p14:cNvPr>
                <p14:cNvContentPartPr/>
                <p14:nvPr/>
              </p14:nvContentPartPr>
              <p14:xfrm>
                <a:off x="5789430" y="3168102"/>
                <a:ext cx="88200" cy="576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D530241-ACE0-169E-949D-01EAF0286B0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780430" y="3159102"/>
                  <a:ext cx="10584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F4BD38F-EA64-3670-2B67-502FF24E64C0}"/>
                    </a:ext>
                  </a:extLst>
                </p14:cNvPr>
                <p14:cNvContentPartPr/>
                <p14:nvPr/>
              </p14:nvContentPartPr>
              <p14:xfrm>
                <a:off x="6059070" y="3010422"/>
                <a:ext cx="870120" cy="715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F4BD38F-EA64-3670-2B67-502FF24E64C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050430" y="3001422"/>
                  <a:ext cx="88776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56FEC7C-C0DE-9E4A-67F7-91841C3B6A97}"/>
                    </a:ext>
                  </a:extLst>
                </p14:cNvPr>
                <p14:cNvContentPartPr/>
                <p14:nvPr/>
              </p14:nvContentPartPr>
              <p14:xfrm>
                <a:off x="6442110" y="3196542"/>
                <a:ext cx="1140120" cy="533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56FEC7C-C0DE-9E4A-67F7-91841C3B6A9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433110" y="3187542"/>
                  <a:ext cx="115776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719547B-6F60-3557-5331-B1278D28E7FD}"/>
                    </a:ext>
                  </a:extLst>
                </p14:cNvPr>
                <p14:cNvContentPartPr/>
                <p14:nvPr/>
              </p14:nvContentPartPr>
              <p14:xfrm>
                <a:off x="3978630" y="3201582"/>
                <a:ext cx="784800" cy="3351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719547B-6F60-3557-5331-B1278D28E7F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969990" y="3192582"/>
                  <a:ext cx="8024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4C77DE5-DA02-6ED2-1657-991B03B97C81}"/>
                    </a:ext>
                  </a:extLst>
                </p14:cNvPr>
                <p14:cNvContentPartPr/>
                <p14:nvPr/>
              </p14:nvContentPartPr>
              <p14:xfrm>
                <a:off x="4152510" y="3304902"/>
                <a:ext cx="126360" cy="182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4C77DE5-DA02-6ED2-1657-991B03B97C8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143510" y="3296262"/>
                  <a:ext cx="144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2FF8FEA-15EB-D71B-71C2-A824EBDCA431}"/>
                    </a:ext>
                  </a:extLst>
                </p14:cNvPr>
                <p14:cNvContentPartPr/>
                <p14:nvPr/>
              </p14:nvContentPartPr>
              <p14:xfrm>
                <a:off x="4322430" y="3300582"/>
                <a:ext cx="223200" cy="131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2FF8FEA-15EB-D71B-71C2-A824EBDCA43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313430" y="3291942"/>
                  <a:ext cx="240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859029B-4F81-5C80-B138-2519B430CA04}"/>
                    </a:ext>
                  </a:extLst>
                </p14:cNvPr>
                <p14:cNvContentPartPr/>
                <p14:nvPr/>
              </p14:nvContentPartPr>
              <p14:xfrm>
                <a:off x="4596750" y="3228942"/>
                <a:ext cx="56520" cy="180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859029B-4F81-5C80-B138-2519B430CA0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587750" y="3219942"/>
                  <a:ext cx="74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36A358E-402C-709D-2CF9-5709C5EC2D74}"/>
                    </a:ext>
                  </a:extLst>
                </p14:cNvPr>
                <p14:cNvContentPartPr/>
                <p14:nvPr/>
              </p14:nvContentPartPr>
              <p14:xfrm>
                <a:off x="4613670" y="3272862"/>
                <a:ext cx="67680" cy="37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36A358E-402C-709D-2CF9-5709C5EC2D7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604670" y="3264222"/>
                  <a:ext cx="85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8FA304B-3C08-6B48-F69B-A975AAF85FF6}"/>
                    </a:ext>
                  </a:extLst>
                </p14:cNvPr>
                <p14:cNvContentPartPr/>
                <p14:nvPr/>
              </p14:nvContentPartPr>
              <p14:xfrm>
                <a:off x="4694310" y="3335862"/>
                <a:ext cx="749160" cy="322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8FA304B-3C08-6B48-F69B-A975AAF85FF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685670" y="3326862"/>
                  <a:ext cx="7668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342738C-5C34-5451-8B0F-6B7617CA821D}"/>
                    </a:ext>
                  </a:extLst>
                </p14:cNvPr>
                <p14:cNvContentPartPr/>
                <p14:nvPr/>
              </p14:nvContentPartPr>
              <p14:xfrm>
                <a:off x="5310270" y="3583182"/>
                <a:ext cx="140760" cy="69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342738C-5C34-5451-8B0F-6B7617CA821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301270" y="3574182"/>
                  <a:ext cx="158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4AACAC2-DC62-18F2-10BE-C6EFDEDC1DA2}"/>
                    </a:ext>
                  </a:extLst>
                </p14:cNvPr>
                <p14:cNvContentPartPr/>
                <p14:nvPr/>
              </p14:nvContentPartPr>
              <p14:xfrm>
                <a:off x="4602510" y="3298062"/>
                <a:ext cx="2073960" cy="4651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4AACAC2-DC62-18F2-10BE-C6EFDEDC1DA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593870" y="3289422"/>
                  <a:ext cx="209160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4D69815-8279-FED7-67A8-A6C18780ACE4}"/>
                    </a:ext>
                  </a:extLst>
                </p14:cNvPr>
                <p14:cNvContentPartPr/>
                <p14:nvPr/>
              </p14:nvContentPartPr>
              <p14:xfrm>
                <a:off x="6594750" y="3634302"/>
                <a:ext cx="85680" cy="116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4D69815-8279-FED7-67A8-A6C18780ACE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586110" y="3625302"/>
                  <a:ext cx="103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12C9589-D8D5-72CA-B1D7-188DCA6A2FA8}"/>
                    </a:ext>
                  </a:extLst>
                </p14:cNvPr>
                <p14:cNvContentPartPr/>
                <p14:nvPr/>
              </p14:nvContentPartPr>
              <p14:xfrm>
                <a:off x="4694310" y="2930142"/>
                <a:ext cx="246960" cy="331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12C9589-D8D5-72CA-B1D7-188DCA6A2FA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685670" y="2921142"/>
                  <a:ext cx="2646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A38C26F-E632-6811-AE54-0E43DBFE73F3}"/>
                    </a:ext>
                  </a:extLst>
                </p14:cNvPr>
                <p14:cNvContentPartPr/>
                <p14:nvPr/>
              </p14:nvContentPartPr>
              <p14:xfrm>
                <a:off x="4847310" y="2894142"/>
                <a:ext cx="82800" cy="1231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A38C26F-E632-6811-AE54-0E43DBFE73F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838310" y="2885502"/>
                  <a:ext cx="100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2BC7371-7413-560A-9E68-5AE5BE6C0309}"/>
                    </a:ext>
                  </a:extLst>
                </p14:cNvPr>
                <p14:cNvContentPartPr/>
                <p14:nvPr/>
              </p14:nvContentPartPr>
              <p14:xfrm>
                <a:off x="4542750" y="2236782"/>
                <a:ext cx="2042640" cy="1005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2BC7371-7413-560A-9E68-5AE5BE6C030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534110" y="2228142"/>
                  <a:ext cx="2060280" cy="10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9AEE912-8E35-0FC1-4FBF-DBC6BC1BF336}"/>
                    </a:ext>
                  </a:extLst>
                </p14:cNvPr>
                <p14:cNvContentPartPr/>
                <p14:nvPr/>
              </p14:nvContentPartPr>
              <p14:xfrm>
                <a:off x="6493590" y="2523702"/>
                <a:ext cx="113760" cy="137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9AEE912-8E35-0FC1-4FBF-DBC6BC1BF33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484950" y="2514702"/>
                  <a:ext cx="131400" cy="15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8542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694CD6-CC16-6F0B-A529-EC5886A82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06F795-6D30-E0BA-E940-8B34E829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6B7809-FB9C-34A6-AB1B-DC367448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E857A3E-51B5-B1F2-EE21-E0AA278CE567}"/>
                  </a:ext>
                </a:extLst>
              </p14:cNvPr>
              <p14:cNvContentPartPr/>
              <p14:nvPr/>
            </p14:nvContentPartPr>
            <p14:xfrm>
              <a:off x="820710" y="2536662"/>
              <a:ext cx="1302840" cy="632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E857A3E-51B5-B1F2-EE21-E0AA278CE5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070" y="2528022"/>
                <a:ext cx="1320480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7950F03-DEA5-12C4-CB85-39AA008DE210}"/>
                  </a:ext>
                </a:extLst>
              </p14:cNvPr>
              <p14:cNvContentPartPr/>
              <p14:nvPr/>
            </p14:nvContentPartPr>
            <p14:xfrm>
              <a:off x="1407150" y="2918982"/>
              <a:ext cx="43920" cy="100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7950F03-DEA5-12C4-CB85-39AA008DE2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8150" y="2909982"/>
                <a:ext cx="615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47617F8-BF91-19E4-0D64-7C7C1693ABEF}"/>
                  </a:ext>
                </a:extLst>
              </p14:cNvPr>
              <p14:cNvContentPartPr/>
              <p14:nvPr/>
            </p14:nvContentPartPr>
            <p14:xfrm>
              <a:off x="1970550" y="3043182"/>
              <a:ext cx="1312560" cy="571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47617F8-BF91-19E4-0D64-7C7C1693AB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1550" y="3034542"/>
                <a:ext cx="133020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BF27FB8-C086-5D52-F4C7-ABA53C8C1CFC}"/>
                  </a:ext>
                </a:extLst>
              </p14:cNvPr>
              <p14:cNvContentPartPr/>
              <p14:nvPr/>
            </p14:nvContentPartPr>
            <p14:xfrm>
              <a:off x="3393270" y="3545022"/>
              <a:ext cx="54000" cy="151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BF27FB8-C086-5D52-F4C7-ABA53C8C1C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84630" y="3536022"/>
                <a:ext cx="71640" cy="3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0" name="Group 259">
            <a:extLst>
              <a:ext uri="{FF2B5EF4-FFF2-40B4-BE49-F238E27FC236}">
                <a16:creationId xmlns:a16="http://schemas.microsoft.com/office/drawing/2014/main" id="{1FBE9C3D-8524-EA3E-2770-B77AD1A031C3}"/>
              </a:ext>
            </a:extLst>
          </p:cNvPr>
          <p:cNvGrpSpPr/>
          <p:nvPr/>
        </p:nvGrpSpPr>
        <p:grpSpPr>
          <a:xfrm>
            <a:off x="439830" y="794982"/>
            <a:ext cx="8973000" cy="3924000"/>
            <a:chOff x="439830" y="794982"/>
            <a:chExt cx="8973000" cy="39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BF51212-F069-61EE-6238-40A457CC0B65}"/>
                    </a:ext>
                  </a:extLst>
                </p14:cNvPr>
                <p14:cNvContentPartPr/>
                <p14:nvPr/>
              </p14:nvContentPartPr>
              <p14:xfrm>
                <a:off x="609750" y="794982"/>
                <a:ext cx="1810440" cy="1089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BF51212-F069-61EE-6238-40A457CC0B6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1110" y="786342"/>
                  <a:ext cx="1828080" cy="11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CFC3678-C02D-6EE2-76B5-40B66D49DE39}"/>
                    </a:ext>
                  </a:extLst>
                </p14:cNvPr>
                <p14:cNvContentPartPr/>
                <p14:nvPr/>
              </p14:nvContentPartPr>
              <p14:xfrm>
                <a:off x="1505430" y="991902"/>
                <a:ext cx="110160" cy="153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CFC3678-C02D-6EE2-76B5-40B66D49DE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96430" y="983262"/>
                  <a:ext cx="127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C3C263-11D5-861E-B558-EAEF19F599D9}"/>
                    </a:ext>
                  </a:extLst>
                </p14:cNvPr>
                <p14:cNvContentPartPr/>
                <p14:nvPr/>
              </p14:nvContentPartPr>
              <p14:xfrm>
                <a:off x="1687590" y="985782"/>
                <a:ext cx="113760" cy="12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C3C263-11D5-861E-B558-EAEF19F599D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8590" y="976782"/>
                  <a:ext cx="131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BB0A94-5CB0-7B17-39E7-295FCC4403C3}"/>
                    </a:ext>
                  </a:extLst>
                </p14:cNvPr>
                <p14:cNvContentPartPr/>
                <p14:nvPr/>
              </p14:nvContentPartPr>
              <p14:xfrm>
                <a:off x="1729350" y="1041222"/>
                <a:ext cx="82800" cy="10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BB0A94-5CB0-7B17-39E7-295FCC4403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20350" y="1032222"/>
                  <a:ext cx="100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E768D6-D012-86E2-5893-79FED3CA6DE5}"/>
                    </a:ext>
                  </a:extLst>
                </p14:cNvPr>
                <p14:cNvContentPartPr/>
                <p14:nvPr/>
              </p14:nvContentPartPr>
              <p14:xfrm>
                <a:off x="939150" y="1255782"/>
                <a:ext cx="598320" cy="345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E768D6-D012-86E2-5893-79FED3CA6DE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0150" y="1247142"/>
                  <a:ext cx="6159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1BD177D-6C91-A07A-FBA4-602A0DAEDBB1}"/>
                    </a:ext>
                  </a:extLst>
                </p14:cNvPr>
                <p14:cNvContentPartPr/>
                <p14:nvPr/>
              </p14:nvContentPartPr>
              <p14:xfrm>
                <a:off x="1042830" y="1129782"/>
                <a:ext cx="128880" cy="73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1BD177D-6C91-A07A-FBA4-602A0DAEDB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3830" y="1120782"/>
                  <a:ext cx="146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B58686-4747-D475-B1A6-E6DAECE45A60}"/>
                    </a:ext>
                  </a:extLst>
                </p14:cNvPr>
                <p14:cNvContentPartPr/>
                <p14:nvPr/>
              </p14:nvContentPartPr>
              <p14:xfrm>
                <a:off x="1619550" y="1255422"/>
                <a:ext cx="655200" cy="328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B58686-4747-D475-B1A6-E6DAECE45A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10910" y="1246782"/>
                  <a:ext cx="6728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AD56BC4-1A14-EF07-7364-15538E237719}"/>
                    </a:ext>
                  </a:extLst>
                </p14:cNvPr>
                <p14:cNvContentPartPr/>
                <p14:nvPr/>
              </p14:nvContentPartPr>
              <p14:xfrm>
                <a:off x="1652310" y="1260822"/>
                <a:ext cx="596160" cy="333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AD56BC4-1A14-EF07-7364-15538E23771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43670" y="1251822"/>
                  <a:ext cx="6138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F40802-C361-C53A-1820-A6954F3EE424}"/>
                    </a:ext>
                  </a:extLst>
                </p14:cNvPr>
                <p14:cNvContentPartPr/>
                <p14:nvPr/>
              </p14:nvContentPartPr>
              <p14:xfrm>
                <a:off x="1995750" y="1157502"/>
                <a:ext cx="96840" cy="92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F40802-C361-C53A-1820-A6954F3EE4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86750" y="1148862"/>
                  <a:ext cx="114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A7DC1A-1073-9CEC-2BB3-BBF69B6020F3}"/>
                    </a:ext>
                  </a:extLst>
                </p14:cNvPr>
                <p14:cNvContentPartPr/>
                <p14:nvPr/>
              </p14:nvContentPartPr>
              <p14:xfrm>
                <a:off x="2125350" y="1118262"/>
                <a:ext cx="98640" cy="95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A7DC1A-1073-9CEC-2BB3-BBF69B6020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16710" y="1109622"/>
                  <a:ext cx="116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30F9FA-4C70-4E82-8D8B-7161E792BD87}"/>
                    </a:ext>
                  </a:extLst>
                </p14:cNvPr>
                <p14:cNvContentPartPr/>
                <p14:nvPr/>
              </p14:nvContentPartPr>
              <p14:xfrm>
                <a:off x="2257110" y="1061742"/>
                <a:ext cx="99360" cy="14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30F9FA-4C70-4E82-8D8B-7161E792BD8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48470" y="1053102"/>
                  <a:ext cx="117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060867-43F2-EE89-D4E7-604180ADC8B3}"/>
                    </a:ext>
                  </a:extLst>
                </p14:cNvPr>
                <p14:cNvContentPartPr/>
                <p14:nvPr/>
              </p14:nvContentPartPr>
              <p14:xfrm>
                <a:off x="2392110" y="1101342"/>
                <a:ext cx="77760" cy="10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060867-43F2-EE89-D4E7-604180ADC8B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83110" y="1092342"/>
                  <a:ext cx="95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C6C0DF1-1D78-9DA4-10E3-0358F8B874F9}"/>
                    </a:ext>
                  </a:extLst>
                </p14:cNvPr>
                <p14:cNvContentPartPr/>
                <p14:nvPr/>
              </p14:nvContentPartPr>
              <p14:xfrm>
                <a:off x="2498310" y="1090902"/>
                <a:ext cx="63720" cy="81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C6C0DF1-1D78-9DA4-10E3-0358F8B874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89670" y="1082262"/>
                  <a:ext cx="81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6BF6766-0995-EEBA-6DAA-BE32C64C879C}"/>
                    </a:ext>
                  </a:extLst>
                </p14:cNvPr>
                <p14:cNvContentPartPr/>
                <p14:nvPr/>
              </p14:nvContentPartPr>
              <p14:xfrm>
                <a:off x="2552310" y="1075422"/>
                <a:ext cx="98280" cy="88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6BF6766-0995-EEBA-6DAA-BE32C64C87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43670" y="1066422"/>
                  <a:ext cx="1159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0A0567-8286-22AA-A0AF-0614ABF3A2F9}"/>
                    </a:ext>
                  </a:extLst>
                </p14:cNvPr>
                <p14:cNvContentPartPr/>
                <p14:nvPr/>
              </p14:nvContentPartPr>
              <p14:xfrm>
                <a:off x="728190" y="2282502"/>
                <a:ext cx="1584720" cy="2030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0A0567-8286-22AA-A0AF-0614ABF3A2F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9550" y="2273862"/>
                  <a:ext cx="1602360" cy="20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2002CB-D6E8-A72B-3AFD-51532C7AF437}"/>
                    </a:ext>
                  </a:extLst>
                </p14:cNvPr>
                <p14:cNvContentPartPr/>
                <p14:nvPr/>
              </p14:nvContentPartPr>
              <p14:xfrm>
                <a:off x="1359630" y="1824942"/>
                <a:ext cx="9720" cy="168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2002CB-D6E8-A72B-3AFD-51532C7AF4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50630" y="1816302"/>
                  <a:ext cx="27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02D5FE3-F75E-7328-BB2C-5B3A0830AE59}"/>
                    </a:ext>
                  </a:extLst>
                </p14:cNvPr>
                <p14:cNvContentPartPr/>
                <p14:nvPr/>
              </p14:nvContentPartPr>
              <p14:xfrm>
                <a:off x="1304910" y="2043822"/>
                <a:ext cx="10800" cy="102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2D5FE3-F75E-7328-BB2C-5B3A0830AE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96270" y="2035182"/>
                  <a:ext cx="28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19E4BE3-4278-6E39-8F59-473AB06AB761}"/>
                    </a:ext>
                  </a:extLst>
                </p14:cNvPr>
                <p14:cNvContentPartPr/>
                <p14:nvPr/>
              </p14:nvContentPartPr>
              <p14:xfrm>
                <a:off x="1259550" y="2040222"/>
                <a:ext cx="133200" cy="102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19E4BE3-4278-6E39-8F59-473AB06AB7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50550" y="2031582"/>
                  <a:ext cx="150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524E3B8-ECE2-67E4-EB05-0298CA2E93B3}"/>
                    </a:ext>
                  </a:extLst>
                </p14:cNvPr>
                <p14:cNvContentPartPr/>
                <p14:nvPr/>
              </p14:nvContentPartPr>
              <p14:xfrm>
                <a:off x="1417590" y="2040582"/>
                <a:ext cx="92880" cy="85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524E3B8-ECE2-67E4-EB05-0298CA2E93B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08590" y="2031942"/>
                  <a:ext cx="1105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952479-A54C-EFF0-CC10-D6062C30A1B6}"/>
                    </a:ext>
                  </a:extLst>
                </p14:cNvPr>
                <p14:cNvContentPartPr/>
                <p14:nvPr/>
              </p14:nvContentPartPr>
              <p14:xfrm>
                <a:off x="1125630" y="1964982"/>
                <a:ext cx="596880" cy="212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952479-A54C-EFF0-CC10-D6062C30A1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16990" y="1956342"/>
                  <a:ext cx="614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2EB1AE4-B38E-93F6-57CD-A67F877C365B}"/>
                    </a:ext>
                  </a:extLst>
                </p14:cNvPr>
                <p14:cNvContentPartPr/>
                <p14:nvPr/>
              </p14:nvContentPartPr>
              <p14:xfrm>
                <a:off x="1789110" y="1981542"/>
                <a:ext cx="361440" cy="120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2EB1AE4-B38E-93F6-57CD-A67F877C365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80470" y="1972542"/>
                  <a:ext cx="379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3C8A5C-D5BD-1BB7-5214-898A74F0ABB1}"/>
                    </a:ext>
                  </a:extLst>
                </p14:cNvPr>
                <p14:cNvContentPartPr/>
                <p14:nvPr/>
              </p14:nvContentPartPr>
              <p14:xfrm>
                <a:off x="2178630" y="1969302"/>
                <a:ext cx="88920" cy="9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3C8A5C-D5BD-1BB7-5214-898A74F0AB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9630" y="1960302"/>
                  <a:ext cx="1065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8FA77A6-F921-C626-C7C3-7FCB13E0497A}"/>
                    </a:ext>
                  </a:extLst>
                </p14:cNvPr>
                <p14:cNvContentPartPr/>
                <p14:nvPr/>
              </p14:nvContentPartPr>
              <p14:xfrm>
                <a:off x="2299590" y="1958862"/>
                <a:ext cx="39240" cy="90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8FA77A6-F921-C626-C7C3-7FCB13E049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90950" y="1949862"/>
                  <a:ext cx="56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94BA16-386C-B4B1-CCAC-2A7F5C9E57ED}"/>
                    </a:ext>
                  </a:extLst>
                </p14:cNvPr>
                <p14:cNvContentPartPr/>
                <p14:nvPr/>
              </p14:nvContentPartPr>
              <p14:xfrm>
                <a:off x="2376270" y="1942302"/>
                <a:ext cx="92520" cy="123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94BA16-386C-B4B1-CCAC-2A7F5C9E57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67630" y="1933662"/>
                  <a:ext cx="110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827529-A627-E8CD-81ED-708F3F4122C1}"/>
                    </a:ext>
                  </a:extLst>
                </p14:cNvPr>
                <p14:cNvContentPartPr/>
                <p14:nvPr/>
              </p14:nvContentPartPr>
              <p14:xfrm>
                <a:off x="1471590" y="2185662"/>
                <a:ext cx="12600" cy="123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827529-A627-E8CD-81ED-708F3F4122C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62950" y="2176662"/>
                  <a:ext cx="30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D017B9-0FD0-35F6-3E39-AEF9D41A26F8}"/>
                    </a:ext>
                  </a:extLst>
                </p14:cNvPr>
                <p14:cNvContentPartPr/>
                <p14:nvPr/>
              </p14:nvContentPartPr>
              <p14:xfrm>
                <a:off x="2645190" y="1661142"/>
                <a:ext cx="5760" cy="79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D017B9-0FD0-35F6-3E39-AEF9D41A26F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36190" y="1652502"/>
                  <a:ext cx="234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0D976A8-7F59-5387-304D-65AE07F95CF5}"/>
                    </a:ext>
                  </a:extLst>
                </p14:cNvPr>
                <p14:cNvContentPartPr/>
                <p14:nvPr/>
              </p14:nvContentPartPr>
              <p14:xfrm>
                <a:off x="2628270" y="1568982"/>
                <a:ext cx="2520" cy="10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0D976A8-7F59-5387-304D-65AE07F95C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19630" y="1560342"/>
                  <a:ext cx="2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85E446-39D8-6EE1-8664-6790D3DF9B99}"/>
                    </a:ext>
                  </a:extLst>
                </p14:cNvPr>
                <p14:cNvContentPartPr/>
                <p14:nvPr/>
              </p14:nvContentPartPr>
              <p14:xfrm>
                <a:off x="2689110" y="1617942"/>
                <a:ext cx="165960" cy="87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85E446-39D8-6EE1-8664-6790D3DF9B9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80470" y="1609302"/>
                  <a:ext cx="183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B7139DF-E6D5-CA95-066B-B99D90C10F66}"/>
                    </a:ext>
                  </a:extLst>
                </p14:cNvPr>
                <p14:cNvContentPartPr/>
                <p14:nvPr/>
              </p14:nvContentPartPr>
              <p14:xfrm>
                <a:off x="2904390" y="1598862"/>
                <a:ext cx="123840" cy="214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B7139DF-E6D5-CA95-066B-B99D90C10F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95390" y="1590222"/>
                  <a:ext cx="1414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56A8AB-5947-FBDF-519E-C345A6DB8446}"/>
                    </a:ext>
                  </a:extLst>
                </p14:cNvPr>
                <p14:cNvContentPartPr/>
                <p14:nvPr/>
              </p14:nvContentPartPr>
              <p14:xfrm>
                <a:off x="2684430" y="1803342"/>
                <a:ext cx="20880" cy="142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56A8AB-5947-FBDF-519E-C345A6DB84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75430" y="1794342"/>
                  <a:ext cx="38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BE8AEA-009E-4FE0-FBE3-6FB5D6CDF9EF}"/>
                    </a:ext>
                  </a:extLst>
                </p14:cNvPr>
                <p14:cNvContentPartPr/>
                <p14:nvPr/>
              </p14:nvContentPartPr>
              <p14:xfrm>
                <a:off x="2639790" y="1861662"/>
                <a:ext cx="136080" cy="5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BE8AEA-009E-4FE0-FBE3-6FB5D6CDF9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1150" y="1853022"/>
                  <a:ext cx="153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9B53DF0-3436-C8ED-86CE-5F685ECC03B6}"/>
                    </a:ext>
                  </a:extLst>
                </p14:cNvPr>
                <p14:cNvContentPartPr/>
                <p14:nvPr/>
              </p14:nvContentPartPr>
              <p14:xfrm>
                <a:off x="2760030" y="1788222"/>
                <a:ext cx="12600" cy="6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9B53DF0-3436-C8ED-86CE-5F685ECC03B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51390" y="1779222"/>
                  <a:ext cx="30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EBB648A-6A2D-7822-DDBB-64E834B3EF16}"/>
                    </a:ext>
                  </a:extLst>
                </p14:cNvPr>
                <p14:cNvContentPartPr/>
                <p14:nvPr/>
              </p14:nvContentPartPr>
              <p14:xfrm>
                <a:off x="2806470" y="1804422"/>
                <a:ext cx="24120" cy="142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EBB648A-6A2D-7822-DDBB-64E834B3EF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830" y="1795422"/>
                  <a:ext cx="41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60210E6-1CED-720B-3FFD-793B6E69CE64}"/>
                    </a:ext>
                  </a:extLst>
                </p14:cNvPr>
                <p14:cNvContentPartPr/>
                <p14:nvPr/>
              </p14:nvContentPartPr>
              <p14:xfrm>
                <a:off x="2793870" y="1876422"/>
                <a:ext cx="32400" cy="36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60210E6-1CED-720B-3FFD-793B6E69CE6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84870" y="1867422"/>
                  <a:ext cx="50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327B57-FE06-10C4-826A-367CA2191938}"/>
                    </a:ext>
                  </a:extLst>
                </p14:cNvPr>
                <p14:cNvContentPartPr/>
                <p14:nvPr/>
              </p14:nvContentPartPr>
              <p14:xfrm>
                <a:off x="2868030" y="1809102"/>
                <a:ext cx="27000" cy="122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327B57-FE06-10C4-826A-367CA21919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59390" y="1800102"/>
                  <a:ext cx="44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41BBA02-6400-90B9-C577-6A60B3EA899C}"/>
                    </a:ext>
                  </a:extLst>
                </p14:cNvPr>
                <p14:cNvContentPartPr/>
                <p14:nvPr/>
              </p14:nvContentPartPr>
              <p14:xfrm>
                <a:off x="2949390" y="1838982"/>
                <a:ext cx="84600" cy="7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41BBA02-6400-90B9-C577-6A60B3EA89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40750" y="1830342"/>
                  <a:ext cx="102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1B4613-01BD-75DB-3D12-D9FD6BDEFAD0}"/>
                    </a:ext>
                  </a:extLst>
                </p14:cNvPr>
                <p14:cNvContentPartPr/>
                <p14:nvPr/>
              </p14:nvContentPartPr>
              <p14:xfrm>
                <a:off x="2670750" y="2009262"/>
                <a:ext cx="81720" cy="113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1B4613-01BD-75DB-3D12-D9FD6BDEFA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61750" y="2000622"/>
                  <a:ext cx="99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CC34007-F3F8-3754-2830-0AA61E7E00F9}"/>
                    </a:ext>
                  </a:extLst>
                </p14:cNvPr>
                <p14:cNvContentPartPr/>
                <p14:nvPr/>
              </p14:nvContentPartPr>
              <p14:xfrm>
                <a:off x="2789550" y="2026182"/>
                <a:ext cx="77040" cy="71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CC34007-F3F8-3754-2830-0AA61E7E00F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80910" y="2017182"/>
                  <a:ext cx="94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2443C90-2E85-4025-ED65-D39BB0A71669}"/>
                    </a:ext>
                  </a:extLst>
                </p14:cNvPr>
                <p14:cNvContentPartPr/>
                <p14:nvPr/>
              </p14:nvContentPartPr>
              <p14:xfrm>
                <a:off x="2889630" y="2001342"/>
                <a:ext cx="132840" cy="96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2443C90-2E85-4025-ED65-D39BB0A7166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80990" y="1992702"/>
                  <a:ext cx="150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9279891-04CE-9B13-7BFC-5D8D57A7253A}"/>
                    </a:ext>
                  </a:extLst>
                </p14:cNvPr>
                <p14:cNvContentPartPr/>
                <p14:nvPr/>
              </p14:nvContentPartPr>
              <p14:xfrm>
                <a:off x="1698030" y="2971902"/>
                <a:ext cx="316800" cy="112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9279891-04CE-9B13-7BFC-5D8D57A7253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89390" y="2963262"/>
                  <a:ext cx="334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55158C3-64DD-4EEE-033A-A9628F3DBB8C}"/>
                    </a:ext>
                  </a:extLst>
                </p14:cNvPr>
                <p14:cNvContentPartPr/>
                <p14:nvPr/>
              </p14:nvContentPartPr>
              <p14:xfrm>
                <a:off x="1771470" y="3018342"/>
                <a:ext cx="54000" cy="47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55158C3-64DD-4EEE-033A-A9628F3DBB8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62470" y="3009702"/>
                  <a:ext cx="71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1732442-CC86-D659-1549-BC85AA601246}"/>
                    </a:ext>
                  </a:extLst>
                </p14:cNvPr>
                <p14:cNvContentPartPr/>
                <p14:nvPr/>
              </p14:nvContentPartPr>
              <p14:xfrm>
                <a:off x="1789470" y="3041742"/>
                <a:ext cx="31680" cy="14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1732442-CC86-D659-1549-BC85AA6012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80470" y="3033102"/>
                  <a:ext cx="49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5CCF53F-A0A0-A9EF-22FC-11436D7DC4C5}"/>
                    </a:ext>
                  </a:extLst>
                </p14:cNvPr>
                <p14:cNvContentPartPr/>
                <p14:nvPr/>
              </p14:nvContentPartPr>
              <p14:xfrm>
                <a:off x="1845990" y="3006462"/>
                <a:ext cx="51120" cy="54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5CCF53F-A0A0-A9EF-22FC-11436D7DC4C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36990" y="2997462"/>
                  <a:ext cx="68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C4916A3-C378-4754-4050-CBB83381EC12}"/>
                    </a:ext>
                  </a:extLst>
                </p14:cNvPr>
                <p14:cNvContentPartPr/>
                <p14:nvPr/>
              </p14:nvContentPartPr>
              <p14:xfrm>
                <a:off x="1919790" y="2988102"/>
                <a:ext cx="42840" cy="59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C4916A3-C378-4754-4050-CBB83381EC1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11150" y="2979102"/>
                  <a:ext cx="604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5D1C86-08B2-E86F-04F8-7A898D876B8C}"/>
                    </a:ext>
                  </a:extLst>
                </p14:cNvPr>
                <p14:cNvContentPartPr/>
                <p14:nvPr/>
              </p14:nvContentPartPr>
              <p14:xfrm>
                <a:off x="948150" y="3021582"/>
                <a:ext cx="266400" cy="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5D1C86-08B2-E86F-04F8-7A898D876B8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9510" y="3012942"/>
                  <a:ext cx="28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AF74676-2AD8-0CEC-2CF3-BFFE41B318C8}"/>
                    </a:ext>
                  </a:extLst>
                </p14:cNvPr>
                <p14:cNvContentPartPr/>
                <p14:nvPr/>
              </p14:nvContentPartPr>
              <p14:xfrm>
                <a:off x="1386270" y="2603622"/>
                <a:ext cx="475920" cy="37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AF74676-2AD8-0CEC-2CF3-BFFE41B318C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77630" y="2594982"/>
                  <a:ext cx="493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0660554-CE48-E7B4-5E5F-86F7280FF339}"/>
                    </a:ext>
                  </a:extLst>
                </p14:cNvPr>
                <p14:cNvContentPartPr/>
                <p14:nvPr/>
              </p14:nvContentPartPr>
              <p14:xfrm>
                <a:off x="954270" y="2587062"/>
                <a:ext cx="308520" cy="293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0660554-CE48-E7B4-5E5F-86F7280FF33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5630" y="2578422"/>
                  <a:ext cx="3261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A25EA7F-7228-758C-A91C-70D44A90488D}"/>
                    </a:ext>
                  </a:extLst>
                </p14:cNvPr>
                <p14:cNvContentPartPr/>
                <p14:nvPr/>
              </p14:nvContentPartPr>
              <p14:xfrm>
                <a:off x="1358550" y="3031662"/>
                <a:ext cx="127440" cy="6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A25EA7F-7228-758C-A91C-70D44A9048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49910" y="3022662"/>
                  <a:ext cx="145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E765339-8415-78F3-8B4B-2307D0AB2E56}"/>
                    </a:ext>
                  </a:extLst>
                </p14:cNvPr>
                <p14:cNvContentPartPr/>
                <p14:nvPr/>
              </p14:nvContentPartPr>
              <p14:xfrm>
                <a:off x="1338390" y="2873262"/>
                <a:ext cx="164160" cy="90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E765339-8415-78F3-8B4B-2307D0AB2E5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329750" y="2864622"/>
                  <a:ext cx="181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885A5AA-60F7-7975-74ED-F8C453E61DBA}"/>
                    </a:ext>
                  </a:extLst>
                </p14:cNvPr>
                <p14:cNvContentPartPr/>
                <p14:nvPr/>
              </p14:nvContentPartPr>
              <p14:xfrm>
                <a:off x="1374030" y="2807742"/>
                <a:ext cx="2147400" cy="101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885A5AA-60F7-7975-74ED-F8C453E61DB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65030" y="2799102"/>
                  <a:ext cx="2165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30CBC5D-1D4A-78F5-3BBD-9E51CF3D7DDC}"/>
                    </a:ext>
                  </a:extLst>
                </p14:cNvPr>
                <p14:cNvContentPartPr/>
                <p14:nvPr/>
              </p14:nvContentPartPr>
              <p14:xfrm>
                <a:off x="3487950" y="2783622"/>
                <a:ext cx="55800" cy="59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30CBC5D-1D4A-78F5-3BBD-9E51CF3D7DD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78950" y="2774982"/>
                  <a:ext cx="73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0F099F-A7E4-2896-D790-A6496052049F}"/>
                    </a:ext>
                  </a:extLst>
                </p14:cNvPr>
                <p14:cNvContentPartPr/>
                <p14:nvPr/>
              </p14:nvContentPartPr>
              <p14:xfrm>
                <a:off x="3595230" y="2475822"/>
                <a:ext cx="1093320" cy="687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0F099F-A7E4-2896-D790-A6496052049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86230" y="2467182"/>
                  <a:ext cx="111096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0AB48C6-88E8-C46A-CCC6-2555B19D3FCB}"/>
                    </a:ext>
                  </a:extLst>
                </p14:cNvPr>
                <p14:cNvContentPartPr/>
                <p14:nvPr/>
              </p14:nvContentPartPr>
              <p14:xfrm>
                <a:off x="3716550" y="2327862"/>
                <a:ext cx="151560" cy="108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0AB48C6-88E8-C46A-CCC6-2555B19D3FC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07910" y="2318862"/>
                  <a:ext cx="1692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0993F35-0355-40DD-2E93-5D0319818ACC}"/>
                    </a:ext>
                  </a:extLst>
                </p14:cNvPr>
                <p14:cNvContentPartPr/>
                <p14:nvPr/>
              </p14:nvContentPartPr>
              <p14:xfrm>
                <a:off x="3882870" y="2245062"/>
                <a:ext cx="17640" cy="173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0993F35-0355-40DD-2E93-5D0319818AC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74230" y="2236422"/>
                  <a:ext cx="35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428F4F-21E7-41C3-4385-0D905B3A1E64}"/>
                    </a:ext>
                  </a:extLst>
                </p14:cNvPr>
                <p14:cNvContentPartPr/>
                <p14:nvPr/>
              </p14:nvContentPartPr>
              <p14:xfrm>
                <a:off x="3887190" y="2289702"/>
                <a:ext cx="163080" cy="126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428F4F-21E7-41C3-4385-0D905B3A1E6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78190" y="2280702"/>
                  <a:ext cx="180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2D17E5-A512-03B4-0660-7BFAA3785188}"/>
                    </a:ext>
                  </a:extLst>
                </p14:cNvPr>
                <p14:cNvContentPartPr/>
                <p14:nvPr/>
              </p14:nvContentPartPr>
              <p14:xfrm>
                <a:off x="3793230" y="2654742"/>
                <a:ext cx="447120" cy="20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2D17E5-A512-03B4-0660-7BFAA378518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84590" y="2645742"/>
                  <a:ext cx="464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699B6F-449F-6C85-A093-BE48A07A2A9C}"/>
                    </a:ext>
                  </a:extLst>
                </p14:cNvPr>
                <p14:cNvContentPartPr/>
                <p14:nvPr/>
              </p14:nvContentPartPr>
              <p14:xfrm>
                <a:off x="3842550" y="2821062"/>
                <a:ext cx="383760" cy="39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699B6F-449F-6C85-A093-BE48A07A2A9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33910" y="2812062"/>
                  <a:ext cx="401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EF194C3-3CA9-110A-4610-2DB81C9D1F45}"/>
                    </a:ext>
                  </a:extLst>
                </p14:cNvPr>
                <p14:cNvContentPartPr/>
                <p14:nvPr/>
              </p14:nvContentPartPr>
              <p14:xfrm>
                <a:off x="3814470" y="2963262"/>
                <a:ext cx="425160" cy="20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EF194C3-3CA9-110A-4610-2DB81C9D1F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05830" y="2954262"/>
                  <a:ext cx="442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C38EEA4-2DCB-B408-89DA-1347383E543D}"/>
                    </a:ext>
                  </a:extLst>
                </p14:cNvPr>
                <p14:cNvContentPartPr/>
                <p14:nvPr/>
              </p14:nvContentPartPr>
              <p14:xfrm>
                <a:off x="4349430" y="2729262"/>
                <a:ext cx="165240" cy="33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C38EEA4-2DCB-B408-89DA-1347383E543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40430" y="2720262"/>
                  <a:ext cx="182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AA8CDFC-7AAA-FB2D-6721-516D29DF9C20}"/>
                    </a:ext>
                  </a:extLst>
                </p14:cNvPr>
                <p14:cNvContentPartPr/>
                <p14:nvPr/>
              </p14:nvContentPartPr>
              <p14:xfrm>
                <a:off x="4383630" y="2870382"/>
                <a:ext cx="131400" cy="21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AA8CDFC-7AAA-FB2D-6721-516D29DF9C2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74630" y="2861382"/>
                  <a:ext cx="149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EC7CF83-50B4-3F22-2767-B39C3EE554FE}"/>
                    </a:ext>
                  </a:extLst>
                </p14:cNvPr>
                <p14:cNvContentPartPr/>
                <p14:nvPr/>
              </p14:nvContentPartPr>
              <p14:xfrm>
                <a:off x="4133430" y="1040862"/>
                <a:ext cx="149760" cy="146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EC7CF83-50B4-3F22-2767-B39C3EE554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4430" y="1032222"/>
                  <a:ext cx="167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F942F95-18E3-149C-C610-81976F434BFC}"/>
                    </a:ext>
                  </a:extLst>
                </p14:cNvPr>
                <p14:cNvContentPartPr/>
                <p14:nvPr/>
              </p14:nvContentPartPr>
              <p14:xfrm>
                <a:off x="4366350" y="1009182"/>
                <a:ext cx="5400" cy="144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F942F95-18E3-149C-C610-81976F434BF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57710" y="1000182"/>
                  <a:ext cx="23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6C8B1A3-D85D-7F85-E154-5949CEF2DAF6}"/>
                    </a:ext>
                  </a:extLst>
                </p14:cNvPr>
                <p14:cNvContentPartPr/>
                <p14:nvPr/>
              </p14:nvContentPartPr>
              <p14:xfrm>
                <a:off x="4355550" y="1084062"/>
                <a:ext cx="20520" cy="11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6C8B1A3-D85D-7F85-E154-5949CEF2DA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46910" y="1075062"/>
                  <a:ext cx="3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66882F0-B22E-5A79-E2EB-DFBC098E1A7E}"/>
                    </a:ext>
                  </a:extLst>
                </p14:cNvPr>
                <p14:cNvContentPartPr/>
                <p14:nvPr/>
              </p14:nvContentPartPr>
              <p14:xfrm>
                <a:off x="4503150" y="981822"/>
                <a:ext cx="119880" cy="175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66882F0-B22E-5A79-E2EB-DFBC098E1A7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94510" y="972822"/>
                  <a:ext cx="137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61757E7-38BB-F29D-0024-F976FED8814E}"/>
                    </a:ext>
                  </a:extLst>
                </p14:cNvPr>
                <p14:cNvContentPartPr/>
                <p14:nvPr/>
              </p14:nvContentPartPr>
              <p14:xfrm>
                <a:off x="4329990" y="1052022"/>
                <a:ext cx="152640" cy="14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61757E7-38BB-F29D-0024-F976FED8814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21350" y="1043382"/>
                  <a:ext cx="170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5D012E8-FCCD-336B-3F89-57DC351BEDFD}"/>
                    </a:ext>
                  </a:extLst>
                </p14:cNvPr>
                <p14:cNvContentPartPr/>
                <p14:nvPr/>
              </p14:nvContentPartPr>
              <p14:xfrm>
                <a:off x="4012470" y="1223742"/>
                <a:ext cx="717120" cy="72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5D012E8-FCCD-336B-3F89-57DC351BEDF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03830" y="1215102"/>
                  <a:ext cx="734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D4FDBAE-8FB4-D5CF-A63E-462B98D23DE8}"/>
                    </a:ext>
                  </a:extLst>
                </p14:cNvPr>
                <p14:cNvContentPartPr/>
                <p14:nvPr/>
              </p14:nvContentPartPr>
              <p14:xfrm>
                <a:off x="1840590" y="3975222"/>
                <a:ext cx="369360" cy="298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D4FDBAE-8FB4-D5CF-A63E-462B98D23DE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31590" y="3966582"/>
                  <a:ext cx="387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3F6C614-DACE-429F-C6F8-76D3557D0F6F}"/>
                    </a:ext>
                  </a:extLst>
                </p14:cNvPr>
                <p14:cNvContentPartPr/>
                <p14:nvPr/>
              </p14:nvContentPartPr>
              <p14:xfrm>
                <a:off x="1908630" y="4090782"/>
                <a:ext cx="224280" cy="117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3F6C614-DACE-429F-C6F8-76D3557D0F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99990" y="4082142"/>
                  <a:ext cx="241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DF5E438-D0EC-7320-17DC-E9A13F1FC299}"/>
                    </a:ext>
                  </a:extLst>
                </p14:cNvPr>
                <p14:cNvContentPartPr/>
                <p14:nvPr/>
              </p14:nvContentPartPr>
              <p14:xfrm>
                <a:off x="2072790" y="4038582"/>
                <a:ext cx="10800" cy="48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DF5E438-D0EC-7320-17DC-E9A13F1FC29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63790" y="4029942"/>
                  <a:ext cx="28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0BFA3F2-55DA-7095-E69C-D38D30706596}"/>
                    </a:ext>
                  </a:extLst>
                </p14:cNvPr>
                <p14:cNvContentPartPr/>
                <p14:nvPr/>
              </p14:nvContentPartPr>
              <p14:xfrm>
                <a:off x="2063430" y="4036062"/>
                <a:ext cx="62640" cy="58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0BFA3F2-55DA-7095-E69C-D38D3070659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54430" y="4027062"/>
                  <a:ext cx="802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8A44DC0-BB23-AE18-3272-FB51ED29181C}"/>
                    </a:ext>
                  </a:extLst>
                </p14:cNvPr>
                <p14:cNvContentPartPr/>
                <p14:nvPr/>
              </p14:nvContentPartPr>
              <p14:xfrm>
                <a:off x="1989990" y="4190502"/>
                <a:ext cx="5196960" cy="528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8A44DC0-BB23-AE18-3272-FB51ED2918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81350" y="4181502"/>
                  <a:ext cx="521460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0CBA44F-8D3E-361B-D162-B8F87CF7389D}"/>
                    </a:ext>
                  </a:extLst>
                </p14:cNvPr>
                <p14:cNvContentPartPr/>
                <p14:nvPr/>
              </p14:nvContentPartPr>
              <p14:xfrm>
                <a:off x="7100910" y="4416222"/>
                <a:ext cx="133200" cy="56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0CBA44F-8D3E-361B-D162-B8F87CF7389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91910" y="4407222"/>
                  <a:ext cx="150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25EB39C-C6FC-DA00-38C9-7FD093B2EBBD}"/>
                    </a:ext>
                  </a:extLst>
                </p14:cNvPr>
                <p14:cNvContentPartPr/>
                <p14:nvPr/>
              </p14:nvContentPartPr>
              <p14:xfrm>
                <a:off x="6501510" y="2531982"/>
                <a:ext cx="2289960" cy="2021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25EB39C-C6FC-DA00-38C9-7FD093B2EB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92510" y="2522982"/>
                  <a:ext cx="2307600" cy="20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92D9C04-6E09-9E5E-1D84-8CB1CCB6BDCE}"/>
                    </a:ext>
                  </a:extLst>
                </p14:cNvPr>
                <p14:cNvContentPartPr/>
                <p14:nvPr/>
              </p14:nvContentPartPr>
              <p14:xfrm>
                <a:off x="5872590" y="3330822"/>
                <a:ext cx="667800" cy="502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92D9C04-6E09-9E5E-1D84-8CB1CCB6BDC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63950" y="3322182"/>
                  <a:ext cx="68544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676D88E-238D-C165-987F-D80F922EB6A1}"/>
                    </a:ext>
                  </a:extLst>
                </p14:cNvPr>
                <p14:cNvContentPartPr/>
                <p14:nvPr/>
              </p14:nvContentPartPr>
              <p14:xfrm>
                <a:off x="6477750" y="3285822"/>
                <a:ext cx="120960" cy="178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676D88E-238D-C165-987F-D80F922EB6A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69110" y="3276822"/>
                  <a:ext cx="138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29622D4-DACB-709A-EBD2-08DD2B8DDCFB}"/>
                    </a:ext>
                  </a:extLst>
                </p14:cNvPr>
                <p14:cNvContentPartPr/>
                <p14:nvPr/>
              </p14:nvContentPartPr>
              <p14:xfrm>
                <a:off x="6674310" y="2885862"/>
                <a:ext cx="2134080" cy="1080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29622D4-DACB-709A-EBD2-08DD2B8DDCF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65670" y="2877222"/>
                  <a:ext cx="2151720" cy="10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9AF5331-33F9-94C1-63F0-58AB83DCB612}"/>
                    </a:ext>
                  </a:extLst>
                </p14:cNvPr>
                <p14:cNvContentPartPr/>
                <p14:nvPr/>
              </p14:nvContentPartPr>
              <p14:xfrm>
                <a:off x="6683310" y="2606862"/>
                <a:ext cx="235440" cy="24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9AF5331-33F9-94C1-63F0-58AB83DCB61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74670" y="2597862"/>
                  <a:ext cx="253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AC84319-3EC1-EE03-2956-99FD0F844B02}"/>
                    </a:ext>
                  </a:extLst>
                </p14:cNvPr>
                <p14:cNvContentPartPr/>
                <p14:nvPr/>
              </p14:nvContentPartPr>
              <p14:xfrm>
                <a:off x="6747750" y="2606142"/>
                <a:ext cx="44640" cy="175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AC84319-3EC1-EE03-2956-99FD0F844B0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39110" y="2597142"/>
                  <a:ext cx="62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EFE7EE2-7BA8-173E-5EB7-FB10D54FEAED}"/>
                    </a:ext>
                  </a:extLst>
                </p14:cNvPr>
                <p14:cNvContentPartPr/>
                <p14:nvPr/>
              </p14:nvContentPartPr>
              <p14:xfrm>
                <a:off x="6899670" y="2651142"/>
                <a:ext cx="128880" cy="1191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EFE7EE2-7BA8-173E-5EB7-FB10D54FEAE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91030" y="2642142"/>
                  <a:ext cx="146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4060D0D-D2E4-1EC4-8851-389D5EE0EC8A}"/>
                    </a:ext>
                  </a:extLst>
                </p14:cNvPr>
                <p14:cNvContentPartPr/>
                <p14:nvPr/>
              </p14:nvContentPartPr>
              <p14:xfrm>
                <a:off x="7086150" y="2637462"/>
                <a:ext cx="117720" cy="145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4060D0D-D2E4-1EC4-8851-389D5EE0EC8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77150" y="2628822"/>
                  <a:ext cx="135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CCF9FA7-A601-E517-94B0-0812640B7192}"/>
                    </a:ext>
                  </a:extLst>
                </p14:cNvPr>
                <p14:cNvContentPartPr/>
                <p14:nvPr/>
              </p14:nvContentPartPr>
              <p14:xfrm>
                <a:off x="7212510" y="2640342"/>
                <a:ext cx="54720" cy="140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CCF9FA7-A601-E517-94B0-0812640B719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03510" y="2631342"/>
                  <a:ext cx="72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08C623A-376C-C900-A88A-A468BABD452F}"/>
                    </a:ext>
                  </a:extLst>
                </p14:cNvPr>
                <p14:cNvContentPartPr/>
                <p14:nvPr/>
              </p14:nvContentPartPr>
              <p14:xfrm>
                <a:off x="7319070" y="2686062"/>
                <a:ext cx="89640" cy="96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08C623A-376C-C900-A88A-A468BABD452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10070" y="2677062"/>
                  <a:ext cx="1072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374B6FA-0930-D944-DF47-8EDB2B75F87A}"/>
                    </a:ext>
                  </a:extLst>
                </p14:cNvPr>
                <p14:cNvContentPartPr/>
                <p14:nvPr/>
              </p14:nvContentPartPr>
              <p14:xfrm>
                <a:off x="7514550" y="2675982"/>
                <a:ext cx="143280" cy="1515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374B6FA-0930-D944-DF47-8EDB2B75F87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05550" y="2667342"/>
                  <a:ext cx="160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9A9A48-5BF5-3D82-4454-700108C75F02}"/>
                    </a:ext>
                  </a:extLst>
                </p14:cNvPr>
                <p14:cNvContentPartPr/>
                <p14:nvPr/>
              </p14:nvContentPartPr>
              <p14:xfrm>
                <a:off x="7711470" y="2676702"/>
                <a:ext cx="367560" cy="168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9A9A48-5BF5-3D82-4454-700108C75F0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702470" y="2668062"/>
                  <a:ext cx="385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A79EB25-3950-FBA7-2B7A-6A88AC82495B}"/>
                    </a:ext>
                  </a:extLst>
                </p14:cNvPr>
                <p14:cNvContentPartPr/>
                <p14:nvPr/>
              </p14:nvContentPartPr>
              <p14:xfrm>
                <a:off x="8062470" y="2732862"/>
                <a:ext cx="245520" cy="116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A79EB25-3950-FBA7-2B7A-6A88AC82495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53470" y="2724222"/>
                  <a:ext cx="263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6E46658-F254-B282-0872-27A375C79746}"/>
                    </a:ext>
                  </a:extLst>
                </p14:cNvPr>
                <p14:cNvContentPartPr/>
                <p14:nvPr/>
              </p14:nvContentPartPr>
              <p14:xfrm>
                <a:off x="8356590" y="2675262"/>
                <a:ext cx="43200" cy="233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6E46658-F254-B282-0872-27A375C7974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47590" y="2666262"/>
                  <a:ext cx="60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048E7B0-44D3-E999-21B6-E17B44670C34}"/>
                    </a:ext>
                  </a:extLst>
                </p14:cNvPr>
                <p14:cNvContentPartPr/>
                <p14:nvPr/>
              </p14:nvContentPartPr>
              <p14:xfrm>
                <a:off x="6823710" y="3106542"/>
                <a:ext cx="147240" cy="72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048E7B0-44D3-E999-21B6-E17B44670C3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814710" y="3097542"/>
                  <a:ext cx="164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2EE84DD-3586-368D-1329-C8B2D4F87C87}"/>
                    </a:ext>
                  </a:extLst>
                </p14:cNvPr>
                <p14:cNvContentPartPr/>
                <p14:nvPr/>
              </p14:nvContentPartPr>
              <p14:xfrm>
                <a:off x="7212510" y="3100062"/>
                <a:ext cx="176400" cy="15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2EE84DD-3586-368D-1329-C8B2D4F87C8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203870" y="3091062"/>
                  <a:ext cx="194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85416BA-C5F5-3CBA-5FB3-8E1027B3EECF}"/>
                    </a:ext>
                  </a:extLst>
                </p14:cNvPr>
                <p14:cNvContentPartPr/>
                <p14:nvPr/>
              </p14:nvContentPartPr>
              <p14:xfrm>
                <a:off x="7711110" y="3104382"/>
                <a:ext cx="241200" cy="25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85416BA-C5F5-3CBA-5FB3-8E1027B3EEC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02470" y="3095742"/>
                  <a:ext cx="258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2CF9487-8868-354E-8FA7-2BDAD833BDD1}"/>
                    </a:ext>
                  </a:extLst>
                </p14:cNvPr>
                <p14:cNvContentPartPr/>
                <p14:nvPr/>
              </p14:nvContentPartPr>
              <p14:xfrm>
                <a:off x="8473950" y="3114462"/>
                <a:ext cx="185040" cy="10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2CF9487-8868-354E-8FA7-2BDAD833BDD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64950" y="3105462"/>
                  <a:ext cx="202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1CF5C4E-854C-CCE5-3309-2A7C03D8C275}"/>
                    </a:ext>
                  </a:extLst>
                </p14:cNvPr>
                <p14:cNvContentPartPr/>
                <p14:nvPr/>
              </p14:nvContentPartPr>
              <p14:xfrm>
                <a:off x="6799230" y="3374022"/>
                <a:ext cx="217440" cy="5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1CF5C4E-854C-CCE5-3309-2A7C03D8C27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90230" y="3365022"/>
                  <a:ext cx="235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407A36F-7DB9-B990-803F-7D3BFBA8584C}"/>
                    </a:ext>
                  </a:extLst>
                </p14:cNvPr>
                <p14:cNvContentPartPr/>
                <p14:nvPr/>
              </p14:nvContentPartPr>
              <p14:xfrm>
                <a:off x="7251390" y="3393102"/>
                <a:ext cx="84600" cy="5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407A36F-7DB9-B990-803F-7D3BFBA8584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242750" y="3384462"/>
                  <a:ext cx="102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2F66C60-422D-6789-A924-FAF66C813C98}"/>
                    </a:ext>
                  </a:extLst>
                </p14:cNvPr>
                <p14:cNvContentPartPr/>
                <p14:nvPr/>
              </p14:nvContentPartPr>
              <p14:xfrm>
                <a:off x="7564590" y="3393462"/>
                <a:ext cx="185760" cy="19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2F66C60-422D-6789-A924-FAF66C813C9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55590" y="3384822"/>
                  <a:ext cx="203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301DCB4-04D8-BA6C-9340-30F8848987F2}"/>
                    </a:ext>
                  </a:extLst>
                </p14:cNvPr>
                <p14:cNvContentPartPr/>
                <p14:nvPr/>
              </p14:nvContentPartPr>
              <p14:xfrm>
                <a:off x="8183430" y="3403182"/>
                <a:ext cx="199440" cy="5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301DCB4-04D8-BA6C-9340-30F8848987F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174430" y="3394182"/>
                  <a:ext cx="217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B0E1841-4F29-E5CA-6256-6C70EF693B23}"/>
                    </a:ext>
                  </a:extLst>
                </p14:cNvPr>
                <p14:cNvContentPartPr/>
                <p14:nvPr/>
              </p14:nvContentPartPr>
              <p14:xfrm>
                <a:off x="6812550" y="3628542"/>
                <a:ext cx="198720" cy="4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B0E1841-4F29-E5CA-6256-6C70EF693B2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803910" y="3619902"/>
                  <a:ext cx="216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77CEBC4-A069-6754-7F13-DBE8064B6719}"/>
                    </a:ext>
                  </a:extLst>
                </p14:cNvPr>
                <p14:cNvContentPartPr/>
                <p14:nvPr/>
              </p14:nvContentPartPr>
              <p14:xfrm>
                <a:off x="7426710" y="3646902"/>
                <a:ext cx="182520" cy="57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77CEBC4-A069-6754-7F13-DBE8064B671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417710" y="3638262"/>
                  <a:ext cx="20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04D8C4A-33DB-2B98-1289-676C217C9713}"/>
                    </a:ext>
                  </a:extLst>
                </p14:cNvPr>
                <p14:cNvContentPartPr/>
                <p14:nvPr/>
              </p14:nvContentPartPr>
              <p14:xfrm>
                <a:off x="8072910" y="3656622"/>
                <a:ext cx="263880" cy="11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04D8C4A-33DB-2B98-1289-676C217C971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63910" y="3647622"/>
                  <a:ext cx="281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559B626-CA0A-009E-B401-02FF7D8CEEDE}"/>
                    </a:ext>
                  </a:extLst>
                </p14:cNvPr>
                <p14:cNvContentPartPr/>
                <p14:nvPr/>
              </p14:nvContentPartPr>
              <p14:xfrm>
                <a:off x="6982830" y="4014102"/>
                <a:ext cx="1288440" cy="432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559B626-CA0A-009E-B401-02FF7D8CEED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73830" y="4005102"/>
                  <a:ext cx="130608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898033C-7530-AF8A-416C-81DC484BC512}"/>
                    </a:ext>
                  </a:extLst>
                </p14:cNvPr>
                <p14:cNvContentPartPr/>
                <p14:nvPr/>
              </p14:nvContentPartPr>
              <p14:xfrm>
                <a:off x="7202430" y="4106622"/>
                <a:ext cx="89640" cy="168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898033C-7530-AF8A-416C-81DC484BC51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193430" y="4097982"/>
                  <a:ext cx="107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F3B3488-F331-44E1-5950-3047A4290ED6}"/>
                    </a:ext>
                  </a:extLst>
                </p14:cNvPr>
                <p14:cNvContentPartPr/>
                <p14:nvPr/>
              </p14:nvContentPartPr>
              <p14:xfrm>
                <a:off x="7300350" y="4167102"/>
                <a:ext cx="95760" cy="98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F3B3488-F331-44E1-5950-3047A4290ED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91710" y="4158462"/>
                  <a:ext cx="113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A882AEB-7509-6E93-B427-8CE6C4D410C5}"/>
                    </a:ext>
                  </a:extLst>
                </p14:cNvPr>
                <p14:cNvContentPartPr/>
                <p14:nvPr/>
              </p14:nvContentPartPr>
              <p14:xfrm>
                <a:off x="7402590" y="4142982"/>
                <a:ext cx="27000" cy="197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A882AEB-7509-6E93-B427-8CE6C4D410C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393590" y="4134342"/>
                  <a:ext cx="44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A7F89A5-529B-0910-E8B5-60174B31E319}"/>
                    </a:ext>
                  </a:extLst>
                </p14:cNvPr>
                <p14:cNvContentPartPr/>
                <p14:nvPr/>
              </p14:nvContentPartPr>
              <p14:xfrm>
                <a:off x="7388910" y="4181142"/>
                <a:ext cx="149400" cy="146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A7F89A5-529B-0910-E8B5-60174B31E31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79910" y="4172142"/>
                  <a:ext cx="167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F060BFD-2B59-D958-AF6E-B6B49171C1FB}"/>
                    </a:ext>
                  </a:extLst>
                </p14:cNvPr>
                <p14:cNvContentPartPr/>
                <p14:nvPr/>
              </p14:nvContentPartPr>
              <p14:xfrm>
                <a:off x="7685190" y="4154142"/>
                <a:ext cx="14760" cy="189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F060BFD-2B59-D958-AF6E-B6B49171C1F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76550" y="4145502"/>
                  <a:ext cx="32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D48293D-F301-AA8E-4AA7-3F5EA8AC95A4}"/>
                    </a:ext>
                  </a:extLst>
                </p14:cNvPr>
                <p14:cNvContentPartPr/>
                <p14:nvPr/>
              </p14:nvContentPartPr>
              <p14:xfrm>
                <a:off x="7754670" y="4214982"/>
                <a:ext cx="74520" cy="116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D48293D-F301-AA8E-4AA7-3F5EA8AC95A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745670" y="4205982"/>
                  <a:ext cx="92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4600E8D-1AE1-77D7-8A95-A2725AC275B3}"/>
                    </a:ext>
                  </a:extLst>
                </p14:cNvPr>
                <p14:cNvContentPartPr/>
                <p14:nvPr/>
              </p14:nvContentPartPr>
              <p14:xfrm>
                <a:off x="7847910" y="4218942"/>
                <a:ext cx="97200" cy="116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4600E8D-1AE1-77D7-8A95-A2725AC275B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38910" y="4209942"/>
                  <a:ext cx="11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43FF036-59D7-7BC7-D834-B2F65C1AB385}"/>
                    </a:ext>
                  </a:extLst>
                </p14:cNvPr>
                <p14:cNvContentPartPr/>
                <p14:nvPr/>
              </p14:nvContentPartPr>
              <p14:xfrm>
                <a:off x="7994790" y="4208862"/>
                <a:ext cx="76320" cy="127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43FF036-59D7-7BC7-D834-B2F65C1AB38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985790" y="4200222"/>
                  <a:ext cx="93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B523AEC-A153-3642-1AFE-E236957C7842}"/>
                    </a:ext>
                  </a:extLst>
                </p14:cNvPr>
                <p14:cNvContentPartPr/>
                <p14:nvPr/>
              </p14:nvContentPartPr>
              <p14:xfrm>
                <a:off x="8087670" y="4220022"/>
                <a:ext cx="85680" cy="119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B523AEC-A153-3642-1AFE-E236957C784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078670" y="4211022"/>
                  <a:ext cx="103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D14F4A3-AAA5-CD81-A610-E704DC91FEE0}"/>
                    </a:ext>
                  </a:extLst>
                </p14:cNvPr>
                <p14:cNvContentPartPr/>
                <p14:nvPr/>
              </p14:nvContentPartPr>
              <p14:xfrm>
                <a:off x="2292030" y="1259742"/>
                <a:ext cx="6966000" cy="3058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D14F4A3-AAA5-CD81-A610-E704DC91FEE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283030" y="1251102"/>
                  <a:ext cx="6983640" cy="30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773C458-E6D0-42DC-54FF-66398224F862}"/>
                    </a:ext>
                  </a:extLst>
                </p14:cNvPr>
                <p14:cNvContentPartPr/>
                <p14:nvPr/>
              </p14:nvContentPartPr>
              <p14:xfrm>
                <a:off x="2328750" y="1372062"/>
                <a:ext cx="106920" cy="173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773C458-E6D0-42DC-54FF-66398224F86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19750" y="1363422"/>
                  <a:ext cx="124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EA0398F-DE0F-E370-6CAA-9B7E879296F3}"/>
                    </a:ext>
                  </a:extLst>
                </p14:cNvPr>
                <p14:cNvContentPartPr/>
                <p14:nvPr/>
              </p14:nvContentPartPr>
              <p14:xfrm>
                <a:off x="1823670" y="1774902"/>
                <a:ext cx="360" cy="1234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EA0398F-DE0F-E370-6CAA-9B7E879296F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815030" y="1766262"/>
                  <a:ext cx="18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1A3F823-B420-1CE0-536E-1D48C68BC3AD}"/>
                    </a:ext>
                  </a:extLst>
                </p14:cNvPr>
                <p14:cNvContentPartPr/>
                <p14:nvPr/>
              </p14:nvContentPartPr>
              <p14:xfrm>
                <a:off x="1686510" y="1733502"/>
                <a:ext cx="237240" cy="199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1A3F823-B420-1CE0-536E-1D48C68BC3A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77510" y="1724862"/>
                  <a:ext cx="254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C714622-55FC-6950-06E5-0CF9823C4313}"/>
                    </a:ext>
                  </a:extLst>
                </p14:cNvPr>
                <p14:cNvContentPartPr/>
                <p14:nvPr/>
              </p14:nvContentPartPr>
              <p14:xfrm>
                <a:off x="2058030" y="2405622"/>
                <a:ext cx="15120" cy="88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C714622-55FC-6950-06E5-0CF9823C431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049390" y="2396622"/>
                  <a:ext cx="32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1C08EFA-C134-1C0C-93E6-4581204460EB}"/>
                    </a:ext>
                  </a:extLst>
                </p14:cNvPr>
                <p14:cNvContentPartPr/>
                <p14:nvPr/>
              </p14:nvContentPartPr>
              <p14:xfrm>
                <a:off x="1967310" y="2331822"/>
                <a:ext cx="214200" cy="232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1C08EFA-C134-1C0C-93E6-4581204460E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58310" y="2323182"/>
                  <a:ext cx="2318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E2A1E40-5D5A-8E38-5C16-40D8B9526FBE}"/>
                    </a:ext>
                  </a:extLst>
                </p14:cNvPr>
                <p14:cNvContentPartPr/>
                <p14:nvPr/>
              </p14:nvContentPartPr>
              <p14:xfrm>
                <a:off x="2007630" y="2385462"/>
                <a:ext cx="147600" cy="113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E2A1E40-5D5A-8E38-5C16-40D8B9526FB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998990" y="2376462"/>
                  <a:ext cx="165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214351A-D5E0-4DC8-F4DD-485A86634BAE}"/>
                    </a:ext>
                  </a:extLst>
                </p14:cNvPr>
                <p14:cNvContentPartPr/>
                <p14:nvPr/>
              </p14:nvContentPartPr>
              <p14:xfrm>
                <a:off x="3422070" y="3295542"/>
                <a:ext cx="63720" cy="273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214351A-D5E0-4DC8-F4DD-485A86634BA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413070" y="3286542"/>
                  <a:ext cx="81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3862C98-9D2A-B166-953F-8AE39050613A}"/>
                    </a:ext>
                  </a:extLst>
                </p14:cNvPr>
                <p14:cNvContentPartPr/>
                <p14:nvPr/>
              </p14:nvContentPartPr>
              <p14:xfrm>
                <a:off x="3539790" y="3474822"/>
                <a:ext cx="64440" cy="65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3862C98-9D2A-B166-953F-8AE39050613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531150" y="3466182"/>
                  <a:ext cx="82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9FD995C-CAFB-6CD0-0289-B2FE018B51CB}"/>
                    </a:ext>
                  </a:extLst>
                </p14:cNvPr>
                <p14:cNvContentPartPr/>
                <p14:nvPr/>
              </p14:nvContentPartPr>
              <p14:xfrm>
                <a:off x="3657510" y="3467622"/>
                <a:ext cx="60480" cy="78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9FD995C-CAFB-6CD0-0289-B2FE018B51C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48870" y="3458622"/>
                  <a:ext cx="78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D708715-D52E-235F-5F5B-A89E778A4D70}"/>
                    </a:ext>
                  </a:extLst>
                </p14:cNvPr>
                <p14:cNvContentPartPr/>
                <p14:nvPr/>
              </p14:nvContentPartPr>
              <p14:xfrm>
                <a:off x="3779550" y="3344502"/>
                <a:ext cx="163800" cy="197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D708715-D52E-235F-5F5B-A89E778A4D7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770910" y="3335862"/>
                  <a:ext cx="181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CF7037-EFC0-99B9-FFA5-6535B2CF7128}"/>
                    </a:ext>
                  </a:extLst>
                </p14:cNvPr>
                <p14:cNvContentPartPr/>
                <p14:nvPr/>
              </p14:nvContentPartPr>
              <p14:xfrm>
                <a:off x="4109670" y="3355302"/>
                <a:ext cx="107640" cy="161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CF7037-EFC0-99B9-FFA5-6535B2CF712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101030" y="3346662"/>
                  <a:ext cx="125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B4F55A6-2069-247C-CAE3-474E11BCC9B6}"/>
                    </a:ext>
                  </a:extLst>
                </p14:cNvPr>
                <p14:cNvContentPartPr/>
                <p14:nvPr/>
              </p14:nvContentPartPr>
              <p14:xfrm>
                <a:off x="4274190" y="3344502"/>
                <a:ext cx="34560" cy="165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B4F55A6-2069-247C-CAE3-474E11BCC9B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265190" y="3335862"/>
                  <a:ext cx="52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1A2FC02-B229-B23C-BCCA-A1628CFE7BA9}"/>
                    </a:ext>
                  </a:extLst>
                </p14:cNvPr>
                <p14:cNvContentPartPr/>
                <p14:nvPr/>
              </p14:nvContentPartPr>
              <p14:xfrm>
                <a:off x="4304790" y="3437022"/>
                <a:ext cx="146160" cy="64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1A2FC02-B229-B23C-BCCA-A1628CFE7BA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96150" y="3428022"/>
                  <a:ext cx="163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3F2DB53-F8F0-74E5-658D-CA006F5A9351}"/>
                    </a:ext>
                  </a:extLst>
                </p14:cNvPr>
                <p14:cNvContentPartPr/>
                <p14:nvPr/>
              </p14:nvContentPartPr>
              <p14:xfrm>
                <a:off x="4483710" y="3407142"/>
                <a:ext cx="106200" cy="97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3F2DB53-F8F0-74E5-658D-CA006F5A935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475070" y="3398502"/>
                  <a:ext cx="123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7E69F33-CFB4-6D5A-E2F4-F085118343E9}"/>
                    </a:ext>
                  </a:extLst>
                </p14:cNvPr>
                <p14:cNvContentPartPr/>
                <p14:nvPr/>
              </p14:nvContentPartPr>
              <p14:xfrm>
                <a:off x="4622310" y="3394542"/>
                <a:ext cx="136080" cy="1317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7E69F33-CFB4-6D5A-E2F4-F085118343E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13670" y="3385902"/>
                  <a:ext cx="1537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C963122-2DE0-0C80-9EF0-3164ECA7B733}"/>
                    </a:ext>
                  </a:extLst>
                </p14:cNvPr>
                <p14:cNvContentPartPr/>
                <p14:nvPr/>
              </p14:nvContentPartPr>
              <p14:xfrm>
                <a:off x="3462030" y="3828342"/>
                <a:ext cx="63000" cy="69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C963122-2DE0-0C80-9EF0-3164ECA7B73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453030" y="3819702"/>
                  <a:ext cx="80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8893DC5-4687-2584-51C9-9B80049CA5DB}"/>
                    </a:ext>
                  </a:extLst>
                </p14:cNvPr>
                <p14:cNvContentPartPr/>
                <p14:nvPr/>
              </p14:nvContentPartPr>
              <p14:xfrm>
                <a:off x="3487590" y="3730782"/>
                <a:ext cx="8640" cy="3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8893DC5-4687-2584-51C9-9B80049CA5D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478590" y="3721782"/>
                  <a:ext cx="26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8710516-113A-75DB-029E-D1AD5DF355DA}"/>
                    </a:ext>
                  </a:extLst>
                </p14:cNvPr>
                <p14:cNvContentPartPr/>
                <p14:nvPr/>
              </p14:nvContentPartPr>
              <p14:xfrm>
                <a:off x="3544470" y="3753102"/>
                <a:ext cx="118080" cy="173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8710516-113A-75DB-029E-D1AD5DF355D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535830" y="3744462"/>
                  <a:ext cx="135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46BEBC7-1A9A-6176-9AA5-01AA07640D5B}"/>
                    </a:ext>
                  </a:extLst>
                </p14:cNvPr>
                <p14:cNvContentPartPr/>
                <p14:nvPr/>
              </p14:nvContentPartPr>
              <p14:xfrm>
                <a:off x="4029030" y="3813942"/>
                <a:ext cx="14400" cy="152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46BEBC7-1A9A-6176-9AA5-01AA07640D5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020390" y="3804942"/>
                  <a:ext cx="32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A20F407-9933-2881-38D2-4F73D8458C8A}"/>
                    </a:ext>
                  </a:extLst>
                </p14:cNvPr>
                <p14:cNvContentPartPr/>
                <p14:nvPr/>
              </p14:nvContentPartPr>
              <p14:xfrm>
                <a:off x="4020750" y="3788742"/>
                <a:ext cx="77400" cy="75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A20F407-9933-2881-38D2-4F73D8458C8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011750" y="3779742"/>
                  <a:ext cx="95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06456AB-A9D0-0FE1-2972-44B24050287F}"/>
                    </a:ext>
                  </a:extLst>
                </p14:cNvPr>
                <p14:cNvContentPartPr/>
                <p14:nvPr/>
              </p14:nvContentPartPr>
              <p14:xfrm>
                <a:off x="4107150" y="3790902"/>
                <a:ext cx="127080" cy="82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06456AB-A9D0-0FE1-2972-44B24050287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098510" y="3781902"/>
                  <a:ext cx="144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4BA1F17-9ABE-6B5A-9E3B-C6C425F8CA27}"/>
                    </a:ext>
                  </a:extLst>
                </p14:cNvPr>
                <p14:cNvContentPartPr/>
                <p14:nvPr/>
              </p14:nvContentPartPr>
              <p14:xfrm>
                <a:off x="4212270" y="3722862"/>
                <a:ext cx="12600" cy="4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4BA1F17-9ABE-6B5A-9E3B-C6C425F8CA2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03630" y="3714222"/>
                  <a:ext cx="30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9024DAB-9BD5-0A8B-77EB-CBCD6799A97C}"/>
                    </a:ext>
                  </a:extLst>
                </p14:cNvPr>
                <p14:cNvContentPartPr/>
                <p14:nvPr/>
              </p14:nvContentPartPr>
              <p14:xfrm>
                <a:off x="4252950" y="3784782"/>
                <a:ext cx="83160" cy="88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9024DAB-9BD5-0A8B-77EB-CBCD6799A97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243950" y="3776142"/>
                  <a:ext cx="100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A9CA8CA-A1DA-CB29-088D-B1C839CB99B5}"/>
                    </a:ext>
                  </a:extLst>
                </p14:cNvPr>
                <p14:cNvContentPartPr/>
                <p14:nvPr/>
              </p14:nvContentPartPr>
              <p14:xfrm>
                <a:off x="4349430" y="3783702"/>
                <a:ext cx="105480" cy="97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A9CA8CA-A1DA-CB29-088D-B1C839CB99B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340430" y="3774702"/>
                  <a:ext cx="123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7290058-6663-F80B-52A6-D0E6BA7222EF}"/>
                    </a:ext>
                  </a:extLst>
                </p14:cNvPr>
                <p14:cNvContentPartPr/>
                <p14:nvPr/>
              </p14:nvContentPartPr>
              <p14:xfrm>
                <a:off x="4821030" y="3778662"/>
                <a:ext cx="24840" cy="94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7290058-6663-F80B-52A6-D0E6BA7222E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812030" y="3769662"/>
                  <a:ext cx="42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36036D3-36A6-63F8-9C81-EF75F202D298}"/>
                    </a:ext>
                  </a:extLst>
                </p14:cNvPr>
                <p14:cNvContentPartPr/>
                <p14:nvPr/>
              </p14:nvContentPartPr>
              <p14:xfrm>
                <a:off x="4840470" y="3752742"/>
                <a:ext cx="117360" cy="108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36036D3-36A6-63F8-9C81-EF75F202D29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831830" y="3744102"/>
                  <a:ext cx="135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A2D0A5E-7B0A-F76F-6810-FC2CF6A8BFC6}"/>
                    </a:ext>
                  </a:extLst>
                </p14:cNvPr>
                <p14:cNvContentPartPr/>
                <p14:nvPr/>
              </p14:nvContentPartPr>
              <p14:xfrm>
                <a:off x="4981590" y="3789102"/>
                <a:ext cx="122400" cy="69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A2D0A5E-7B0A-F76F-6810-FC2CF6A8BFC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972950" y="3780462"/>
                  <a:ext cx="140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003A5FD-1791-B0E4-CE22-7375845886C2}"/>
                    </a:ext>
                  </a:extLst>
                </p14:cNvPr>
                <p14:cNvContentPartPr/>
                <p14:nvPr/>
              </p14:nvContentPartPr>
              <p14:xfrm>
                <a:off x="5136750" y="3759582"/>
                <a:ext cx="164880" cy="90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003A5FD-1791-B0E4-CE22-7375845886C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127750" y="3750942"/>
                  <a:ext cx="182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4445BD7-0D3A-572E-4E2A-B9906F2F1A76}"/>
                    </a:ext>
                  </a:extLst>
                </p14:cNvPr>
                <p14:cNvContentPartPr/>
                <p14:nvPr/>
              </p14:nvContentPartPr>
              <p14:xfrm>
                <a:off x="5341230" y="3752742"/>
                <a:ext cx="106920" cy="105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4445BD7-0D3A-572E-4E2A-B9906F2F1A7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332590" y="3743742"/>
                  <a:ext cx="124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7334391-A9A3-530F-BFA1-7D3DA9F8C802}"/>
                    </a:ext>
                  </a:extLst>
                </p14:cNvPr>
                <p14:cNvContentPartPr/>
                <p14:nvPr/>
              </p14:nvContentPartPr>
              <p14:xfrm>
                <a:off x="3354390" y="3726462"/>
                <a:ext cx="9000" cy="882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7334391-A9A3-530F-BFA1-7D3DA9F8C80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345390" y="3717822"/>
                  <a:ext cx="2664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36B48C1-1282-F668-D9C9-E42475E7342E}"/>
                    </a:ext>
                  </a:extLst>
                </p14:cNvPr>
                <p14:cNvContentPartPr/>
                <p14:nvPr/>
              </p14:nvContentPartPr>
              <p14:xfrm>
                <a:off x="3327030" y="3625302"/>
                <a:ext cx="2521800" cy="951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36B48C1-1282-F668-D9C9-E42475E7342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318030" y="3616302"/>
                  <a:ext cx="253944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4F92C66-C3BA-55D9-9AA6-967841FD91BC}"/>
                    </a:ext>
                  </a:extLst>
                </p14:cNvPr>
                <p14:cNvContentPartPr/>
                <p14:nvPr/>
              </p14:nvContentPartPr>
              <p14:xfrm>
                <a:off x="3346110" y="4547262"/>
                <a:ext cx="261000" cy="24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4F92C66-C3BA-55D9-9AA6-967841FD91B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337470" y="4538262"/>
                  <a:ext cx="278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F4EC203-4D4D-745A-0C29-6853B27097BD}"/>
                    </a:ext>
                  </a:extLst>
                </p14:cNvPr>
                <p14:cNvContentPartPr/>
                <p14:nvPr/>
              </p14:nvContentPartPr>
              <p14:xfrm>
                <a:off x="3329550" y="3686502"/>
                <a:ext cx="7920" cy="78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F4EC203-4D4D-745A-0C29-6853B27097B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320910" y="3677862"/>
                  <a:ext cx="25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F5F8018-9AF3-4060-4B8B-CF48A25AE79C}"/>
                    </a:ext>
                  </a:extLst>
                </p14:cNvPr>
                <p14:cNvContentPartPr/>
                <p14:nvPr/>
              </p14:nvContentPartPr>
              <p14:xfrm>
                <a:off x="4904550" y="3266382"/>
                <a:ext cx="70920" cy="275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F5F8018-9AF3-4060-4B8B-CF48A25AE79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895910" y="3257382"/>
                  <a:ext cx="88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6AA23D9-D130-EC0A-177A-A0FA23721E04}"/>
                    </a:ext>
                  </a:extLst>
                </p14:cNvPr>
                <p14:cNvContentPartPr/>
                <p14:nvPr/>
              </p14:nvContentPartPr>
              <p14:xfrm>
                <a:off x="5049990" y="3363942"/>
                <a:ext cx="118080" cy="126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6AA23D9-D130-EC0A-177A-A0FA23721E0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041350" y="3354942"/>
                  <a:ext cx="135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6B5C55B-A17A-129A-B9CF-7E9D44D5B4C3}"/>
                    </a:ext>
                  </a:extLst>
                </p14:cNvPr>
                <p14:cNvContentPartPr/>
                <p14:nvPr/>
              </p14:nvContentPartPr>
              <p14:xfrm>
                <a:off x="5241510" y="3253422"/>
                <a:ext cx="78840" cy="263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6B5C55B-A17A-129A-B9CF-7E9D44D5B4C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232510" y="3244422"/>
                  <a:ext cx="96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710C25F-03E1-7383-1577-A0FAAD2B9D25}"/>
                    </a:ext>
                  </a:extLst>
                </p14:cNvPr>
                <p14:cNvContentPartPr/>
                <p14:nvPr/>
              </p14:nvContentPartPr>
              <p14:xfrm>
                <a:off x="5358870" y="3253062"/>
                <a:ext cx="44640" cy="263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710C25F-03E1-7383-1577-A0FAAD2B9D2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349870" y="3244422"/>
                  <a:ext cx="62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43F4072-291F-EFEA-344C-35C6826071C4}"/>
                    </a:ext>
                  </a:extLst>
                </p14:cNvPr>
                <p14:cNvContentPartPr/>
                <p14:nvPr/>
              </p14:nvContentPartPr>
              <p14:xfrm>
                <a:off x="5242590" y="3405702"/>
                <a:ext cx="199080" cy="22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43F4072-291F-EFEA-344C-35C6826071C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233590" y="3396702"/>
                  <a:ext cx="216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0598833-EE80-20AE-6965-8C9CF6D2F38B}"/>
                    </a:ext>
                  </a:extLst>
                </p14:cNvPr>
                <p14:cNvContentPartPr/>
                <p14:nvPr/>
              </p14:nvContentPartPr>
              <p14:xfrm>
                <a:off x="5485230" y="3323622"/>
                <a:ext cx="25560" cy="177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0598833-EE80-20AE-6965-8C9CF6D2F38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476590" y="3314622"/>
                  <a:ext cx="43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C7302E7-C4F4-AAAE-5249-941A82EDE855}"/>
                    </a:ext>
                  </a:extLst>
                </p14:cNvPr>
                <p14:cNvContentPartPr/>
                <p14:nvPr/>
              </p14:nvContentPartPr>
              <p14:xfrm>
                <a:off x="5549670" y="3440982"/>
                <a:ext cx="15480" cy="74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C7302E7-C4F4-AAAE-5249-941A82EDE85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540670" y="3432342"/>
                  <a:ext cx="33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DE1F59B-CD6B-EC44-7050-D9021920A19F}"/>
                    </a:ext>
                  </a:extLst>
                </p14:cNvPr>
                <p14:cNvContentPartPr/>
                <p14:nvPr/>
              </p14:nvContentPartPr>
              <p14:xfrm>
                <a:off x="5583870" y="3377982"/>
                <a:ext cx="5400" cy="10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DE1F59B-CD6B-EC44-7050-D9021920A1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75230" y="3368982"/>
                  <a:ext cx="2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90477B0-35D8-BBDB-EDE1-9AEF4FE8D984}"/>
                    </a:ext>
                  </a:extLst>
                </p14:cNvPr>
                <p14:cNvContentPartPr/>
                <p14:nvPr/>
              </p14:nvContentPartPr>
              <p14:xfrm>
                <a:off x="5608350" y="3427662"/>
                <a:ext cx="96480" cy="78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90477B0-35D8-BBDB-EDE1-9AEF4FE8D98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599710" y="3419022"/>
                  <a:ext cx="1141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CFA936A-D537-8BDC-F525-9A6CD58427BD}"/>
                    </a:ext>
                  </a:extLst>
                </p14:cNvPr>
                <p14:cNvContentPartPr/>
                <p14:nvPr/>
              </p14:nvContentPartPr>
              <p14:xfrm>
                <a:off x="5749470" y="3417582"/>
                <a:ext cx="102600" cy="74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CFA936A-D537-8BDC-F525-9A6CD58427B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40470" y="3408582"/>
                  <a:ext cx="120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AB77172-2F6E-0826-C74E-087233D04520}"/>
                    </a:ext>
                  </a:extLst>
                </p14:cNvPr>
                <p14:cNvContentPartPr/>
                <p14:nvPr/>
              </p14:nvContentPartPr>
              <p14:xfrm>
                <a:off x="5862510" y="3343422"/>
                <a:ext cx="54000" cy="197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AB77172-2F6E-0826-C74E-087233D0452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53510" y="3334422"/>
                  <a:ext cx="71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F54676D-E1D7-7EBD-0E22-2D9F50E394FE}"/>
                    </a:ext>
                  </a:extLst>
                </p14:cNvPr>
                <p14:cNvContentPartPr/>
                <p14:nvPr/>
              </p14:nvContentPartPr>
              <p14:xfrm>
                <a:off x="3360510" y="3955782"/>
                <a:ext cx="2525400" cy="83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F54676D-E1D7-7EBD-0E22-2D9F50E394F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351510" y="3947142"/>
                  <a:ext cx="2543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7AB95DD-F872-CFC3-70F3-CE75FECE2C12}"/>
                    </a:ext>
                  </a:extLst>
                </p14:cNvPr>
                <p14:cNvContentPartPr/>
                <p14:nvPr/>
              </p14:nvContentPartPr>
              <p14:xfrm>
                <a:off x="3588750" y="4126422"/>
                <a:ext cx="163080" cy="154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7AB95DD-F872-CFC3-70F3-CE75FECE2C1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580110" y="4117782"/>
                  <a:ext cx="180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1960FFD-07A4-C77F-E099-ACBA01EA43B5}"/>
                    </a:ext>
                  </a:extLst>
                </p14:cNvPr>
                <p14:cNvContentPartPr/>
                <p14:nvPr/>
              </p14:nvContentPartPr>
              <p14:xfrm>
                <a:off x="4161150" y="4102302"/>
                <a:ext cx="186120" cy="5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1960FFD-07A4-C77F-E099-ACBA01EA43B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152150" y="4093662"/>
                  <a:ext cx="203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8C9F214-FB7B-254A-2890-879DA28B28A7}"/>
                    </a:ext>
                  </a:extLst>
                </p14:cNvPr>
                <p14:cNvContentPartPr/>
                <p14:nvPr/>
              </p14:nvContentPartPr>
              <p14:xfrm>
                <a:off x="4840830" y="4068102"/>
                <a:ext cx="280800" cy="5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8C9F214-FB7B-254A-2890-879DA28B28A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831830" y="4059102"/>
                  <a:ext cx="29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FB49077-CAFE-9BB3-2C34-6B81B3BFD2DA}"/>
                    </a:ext>
                  </a:extLst>
                </p14:cNvPr>
                <p14:cNvContentPartPr/>
                <p14:nvPr/>
              </p14:nvContentPartPr>
              <p14:xfrm>
                <a:off x="3588750" y="4278342"/>
                <a:ext cx="172080" cy="11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FB49077-CAFE-9BB3-2C34-6B81B3BFD2D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580110" y="4269702"/>
                  <a:ext cx="189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5114DD4-AC1F-A15C-719B-E538AF49DE50}"/>
                    </a:ext>
                  </a:extLst>
                </p14:cNvPr>
                <p14:cNvContentPartPr/>
                <p14:nvPr/>
              </p14:nvContentPartPr>
              <p14:xfrm>
                <a:off x="4194270" y="4273302"/>
                <a:ext cx="162720" cy="10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5114DD4-AC1F-A15C-719B-E538AF49DE5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185630" y="4264302"/>
                  <a:ext cx="180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709F8FD-F84F-5F99-442D-C421AC603258}"/>
                    </a:ext>
                  </a:extLst>
                </p14:cNvPr>
                <p14:cNvContentPartPr/>
                <p14:nvPr/>
              </p14:nvContentPartPr>
              <p14:xfrm>
                <a:off x="4948470" y="4239462"/>
                <a:ext cx="222120" cy="14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709F8FD-F84F-5F99-442D-C421AC60325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939470" y="4230822"/>
                  <a:ext cx="239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20EB0EE-6C92-3D18-B3E0-557DBF279175}"/>
                    </a:ext>
                  </a:extLst>
                </p14:cNvPr>
                <p14:cNvContentPartPr/>
                <p14:nvPr/>
              </p14:nvContentPartPr>
              <p14:xfrm>
                <a:off x="3018510" y="4031022"/>
                <a:ext cx="284040" cy="52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20EB0EE-6C92-3D18-B3E0-557DBF27917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009510" y="4022382"/>
                  <a:ext cx="301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F7A5F9-4679-FF13-0195-EA6A27F28068}"/>
                    </a:ext>
                  </a:extLst>
                </p14:cNvPr>
                <p14:cNvContentPartPr/>
                <p14:nvPr/>
              </p14:nvContentPartPr>
              <p14:xfrm>
                <a:off x="3207510" y="4019142"/>
                <a:ext cx="63360" cy="87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F7A5F9-4679-FF13-0195-EA6A27F2806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198870" y="4010502"/>
                  <a:ext cx="81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3190FB8-3A1D-ACE2-5C16-044E6FEDE136}"/>
                    </a:ext>
                  </a:extLst>
                </p14:cNvPr>
                <p14:cNvContentPartPr/>
                <p14:nvPr/>
              </p14:nvContentPartPr>
              <p14:xfrm>
                <a:off x="2992230" y="4186182"/>
                <a:ext cx="284040" cy="55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3190FB8-3A1D-ACE2-5C16-044E6FEDE13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983590" y="4177542"/>
                  <a:ext cx="3016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20DDDBA-9105-89CF-BA94-E1004B1F0781}"/>
                    </a:ext>
                  </a:extLst>
                </p14:cNvPr>
                <p14:cNvContentPartPr/>
                <p14:nvPr/>
              </p14:nvContentPartPr>
              <p14:xfrm>
                <a:off x="3241710" y="4171062"/>
                <a:ext cx="43200" cy="87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20DDDBA-9105-89CF-BA94-E1004B1F078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233070" y="4162062"/>
                  <a:ext cx="60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F3AFF27-5394-AEAF-8475-D5F8ED754571}"/>
                    </a:ext>
                  </a:extLst>
                </p14:cNvPr>
                <p14:cNvContentPartPr/>
                <p14:nvPr/>
              </p14:nvContentPartPr>
              <p14:xfrm>
                <a:off x="2997270" y="4380942"/>
                <a:ext cx="284400" cy="40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F3AFF27-5394-AEAF-8475-D5F8ED75457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988630" y="4372302"/>
                  <a:ext cx="3020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F916351-1306-2BC5-D340-5D50C4345DD0}"/>
                    </a:ext>
                  </a:extLst>
                </p14:cNvPr>
                <p14:cNvContentPartPr/>
                <p14:nvPr/>
              </p14:nvContentPartPr>
              <p14:xfrm>
                <a:off x="3236670" y="4351782"/>
                <a:ext cx="57960" cy="82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F916351-1306-2BC5-D340-5D50C4345D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228030" y="4342782"/>
                  <a:ext cx="75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507501B-77F4-AB37-2032-FE965A1CDA42}"/>
                    </a:ext>
                  </a:extLst>
                </p14:cNvPr>
                <p14:cNvContentPartPr/>
                <p14:nvPr/>
              </p14:nvContentPartPr>
              <p14:xfrm>
                <a:off x="3201030" y="3720342"/>
                <a:ext cx="131760" cy="171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507501B-77F4-AB37-2032-FE965A1CDA4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192030" y="3711702"/>
                  <a:ext cx="149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F3CCEAB-31A0-2653-1361-AC3AC27E23D7}"/>
                    </a:ext>
                  </a:extLst>
                </p14:cNvPr>
                <p14:cNvContentPartPr/>
                <p14:nvPr/>
              </p14:nvContentPartPr>
              <p14:xfrm>
                <a:off x="3119670" y="3670662"/>
                <a:ext cx="338400" cy="307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F3CCEAB-31A0-2653-1361-AC3AC27E23D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111030" y="3661662"/>
                  <a:ext cx="3560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211DC1B-09B0-1A29-7A2A-A8AB1838F853}"/>
                    </a:ext>
                  </a:extLst>
                </p14:cNvPr>
                <p14:cNvContentPartPr/>
                <p14:nvPr/>
              </p14:nvContentPartPr>
              <p14:xfrm>
                <a:off x="2640510" y="3143262"/>
                <a:ext cx="74520" cy="1465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211DC1B-09B0-1A29-7A2A-A8AB1838F85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631870" y="3134262"/>
                  <a:ext cx="92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0FB6769-947A-3818-B6BF-360A37DDF554}"/>
                    </a:ext>
                  </a:extLst>
                </p14:cNvPr>
                <p14:cNvContentPartPr/>
                <p14:nvPr/>
              </p14:nvContentPartPr>
              <p14:xfrm>
                <a:off x="2523150" y="3070542"/>
                <a:ext cx="324000" cy="3132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0FB6769-947A-3818-B6BF-360A37DDF55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14510" y="3061902"/>
                  <a:ext cx="34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50CCDBA-8E0B-AE57-82B9-C3DDCB8C4C86}"/>
                    </a:ext>
                  </a:extLst>
                </p14:cNvPr>
                <p14:cNvContentPartPr/>
                <p14:nvPr/>
              </p14:nvContentPartPr>
              <p14:xfrm>
                <a:off x="2297430" y="4063422"/>
                <a:ext cx="111600" cy="29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50CCDBA-8E0B-AE57-82B9-C3DDCB8C4C8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288790" y="4054782"/>
                  <a:ext cx="129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D4D7658-3250-6313-890D-50E0D8B1A724}"/>
                    </a:ext>
                  </a:extLst>
                </p14:cNvPr>
                <p14:cNvContentPartPr/>
                <p14:nvPr/>
              </p14:nvContentPartPr>
              <p14:xfrm>
                <a:off x="2292030" y="4073142"/>
                <a:ext cx="103680" cy="126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D4D7658-3250-6313-890D-50E0D8B1A72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283030" y="4064142"/>
                  <a:ext cx="1213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ACA716B-B212-C999-1B43-D3D7EC2657FD}"/>
                    </a:ext>
                  </a:extLst>
                </p14:cNvPr>
                <p14:cNvContentPartPr/>
                <p14:nvPr/>
              </p14:nvContentPartPr>
              <p14:xfrm>
                <a:off x="2198070" y="3988902"/>
                <a:ext cx="312480" cy="300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ACA716B-B212-C999-1B43-D3D7EC2657F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189070" y="3980262"/>
                  <a:ext cx="3301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D3708CD-3D36-0912-034D-D3877AE5DFE0}"/>
                    </a:ext>
                  </a:extLst>
                </p14:cNvPr>
                <p14:cNvContentPartPr/>
                <p14:nvPr/>
              </p14:nvContentPartPr>
              <p14:xfrm>
                <a:off x="6844590" y="2292942"/>
                <a:ext cx="115920" cy="2217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D3708CD-3D36-0912-034D-D3877AE5DFE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835590" y="2284302"/>
                  <a:ext cx="1335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9260436-7586-780A-C9E0-2BBE5DFCAB95}"/>
                    </a:ext>
                  </a:extLst>
                </p14:cNvPr>
                <p14:cNvContentPartPr/>
                <p14:nvPr/>
              </p14:nvContentPartPr>
              <p14:xfrm>
                <a:off x="6655230" y="2166582"/>
                <a:ext cx="437040" cy="379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9260436-7586-780A-C9E0-2BBE5DFCAB9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646590" y="2157582"/>
                  <a:ext cx="4546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07FBA77-2079-C977-F137-EE4E2539114B}"/>
                    </a:ext>
                  </a:extLst>
                </p14:cNvPr>
                <p14:cNvContentPartPr/>
                <p14:nvPr/>
              </p14:nvContentPartPr>
              <p14:xfrm>
                <a:off x="8482950" y="2674182"/>
                <a:ext cx="97560" cy="1209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07FBA77-2079-C977-F137-EE4E2539114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473950" y="2665182"/>
                  <a:ext cx="115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FB00052-B35E-16EA-7EC8-648A918648EC}"/>
                    </a:ext>
                  </a:extLst>
                </p14:cNvPr>
                <p14:cNvContentPartPr/>
                <p14:nvPr/>
              </p14:nvContentPartPr>
              <p14:xfrm>
                <a:off x="8518590" y="2756622"/>
                <a:ext cx="81360" cy="16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FB00052-B35E-16EA-7EC8-648A918648E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509950" y="2747982"/>
                  <a:ext cx="99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72300D1-DDE9-C1F6-1E93-AB8A42C6FCC2}"/>
                    </a:ext>
                  </a:extLst>
                </p14:cNvPr>
                <p14:cNvContentPartPr/>
                <p14:nvPr/>
              </p14:nvContentPartPr>
              <p14:xfrm>
                <a:off x="8337510" y="2574102"/>
                <a:ext cx="406080" cy="3211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72300D1-DDE9-C1F6-1E93-AB8A42C6FCC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328510" y="2565462"/>
                  <a:ext cx="4237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40EEB5A-3D92-1EDF-8FBA-FA4F25E0935E}"/>
                    </a:ext>
                  </a:extLst>
                </p14:cNvPr>
                <p14:cNvContentPartPr/>
                <p14:nvPr/>
              </p14:nvContentPartPr>
              <p14:xfrm>
                <a:off x="8505630" y="3213462"/>
                <a:ext cx="100440" cy="2214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40EEB5A-3D92-1EDF-8FBA-FA4F25E0935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496990" y="3204462"/>
                  <a:ext cx="118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AF152DD-D307-7683-16FD-09A7A2CBFF26}"/>
                    </a:ext>
                  </a:extLst>
                </p14:cNvPr>
                <p14:cNvContentPartPr/>
                <p14:nvPr/>
              </p14:nvContentPartPr>
              <p14:xfrm>
                <a:off x="8407710" y="3177822"/>
                <a:ext cx="313920" cy="3304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AF152DD-D307-7683-16FD-09A7A2CBFF2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398710" y="3168822"/>
                  <a:ext cx="3315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4EE537A-63AB-528F-51A9-373B5543CC9A}"/>
                    </a:ext>
                  </a:extLst>
                </p14:cNvPr>
                <p14:cNvContentPartPr/>
                <p14:nvPr/>
              </p14:nvContentPartPr>
              <p14:xfrm>
                <a:off x="8279550" y="4355382"/>
                <a:ext cx="119520" cy="1616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4EE537A-63AB-528F-51A9-373B5543CC9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70550" y="4346382"/>
                  <a:ext cx="137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EDF98FA-7E6E-65C3-FC4A-0BF86788FCBA}"/>
                    </a:ext>
                  </a:extLst>
                </p14:cNvPr>
                <p14:cNvContentPartPr/>
                <p14:nvPr/>
              </p14:nvContentPartPr>
              <p14:xfrm>
                <a:off x="8210790" y="4266822"/>
                <a:ext cx="296640" cy="310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EDF98FA-7E6E-65C3-FC4A-0BF86788FCB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201790" y="4257822"/>
                  <a:ext cx="314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7114E3E-2D69-E21F-9842-5114E786B090}"/>
                    </a:ext>
                  </a:extLst>
                </p14:cNvPr>
                <p14:cNvContentPartPr/>
                <p14:nvPr/>
              </p14:nvContentPartPr>
              <p14:xfrm>
                <a:off x="9080190" y="2164782"/>
                <a:ext cx="21600" cy="157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7114E3E-2D69-E21F-9842-5114E786B09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071190" y="2156142"/>
                  <a:ext cx="39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801E6C3-4544-6E60-AC3A-D5C420D8897E}"/>
                    </a:ext>
                  </a:extLst>
                </p14:cNvPr>
                <p14:cNvContentPartPr/>
                <p14:nvPr/>
              </p14:nvContentPartPr>
              <p14:xfrm>
                <a:off x="9167310" y="2183142"/>
                <a:ext cx="110160" cy="131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801E6C3-4544-6E60-AC3A-D5C420D8897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158670" y="2174502"/>
                  <a:ext cx="127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1E371DD-B1A6-0ACD-36B2-C552C56C4903}"/>
                    </a:ext>
                  </a:extLst>
                </p14:cNvPr>
                <p14:cNvContentPartPr/>
                <p14:nvPr/>
              </p14:nvContentPartPr>
              <p14:xfrm>
                <a:off x="8965350" y="2065422"/>
                <a:ext cx="447480" cy="3787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1E371DD-B1A6-0ACD-36B2-C552C56C490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956710" y="2056782"/>
                  <a:ext cx="4651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937D7FB-5939-8257-D3C3-B86F845E3EDF}"/>
                    </a:ext>
                  </a:extLst>
                </p14:cNvPr>
                <p14:cNvContentPartPr/>
                <p14:nvPr/>
              </p14:nvContentPartPr>
              <p14:xfrm>
                <a:off x="1859310" y="1364142"/>
                <a:ext cx="27000" cy="142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937D7FB-5939-8257-D3C3-B86F845E3ED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850310" y="1355142"/>
                  <a:ext cx="446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F7FCE8D-5D8C-F6AC-0C9C-7AB6159AC0E6}"/>
                    </a:ext>
                  </a:extLst>
                </p14:cNvPr>
                <p14:cNvContentPartPr/>
                <p14:nvPr/>
              </p14:nvContentPartPr>
              <p14:xfrm>
                <a:off x="1931310" y="1398342"/>
                <a:ext cx="10080" cy="111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F7FCE8D-5D8C-F6AC-0C9C-7AB6159AC0E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922310" y="1389342"/>
                  <a:ext cx="27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C23D88C-A9B9-613D-B73C-B43CA9D46026}"/>
                    </a:ext>
                  </a:extLst>
                </p14:cNvPr>
                <p14:cNvContentPartPr/>
                <p14:nvPr/>
              </p14:nvContentPartPr>
              <p14:xfrm>
                <a:off x="1760310" y="1277742"/>
                <a:ext cx="312480" cy="3214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C23D88C-A9B9-613D-B73C-B43CA9D4602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751670" y="1269102"/>
                  <a:ext cx="330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2297EEE-AE9F-C0B5-C982-406748CA9BC9}"/>
                    </a:ext>
                  </a:extLst>
                </p14:cNvPr>
                <p14:cNvContentPartPr/>
                <p14:nvPr/>
              </p14:nvContentPartPr>
              <p14:xfrm>
                <a:off x="5577030" y="965622"/>
                <a:ext cx="58680" cy="167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2297EEE-AE9F-C0B5-C982-406748CA9BC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568030" y="956982"/>
                  <a:ext cx="76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0D71CF0-28A2-BE16-E9C3-A53CCBA36C3F}"/>
                    </a:ext>
                  </a:extLst>
                </p14:cNvPr>
                <p14:cNvContentPartPr/>
                <p14:nvPr/>
              </p14:nvContentPartPr>
              <p14:xfrm>
                <a:off x="5706270" y="969942"/>
                <a:ext cx="209880" cy="153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0D71CF0-28A2-BE16-E9C3-A53CCBA36C3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697630" y="961302"/>
                  <a:ext cx="227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09859C7-8C28-AAED-6076-06ACBDBAD79C}"/>
                    </a:ext>
                  </a:extLst>
                </p14:cNvPr>
                <p14:cNvContentPartPr/>
                <p14:nvPr/>
              </p14:nvContentPartPr>
              <p14:xfrm>
                <a:off x="6016590" y="1018902"/>
                <a:ext cx="164520" cy="82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09859C7-8C28-AAED-6076-06ACBDBAD79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007950" y="1009902"/>
                  <a:ext cx="182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5EDBC6D-2628-D450-0829-F175BC692EC3}"/>
                    </a:ext>
                  </a:extLst>
                </p14:cNvPr>
                <p14:cNvContentPartPr/>
                <p14:nvPr/>
              </p14:nvContentPartPr>
              <p14:xfrm>
                <a:off x="6326190" y="903702"/>
                <a:ext cx="175320" cy="2214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5EDBC6D-2628-D450-0829-F175BC692EC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317550" y="895062"/>
                  <a:ext cx="1929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F532AFE-EE3C-1D4F-090B-E5808A758A34}"/>
                    </a:ext>
                  </a:extLst>
                </p14:cNvPr>
                <p14:cNvContentPartPr/>
                <p14:nvPr/>
              </p14:nvContentPartPr>
              <p14:xfrm>
                <a:off x="6551550" y="914862"/>
                <a:ext cx="136800" cy="205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F532AFE-EE3C-1D4F-090B-E5808A758A3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542550" y="905862"/>
                  <a:ext cx="1544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74BAD80-9BC0-8750-79AF-82C6EC909AB5}"/>
                    </a:ext>
                  </a:extLst>
                </p14:cNvPr>
                <p14:cNvContentPartPr/>
                <p14:nvPr/>
              </p14:nvContentPartPr>
              <p14:xfrm>
                <a:off x="6874830" y="919182"/>
                <a:ext cx="175680" cy="2005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74BAD80-9BC0-8750-79AF-82C6EC909AB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865830" y="910542"/>
                  <a:ext cx="193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3280623-3375-9DE1-3CDC-22CF30EA3211}"/>
                    </a:ext>
                  </a:extLst>
                </p14:cNvPr>
                <p14:cNvContentPartPr/>
                <p14:nvPr/>
              </p14:nvContentPartPr>
              <p14:xfrm>
                <a:off x="7073550" y="940062"/>
                <a:ext cx="363240" cy="1652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3280623-3375-9DE1-3CDC-22CF30EA321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064550" y="931422"/>
                  <a:ext cx="380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6F5B450-80E9-A9C0-2638-D3F0AD69C080}"/>
                    </a:ext>
                  </a:extLst>
                </p14:cNvPr>
                <p14:cNvContentPartPr/>
                <p14:nvPr/>
              </p14:nvContentPartPr>
              <p14:xfrm>
                <a:off x="7495470" y="980382"/>
                <a:ext cx="172440" cy="1116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6F5B450-80E9-A9C0-2638-D3F0AD69C08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486470" y="971742"/>
                  <a:ext cx="190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3BEE7D3-2EEC-6491-7DFB-785737A89BEC}"/>
                    </a:ext>
                  </a:extLst>
                </p14:cNvPr>
                <p14:cNvContentPartPr/>
                <p14:nvPr/>
              </p14:nvContentPartPr>
              <p14:xfrm>
                <a:off x="5758470" y="1173342"/>
                <a:ext cx="2225520" cy="291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3BEE7D3-2EEC-6491-7DFB-785737A89BE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49470" y="1164702"/>
                  <a:ext cx="2243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AE9808C-E366-501D-89C3-337B7DD5FC3D}"/>
                    </a:ext>
                  </a:extLst>
                </p14:cNvPr>
                <p14:cNvContentPartPr/>
                <p14:nvPr/>
              </p14:nvContentPartPr>
              <p14:xfrm>
                <a:off x="439830" y="1520742"/>
                <a:ext cx="551520" cy="210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AE9808C-E366-501D-89C3-337B7DD5FC3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31190" y="1511742"/>
                  <a:ext cx="569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26C965B-AF2A-DD30-923D-CAAEC9646986}"/>
                    </a:ext>
                  </a:extLst>
                </p14:cNvPr>
                <p14:cNvContentPartPr/>
                <p14:nvPr/>
              </p14:nvContentPartPr>
              <p14:xfrm>
                <a:off x="805950" y="1481142"/>
                <a:ext cx="174960" cy="164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26C965B-AF2A-DD30-923D-CAAEC964698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97310" y="1472502"/>
                  <a:ext cx="192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6C9920B-14B6-9C07-5A55-F2FBB72CE45B}"/>
                    </a:ext>
                  </a:extLst>
                </p14:cNvPr>
                <p14:cNvContentPartPr/>
                <p14:nvPr/>
              </p14:nvContentPartPr>
              <p14:xfrm>
                <a:off x="806310" y="993702"/>
                <a:ext cx="821520" cy="7074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6C9920B-14B6-9C07-5A55-F2FBB72CE45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97310" y="984702"/>
                  <a:ext cx="839160" cy="72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1FD226AB-C57C-5FF0-AAEC-331FAFCADD2A}"/>
                  </a:ext>
                </a:extLst>
              </p14:cNvPr>
              <p14:cNvContentPartPr/>
              <p14:nvPr/>
            </p14:nvContentPartPr>
            <p14:xfrm>
              <a:off x="-161730" y="2938782"/>
              <a:ext cx="22320" cy="5943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1FD226AB-C57C-5FF0-AAEC-331FAFCADD2A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-170370" y="2929782"/>
                <a:ext cx="3996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D5E15BA-3FC3-F80B-402F-E46BC6CA5F8F}"/>
                  </a:ext>
                </a:extLst>
              </p14:cNvPr>
              <p14:cNvContentPartPr/>
              <p14:nvPr/>
            </p14:nvContentPartPr>
            <p14:xfrm>
              <a:off x="-103410" y="2346942"/>
              <a:ext cx="87120" cy="1159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D5E15BA-3FC3-F80B-402F-E46BC6CA5F8F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-112050" y="2338302"/>
                <a:ext cx="104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67CC99CD-DE8C-A0B6-86E4-C7A603802B21}"/>
                  </a:ext>
                </a:extLst>
              </p14:cNvPr>
              <p14:cNvContentPartPr/>
              <p14:nvPr/>
            </p14:nvContentPartPr>
            <p14:xfrm>
              <a:off x="-234450" y="2380782"/>
              <a:ext cx="101880" cy="10512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67CC99CD-DE8C-A0B6-86E4-C7A603802B21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-243450" y="2371782"/>
                <a:ext cx="1195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C6B7B2FF-9D0A-D57D-F0AD-226794D8CC70}"/>
                  </a:ext>
                </a:extLst>
              </p14:cNvPr>
              <p14:cNvContentPartPr/>
              <p14:nvPr/>
            </p14:nvContentPartPr>
            <p14:xfrm>
              <a:off x="-365850" y="2255142"/>
              <a:ext cx="111600" cy="2487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C6B7B2FF-9D0A-D57D-F0AD-226794D8CC70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-374490" y="2246502"/>
                <a:ext cx="1292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10080562-2227-D0B7-CBCF-3F9D5BA523B5}"/>
                  </a:ext>
                </a:extLst>
              </p14:cNvPr>
              <p14:cNvContentPartPr/>
              <p14:nvPr/>
            </p14:nvContentPartPr>
            <p14:xfrm>
              <a:off x="-371970" y="2764182"/>
              <a:ext cx="137880" cy="900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10080562-2227-D0B7-CBCF-3F9D5BA523B5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-380610" y="2755542"/>
                <a:ext cx="1555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72A28F06-E49C-572D-7615-F874905E00E5}"/>
                  </a:ext>
                </a:extLst>
              </p14:cNvPr>
              <p14:cNvContentPartPr/>
              <p14:nvPr/>
            </p14:nvContentPartPr>
            <p14:xfrm>
              <a:off x="-84330" y="2708742"/>
              <a:ext cx="6120" cy="21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72A28F06-E49C-572D-7615-F874905E00E5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-93330" y="2700102"/>
                <a:ext cx="237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3BDF259D-FB30-B756-2357-B38484D8E0F3}"/>
                  </a:ext>
                </a:extLst>
              </p14:cNvPr>
              <p14:cNvContentPartPr/>
              <p14:nvPr/>
            </p14:nvContentPartPr>
            <p14:xfrm>
              <a:off x="-83610" y="2774982"/>
              <a:ext cx="43560" cy="752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3BDF259D-FB30-B756-2357-B38484D8E0F3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-92250" y="2765982"/>
                <a:ext cx="612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C74D99BA-0D7A-248B-E952-71514D8E53DC}"/>
                  </a:ext>
                </a:extLst>
              </p14:cNvPr>
              <p14:cNvContentPartPr/>
              <p14:nvPr/>
            </p14:nvContentPartPr>
            <p14:xfrm>
              <a:off x="-288810" y="2860302"/>
              <a:ext cx="3240" cy="144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C74D99BA-0D7A-248B-E952-71514D8E53DC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-297450" y="2851302"/>
                <a:ext cx="208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8D79CFF6-8DCE-C4F1-EA1D-9F5F34ABC02F}"/>
              </a:ext>
            </a:extLst>
          </p:cNvPr>
          <p:cNvGrpSpPr/>
          <p:nvPr/>
        </p:nvGrpSpPr>
        <p:grpSpPr>
          <a:xfrm>
            <a:off x="-423450" y="1616502"/>
            <a:ext cx="8647560" cy="1990440"/>
            <a:chOff x="-423450" y="1616502"/>
            <a:chExt cx="8647560" cy="19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FD21529-2FEE-F463-F59D-9F2FBC70226B}"/>
                    </a:ext>
                  </a:extLst>
                </p14:cNvPr>
                <p14:cNvContentPartPr/>
                <p14:nvPr/>
              </p14:nvContentPartPr>
              <p14:xfrm>
                <a:off x="1911510" y="1616502"/>
                <a:ext cx="272880" cy="255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FD21529-2FEE-F463-F59D-9F2FBC70226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902870" y="1607862"/>
                  <a:ext cx="290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C45062F-21CF-624F-5505-007141048BBC}"/>
                    </a:ext>
                  </a:extLst>
                </p14:cNvPr>
                <p14:cNvContentPartPr/>
                <p14:nvPr/>
              </p14:nvContentPartPr>
              <p14:xfrm>
                <a:off x="2185470" y="2225262"/>
                <a:ext cx="301680" cy="257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C45062F-21CF-624F-5505-007141048BB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176830" y="2216262"/>
                  <a:ext cx="319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6E83D1A-9968-E73B-7090-5B9C7981E874}"/>
                    </a:ext>
                  </a:extLst>
                </p14:cNvPr>
                <p14:cNvContentPartPr/>
                <p14:nvPr/>
              </p14:nvContentPartPr>
              <p14:xfrm>
                <a:off x="4136670" y="2189262"/>
                <a:ext cx="244080" cy="259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6E83D1A-9968-E73B-7090-5B9C7981E87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127670" y="2180262"/>
                  <a:ext cx="261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E6B597F-B47A-A3A2-32D7-4D9F51E5E1D0}"/>
                    </a:ext>
                  </a:extLst>
                </p14:cNvPr>
                <p14:cNvContentPartPr/>
                <p14:nvPr/>
              </p14:nvContentPartPr>
              <p14:xfrm>
                <a:off x="-423450" y="2854542"/>
                <a:ext cx="1084680" cy="7524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E6B597F-B47A-A3A2-32D7-4D9F51E5E1D0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-432450" y="2845902"/>
                  <a:ext cx="110232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7968605-C800-3995-E672-97E9AE8B3471}"/>
                    </a:ext>
                  </a:extLst>
                </p14:cNvPr>
                <p14:cNvContentPartPr/>
                <p14:nvPr/>
              </p14:nvContentPartPr>
              <p14:xfrm>
                <a:off x="69750" y="2940222"/>
                <a:ext cx="45000" cy="6127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7968605-C800-3995-E672-97E9AE8B347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0750" y="2931222"/>
                  <a:ext cx="6264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3E07B34-2A8F-90B8-C371-B752106FAA32}"/>
                    </a:ext>
                  </a:extLst>
                </p14:cNvPr>
                <p14:cNvContentPartPr/>
                <p14:nvPr/>
              </p14:nvContentPartPr>
              <p14:xfrm>
                <a:off x="268830" y="2918982"/>
                <a:ext cx="44280" cy="6145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3E07B34-2A8F-90B8-C371-B752106FAA3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60190" y="2910342"/>
                  <a:ext cx="6192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A8BE82C-E44A-D5B9-5D9F-3F6A08D9D75A}"/>
                    </a:ext>
                  </a:extLst>
                </p14:cNvPr>
                <p14:cNvContentPartPr/>
                <p14:nvPr/>
              </p14:nvContentPartPr>
              <p14:xfrm>
                <a:off x="-339570" y="2978742"/>
                <a:ext cx="922680" cy="972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A8BE82C-E44A-D5B9-5D9F-3F6A08D9D75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-348210" y="2970102"/>
                  <a:ext cx="940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16BA892-E3A0-3FD2-909C-36C3D22BCCC9}"/>
                    </a:ext>
                  </a:extLst>
                </p14:cNvPr>
                <p14:cNvContentPartPr/>
                <p14:nvPr/>
              </p14:nvContentPartPr>
              <p14:xfrm>
                <a:off x="-332730" y="3124182"/>
                <a:ext cx="947520" cy="788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16BA892-E3A0-3FD2-909C-36C3D22BCCC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-341730" y="3115542"/>
                  <a:ext cx="965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8BEB51E-D8A0-B1A9-C8D3-C80E89C0D769}"/>
                    </a:ext>
                  </a:extLst>
                </p14:cNvPr>
                <p14:cNvContentPartPr/>
                <p14:nvPr/>
              </p14:nvContentPartPr>
              <p14:xfrm>
                <a:off x="-366930" y="3280782"/>
                <a:ext cx="1000800" cy="103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8BEB51E-D8A0-B1A9-C8D3-C80E89C0D76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-375570" y="3271782"/>
                  <a:ext cx="1018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6CA9AEA-9FE3-3CD9-3ABF-8341AE411EEF}"/>
                    </a:ext>
                  </a:extLst>
                </p14:cNvPr>
                <p14:cNvContentPartPr/>
                <p14:nvPr/>
              </p14:nvContentPartPr>
              <p14:xfrm>
                <a:off x="-38610" y="2714142"/>
                <a:ext cx="86400" cy="126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6CA9AEA-9FE3-3CD9-3ABF-8341AE411EE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-47250" y="2705502"/>
                  <a:ext cx="104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A27D414-0D5D-50C7-C427-827BF34518A3}"/>
                    </a:ext>
                  </a:extLst>
                </p14:cNvPr>
                <p14:cNvContentPartPr/>
                <p14:nvPr/>
              </p14:nvContentPartPr>
              <p14:xfrm>
                <a:off x="117990" y="2733222"/>
                <a:ext cx="51480" cy="795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A27D414-0D5D-50C7-C427-827BF34518A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9350" y="2724222"/>
                  <a:ext cx="69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07DC686-0A3E-8177-2B52-C5A9BE5DC134}"/>
                    </a:ext>
                  </a:extLst>
                </p14:cNvPr>
                <p14:cNvContentPartPr/>
                <p14:nvPr/>
              </p14:nvContentPartPr>
              <p14:xfrm>
                <a:off x="189990" y="2752302"/>
                <a:ext cx="35280" cy="56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07DC686-0A3E-8177-2B52-C5A9BE5DC13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81350" y="2743302"/>
                  <a:ext cx="529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9F14BB1-44C6-4C90-32E1-6CA072687B46}"/>
                    </a:ext>
                  </a:extLst>
                </p14:cNvPr>
                <p14:cNvContentPartPr/>
                <p14:nvPr/>
              </p14:nvContentPartPr>
              <p14:xfrm>
                <a:off x="232470" y="2733582"/>
                <a:ext cx="41400" cy="98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9F14BB1-44C6-4C90-32E1-6CA072687B4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23830" y="2724942"/>
                  <a:ext cx="59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565F2BE-262E-861F-7554-00A1F8F497B1}"/>
                    </a:ext>
                  </a:extLst>
                </p14:cNvPr>
                <p14:cNvContentPartPr/>
                <p14:nvPr/>
              </p14:nvContentPartPr>
              <p14:xfrm>
                <a:off x="292950" y="2689302"/>
                <a:ext cx="32040" cy="1076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565F2BE-262E-861F-7554-00A1F8F497B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84310" y="2680302"/>
                  <a:ext cx="49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15F481F-9DFC-6839-11AA-DB9F2ED647F4}"/>
                    </a:ext>
                  </a:extLst>
                </p14:cNvPr>
                <p14:cNvContentPartPr/>
                <p14:nvPr/>
              </p14:nvContentPartPr>
              <p14:xfrm>
                <a:off x="300870" y="2726022"/>
                <a:ext cx="48960" cy="223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15F481F-9DFC-6839-11AA-DB9F2ED647F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91870" y="2717382"/>
                  <a:ext cx="66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405FD0C-4C99-6059-5CBE-66962241B3ED}"/>
                    </a:ext>
                  </a:extLst>
                </p14:cNvPr>
                <p14:cNvContentPartPr/>
                <p14:nvPr/>
              </p14:nvContentPartPr>
              <p14:xfrm>
                <a:off x="420390" y="2657982"/>
                <a:ext cx="50400" cy="1342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405FD0C-4C99-6059-5CBE-66962241B3E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11390" y="2648982"/>
                  <a:ext cx="680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DAFCD8F-478D-B028-99A9-873ADF01A6E3}"/>
                    </a:ext>
                  </a:extLst>
                </p14:cNvPr>
                <p14:cNvContentPartPr/>
                <p14:nvPr/>
              </p14:nvContentPartPr>
              <p14:xfrm>
                <a:off x="498510" y="2728902"/>
                <a:ext cx="52920" cy="644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DAFCD8F-478D-B028-99A9-873ADF01A6E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89870" y="2719902"/>
                  <a:ext cx="70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5CBCD68-52C4-D165-6079-F53B27A7B245}"/>
                    </a:ext>
                  </a:extLst>
                </p14:cNvPr>
                <p14:cNvContentPartPr/>
                <p14:nvPr/>
              </p14:nvContentPartPr>
              <p14:xfrm>
                <a:off x="556830" y="2663742"/>
                <a:ext cx="17280" cy="1270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5CBCD68-52C4-D165-6079-F53B27A7B24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48190" y="2654742"/>
                  <a:ext cx="34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B551625-CCF0-FCDB-CE1A-765C7133FB32}"/>
                    </a:ext>
                  </a:extLst>
                </p14:cNvPr>
                <p14:cNvContentPartPr/>
                <p14:nvPr/>
              </p14:nvContentPartPr>
              <p14:xfrm>
                <a:off x="567270" y="2704062"/>
                <a:ext cx="91440" cy="583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B551625-CCF0-FCDB-CE1A-765C7133FB3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58270" y="2695062"/>
                  <a:ext cx="1090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9770CA6-46E9-799A-A697-76B3042E0A0A}"/>
                    </a:ext>
                  </a:extLst>
                </p14:cNvPr>
                <p14:cNvContentPartPr/>
                <p14:nvPr/>
              </p14:nvContentPartPr>
              <p14:xfrm>
                <a:off x="605430" y="2727822"/>
                <a:ext cx="50400" cy="799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9770CA6-46E9-799A-A697-76B3042E0A0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96790" y="2718822"/>
                  <a:ext cx="68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75BD2E4-A8D5-E8DD-D367-9FBA752A1302}"/>
                    </a:ext>
                  </a:extLst>
                </p14:cNvPr>
                <p14:cNvContentPartPr/>
                <p14:nvPr/>
              </p14:nvContentPartPr>
              <p14:xfrm>
                <a:off x="464310" y="2693622"/>
                <a:ext cx="190800" cy="1180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75BD2E4-A8D5-E8DD-D367-9FBA752A130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55310" y="2684982"/>
                  <a:ext cx="208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4C52B40-5855-DE66-9559-20DF4D51F431}"/>
                    </a:ext>
                  </a:extLst>
                </p14:cNvPr>
                <p14:cNvContentPartPr/>
                <p14:nvPr/>
              </p14:nvContentPartPr>
              <p14:xfrm>
                <a:off x="-10170" y="2270982"/>
                <a:ext cx="51480" cy="1832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4C52B40-5855-DE66-9559-20DF4D51F43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-18810" y="2262342"/>
                  <a:ext cx="69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CABA2C9-8E91-4DF7-FF1C-5822F8715B27}"/>
                    </a:ext>
                  </a:extLst>
                </p14:cNvPr>
                <p14:cNvContentPartPr/>
                <p14:nvPr/>
              </p14:nvContentPartPr>
              <p14:xfrm>
                <a:off x="52830" y="2361702"/>
                <a:ext cx="64800" cy="70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CABA2C9-8E91-4DF7-FF1C-5822F8715B2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3830" y="2353062"/>
                  <a:ext cx="824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2153414-59E0-60C7-800D-509D3B79C2D5}"/>
                    </a:ext>
                  </a:extLst>
                </p14:cNvPr>
                <p14:cNvContentPartPr/>
                <p14:nvPr/>
              </p14:nvContentPartPr>
              <p14:xfrm>
                <a:off x="131310" y="2229942"/>
                <a:ext cx="166320" cy="2142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2153414-59E0-60C7-800D-509D3B79C2D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22310" y="2220942"/>
                  <a:ext cx="183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2AA43CA-EC48-69CD-F165-324087E49B18}"/>
                    </a:ext>
                  </a:extLst>
                </p14:cNvPr>
                <p14:cNvContentPartPr/>
                <p14:nvPr/>
              </p14:nvContentPartPr>
              <p14:xfrm>
                <a:off x="285030" y="2302662"/>
                <a:ext cx="81360" cy="345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2AA43CA-EC48-69CD-F165-324087E49B1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76030" y="2294022"/>
                  <a:ext cx="99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EA0D0A1-1470-FD9D-9CD3-B4764916AE08}"/>
                    </a:ext>
                  </a:extLst>
                </p14:cNvPr>
                <p14:cNvContentPartPr/>
                <p14:nvPr/>
              </p14:nvContentPartPr>
              <p14:xfrm>
                <a:off x="20070" y="1844022"/>
                <a:ext cx="34200" cy="3531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EA0D0A1-1470-FD9D-9CD3-B4764916AE0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430" y="1835382"/>
                  <a:ext cx="51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9C00051-AC61-2A39-6882-CE0578D11871}"/>
                    </a:ext>
                  </a:extLst>
                </p14:cNvPr>
                <p14:cNvContentPartPr/>
                <p14:nvPr/>
              </p14:nvContentPartPr>
              <p14:xfrm>
                <a:off x="-43290" y="2130582"/>
                <a:ext cx="122040" cy="932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9C00051-AC61-2A39-6882-CE0578D1187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-51930" y="2121582"/>
                  <a:ext cx="139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FC20A34-35D3-A82D-695F-3EEAC3B61754}"/>
                    </a:ext>
                  </a:extLst>
                </p14:cNvPr>
                <p14:cNvContentPartPr/>
                <p14:nvPr/>
              </p14:nvContentPartPr>
              <p14:xfrm>
                <a:off x="295830" y="1805142"/>
                <a:ext cx="7317360" cy="12160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FC20A34-35D3-A82D-695F-3EEAC3B6175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86830" y="1796142"/>
                  <a:ext cx="7335000" cy="12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37C9449-2FB6-9D5D-520D-E1DC665478DD}"/>
                    </a:ext>
                  </a:extLst>
                </p14:cNvPr>
                <p14:cNvContentPartPr/>
                <p14:nvPr/>
              </p14:nvContentPartPr>
              <p14:xfrm>
                <a:off x="6749550" y="2422542"/>
                <a:ext cx="1474560" cy="6091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37C9449-2FB6-9D5D-520D-E1DC665478D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740550" y="2413902"/>
                  <a:ext cx="1492200" cy="62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986BB4B-015B-EF3D-CB25-22B01D5AE5F4}"/>
                  </a:ext>
                </a:extLst>
              </p14:cNvPr>
              <p14:cNvContentPartPr/>
              <p14:nvPr/>
            </p14:nvContentPartPr>
            <p14:xfrm>
              <a:off x="1637910" y="2474382"/>
              <a:ext cx="306000" cy="252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986BB4B-015B-EF3D-CB25-22B01D5AE5F4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1628910" y="2465742"/>
                <a:ext cx="3236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6F4558E-C891-51F5-22F0-15EAC799545C}"/>
                  </a:ext>
                </a:extLst>
              </p14:cNvPr>
              <p14:cNvContentPartPr/>
              <p14:nvPr/>
            </p14:nvContentPartPr>
            <p14:xfrm>
              <a:off x="3887190" y="2458902"/>
              <a:ext cx="212400" cy="210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6F4558E-C891-51F5-22F0-15EAC799545C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3878190" y="2449902"/>
                <a:ext cx="2300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D8C6523-BA16-D7C8-C088-8C97CFD95449}"/>
                  </a:ext>
                </a:extLst>
              </p14:cNvPr>
              <p14:cNvContentPartPr/>
              <p14:nvPr/>
            </p14:nvContentPartPr>
            <p14:xfrm>
              <a:off x="4351590" y="3105822"/>
              <a:ext cx="199440" cy="2228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D8C6523-BA16-D7C8-C088-8C97CFD95449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4342950" y="3097182"/>
                <a:ext cx="2170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10E70B3-E32B-ABBA-1B6D-F496F2CDA0F0}"/>
                  </a:ext>
                </a:extLst>
              </p14:cNvPr>
              <p14:cNvContentPartPr/>
              <p14:nvPr/>
            </p14:nvContentPartPr>
            <p14:xfrm>
              <a:off x="3374190" y="3674982"/>
              <a:ext cx="240840" cy="169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10E70B3-E32B-ABBA-1B6D-F496F2CDA0F0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3365550" y="3665982"/>
                <a:ext cx="2584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F2B0482-44A7-D7A5-4624-0154B2F6A9DE}"/>
                  </a:ext>
                </a:extLst>
              </p14:cNvPr>
              <p14:cNvContentPartPr/>
              <p14:nvPr/>
            </p14:nvContentPartPr>
            <p14:xfrm>
              <a:off x="2796750" y="3029502"/>
              <a:ext cx="231840" cy="2955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F2B0482-44A7-D7A5-4624-0154B2F6A9DE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2788110" y="3020502"/>
                <a:ext cx="2494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0A361D0-B31C-848E-4044-574DA558E22E}"/>
                  </a:ext>
                </a:extLst>
              </p14:cNvPr>
              <p14:cNvContentPartPr/>
              <p14:nvPr/>
            </p14:nvContentPartPr>
            <p14:xfrm>
              <a:off x="6952950" y="2140302"/>
              <a:ext cx="200520" cy="234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0A361D0-B31C-848E-4044-574DA558E22E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6944310" y="2131662"/>
                <a:ext cx="2181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54B1BA5-37B0-15E9-FF4D-047AF4E28726}"/>
                  </a:ext>
                </a:extLst>
              </p14:cNvPr>
              <p14:cNvContentPartPr/>
              <p14:nvPr/>
            </p14:nvContentPartPr>
            <p14:xfrm>
              <a:off x="8224470" y="2557902"/>
              <a:ext cx="209880" cy="2044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54B1BA5-37B0-15E9-FF4D-047AF4E28726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8215830" y="2549262"/>
                <a:ext cx="2275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0627DFD-B667-DABF-3B67-0BFE2FBE65CB}"/>
                  </a:ext>
                </a:extLst>
              </p14:cNvPr>
              <p14:cNvContentPartPr/>
              <p14:nvPr/>
            </p14:nvContentPartPr>
            <p14:xfrm>
              <a:off x="8161110" y="3355302"/>
              <a:ext cx="169920" cy="2282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0627DFD-B667-DABF-3B67-0BFE2FBE65CB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8152110" y="3346662"/>
                <a:ext cx="1875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05F4A9C-55ED-8D32-8361-478656AC561F}"/>
                  </a:ext>
                </a:extLst>
              </p14:cNvPr>
              <p14:cNvContentPartPr/>
              <p14:nvPr/>
            </p14:nvContentPartPr>
            <p14:xfrm>
              <a:off x="7378470" y="4360782"/>
              <a:ext cx="300600" cy="504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05F4A9C-55ED-8D32-8361-478656AC561F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7369830" y="4351782"/>
                <a:ext cx="318240" cy="6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180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9D0DA5-46C5-1454-4154-E9DBC6F06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062520-842B-49B7-F8FD-44FA0B6E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7B0544-460F-7152-2382-7F3397BD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5F9974-403B-075B-2731-502B899760BE}"/>
                  </a:ext>
                </a:extLst>
              </p14:cNvPr>
              <p14:cNvContentPartPr/>
              <p14:nvPr/>
            </p14:nvContentPartPr>
            <p14:xfrm>
              <a:off x="2381310" y="1054902"/>
              <a:ext cx="160920" cy="252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5F9974-403B-075B-2731-502B899760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72670" y="1045902"/>
                <a:ext cx="178560" cy="27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4E6EAA74-2C41-CA8A-A106-F78BBFBC789D}"/>
              </a:ext>
            </a:extLst>
          </p:cNvPr>
          <p:cNvGrpSpPr/>
          <p:nvPr/>
        </p:nvGrpSpPr>
        <p:grpSpPr>
          <a:xfrm>
            <a:off x="2674710" y="1053822"/>
            <a:ext cx="171360" cy="188640"/>
            <a:chOff x="2674710" y="1053822"/>
            <a:chExt cx="17136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4BB841-C4C5-541B-1E63-7DEEC1AE1BC9}"/>
                    </a:ext>
                  </a:extLst>
                </p14:cNvPr>
                <p14:cNvContentPartPr/>
                <p14:nvPr/>
              </p14:nvContentPartPr>
              <p14:xfrm>
                <a:off x="2674710" y="1135182"/>
                <a:ext cx="10440" cy="107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4BB841-C4C5-541B-1E63-7DEEC1AE1B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65710" y="1126182"/>
                  <a:ext cx="28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C1D4005-7A78-F840-60D8-06626945DD82}"/>
                    </a:ext>
                  </a:extLst>
                </p14:cNvPr>
                <p14:cNvContentPartPr/>
                <p14:nvPr/>
              </p14:nvContentPartPr>
              <p14:xfrm>
                <a:off x="2685870" y="1063182"/>
                <a:ext cx="8640" cy="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C1D4005-7A78-F840-60D8-06626945DD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76870" y="1054182"/>
                  <a:ext cx="26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BAC1A4-4ABF-F81A-0ED0-74BF5F17486E}"/>
                    </a:ext>
                  </a:extLst>
                </p14:cNvPr>
                <p14:cNvContentPartPr/>
                <p14:nvPr/>
              </p14:nvContentPartPr>
              <p14:xfrm>
                <a:off x="2763630" y="1053822"/>
                <a:ext cx="82440" cy="164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BAC1A4-4ABF-F81A-0ED0-74BF5F1748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54630" y="1045182"/>
                  <a:ext cx="100080" cy="18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30BE2E5-C8D3-0EF3-9D94-D24FC6DE35E5}"/>
                  </a:ext>
                </a:extLst>
              </p14:cNvPr>
              <p14:cNvContentPartPr/>
              <p14:nvPr/>
            </p14:nvContentPartPr>
            <p14:xfrm>
              <a:off x="2989350" y="1129422"/>
              <a:ext cx="3240" cy="5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30BE2E5-C8D3-0EF3-9D94-D24FC6DE35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80710" y="1120422"/>
                <a:ext cx="208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579E01A-52E0-7B78-13A1-ECBA1D7D1FB9}"/>
                  </a:ext>
                </a:extLst>
              </p14:cNvPr>
              <p14:cNvContentPartPr/>
              <p14:nvPr/>
            </p14:nvContentPartPr>
            <p14:xfrm>
              <a:off x="2997270" y="1214742"/>
              <a:ext cx="6840" cy="9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579E01A-52E0-7B78-13A1-ECBA1D7D1F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88630" y="1206102"/>
                <a:ext cx="24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48A7487-A84B-DBF0-F382-AAB8AB007701}"/>
                  </a:ext>
                </a:extLst>
              </p14:cNvPr>
              <p14:cNvContentPartPr/>
              <p14:nvPr/>
            </p14:nvContentPartPr>
            <p14:xfrm>
              <a:off x="3278430" y="1161822"/>
              <a:ext cx="164160" cy="16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48A7487-A84B-DBF0-F382-AAB8AB00770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69790" y="1153182"/>
                <a:ext cx="1818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D4E1B48-9589-DB5F-ADA8-44D0D0D4D51B}"/>
                  </a:ext>
                </a:extLst>
              </p14:cNvPr>
              <p14:cNvContentPartPr/>
              <p14:nvPr/>
            </p14:nvContentPartPr>
            <p14:xfrm>
              <a:off x="3680910" y="1197102"/>
              <a:ext cx="45360" cy="47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D4E1B48-9589-DB5F-ADA8-44D0D0D4D51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71910" y="1188102"/>
                <a:ext cx="630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99527B8-B952-6220-6D22-93C8ABDD54E5}"/>
                  </a:ext>
                </a:extLst>
              </p14:cNvPr>
              <p14:cNvContentPartPr/>
              <p14:nvPr/>
            </p14:nvContentPartPr>
            <p14:xfrm>
              <a:off x="3962070" y="1085142"/>
              <a:ext cx="104760" cy="143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99527B8-B952-6220-6D22-93C8ABDD54E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53070" y="1076142"/>
                <a:ext cx="1224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C7A7A1E-0B4C-5EF6-25F4-EF733125B8D0}"/>
                  </a:ext>
                </a:extLst>
              </p14:cNvPr>
              <p14:cNvContentPartPr/>
              <p14:nvPr/>
            </p14:nvContentPartPr>
            <p14:xfrm>
              <a:off x="4126950" y="1104222"/>
              <a:ext cx="67680" cy="83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C7A7A1E-0B4C-5EF6-25F4-EF733125B8D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17950" y="1095222"/>
                <a:ext cx="853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C09EDF7-2FB7-C04D-E49E-160E8AFDB678}"/>
                  </a:ext>
                </a:extLst>
              </p14:cNvPr>
              <p14:cNvContentPartPr/>
              <p14:nvPr/>
            </p14:nvContentPartPr>
            <p14:xfrm>
              <a:off x="4234950" y="1089462"/>
              <a:ext cx="92520" cy="95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C09EDF7-2FB7-C04D-E49E-160E8AFDB67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26310" y="1080822"/>
                <a:ext cx="1101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73E63CC-005A-D207-7A9D-2A01ECE9D6CD}"/>
                  </a:ext>
                </a:extLst>
              </p14:cNvPr>
              <p14:cNvContentPartPr/>
              <p14:nvPr/>
            </p14:nvContentPartPr>
            <p14:xfrm>
              <a:off x="4395870" y="1085142"/>
              <a:ext cx="73080" cy="96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73E63CC-005A-D207-7A9D-2A01ECE9D6C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86870" y="1076502"/>
                <a:ext cx="9072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95FC8701-DD41-30D2-F6C3-C16A48CB9555}"/>
              </a:ext>
            </a:extLst>
          </p:cNvPr>
          <p:cNvGrpSpPr/>
          <p:nvPr/>
        </p:nvGrpSpPr>
        <p:grpSpPr>
          <a:xfrm>
            <a:off x="4505670" y="1074342"/>
            <a:ext cx="516240" cy="147240"/>
            <a:chOff x="4505670" y="1074342"/>
            <a:chExt cx="51624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CE84341-832C-E97B-40FD-9CBBF1ED979D}"/>
                    </a:ext>
                  </a:extLst>
                </p14:cNvPr>
                <p14:cNvContentPartPr/>
                <p14:nvPr/>
              </p14:nvContentPartPr>
              <p14:xfrm>
                <a:off x="4505670" y="1099902"/>
                <a:ext cx="100800" cy="108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CE84341-832C-E97B-40FD-9CBBF1ED979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96670" y="1091262"/>
                  <a:ext cx="118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0E4445E-E0A6-5420-40CD-2C028C40C7CB}"/>
                    </a:ext>
                  </a:extLst>
                </p14:cNvPr>
                <p14:cNvContentPartPr/>
                <p14:nvPr/>
              </p14:nvContentPartPr>
              <p14:xfrm>
                <a:off x="4629870" y="1092702"/>
                <a:ext cx="103680" cy="10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0E4445E-E0A6-5420-40CD-2C028C40C7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20870" y="1084062"/>
                  <a:ext cx="121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BC18EA-2BB9-70B5-DD03-4F31971AC302}"/>
                    </a:ext>
                  </a:extLst>
                </p14:cNvPr>
                <p14:cNvContentPartPr/>
                <p14:nvPr/>
              </p14:nvContentPartPr>
              <p14:xfrm>
                <a:off x="4748670" y="1078302"/>
                <a:ext cx="118800" cy="143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FBC18EA-2BB9-70B5-DD03-4F31971AC30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40030" y="1069662"/>
                  <a:ext cx="1364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117217-F907-F47F-1B30-412855DE1CC8}"/>
                    </a:ext>
                  </a:extLst>
                </p14:cNvPr>
                <p14:cNvContentPartPr/>
                <p14:nvPr/>
              </p14:nvContentPartPr>
              <p14:xfrm>
                <a:off x="4981230" y="1074342"/>
                <a:ext cx="40680" cy="11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117217-F907-F47F-1B30-412855DE1CC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72590" y="1065702"/>
                  <a:ext cx="58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DBEDD94-AA14-34FA-2F38-2E379E559332}"/>
                    </a:ext>
                  </a:extLst>
                </p14:cNvPr>
                <p14:cNvContentPartPr/>
                <p14:nvPr/>
              </p14:nvContentPartPr>
              <p14:xfrm>
                <a:off x="5002110" y="1178382"/>
                <a:ext cx="11520" cy="28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DBEDD94-AA14-34FA-2F38-2E379E5593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93470" y="1169382"/>
                  <a:ext cx="2916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9D4393C-0AA2-C72C-6935-240A5EEECC70}"/>
                  </a:ext>
                </a:extLst>
              </p14:cNvPr>
              <p14:cNvContentPartPr/>
              <p14:nvPr/>
            </p14:nvContentPartPr>
            <p14:xfrm>
              <a:off x="5192550" y="1006662"/>
              <a:ext cx="186840" cy="221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9D4393C-0AA2-C72C-6935-240A5EEECC7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83910" y="998022"/>
                <a:ext cx="2044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26791FE-13CE-7B69-B861-A24557809F7B}"/>
                  </a:ext>
                </a:extLst>
              </p14:cNvPr>
              <p14:cNvContentPartPr/>
              <p14:nvPr/>
            </p14:nvContentPartPr>
            <p14:xfrm>
              <a:off x="5703390" y="991182"/>
              <a:ext cx="149040" cy="211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26791FE-13CE-7B69-B861-A24557809F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694390" y="982542"/>
                <a:ext cx="1666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508840C-392B-D236-33CC-D56885A144A0}"/>
                  </a:ext>
                </a:extLst>
              </p14:cNvPr>
              <p14:cNvContentPartPr/>
              <p14:nvPr/>
            </p14:nvContentPartPr>
            <p14:xfrm>
              <a:off x="6027030" y="923502"/>
              <a:ext cx="141480" cy="333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508840C-392B-D236-33CC-D56885A144A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18390" y="914502"/>
                <a:ext cx="1591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7A53589-83C0-9B51-1461-FCCD694D7339}"/>
                  </a:ext>
                </a:extLst>
              </p14:cNvPr>
              <p14:cNvContentPartPr/>
              <p14:nvPr/>
            </p14:nvContentPartPr>
            <p14:xfrm>
              <a:off x="2384550" y="1045542"/>
              <a:ext cx="127440" cy="3319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7A53589-83C0-9B51-1461-FCCD694D733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75550" y="1036542"/>
                <a:ext cx="145080" cy="34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63B2AD68-8F5C-196D-5BBC-241583E28502}"/>
              </a:ext>
            </a:extLst>
          </p:cNvPr>
          <p:cNvGrpSpPr/>
          <p:nvPr/>
        </p:nvGrpSpPr>
        <p:grpSpPr>
          <a:xfrm>
            <a:off x="2445030" y="1561422"/>
            <a:ext cx="626040" cy="344520"/>
            <a:chOff x="2445030" y="1561422"/>
            <a:chExt cx="62604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AD53D6-CC0C-AC86-2B27-0EDDD4F95E91}"/>
                    </a:ext>
                  </a:extLst>
                </p14:cNvPr>
                <p14:cNvContentPartPr/>
                <p14:nvPr/>
              </p14:nvContentPartPr>
              <p14:xfrm>
                <a:off x="2445030" y="1561422"/>
                <a:ext cx="136800" cy="344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AD53D6-CC0C-AC86-2B27-0EDDD4F95E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36390" y="1552782"/>
                  <a:ext cx="1544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6867CFE-A508-8293-F31F-2AE44B0DA8E5}"/>
                    </a:ext>
                  </a:extLst>
                </p14:cNvPr>
                <p14:cNvContentPartPr/>
                <p14:nvPr/>
              </p14:nvContentPartPr>
              <p14:xfrm>
                <a:off x="2713590" y="1708662"/>
                <a:ext cx="51120" cy="104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6867CFE-A508-8293-F31F-2AE44B0DA8E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04950" y="1700022"/>
                  <a:ext cx="687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6A39474-3E68-8AF1-2181-11DA36396F38}"/>
                    </a:ext>
                  </a:extLst>
                </p14:cNvPr>
                <p14:cNvContentPartPr/>
                <p14:nvPr/>
              </p14:nvContentPartPr>
              <p14:xfrm>
                <a:off x="2742030" y="1623342"/>
                <a:ext cx="6120" cy="6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6A39474-3E68-8AF1-2181-11DA36396F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3030" y="1614342"/>
                  <a:ext cx="23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047E8E-B26A-94E4-ACFA-ECC707FE7E44}"/>
                    </a:ext>
                  </a:extLst>
                </p14:cNvPr>
                <p14:cNvContentPartPr/>
                <p14:nvPr/>
              </p14:nvContentPartPr>
              <p14:xfrm>
                <a:off x="2806110" y="1616142"/>
                <a:ext cx="136800" cy="170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047E8E-B26A-94E4-ACFA-ECC707FE7E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97110" y="1607142"/>
                  <a:ext cx="154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1852E7E-8B0E-1182-4FC5-DBD6A75219D2}"/>
                    </a:ext>
                  </a:extLst>
                </p14:cNvPr>
                <p14:cNvContentPartPr/>
                <p14:nvPr/>
              </p14:nvContentPartPr>
              <p14:xfrm>
                <a:off x="3065670" y="1652502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1852E7E-8B0E-1182-4FC5-DBD6A75219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57030" y="16438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1D65D1-8E4A-0671-065C-E300B241D67F}"/>
                    </a:ext>
                  </a:extLst>
                </p14:cNvPr>
                <p14:cNvContentPartPr/>
                <p14:nvPr/>
              </p14:nvContentPartPr>
              <p14:xfrm>
                <a:off x="3068550" y="1725942"/>
                <a:ext cx="2520" cy="20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1D65D1-8E4A-0671-065C-E300B241D6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59550" y="1716942"/>
                  <a:ext cx="2016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73BB8FE-29D4-EE7A-5AE5-E929A2909F0C}"/>
                  </a:ext>
                </a:extLst>
              </p14:cNvPr>
              <p14:cNvContentPartPr/>
              <p14:nvPr/>
            </p14:nvContentPartPr>
            <p14:xfrm>
              <a:off x="3323790" y="1730622"/>
              <a:ext cx="182520" cy="20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73BB8FE-29D4-EE7A-5AE5-E929A2909F0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14790" y="1721622"/>
                <a:ext cx="2001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821A76E-7267-078D-2C95-4CB85B7EE7AC}"/>
                  </a:ext>
                </a:extLst>
              </p14:cNvPr>
              <p14:cNvContentPartPr/>
              <p14:nvPr/>
            </p14:nvContentPartPr>
            <p14:xfrm>
              <a:off x="3759750" y="1741062"/>
              <a:ext cx="44640" cy="525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821A76E-7267-078D-2C95-4CB85B7EE7A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750750" y="1732062"/>
                <a:ext cx="62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44D41F0-A670-E2E4-83BE-1E3D9EC776D8}"/>
                  </a:ext>
                </a:extLst>
              </p14:cNvPr>
              <p14:cNvContentPartPr/>
              <p14:nvPr/>
            </p14:nvContentPartPr>
            <p14:xfrm>
              <a:off x="5335830" y="1502022"/>
              <a:ext cx="116280" cy="2192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44D41F0-A670-E2E4-83BE-1E3D9EC776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326830" y="1493022"/>
                <a:ext cx="1339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740ABE1-34B8-20C3-FF6C-783576CA961C}"/>
                  </a:ext>
                </a:extLst>
              </p14:cNvPr>
              <p14:cNvContentPartPr/>
              <p14:nvPr/>
            </p14:nvContentPartPr>
            <p14:xfrm>
              <a:off x="5755590" y="1500942"/>
              <a:ext cx="118080" cy="2016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740ABE1-34B8-20C3-FF6C-783576CA961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746950" y="1491942"/>
                <a:ext cx="1357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A0AA3D7-CC77-68B9-38C1-F168B8DA8D91}"/>
                  </a:ext>
                </a:extLst>
              </p14:cNvPr>
              <p14:cNvContentPartPr/>
              <p14:nvPr/>
            </p14:nvContentPartPr>
            <p14:xfrm>
              <a:off x="6027390" y="1504902"/>
              <a:ext cx="106200" cy="2934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A0AA3D7-CC77-68B9-38C1-F168B8DA8D9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018750" y="1495902"/>
                <a:ext cx="1238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4892023-2460-58BD-A35A-3CC237BDC10E}"/>
                  </a:ext>
                </a:extLst>
              </p14:cNvPr>
              <p14:cNvContentPartPr/>
              <p14:nvPr/>
            </p14:nvContentPartPr>
            <p14:xfrm>
              <a:off x="2870190" y="2024022"/>
              <a:ext cx="324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4892023-2460-58BD-A35A-3CC237BDC1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61190" y="2015382"/>
                <a:ext cx="208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35F2F525-DA27-C380-4141-A4F8E5C810FE}"/>
              </a:ext>
            </a:extLst>
          </p:cNvPr>
          <p:cNvGrpSpPr/>
          <p:nvPr/>
        </p:nvGrpSpPr>
        <p:grpSpPr>
          <a:xfrm>
            <a:off x="2865150" y="2141742"/>
            <a:ext cx="10080" cy="100800"/>
            <a:chOff x="2865150" y="2141742"/>
            <a:chExt cx="10080" cy="1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836966-9DB4-2B32-63CA-BCF1C80918D2}"/>
                    </a:ext>
                  </a:extLst>
                </p14:cNvPr>
                <p14:cNvContentPartPr/>
                <p14:nvPr/>
              </p14:nvContentPartPr>
              <p14:xfrm>
                <a:off x="2869110" y="2141742"/>
                <a:ext cx="6120" cy="7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836966-9DB4-2B32-63CA-BCF1C80918D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860470" y="2132742"/>
                  <a:ext cx="23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967493-A0D4-42CA-8582-CF48188FC7DE}"/>
                    </a:ext>
                  </a:extLst>
                </p14:cNvPr>
                <p14:cNvContentPartPr/>
                <p14:nvPr/>
              </p14:nvContentPartPr>
              <p14:xfrm>
                <a:off x="2865150" y="2229582"/>
                <a:ext cx="1080" cy="12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967493-A0D4-42CA-8582-CF48188FC7D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856510" y="2220582"/>
                  <a:ext cx="187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F6D9045-6868-0F02-D236-48785C9DE105}"/>
              </a:ext>
            </a:extLst>
          </p:cNvPr>
          <p:cNvGrpSpPr/>
          <p:nvPr/>
        </p:nvGrpSpPr>
        <p:grpSpPr>
          <a:xfrm>
            <a:off x="281070" y="2369262"/>
            <a:ext cx="346320" cy="339120"/>
            <a:chOff x="281070" y="2369262"/>
            <a:chExt cx="34632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034A6E1-8CB1-AB7F-FE74-7543D571347E}"/>
                    </a:ext>
                  </a:extLst>
                </p14:cNvPr>
                <p14:cNvContentPartPr/>
                <p14:nvPr/>
              </p14:nvContentPartPr>
              <p14:xfrm>
                <a:off x="444870" y="2491662"/>
                <a:ext cx="33840" cy="120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034A6E1-8CB1-AB7F-FE74-7543D571347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6230" y="2482662"/>
                  <a:ext cx="514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770EE4B-C108-67C4-37F3-971AE6B888EB}"/>
                    </a:ext>
                  </a:extLst>
                </p14:cNvPr>
                <p14:cNvContentPartPr/>
                <p14:nvPr/>
              </p14:nvContentPartPr>
              <p14:xfrm>
                <a:off x="281070" y="2369262"/>
                <a:ext cx="346320" cy="339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770EE4B-C108-67C4-37F3-971AE6B888E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72070" y="2360622"/>
                  <a:ext cx="363960" cy="35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CDC2F0D-CC2D-660B-23FD-CA4DB260A6CC}"/>
              </a:ext>
            </a:extLst>
          </p:cNvPr>
          <p:cNvGrpSpPr/>
          <p:nvPr/>
        </p:nvGrpSpPr>
        <p:grpSpPr>
          <a:xfrm>
            <a:off x="3986190" y="1569342"/>
            <a:ext cx="1077840" cy="250200"/>
            <a:chOff x="3986190" y="1569342"/>
            <a:chExt cx="107784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A763186-77A3-E19E-91B2-055EB914D25D}"/>
                    </a:ext>
                  </a:extLst>
                </p14:cNvPr>
                <p14:cNvContentPartPr/>
                <p14:nvPr/>
              </p14:nvContentPartPr>
              <p14:xfrm>
                <a:off x="3986190" y="1626582"/>
                <a:ext cx="62640" cy="122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A763186-77A3-E19E-91B2-055EB914D25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977190" y="1617582"/>
                  <a:ext cx="80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2096D5-A48D-5D8D-AABB-9F1074F7A81B}"/>
                    </a:ext>
                  </a:extLst>
                </p14:cNvPr>
                <p14:cNvContentPartPr/>
                <p14:nvPr/>
              </p14:nvContentPartPr>
              <p14:xfrm>
                <a:off x="4115430" y="1638102"/>
                <a:ext cx="93960" cy="92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2096D5-A48D-5D8D-AABB-9F1074F7A81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106430" y="1629462"/>
                  <a:ext cx="111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EA2BBD2-753F-ABCF-2D01-361E7A8D8AFD}"/>
                    </a:ext>
                  </a:extLst>
                </p14:cNvPr>
                <p14:cNvContentPartPr/>
                <p14:nvPr/>
              </p14:nvContentPartPr>
              <p14:xfrm>
                <a:off x="4273830" y="1633782"/>
                <a:ext cx="108720" cy="107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EA2BBD2-753F-ABCF-2D01-361E7A8D8AF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265190" y="1624782"/>
                  <a:ext cx="126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D0CAA9-C21B-ED27-CC7D-458F9F77D592}"/>
                    </a:ext>
                  </a:extLst>
                </p14:cNvPr>
                <p14:cNvContentPartPr/>
                <p14:nvPr/>
              </p14:nvContentPartPr>
              <p14:xfrm>
                <a:off x="4428270" y="1627662"/>
                <a:ext cx="93240" cy="97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D0CAA9-C21B-ED27-CC7D-458F9F77D59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419270" y="1619022"/>
                  <a:ext cx="110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B6CB5F-B516-335F-25ED-72B50C00FE0B}"/>
                    </a:ext>
                  </a:extLst>
                </p14:cNvPr>
                <p14:cNvContentPartPr/>
                <p14:nvPr/>
              </p14:nvContentPartPr>
              <p14:xfrm>
                <a:off x="4568310" y="1620462"/>
                <a:ext cx="93600" cy="120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B6CB5F-B516-335F-25ED-72B50C00FE0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559670" y="1611462"/>
                  <a:ext cx="111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6682AB-02E4-5589-29F0-0720645A45CF}"/>
                    </a:ext>
                  </a:extLst>
                </p14:cNvPr>
                <p14:cNvContentPartPr/>
                <p14:nvPr/>
              </p14:nvContentPartPr>
              <p14:xfrm>
                <a:off x="4694310" y="1589862"/>
                <a:ext cx="211320" cy="122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6682AB-02E4-5589-29F0-0720645A45C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685310" y="1580862"/>
                  <a:ext cx="228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2B6F60-E627-CDDA-3614-2DB572339C97}"/>
                    </a:ext>
                  </a:extLst>
                </p14:cNvPr>
                <p14:cNvContentPartPr/>
                <p14:nvPr/>
              </p14:nvContentPartPr>
              <p14:xfrm>
                <a:off x="5035590" y="1569342"/>
                <a:ext cx="1080" cy="2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2B6F60-E627-CDDA-3614-2DB572339C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26590" y="1560702"/>
                  <a:ext cx="18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B8CB24-AA40-214A-2692-BBDB03685BFC}"/>
                    </a:ext>
                  </a:extLst>
                </p14:cNvPr>
                <p14:cNvContentPartPr/>
                <p14:nvPr/>
              </p14:nvContentPartPr>
              <p14:xfrm>
                <a:off x="5060790" y="1701462"/>
                <a:ext cx="3240" cy="1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B8CB24-AA40-214A-2692-BBDB03685B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52150" y="1692462"/>
                  <a:ext cx="208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F265B1E-F65D-9680-9305-C242ADD94844}"/>
                    </a:ext>
                  </a:extLst>
                </p14:cNvPr>
                <p14:cNvContentPartPr/>
                <p14:nvPr/>
              </p14:nvContentPartPr>
              <p14:xfrm>
                <a:off x="4235670" y="1777782"/>
                <a:ext cx="647280" cy="41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F265B1E-F65D-9680-9305-C242ADD9484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27030" y="1768782"/>
                  <a:ext cx="66492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D391B71-5448-66FE-3CDC-48E7A947480B}"/>
                  </a:ext>
                </a:extLst>
              </p14:cNvPr>
              <p14:cNvContentPartPr/>
              <p14:nvPr/>
            </p14:nvContentPartPr>
            <p14:xfrm>
              <a:off x="4266270" y="1331742"/>
              <a:ext cx="402840" cy="324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D391B71-5448-66FE-3CDC-48E7A947480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257630" y="1322742"/>
                <a:ext cx="42048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DB34C38A-53CA-CDB5-E9A9-B2281FFAD036}"/>
              </a:ext>
            </a:extLst>
          </p:cNvPr>
          <p:cNvGrpSpPr/>
          <p:nvPr/>
        </p:nvGrpSpPr>
        <p:grpSpPr>
          <a:xfrm>
            <a:off x="430110" y="2850582"/>
            <a:ext cx="1147680" cy="167760"/>
            <a:chOff x="430110" y="2850582"/>
            <a:chExt cx="114768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E25BB2-C1CE-7AA0-56C0-BC77D2591F5F}"/>
                    </a:ext>
                  </a:extLst>
                </p14:cNvPr>
                <p14:cNvContentPartPr/>
                <p14:nvPr/>
              </p14:nvContentPartPr>
              <p14:xfrm>
                <a:off x="430110" y="2861382"/>
                <a:ext cx="132120" cy="156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E25BB2-C1CE-7AA0-56C0-BC77D2591F5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1470" y="2852382"/>
                  <a:ext cx="149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79D0606-8B36-BDD4-53F2-692CE23436CC}"/>
                    </a:ext>
                  </a:extLst>
                </p14:cNvPr>
                <p14:cNvContentPartPr/>
                <p14:nvPr/>
              </p14:nvContentPartPr>
              <p14:xfrm>
                <a:off x="625590" y="2938782"/>
                <a:ext cx="69480" cy="57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79D0606-8B36-BDD4-53F2-692CE23436C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6950" y="2930142"/>
                  <a:ext cx="871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9873A5-3C89-2707-AB38-14978407E4F6}"/>
                    </a:ext>
                  </a:extLst>
                </p14:cNvPr>
                <p14:cNvContentPartPr/>
                <p14:nvPr/>
              </p14:nvContentPartPr>
              <p14:xfrm>
                <a:off x="764910" y="2907462"/>
                <a:ext cx="75960" cy="74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9873A5-3C89-2707-AB38-14978407E4F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6270" y="2898822"/>
                  <a:ext cx="93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A948085-366B-3BB3-496C-A6F8958CAC82}"/>
                    </a:ext>
                  </a:extLst>
                </p14:cNvPr>
                <p14:cNvContentPartPr/>
                <p14:nvPr/>
              </p14:nvContentPartPr>
              <p14:xfrm>
                <a:off x="923670" y="2884422"/>
                <a:ext cx="73080" cy="90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A948085-366B-3BB3-496C-A6F8958CAC8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5030" y="2875422"/>
                  <a:ext cx="907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BC7FD42-0144-87F9-0809-9F06B45DDD42}"/>
                    </a:ext>
                  </a:extLst>
                </p14:cNvPr>
                <p14:cNvContentPartPr/>
                <p14:nvPr/>
              </p14:nvContentPartPr>
              <p14:xfrm>
                <a:off x="1022670" y="2880462"/>
                <a:ext cx="136440" cy="126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BC7FD42-0144-87F9-0809-9F06B45DDD4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3670" y="2871462"/>
                  <a:ext cx="154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A7171D9-757D-FE4C-878A-2EAE15476F0F}"/>
                    </a:ext>
                  </a:extLst>
                </p14:cNvPr>
                <p14:cNvContentPartPr/>
                <p14:nvPr/>
              </p14:nvContentPartPr>
              <p14:xfrm>
                <a:off x="1178550" y="2875782"/>
                <a:ext cx="83160" cy="109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A7171D9-757D-FE4C-878A-2EAE15476F0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69550" y="2867142"/>
                  <a:ext cx="100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6D8B18A-A6B3-9F08-7A08-0B8845F9D7D9}"/>
                    </a:ext>
                  </a:extLst>
                </p14:cNvPr>
                <p14:cNvContentPartPr/>
                <p14:nvPr/>
              </p14:nvContentPartPr>
              <p14:xfrm>
                <a:off x="1315710" y="2858142"/>
                <a:ext cx="104760" cy="120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6D8B18A-A6B3-9F08-7A08-0B8845F9D7D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07070" y="2849142"/>
                  <a:ext cx="122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4F5979-8270-8764-FC0E-D264CF559758}"/>
                    </a:ext>
                  </a:extLst>
                </p14:cNvPr>
                <p14:cNvContentPartPr/>
                <p14:nvPr/>
              </p14:nvContentPartPr>
              <p14:xfrm>
                <a:off x="1570230" y="2850582"/>
                <a:ext cx="432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4F5979-8270-8764-FC0E-D264CF5597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61590" y="2841582"/>
                  <a:ext cx="21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A9FC4F-C69D-D06F-13C5-D3C0D75EED1A}"/>
                    </a:ext>
                  </a:extLst>
                </p14:cNvPr>
                <p14:cNvContentPartPr/>
                <p14:nvPr/>
              </p14:nvContentPartPr>
              <p14:xfrm>
                <a:off x="1562310" y="2967942"/>
                <a:ext cx="15480" cy="19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A9FC4F-C69D-D06F-13C5-D3C0D75EED1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53670" y="2959302"/>
                  <a:ext cx="3312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B040299-BFBC-690D-A70A-8DDE6A48BCEA}"/>
              </a:ext>
            </a:extLst>
          </p:cNvPr>
          <p:cNvGrpSpPr/>
          <p:nvPr/>
        </p:nvGrpSpPr>
        <p:grpSpPr>
          <a:xfrm>
            <a:off x="1856790" y="2688942"/>
            <a:ext cx="369000" cy="313920"/>
            <a:chOff x="1856790" y="2688942"/>
            <a:chExt cx="36900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D3479E3-BC23-F4F9-3E6C-16DEFA0064F1}"/>
                    </a:ext>
                  </a:extLst>
                </p14:cNvPr>
                <p14:cNvContentPartPr/>
                <p14:nvPr/>
              </p14:nvContentPartPr>
              <p14:xfrm>
                <a:off x="1856790" y="2728542"/>
                <a:ext cx="150120" cy="274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D3479E3-BC23-F4F9-3E6C-16DEFA0064F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848150" y="2719542"/>
                  <a:ext cx="167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F4FA8FE-CC33-7E71-4BC3-C0757D65844D}"/>
                    </a:ext>
                  </a:extLst>
                </p14:cNvPr>
                <p14:cNvContentPartPr/>
                <p14:nvPr/>
              </p14:nvContentPartPr>
              <p14:xfrm>
                <a:off x="2101950" y="2688942"/>
                <a:ext cx="123840" cy="236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F4FA8FE-CC33-7E71-4BC3-C0757D65844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092950" y="2680302"/>
                  <a:ext cx="14148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FCA4834-4ED0-E246-499A-641FB0C323A6}"/>
              </a:ext>
            </a:extLst>
          </p:cNvPr>
          <p:cNvGrpSpPr/>
          <p:nvPr/>
        </p:nvGrpSpPr>
        <p:grpSpPr>
          <a:xfrm>
            <a:off x="3243510" y="2665542"/>
            <a:ext cx="267480" cy="273600"/>
            <a:chOff x="3243510" y="2665542"/>
            <a:chExt cx="26748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73D45B1-9D66-0B1C-9177-DBAA354D706F}"/>
                    </a:ext>
                  </a:extLst>
                </p14:cNvPr>
                <p14:cNvContentPartPr/>
                <p14:nvPr/>
              </p14:nvContentPartPr>
              <p14:xfrm>
                <a:off x="3243510" y="2665542"/>
                <a:ext cx="127080" cy="223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73D45B1-9D66-0B1C-9177-DBAA354D706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34870" y="2656542"/>
                  <a:ext cx="144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EDC81AC-906D-093D-2570-107EBC8DBE2E}"/>
                    </a:ext>
                  </a:extLst>
                </p14:cNvPr>
                <p14:cNvContentPartPr/>
                <p14:nvPr/>
              </p14:nvContentPartPr>
              <p14:xfrm>
                <a:off x="3496230" y="2855622"/>
                <a:ext cx="14760" cy="83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EDC81AC-906D-093D-2570-107EBC8DBE2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487590" y="2846622"/>
                  <a:ext cx="3240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FE9C3B2-AA4C-272B-6A8A-27AC3ED06C55}"/>
                  </a:ext>
                </a:extLst>
              </p14:cNvPr>
              <p14:cNvContentPartPr/>
              <p14:nvPr/>
            </p14:nvContentPartPr>
            <p14:xfrm>
              <a:off x="2033910" y="3100422"/>
              <a:ext cx="135360" cy="2037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FE9C3B2-AA4C-272B-6A8A-27AC3ED06C5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025270" y="3091782"/>
                <a:ext cx="1530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21EB9F5-0892-E359-B886-5CD4D4AC0C5C}"/>
                  </a:ext>
                </a:extLst>
              </p14:cNvPr>
              <p14:cNvContentPartPr/>
              <p14:nvPr/>
            </p14:nvContentPartPr>
            <p14:xfrm>
              <a:off x="3148830" y="3066582"/>
              <a:ext cx="158040" cy="1594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21EB9F5-0892-E359-B886-5CD4D4AC0C5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140190" y="3057942"/>
                <a:ext cx="17568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182CE72-B2A2-E9A3-4172-29A399F1AD01}"/>
                  </a:ext>
                </a:extLst>
              </p14:cNvPr>
              <p14:cNvContentPartPr/>
              <p14:nvPr/>
            </p14:nvContentPartPr>
            <p14:xfrm>
              <a:off x="3471750" y="3181062"/>
              <a:ext cx="29880" cy="680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182CE72-B2A2-E9A3-4172-29A399F1AD01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462750" y="3172062"/>
                <a:ext cx="475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1C6A046-2AAA-CE91-74B4-0400D6CA536A}"/>
                  </a:ext>
                </a:extLst>
              </p14:cNvPr>
              <p14:cNvContentPartPr/>
              <p14:nvPr/>
            </p14:nvContentPartPr>
            <p14:xfrm>
              <a:off x="2130030" y="3486702"/>
              <a:ext cx="134280" cy="1580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1C6A046-2AAA-CE91-74B4-0400D6CA536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121030" y="3478062"/>
                <a:ext cx="15192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9FB3B306-AE26-B9B9-A70C-CFF15E47F891}"/>
              </a:ext>
            </a:extLst>
          </p:cNvPr>
          <p:cNvGrpSpPr/>
          <p:nvPr/>
        </p:nvGrpSpPr>
        <p:grpSpPr>
          <a:xfrm>
            <a:off x="3325590" y="3403542"/>
            <a:ext cx="219600" cy="200520"/>
            <a:chOff x="3325590" y="3403542"/>
            <a:chExt cx="21960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AB09C4C-F2E9-0DD6-5824-18D24464EE90}"/>
                    </a:ext>
                  </a:extLst>
                </p14:cNvPr>
                <p14:cNvContentPartPr/>
                <p14:nvPr/>
              </p14:nvContentPartPr>
              <p14:xfrm>
                <a:off x="3325590" y="3403542"/>
                <a:ext cx="98640" cy="178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AB09C4C-F2E9-0DD6-5824-18D24464EE9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316590" y="3394542"/>
                  <a:ext cx="116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C41888-4F1C-9EF7-460E-C97F3E7F24E7}"/>
                    </a:ext>
                  </a:extLst>
                </p14:cNvPr>
                <p14:cNvContentPartPr/>
                <p14:nvPr/>
              </p14:nvContentPartPr>
              <p14:xfrm>
                <a:off x="3531150" y="3521622"/>
                <a:ext cx="14040" cy="82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C41888-4F1C-9EF7-460E-C97F3E7F24E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522510" y="3512982"/>
                  <a:ext cx="3168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6DF969F-4236-B3E5-5957-96A6AFD47AE5}"/>
                  </a:ext>
                </a:extLst>
              </p14:cNvPr>
              <p14:cNvContentPartPr/>
              <p14:nvPr/>
            </p14:nvContentPartPr>
            <p14:xfrm>
              <a:off x="2137950" y="3803862"/>
              <a:ext cx="121320" cy="2304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6DF969F-4236-B3E5-5957-96A6AFD47AE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128950" y="3794862"/>
                <a:ext cx="1389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AEAC925-9850-E56C-1F4F-3B6A03B818D0}"/>
                  </a:ext>
                </a:extLst>
              </p14:cNvPr>
              <p14:cNvContentPartPr/>
              <p14:nvPr/>
            </p14:nvContentPartPr>
            <p14:xfrm>
              <a:off x="3397950" y="3720702"/>
              <a:ext cx="73080" cy="2106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AEAC925-9850-E56C-1F4F-3B6A03B818D0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388950" y="3712062"/>
                <a:ext cx="907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2C4A055-A8CB-13EE-9475-6C1218C229D1}"/>
                  </a:ext>
                </a:extLst>
              </p14:cNvPr>
              <p14:cNvContentPartPr/>
              <p14:nvPr/>
            </p14:nvContentPartPr>
            <p14:xfrm>
              <a:off x="2048670" y="4200942"/>
              <a:ext cx="169200" cy="2844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2C4A055-A8CB-13EE-9475-6C1218C229D1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2039670" y="4191942"/>
                <a:ext cx="186840" cy="3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684A986F-8110-4461-2F57-CAA4EABD3925}"/>
              </a:ext>
            </a:extLst>
          </p:cNvPr>
          <p:cNvGrpSpPr/>
          <p:nvPr/>
        </p:nvGrpSpPr>
        <p:grpSpPr>
          <a:xfrm>
            <a:off x="786870" y="2368542"/>
            <a:ext cx="534600" cy="222840"/>
            <a:chOff x="786870" y="2368542"/>
            <a:chExt cx="534600" cy="2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42E097C-3E1A-9DFA-552C-01A9FFC49984}"/>
                    </a:ext>
                  </a:extLst>
                </p14:cNvPr>
                <p14:cNvContentPartPr/>
                <p14:nvPr/>
              </p14:nvContentPartPr>
              <p14:xfrm>
                <a:off x="786870" y="2368542"/>
                <a:ext cx="202320" cy="216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42E097C-3E1A-9DFA-552C-01A9FFC4998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78230" y="2359542"/>
                  <a:ext cx="219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1486331-22F2-DE44-CBE0-C78FD7D1A67F}"/>
                    </a:ext>
                  </a:extLst>
                </p14:cNvPr>
                <p14:cNvContentPartPr/>
                <p14:nvPr/>
              </p14:nvContentPartPr>
              <p14:xfrm>
                <a:off x="1056510" y="2381502"/>
                <a:ext cx="264960" cy="209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1486331-22F2-DE44-CBE0-C78FD7D1A67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47870" y="2372862"/>
                  <a:ext cx="28260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6AF8A9A-39D6-EC0E-B4E8-5ABB096F62CF}"/>
              </a:ext>
            </a:extLst>
          </p:cNvPr>
          <p:cNvGrpSpPr/>
          <p:nvPr/>
        </p:nvGrpSpPr>
        <p:grpSpPr>
          <a:xfrm>
            <a:off x="3917790" y="2207262"/>
            <a:ext cx="308520" cy="301680"/>
            <a:chOff x="3917790" y="2207262"/>
            <a:chExt cx="30852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D69B484-653E-156F-BF55-F0EA3FFB8D6F}"/>
                    </a:ext>
                  </a:extLst>
                </p14:cNvPr>
                <p14:cNvContentPartPr/>
                <p14:nvPr/>
              </p14:nvContentPartPr>
              <p14:xfrm>
                <a:off x="3958470" y="2288982"/>
                <a:ext cx="183600" cy="162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D69B484-653E-156F-BF55-F0EA3FFB8D6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949470" y="2279982"/>
                  <a:ext cx="201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DBE6170-4DD0-7CC5-6764-D1ED5F66BA68}"/>
                    </a:ext>
                  </a:extLst>
                </p14:cNvPr>
                <p14:cNvContentPartPr/>
                <p14:nvPr/>
              </p14:nvContentPartPr>
              <p14:xfrm>
                <a:off x="3917790" y="2207262"/>
                <a:ext cx="308520" cy="301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DBE6170-4DD0-7CC5-6764-D1ED5F66BA6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909150" y="2198622"/>
                  <a:ext cx="32616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D271474-292C-35A8-A31B-1765D04559A3}"/>
              </a:ext>
            </a:extLst>
          </p:cNvPr>
          <p:cNvGrpSpPr/>
          <p:nvPr/>
        </p:nvGrpSpPr>
        <p:grpSpPr>
          <a:xfrm>
            <a:off x="4474710" y="2246142"/>
            <a:ext cx="1061280" cy="293040"/>
            <a:chOff x="4474710" y="2246142"/>
            <a:chExt cx="106128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539F86-DA47-4C78-333D-6FC563054CA1}"/>
                    </a:ext>
                  </a:extLst>
                </p14:cNvPr>
                <p14:cNvContentPartPr/>
                <p14:nvPr/>
              </p14:nvContentPartPr>
              <p14:xfrm>
                <a:off x="4474710" y="2339022"/>
                <a:ext cx="171360" cy="200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539F86-DA47-4C78-333D-6FC563054CA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465710" y="2330022"/>
                  <a:ext cx="189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5A8963F-BB1C-F7A3-0507-B35F47F5E2D8}"/>
                    </a:ext>
                  </a:extLst>
                </p14:cNvPr>
                <p14:cNvContentPartPr/>
                <p14:nvPr/>
              </p14:nvContentPartPr>
              <p14:xfrm>
                <a:off x="4675590" y="2386542"/>
                <a:ext cx="120240" cy="114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5A8963F-BB1C-F7A3-0507-B35F47F5E2D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66950" y="2377542"/>
                  <a:ext cx="137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DEA1857-B614-7503-FFF4-3C980689BAF9}"/>
                    </a:ext>
                  </a:extLst>
                </p14:cNvPr>
                <p14:cNvContentPartPr/>
                <p14:nvPr/>
              </p14:nvContentPartPr>
              <p14:xfrm>
                <a:off x="4837230" y="2306982"/>
                <a:ext cx="55440" cy="192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DEA1857-B614-7503-FFF4-3C980689BAF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828230" y="2298342"/>
                  <a:ext cx="73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2CA0515-6EFB-4E0A-95FB-B3801C9ACB90}"/>
                    </a:ext>
                  </a:extLst>
                </p14:cNvPr>
                <p14:cNvContentPartPr/>
                <p14:nvPr/>
              </p14:nvContentPartPr>
              <p14:xfrm>
                <a:off x="4943430" y="2289342"/>
                <a:ext cx="25920" cy="207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2CA0515-6EFB-4E0A-95FB-B3801C9ACB9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934430" y="2280342"/>
                  <a:ext cx="43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1DF7052-20A7-80BE-1777-6127B0D598ED}"/>
                    </a:ext>
                  </a:extLst>
                </p14:cNvPr>
                <p14:cNvContentPartPr/>
                <p14:nvPr/>
              </p14:nvContentPartPr>
              <p14:xfrm>
                <a:off x="5090310" y="2246142"/>
                <a:ext cx="241200" cy="245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1DF7052-20A7-80BE-1777-6127B0D598E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081310" y="2237502"/>
                  <a:ext cx="258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E492134-3B00-8504-588E-35836C029763}"/>
                    </a:ext>
                  </a:extLst>
                </p14:cNvPr>
                <p14:cNvContentPartPr/>
                <p14:nvPr/>
              </p14:nvContentPartPr>
              <p14:xfrm>
                <a:off x="5308830" y="2344062"/>
                <a:ext cx="227160" cy="131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E492134-3B00-8504-588E-35836C02976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300190" y="2335062"/>
                  <a:ext cx="24480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4F12E9F-D0F5-61F0-135B-B0F4D5DDE691}"/>
              </a:ext>
            </a:extLst>
          </p:cNvPr>
          <p:cNvGrpSpPr/>
          <p:nvPr/>
        </p:nvGrpSpPr>
        <p:grpSpPr>
          <a:xfrm>
            <a:off x="5984190" y="2144262"/>
            <a:ext cx="393480" cy="355680"/>
            <a:chOff x="5984190" y="2144262"/>
            <a:chExt cx="39348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98A9A2D-4BA9-722C-2D5D-A5A50BEE509A}"/>
                    </a:ext>
                  </a:extLst>
                </p14:cNvPr>
                <p14:cNvContentPartPr/>
                <p14:nvPr/>
              </p14:nvContentPartPr>
              <p14:xfrm>
                <a:off x="6121710" y="2233542"/>
                <a:ext cx="174960" cy="162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98A9A2D-4BA9-722C-2D5D-A5A50BEE509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113070" y="2224542"/>
                  <a:ext cx="192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D7DAAEC-A03D-3959-4269-10628526E0E0}"/>
                    </a:ext>
                  </a:extLst>
                </p14:cNvPr>
                <p14:cNvContentPartPr/>
                <p14:nvPr/>
              </p14:nvContentPartPr>
              <p14:xfrm>
                <a:off x="5984190" y="2144262"/>
                <a:ext cx="393480" cy="355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D7DAAEC-A03D-3959-4269-10628526E0E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975190" y="2135622"/>
                  <a:ext cx="411120" cy="37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B68409F-CF1E-A11A-9EF9-392F25C1BF48}"/>
              </a:ext>
            </a:extLst>
          </p:cNvPr>
          <p:cNvGrpSpPr/>
          <p:nvPr/>
        </p:nvGrpSpPr>
        <p:grpSpPr>
          <a:xfrm>
            <a:off x="6553350" y="2198622"/>
            <a:ext cx="1712880" cy="423360"/>
            <a:chOff x="6553350" y="2198622"/>
            <a:chExt cx="171288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263A9C8-5949-B9CB-C081-C84F1DAEE1CB}"/>
                    </a:ext>
                  </a:extLst>
                </p14:cNvPr>
                <p14:cNvContentPartPr/>
                <p14:nvPr/>
              </p14:nvContentPartPr>
              <p14:xfrm>
                <a:off x="6553350" y="2220222"/>
                <a:ext cx="199800" cy="226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263A9C8-5949-B9CB-C081-C84F1DAEE1C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544350" y="2211222"/>
                  <a:ext cx="217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C049EB2-4723-250B-8A1C-05EE82BE0502}"/>
                    </a:ext>
                  </a:extLst>
                </p14:cNvPr>
                <p14:cNvContentPartPr/>
                <p14:nvPr/>
              </p14:nvContentPartPr>
              <p14:xfrm>
                <a:off x="6741630" y="2302302"/>
                <a:ext cx="339120" cy="147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C049EB2-4723-250B-8A1C-05EE82BE050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732990" y="2293302"/>
                  <a:ext cx="356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BEB8681-7755-6212-F0CA-DC79EDCABE9B}"/>
                    </a:ext>
                  </a:extLst>
                </p14:cNvPr>
                <p14:cNvContentPartPr/>
                <p14:nvPr/>
              </p14:nvContentPartPr>
              <p14:xfrm>
                <a:off x="7138710" y="2309142"/>
                <a:ext cx="108720" cy="135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BEB8681-7755-6212-F0CA-DC79EDCABE9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130070" y="2300142"/>
                  <a:ext cx="126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2CA7DB-7A1A-6061-EC0B-383AC1A1502A}"/>
                    </a:ext>
                  </a:extLst>
                </p14:cNvPr>
                <p14:cNvContentPartPr/>
                <p14:nvPr/>
              </p14:nvContentPartPr>
              <p14:xfrm>
                <a:off x="7344270" y="2376102"/>
                <a:ext cx="2160" cy="2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2CA7DB-7A1A-6061-EC0B-383AC1A150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35630" y="2367462"/>
                  <a:ext cx="19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D376CD-2C9D-75DA-1B98-7527930BAC5C}"/>
                    </a:ext>
                  </a:extLst>
                </p14:cNvPr>
                <p14:cNvContentPartPr/>
                <p14:nvPr/>
              </p14:nvContentPartPr>
              <p14:xfrm>
                <a:off x="7497990" y="2219502"/>
                <a:ext cx="116280" cy="207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D376CD-2C9D-75DA-1B98-7527930BAC5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488990" y="2210502"/>
                  <a:ext cx="1339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915B1AC-1391-A4D4-4D90-7F57095E3186}"/>
                    </a:ext>
                  </a:extLst>
                </p14:cNvPr>
                <p14:cNvContentPartPr/>
                <p14:nvPr/>
              </p14:nvContentPartPr>
              <p14:xfrm>
                <a:off x="7642710" y="2198622"/>
                <a:ext cx="281160" cy="234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915B1AC-1391-A4D4-4D90-7F57095E318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633710" y="2189982"/>
                  <a:ext cx="298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67E77DC-93E6-5CCB-1499-04C67367BC59}"/>
                    </a:ext>
                  </a:extLst>
                </p14:cNvPr>
                <p14:cNvContentPartPr/>
                <p14:nvPr/>
              </p14:nvContentPartPr>
              <p14:xfrm>
                <a:off x="7974990" y="2216622"/>
                <a:ext cx="360" cy="8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67E77DC-93E6-5CCB-1499-04C67367BC5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66350" y="2207982"/>
                  <a:ext cx="18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A441558-B2C9-A3BB-5A6B-5A783004B042}"/>
                    </a:ext>
                  </a:extLst>
                </p14:cNvPr>
                <p14:cNvContentPartPr/>
                <p14:nvPr/>
              </p14:nvContentPartPr>
              <p14:xfrm>
                <a:off x="7984350" y="2292942"/>
                <a:ext cx="191160" cy="329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A441558-B2C9-A3BB-5A6B-5A783004B04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75350" y="2284302"/>
                  <a:ext cx="2088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811B896-4FBF-76CD-C01A-247E0D207581}"/>
                    </a:ext>
                  </a:extLst>
                </p14:cNvPr>
                <p14:cNvContentPartPr/>
                <p14:nvPr/>
              </p14:nvContentPartPr>
              <p14:xfrm>
                <a:off x="8243910" y="2444862"/>
                <a:ext cx="22320" cy="2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811B896-4FBF-76CD-C01A-247E0D2075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35270" y="2435862"/>
                  <a:ext cx="39960" cy="1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86858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8D8C-6325-97C6-EF85-E4D7708C4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73EE7-1DBA-DA05-A4E9-2D9081D1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022D9-EB87-3238-01DE-F8F05E45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725F95-9CA3-974D-6009-D2C73393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JS Flow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D8D61F-BEDF-F7C7-D43D-4C0F6DDD5E80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In SAP Build Apps, the JavaScript (JS) flow function is used to execute custom JavaScript code as part of your app’s logic. It’s a powerful tool for cases where built-in flow functions or visual logic alone are not enough to achieve the desired functionality.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Main Uses of the JS Flow Function: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b="0" i="0" dirty="0">
              <a:effectLst/>
            </a:endParaRP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1.	</a:t>
            </a:r>
            <a:r>
              <a:rPr lang="en-US" sz="1400" b="1" i="0" dirty="0">
                <a:effectLst/>
              </a:rPr>
              <a:t>Custom Calculations or Logic: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Perform operations that require complex math, string manipulation, or conditional logic not available in standard flow functions.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2.	</a:t>
            </a:r>
            <a:r>
              <a:rPr lang="en-US" sz="1400" b="1" i="0" dirty="0">
                <a:effectLst/>
              </a:rPr>
              <a:t>Data Transformation: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Transform data formats (e.g., converting arrays to objects, filtering lists, formatting dates) before displaying them or sending to a backend.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3.	</a:t>
            </a:r>
            <a:r>
              <a:rPr lang="en-US" sz="1400" b="1" i="0" dirty="0">
                <a:effectLst/>
              </a:rPr>
              <a:t>Reusable Logic: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Centralize and reuse logic across different parts of the app, especially if multiple components need similar processing.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4.	</a:t>
            </a:r>
            <a:r>
              <a:rPr lang="en-US" sz="1400" b="1" i="0" dirty="0">
                <a:effectLst/>
              </a:rPr>
              <a:t>Workarounds or Extensions: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Fill functionality gaps in SAP Build Apps by writing custom logic when something isn’t natively supported yet.</a:t>
            </a:r>
          </a:p>
        </p:txBody>
      </p:sp>
    </p:spTree>
    <p:extLst>
      <p:ext uri="{BB962C8B-B14F-4D97-AF65-F5344CB8AC3E}">
        <p14:creationId xmlns:p14="http://schemas.microsoft.com/office/powerpoint/2010/main" val="81309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737C-7A10-CC20-688C-9AA632EA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E0FF1-306B-F2A4-7D36-D74D16C5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12B9-59B1-5397-2A7C-DE462AAD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56354B-8B77-9DBA-FD26-1DFE445A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Some Rules of using JS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E73B3-F70F-7B31-9BD6-ED180CD1C30B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•	The function must always return an object: return { ... }.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•	You define input parameters and output values via the function settings.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•	It runs synchronously and should not use async or await (use REST API flows for async calls).</a:t>
            </a:r>
          </a:p>
        </p:txBody>
      </p:sp>
    </p:spTree>
    <p:extLst>
      <p:ext uri="{BB962C8B-B14F-4D97-AF65-F5344CB8AC3E}">
        <p14:creationId xmlns:p14="http://schemas.microsoft.com/office/powerpoint/2010/main" val="181485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BAB688-ECC5-3A5A-FAE5-27E4060F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8D7903-0E5A-221F-400C-75108AB8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217BEA-AD04-CE11-08A8-1DE29F43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B74DE75-F1DC-F33E-039E-8DFC117F6FEB}"/>
              </a:ext>
            </a:extLst>
          </p:cNvPr>
          <p:cNvGrpSpPr/>
          <p:nvPr/>
        </p:nvGrpSpPr>
        <p:grpSpPr>
          <a:xfrm>
            <a:off x="425070" y="439662"/>
            <a:ext cx="8183880" cy="4219200"/>
            <a:chOff x="425070" y="439662"/>
            <a:chExt cx="8183880" cy="421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C30AFDC-A2C4-DFDC-CB7D-494C5923DA38}"/>
                    </a:ext>
                  </a:extLst>
                </p14:cNvPr>
                <p14:cNvContentPartPr/>
                <p14:nvPr/>
              </p14:nvContentPartPr>
              <p14:xfrm>
                <a:off x="4419630" y="1122942"/>
                <a:ext cx="188640" cy="153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C30AFDC-A2C4-DFDC-CB7D-494C5923DA3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10630" y="1114302"/>
                  <a:ext cx="2062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4C2D4FE-3090-C551-8063-68055C4F1B84}"/>
                    </a:ext>
                  </a:extLst>
                </p14:cNvPr>
                <p14:cNvContentPartPr/>
                <p14:nvPr/>
              </p14:nvContentPartPr>
              <p14:xfrm>
                <a:off x="4488390" y="1132662"/>
                <a:ext cx="49680" cy="2988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4C2D4FE-3090-C551-8063-68055C4F1B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79750" y="1124022"/>
                  <a:ext cx="67320" cy="30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317CC1-04BD-D1F3-67F5-53BA5FCE2E0A}"/>
                    </a:ext>
                  </a:extLst>
                </p14:cNvPr>
                <p14:cNvContentPartPr/>
                <p14:nvPr/>
              </p14:nvContentPartPr>
              <p14:xfrm>
                <a:off x="4195350" y="3878742"/>
                <a:ext cx="4413600" cy="106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317CC1-04BD-D1F3-67F5-53BA5FCE2E0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86350" y="3870102"/>
                  <a:ext cx="4431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44E7FC-447B-05E3-97A9-42BDC6079051}"/>
                    </a:ext>
                  </a:extLst>
                </p14:cNvPr>
                <p14:cNvContentPartPr/>
                <p14:nvPr/>
              </p14:nvContentPartPr>
              <p14:xfrm>
                <a:off x="7657470" y="4121022"/>
                <a:ext cx="308880" cy="30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B44E7FC-447B-05E3-97A9-42BDC60790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48470" y="4112022"/>
                  <a:ext cx="326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F5265E0-E6CE-65F1-0C41-815D179457DD}"/>
                    </a:ext>
                  </a:extLst>
                </p14:cNvPr>
                <p14:cNvContentPartPr/>
                <p14:nvPr/>
              </p14:nvContentPartPr>
              <p14:xfrm>
                <a:off x="7872390" y="4064142"/>
                <a:ext cx="67680" cy="86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F5265E0-E6CE-65F1-0C41-815D179457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63750" y="4055142"/>
                  <a:ext cx="85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357591-3FDD-68F1-662B-8EAD6BCE9121}"/>
                    </a:ext>
                  </a:extLst>
                </p14:cNvPr>
                <p14:cNvContentPartPr/>
                <p14:nvPr/>
              </p14:nvContentPartPr>
              <p14:xfrm>
                <a:off x="8237070" y="4116342"/>
                <a:ext cx="244800" cy="95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357591-3FDD-68F1-662B-8EAD6BCE91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28430" y="4107702"/>
                  <a:ext cx="262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44ECEB-83D3-2599-175B-5D89134ED861}"/>
                    </a:ext>
                  </a:extLst>
                </p14:cNvPr>
                <p14:cNvContentPartPr/>
                <p14:nvPr/>
              </p14:nvContentPartPr>
              <p14:xfrm>
                <a:off x="7491510" y="4328742"/>
                <a:ext cx="184680" cy="228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44ECEB-83D3-2599-175B-5D89134ED86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82870" y="4319742"/>
                  <a:ext cx="2023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11F541D-952F-229D-5562-ED06432C2B4B}"/>
                    </a:ext>
                  </a:extLst>
                </p14:cNvPr>
                <p14:cNvContentPartPr/>
                <p14:nvPr/>
              </p14:nvContentPartPr>
              <p14:xfrm>
                <a:off x="7660710" y="4347462"/>
                <a:ext cx="193320" cy="191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11F541D-952F-229D-5562-ED06432C2B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51710" y="4338462"/>
                  <a:ext cx="2109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32C097-1F88-32E1-61C1-6856B98F4A0D}"/>
                    </a:ext>
                  </a:extLst>
                </p14:cNvPr>
                <p14:cNvContentPartPr/>
                <p14:nvPr/>
              </p14:nvContentPartPr>
              <p14:xfrm>
                <a:off x="7828470" y="4427382"/>
                <a:ext cx="117720" cy="9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32C097-1F88-32E1-61C1-6856B98F4A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19470" y="4418382"/>
                  <a:ext cx="135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FF14FFE-446A-1AD7-12E4-F24C50ECD313}"/>
                    </a:ext>
                  </a:extLst>
                </p14:cNvPr>
                <p14:cNvContentPartPr/>
                <p14:nvPr/>
              </p14:nvContentPartPr>
              <p14:xfrm>
                <a:off x="7985790" y="4424502"/>
                <a:ext cx="88200" cy="219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FF14FFE-446A-1AD7-12E4-F24C50ECD31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76790" y="4415862"/>
                  <a:ext cx="105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CBDBBF2-EB58-D9E6-7B1D-2516917A644C}"/>
                    </a:ext>
                  </a:extLst>
                </p14:cNvPr>
                <p14:cNvContentPartPr/>
                <p14:nvPr/>
              </p14:nvContentPartPr>
              <p14:xfrm>
                <a:off x="8133030" y="4433142"/>
                <a:ext cx="65880" cy="90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CBDBBF2-EB58-D9E6-7B1D-2516917A64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24390" y="4424142"/>
                  <a:ext cx="83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FC9295-8854-5FEB-81BE-9FF6A9E35E05}"/>
                    </a:ext>
                  </a:extLst>
                </p14:cNvPr>
                <p14:cNvContentPartPr/>
                <p14:nvPr/>
              </p14:nvContentPartPr>
              <p14:xfrm>
                <a:off x="8210070" y="4416942"/>
                <a:ext cx="274320" cy="241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FC9295-8854-5FEB-81BE-9FF6A9E35E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01070" y="4407942"/>
                  <a:ext cx="291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980FB10-ECE6-770E-1A0D-960F5BFFF5E4}"/>
                    </a:ext>
                  </a:extLst>
                </p14:cNvPr>
                <p14:cNvContentPartPr/>
                <p14:nvPr/>
              </p14:nvContentPartPr>
              <p14:xfrm>
                <a:off x="4190310" y="1398342"/>
                <a:ext cx="24480" cy="352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980FB10-ECE6-770E-1A0D-960F5BFFF5E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81670" y="1389342"/>
                  <a:ext cx="421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FCBA419-55A7-B1ED-7DCF-A869D099988C}"/>
                    </a:ext>
                  </a:extLst>
                </p14:cNvPr>
                <p14:cNvContentPartPr/>
                <p14:nvPr/>
              </p14:nvContentPartPr>
              <p14:xfrm>
                <a:off x="3956310" y="1262982"/>
                <a:ext cx="93960" cy="289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FCBA419-55A7-B1ED-7DCF-A869D09998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47670" y="1253982"/>
                  <a:ext cx="1116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F4847A3-5756-56F1-AF8A-786A374F9342}"/>
                    </a:ext>
                  </a:extLst>
                </p14:cNvPr>
                <p14:cNvContentPartPr/>
                <p14:nvPr/>
              </p14:nvContentPartPr>
              <p14:xfrm>
                <a:off x="4096350" y="1395462"/>
                <a:ext cx="136800" cy="135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F4847A3-5756-56F1-AF8A-786A374F93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87710" y="1386462"/>
                  <a:ext cx="1544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5A8F43-D96A-0974-53FD-36E5703210C1}"/>
                    </a:ext>
                  </a:extLst>
                </p14:cNvPr>
                <p14:cNvContentPartPr/>
                <p14:nvPr/>
              </p14:nvContentPartPr>
              <p14:xfrm>
                <a:off x="3410550" y="1781022"/>
                <a:ext cx="149760" cy="279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5A8F43-D96A-0974-53FD-36E5703210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01550" y="1772382"/>
                  <a:ext cx="1674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471CD8C-6716-8487-D522-6F29A79D275E}"/>
                    </a:ext>
                  </a:extLst>
                </p14:cNvPr>
                <p14:cNvContentPartPr/>
                <p14:nvPr/>
              </p14:nvContentPartPr>
              <p14:xfrm>
                <a:off x="3617550" y="1770942"/>
                <a:ext cx="310320" cy="258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471CD8C-6716-8487-D522-6F29A79D27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08550" y="1761942"/>
                  <a:ext cx="3279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68274E-65EB-5902-F0EA-6D1ABA0752B0}"/>
                    </a:ext>
                  </a:extLst>
                </p14:cNvPr>
                <p14:cNvContentPartPr/>
                <p14:nvPr/>
              </p14:nvContentPartPr>
              <p14:xfrm>
                <a:off x="3954150" y="1868502"/>
                <a:ext cx="177840" cy="128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68274E-65EB-5902-F0EA-6D1ABA0752B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45510" y="1859862"/>
                  <a:ext cx="195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1DBC89C-0180-8D1B-4FDF-4373331FFBD4}"/>
                    </a:ext>
                  </a:extLst>
                </p14:cNvPr>
                <p14:cNvContentPartPr/>
                <p14:nvPr/>
              </p14:nvContentPartPr>
              <p14:xfrm>
                <a:off x="6384870" y="4043262"/>
                <a:ext cx="140400" cy="128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1DBC89C-0180-8D1B-4FDF-4373331FFB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75870" y="4034622"/>
                  <a:ext cx="1580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672E776-AE4E-92FE-D5D8-A4BCA568838F}"/>
                    </a:ext>
                  </a:extLst>
                </p14:cNvPr>
                <p14:cNvContentPartPr/>
                <p14:nvPr/>
              </p14:nvContentPartPr>
              <p14:xfrm>
                <a:off x="6595110" y="4033182"/>
                <a:ext cx="107280" cy="111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672E776-AE4E-92FE-D5D8-A4BCA56883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86470" y="4024542"/>
                  <a:ext cx="1249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70054B7-A3AB-F7F0-4075-C5A2C1D86A9E}"/>
                    </a:ext>
                  </a:extLst>
                </p14:cNvPr>
                <p14:cNvContentPartPr/>
                <p14:nvPr/>
              </p14:nvContentPartPr>
              <p14:xfrm>
                <a:off x="7099830" y="4006542"/>
                <a:ext cx="50760" cy="132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70054B7-A3AB-F7F0-4075-C5A2C1D86A9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91190" y="3997902"/>
                  <a:ext cx="68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7CEC133-3922-98F4-5A2F-CF6AA9293926}"/>
                    </a:ext>
                  </a:extLst>
                </p14:cNvPr>
                <p14:cNvContentPartPr/>
                <p14:nvPr/>
              </p14:nvContentPartPr>
              <p14:xfrm>
                <a:off x="7139070" y="3993222"/>
                <a:ext cx="124200" cy="14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7CEC133-3922-98F4-5A2F-CF6AA92939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30070" y="3984222"/>
                  <a:ext cx="141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0053CD-01EE-4D9D-40A2-ADE707533960}"/>
                    </a:ext>
                  </a:extLst>
                </p14:cNvPr>
                <p14:cNvContentPartPr/>
                <p14:nvPr/>
              </p14:nvContentPartPr>
              <p14:xfrm>
                <a:off x="7315110" y="4058382"/>
                <a:ext cx="28440" cy="60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0053CD-01EE-4D9D-40A2-ADE7075339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06110" y="4049742"/>
                  <a:ext cx="4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4F78CE-0734-D215-AFD5-6959EEE1502F}"/>
                    </a:ext>
                  </a:extLst>
                </p14:cNvPr>
                <p14:cNvContentPartPr/>
                <p14:nvPr/>
              </p14:nvContentPartPr>
              <p14:xfrm>
                <a:off x="7329870" y="4003662"/>
                <a:ext cx="1080" cy="1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4F78CE-0734-D215-AFD5-6959EEE150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0870" y="3994662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353486A-C6E8-EC6F-7478-0826357EAFFF}"/>
                    </a:ext>
                  </a:extLst>
                </p14:cNvPr>
                <p14:cNvContentPartPr/>
                <p14:nvPr/>
              </p14:nvContentPartPr>
              <p14:xfrm>
                <a:off x="7603470" y="3956142"/>
                <a:ext cx="97920" cy="146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353486A-C6E8-EC6F-7478-0826357EAFF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94830" y="3947142"/>
                  <a:ext cx="115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69107E0-16E6-ED02-35E5-8C569B892B69}"/>
                    </a:ext>
                  </a:extLst>
                </p14:cNvPr>
                <p14:cNvContentPartPr/>
                <p14:nvPr/>
              </p14:nvContentPartPr>
              <p14:xfrm>
                <a:off x="7691310" y="4020582"/>
                <a:ext cx="143280" cy="152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69107E0-16E6-ED02-35E5-8C569B892B6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82670" y="4011942"/>
                  <a:ext cx="160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BB322E3-F332-8112-81AB-C2D39CF8D5EA}"/>
                    </a:ext>
                  </a:extLst>
                </p14:cNvPr>
                <p14:cNvContentPartPr/>
                <p14:nvPr/>
              </p14:nvContentPartPr>
              <p14:xfrm>
                <a:off x="4532670" y="3705222"/>
                <a:ext cx="100440" cy="16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BB322E3-F332-8112-81AB-C2D39CF8D5E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24030" y="3696582"/>
                  <a:ext cx="118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4BE169-163A-CA4A-A33E-646E3E2814CE}"/>
                    </a:ext>
                  </a:extLst>
                </p14:cNvPr>
                <p14:cNvContentPartPr/>
                <p14:nvPr/>
              </p14:nvContentPartPr>
              <p14:xfrm>
                <a:off x="4552110" y="3470862"/>
                <a:ext cx="90720" cy="25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4BE169-163A-CA4A-A33E-646E3E2814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43470" y="3461862"/>
                  <a:ext cx="108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FFB6EF4-AD02-E4F3-0F4D-3AB65B481EB2}"/>
                    </a:ext>
                  </a:extLst>
                </p14:cNvPr>
                <p14:cNvContentPartPr/>
                <p14:nvPr/>
              </p14:nvContentPartPr>
              <p14:xfrm>
                <a:off x="4485510" y="2104662"/>
                <a:ext cx="106200" cy="95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FFB6EF4-AD02-E4F3-0F4D-3AB65B481EB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76870" y="2095662"/>
                  <a:ext cx="123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7A6355-DB68-4280-3382-31185121442F}"/>
                    </a:ext>
                  </a:extLst>
                </p14:cNvPr>
                <p14:cNvContentPartPr/>
                <p14:nvPr/>
              </p14:nvContentPartPr>
              <p14:xfrm>
                <a:off x="4498470" y="1926102"/>
                <a:ext cx="56520" cy="5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7A6355-DB68-4280-3382-31185121442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89470" y="1917102"/>
                  <a:ext cx="74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F54972E-8204-9F98-28A0-64E083102B4D}"/>
                    </a:ext>
                  </a:extLst>
                </p14:cNvPr>
                <p14:cNvContentPartPr/>
                <p14:nvPr/>
              </p14:nvContentPartPr>
              <p14:xfrm>
                <a:off x="4480830" y="1701102"/>
                <a:ext cx="73440" cy="15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F54972E-8204-9F98-28A0-64E083102B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72190" y="1692102"/>
                  <a:ext cx="91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246D741-2C89-3A4A-C16A-EB27CED8CC2F}"/>
                    </a:ext>
                  </a:extLst>
                </p14:cNvPr>
                <p14:cNvContentPartPr/>
                <p14:nvPr/>
              </p14:nvContentPartPr>
              <p14:xfrm>
                <a:off x="4942710" y="4039662"/>
                <a:ext cx="138600" cy="163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246D741-2C89-3A4A-C16A-EB27CED8CC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34070" y="4031022"/>
                  <a:ext cx="1562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CF9877F-B225-4B00-09CD-5B564E1B4478}"/>
                    </a:ext>
                  </a:extLst>
                </p14:cNvPr>
                <p14:cNvContentPartPr/>
                <p14:nvPr/>
              </p14:nvContentPartPr>
              <p14:xfrm>
                <a:off x="5138550" y="4094022"/>
                <a:ext cx="74520" cy="115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CF9877F-B225-4B00-09CD-5B564E1B447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29910" y="4085022"/>
                  <a:ext cx="92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DC21BD3-E893-1F24-A67C-80D2A4AAC27C}"/>
                    </a:ext>
                  </a:extLst>
                </p14:cNvPr>
                <p14:cNvContentPartPr/>
                <p14:nvPr/>
              </p14:nvContentPartPr>
              <p14:xfrm>
                <a:off x="5260590" y="4046142"/>
                <a:ext cx="15840" cy="165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DC21BD3-E893-1F24-A67C-80D2A4AAC27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51590" y="4037502"/>
                  <a:ext cx="33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BD1E495-4619-6ADC-AF30-BD3BB8D43602}"/>
                    </a:ext>
                  </a:extLst>
                </p14:cNvPr>
                <p14:cNvContentPartPr/>
                <p14:nvPr/>
              </p14:nvContentPartPr>
              <p14:xfrm>
                <a:off x="5276070" y="4087182"/>
                <a:ext cx="152640" cy="91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BD1E495-4619-6ADC-AF30-BD3BB8D4360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67070" y="4078182"/>
                  <a:ext cx="170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5DACEF-29D1-AE9B-CA00-8C480D1A4823}"/>
                    </a:ext>
                  </a:extLst>
                </p14:cNvPr>
                <p14:cNvContentPartPr/>
                <p14:nvPr/>
              </p14:nvContentPartPr>
              <p14:xfrm>
                <a:off x="5713830" y="4033182"/>
                <a:ext cx="107640" cy="163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5DACEF-29D1-AE9B-CA00-8C480D1A482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05190" y="4024542"/>
                  <a:ext cx="1252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0E977A-C3DA-FAC4-F6C1-DFE40CF1F5C0}"/>
                    </a:ext>
                  </a:extLst>
                </p14:cNvPr>
                <p14:cNvContentPartPr/>
                <p14:nvPr/>
              </p14:nvContentPartPr>
              <p14:xfrm>
                <a:off x="5872230" y="4099062"/>
                <a:ext cx="44640" cy="86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0E977A-C3DA-FAC4-F6C1-DFE40CF1F5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63230" y="4090422"/>
                  <a:ext cx="62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76D368C-4813-3C35-DF60-2256E3EDC9C3}"/>
                    </a:ext>
                  </a:extLst>
                </p14:cNvPr>
                <p14:cNvContentPartPr/>
                <p14:nvPr/>
              </p14:nvContentPartPr>
              <p14:xfrm>
                <a:off x="5981310" y="4158822"/>
                <a:ext cx="9000" cy="2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76D368C-4813-3C35-DF60-2256E3EDC9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72670" y="4150182"/>
                  <a:ext cx="26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56BD05-536E-A3A4-7E71-F3A6FAC8DED4}"/>
                    </a:ext>
                  </a:extLst>
                </p14:cNvPr>
                <p14:cNvContentPartPr/>
                <p14:nvPr/>
              </p14:nvContentPartPr>
              <p14:xfrm>
                <a:off x="4997070" y="2547462"/>
                <a:ext cx="69120" cy="1378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56BD05-536E-A3A4-7E71-F3A6FAC8DED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88070" y="2538822"/>
                  <a:ext cx="86760" cy="13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481CB2-1932-FCF8-B05B-C22C1F270BA9}"/>
                    </a:ext>
                  </a:extLst>
                </p14:cNvPr>
                <p14:cNvContentPartPr/>
                <p14:nvPr/>
              </p14:nvContentPartPr>
              <p14:xfrm>
                <a:off x="5052150" y="2502822"/>
                <a:ext cx="410400" cy="1471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481CB2-1932-FCF8-B05B-C22C1F270BA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43510" y="2493822"/>
                  <a:ext cx="428040" cy="14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59DB98D-9165-4E46-3284-0D21E03649C3}"/>
                    </a:ext>
                  </a:extLst>
                </p14:cNvPr>
                <p14:cNvContentPartPr/>
                <p14:nvPr/>
              </p14:nvContentPartPr>
              <p14:xfrm>
                <a:off x="5764590" y="2746902"/>
                <a:ext cx="25200" cy="1204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59DB98D-9165-4E46-3284-0D21E03649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55950" y="2737902"/>
                  <a:ext cx="42840" cy="12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9F04A0D-0FB4-4F51-CE6F-3DF577D33D26}"/>
                    </a:ext>
                  </a:extLst>
                </p14:cNvPr>
                <p14:cNvContentPartPr/>
                <p14:nvPr/>
              </p14:nvContentPartPr>
              <p14:xfrm>
                <a:off x="5763150" y="2697582"/>
                <a:ext cx="374400" cy="1282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9F04A0D-0FB4-4F51-CE6F-3DF577D33D2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54150" y="2688942"/>
                  <a:ext cx="392040" cy="12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320F99E-640B-F809-FAE9-FD040A138CBF}"/>
                    </a:ext>
                  </a:extLst>
                </p14:cNvPr>
                <p14:cNvContentPartPr/>
                <p14:nvPr/>
              </p14:nvContentPartPr>
              <p14:xfrm>
                <a:off x="6366870" y="2990262"/>
                <a:ext cx="48600" cy="911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320F99E-640B-F809-FAE9-FD040A138C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58230" y="2981262"/>
                  <a:ext cx="6624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A72D9E0-4617-E283-1AF0-08068993B4FA}"/>
                    </a:ext>
                  </a:extLst>
                </p14:cNvPr>
                <p14:cNvContentPartPr/>
                <p14:nvPr/>
              </p14:nvContentPartPr>
              <p14:xfrm>
                <a:off x="6439590" y="3100782"/>
                <a:ext cx="336240" cy="925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A72D9E0-4617-E283-1AF0-08068993B4F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30950" y="3091782"/>
                  <a:ext cx="353880" cy="9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089184E-429F-003D-C1FA-265995043A0C}"/>
                    </a:ext>
                  </a:extLst>
                </p14:cNvPr>
                <p14:cNvContentPartPr/>
                <p14:nvPr/>
              </p14:nvContentPartPr>
              <p14:xfrm>
                <a:off x="6889950" y="1642782"/>
                <a:ext cx="493200" cy="2326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089184E-429F-003D-C1FA-265995043A0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81310" y="1633782"/>
                  <a:ext cx="510840" cy="23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83525F0-4276-DFB5-33CC-23897C69A8E6}"/>
                    </a:ext>
                  </a:extLst>
                </p14:cNvPr>
                <p14:cNvContentPartPr/>
                <p14:nvPr/>
              </p14:nvContentPartPr>
              <p14:xfrm>
                <a:off x="4247910" y="1730982"/>
                <a:ext cx="19440" cy="80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83525F0-4276-DFB5-33CC-23897C69A8E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39270" y="1721982"/>
                  <a:ext cx="37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7826479-6C8E-CA81-1A69-361CB5524B03}"/>
                    </a:ext>
                  </a:extLst>
                </p14:cNvPr>
                <p14:cNvContentPartPr/>
                <p14:nvPr/>
              </p14:nvContentPartPr>
              <p14:xfrm>
                <a:off x="4318470" y="1675902"/>
                <a:ext cx="177480" cy="110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7826479-6C8E-CA81-1A69-361CB5524B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09830" y="1667262"/>
                  <a:ext cx="195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2E93DD-1058-A0CE-69F6-671400E2E2F6}"/>
                    </a:ext>
                  </a:extLst>
                </p14:cNvPr>
                <p14:cNvContentPartPr/>
                <p14:nvPr/>
              </p14:nvContentPartPr>
              <p14:xfrm>
                <a:off x="7578990" y="2621982"/>
                <a:ext cx="288720" cy="1324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F2E93DD-1058-A0CE-69F6-671400E2E2F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69990" y="2612982"/>
                  <a:ext cx="306360" cy="13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CAC891-6793-BD63-D965-C1168A3A77FE}"/>
                    </a:ext>
                  </a:extLst>
                </p14:cNvPr>
                <p14:cNvContentPartPr/>
                <p14:nvPr/>
              </p14:nvContentPartPr>
              <p14:xfrm>
                <a:off x="7550190" y="2688222"/>
                <a:ext cx="19440" cy="10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CAC891-6793-BD63-D965-C1168A3A77F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41190" y="2679582"/>
                  <a:ext cx="37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483645-A2A8-4959-19BE-057CB17C167E}"/>
                    </a:ext>
                  </a:extLst>
                </p14:cNvPr>
                <p14:cNvContentPartPr/>
                <p14:nvPr/>
              </p14:nvContentPartPr>
              <p14:xfrm>
                <a:off x="7329870" y="2689302"/>
                <a:ext cx="5868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483645-A2A8-4959-19BE-057CB17C167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21230" y="2680302"/>
                  <a:ext cx="76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68BD237-4FE3-A69A-CF5F-FFEF60218650}"/>
                    </a:ext>
                  </a:extLst>
                </p14:cNvPr>
                <p14:cNvContentPartPr/>
                <p14:nvPr/>
              </p14:nvContentPartPr>
              <p14:xfrm>
                <a:off x="6892470" y="2708742"/>
                <a:ext cx="27000" cy="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68BD237-4FE3-A69A-CF5F-FFEF6021865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83470" y="2700102"/>
                  <a:ext cx="44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E65E07C-7A61-8983-A8DB-3DF5EDB9D1BE}"/>
                    </a:ext>
                  </a:extLst>
                </p14:cNvPr>
                <p14:cNvContentPartPr/>
                <p14:nvPr/>
              </p14:nvContentPartPr>
              <p14:xfrm>
                <a:off x="6307470" y="2684262"/>
                <a:ext cx="25200" cy="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E65E07C-7A61-8983-A8DB-3DF5EDB9D1B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98830" y="2675262"/>
                  <a:ext cx="42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A50877-1807-EAFF-D8C6-768B9E924C6A}"/>
                    </a:ext>
                  </a:extLst>
                </p14:cNvPr>
                <p14:cNvContentPartPr/>
                <p14:nvPr/>
              </p14:nvContentPartPr>
              <p14:xfrm>
                <a:off x="4529790" y="3234702"/>
                <a:ext cx="52560" cy="41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A50877-1807-EAFF-D8C6-768B9E924C6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20790" y="3226062"/>
                  <a:ext cx="70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8939205-D9FF-AB1F-AEC9-26CFD2518B04}"/>
                    </a:ext>
                  </a:extLst>
                </p14:cNvPr>
                <p14:cNvContentPartPr/>
                <p14:nvPr/>
              </p14:nvContentPartPr>
              <p14:xfrm>
                <a:off x="4464270" y="2976942"/>
                <a:ext cx="71640" cy="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8939205-D9FF-AB1F-AEC9-26CFD2518B0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55630" y="2968302"/>
                  <a:ext cx="89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7ACFE34-F082-D2D0-56D1-965603A62B44}"/>
                    </a:ext>
                  </a:extLst>
                </p14:cNvPr>
                <p14:cNvContentPartPr/>
                <p14:nvPr/>
              </p14:nvContentPartPr>
              <p14:xfrm>
                <a:off x="4522950" y="2703702"/>
                <a:ext cx="61920" cy="5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7ACFE34-F082-D2D0-56D1-965603A62B4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13950" y="2695062"/>
                  <a:ext cx="79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5590554-A211-E112-AE52-8059CDD70D6B}"/>
                    </a:ext>
                  </a:extLst>
                </p14:cNvPr>
                <p14:cNvContentPartPr/>
                <p14:nvPr/>
              </p14:nvContentPartPr>
              <p14:xfrm>
                <a:off x="4464270" y="2401662"/>
                <a:ext cx="85320" cy="13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5590554-A211-E112-AE52-8059CDD70D6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55630" y="2393022"/>
                  <a:ext cx="102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F455C43-DE34-0D69-586F-81CA735418A9}"/>
                    </a:ext>
                  </a:extLst>
                </p14:cNvPr>
                <p14:cNvContentPartPr/>
                <p14:nvPr/>
              </p14:nvContentPartPr>
              <p14:xfrm>
                <a:off x="4023630" y="2464302"/>
                <a:ext cx="118440" cy="151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F455C43-DE34-0D69-586F-81CA735418A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14990" y="2455302"/>
                  <a:ext cx="136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4425AE2-D3BB-B983-BCCB-1EEC88CCBCA4}"/>
                    </a:ext>
                  </a:extLst>
                </p14:cNvPr>
                <p14:cNvContentPartPr/>
                <p14:nvPr/>
              </p14:nvContentPartPr>
              <p14:xfrm>
                <a:off x="4088430" y="2488782"/>
                <a:ext cx="191880" cy="69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4425AE2-D3BB-B983-BCCB-1EEC88CCBCA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79790" y="2480142"/>
                  <a:ext cx="209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0C46803-E919-1737-E309-9BE8F6A48565}"/>
                    </a:ext>
                  </a:extLst>
                </p14:cNvPr>
                <p14:cNvContentPartPr/>
                <p14:nvPr/>
              </p14:nvContentPartPr>
              <p14:xfrm>
                <a:off x="4198230" y="2734662"/>
                <a:ext cx="59400" cy="136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0C46803-E919-1737-E309-9BE8F6A4856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89590" y="2726022"/>
                  <a:ext cx="770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D4F9ED9-4512-54EB-6CB6-0810BA71E5C5}"/>
                    </a:ext>
                  </a:extLst>
                </p14:cNvPr>
                <p14:cNvContentPartPr/>
                <p14:nvPr/>
              </p14:nvContentPartPr>
              <p14:xfrm>
                <a:off x="4315950" y="2743302"/>
                <a:ext cx="77040" cy="99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D4F9ED9-4512-54EB-6CB6-0810BA71E5C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07310" y="2734302"/>
                  <a:ext cx="946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ACB51E8-EF9D-A658-B921-E26692E791EB}"/>
                    </a:ext>
                  </a:extLst>
                </p14:cNvPr>
                <p14:cNvContentPartPr/>
                <p14:nvPr/>
              </p14:nvContentPartPr>
              <p14:xfrm>
                <a:off x="4201110" y="3021582"/>
                <a:ext cx="92880" cy="108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ACB51E8-EF9D-A658-B921-E26692E791E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92470" y="3012582"/>
                  <a:ext cx="110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680D580-2EDB-BBCD-1BEA-B76D34C4CB4F}"/>
                    </a:ext>
                  </a:extLst>
                </p14:cNvPr>
                <p14:cNvContentPartPr/>
                <p14:nvPr/>
              </p14:nvContentPartPr>
              <p14:xfrm>
                <a:off x="4239270" y="2984142"/>
                <a:ext cx="174960" cy="102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680D580-2EDB-BBCD-1BEA-B76D34C4CB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30270" y="2975142"/>
                  <a:ext cx="192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E1E9399-8A27-8C30-69E7-BA47F6D2EBBF}"/>
                    </a:ext>
                  </a:extLst>
                </p14:cNvPr>
                <p14:cNvContentPartPr/>
                <p14:nvPr/>
              </p14:nvContentPartPr>
              <p14:xfrm>
                <a:off x="3633750" y="2695062"/>
                <a:ext cx="147240" cy="201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E1E9399-8A27-8C30-69E7-BA47F6D2EBB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24750" y="2686062"/>
                  <a:ext cx="164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237BD84-5364-E87D-0D53-40F42181480E}"/>
                    </a:ext>
                  </a:extLst>
                </p14:cNvPr>
                <p14:cNvContentPartPr/>
                <p14:nvPr/>
              </p14:nvContentPartPr>
              <p14:xfrm>
                <a:off x="4627350" y="2674542"/>
                <a:ext cx="154800" cy="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237BD84-5364-E87D-0D53-40F4218148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18710" y="2665542"/>
                  <a:ext cx="172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9D5AE05-BD3C-1124-16D4-D2C1B7467B59}"/>
                    </a:ext>
                  </a:extLst>
                </p14:cNvPr>
                <p14:cNvContentPartPr/>
                <p14:nvPr/>
              </p14:nvContentPartPr>
              <p14:xfrm>
                <a:off x="3799350" y="2725302"/>
                <a:ext cx="156240" cy="95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9D5AE05-BD3C-1124-16D4-D2C1B7467B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90350" y="2716302"/>
                  <a:ext cx="173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A64CAB5-3605-76B7-DF43-EB43947CB295}"/>
                    </a:ext>
                  </a:extLst>
                </p14:cNvPr>
                <p14:cNvContentPartPr/>
                <p14:nvPr/>
              </p14:nvContentPartPr>
              <p14:xfrm>
                <a:off x="503910" y="2170902"/>
                <a:ext cx="2953440" cy="1754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A64CAB5-3605-76B7-DF43-EB43947CB29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5270" y="2161902"/>
                  <a:ext cx="2971080" cy="17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38341F3-37A8-7525-C4E1-C88057C87136}"/>
                    </a:ext>
                  </a:extLst>
                </p14:cNvPr>
                <p14:cNvContentPartPr/>
                <p14:nvPr/>
              </p14:nvContentPartPr>
              <p14:xfrm>
                <a:off x="1526310" y="2219862"/>
                <a:ext cx="200520" cy="1769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38341F3-37A8-7525-C4E1-C88057C8713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17310" y="2210862"/>
                  <a:ext cx="218160" cy="17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202A07B-C173-558B-3E2B-8D95B0FBF029}"/>
                    </a:ext>
                  </a:extLst>
                </p14:cNvPr>
                <p14:cNvContentPartPr/>
                <p14:nvPr/>
              </p14:nvContentPartPr>
              <p14:xfrm>
                <a:off x="635670" y="2425782"/>
                <a:ext cx="2931480" cy="171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202A07B-C173-558B-3E2B-8D95B0FBF02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7030" y="2416782"/>
                  <a:ext cx="29491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14522C1-D0F2-D41E-DF8F-CA2880AFE4A3}"/>
                    </a:ext>
                  </a:extLst>
                </p14:cNvPr>
                <p14:cNvContentPartPr/>
                <p14:nvPr/>
              </p14:nvContentPartPr>
              <p14:xfrm>
                <a:off x="844830" y="2331822"/>
                <a:ext cx="134640" cy="169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14522C1-D0F2-D41E-DF8F-CA2880AFE4A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5830" y="2322822"/>
                  <a:ext cx="152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DFE60F-2D7F-984D-5285-FBBC8331CDB2}"/>
                    </a:ext>
                  </a:extLst>
                </p14:cNvPr>
                <p14:cNvContentPartPr/>
                <p14:nvPr/>
              </p14:nvContentPartPr>
              <p14:xfrm>
                <a:off x="978750" y="2312742"/>
                <a:ext cx="213480" cy="202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DFE60F-2D7F-984D-5285-FBBC8331CDB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0110" y="2304102"/>
                  <a:ext cx="231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4D3D224-890C-C4C9-474B-8C60046383EF}"/>
                    </a:ext>
                  </a:extLst>
                </p14:cNvPr>
                <p14:cNvContentPartPr/>
                <p14:nvPr/>
              </p14:nvContentPartPr>
              <p14:xfrm>
                <a:off x="1164870" y="2396622"/>
                <a:ext cx="79560" cy="19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4D3D224-890C-C4C9-474B-8C60046383E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56230" y="2387622"/>
                  <a:ext cx="97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3351984-4CBB-84AE-0891-A4AF356E4D68}"/>
                    </a:ext>
                  </a:extLst>
                </p14:cNvPr>
                <p14:cNvContentPartPr/>
                <p14:nvPr/>
              </p14:nvContentPartPr>
              <p14:xfrm>
                <a:off x="2033910" y="2264502"/>
                <a:ext cx="198360" cy="205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3351984-4CBB-84AE-0891-A4AF356E4D6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024910" y="2255862"/>
                  <a:ext cx="216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890A603-0147-5677-B538-98CB654E66C9}"/>
                    </a:ext>
                  </a:extLst>
                </p14:cNvPr>
                <p14:cNvContentPartPr/>
                <p14:nvPr/>
              </p14:nvContentPartPr>
              <p14:xfrm>
                <a:off x="2283030" y="2250822"/>
                <a:ext cx="567360" cy="193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890A603-0147-5677-B538-98CB654E66C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274030" y="2241822"/>
                  <a:ext cx="585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BB28D3C-7FD7-18A6-7BD8-AE2FD03E07D1}"/>
                    </a:ext>
                  </a:extLst>
                </p14:cNvPr>
                <p14:cNvContentPartPr/>
                <p14:nvPr/>
              </p14:nvContentPartPr>
              <p14:xfrm>
                <a:off x="879390" y="2700822"/>
                <a:ext cx="187200" cy="178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BB28D3C-7FD7-18A6-7BD8-AE2FD03E07D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70390" y="2691822"/>
                  <a:ext cx="204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592748D-54D3-525F-10A9-6E6715D3B857}"/>
                    </a:ext>
                  </a:extLst>
                </p14:cNvPr>
                <p14:cNvContentPartPr/>
                <p14:nvPr/>
              </p14:nvContentPartPr>
              <p14:xfrm>
                <a:off x="1128510" y="2619822"/>
                <a:ext cx="216360" cy="188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592748D-54D3-525F-10A9-6E6715D3B85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9510" y="2611182"/>
                  <a:ext cx="234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266ECC8-791F-1D1E-6411-D13FDE30E7AC}"/>
                    </a:ext>
                  </a:extLst>
                </p14:cNvPr>
                <p14:cNvContentPartPr/>
                <p14:nvPr/>
              </p14:nvContentPartPr>
              <p14:xfrm>
                <a:off x="1314990" y="2634942"/>
                <a:ext cx="254160" cy="164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266ECC8-791F-1D1E-6411-D13FDE30E7A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06350" y="2625942"/>
                  <a:ext cx="271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F3550D1-7A09-6256-D7A6-7BECF6D49FD8}"/>
                    </a:ext>
                  </a:extLst>
                </p14:cNvPr>
                <p14:cNvContentPartPr/>
                <p14:nvPr/>
              </p14:nvContentPartPr>
              <p14:xfrm>
                <a:off x="794790" y="2996742"/>
                <a:ext cx="140760" cy="220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F3550D1-7A09-6256-D7A6-7BECF6D49FD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6150" y="2987742"/>
                  <a:ext cx="158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B643E48-4EF1-350A-BE8B-E075F5BD7E85}"/>
                    </a:ext>
                  </a:extLst>
                </p14:cNvPr>
                <p14:cNvContentPartPr/>
                <p14:nvPr/>
              </p14:nvContentPartPr>
              <p14:xfrm>
                <a:off x="988830" y="3095742"/>
                <a:ext cx="160200" cy="100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B643E48-4EF1-350A-BE8B-E075F5BD7E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80190" y="3087102"/>
                  <a:ext cx="177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A853617-F3D7-5B15-882C-DAEAF5FA838C}"/>
                    </a:ext>
                  </a:extLst>
                </p14:cNvPr>
                <p14:cNvContentPartPr/>
                <p14:nvPr/>
              </p14:nvContentPartPr>
              <p14:xfrm>
                <a:off x="1163790" y="3045342"/>
                <a:ext cx="8280" cy="40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A853617-F3D7-5B15-882C-DAEAF5FA838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54790" y="3036702"/>
                  <a:ext cx="25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698295A-9F60-FCA0-3897-0D4A114BF0BC}"/>
                    </a:ext>
                  </a:extLst>
                </p14:cNvPr>
                <p14:cNvContentPartPr/>
                <p14:nvPr/>
              </p14:nvContentPartPr>
              <p14:xfrm>
                <a:off x="1216350" y="3094302"/>
                <a:ext cx="56520" cy="99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698295A-9F60-FCA0-3897-0D4A114BF0B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07710" y="3085662"/>
                  <a:ext cx="74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1D00D21-9605-775F-D3D2-D3BC5CD2D2CC}"/>
                    </a:ext>
                  </a:extLst>
                </p14:cNvPr>
                <p14:cNvContentPartPr/>
                <p14:nvPr/>
              </p14:nvContentPartPr>
              <p14:xfrm>
                <a:off x="1299150" y="3098622"/>
                <a:ext cx="62640" cy="67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1D00D21-9605-775F-D3D2-D3BC5CD2D2C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90510" y="3089982"/>
                  <a:ext cx="80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4602A04-6438-DE82-21B8-F5CAA770B4F3}"/>
                    </a:ext>
                  </a:extLst>
                </p14:cNvPr>
                <p14:cNvContentPartPr/>
                <p14:nvPr/>
              </p14:nvContentPartPr>
              <p14:xfrm>
                <a:off x="1409670" y="3079902"/>
                <a:ext cx="50400" cy="84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4602A04-6438-DE82-21B8-F5CAA770B4F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01030" y="3071262"/>
                  <a:ext cx="68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EF619A9-23E0-2208-8CCA-C429320EA07F}"/>
                    </a:ext>
                  </a:extLst>
                </p14:cNvPr>
                <p14:cNvContentPartPr/>
                <p14:nvPr/>
              </p14:nvContentPartPr>
              <p14:xfrm>
                <a:off x="1516230" y="3067662"/>
                <a:ext cx="54000" cy="108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EF619A9-23E0-2208-8CCA-C429320EA07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507590" y="3059022"/>
                  <a:ext cx="71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6DE2FB3-ADC6-8914-B991-353450541E0D}"/>
                    </a:ext>
                  </a:extLst>
                </p14:cNvPr>
                <p14:cNvContentPartPr/>
                <p14:nvPr/>
              </p14:nvContentPartPr>
              <p14:xfrm>
                <a:off x="931230" y="3290502"/>
                <a:ext cx="208440" cy="215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6DE2FB3-ADC6-8914-B991-353450541E0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22590" y="3281502"/>
                  <a:ext cx="226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5839E04-6073-AED3-D32B-33696A6CAAEA}"/>
                    </a:ext>
                  </a:extLst>
                </p14:cNvPr>
                <p14:cNvContentPartPr/>
                <p14:nvPr/>
              </p14:nvContentPartPr>
              <p14:xfrm>
                <a:off x="1133910" y="3305622"/>
                <a:ext cx="122760" cy="160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5839E04-6073-AED3-D32B-33696A6CAAE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5270" y="3296982"/>
                  <a:ext cx="1404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084A1D0-D075-2CC4-CC81-859CF54063FF}"/>
                    </a:ext>
                  </a:extLst>
                </p14:cNvPr>
                <p14:cNvContentPartPr/>
                <p14:nvPr/>
              </p14:nvContentPartPr>
              <p14:xfrm>
                <a:off x="869670" y="3622422"/>
                <a:ext cx="10800" cy="111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084A1D0-D075-2CC4-CC81-859CF54063F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1030" y="3613782"/>
                  <a:ext cx="28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5D9649F-4BD6-40A7-08B6-46BC3A75F926}"/>
                    </a:ext>
                  </a:extLst>
                </p14:cNvPr>
                <p14:cNvContentPartPr/>
                <p14:nvPr/>
              </p14:nvContentPartPr>
              <p14:xfrm>
                <a:off x="894510" y="3616662"/>
                <a:ext cx="128520" cy="111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5D9649F-4BD6-40A7-08B6-46BC3A75F92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5870" y="3608022"/>
                  <a:ext cx="146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9D52560-C8BD-FD99-E9EA-979F71B71522}"/>
                    </a:ext>
                  </a:extLst>
                </p14:cNvPr>
                <p14:cNvContentPartPr/>
                <p14:nvPr/>
              </p14:nvContentPartPr>
              <p14:xfrm>
                <a:off x="1082430" y="3611262"/>
                <a:ext cx="8640" cy="79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9D52560-C8BD-FD99-E9EA-979F71B7152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73430" y="3602262"/>
                  <a:ext cx="26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8E02229-244A-7E23-34A1-72BB2C14DCD4}"/>
                    </a:ext>
                  </a:extLst>
                </p14:cNvPr>
                <p14:cNvContentPartPr/>
                <p14:nvPr/>
              </p14:nvContentPartPr>
              <p14:xfrm>
                <a:off x="759870" y="3848862"/>
                <a:ext cx="129600" cy="186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8E02229-244A-7E23-34A1-72BB2C14DCD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0870" y="3839862"/>
                  <a:ext cx="147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A864E56-A266-9C40-CF46-B39F8D94DA97}"/>
                    </a:ext>
                  </a:extLst>
                </p14:cNvPr>
                <p14:cNvContentPartPr/>
                <p14:nvPr/>
              </p14:nvContentPartPr>
              <p14:xfrm>
                <a:off x="949230" y="3883062"/>
                <a:ext cx="237600" cy="281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A864E56-A266-9C40-CF46-B39F8D94DA9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0590" y="3874422"/>
                  <a:ext cx="2552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A4C048B-63A1-2847-652D-CFA91C2DDC28}"/>
                    </a:ext>
                  </a:extLst>
                </p14:cNvPr>
                <p14:cNvContentPartPr/>
                <p14:nvPr/>
              </p14:nvContentPartPr>
              <p14:xfrm>
                <a:off x="1930230" y="2606502"/>
                <a:ext cx="147960" cy="165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A4C048B-63A1-2847-652D-CFA91C2DDC2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21590" y="2597502"/>
                  <a:ext cx="165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CDE96C9-6182-D1D3-34D3-89770DA1311D}"/>
                    </a:ext>
                  </a:extLst>
                </p14:cNvPr>
                <p14:cNvContentPartPr/>
                <p14:nvPr/>
              </p14:nvContentPartPr>
              <p14:xfrm>
                <a:off x="2001870" y="2652942"/>
                <a:ext cx="246240" cy="114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CDE96C9-6182-D1D3-34D3-89770DA1311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92870" y="2643942"/>
                  <a:ext cx="263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B96AA7D-4B5F-0660-F830-8F2B93344D0D}"/>
                    </a:ext>
                  </a:extLst>
                </p14:cNvPr>
                <p14:cNvContentPartPr/>
                <p14:nvPr/>
              </p14:nvContentPartPr>
              <p14:xfrm>
                <a:off x="1991070" y="2913582"/>
                <a:ext cx="77040" cy="142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B96AA7D-4B5F-0660-F830-8F2B93344D0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82430" y="2904582"/>
                  <a:ext cx="94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E82BF0D-1774-9762-94BD-3FD34899E802}"/>
                    </a:ext>
                  </a:extLst>
                </p14:cNvPr>
                <p14:cNvContentPartPr/>
                <p14:nvPr/>
              </p14:nvContentPartPr>
              <p14:xfrm>
                <a:off x="2146230" y="2943462"/>
                <a:ext cx="112680" cy="93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E82BF0D-1774-9762-94BD-3FD34899E80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37230" y="2934462"/>
                  <a:ext cx="130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6F8B390-1AB1-6ED5-4EDF-507BE5DB1337}"/>
                    </a:ext>
                  </a:extLst>
                </p14:cNvPr>
                <p14:cNvContentPartPr/>
                <p14:nvPr/>
              </p14:nvContentPartPr>
              <p14:xfrm>
                <a:off x="2008350" y="3178182"/>
                <a:ext cx="60120" cy="165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6F8B390-1AB1-6ED5-4EDF-507BE5DB133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99710" y="3169542"/>
                  <a:ext cx="77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603EDD9-EC29-B3AA-C486-F819EDD5845A}"/>
                    </a:ext>
                  </a:extLst>
                </p14:cNvPr>
                <p14:cNvContentPartPr/>
                <p14:nvPr/>
              </p14:nvContentPartPr>
              <p14:xfrm>
                <a:off x="2053710" y="3159462"/>
                <a:ext cx="210240" cy="149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603EDD9-EC29-B3AA-C486-F819EDD5845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044710" y="3150822"/>
                  <a:ext cx="227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176E058-FE45-AB91-64CC-4FF80B8259F0}"/>
                    </a:ext>
                  </a:extLst>
                </p14:cNvPr>
                <p14:cNvContentPartPr/>
                <p14:nvPr/>
              </p14:nvContentPartPr>
              <p14:xfrm>
                <a:off x="2038950" y="3516942"/>
                <a:ext cx="66960" cy="150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176E058-FE45-AB91-64CC-4FF80B8259F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30310" y="3508302"/>
                  <a:ext cx="846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2B65F1F-C289-7FD9-B29C-6BCEE2E7218A}"/>
                    </a:ext>
                  </a:extLst>
                </p14:cNvPr>
                <p14:cNvContentPartPr/>
                <p14:nvPr/>
              </p14:nvContentPartPr>
              <p14:xfrm>
                <a:off x="2058390" y="3515862"/>
                <a:ext cx="204480" cy="113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2B65F1F-C289-7FD9-B29C-6BCEE2E7218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49390" y="3506862"/>
                  <a:ext cx="222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7A3EB40-9DB1-1674-FADA-E27009AC67AC}"/>
                    </a:ext>
                  </a:extLst>
                </p14:cNvPr>
                <p14:cNvContentPartPr/>
                <p14:nvPr/>
              </p14:nvContentPartPr>
              <p14:xfrm>
                <a:off x="1978830" y="3838062"/>
                <a:ext cx="99000" cy="188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7A3EB40-9DB1-1674-FADA-E27009AC67A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970190" y="3829422"/>
                  <a:ext cx="1166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D3CF1AE-28EB-11C0-225B-F232BE412E67}"/>
                    </a:ext>
                  </a:extLst>
                </p14:cNvPr>
                <p14:cNvContentPartPr/>
                <p14:nvPr/>
              </p14:nvContentPartPr>
              <p14:xfrm>
                <a:off x="2148030" y="3897462"/>
                <a:ext cx="86760" cy="111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3CF1AE-28EB-11C0-225B-F232BE412E6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139030" y="3888822"/>
                  <a:ext cx="104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8AB1F01-3EB9-652A-82BC-E67B27D52CC2}"/>
                    </a:ext>
                  </a:extLst>
                </p14:cNvPr>
                <p14:cNvContentPartPr/>
                <p14:nvPr/>
              </p14:nvContentPartPr>
              <p14:xfrm>
                <a:off x="535950" y="3761022"/>
                <a:ext cx="2857680" cy="539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8AB1F01-3EB9-652A-82BC-E67B27D52CC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7310" y="3752022"/>
                  <a:ext cx="287532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74D1DBB-E86D-BB4D-168D-3F317CA091FA}"/>
                    </a:ext>
                  </a:extLst>
                </p14:cNvPr>
                <p14:cNvContentPartPr/>
                <p14:nvPr/>
              </p14:nvContentPartPr>
              <p14:xfrm>
                <a:off x="1828350" y="1543782"/>
                <a:ext cx="50400" cy="532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74D1DBB-E86D-BB4D-168D-3F317CA091F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19710" y="1534782"/>
                  <a:ext cx="680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652BBAE-7113-2DBD-7C59-21B547E39367}"/>
                    </a:ext>
                  </a:extLst>
                </p14:cNvPr>
                <p14:cNvContentPartPr/>
                <p14:nvPr/>
              </p14:nvContentPartPr>
              <p14:xfrm>
                <a:off x="1785510" y="1912062"/>
                <a:ext cx="193320" cy="146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652BBAE-7113-2DBD-7C59-21B547E3936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776510" y="1903062"/>
                  <a:ext cx="210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01F9C37-2E2F-98F7-D7E6-650C78189628}"/>
                    </a:ext>
                  </a:extLst>
                </p14:cNvPr>
                <p14:cNvContentPartPr/>
                <p14:nvPr/>
              </p14:nvContentPartPr>
              <p14:xfrm>
                <a:off x="2211030" y="1121142"/>
                <a:ext cx="4137120" cy="822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01F9C37-2E2F-98F7-D7E6-650C7818962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202390" y="1112142"/>
                  <a:ext cx="415476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6E92BAA-9CF9-FD6A-3118-54B7F0D6717C}"/>
                    </a:ext>
                  </a:extLst>
                </p14:cNvPr>
                <p14:cNvContentPartPr/>
                <p14:nvPr/>
              </p14:nvContentPartPr>
              <p14:xfrm>
                <a:off x="796950" y="931422"/>
                <a:ext cx="208440" cy="158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6E92BAA-9CF9-FD6A-3118-54B7F0D6717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8310" y="922422"/>
                  <a:ext cx="226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ADA7CE3-0135-DF12-FA16-F657763B0063}"/>
                    </a:ext>
                  </a:extLst>
                </p14:cNvPr>
                <p14:cNvContentPartPr/>
                <p14:nvPr/>
              </p14:nvContentPartPr>
              <p14:xfrm>
                <a:off x="1069830" y="937542"/>
                <a:ext cx="105120" cy="119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ADA7CE3-0135-DF12-FA16-F657763B006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60830" y="928902"/>
                  <a:ext cx="122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ABB32AE-15E3-BAD5-E235-6B05AC9BEAD9}"/>
                    </a:ext>
                  </a:extLst>
                </p14:cNvPr>
                <p14:cNvContentPartPr/>
                <p14:nvPr/>
              </p14:nvContentPartPr>
              <p14:xfrm>
                <a:off x="1207350" y="914142"/>
                <a:ext cx="288360" cy="134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ABB32AE-15E3-BAD5-E235-6B05AC9BEAD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98710" y="905502"/>
                  <a:ext cx="306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F886970-85A0-A9AB-F9E4-4FE2C7BF2669}"/>
                    </a:ext>
                  </a:extLst>
                </p14:cNvPr>
                <p14:cNvContentPartPr/>
                <p14:nvPr/>
              </p14:nvContentPartPr>
              <p14:xfrm>
                <a:off x="968670" y="1208622"/>
                <a:ext cx="132480" cy="165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F886970-85A0-A9AB-F9E4-4FE2C7BF266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0030" y="1199622"/>
                  <a:ext cx="150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227CD59-C943-F988-4F6F-79344A5D8252}"/>
                    </a:ext>
                  </a:extLst>
                </p14:cNvPr>
                <p14:cNvContentPartPr/>
                <p14:nvPr/>
              </p14:nvContentPartPr>
              <p14:xfrm>
                <a:off x="987750" y="1232742"/>
                <a:ext cx="252720" cy="136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227CD59-C943-F988-4F6F-79344A5D825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79110" y="1224102"/>
                  <a:ext cx="270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6E1832D-A143-3782-B88C-157E307A021D}"/>
                    </a:ext>
                  </a:extLst>
                </p14:cNvPr>
                <p14:cNvContentPartPr/>
                <p14:nvPr/>
              </p14:nvContentPartPr>
              <p14:xfrm>
                <a:off x="1300230" y="1221222"/>
                <a:ext cx="10800" cy="124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6E1832D-A143-3782-B88C-157E307A021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291590" y="1212222"/>
                  <a:ext cx="28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272AC1D-0EA5-769B-BE25-CAAC4F311B24}"/>
                    </a:ext>
                  </a:extLst>
                </p14:cNvPr>
                <p14:cNvContentPartPr/>
                <p14:nvPr/>
              </p14:nvContentPartPr>
              <p14:xfrm>
                <a:off x="1310310" y="1212942"/>
                <a:ext cx="103680" cy="123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272AC1D-0EA5-769B-BE25-CAAC4F311B2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301670" y="1203942"/>
                  <a:ext cx="121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2D66C04-4DA3-FA6F-B986-084680712C1F}"/>
                    </a:ext>
                  </a:extLst>
                </p14:cNvPr>
                <p14:cNvContentPartPr/>
                <p14:nvPr/>
              </p14:nvContentPartPr>
              <p14:xfrm>
                <a:off x="1867230" y="864462"/>
                <a:ext cx="130680" cy="176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2D66C04-4DA3-FA6F-B986-084680712C1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58230" y="855462"/>
                  <a:ext cx="148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DF8B980-3B71-E0A7-F5B5-CCBF063B7715}"/>
                    </a:ext>
                  </a:extLst>
                </p14:cNvPr>
                <p14:cNvContentPartPr/>
                <p14:nvPr/>
              </p14:nvContentPartPr>
              <p14:xfrm>
                <a:off x="2044350" y="826302"/>
                <a:ext cx="425520" cy="201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DF8B980-3B71-E0A7-F5B5-CCBF063B771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35710" y="817662"/>
                  <a:ext cx="443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F95C524-39FE-5683-B466-D9D73C924355}"/>
                    </a:ext>
                  </a:extLst>
                </p14:cNvPr>
                <p14:cNvContentPartPr/>
                <p14:nvPr/>
              </p14:nvContentPartPr>
              <p14:xfrm>
                <a:off x="2464110" y="898662"/>
                <a:ext cx="86400" cy="60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F95C524-39FE-5683-B466-D9D73C92435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455470" y="889662"/>
                  <a:ext cx="104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723EA97-45B0-3D3B-59FB-511F01E26BFD}"/>
                    </a:ext>
                  </a:extLst>
                </p14:cNvPr>
                <p14:cNvContentPartPr/>
                <p14:nvPr/>
              </p14:nvContentPartPr>
              <p14:xfrm>
                <a:off x="2016990" y="1157142"/>
                <a:ext cx="196560" cy="149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723EA97-45B0-3D3B-59FB-511F01E26BF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007990" y="1148142"/>
                  <a:ext cx="214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CE973FC-F6C1-B443-B124-1B1B4FB59ED0}"/>
                    </a:ext>
                  </a:extLst>
                </p14:cNvPr>
                <p14:cNvContentPartPr/>
                <p14:nvPr/>
              </p14:nvContentPartPr>
              <p14:xfrm>
                <a:off x="972990" y="1526142"/>
                <a:ext cx="165240" cy="139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CE973FC-F6C1-B443-B124-1B1B4FB59ED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64350" y="1517502"/>
                  <a:ext cx="1828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2E9BE28-3EC9-F56A-F9AB-FB682D11B102}"/>
                    </a:ext>
                  </a:extLst>
                </p14:cNvPr>
                <p14:cNvContentPartPr/>
                <p14:nvPr/>
              </p14:nvContentPartPr>
              <p14:xfrm>
                <a:off x="1213110" y="1528662"/>
                <a:ext cx="12240" cy="90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2E9BE28-3EC9-F56A-F9AB-FB682D11B10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04110" y="1519662"/>
                  <a:ext cx="29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D2E9B0A-59FF-84D9-9311-D3D8CB3501F0}"/>
                    </a:ext>
                  </a:extLst>
                </p14:cNvPr>
                <p14:cNvContentPartPr/>
                <p14:nvPr/>
              </p14:nvContentPartPr>
              <p14:xfrm>
                <a:off x="1305270" y="1519302"/>
                <a:ext cx="27000" cy="1177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D2E9B0A-59FF-84D9-9311-D3D8CB3501F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296630" y="1510302"/>
                  <a:ext cx="44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87E78EC-A6FB-90F1-88E5-2134DACB1508}"/>
                    </a:ext>
                  </a:extLst>
                </p14:cNvPr>
                <p14:cNvContentPartPr/>
                <p14:nvPr/>
              </p14:nvContentPartPr>
              <p14:xfrm>
                <a:off x="1295550" y="1502022"/>
                <a:ext cx="133200" cy="237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87E78EC-A6FB-90F1-88E5-2134DACB150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286910" y="1493022"/>
                  <a:ext cx="150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6A7B30F-4185-65BA-8035-9176B81976DB}"/>
                    </a:ext>
                  </a:extLst>
                </p14:cNvPr>
                <p14:cNvContentPartPr/>
                <p14:nvPr/>
              </p14:nvContentPartPr>
              <p14:xfrm>
                <a:off x="2208150" y="1435062"/>
                <a:ext cx="38520" cy="131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6A7B30F-4185-65BA-8035-9176B81976D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199510" y="1426062"/>
                  <a:ext cx="56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A229DB2-27E3-812F-9527-43C34DEB7C92}"/>
                    </a:ext>
                  </a:extLst>
                </p14:cNvPr>
                <p14:cNvContentPartPr/>
                <p14:nvPr/>
              </p14:nvContentPartPr>
              <p14:xfrm>
                <a:off x="2962710" y="781302"/>
                <a:ext cx="55800" cy="240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A229DB2-27E3-812F-9527-43C34DEB7C9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54070" y="772662"/>
                  <a:ext cx="734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582B0F4-5742-132C-253F-82D11CF57CC5}"/>
                    </a:ext>
                  </a:extLst>
                </p14:cNvPr>
                <p14:cNvContentPartPr/>
                <p14:nvPr/>
              </p14:nvContentPartPr>
              <p14:xfrm>
                <a:off x="2932470" y="886422"/>
                <a:ext cx="254160" cy="92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582B0F4-5742-132C-253F-82D11CF57CC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923470" y="877422"/>
                  <a:ext cx="271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F6F7A5F-7AEC-C962-FCE9-CDC26193ECA0}"/>
                    </a:ext>
                  </a:extLst>
                </p14:cNvPr>
                <p14:cNvContentPartPr/>
                <p14:nvPr/>
              </p14:nvContentPartPr>
              <p14:xfrm>
                <a:off x="3265470" y="815502"/>
                <a:ext cx="15840" cy="168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F6F7A5F-7AEC-C962-FCE9-CDC26193ECA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56470" y="806502"/>
                  <a:ext cx="334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62C465F-158C-2947-885A-FC04B321104D}"/>
                    </a:ext>
                  </a:extLst>
                </p14:cNvPr>
                <p14:cNvContentPartPr/>
                <p14:nvPr/>
              </p14:nvContentPartPr>
              <p14:xfrm>
                <a:off x="3267630" y="750702"/>
                <a:ext cx="312120" cy="255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62C465F-158C-2947-885A-FC04B321104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258630" y="741702"/>
                  <a:ext cx="3297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A4B3AEA-C8E4-5BBD-6454-1E74D1791234}"/>
                    </a:ext>
                  </a:extLst>
                </p14:cNvPr>
                <p14:cNvContentPartPr/>
                <p14:nvPr/>
              </p14:nvContentPartPr>
              <p14:xfrm>
                <a:off x="3184830" y="1151382"/>
                <a:ext cx="47520" cy="130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A4B3AEA-C8E4-5BBD-6454-1E74D179123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175830" y="1142742"/>
                  <a:ext cx="65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3E2DB50-1D88-276B-0048-C39B3B04EBE2}"/>
                    </a:ext>
                  </a:extLst>
                </p14:cNvPr>
                <p14:cNvContentPartPr/>
                <p14:nvPr/>
              </p14:nvContentPartPr>
              <p14:xfrm>
                <a:off x="3265470" y="1148142"/>
                <a:ext cx="122400" cy="141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3E2DB50-1D88-276B-0048-C39B3B04EBE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256830" y="1139502"/>
                  <a:ext cx="140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2891A6A-F813-F044-A91D-2B2FACE1CA37}"/>
                    </a:ext>
                  </a:extLst>
                </p14:cNvPr>
                <p14:cNvContentPartPr/>
                <p14:nvPr/>
              </p14:nvContentPartPr>
              <p14:xfrm>
                <a:off x="3412710" y="1175502"/>
                <a:ext cx="77040" cy="864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2891A6A-F813-F044-A91D-2B2FACE1CA3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404070" y="1166862"/>
                  <a:ext cx="946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F728B62-445E-2E1D-11F3-E161886CC664}"/>
                    </a:ext>
                  </a:extLst>
                </p14:cNvPr>
                <p14:cNvContentPartPr/>
                <p14:nvPr/>
              </p14:nvContentPartPr>
              <p14:xfrm>
                <a:off x="3553470" y="1151382"/>
                <a:ext cx="101880" cy="95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F728B62-445E-2E1D-11F3-E161886CC66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544470" y="1142742"/>
                  <a:ext cx="119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9D5C01B-97B1-82AD-74F4-E2949B87B76F}"/>
                    </a:ext>
                  </a:extLst>
                </p14:cNvPr>
                <p14:cNvContentPartPr/>
                <p14:nvPr/>
              </p14:nvContentPartPr>
              <p14:xfrm>
                <a:off x="3208590" y="1364502"/>
                <a:ext cx="117720" cy="1666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9D5C01B-97B1-82AD-74F4-E2949B87B76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199950" y="1355502"/>
                  <a:ext cx="135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98B1CBD-84F6-6FF9-1359-6D9AF4621283}"/>
                    </a:ext>
                  </a:extLst>
                </p14:cNvPr>
                <p14:cNvContentPartPr/>
                <p14:nvPr/>
              </p14:nvContentPartPr>
              <p14:xfrm>
                <a:off x="3354390" y="1397982"/>
                <a:ext cx="63000" cy="1195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98B1CBD-84F6-6FF9-1359-6D9AF462128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345390" y="1388982"/>
                  <a:ext cx="80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27BDF08-EF16-C455-F6F9-DE3CE67D113A}"/>
                    </a:ext>
                  </a:extLst>
                </p14:cNvPr>
                <p14:cNvContentPartPr/>
                <p14:nvPr/>
              </p14:nvContentPartPr>
              <p14:xfrm>
                <a:off x="3378870" y="1396182"/>
                <a:ext cx="250200" cy="115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27BDF08-EF16-C455-F6F9-DE3CE67D113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369870" y="1387542"/>
                  <a:ext cx="267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4ABB4FF-935E-A31F-6394-04902ECED4FE}"/>
                    </a:ext>
                  </a:extLst>
                </p14:cNvPr>
                <p14:cNvContentPartPr/>
                <p14:nvPr/>
              </p14:nvContentPartPr>
              <p14:xfrm>
                <a:off x="425070" y="733782"/>
                <a:ext cx="3495960" cy="1190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4ABB4FF-935E-A31F-6394-04902ECED4F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16430" y="725142"/>
                  <a:ext cx="3513600" cy="12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33F2F21-888B-40A2-3793-657A9A02C4CB}"/>
                    </a:ext>
                  </a:extLst>
                </p14:cNvPr>
                <p14:cNvContentPartPr/>
                <p14:nvPr/>
              </p14:nvContentPartPr>
              <p14:xfrm>
                <a:off x="2033910" y="836022"/>
                <a:ext cx="78480" cy="9975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33F2F21-888B-40A2-3793-657A9A02C4C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024910" y="827022"/>
                  <a:ext cx="96120" cy="10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DED52E2-D66A-D09B-D2C7-1901B28CA490}"/>
                    </a:ext>
                  </a:extLst>
                </p14:cNvPr>
                <p14:cNvContentPartPr/>
                <p14:nvPr/>
              </p14:nvContentPartPr>
              <p14:xfrm>
                <a:off x="2652750" y="850782"/>
                <a:ext cx="137160" cy="896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DED52E2-D66A-D09B-D2C7-1901B28CA49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644110" y="841782"/>
                  <a:ext cx="15480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85626CF-E751-41CB-07A0-F64FAFD47A3B}"/>
                    </a:ext>
                  </a:extLst>
                </p14:cNvPr>
                <p14:cNvContentPartPr/>
                <p14:nvPr/>
              </p14:nvContentPartPr>
              <p14:xfrm>
                <a:off x="3044070" y="439662"/>
                <a:ext cx="2986920" cy="12099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85626CF-E751-41CB-07A0-F64FAFD47A3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35430" y="430662"/>
                  <a:ext cx="3004560" cy="12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9689E05-EB95-AD02-9C11-C4E8D5B43FB2}"/>
                    </a:ext>
                  </a:extLst>
                </p14:cNvPr>
                <p14:cNvContentPartPr/>
                <p14:nvPr/>
              </p14:nvContentPartPr>
              <p14:xfrm>
                <a:off x="5711310" y="1564662"/>
                <a:ext cx="304920" cy="127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9689E05-EB95-AD02-9C11-C4E8D5B43FB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02310" y="1555662"/>
                  <a:ext cx="322560" cy="14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20012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DA72-17E9-7838-114B-76BDF2BBE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DE716-A206-F85D-8134-33411A3DA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8ED1F-7F9A-0E87-F81D-6D29B80E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C7FBCB-D409-858B-BBA3-0BFA9839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endParaRPr lang="en-IN" sz="2500" dirty="0">
              <a:latin typeface="Cooper Black" panose="0208090404030B0204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8D5D3-DEED-A8E3-FB62-DDEA7567FEF6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console.log(</a:t>
            </a:r>
            <a:r>
              <a:rPr lang="en-US" sz="1400" b="0" i="0" dirty="0" err="1">
                <a:effectLst/>
              </a:rPr>
              <a:t>inputs.arrayOfObjects</a:t>
            </a:r>
            <a:r>
              <a:rPr lang="en-US" sz="1400" b="0" i="0" dirty="0">
                <a:effectLst/>
              </a:rPr>
              <a:t>);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let </a:t>
            </a:r>
            <a:r>
              <a:rPr lang="en-US" sz="1400" b="0" i="0" dirty="0" err="1">
                <a:effectLst/>
              </a:rPr>
              <a:t>mainArray</a:t>
            </a:r>
            <a:r>
              <a:rPr lang="en-US" sz="1400" b="0" i="0" dirty="0">
                <a:effectLst/>
              </a:rPr>
              <a:t> = </a:t>
            </a:r>
            <a:r>
              <a:rPr lang="en-US" sz="1400" b="0" i="0" dirty="0" err="1">
                <a:effectLst/>
              </a:rPr>
              <a:t>inputs.arrayOfObjects</a:t>
            </a:r>
            <a:r>
              <a:rPr lang="en-US" sz="1400" b="0" i="0" dirty="0">
                <a:effectLst/>
              </a:rPr>
              <a:t>;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//Step 1: Extract the courses data from each basket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const </a:t>
            </a:r>
            <a:r>
              <a:rPr lang="en-US" sz="1400" b="0" i="0" dirty="0" err="1">
                <a:effectLst/>
              </a:rPr>
              <a:t>allCourses</a:t>
            </a:r>
            <a:r>
              <a:rPr lang="en-US" sz="1400" b="0" i="0" dirty="0">
                <a:effectLst/>
              </a:rPr>
              <a:t> = </a:t>
            </a:r>
            <a:r>
              <a:rPr lang="en-US" sz="1400" b="0" i="0" dirty="0" err="1">
                <a:effectLst/>
              </a:rPr>
              <a:t>mainArray.flatMap</a:t>
            </a:r>
            <a:r>
              <a:rPr lang="en-US" sz="1400" b="0" i="0" dirty="0">
                <a:effectLst/>
              </a:rPr>
              <a:t>(item =&gt; </a:t>
            </a:r>
            <a:r>
              <a:rPr lang="en-US" sz="1400" b="0" i="0" dirty="0" err="1">
                <a:effectLst/>
              </a:rPr>
              <a:t>item.courses</a:t>
            </a:r>
            <a:r>
              <a:rPr lang="en-US" sz="1400" b="0" i="0" dirty="0">
                <a:effectLst/>
              </a:rPr>
              <a:t>);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//Step 2: Process the batch of JSONs convert it to a array of strings  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const </a:t>
            </a:r>
            <a:r>
              <a:rPr lang="en-US" sz="1400" b="0" i="0" dirty="0" err="1">
                <a:effectLst/>
              </a:rPr>
              <a:t>arrOfString</a:t>
            </a:r>
            <a:r>
              <a:rPr lang="en-US" sz="1400" b="0" i="0" dirty="0">
                <a:effectLst/>
              </a:rPr>
              <a:t> = </a:t>
            </a:r>
            <a:r>
              <a:rPr lang="en-US" sz="1400" b="0" i="0" dirty="0" err="1">
                <a:effectLst/>
              </a:rPr>
              <a:t>allCourses.map</a:t>
            </a:r>
            <a:r>
              <a:rPr lang="en-US" sz="1400" b="0" i="0" dirty="0">
                <a:effectLst/>
              </a:rPr>
              <a:t>(item =&gt; </a:t>
            </a:r>
            <a:r>
              <a:rPr lang="en-US" sz="1400" b="0" i="0" dirty="0" err="1">
                <a:effectLst/>
              </a:rPr>
              <a:t>JSON.stringify</a:t>
            </a:r>
            <a:r>
              <a:rPr lang="en-US" sz="1400" b="0" i="0" dirty="0">
                <a:effectLst/>
              </a:rPr>
              <a:t>(item));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//Step 3: Send it out which later can be saved in cloud store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return { result: </a:t>
            </a:r>
            <a:r>
              <a:rPr lang="en-US" sz="1400" b="0" i="0" dirty="0" err="1">
                <a:effectLst/>
              </a:rPr>
              <a:t>arrOfString</a:t>
            </a:r>
            <a:r>
              <a:rPr lang="en-US" sz="1400" b="0" i="0" dirty="0">
                <a:effectLst/>
              </a:rPr>
              <a:t> };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023D275-AFA9-2E7C-F38A-2C481F957C4E}"/>
                  </a:ext>
                </a:extLst>
              </p14:cNvPr>
              <p14:cNvContentPartPr/>
              <p14:nvPr/>
            </p14:nvContentPartPr>
            <p14:xfrm>
              <a:off x="488790" y="1265862"/>
              <a:ext cx="1566720" cy="3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023D275-AFA9-2E7C-F38A-2C481F957C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9790" y="1256862"/>
                <a:ext cx="15843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1B4602-2593-AC88-8E9D-054F306F960F}"/>
                  </a:ext>
                </a:extLst>
              </p14:cNvPr>
              <p14:cNvContentPartPr/>
              <p14:nvPr/>
            </p14:nvContentPartPr>
            <p14:xfrm>
              <a:off x="689310" y="1748262"/>
              <a:ext cx="1456200" cy="21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1B4602-2593-AC88-8E9D-054F306F96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670" y="1739622"/>
                <a:ext cx="14738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323DCDE-4FC9-108F-5E52-85A9F4D27F10}"/>
                  </a:ext>
                </a:extLst>
              </p14:cNvPr>
              <p14:cNvContentPartPr/>
              <p14:nvPr/>
            </p14:nvContentPartPr>
            <p14:xfrm>
              <a:off x="1789470" y="2547462"/>
              <a:ext cx="102240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323DCDE-4FC9-108F-5E52-85A9F4D27F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80470" y="2538462"/>
                <a:ext cx="1040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99D4A4E-73EA-B8A4-6FD2-5232A2A7C258}"/>
                  </a:ext>
                </a:extLst>
              </p14:cNvPr>
              <p14:cNvContentPartPr/>
              <p14:nvPr/>
            </p14:nvContentPartPr>
            <p14:xfrm>
              <a:off x="3706470" y="2531622"/>
              <a:ext cx="868320" cy="30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99D4A4E-73EA-B8A4-6FD2-5232A2A7C2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7470" y="2522982"/>
                <a:ext cx="8859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180651A-B013-F01E-73E1-37855783AE51}"/>
                  </a:ext>
                </a:extLst>
              </p14:cNvPr>
              <p14:cNvContentPartPr/>
              <p14:nvPr/>
            </p14:nvContentPartPr>
            <p14:xfrm>
              <a:off x="718470" y="2560062"/>
              <a:ext cx="581040" cy="7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180651A-B013-F01E-73E1-37855783AE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9830" y="2551422"/>
                <a:ext cx="598680" cy="2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269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5D2C93-0120-CCFC-9609-5065A85D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B24C2-E0A7-CEBF-F7A8-38300185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26B177-165E-9165-72C4-FD0C520A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080056-AF3B-2DD1-1233-CD37BCC6426B}"/>
                  </a:ext>
                </a:extLst>
              </p14:cNvPr>
              <p14:cNvContentPartPr/>
              <p14:nvPr/>
            </p14:nvContentPartPr>
            <p14:xfrm>
              <a:off x="1315357" y="-1465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080056-AF3B-2DD1-1233-CD37BCC642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6357" y="-2365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0877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/>
          <p:cNvSpPr/>
          <p:nvPr/>
        </p:nvSpPr>
        <p:spPr>
          <a:xfrm>
            <a:off x="4355976" y="21622"/>
            <a:ext cx="4168026" cy="4101362"/>
          </a:xfrm>
          <a:prstGeom prst="flowChartConnector">
            <a:avLst/>
          </a:prstGeom>
          <a:gradFill flip="none" rotWithShape="1">
            <a:gsLst>
              <a:gs pos="0">
                <a:srgbClr val="55E96E"/>
              </a:gs>
              <a:gs pos="46000">
                <a:srgbClr val="0AEC25"/>
              </a:gs>
              <a:gs pos="100000">
                <a:srgbClr val="00B050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" y="10551"/>
            <a:ext cx="5088657" cy="4690760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</p:spPr>
      </p:pic>
      <p:sp>
        <p:nvSpPr>
          <p:cNvPr id="7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4550245" y="735546"/>
            <a:ext cx="3973757" cy="2082201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4981951" y="1042138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3000" b="1" dirty="0">
                <a:solidFill>
                  <a:srgbClr val="75C042"/>
                </a:solidFill>
              </a:rPr>
              <a:t>What We </a:t>
            </a:r>
            <a:r>
              <a:rPr lang="en-IN" sz="3000" b="1" dirty="0">
                <a:solidFill>
                  <a:srgbClr val="55E96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4981951" y="1610639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4999393" y="2370854"/>
            <a:ext cx="463016" cy="82493"/>
            <a:chOff x="6006451" y="5603130"/>
            <a:chExt cx="617354" cy="10999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rgbClr val="75C04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rgbClr val="0AEC2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14" name="Google Shape;845;p16"/>
          <p:cNvSpPr/>
          <p:nvPr/>
        </p:nvSpPr>
        <p:spPr>
          <a:xfrm>
            <a:off x="1190" y="0"/>
            <a:ext cx="1494765" cy="736929"/>
          </a:xfrm>
          <a:custGeom>
            <a:avLst/>
            <a:gdLst/>
            <a:ahLst/>
            <a:cxnLst/>
            <a:rect l="l" t="t" r="r" b="b"/>
            <a:pathLst>
              <a:path w="1993020" h="1803466" extrusionOk="0">
                <a:moveTo>
                  <a:pt x="0" y="0"/>
                </a:moveTo>
                <a:lnTo>
                  <a:pt x="1993020" y="0"/>
                </a:lnTo>
                <a:lnTo>
                  <a:pt x="1229306" y="1803466"/>
                </a:lnTo>
                <a:lnTo>
                  <a:pt x="0" y="1803466"/>
                </a:lnTo>
                <a:lnTo>
                  <a:pt x="0" y="0"/>
                </a:lnTo>
                <a:close/>
              </a:path>
            </a:pathLst>
          </a:custGeom>
          <a:solidFill>
            <a:srgbClr val="75C04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 defTabSz="685800">
              <a:buClr>
                <a:srgbClr val="000000"/>
              </a:buClr>
              <a:defRPr/>
            </a:pPr>
            <a:endParaRPr sz="1350" kern="0">
              <a:solidFill>
                <a:srgbClr val="75C0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solidFill>
                  <a:srgbClr val="75C042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solidFill>
                <a:srgbClr val="75C042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13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946764" y="2580648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500" b="1" dirty="0">
                <a:solidFill>
                  <a:srgbClr val="75C042"/>
                </a:solidFill>
              </a:rPr>
              <a:t>Thank</a:t>
            </a:r>
            <a:r>
              <a:rPr lang="en-IN" sz="4500" b="1" dirty="0">
                <a:solidFill>
                  <a:schemeClr val="accent1"/>
                </a:solidFill>
              </a:rPr>
              <a:t> </a:t>
            </a:r>
            <a:r>
              <a:rPr lang="en-IN" sz="4500" b="1" dirty="0">
                <a:solidFill>
                  <a:srgbClr val="75C042"/>
                </a:solidFill>
              </a:rPr>
              <a:t>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946764" y="3435846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500" b="1" dirty="0">
                <a:solidFill>
                  <a:srgbClr val="75C042"/>
                </a:solidFill>
              </a:rPr>
              <a:t>End of </a:t>
            </a:r>
            <a:r>
              <a:rPr lang="en-US" sz="4050" b="1" kern="0">
                <a:solidFill>
                  <a:srgbClr val="75C04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Day 28</a:t>
            </a:r>
            <a:endParaRPr lang="en-US" sz="4050" b="1" dirty="0">
              <a:solidFill>
                <a:srgbClr val="75C04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946763" y="4247149"/>
            <a:ext cx="983696" cy="278476"/>
            <a:chOff x="1162522" y="5662865"/>
            <a:chExt cx="1311594" cy="3713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976712" y="1704281"/>
            <a:ext cx="3973328" cy="739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www.anubhavtrainings.com</a:t>
            </a:r>
          </a:p>
        </p:txBody>
      </p:sp>
      <p:sp>
        <p:nvSpPr>
          <p:cNvPr id="12" name="Right Triangle 11"/>
          <p:cNvSpPr/>
          <p:nvPr/>
        </p:nvSpPr>
        <p:spPr>
          <a:xfrm rot="19603165">
            <a:off x="296953" y="-1026843"/>
            <a:ext cx="3143465" cy="2053685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5156848" y="1159118"/>
            <a:ext cx="3538845" cy="4433079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4" name="Minus 13"/>
          <p:cNvSpPr/>
          <p:nvPr/>
        </p:nvSpPr>
        <p:spPr>
          <a:xfrm rot="19276189">
            <a:off x="3207527" y="3117933"/>
            <a:ext cx="7398364" cy="354149"/>
          </a:xfrm>
          <a:prstGeom prst="mathMin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9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2273307" y="1754585"/>
            <a:ext cx="6869499" cy="3388245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1" y="670"/>
            <a:ext cx="9141619" cy="36575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1" y="670"/>
            <a:ext cx="9139239" cy="36575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572" y="-7047"/>
            <a:ext cx="9138048" cy="3665216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264117" y="4494008"/>
            <a:ext cx="2665023" cy="507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457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685457">
              <a:defRPr/>
            </a:pPr>
            <a:r>
              <a:rPr lang="en-US" sz="134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6134855" y="2194523"/>
            <a:ext cx="242208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IN" sz="900" spc="38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900" spc="38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9174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1200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30,000+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3372763" y="233362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8537" y="1709881"/>
            <a:ext cx="480044" cy="480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339" y="1704574"/>
            <a:ext cx="503946" cy="50394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75582" y="519175"/>
            <a:ext cx="4928219" cy="876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#FutureReady 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264118" y="3748874"/>
            <a:ext cx="2925418" cy="6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595">
              <a:defRPr/>
            </a:pPr>
            <a:r>
              <a:rPr lang="en-US" sz="1499" b="1" spc="75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685595">
              <a:defRPr/>
            </a:pPr>
            <a:r>
              <a:rPr lang="en-US" sz="12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780" y="1646020"/>
            <a:ext cx="638899" cy="638899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4889390" y="2526841"/>
            <a:ext cx="4208388" cy="2535645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3370618" y="4181066"/>
            <a:ext cx="1647176" cy="410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3300992" y="4117750"/>
            <a:ext cx="1647176" cy="4105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3603418" y="4192723"/>
            <a:ext cx="1146468" cy="299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595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34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869" y="333098"/>
            <a:ext cx="1742621" cy="172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6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3164</TotalTime>
  <Words>531</Words>
  <Application>Microsoft Office PowerPoint</Application>
  <PresentationFormat>On-screen Show (16:9)</PresentationFormat>
  <Paragraphs>80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</vt:lpstr>
      <vt:lpstr>Cooper Black</vt:lpstr>
      <vt:lpstr>Segoe UI</vt:lpstr>
      <vt:lpstr>Segoe UI Light</vt:lpstr>
      <vt:lpstr>Office Theme</vt:lpstr>
      <vt:lpstr>SAP Build Training for Corporate Professionals</vt:lpstr>
      <vt:lpstr>PowerPoint Presentation</vt:lpstr>
      <vt:lpstr>Agenda</vt:lpstr>
      <vt:lpstr>PowerPoint Presentation</vt:lpstr>
      <vt:lpstr>PowerPoint Presentation</vt:lpstr>
      <vt:lpstr>PowerPoint Presentation</vt:lpstr>
      <vt:lpstr>JS Flow Functions</vt:lpstr>
      <vt:lpstr>Some Rules of using JS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Anubhav Oberoy</cp:lastModifiedBy>
  <cp:revision>174</cp:revision>
  <dcterms:created xsi:type="dcterms:W3CDTF">2013-12-05T19:37:13Z</dcterms:created>
  <dcterms:modified xsi:type="dcterms:W3CDTF">2025-08-26T06:09:28Z</dcterms:modified>
</cp:coreProperties>
</file>